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  <p:sldId id="280" r:id="rId21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452" autoAdjust="0"/>
  </p:normalViewPr>
  <p:slideViewPr>
    <p:cSldViewPr snapToGrid="0">
      <p:cViewPr varScale="1">
        <p:scale>
          <a:sx n="70" d="100"/>
          <a:sy n="70" d="100"/>
        </p:scale>
        <p:origin x="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stage1-main-sixpanel｜Find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本图位于中英文正文 Stage 1 结果，左列为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rPr lang="zh-CN" altLang="en-US"/>
          <a:t>@@find-only-instance-completion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find-only-instance-completion｜候选排序中的实例检出完成度</a:t>
        </a:r>
      </a:p>
      <a:p>
        <a:r>
          <a:t/>
        </a:r>
      </a:p>
      <a:p>
        <a:r>
          <a:t>**共享关系与本图选择。** 本图与`@@e2e-find-build-direct-comparison`、`@@stage3-predicted-region-head-to-head`、`@@supp-find-correct-match-build`关联的共享代码位于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当前六面板上排为全配体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10912</TotalTime>
  <Words>6749</Words>
  <Application>Microsoft Office PowerPoint</Application>
  <DocSecurity>0</DocSecurity>
  <PresentationFormat>自定义</PresentationFormat>
  <Paragraphs>716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26</cp:revision>
  <dcterms:created xsi:type="dcterms:W3CDTF">2026-09-23T07:01:10Z</dcterms:created>
  <dcterms:modified xsi:type="dcterms:W3CDTF">2026-10-20T13:16:42Z</dcterms:modified>
</cp:coreProperties>
</file>