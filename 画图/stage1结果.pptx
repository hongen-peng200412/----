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218" autoAdjust="0"/>
  </p:normalViewPr>
  <p:slideViewPr>
    <p:cSldViewPr snapToGrid="0">
      <p:cViewPr varScale="1">
        <p:scale>
          <a:sx n="46" d="100"/>
          <a:sy n="46" d="100"/>
        </p:scale>
        <p:origin x="18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pPr/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pPr/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pPr/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baseline="-25000" sz="649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baseline="-25000" sz="649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baseline="-25000" sz="649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baseline="-25000" sz="649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baseline="-25000" sz="72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baseline="-25000" sz="72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8133</TotalTime>
  <Words>5586</Words>
  <Application>Microsoft Office PowerPoint</Application>
  <DocSecurity>0</DocSecurity>
  <PresentationFormat>自定义</PresentationFormat>
  <Paragraphs>657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23</cp:revision>
  <dcterms:created xsi:type="dcterms:W3CDTF">2026-09-23T07:01:10Z</dcterms:created>
  <dcterms:modified xsi:type="dcterms:W3CDTF">2026-10-06T10:35:13Z</dcterms:modified>
</cp:coreProperties>
</file>