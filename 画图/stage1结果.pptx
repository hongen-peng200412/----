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notesSlides/notesSlide20.xml" ContentType="application/vnd.openxmlformats-officedocument.presentationml.notesSlide+xml"/>
  <Override PartName="/ppt/comments/modernComment_118_FD483BD3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3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theme/theme3.xml" ContentType="application/vnd.openxmlformats-officedocument.theme+xml"/>
  <Override PartName="/ppt/presProps1.xml" ContentType="application/vnd.openxmlformats-officedocument.presentationml.presProps+xml"/>
  <Override PartName="/ppt/tableStyles1.xml" ContentType="application/vnd.openxmlformats-officedocument.presentationml.tableStyles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comments/modernComment.xml" ContentType="application/vnd.ms-powerpoint.comments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comments/modernComment2.xml" ContentType="application/vnd.ms-powerpoint.comments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comments/modernComment3.xml" ContentType="application/vnd.ms-powerpoint.comments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comments/modernComment4.xml" ContentType="application/vnd.ms-powerpoint.comment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9001" r:id="rev25_Ra8ee72b2d0474258"/>
  </p:sldMasterIdLst>
  <p:notesMasterIdLst>
    <p:notesMasterId r:id="rId22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  <p:sldId id="280" r:id="rId21"/>
    <p:sldId id="281" r:id="rev25_R5203d4ae61fe421a"/>
    <p:sldId id="282" r:id="rev25_Rd7765cc83beb43f5"/>
    <p:sldId id="283" r:id="rev25_R2b1b00b63247463e"/>
    <p:sldId id="284" r:id="rev25_Rb7b7604d5aa84a0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  <p188:author id="{92DFC118-06F7-430F-883E-A87A3078A56A}" name="Figure Editor" initials="FE" userId="figure-edito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presProps1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tableStyles1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452" autoAdjust="0"/>
  </p:normalViewPr>
  <p:slideViewPr>
    <p:cSldViewPr snapToGrid="0">
      <p:cViewPr varScale="1">
        <p:scale>
          <a:sx n="70" d="100"/>
          <a:sy n="70" d="100"/>
        </p:scale>
        <p:origin x="6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Relationship Type="http://schemas.openxmlformats.org/officeDocument/2006/relationships/slideMaster" Target="slideMasters/slideMaster2.xml" Id="rev25_Ra8ee72b2d0474258"/><Relationship Type="http://schemas.openxmlformats.org/officeDocument/2006/relationships/slide" Target="slides/slide21.xml" Id="rev25_R5203d4ae61fe421a"/><Relationship Type="http://schemas.openxmlformats.org/officeDocument/2006/relationships/slide" Target="slides/slide22.xml" Id="rev25_Rd7765cc83beb43f5"/><Relationship Type="http://schemas.openxmlformats.org/officeDocument/2006/relationships/slide" Target="slides/slide23.xml" Id="rev25_R2b1b00b63247463e"/><Relationship Type="http://schemas.openxmlformats.org/officeDocument/2006/relationships/slide" Target="slides/slide24.xml" Id="rev25_Rb7b7604d5aa84a00"/></Relationships>
</file>

<file path=ppt/comments/modernComment.xml><?xml version="1.0" encoding="utf-8"?>
<p188:cmLst xmlns:p188="http://schemas.microsoft.com/office/powerpoint/2018/8/main">
  <p188:cm id="{A71FB57D-5B08-4F77-B5F2-5F9AF5FD63A9}" authorId="{92DFC118-06F7-430F-883E-A87A3078A56A}" status="active" created="2026-10-25T17:51:17.279+08:00">
    <pc:sldMkLst xmlns:pc="http://schemas.microsoft.com/office/powerpoint/2013/main/command">
      <pc:docMk/>
      <pc:sldMk cId="619305317" sldId="281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@@stage1-overall-performance</a:t>
        </a:r>
      </a:p>
    </p188:txBody>
  </p188:cm>
  <p188:cm id="{37BA3111-D672-4A3C-8AB9-B2EF77F6B161}" authorId="{92DFC118-06F7-430F-883E-A87A3078A56A}" status="active" created="2026-10-25T09:53:39.909Z">
    <pc:sldMkLst xmlns:pc="http://schemas.microsoft.com/office/powerpoint/2013/main/command">
      <pc:docMk/>
      <pc:sldMk cId="619305317" sldId="281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stage1-overall-performance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stage1-overall-performance｜整体配体区域检出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当前载体为`画图/stage1结果.pptx`第21页。正文第一图。a、b读取dice和oto03的冻结均值、区间与逐PDB值；c、d用同一PDB的Cryo/Emap oto03配对，保留原模板的分辨率着色（1–4 Å）、色条和等比例坐标。较高／相等／较低为112／40／27及40／36／18，容差1e-12。Dice不使用实例覆盖阈值；PRAUC使用双向覆盖0.3。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PNG及面板对齐清单；`build_deck.mjs`把同源SVG的每段文字、路径、线、柱、散点和色条转成原生可编辑对象，备注保存双语图注，独立批注为@@stage1-overall-performance。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共享 @@stage1-candidate-quality、@@stage1-strict-threshold、@@stage1-completion-curves：`画图/画图代码/stage1/calculate/stage1-results-revision`。四图共享冻结统计读取、面板绘图、bootstrap和原生PPT装配；按稳定图名选择本图面板。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@@stage1-main-sixpanel、@@ligandseek2-vs-ligandseek1：`画图/画图代码/stage1/calculate/stage1-main-sixpanel`。只共享svg_to_scene.convert显示几何运输；原有模型指标读取冻结输入，不重新评价。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完整重建：从仓库根执行`python -X utf8 -B 转换工具/ops/rebuild_figures.py --figure stage1-overall-performance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4:t>
        </ns24:r>
      </ns24:p>
    </p188:txBody>
  </p188:cm>
</p188:cmLst>
</file>

<file path=ppt/comments/modernComment2.xml><?xml version="1.0" encoding="utf-8"?>
<p188:cmLst xmlns:p188="http://schemas.microsoft.com/office/powerpoint/2018/8/main">
  <p188:cm id="{C57A6230-EFAC-4BC0-99B6-1683B7BF1A08}" authorId="{92DFC118-06F7-430F-883E-A87A3078A56A}" status="active" created="2026-10-25T17:51:17.392+08:00">
    <pc:sldMkLst xmlns:pc="http://schemas.microsoft.com/office/powerpoint/2013/main/command">
      <pc:docMk/>
      <pc:sldMk cId="1216017395" sldId="282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@@stage1-candidate-quality</a:t>
        </a:r>
      </a:p>
    </p188:txBody>
  </p188:cm>
  <p188:cm id="{EFBFC2C1-D1E8-4FB6-9CF4-10212D818CBC}" authorId="{92DFC118-06F7-430F-883E-A87A3078A56A}" status="active" created="2026-10-25T09:53:39.909Z">
    <pc:sldMkLst xmlns:pc="http://schemas.microsoft.com/office/powerpoint/2013/main/command">
      <pc:docMk/>
      <pc:sldMk cId="1216017395" sldId="282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stage1-candidate-quality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stage1-candidate-quality｜候选质量与有限候选数量下的检出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当前载体为`画图/stage1结果.pptx`第22页。正文第二图。a、b读取冻结precision/recall及distribution；白点为中位数，粗线为四分位范围。c、d从完成度distributions[100/300]按pdb_id连接固定ids；12根柱的均值和95%区间由本入口计算。全配体100% GT/CA2/Emap为66.4008/55.5557/25.9111%，小分子为70.5259/59.8198/44.1805%；300%对应71.7164/63.2921/30.0944%及73.3007/68.5086/51.5544%。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PNG及面板对齐清单；`build_deck.mjs`把同源SVG的每段文字、路径、线、柱、散点和色条转成原生可编辑对象，备注保存双语图注，独立批注为@@stage1-candidate-quality。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共享 @@stage1-overall-performance、@@stage1-strict-threshold、@@stage1-completion-curves：`画图/画图代码/stage1/calculate/stage1-results-revision`。四图共享冻结统计读取、面板绘图、bootstrap和原生PPT装配；按稳定图名选择本图面板。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@@stage1-main-sixpanel、@@ligandseek2-vs-ligandseek1：`画图/画图代码/stage1/calculate/stage1-main-sixpanel`。只共享svg_to_scene.convert显示几何运输；原有模型指标读取冻结输入，不重新评价。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完整重建：从仓库根执行`python -X utf8 -B 转换工具/ops/rebuild_figures.py --figure stage1-candidate-quality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4:t>
        </ns24:r>
      </ns24:p>
    </p188:txBody>
  </p188:cm>
</p188:cmLst>
</file>

<file path=ppt/comments/modernComment3.xml><?xml version="1.0" encoding="utf-8"?>
<p188:cmLst xmlns:p188="http://schemas.microsoft.com/office/powerpoint/2018/8/main">
  <p188:cm id="{0C1434C5-3F7D-4AD2-9495-AAEBC721702A}" authorId="{92DFC118-06F7-430F-883E-A87A3078A56A}" status="active" created="2026-10-25T17:51:17.438+08:00">
    <pc:sldMkLst xmlns:pc="http://schemas.microsoft.com/office/powerpoint/2013/main/command">
      <pc:docMk/>
      <pc:sldMk cId="345490415" sldId="283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@@stage1-strict-threshold</a:t>
        </a:r>
      </a:p>
    </p188:txBody>
  </p188:cm>
  <p188:cm id="{69F15E70-BFD3-439E-800C-C448CA416893}" authorId="{92DFC118-06F7-430F-883E-A87A3078A56A}" status="active" created="2026-10-25T09:53:39.909Z">
    <pc:sldMkLst xmlns:pc="http://schemas.microsoft.com/office/powerpoint/2013/main/command">
      <pc:docMk/>
      <pc:sldMk cId="345490415" sldId="283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stage1-strict-threshold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stage1-strict-threshold｜严格覆盖阈值下的检出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当前载体为`画图/stage1结果.pptx`第23页。补充第一图。a、b只读取oto05的冻结均值、95%区间和逐PDB值，比较双向覆盖0.5下的实例级PRAUC。GT/CA2/Emap全配体均值0.557571/0.447013/0.126172，小分子0.604858/0.499294/0.293214。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PNG及面板对齐清单；`build_deck.mjs`把同源SVG的每段文字、路径、线、柱、散点和色条转成原生可编辑对象，备注保存双语图注，独立批注为@@stage1-strict-threshold。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共享 @@stage1-overall-performance、@@stage1-candidate-quality、@@stage1-completion-curves：`画图/画图代码/stage1/calculate/stage1-results-revision`。四图共享冻结统计读取、面板绘图、bootstrap和原生PPT装配；按稳定图名选择本图面板。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@@stage1-main-sixpanel、@@ligandseek2-vs-ligandseek1：`画图/画图代码/stage1/calculate/stage1-main-sixpanel`。只共享svg_to_scene.convert显示几何运输；原有模型指标读取冻结输入，不重新评价。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完整重建：从仓库根执行`python -X utf8 -B 转换工具/ops/rebuild_figures.py --figure stage1-strict-threshold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4:t>
        </ns24:r>
      </ns24:p>
    </p188:txBody>
  </p188:cm>
</p188:cmLst>
</file>

<file path=ppt/comments/modernComment4.xml><?xml version="1.0" encoding="utf-8"?>
<p188:cmLst xmlns:p188="http://schemas.microsoft.com/office/powerpoint/2018/8/main">
  <p188:cm id="{C818C847-1B3F-42F2-8057-AB84D22459BB}" authorId="{92DFC118-06F7-430F-883E-A87A3078A56A}" status="active" created="2026-10-25T17:51:17.744+08:00">
    <pc:sldMkLst xmlns:pc="http://schemas.microsoft.com/office/powerpoint/2013/main/command">
      <pc:docMk/>
      <pc:sldMk cId="1278594593" sldId="284"/>
    </pc:sldMkLst>
    <p188:pos x="0" y="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t>@@stage1-completion-curves</a:t>
        </a:r>
      </a:p>
    </p188:txBody>
  </p188:cm>
  <p188:cm id="{7365DD7B-3941-41EE-A29B-B32E4B28A49D}" authorId="{92DFC118-06F7-430F-883E-A87A3078A56A}" status="active" created="2026-10-25T09:53:39.909Z">
    <pc:sldMkLst xmlns:pc="http://schemas.microsoft.com/office/powerpoint/2013/main/command">
      <pc:docMk/>
      <pc:sldMk cId="1278594593" sldId="284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stage1-completion-curves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## stage1-completion-curves｜完整候选排序检出曲线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当前载体为`画图/stage1结果.pptx`第24页。补充第二图。六面板上排find_full，下排find_stage1_small；列依次GT、CA2、Emap2lig，直接读取curve和distributions并调用completion_plot.draw_panel。绿线和圆点为PDB等权均值，蓝线和菱形为中位数；灰点与小提琴为50/100/200/300%分布。旧@@find-only-instance-completion第20页保留，本图用新图名呈现相同完成度口径。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PNG及面板对齐清单；`build_deck.mjs`把同源SVG的每段文字、路径、线、柱、散点和色条转成原生可编辑对象，备注保存双语图注，独立批注为@@stage1-completion-curves。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共享 @@stage1-overall-performance、@@stage1-candidate-quality、@@stage1-strict-threshold：`画图/画图代码/stage1/calculate/stage1-results-revision`。四图共享冻结统计读取、面板绘图、bootstrap和原生PPT装配；按稳定图名选择本图面板。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@@stage1-main-sixpanel、@@ligandseek2-vs-ligandseek1：`画图/画图代码/stage1/calculate/stage1-main-sixpanel`。只共享svg_to_scene.convert显示几何运输；原有模型指标读取冻结输入，不重新评价。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完整重建：从仓库根执行`python -X utf8 -B 转换工具/ops/rebuild_figures.py --figure stage1-completion-curves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4:t>
        </ns24:r>
      </ns24:p>
    </p188:txBody>
  </p188:cm>
</p188:cmLst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  <p188:cm id="{FFA79300-DE28-4742-A5B4-7BA30D78D5D5}" authorId="{D3F71A66-0C34-DF1A-5236-FECDBC820DCB}" created="2026-10-22T15:53:22.978Z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PROVENANCE v1</a:t>
        </a:r>
      </a:p>
      <a:p>
        <a:r>
          <a:t>id: stage1-main-sixpanel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stage1-main-sixpanel｜Find 与 Emap2lig-Find 的六面板比较</a:t>
        </a:r>
      </a:p>
      <a:p>
        <a:r>
          <a:t/>
        </a:r>
      </a:p>
      <a:p>
        <a:r>
          <a:t>**共享关系与本图选择。** 本图与`@@ligandseek2-vs-ligandseek1`关联的共享代码位于 `stage1/calculate/stage1-main-sixpanel/`。两图只共享svg_to_scene.py的显示几何转换及其配置导入；两代比较的成员、科学数值、布局与bootstrap在自己的程序中，不与主六面板共同计算模型结果。 本次完整入口按稳定图名 `stage1-main-sixpanel`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main-sixpan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本图为2026-10-25修订前的六面板统计原稿，保留在第19页；当前正文改用@@stage1-overall-performance与@@stage1-candidate-quality，0.5阈值移入@@stage1-strict-threshold。原统计中，左列为 179 个 PDB 的全配体，右列为 94 个含小分子的 PDB、821 个实例。全配体共有 2,502 个真实实例。GT、Cryo、Emap 源键分别对应沉积受体 Find、CryoAtom2 受体 Find 和 Emap2lig 官方 Find/Li。不能把右列当作 Build 的 77 PDB／446 实例集合。</a:t>
        </a:r>
      </a:p>
      <a:p>
        <a:r>
          <a:t/>
        </a:r>
      </a:p>
      <a:p>
        <a:r>
          <a:t>直接制图函数为 `stage1/calculate/stage1-main-sixpanel/plot_figures.py::draw_panel(fig, kind, cohort, rect)`，三个 kind 是 `bar/paired/violin`。柱高和误差线只读取冻结的 `bars.mean/lower/upper`；点只读取逐 PDB 的 `values`；配对比较使用 Cryo 与 Emap 的 `oto03`；小提琴读取已算好的 `distribution`。同一函数服务六个单图与联图，联图稳定图名为 `stage1-main-sixpanel`。SVG 经 `svg_to_scene.py::convert()` 转为原生场景，再由 `build_deck.mjs` 装入 PPT。正式 PPT 保留作者的手工编辑，重新生成时先写候选图集。</a:t>
        </a:r>
      </a:p>
      <a:p>
        <a:r>
          <a:t/>
        </a:r>
      </a:p>
      <a:p>
        <a:r>
          <a:t>完整数值链是：</a:t>
        </a:r>
      </a:p>
      <a:p>
        <a:r>
          <a:t/>
        </a:r>
      </a:p>
      <a:p>
        <a:r>
          <a:t>```text</a:t>
        </a:r>
      </a:p>
      <a:p>
        <a:r>
          <a:t>data/server_metrics_and_pr.json</a:t>
        </a:r>
      </a:p>
      <a:p>
        <a:r>
          <a:t>→ science/prepare_plot_data.py（最初统计 0.6 档）</a:t>
        </a:r>
      </a:p>
      <a:p>
        <a:r>
          <a:t>→ science/replace_tau05.py（只将第三柱指标替换成 0.5 档）</a:t>
        </a:r>
      </a:p>
      <a:p>
        <a:r>
          <a:t>→ v4/data/plot_data.json</a:t>
        </a:r>
      </a:p>
      <a:p>
        <a:r>
          <a:t>→ v5/data/plot_data.json（统计不变，只更新显示名称）</a:t>
        </a:r>
      </a:p>
      <a:p>
        <a:r>
          <a:t>→ plot_figures.py::draw_panel</a:t>
        </a:r>
      </a:p>
      <a:p>
        <a:r>
          <a:t>→ svg_to_scene.py::convert → build_deck.mjs → 当前 PPT</a:t>
        </a:r>
      </a:p>
      <a:p>
        <a:r>
          <a:t>```</a:t>
        </a:r>
      </a:p>
      <a:p>
        <a:r>
          <a:t/>
        </a:r>
      </a:p>
      <a:p>
        <a:r>
          <a:t>`server_metrics_and_pr.json` 保存三个方法的 `full_rows/small_rows`、原汇总、分辨率以及 294 项来源记录。每个来源保留服务器路径和 SHA-256。Find 的原完整测试指标为 `/storage/penghongen/AdaLigand_stage1_inference/Find_1/{真实受体,CryoAtom2受体}/artifacts/Find_1/held_out_test_0/evaluation/f2_centered_gaussian_macro_selected.{metrics.json,jsonl}`；小分子源位于 `/storage/penghongen/AdaLigand_stage1_inference/small_molecule_only/test_0/`。实际每个文件的精确路径以 JSON `sources` 为准，不从花括号写法猜测文件是否存在。</a:t>
        </a:r>
      </a:p>
      <a:p>
        <a:r>
          <a:t/>
        </a:r>
      </a:p>
      <a:p>
        <a:r>
          <a:t>均值按 PDB 等权，误差线为 10,000 次 PDB bootstrap 百分位 95% 区间，种子 20260922；同一集合内方法与指标共享抽样索引。小提琴采用边界反射 KDE，带宽参数 0.045，保留所有 0／1 值；中位数和四分位由未反射指标计算。相等容差为 `1e-12`。当前高阈值字段为 `oto05`，不得因旧版 `oto06` 仍在归档中而换回 0.6。</a:t>
        </a:r>
      </a:p>
      <a:p>
        <a:r>
          <a:t/>
        </a:r>
      </a:p>
      <a:p>
        <a:r>
          <a:t>小分子 P/R 的补算入口为 `science/compute_small_pr.py::evaluate_selected()`：先在全类别真实实例中按双向覆盖均 ≥0.30 建边，以覆盖率几何均值最大且并列取较小 occurrence 编号确定候选类别，忽略归属于非小分子的候选，未归属候选仍保留。随后在最终 selected 预测和小分子真实实例上求最大基数二分匹配。空预测精确率记 0。Dice 和 PRAUC 直接来自既有评价，不由绘图脚本重算。</a:t>
        </a:r>
      </a:p>
      <a:p>
        <a:r>
          <a:t/>
        </a:r>
      </a:p>
      <a:p>
        <a:r>
          <a:t>正文 0.584／0.477／0.050、PRAUC₀.₃ 0.663／0.541／0.255、PRAUC₀.₅ 0.558／0.447／0.126，均对应当前 v5 全配体三方法均值的三位显示。配对计数为全配体 112／40／27、小分子 40／36／18。原科学汇总读取的小分子评价输入现已全部离线闭合：282份NPZ合计1,796,095字节，94份occurrence类别原件合计371,996字节。108份NPZ原已存在（Emap94、GT7、CA2 7），174份GT／CA2缺件共778,249字节已只读补齐到 `evaluation_metadata/{GT,Cryo}/&lt;pdb&gt;.npz`；现有Emap179份中的对应94份、94类别原件均复用原位置，不重复复制。所有文件SHA-256逐件等于原 `server_metrics_and_pr.json::sources` 的科学来源散列。`evaluation_metadata/source_receipt.json`给出每个原路径、当地复用/新位置、字节数及总体数量；`download_receipt.json`记录此次174件只读下载。完整概率图不是本图制图或现有逐PDB指标汇总的直接输入：制图读冻结plot_data，补算P/R读本记录已保存的交集、大小、实例编号和selected数组，因此本轮不下载整幅概率图或模型权重。它们属于重新模型推理/评价层，原来源根仍由科学来源文件明确定位，不将其未复制与绘图证据缺失混同。</a:t>
        </a:r>
      </a:p>
    </p188:txBody>
  </p188:cm>
</p188:cmLst>
</file>

<file path=ppt/comments/modernComment_118_FD483BD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0748F5E-A561-4833-9DA7-22BD164955FA}" authorId="{D3F71A66-0C34-DF1A-5236-FECDBC820DCB}" created="2026-10-16T07:02:36.846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rPr lang="zh-CN" altLang="en-US"/>
          <a:t>@@find-only-instance-completion</a:t>
        </a:r>
      </a:p>
    </p188:txBody>
  </p188:cm>
  <p188:cm id="{57986A7B-73F5-4C29-91BB-F2EA0A872857}" authorId="{D3F71A66-0C34-DF1A-5236-FECDBC820DCB}" created="2026-10-22T15:53:22.978Z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PROVENANCE v1</a:t>
        </a:r>
      </a:p>
      <a:p>
        <a:r>
          <a:t>id: find-only-instance-completion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find-only-instance-completion｜候选排序中的实例检出完成度</a:t>
        </a:r>
      </a:p>
      <a:p>
        <a:r>
          <a:t/>
        </a:r>
      </a:p>
      <a:p>
        <a:r>
          <a:t>**共享关系与本图选择。** 本图与`@@e2e-find-build-direct-comparison`、`@@stage3-predicted-region-head-to-head`、`@@supp-find-correct-match-build`关联的共享代码位于 `e2e/calculate/find-build-shared/`。Find完成度、预测区域配对和正确身份Find–Build曲线共用冻结data.json与部分图元；直接比较柱图只复用同源SVG运输。各图的面板布局与筛选沿各自plot.py保留，不能把共用运输误说成四图使用同一分母或计费协议。 本次完整入口按稳定图名 `find-only-instance-completion`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nd-only-instance-completion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本图为第20页保留的原完成度图；当前正文采用@@stage1-candidate-quality的柱图，完整曲线由新页@@stage1-completion-curves进入补充。原六面板上排为全配体 179 PDB／2,502 实例，下排为全部小分子 94 PDB／821 实例。它只检查 Find 区域检出，不检查 Match 身份预测或 Build 构象。不能读取同一旧数据容器中的 `find_small`（77／446）替代当前下排的 `find_stage1_small`。</a:t>
        </a:r>
      </a:p>
      <a:p>
        <a:r>
          <a:t/>
        </a:r>
      </a:p>
      <a:p>
        <a:r>
          <a:t>小分子长期汇总入口是 `stage1/calculate/find-only-instance-completion/assemble_data.py::main()`。它读取当前原 Stage 1 小分子成员及 `sources/occurrences/&lt;pdb&gt;.jsonl` 的 `candidate_id/type_tag`，GT／CA2 读取冻结 strongest 容器中的完整 Find 字段，Emap2lig 读取其原生 Find NPZ。候选按 selected 在前、各段按原概率均值降序、同分按原 blob 编号升序。先在全类别上确定唯一对应，再忽略对应非小分子的候选；背景和重复命中仍占候选位置。每个真实实例只记录第一次检出。</a:t>
        </a:r>
      </a:p>
      <a:p>
        <a:r>
          <a:t/>
        </a:r>
      </a:p>
      <a:p>
        <a:r>
          <a:t>直接绘制联图的入口是 `stage1/calculate/find-only-instance-completion/plot.py::main()` 中 `find_full/find_stage1_small` 六面板选择；线、点、小提琴的具体绘制函数是 `e2e/calculate/find-build-shared/completion_plot.py::draw_panel()`。完成度事件构造复用 AdaLigand `ligandseek_pipeline/completion.py::make_panel()`，Emap2lig 唯一对应复用 Matcher `test_smallmolecule/build_manifest.py::_target_from_intersections()`。这两份外部科学程序的确定Git版本已由 `git show` 提取到 `stage1/output/stage1-main-sixpanel/evaluation_metadata/code/`，不复制当前工作区冒充历史版本：AdaLigand `ec91aa11859608164f662e31ce81b96f8b9fc0a5:ligandseek_pipeline/completion.py`、Matcher `578f0ecef190f6d9ce3382d76c5b282dbc062f18:test_smallmolecule/build_manifest.py`。完整模块字节、SHA、Git路径及端点见 `source_versions.json`；两个目标函数与当前调用源码的AST相同，AdaLigand模块的当前差异只是Docstring。不能用图中线条重新反推事件。</a:t>
        </a:r>
      </a:p>
      <a:p>
        <a:r>
          <a:t/>
        </a:r>
      </a:p>
      <a:p>
        <a:r>
          <a:t>冻结的 `panels.json` 顶层 `panels` 含 GT、CA2、Emap2lig 三份面板字典；`scope="find_stage1_small"`，`pdb_count=94`，`occurrence_count=821`。其中 `success_events` 保存实例编号及首次命中的候选位置，`distributions["100"]` 保存 94 个 PDB 各自的完成比例，`curve` 保存精确阶梯。给定每个 PDB 的真实实例数 N，相对候选量 ρ 允许考察 `floor(ρN)` 个候选；均值先按各 PDB 完成比例计算，再对 PDB 等权平均，包含未检出和零候选 PDB。</a:t>
        </a:r>
      </a:p>
      <a:p>
        <a:r>
          <a:t/>
        </a:r>
      </a:p>
      <a:p>
        <a:r>
          <a:t>下排在 100% 时 GT／CA2／Emap2lig 均值为 70.5259%／59.8198%／44.1805%；300% 时为 73.3007%／68.5086%／51.5544%，对应正文的 70.5／59.8／44.2 和 73.3／68.5／51.6。上排 100% 为 GT 66.4%、CA2 55.6%、Emap2lig 25.9%，来源是统一管线冻结的 `find_full` 面板。补充数据 `补充数据/Find-Match-Build_20261018/` 另有不可随意改写的已归档镜像及逐件源映射。</a:t>
        </a:r>
      </a:p>
      <a:p>
        <a:r>
          <a:t/>
        </a:r>
      </a:p>
      <a:p>
        <a:r>
          <a:t>输出 `sources/sources.json` 保留原类别文件的服务器路径、字节数和 SHA-256。当前图的可编辑版与图注在 PPT；修改图形只更新当前目标图页，不用整份旧生成 PPT 覆盖作者版本。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../slides/slide21.xml" Id="R0a646651c35247a9"/><Relationship Type="http://schemas.openxmlformats.org/officeDocument/2006/relationships/notesMaster" Target="../notesMasters/notesMaster1.xml" Id="R5a552e08d7654a4b"/></Relationships>
</file>

<file path=ppt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../slides/slide22.xml" Id="Rd63a7556b8134021"/><Relationship Type="http://schemas.openxmlformats.org/officeDocument/2006/relationships/notesMaster" Target="../notesMasters/notesMaster1.xml" Id="R075759a9060c4d34"/></Relationships>
</file>

<file path=ppt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../slides/slide23.xml" Id="Rc52b8a9ee58645f4"/><Relationship Type="http://schemas.openxmlformats.org/officeDocument/2006/relationships/notesMaster" Target="../notesMasters/notesMaster1.xml" Id="R10c6d47ad9994fef"/></Relationships>
</file>

<file path=ppt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../slides/slide24.xml" Id="R10c733c740204e7d"/><Relationship Type="http://schemas.openxmlformats.org/officeDocument/2006/relationships/notesMaster" Target="../notesMasters/notesMaster1.xml" Id="Rcea1c6f6638842ba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LigandSeek-Find 的配体区域检出。LigandSeek-Find 使用真实受体或 CryoAtom2 重建受体结构，并与仅使用密度的基线 Emap2lig-Find 比较。左列展示全部配体（179 个 PDB，2,502 个实例），右列仅展示小分子（94 个 PDB，821 个实例）。</a:t>
            </a:r>
            <a:endParaRPr lang="zh-CN"/>
          </a:p>
          <a:p>
            <a:r>
              <a:rPr lang="zh-CN" dirty="0"/>
              <a:t>a, b, 各 PDB 的 Dice 分数，以及阈值为 0.3 和 0.5 时的 one-to-one PRAUC。误差条表示对 PDB 进行 10,000 次 bootstrap 重采样得到的均值的 95% 区间。</a:t>
            </a:r>
            <a:endParaRPr lang="zh-CN"/>
          </a:p>
          <a:p>
            <a:r>
              <a:rPr lang="zh-CN" dirty="0"/>
              <a:t>c, d, 使用 CryoAtom2 重建受体的 LigandSeek-Find 与 Emap2lig-Find 的直接比较。对于全部配体，LigandSeek-Find 表现更好、相当和更差的 PDB 数分别为 112/40/27；对于小分子，对应数量为 40/36/18。</a:t>
            </a:r>
            <a:endParaRPr lang="zh-CN"/>
          </a:p>
          <a:p>
            <a:r>
              <a:rPr lang="zh-CN" dirty="0"/>
              <a:t>e, f, 阈值为 0.3 时的一对一精确率和召回率。每个点代表一个 PDB，白色空心圆和粗线分别表示中位数和四分位距。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LigandSeek-Find</a:t>
            </a:r>
            <a:r>
              <a:rPr lang="zh-CN" altLang="en-US" dirty="0"/>
              <a:t>与</a:t>
            </a:r>
            <a:r>
              <a:rPr lang="en-US" dirty="0"/>
              <a:t>Emap2lig-Find</a:t>
            </a:r>
            <a:r>
              <a:rPr lang="zh-CN" altLang="en-US" dirty="0"/>
              <a:t>的配体实例检出比较。</a:t>
            </a:r>
            <a:r>
              <a:rPr lang="en-US" dirty="0"/>
              <a:t>a–c，</a:t>
            </a:r>
            <a:r>
              <a:rPr lang="zh-CN" altLang="en-US" dirty="0"/>
              <a:t>全配体，</a:t>
            </a:r>
            <a:r>
              <a:rPr lang="en-US" altLang="zh-CN" dirty="0"/>
              <a:t>179</a:t>
            </a:r>
            <a:r>
              <a:rPr lang="zh-CN" altLang="en-US" dirty="0"/>
              <a:t>个</a:t>
            </a:r>
            <a:r>
              <a:rPr lang="en-US" dirty="0"/>
              <a:t>PDB、2,502</a:t>
            </a:r>
            <a:r>
              <a:rPr lang="zh-CN" altLang="en-US" dirty="0"/>
              <a:t>个实例；</a:t>
            </a:r>
            <a:r>
              <a:rPr lang="en-US" dirty="0"/>
              <a:t>d–f，</a:t>
            </a:r>
            <a:r>
              <a:rPr lang="zh-CN" altLang="en-US" dirty="0"/>
              <a:t>全部小分子，</a:t>
            </a:r>
            <a:r>
              <a:rPr lang="en-US" altLang="zh-CN" dirty="0"/>
              <a:t>94</a:t>
            </a:r>
            <a:r>
              <a:rPr lang="zh-CN" altLang="en-US" dirty="0"/>
              <a:t>个</a:t>
            </a:r>
            <a:r>
              <a:rPr lang="en-US" dirty="0"/>
              <a:t>PDB、821</a:t>
            </a:r>
            <a:r>
              <a:rPr lang="zh-CN" altLang="en-US" dirty="0"/>
              <a:t>个实例。左、中列分别为</a:t>
            </a:r>
            <a:r>
              <a:rPr lang="en-US" dirty="0"/>
              <a:t>LigandSeek-Find</a:t>
            </a:r>
            <a:r>
              <a:rPr lang="zh-CN" altLang="en-US" dirty="0"/>
              <a:t>使用沉积受体</a:t>
            </a:r>
            <a:r>
              <a:rPr lang="en-US" altLang="zh-CN" dirty="0"/>
              <a:t>(</a:t>
            </a:r>
            <a:r>
              <a:rPr lang="en-US" dirty="0"/>
              <a:t>GT)</a:t>
            </a:r>
            <a:r>
              <a:rPr lang="zh-CN" altLang="en-US" dirty="0"/>
              <a:t>和</a:t>
            </a:r>
            <a:r>
              <a:rPr lang="en-US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</a:t>
            </a:r>
            <a:r>
              <a:rPr lang="en-US" dirty="0"/>
              <a:t>CA2)，</a:t>
            </a:r>
            <a:r>
              <a:rPr lang="zh-CN" altLang="en-US" dirty="0"/>
              <a:t>右列为</a:t>
            </a:r>
            <a:r>
              <a:rPr lang="en-US" dirty="0"/>
              <a:t>Emap2lig-Find。</a:t>
            </a:r>
            <a:r>
              <a:rPr lang="zh-CN" altLang="en-US" dirty="0"/>
              <a:t>候选与真实实例的双向覆盖均不低于</a:t>
            </a:r>
            <a:r>
              <a:rPr lang="en-US" altLang="zh-CN" dirty="0"/>
              <a:t>$0.3$</a:t>
            </a:r>
            <a:r>
              <a:rPr lang="zh-CN" altLang="en-US" dirty="0"/>
              <a:t>，并取几何平均最大的对应。横轴为依序考察的候选数相对于该</a:t>
            </a:r>
            <a:r>
              <a:rPr lang="en-US" dirty="0"/>
              <a:t>PDB</a:t>
            </a:r>
            <a:r>
              <a:rPr lang="zh-CN" altLang="en-US" dirty="0"/>
              <a:t>真实实例数的比例；</a:t>
            </a:r>
            <a:r>
              <a:rPr lang="en-US" altLang="zh-CN" dirty="0"/>
              <a:t>$100\%$</a:t>
            </a:r>
            <a:r>
              <a:rPr lang="zh-CN" altLang="en-US" dirty="0"/>
              <a:t>表示两者数量相同。全配体考察全部候选；小分子仅排除对应范围外真实配体的候选，保留背景候选。纵轴为检出的不同实例比例。绿线与圆点、蓝线与菱形分别表示</a:t>
            </a:r>
            <a:r>
              <a:rPr lang="en-US" dirty="0"/>
              <a:t>PDB</a:t>
            </a:r>
            <a:r>
              <a:rPr lang="zh-CN" altLang="en-US" dirty="0"/>
              <a:t>等权均值和中位数；灰点和小提琴表示</a:t>
            </a:r>
            <a:r>
              <a:rPr lang="en-US" altLang="zh-CN" dirty="0"/>
              <a:t>$50\%$</a:t>
            </a:r>
            <a:r>
              <a:rPr lang="zh-CN" altLang="en-US" dirty="0"/>
              <a:t>、</a:t>
            </a:r>
            <a:r>
              <a:rPr lang="en-US" altLang="zh-CN" dirty="0"/>
              <a:t>$100\%$</a:t>
            </a:r>
            <a:r>
              <a:rPr lang="zh-CN" altLang="en-US" dirty="0"/>
              <a:t>、</a:t>
            </a:r>
            <a:r>
              <a:rPr lang="en-US" altLang="zh-CN" dirty="0"/>
              <a:t>$200\%$</a:t>
            </a:r>
            <a:r>
              <a:rPr lang="zh-CN" altLang="en-US" dirty="0"/>
              <a:t>及</a:t>
            </a:r>
            <a:r>
              <a:rPr lang="en-US" altLang="zh-CN" dirty="0"/>
              <a:t>$300\%$</a:t>
            </a:r>
            <a:r>
              <a:rPr lang="zh-CN" altLang="en-US" dirty="0"/>
              <a:t>候选数量下的</a:t>
            </a:r>
            <a:r>
              <a:rPr lang="en-US" dirty="0"/>
              <a:t>PDB</a:t>
            </a:r>
            <a:r>
              <a:rPr lang="zh-CN" altLang="en-US" dirty="0"/>
              <a:t>分布。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Ligand-instance detection by LigandSeek-Find and Emap2lig-Find.</a:t>
            </a:r>
            <a:r>
              <a:rPr lang="zh-CN" altLang="zh-CN" dirty="0"/>
              <a:t> </a:t>
            </a:r>
            <a:r>
              <a:rPr lang="zh-CN" altLang="zh-CN" b="1" dirty="0"/>
              <a:t>a–c</a:t>
            </a:r>
            <a:r>
              <a:rPr lang="zh-CN" altLang="zh-CN" dirty="0"/>
              <a:t>, All ligands (179 PDBs, 2,502 instances). </a:t>
            </a:r>
            <a:r>
              <a:rPr lang="zh-CN" altLang="zh-CN" b="1" dirty="0"/>
              <a:t>d–f</a:t>
            </a:r>
            <a:r>
              <a:rPr lang="zh-CN" altLang="zh-CN" dirty="0"/>
              <a:t>, Small molecules only (94 PDBs, 821 instances). Left and middle, LigandSeek-Find with deposited receptors (GT) and CryoAtom2-reconstructed receptors (CA2), respectively. Right, Emap2lig-Find. The x-axis shows the number of candidates examined relative to the reference instance count per PDB; 100% denotes equal counts. The y-axis shows the percentage of distinct instances detected. Green lines and circles show the PDB-equal mean, and blue lines and diamonds show the median. Grey points and violins show PDB distributions at relative candidate counts of 50%, 100%, 200% and 300%.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2816708"/>
      </p:ext>
    </p:extLst>
  </p:cSld>
  <p:clrMapOvr>
    <a:masterClrMapping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配体区域检出的整体表现。LigandSeek-Find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a, b，全配体和小分子的语义Dice，以及双向覆盖阈值0.3下的实例级PRAUC。柱高与横线为PDB等权均值，淡色点为逐PDB结果；误差条为10,000次PDB bootstrap的95%区间。</a:t>
            </a:r>
          </a:p>
          <a:p xmlns:a="http://schemas.openxmlformats.org/drawingml/2006/main">
            <a:r>
              <a:t>c, d，同一PDB上CA2条件的LigandSeek-Find与Emap2lig-Find的实例级PRAUC比较；虚线表示分数相等，点颜色表示实验密度图分辨率。较高、相等、较低的PDB数分别为112/40/27和40/36/18。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Overall performance of ligand-region detection.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a, b, Semantic Dice, and instance-level PRAUC at a bidirectional coverage threshold of 0.3, for all ligands and small molecules, respectively. Bars and horizontal marks show PDB-equal means; faint points show individual PDB entries. Error bars show 95% intervals from 10,000 PDB bootstrap resamples.</a:t>
            </a:r>
          </a:p>
          <a:p xmlns:a="http://schemas.openxmlformats.org/drawingml/2006/main">
            <a:r>
              <a:t>c, d, Paired instance-level PRAUC comparisons between LigandSeek-Find (CA2) and Emap2lig-Find. Each point represents one PDB entry; colours indicate map resolution, and dashed lines indicate equal scores. Higher/equal/lower counts are 112/40/27 for all ligands and 40/36/18 for small molecules.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候选区域质量与有限候选数量下的配体检出。LigandSeek-Find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a, b，双向覆盖阈值0.3下，全配体和小分子的实例级精确率与召回率。小提琴表示分布，淡色点为逐PDB结果，白色圆点与粗线为中位数和四分位范围。</a:t>
            </a:r>
          </a:p>
          <a:p xmlns:a="http://schemas.openxmlformats.org/drawingml/2006/main">
            <a:r>
              <a:t>c, d，全配体和小分子在100%及300%相对候选数量下的平均检出完成度。100%表示考察的候选数上限等于该PDB的真实实例数，300%为其三倍。候选与真实实例的双向覆盖均至少为0.3；候选归属覆盖率几何均值最大的真实实例，每个实例只累计首次检出。小分子视图忽略归属于非小分子的候选，保留背景与重复命中。柱高为PDB等权均值；误差条为10,000次PDB bootstrap的95%区间。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Candidate-region quality and ligand detection at limited candidate counts.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a, b,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  <a:p xmlns:a="http://schemas.openxmlformats.org/drawingml/2006/main">
            <a:r>
              <a:t>c, d, Mean detection completion for all ligands and small molecules at relative candidate counts of 100% and 300%. These limits equal one and three times the ground-truth instance count per PDB, respectively. Candidates are assigned by maximal geometric-mean coverage among pairs satisfying bidirectional coverage of at least 0.3. Each instance contributes only its first detection. The small-molecule evaluation omits candidates assigned to other ligand classes but retains background candidates and repeated hits. Bars show PDB-equal means;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更严格覆盖阈值下的配体区域检出。LigandSeek-Find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a, b，全配体和小分子在双向覆盖阈值0.5下的实例级PRAUC。柱高与横线表示PDB等权均值，淡色点表示各PDB结果；误差条为10,000次PDB bootstrap的95%区间。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Ligand-region detection at a stricter coverage threshold.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a, b, Instance-level PRAUC for all ligands and small molecules, respectively, at a bidirectional coverage threshold of 0.5. Bars and horizontal marks show PDB-equal means; faint points show individual PDB entries.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候选排序中的完整配体检出曲线。LigandSeek-Find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–c为全配体，d–f为小分子；左、中、右列分别为GT、CA2和Emap2lig。候选与真实实例的双向覆盖均至少为0.3，候选归属覆盖率几何均值最大的真实实例；每个实例只累计首次检出。横轴为候选数量相对于各PDB真实实例数的百分比，纵轴为检出的不同实例比例。小分子视图忽略归属于其他类别的候选，保留背景与重复命中。绿色圆点和实线表示PDB等权均值，蓝色菱形和实线表示中位数；灰点和小提琴表示50%、100%、200%、300%候选数量下的逐PDB分布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Complete ligand-detection curves across ranked candidates.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a–c, All ligands. d–f, Small molecules. Columns show GT, CA2 and Emap2lig, respectively. Candidates are assigned by maximal geometric-mean coverage among pairs satisfying bidirectional coverage of at least 0.3. Each instance contributes only its first detection. The x-axis shows candidate counts relative to each PDB's ground-truth instance count; the y-axis shows the percentage of distinct instances detected. The small-molecule evaluation omits candidates assigned to other classes but retains background candidates and repeated hits. Green circles and lines show PDB-equal means; blue diamonds and lines show medians. Grey points and violins show PDB distributions at relative candidate counts of 50%, 100%, 200% and 300%.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c672a6c37aa74652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fc5e2491e9df487b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536c751a575044bf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234ca302b7e7400b"/></Relationships>
</file>

<file path=ppt/slideLayouts/_rels/slideLayout7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08ace70c7f564762"/></Relationships>
</file>

<file path=ppt/slideLayouts/_rels/slideLayout8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8ab4bd84ef1e4187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275171"/>
      </p:ext>
    </p:extLst>
  </p:cSld>
  <p:clrMapOvr>
    <a:masterClrMapping/>
  </p:clrMapOvr>
</p:sldLayout>
</file>

<file path=ppt/slideLayouts/slideLayout3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F0D971B-274E-4D05-913B-D58C0FA6BD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52500" y="3324860"/>
            <a:ext cx="7620000" cy="1271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5CE4691-4D14-46B8-AE61-F38D8A9577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428750" y="4840605"/>
            <a:ext cx="6667500" cy="97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5148E14-12E8-4D4E-8F62-15B22A42D1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52500" y="3667125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CAA4469-9B2A-4BD4-8E7E-6670D09A3D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5781" y="684530"/>
            <a:ext cx="8453438" cy="1075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DFAAD70-08C5-4503-9823-D147AE009C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35781" y="2444750"/>
            <a:ext cx="8453438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83D3F5B-09A3-499A-B2D2-4A81C7299E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5781" y="684530"/>
            <a:ext cx="8453438" cy="1075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BD186A2-3318-4BE4-A34A-E214C6EC40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35781" y="2444750"/>
            <a:ext cx="3929063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EDC1866-5D56-4149-B33F-28CBBC7F506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060156" y="2444750"/>
            <a:ext cx="3929063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63B082-3AF0-4F9B-9E5B-7606A3839D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5781" y="684530"/>
            <a:ext cx="8453438" cy="1075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145DF85-A078-4CF5-9678-30E69FA81C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35781" y="2444750"/>
            <a:ext cx="3929063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Type="http://schemas.openxmlformats.org/officeDocument/2006/relationships/theme" Target="theme/theme2.xml" Id="Re0eaf237377d4947"/><Relationship Type="http://schemas.openxmlformats.org/officeDocument/2006/relationships/slideLayout" Target="../slideLayouts/slideLayout3.xml" Id="Rc4b55c60bca64654"/><Relationship Type="http://schemas.openxmlformats.org/officeDocument/2006/relationships/slideLayout" Target="../slideLayouts/slideLayout4.xml" Id="Rfa534105519d4ebc"/><Relationship Type="http://schemas.openxmlformats.org/officeDocument/2006/relationships/slideLayout" Target="../slideLayouts/slideLayout5.xml" Id="R6a6f6344b48148e7"/><Relationship Type="http://schemas.openxmlformats.org/officeDocument/2006/relationships/slideLayout" Target="../slideLayouts/slideLayout6.xml" Id="R46a73384da204481"/><Relationship Type="http://schemas.openxmlformats.org/officeDocument/2006/relationships/slideLayout" Target="../slideLayouts/slideLayout7.xml" Id="Rf285a53990404d8e"/><Relationship Type="http://schemas.openxmlformats.org/officeDocument/2006/relationships/slideLayout" Target="../slideLayouts/slideLayout8.xml" Id="R251dc40303754062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90001" r:id="Rc4b55c60bca64654"/>
    <p:sldLayoutId xmlns:r="http://schemas.openxmlformats.org/officeDocument/2006/relationships" id="2147490002" r:id="Rfa534105519d4ebc"/>
    <p:sldLayoutId xmlns:r="http://schemas.openxmlformats.org/officeDocument/2006/relationships" id="2147490003" r:id="R6a6f6344b48148e7"/>
    <p:sldLayoutId xmlns:r="http://schemas.openxmlformats.org/officeDocument/2006/relationships" id="2147490004" r:id="R46a73384da204481"/>
    <p:sldLayoutId xmlns:r="http://schemas.openxmlformats.org/officeDocument/2006/relationships" id="2147490005" r:id="Rf285a53990404d8e"/>
    <p:sldLayoutId xmlns:r="http://schemas.openxmlformats.org/officeDocument/2006/relationships" id="2147490006" r:id="R251dc403037540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FD483BD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a60aef2823104ff6"/><Relationship Type="http://schemas.openxmlformats.org/officeDocument/2006/relationships/notesSlide" Target="../notesSlides/notesSlide21.xml" Id="Rf8d7af637aef4542"/><Relationship Type="http://schemas.microsoft.com/office/2018/10/relationships/comments" Target="../comments/modernComment.xml" Id="R818da8d890884bd4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cec9cc049a4e46fa"/><Relationship Type="http://schemas.openxmlformats.org/officeDocument/2006/relationships/notesSlide" Target="../notesSlides/notesSlide22.xml" Id="R9b407499bac3485f"/><Relationship Type="http://schemas.microsoft.com/office/2018/10/relationships/comments" Target="../comments/modernComment2.xml" Id="Rf42cbc63ffb94b8c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fb0feae10b1f4805"/><Relationship Type="http://schemas.openxmlformats.org/officeDocument/2006/relationships/notesSlide" Target="../notesSlides/notesSlide23.xml" Id="R6e8a01c6b4334072"/><Relationship Type="http://schemas.microsoft.com/office/2018/10/relationships/comments" Target="../comments/modernComment3.xml" Id="R1c3b3cf829d346c9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0fe4a9db4fb241db"/><Relationship Type="http://schemas.openxmlformats.org/officeDocument/2006/relationships/notesSlide" Target="../notesSlides/notesSlide24.xml" Id="R11962fb652eb4fb8"/><Relationship Type="http://schemas.microsoft.com/office/2018/10/relationships/comments" Target="../comments/modernComment4.xml" Id="R2e2ac7da1602438d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33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performance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</a:t>
            </a:r>
            <a:r>
              <a:rPr lang="en-US" altLang="zh-CN"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performance</a:t>
            </a:r>
            <a:endParaRPr sz="1033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01_find_only_0">
            <a:extLst>
              <a:ext uri="{FF2B5EF4-FFF2-40B4-BE49-F238E27FC236}">
                <a16:creationId xmlns:a16="http://schemas.microsoft.com/office/drawing/2014/main" id="{0C29EC50-882D-4AD9-A72B-077BB64B1234}"/>
              </a:ext>
            </a:extLst>
          </p:cNvPr>
          <p:cNvSpPr>
            <a:spLocks noGrp="1"/>
          </p:cNvSpPr>
          <p:nvPr/>
        </p:nvSpPr>
        <p:spPr>
          <a:xfrm>
            <a:off x="1462290" y="1741731"/>
            <a:ext cx="6600243" cy="531686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ind_only_1">
            <a:extLst>
              <a:ext uri="{FF2B5EF4-FFF2-40B4-BE49-F238E27FC236}">
                <a16:creationId xmlns:a16="http://schemas.microsoft.com/office/drawing/2014/main" id="{FF72BC82-FEEB-4683-B9CC-A67E09C9CF2D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ind_only_2">
            <a:extLst>
              <a:ext uri="{FF2B5EF4-FFF2-40B4-BE49-F238E27FC236}">
                <a16:creationId xmlns:a16="http://schemas.microsoft.com/office/drawing/2014/main" id="{64FCD328-CB22-43B6-A764-6E8E6E896FD9}"/>
              </a:ext>
            </a:extLst>
          </p:cNvPr>
          <p:cNvSpPr>
            <a:spLocks noGrp="1"/>
          </p:cNvSpPr>
          <p:nvPr/>
        </p:nvSpPr>
        <p:spPr>
          <a:xfrm>
            <a:off x="2227022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07" y="1257449"/>
                </a:lnTo>
                <a:lnTo>
                  <a:pt x="2780" y="1246883"/>
                </a:lnTo>
                <a:lnTo>
                  <a:pt x="6073" y="1236316"/>
                </a:lnTo>
                <a:lnTo>
                  <a:pt x="10367" y="1225749"/>
                </a:lnTo>
                <a:lnTo>
                  <a:pt x="15384" y="1215182"/>
                </a:lnTo>
                <a:lnTo>
                  <a:pt x="20823" y="1204615"/>
                </a:lnTo>
                <a:lnTo>
                  <a:pt x="26385" y="1194049"/>
                </a:lnTo>
                <a:lnTo>
                  <a:pt x="31798" y="1183482"/>
                </a:lnTo>
                <a:lnTo>
                  <a:pt x="36840" y="1172915"/>
                </a:lnTo>
                <a:lnTo>
                  <a:pt x="41344" y="1162348"/>
                </a:lnTo>
                <a:lnTo>
                  <a:pt x="45210" y="1151781"/>
                </a:lnTo>
                <a:lnTo>
                  <a:pt x="48393" y="1141215"/>
                </a:lnTo>
                <a:lnTo>
                  <a:pt x="50904" y="1130648"/>
                </a:lnTo>
                <a:lnTo>
                  <a:pt x="52786" y="1120081"/>
                </a:lnTo>
                <a:lnTo>
                  <a:pt x="54114" y="1109514"/>
                </a:lnTo>
                <a:lnTo>
                  <a:pt x="54970" y="1098947"/>
                </a:lnTo>
                <a:lnTo>
                  <a:pt x="55441" y="1088381"/>
                </a:lnTo>
                <a:lnTo>
                  <a:pt x="55608" y="1077814"/>
                </a:lnTo>
                <a:lnTo>
                  <a:pt x="55541" y="1067247"/>
                </a:lnTo>
                <a:lnTo>
                  <a:pt x="55295" y="1056680"/>
                </a:lnTo>
                <a:lnTo>
                  <a:pt x="54914" y="1046113"/>
                </a:lnTo>
                <a:lnTo>
                  <a:pt x="54429" y="1035547"/>
                </a:lnTo>
                <a:lnTo>
                  <a:pt x="53858" y="1024980"/>
                </a:lnTo>
                <a:lnTo>
                  <a:pt x="53213" y="1014413"/>
                </a:lnTo>
                <a:lnTo>
                  <a:pt x="52502" y="1003846"/>
                </a:lnTo>
                <a:lnTo>
                  <a:pt x="51725" y="993279"/>
                </a:lnTo>
                <a:lnTo>
                  <a:pt x="50884" y="982713"/>
                </a:lnTo>
                <a:lnTo>
                  <a:pt x="49978" y="972146"/>
                </a:lnTo>
                <a:lnTo>
                  <a:pt x="49007" y="961579"/>
                </a:lnTo>
                <a:lnTo>
                  <a:pt x="47975" y="951012"/>
                </a:lnTo>
                <a:lnTo>
                  <a:pt x="46889" y="940445"/>
                </a:lnTo>
                <a:lnTo>
                  <a:pt x="45759" y="929879"/>
                </a:lnTo>
                <a:lnTo>
                  <a:pt x="44603" y="919312"/>
                </a:lnTo>
                <a:lnTo>
                  <a:pt x="43443" y="908745"/>
                </a:lnTo>
                <a:lnTo>
                  <a:pt x="42306" y="898178"/>
                </a:lnTo>
                <a:lnTo>
                  <a:pt x="41222" y="887611"/>
                </a:lnTo>
                <a:lnTo>
                  <a:pt x="40217" y="877045"/>
                </a:lnTo>
                <a:lnTo>
                  <a:pt x="39316" y="866478"/>
                </a:lnTo>
                <a:lnTo>
                  <a:pt x="38530" y="855911"/>
                </a:lnTo>
                <a:lnTo>
                  <a:pt x="37860" y="845344"/>
                </a:lnTo>
                <a:lnTo>
                  <a:pt x="37287" y="834777"/>
                </a:lnTo>
                <a:lnTo>
                  <a:pt x="36777" y="824211"/>
                </a:lnTo>
                <a:lnTo>
                  <a:pt x="36277" y="813644"/>
                </a:lnTo>
                <a:lnTo>
                  <a:pt x="35718" y="803077"/>
                </a:lnTo>
                <a:lnTo>
                  <a:pt x="35024" y="792510"/>
                </a:lnTo>
                <a:lnTo>
                  <a:pt x="34113" y="781943"/>
                </a:lnTo>
                <a:lnTo>
                  <a:pt x="32908" y="771377"/>
                </a:lnTo>
                <a:lnTo>
                  <a:pt x="31348" y="760810"/>
                </a:lnTo>
                <a:lnTo>
                  <a:pt x="29393" y="750243"/>
                </a:lnTo>
                <a:lnTo>
                  <a:pt x="27037" y="739676"/>
                </a:lnTo>
                <a:lnTo>
                  <a:pt x="24313" y="729109"/>
                </a:lnTo>
                <a:lnTo>
                  <a:pt x="21296" y="718543"/>
                </a:lnTo>
                <a:lnTo>
                  <a:pt x="18111" y="707976"/>
                </a:lnTo>
                <a:lnTo>
                  <a:pt x="14918" y="697409"/>
                </a:lnTo>
                <a:lnTo>
                  <a:pt x="11914" y="686842"/>
                </a:lnTo>
                <a:lnTo>
                  <a:pt x="9308" y="676275"/>
                </a:lnTo>
                <a:lnTo>
                  <a:pt x="7311" y="665709"/>
                </a:lnTo>
                <a:lnTo>
                  <a:pt x="6111" y="655142"/>
                </a:lnTo>
                <a:lnTo>
                  <a:pt x="5854" y="644575"/>
                </a:lnTo>
                <a:lnTo>
                  <a:pt x="6629" y="634008"/>
                </a:lnTo>
                <a:lnTo>
                  <a:pt x="8454" y="623441"/>
                </a:lnTo>
                <a:lnTo>
                  <a:pt x="11275" y="612874"/>
                </a:lnTo>
                <a:lnTo>
                  <a:pt x="14969" y="602308"/>
                </a:lnTo>
                <a:lnTo>
                  <a:pt x="19361" y="591741"/>
                </a:lnTo>
                <a:lnTo>
                  <a:pt x="24233" y="581174"/>
                </a:lnTo>
                <a:lnTo>
                  <a:pt x="29357" y="570607"/>
                </a:lnTo>
                <a:lnTo>
                  <a:pt x="34504" y="560040"/>
                </a:lnTo>
                <a:lnTo>
                  <a:pt x="39473" y="549474"/>
                </a:lnTo>
                <a:lnTo>
                  <a:pt x="44099" y="538907"/>
                </a:lnTo>
                <a:lnTo>
                  <a:pt x="48263" y="528340"/>
                </a:lnTo>
                <a:lnTo>
                  <a:pt x="51894" y="517773"/>
                </a:lnTo>
                <a:lnTo>
                  <a:pt x="54965" y="507206"/>
                </a:lnTo>
                <a:lnTo>
                  <a:pt x="57487" y="496640"/>
                </a:lnTo>
                <a:lnTo>
                  <a:pt x="59501" y="486073"/>
                </a:lnTo>
                <a:lnTo>
                  <a:pt x="61066" y="475506"/>
                </a:lnTo>
                <a:lnTo>
                  <a:pt x="62248" y="464939"/>
                </a:lnTo>
                <a:lnTo>
                  <a:pt x="63118" y="454372"/>
                </a:lnTo>
                <a:lnTo>
                  <a:pt x="63743" y="443806"/>
                </a:lnTo>
                <a:lnTo>
                  <a:pt x="64179" y="433239"/>
                </a:lnTo>
                <a:lnTo>
                  <a:pt x="64475" y="422672"/>
                </a:lnTo>
                <a:lnTo>
                  <a:pt x="64673" y="412105"/>
                </a:lnTo>
                <a:lnTo>
                  <a:pt x="64800" y="401538"/>
                </a:lnTo>
                <a:lnTo>
                  <a:pt x="64881" y="390972"/>
                </a:lnTo>
                <a:lnTo>
                  <a:pt x="64931" y="380405"/>
                </a:lnTo>
                <a:lnTo>
                  <a:pt x="64960" y="369838"/>
                </a:lnTo>
                <a:lnTo>
                  <a:pt x="64978" y="359271"/>
                </a:lnTo>
                <a:lnTo>
                  <a:pt x="64988" y="348704"/>
                </a:lnTo>
                <a:lnTo>
                  <a:pt x="64994" y="338138"/>
                </a:lnTo>
                <a:lnTo>
                  <a:pt x="64997" y="327571"/>
                </a:lnTo>
                <a:lnTo>
                  <a:pt x="64998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2" y="317004"/>
                </a:lnTo>
                <a:lnTo>
                  <a:pt x="65003" y="327571"/>
                </a:lnTo>
                <a:lnTo>
                  <a:pt x="65006" y="338138"/>
                </a:lnTo>
                <a:lnTo>
                  <a:pt x="65012" y="348704"/>
                </a:lnTo>
                <a:lnTo>
                  <a:pt x="65022" y="359271"/>
                </a:lnTo>
                <a:lnTo>
                  <a:pt x="65040" y="369838"/>
                </a:lnTo>
                <a:lnTo>
                  <a:pt x="65069" y="380405"/>
                </a:lnTo>
                <a:lnTo>
                  <a:pt x="65119" y="390972"/>
                </a:lnTo>
                <a:lnTo>
                  <a:pt x="65200" y="401538"/>
                </a:lnTo>
                <a:lnTo>
                  <a:pt x="65327" y="412105"/>
                </a:lnTo>
                <a:lnTo>
                  <a:pt x="65525" y="422672"/>
                </a:lnTo>
                <a:lnTo>
                  <a:pt x="65821" y="433239"/>
                </a:lnTo>
                <a:lnTo>
                  <a:pt x="66257" y="443806"/>
                </a:lnTo>
                <a:lnTo>
                  <a:pt x="66882" y="454372"/>
                </a:lnTo>
                <a:lnTo>
                  <a:pt x="67752" y="464939"/>
                </a:lnTo>
                <a:lnTo>
                  <a:pt x="68934" y="475506"/>
                </a:lnTo>
                <a:lnTo>
                  <a:pt x="70499" y="486073"/>
                </a:lnTo>
                <a:lnTo>
                  <a:pt x="72513" y="496640"/>
                </a:lnTo>
                <a:lnTo>
                  <a:pt x="75035" y="507206"/>
                </a:lnTo>
                <a:lnTo>
                  <a:pt x="78106" y="517773"/>
                </a:lnTo>
                <a:lnTo>
                  <a:pt x="81737" y="528340"/>
                </a:lnTo>
                <a:lnTo>
                  <a:pt x="85901" y="538907"/>
                </a:lnTo>
                <a:lnTo>
                  <a:pt x="90527" y="549474"/>
                </a:lnTo>
                <a:lnTo>
                  <a:pt x="95496" y="560040"/>
                </a:lnTo>
                <a:lnTo>
                  <a:pt x="100643" y="570607"/>
                </a:lnTo>
                <a:lnTo>
                  <a:pt x="105767" y="581174"/>
                </a:lnTo>
                <a:lnTo>
                  <a:pt x="110639" y="591741"/>
                </a:lnTo>
                <a:lnTo>
                  <a:pt x="115031" y="602308"/>
                </a:lnTo>
                <a:lnTo>
                  <a:pt x="118725" y="612874"/>
                </a:lnTo>
                <a:lnTo>
                  <a:pt x="121546" y="623441"/>
                </a:lnTo>
                <a:lnTo>
                  <a:pt x="123371" y="634008"/>
                </a:lnTo>
                <a:lnTo>
                  <a:pt x="124146" y="644575"/>
                </a:lnTo>
                <a:lnTo>
                  <a:pt x="123889" y="655142"/>
                </a:lnTo>
                <a:lnTo>
                  <a:pt x="122689" y="665709"/>
                </a:lnTo>
                <a:lnTo>
                  <a:pt x="120692" y="676275"/>
                </a:lnTo>
                <a:lnTo>
                  <a:pt x="118086" y="686842"/>
                </a:lnTo>
                <a:lnTo>
                  <a:pt x="115082" y="697409"/>
                </a:lnTo>
                <a:lnTo>
                  <a:pt x="111889" y="707976"/>
                </a:lnTo>
                <a:lnTo>
                  <a:pt x="108704" y="718543"/>
                </a:lnTo>
                <a:lnTo>
                  <a:pt x="105687" y="729109"/>
                </a:lnTo>
                <a:lnTo>
                  <a:pt x="102963" y="739676"/>
                </a:lnTo>
                <a:lnTo>
                  <a:pt x="100607" y="750243"/>
                </a:lnTo>
                <a:lnTo>
                  <a:pt x="98652" y="760810"/>
                </a:lnTo>
                <a:lnTo>
                  <a:pt x="97092" y="771377"/>
                </a:lnTo>
                <a:lnTo>
                  <a:pt x="95887" y="781943"/>
                </a:lnTo>
                <a:lnTo>
                  <a:pt x="94976" y="792510"/>
                </a:lnTo>
                <a:lnTo>
                  <a:pt x="94282" y="803077"/>
                </a:lnTo>
                <a:lnTo>
                  <a:pt x="93723" y="813644"/>
                </a:lnTo>
                <a:lnTo>
                  <a:pt x="93223" y="824211"/>
                </a:lnTo>
                <a:lnTo>
                  <a:pt x="92713" y="834777"/>
                </a:lnTo>
                <a:lnTo>
                  <a:pt x="92140" y="845344"/>
                </a:lnTo>
                <a:lnTo>
                  <a:pt x="91470" y="855911"/>
                </a:lnTo>
                <a:lnTo>
                  <a:pt x="90684" y="866478"/>
                </a:lnTo>
                <a:lnTo>
                  <a:pt x="89783" y="877045"/>
                </a:lnTo>
                <a:lnTo>
                  <a:pt x="88778" y="887611"/>
                </a:lnTo>
                <a:lnTo>
                  <a:pt x="87694" y="898178"/>
                </a:lnTo>
                <a:lnTo>
                  <a:pt x="86557" y="908745"/>
                </a:lnTo>
                <a:lnTo>
                  <a:pt x="85397" y="919312"/>
                </a:lnTo>
                <a:lnTo>
                  <a:pt x="84241" y="929879"/>
                </a:lnTo>
                <a:lnTo>
                  <a:pt x="83111" y="940445"/>
                </a:lnTo>
                <a:lnTo>
                  <a:pt x="82025" y="951012"/>
                </a:lnTo>
                <a:lnTo>
                  <a:pt x="80993" y="961579"/>
                </a:lnTo>
                <a:lnTo>
                  <a:pt x="80022" y="972146"/>
                </a:lnTo>
                <a:lnTo>
                  <a:pt x="79116" y="982713"/>
                </a:lnTo>
                <a:lnTo>
                  <a:pt x="78275" y="993279"/>
                </a:lnTo>
                <a:lnTo>
                  <a:pt x="77498" y="1003846"/>
                </a:lnTo>
                <a:lnTo>
                  <a:pt x="76787" y="1014413"/>
                </a:lnTo>
                <a:lnTo>
                  <a:pt x="76142" y="1024980"/>
                </a:lnTo>
                <a:lnTo>
                  <a:pt x="75571" y="1035547"/>
                </a:lnTo>
                <a:lnTo>
                  <a:pt x="75086" y="1046113"/>
                </a:lnTo>
                <a:lnTo>
                  <a:pt x="74705" y="1056680"/>
                </a:lnTo>
                <a:lnTo>
                  <a:pt x="74459" y="1067247"/>
                </a:lnTo>
                <a:lnTo>
                  <a:pt x="74392" y="1077814"/>
                </a:lnTo>
                <a:lnTo>
                  <a:pt x="74559" y="1088381"/>
                </a:lnTo>
                <a:lnTo>
                  <a:pt x="75030" y="1098947"/>
                </a:lnTo>
                <a:lnTo>
                  <a:pt x="75886" y="1109514"/>
                </a:lnTo>
                <a:lnTo>
                  <a:pt x="77214" y="1120081"/>
                </a:lnTo>
                <a:lnTo>
                  <a:pt x="79096" y="1130648"/>
                </a:lnTo>
                <a:lnTo>
                  <a:pt x="81607" y="1141215"/>
                </a:lnTo>
                <a:lnTo>
                  <a:pt x="84790" y="1151781"/>
                </a:lnTo>
                <a:lnTo>
                  <a:pt x="88656" y="1162348"/>
                </a:lnTo>
                <a:lnTo>
                  <a:pt x="93160" y="1172915"/>
                </a:lnTo>
                <a:lnTo>
                  <a:pt x="98202" y="1183482"/>
                </a:lnTo>
                <a:lnTo>
                  <a:pt x="103615" y="1194049"/>
                </a:lnTo>
                <a:lnTo>
                  <a:pt x="109177" y="1204615"/>
                </a:lnTo>
                <a:lnTo>
                  <a:pt x="114616" y="1215182"/>
                </a:lnTo>
                <a:lnTo>
                  <a:pt x="119634" y="1225749"/>
                </a:lnTo>
                <a:lnTo>
                  <a:pt x="123927" y="1236316"/>
                </a:lnTo>
                <a:lnTo>
                  <a:pt x="127220" y="1246883"/>
                </a:lnTo>
                <a:lnTo>
                  <a:pt x="12929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ind_only_3">
            <a:extLst>
              <a:ext uri="{FF2B5EF4-FFF2-40B4-BE49-F238E27FC236}">
                <a16:creationId xmlns:a16="http://schemas.microsoft.com/office/drawing/2014/main" id="{E9820556-9F49-4819-9440-E56FD88A6FE4}"/>
              </a:ext>
            </a:extLst>
          </p:cNvPr>
          <p:cNvSpPr>
            <a:spLocks noGrp="1"/>
          </p:cNvSpPr>
          <p:nvPr/>
        </p:nvSpPr>
        <p:spPr>
          <a:xfrm>
            <a:off x="248166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0964" y="1268016"/>
                </a:moveTo>
                <a:lnTo>
                  <a:pt x="49036" y="1268016"/>
                </a:lnTo>
                <a:lnTo>
                  <a:pt x="49199" y="1257449"/>
                </a:lnTo>
                <a:lnTo>
                  <a:pt x="49676" y="1246883"/>
                </a:lnTo>
                <a:lnTo>
                  <a:pt x="50434" y="1236316"/>
                </a:lnTo>
                <a:lnTo>
                  <a:pt x="51421" y="1225749"/>
                </a:lnTo>
                <a:lnTo>
                  <a:pt x="52572" y="1215182"/>
                </a:lnTo>
                <a:lnTo>
                  <a:pt x="53818" y="1204615"/>
                </a:lnTo>
                <a:lnTo>
                  <a:pt x="55089" y="1194049"/>
                </a:lnTo>
                <a:lnTo>
                  <a:pt x="56324" y="1183482"/>
                </a:lnTo>
                <a:lnTo>
                  <a:pt x="57472" y="1172915"/>
                </a:lnTo>
                <a:lnTo>
                  <a:pt x="58498" y="1162348"/>
                </a:lnTo>
                <a:lnTo>
                  <a:pt x="59379" y="1151781"/>
                </a:lnTo>
                <a:lnTo>
                  <a:pt x="60109" y="1141215"/>
                </a:lnTo>
                <a:lnTo>
                  <a:pt x="60693" y="1130648"/>
                </a:lnTo>
                <a:lnTo>
                  <a:pt x="61141" y="1120081"/>
                </a:lnTo>
                <a:lnTo>
                  <a:pt x="61473" y="1109514"/>
                </a:lnTo>
                <a:lnTo>
                  <a:pt x="61708" y="1098947"/>
                </a:lnTo>
                <a:lnTo>
                  <a:pt x="61863" y="1088381"/>
                </a:lnTo>
                <a:lnTo>
                  <a:pt x="61955" y="1077814"/>
                </a:lnTo>
                <a:lnTo>
                  <a:pt x="61998" y="1067247"/>
                </a:lnTo>
                <a:lnTo>
                  <a:pt x="61999" y="1056680"/>
                </a:lnTo>
                <a:lnTo>
                  <a:pt x="61965" y="1046113"/>
                </a:lnTo>
                <a:lnTo>
                  <a:pt x="61899" y="1035547"/>
                </a:lnTo>
                <a:lnTo>
                  <a:pt x="61803" y="1024980"/>
                </a:lnTo>
                <a:lnTo>
                  <a:pt x="61679" y="1014413"/>
                </a:lnTo>
                <a:lnTo>
                  <a:pt x="61527" y="1003846"/>
                </a:lnTo>
                <a:lnTo>
                  <a:pt x="61349" y="993279"/>
                </a:lnTo>
                <a:lnTo>
                  <a:pt x="61149" y="982713"/>
                </a:lnTo>
                <a:lnTo>
                  <a:pt x="60929" y="972146"/>
                </a:lnTo>
                <a:lnTo>
                  <a:pt x="60695" y="961579"/>
                </a:lnTo>
                <a:lnTo>
                  <a:pt x="60453" y="951012"/>
                </a:lnTo>
                <a:lnTo>
                  <a:pt x="60207" y="940445"/>
                </a:lnTo>
                <a:lnTo>
                  <a:pt x="59967" y="929879"/>
                </a:lnTo>
                <a:lnTo>
                  <a:pt x="59739" y="919312"/>
                </a:lnTo>
                <a:lnTo>
                  <a:pt x="59531" y="908745"/>
                </a:lnTo>
                <a:lnTo>
                  <a:pt x="59350" y="898178"/>
                </a:lnTo>
                <a:lnTo>
                  <a:pt x="59202" y="887611"/>
                </a:lnTo>
                <a:lnTo>
                  <a:pt x="59093" y="877045"/>
                </a:lnTo>
                <a:lnTo>
                  <a:pt x="59023" y="866478"/>
                </a:lnTo>
                <a:lnTo>
                  <a:pt x="58991" y="855911"/>
                </a:lnTo>
                <a:lnTo>
                  <a:pt x="58991" y="845344"/>
                </a:lnTo>
                <a:lnTo>
                  <a:pt x="59014" y="834777"/>
                </a:lnTo>
                <a:lnTo>
                  <a:pt x="59045" y="824211"/>
                </a:lnTo>
                <a:lnTo>
                  <a:pt x="59065" y="813644"/>
                </a:lnTo>
                <a:lnTo>
                  <a:pt x="59051" y="803077"/>
                </a:lnTo>
                <a:lnTo>
                  <a:pt x="58978" y="792510"/>
                </a:lnTo>
                <a:lnTo>
                  <a:pt x="58820" y="781943"/>
                </a:lnTo>
                <a:lnTo>
                  <a:pt x="58554" y="771377"/>
                </a:lnTo>
                <a:lnTo>
                  <a:pt x="58159" y="760810"/>
                </a:lnTo>
                <a:lnTo>
                  <a:pt x="57620" y="750243"/>
                </a:lnTo>
                <a:lnTo>
                  <a:pt x="56932" y="739676"/>
                </a:lnTo>
                <a:lnTo>
                  <a:pt x="56102" y="729109"/>
                </a:lnTo>
                <a:lnTo>
                  <a:pt x="55148" y="718543"/>
                </a:lnTo>
                <a:lnTo>
                  <a:pt x="54103" y="707976"/>
                </a:lnTo>
                <a:lnTo>
                  <a:pt x="53012" y="697409"/>
                </a:lnTo>
                <a:lnTo>
                  <a:pt x="51929" y="686842"/>
                </a:lnTo>
                <a:lnTo>
                  <a:pt x="50914" y="676275"/>
                </a:lnTo>
                <a:lnTo>
                  <a:pt x="50029" y="665709"/>
                </a:lnTo>
                <a:lnTo>
                  <a:pt x="49327" y="655142"/>
                </a:lnTo>
                <a:lnTo>
                  <a:pt x="48853" y="644575"/>
                </a:lnTo>
                <a:lnTo>
                  <a:pt x="48633" y="634008"/>
                </a:lnTo>
                <a:lnTo>
                  <a:pt x="48673" y="623441"/>
                </a:lnTo>
                <a:lnTo>
                  <a:pt x="48959" y="612874"/>
                </a:lnTo>
                <a:lnTo>
                  <a:pt x="49458" y="602308"/>
                </a:lnTo>
                <a:lnTo>
                  <a:pt x="50118" y="591741"/>
                </a:lnTo>
                <a:lnTo>
                  <a:pt x="50879" y="581174"/>
                </a:lnTo>
                <a:lnTo>
                  <a:pt x="51675" y="570607"/>
                </a:lnTo>
                <a:lnTo>
                  <a:pt x="52443" y="560040"/>
                </a:lnTo>
                <a:lnTo>
                  <a:pt x="53127" y="549474"/>
                </a:lnTo>
                <a:lnTo>
                  <a:pt x="53685" y="538907"/>
                </a:lnTo>
                <a:lnTo>
                  <a:pt x="54088" y="528340"/>
                </a:lnTo>
                <a:lnTo>
                  <a:pt x="54326" y="517773"/>
                </a:lnTo>
                <a:lnTo>
                  <a:pt x="54404" y="507206"/>
                </a:lnTo>
                <a:lnTo>
                  <a:pt x="54339" y="496640"/>
                </a:lnTo>
                <a:lnTo>
                  <a:pt x="54161" y="486073"/>
                </a:lnTo>
                <a:lnTo>
                  <a:pt x="53904" y="475506"/>
                </a:lnTo>
                <a:lnTo>
                  <a:pt x="53609" y="464939"/>
                </a:lnTo>
                <a:lnTo>
                  <a:pt x="53311" y="454372"/>
                </a:lnTo>
                <a:lnTo>
                  <a:pt x="53044" y="443806"/>
                </a:lnTo>
                <a:lnTo>
                  <a:pt x="52834" y="433239"/>
                </a:lnTo>
                <a:lnTo>
                  <a:pt x="52697" y="422672"/>
                </a:lnTo>
                <a:lnTo>
                  <a:pt x="52642" y="412105"/>
                </a:lnTo>
                <a:lnTo>
                  <a:pt x="52669" y="401538"/>
                </a:lnTo>
                <a:lnTo>
                  <a:pt x="52771" y="390972"/>
                </a:lnTo>
                <a:lnTo>
                  <a:pt x="52937" y="380405"/>
                </a:lnTo>
                <a:lnTo>
                  <a:pt x="53153" y="369838"/>
                </a:lnTo>
                <a:lnTo>
                  <a:pt x="53405" y="359271"/>
                </a:lnTo>
                <a:lnTo>
                  <a:pt x="53683" y="348704"/>
                </a:lnTo>
                <a:lnTo>
                  <a:pt x="53978" y="338138"/>
                </a:lnTo>
                <a:lnTo>
                  <a:pt x="54285" y="327571"/>
                </a:lnTo>
                <a:lnTo>
                  <a:pt x="54606" y="317004"/>
                </a:lnTo>
                <a:lnTo>
                  <a:pt x="54941" y="306437"/>
                </a:lnTo>
                <a:lnTo>
                  <a:pt x="55293" y="295870"/>
                </a:lnTo>
                <a:lnTo>
                  <a:pt x="55667" y="285304"/>
                </a:lnTo>
                <a:lnTo>
                  <a:pt x="56061" y="274737"/>
                </a:lnTo>
                <a:lnTo>
                  <a:pt x="56475" y="264170"/>
                </a:lnTo>
                <a:lnTo>
                  <a:pt x="56900" y="253603"/>
                </a:lnTo>
                <a:lnTo>
                  <a:pt x="57325" y="243036"/>
                </a:lnTo>
                <a:lnTo>
                  <a:pt x="57730" y="232470"/>
                </a:lnTo>
                <a:lnTo>
                  <a:pt x="58087" y="221903"/>
                </a:lnTo>
                <a:lnTo>
                  <a:pt x="58362" y="211336"/>
                </a:lnTo>
                <a:lnTo>
                  <a:pt x="58508" y="200769"/>
                </a:lnTo>
                <a:lnTo>
                  <a:pt x="58469" y="190202"/>
                </a:lnTo>
                <a:lnTo>
                  <a:pt x="58179" y="179636"/>
                </a:lnTo>
                <a:lnTo>
                  <a:pt x="57561" y="169069"/>
                </a:lnTo>
                <a:lnTo>
                  <a:pt x="56531" y="158502"/>
                </a:lnTo>
                <a:lnTo>
                  <a:pt x="55004" y="147935"/>
                </a:lnTo>
                <a:lnTo>
                  <a:pt x="52900" y="137368"/>
                </a:lnTo>
                <a:lnTo>
                  <a:pt x="50154" y="126802"/>
                </a:lnTo>
                <a:lnTo>
                  <a:pt x="46727" y="116235"/>
                </a:lnTo>
                <a:lnTo>
                  <a:pt x="42620" y="105668"/>
                </a:lnTo>
                <a:lnTo>
                  <a:pt x="37884" y="95101"/>
                </a:lnTo>
                <a:lnTo>
                  <a:pt x="32626" y="84534"/>
                </a:lnTo>
                <a:lnTo>
                  <a:pt x="27018" y="73968"/>
                </a:lnTo>
                <a:lnTo>
                  <a:pt x="21286" y="63401"/>
                </a:lnTo>
                <a:lnTo>
                  <a:pt x="15703" y="52834"/>
                </a:lnTo>
                <a:lnTo>
                  <a:pt x="10569" y="42267"/>
                </a:lnTo>
                <a:lnTo>
                  <a:pt x="6186" y="31700"/>
                </a:lnTo>
                <a:lnTo>
                  <a:pt x="2830" y="21134"/>
                </a:lnTo>
                <a:lnTo>
                  <a:pt x="72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0" y="10567"/>
                </a:lnTo>
                <a:lnTo>
                  <a:pt x="127170" y="21134"/>
                </a:lnTo>
                <a:lnTo>
                  <a:pt x="123814" y="31700"/>
                </a:lnTo>
                <a:lnTo>
                  <a:pt x="119431" y="42267"/>
                </a:lnTo>
                <a:lnTo>
                  <a:pt x="114297" y="52834"/>
                </a:lnTo>
                <a:lnTo>
                  <a:pt x="108714" y="63401"/>
                </a:lnTo>
                <a:lnTo>
                  <a:pt x="102982" y="73968"/>
                </a:lnTo>
                <a:lnTo>
                  <a:pt x="97374" y="84534"/>
                </a:lnTo>
                <a:lnTo>
                  <a:pt x="92116" y="95101"/>
                </a:lnTo>
                <a:lnTo>
                  <a:pt x="87380" y="105668"/>
                </a:lnTo>
                <a:lnTo>
                  <a:pt x="83273" y="116235"/>
                </a:lnTo>
                <a:lnTo>
                  <a:pt x="79846" y="126802"/>
                </a:lnTo>
                <a:lnTo>
                  <a:pt x="77100" y="137368"/>
                </a:lnTo>
                <a:lnTo>
                  <a:pt x="74996" y="147935"/>
                </a:lnTo>
                <a:lnTo>
                  <a:pt x="73469" y="158502"/>
                </a:lnTo>
                <a:lnTo>
                  <a:pt x="72439" y="169069"/>
                </a:lnTo>
                <a:lnTo>
                  <a:pt x="71821" y="179636"/>
                </a:lnTo>
                <a:lnTo>
                  <a:pt x="71531" y="190202"/>
                </a:lnTo>
                <a:lnTo>
                  <a:pt x="71492" y="200769"/>
                </a:lnTo>
                <a:lnTo>
                  <a:pt x="71638" y="211336"/>
                </a:lnTo>
                <a:lnTo>
                  <a:pt x="71913" y="221903"/>
                </a:lnTo>
                <a:lnTo>
                  <a:pt x="72270" y="232470"/>
                </a:lnTo>
                <a:lnTo>
                  <a:pt x="72675" y="243036"/>
                </a:lnTo>
                <a:lnTo>
                  <a:pt x="73100" y="253603"/>
                </a:lnTo>
                <a:lnTo>
                  <a:pt x="73525" y="264170"/>
                </a:lnTo>
                <a:lnTo>
                  <a:pt x="73939" y="274737"/>
                </a:lnTo>
                <a:lnTo>
                  <a:pt x="74333" y="285304"/>
                </a:lnTo>
                <a:lnTo>
                  <a:pt x="74707" y="295870"/>
                </a:lnTo>
                <a:lnTo>
                  <a:pt x="75059" y="306437"/>
                </a:lnTo>
                <a:lnTo>
                  <a:pt x="75394" y="317004"/>
                </a:lnTo>
                <a:lnTo>
                  <a:pt x="75715" y="327571"/>
                </a:lnTo>
                <a:lnTo>
                  <a:pt x="76022" y="338138"/>
                </a:lnTo>
                <a:lnTo>
                  <a:pt x="76317" y="348704"/>
                </a:lnTo>
                <a:lnTo>
                  <a:pt x="76595" y="359271"/>
                </a:lnTo>
                <a:lnTo>
                  <a:pt x="76847" y="369838"/>
                </a:lnTo>
                <a:lnTo>
                  <a:pt x="77063" y="380405"/>
                </a:lnTo>
                <a:lnTo>
                  <a:pt x="77229" y="390972"/>
                </a:lnTo>
                <a:lnTo>
                  <a:pt x="77331" y="401538"/>
                </a:lnTo>
                <a:lnTo>
                  <a:pt x="77358" y="412105"/>
                </a:lnTo>
                <a:lnTo>
                  <a:pt x="77303" y="422672"/>
                </a:lnTo>
                <a:lnTo>
                  <a:pt x="77166" y="433239"/>
                </a:lnTo>
                <a:lnTo>
                  <a:pt x="76956" y="443806"/>
                </a:lnTo>
                <a:lnTo>
                  <a:pt x="76689" y="454372"/>
                </a:lnTo>
                <a:lnTo>
                  <a:pt x="76391" y="464939"/>
                </a:lnTo>
                <a:lnTo>
                  <a:pt x="76096" y="475506"/>
                </a:lnTo>
                <a:lnTo>
                  <a:pt x="75839" y="486073"/>
                </a:lnTo>
                <a:lnTo>
                  <a:pt x="75661" y="496640"/>
                </a:lnTo>
                <a:lnTo>
                  <a:pt x="75596" y="507206"/>
                </a:lnTo>
                <a:lnTo>
                  <a:pt x="75674" y="517773"/>
                </a:lnTo>
                <a:lnTo>
                  <a:pt x="75912" y="528340"/>
                </a:lnTo>
                <a:lnTo>
                  <a:pt x="76315" y="538907"/>
                </a:lnTo>
                <a:lnTo>
                  <a:pt x="76873" y="549474"/>
                </a:lnTo>
                <a:lnTo>
                  <a:pt x="77557" y="560040"/>
                </a:lnTo>
                <a:lnTo>
                  <a:pt x="78325" y="570607"/>
                </a:lnTo>
                <a:lnTo>
                  <a:pt x="79121" y="581174"/>
                </a:lnTo>
                <a:lnTo>
                  <a:pt x="79882" y="591741"/>
                </a:lnTo>
                <a:lnTo>
                  <a:pt x="80542" y="602308"/>
                </a:lnTo>
                <a:lnTo>
                  <a:pt x="81041" y="612874"/>
                </a:lnTo>
                <a:lnTo>
                  <a:pt x="81327" y="623441"/>
                </a:lnTo>
                <a:lnTo>
                  <a:pt x="81367" y="634008"/>
                </a:lnTo>
                <a:lnTo>
                  <a:pt x="81147" y="644575"/>
                </a:lnTo>
                <a:lnTo>
                  <a:pt x="80673" y="655142"/>
                </a:lnTo>
                <a:lnTo>
                  <a:pt x="79971" y="665709"/>
                </a:lnTo>
                <a:lnTo>
                  <a:pt x="79086" y="676275"/>
                </a:lnTo>
                <a:lnTo>
                  <a:pt x="78071" y="686842"/>
                </a:lnTo>
                <a:lnTo>
                  <a:pt x="76988" y="697409"/>
                </a:lnTo>
                <a:lnTo>
                  <a:pt x="75897" y="707976"/>
                </a:lnTo>
                <a:lnTo>
                  <a:pt x="74852" y="718543"/>
                </a:lnTo>
                <a:lnTo>
                  <a:pt x="73898" y="729109"/>
                </a:lnTo>
                <a:lnTo>
                  <a:pt x="73068" y="739676"/>
                </a:lnTo>
                <a:lnTo>
                  <a:pt x="72380" y="750243"/>
                </a:lnTo>
                <a:lnTo>
                  <a:pt x="71841" y="760810"/>
                </a:lnTo>
                <a:lnTo>
                  <a:pt x="71446" y="771377"/>
                </a:lnTo>
                <a:lnTo>
                  <a:pt x="71180" y="781943"/>
                </a:lnTo>
                <a:lnTo>
                  <a:pt x="71022" y="792510"/>
                </a:lnTo>
                <a:lnTo>
                  <a:pt x="70949" y="803077"/>
                </a:lnTo>
                <a:lnTo>
                  <a:pt x="70935" y="813644"/>
                </a:lnTo>
                <a:lnTo>
                  <a:pt x="70955" y="824211"/>
                </a:lnTo>
                <a:lnTo>
                  <a:pt x="70986" y="834777"/>
                </a:lnTo>
                <a:lnTo>
                  <a:pt x="71009" y="845344"/>
                </a:lnTo>
                <a:lnTo>
                  <a:pt x="71009" y="855911"/>
                </a:lnTo>
                <a:lnTo>
                  <a:pt x="70977" y="866478"/>
                </a:lnTo>
                <a:lnTo>
                  <a:pt x="70907" y="877045"/>
                </a:lnTo>
                <a:lnTo>
                  <a:pt x="70798" y="887611"/>
                </a:lnTo>
                <a:lnTo>
                  <a:pt x="70650" y="898178"/>
                </a:lnTo>
                <a:lnTo>
                  <a:pt x="70469" y="908745"/>
                </a:lnTo>
                <a:lnTo>
                  <a:pt x="70261" y="919312"/>
                </a:lnTo>
                <a:lnTo>
                  <a:pt x="70033" y="929879"/>
                </a:lnTo>
                <a:lnTo>
                  <a:pt x="69793" y="940445"/>
                </a:lnTo>
                <a:lnTo>
                  <a:pt x="69547" y="951012"/>
                </a:lnTo>
                <a:lnTo>
                  <a:pt x="69305" y="961579"/>
                </a:lnTo>
                <a:lnTo>
                  <a:pt x="69071" y="972146"/>
                </a:lnTo>
                <a:lnTo>
                  <a:pt x="68851" y="982713"/>
                </a:lnTo>
                <a:lnTo>
                  <a:pt x="68651" y="993279"/>
                </a:lnTo>
                <a:lnTo>
                  <a:pt x="68473" y="1003846"/>
                </a:lnTo>
                <a:lnTo>
                  <a:pt x="68321" y="1014413"/>
                </a:lnTo>
                <a:lnTo>
                  <a:pt x="68197" y="1024980"/>
                </a:lnTo>
                <a:lnTo>
                  <a:pt x="68101" y="1035547"/>
                </a:lnTo>
                <a:lnTo>
                  <a:pt x="68035" y="1046113"/>
                </a:lnTo>
                <a:lnTo>
                  <a:pt x="68001" y="1056680"/>
                </a:lnTo>
                <a:lnTo>
                  <a:pt x="68002" y="1067247"/>
                </a:lnTo>
                <a:lnTo>
                  <a:pt x="68045" y="1077814"/>
                </a:lnTo>
                <a:lnTo>
                  <a:pt x="68137" y="1088381"/>
                </a:lnTo>
                <a:lnTo>
                  <a:pt x="68292" y="1098947"/>
                </a:lnTo>
                <a:lnTo>
                  <a:pt x="68527" y="1109514"/>
                </a:lnTo>
                <a:lnTo>
                  <a:pt x="68859" y="1120081"/>
                </a:lnTo>
                <a:lnTo>
                  <a:pt x="69307" y="1130648"/>
                </a:lnTo>
                <a:lnTo>
                  <a:pt x="69891" y="1141215"/>
                </a:lnTo>
                <a:lnTo>
                  <a:pt x="70621" y="1151781"/>
                </a:lnTo>
                <a:lnTo>
                  <a:pt x="71502" y="1162348"/>
                </a:lnTo>
                <a:lnTo>
                  <a:pt x="72528" y="1172915"/>
                </a:lnTo>
                <a:lnTo>
                  <a:pt x="73676" y="1183482"/>
                </a:lnTo>
                <a:lnTo>
                  <a:pt x="74911" y="1194049"/>
                </a:lnTo>
                <a:lnTo>
                  <a:pt x="76182" y="1204615"/>
                </a:lnTo>
                <a:lnTo>
                  <a:pt x="77428" y="1215182"/>
                </a:lnTo>
                <a:lnTo>
                  <a:pt x="78579" y="1225749"/>
                </a:lnTo>
                <a:lnTo>
                  <a:pt x="79566" y="1236316"/>
                </a:lnTo>
                <a:lnTo>
                  <a:pt x="80324" y="1246883"/>
                </a:lnTo>
                <a:lnTo>
                  <a:pt x="80801" y="1257449"/>
                </a:lnTo>
                <a:lnTo>
                  <a:pt x="80964" y="1268016"/>
                </a:lnTo>
                <a:lnTo>
                  <a:pt x="80964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ind_only_4">
            <a:extLst>
              <a:ext uri="{FF2B5EF4-FFF2-40B4-BE49-F238E27FC236}">
                <a16:creationId xmlns:a16="http://schemas.microsoft.com/office/drawing/2014/main" id="{524AA670-F532-458B-9CF1-19432040B143}"/>
              </a:ext>
            </a:extLst>
          </p:cNvPr>
          <p:cNvSpPr>
            <a:spLocks noGrp="1"/>
          </p:cNvSpPr>
          <p:nvPr/>
        </p:nvSpPr>
        <p:spPr>
          <a:xfrm>
            <a:off x="2990939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6990" y="1268016"/>
                </a:moveTo>
                <a:lnTo>
                  <a:pt x="53010" y="1268016"/>
                </a:lnTo>
                <a:lnTo>
                  <a:pt x="53133" y="1257449"/>
                </a:lnTo>
                <a:lnTo>
                  <a:pt x="53495" y="1246883"/>
                </a:lnTo>
                <a:lnTo>
                  <a:pt x="54070" y="1236316"/>
                </a:lnTo>
                <a:lnTo>
                  <a:pt x="54820" y="1225749"/>
                </a:lnTo>
                <a:lnTo>
                  <a:pt x="55697" y="1215182"/>
                </a:lnTo>
                <a:lnTo>
                  <a:pt x="56648" y="1204615"/>
                </a:lnTo>
                <a:lnTo>
                  <a:pt x="57622" y="1194049"/>
                </a:lnTo>
                <a:lnTo>
                  <a:pt x="58571" y="1183482"/>
                </a:lnTo>
                <a:lnTo>
                  <a:pt x="59459" y="1172915"/>
                </a:lnTo>
                <a:lnTo>
                  <a:pt x="60256" y="1162348"/>
                </a:lnTo>
                <a:lnTo>
                  <a:pt x="60946" y="1151781"/>
                </a:lnTo>
                <a:lnTo>
                  <a:pt x="61522" y="1141215"/>
                </a:lnTo>
                <a:lnTo>
                  <a:pt x="61985" y="1130648"/>
                </a:lnTo>
                <a:lnTo>
                  <a:pt x="62343" y="1120081"/>
                </a:lnTo>
                <a:lnTo>
                  <a:pt x="62608" y="1109514"/>
                </a:lnTo>
                <a:lnTo>
                  <a:pt x="62793" y="1098947"/>
                </a:lnTo>
                <a:lnTo>
                  <a:pt x="62910" y="1088381"/>
                </a:lnTo>
                <a:lnTo>
                  <a:pt x="62972" y="1077814"/>
                </a:lnTo>
                <a:lnTo>
                  <a:pt x="62987" y="1067247"/>
                </a:lnTo>
                <a:lnTo>
                  <a:pt x="62963" y="1056680"/>
                </a:lnTo>
                <a:lnTo>
                  <a:pt x="62905" y="1046113"/>
                </a:lnTo>
                <a:lnTo>
                  <a:pt x="62819" y="1035547"/>
                </a:lnTo>
                <a:lnTo>
                  <a:pt x="62705" y="1024980"/>
                </a:lnTo>
                <a:lnTo>
                  <a:pt x="62568" y="1014413"/>
                </a:lnTo>
                <a:lnTo>
                  <a:pt x="62409" y="1003846"/>
                </a:lnTo>
                <a:lnTo>
                  <a:pt x="62232" y="993279"/>
                </a:lnTo>
                <a:lnTo>
                  <a:pt x="62039" y="982713"/>
                </a:lnTo>
                <a:lnTo>
                  <a:pt x="61835" y="972146"/>
                </a:lnTo>
                <a:lnTo>
                  <a:pt x="61623" y="961579"/>
                </a:lnTo>
                <a:lnTo>
                  <a:pt x="61409" y="951012"/>
                </a:lnTo>
                <a:lnTo>
                  <a:pt x="61196" y="940445"/>
                </a:lnTo>
                <a:lnTo>
                  <a:pt x="60991" y="929879"/>
                </a:lnTo>
                <a:lnTo>
                  <a:pt x="60799" y="919312"/>
                </a:lnTo>
                <a:lnTo>
                  <a:pt x="60626" y="908745"/>
                </a:lnTo>
                <a:lnTo>
                  <a:pt x="60477" y="898178"/>
                </a:lnTo>
                <a:lnTo>
                  <a:pt x="60358" y="887611"/>
                </a:lnTo>
                <a:lnTo>
                  <a:pt x="60271" y="877045"/>
                </a:lnTo>
                <a:lnTo>
                  <a:pt x="60220" y="866478"/>
                </a:lnTo>
                <a:lnTo>
                  <a:pt x="60204" y="855911"/>
                </a:lnTo>
                <a:lnTo>
                  <a:pt x="60221" y="845344"/>
                </a:lnTo>
                <a:lnTo>
                  <a:pt x="60264" y="834777"/>
                </a:lnTo>
                <a:lnTo>
                  <a:pt x="60326" y="824211"/>
                </a:lnTo>
                <a:lnTo>
                  <a:pt x="60394" y="813644"/>
                </a:lnTo>
                <a:lnTo>
                  <a:pt x="60456" y="803077"/>
                </a:lnTo>
                <a:lnTo>
                  <a:pt x="60496" y="792510"/>
                </a:lnTo>
                <a:lnTo>
                  <a:pt x="60501" y="781943"/>
                </a:lnTo>
                <a:lnTo>
                  <a:pt x="60455" y="771377"/>
                </a:lnTo>
                <a:lnTo>
                  <a:pt x="60346" y="760810"/>
                </a:lnTo>
                <a:lnTo>
                  <a:pt x="60166" y="750243"/>
                </a:lnTo>
                <a:lnTo>
                  <a:pt x="59910" y="739676"/>
                </a:lnTo>
                <a:lnTo>
                  <a:pt x="59579" y="729109"/>
                </a:lnTo>
                <a:lnTo>
                  <a:pt x="59181" y="718543"/>
                </a:lnTo>
                <a:lnTo>
                  <a:pt x="58730" y="707976"/>
                </a:lnTo>
                <a:lnTo>
                  <a:pt x="58246" y="697409"/>
                </a:lnTo>
                <a:lnTo>
                  <a:pt x="57753" y="686842"/>
                </a:lnTo>
                <a:lnTo>
                  <a:pt x="57279" y="676275"/>
                </a:lnTo>
                <a:lnTo>
                  <a:pt x="56851" y="665709"/>
                </a:lnTo>
                <a:lnTo>
                  <a:pt x="56494" y="655142"/>
                </a:lnTo>
                <a:lnTo>
                  <a:pt x="56229" y="644575"/>
                </a:lnTo>
                <a:lnTo>
                  <a:pt x="56068" y="634008"/>
                </a:lnTo>
                <a:lnTo>
                  <a:pt x="56014" y="623441"/>
                </a:lnTo>
                <a:lnTo>
                  <a:pt x="56062" y="612874"/>
                </a:lnTo>
                <a:lnTo>
                  <a:pt x="56195" y="602308"/>
                </a:lnTo>
                <a:lnTo>
                  <a:pt x="56392" y="591741"/>
                </a:lnTo>
                <a:lnTo>
                  <a:pt x="56626" y="581174"/>
                </a:lnTo>
                <a:lnTo>
                  <a:pt x="56867" y="570607"/>
                </a:lnTo>
                <a:lnTo>
                  <a:pt x="57088" y="560040"/>
                </a:lnTo>
                <a:lnTo>
                  <a:pt x="57263" y="549474"/>
                </a:lnTo>
                <a:lnTo>
                  <a:pt x="57374" y="538907"/>
                </a:lnTo>
                <a:lnTo>
                  <a:pt x="57411" y="528340"/>
                </a:lnTo>
                <a:lnTo>
                  <a:pt x="57369" y="517773"/>
                </a:lnTo>
                <a:lnTo>
                  <a:pt x="57255" y="507206"/>
                </a:lnTo>
                <a:lnTo>
                  <a:pt x="57081" y="496640"/>
                </a:lnTo>
                <a:lnTo>
                  <a:pt x="56864" y="486073"/>
                </a:lnTo>
                <a:lnTo>
                  <a:pt x="56628" y="475506"/>
                </a:lnTo>
                <a:lnTo>
                  <a:pt x="56395" y="464939"/>
                </a:lnTo>
                <a:lnTo>
                  <a:pt x="56191" y="454372"/>
                </a:lnTo>
                <a:lnTo>
                  <a:pt x="56034" y="443806"/>
                </a:lnTo>
                <a:lnTo>
                  <a:pt x="55942" y="433239"/>
                </a:lnTo>
                <a:lnTo>
                  <a:pt x="55923" y="422672"/>
                </a:lnTo>
                <a:lnTo>
                  <a:pt x="55981" y="412105"/>
                </a:lnTo>
                <a:lnTo>
                  <a:pt x="56110" y="401538"/>
                </a:lnTo>
                <a:lnTo>
                  <a:pt x="56303" y="390972"/>
                </a:lnTo>
                <a:lnTo>
                  <a:pt x="56544" y="380405"/>
                </a:lnTo>
                <a:lnTo>
                  <a:pt x="56818" y="369838"/>
                </a:lnTo>
                <a:lnTo>
                  <a:pt x="57108" y="359271"/>
                </a:lnTo>
                <a:lnTo>
                  <a:pt x="57399" y="348704"/>
                </a:lnTo>
                <a:lnTo>
                  <a:pt x="57680" y="338138"/>
                </a:lnTo>
                <a:lnTo>
                  <a:pt x="57943" y="327571"/>
                </a:lnTo>
                <a:lnTo>
                  <a:pt x="58185" y="317004"/>
                </a:lnTo>
                <a:lnTo>
                  <a:pt x="58405" y="306437"/>
                </a:lnTo>
                <a:lnTo>
                  <a:pt x="58606" y="295870"/>
                </a:lnTo>
                <a:lnTo>
                  <a:pt x="58792" y="285304"/>
                </a:lnTo>
                <a:lnTo>
                  <a:pt x="58968" y="274737"/>
                </a:lnTo>
                <a:lnTo>
                  <a:pt x="59136" y="264170"/>
                </a:lnTo>
                <a:lnTo>
                  <a:pt x="59295" y="253603"/>
                </a:lnTo>
                <a:lnTo>
                  <a:pt x="59443" y="243036"/>
                </a:lnTo>
                <a:lnTo>
                  <a:pt x="59568" y="232470"/>
                </a:lnTo>
                <a:lnTo>
                  <a:pt x="59654" y="221903"/>
                </a:lnTo>
                <a:lnTo>
                  <a:pt x="59674" y="211336"/>
                </a:lnTo>
                <a:lnTo>
                  <a:pt x="59590" y="200769"/>
                </a:lnTo>
                <a:lnTo>
                  <a:pt x="59352" y="190202"/>
                </a:lnTo>
                <a:lnTo>
                  <a:pt x="58898" y="179636"/>
                </a:lnTo>
                <a:lnTo>
                  <a:pt x="58150" y="169069"/>
                </a:lnTo>
                <a:lnTo>
                  <a:pt x="57025" y="158502"/>
                </a:lnTo>
                <a:lnTo>
                  <a:pt x="55433" y="147935"/>
                </a:lnTo>
                <a:lnTo>
                  <a:pt x="53289" y="137368"/>
                </a:lnTo>
                <a:lnTo>
                  <a:pt x="50519" y="126802"/>
                </a:lnTo>
                <a:lnTo>
                  <a:pt x="47078" y="116235"/>
                </a:lnTo>
                <a:lnTo>
                  <a:pt x="42959" y="105668"/>
                </a:lnTo>
                <a:lnTo>
                  <a:pt x="38207" y="95101"/>
                </a:lnTo>
                <a:lnTo>
                  <a:pt x="32925" y="84534"/>
                </a:lnTo>
                <a:lnTo>
                  <a:pt x="27283" y="73968"/>
                </a:lnTo>
                <a:lnTo>
                  <a:pt x="21508" y="63401"/>
                </a:lnTo>
                <a:lnTo>
                  <a:pt x="15876" y="52834"/>
                </a:lnTo>
                <a:lnTo>
                  <a:pt x="10691" y="42267"/>
                </a:lnTo>
                <a:lnTo>
                  <a:pt x="6260" y="31700"/>
                </a:lnTo>
                <a:lnTo>
                  <a:pt x="2864" y="21134"/>
                </a:lnTo>
                <a:lnTo>
                  <a:pt x="72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1" y="10567"/>
                </a:lnTo>
                <a:lnTo>
                  <a:pt x="127136" y="21134"/>
                </a:lnTo>
                <a:lnTo>
                  <a:pt x="123740" y="31700"/>
                </a:lnTo>
                <a:lnTo>
                  <a:pt x="119309" y="42267"/>
                </a:lnTo>
                <a:lnTo>
                  <a:pt x="114124" y="52834"/>
                </a:lnTo>
                <a:lnTo>
                  <a:pt x="108492" y="63401"/>
                </a:lnTo>
                <a:lnTo>
                  <a:pt x="102717" y="73968"/>
                </a:lnTo>
                <a:lnTo>
                  <a:pt x="97075" y="84534"/>
                </a:lnTo>
                <a:lnTo>
                  <a:pt x="91793" y="95101"/>
                </a:lnTo>
                <a:lnTo>
                  <a:pt x="87041" y="105668"/>
                </a:lnTo>
                <a:lnTo>
                  <a:pt x="82922" y="116235"/>
                </a:lnTo>
                <a:lnTo>
                  <a:pt x="79481" y="126802"/>
                </a:lnTo>
                <a:lnTo>
                  <a:pt x="76711" y="137368"/>
                </a:lnTo>
                <a:lnTo>
                  <a:pt x="74567" y="147935"/>
                </a:lnTo>
                <a:lnTo>
                  <a:pt x="72975" y="158502"/>
                </a:lnTo>
                <a:lnTo>
                  <a:pt x="71850" y="169069"/>
                </a:lnTo>
                <a:lnTo>
                  <a:pt x="71102" y="179636"/>
                </a:lnTo>
                <a:lnTo>
                  <a:pt x="70648" y="190202"/>
                </a:lnTo>
                <a:lnTo>
                  <a:pt x="70410" y="200769"/>
                </a:lnTo>
                <a:lnTo>
                  <a:pt x="70326" y="211336"/>
                </a:lnTo>
                <a:lnTo>
                  <a:pt x="70346" y="221903"/>
                </a:lnTo>
                <a:lnTo>
                  <a:pt x="70432" y="232470"/>
                </a:lnTo>
                <a:lnTo>
                  <a:pt x="70557" y="243036"/>
                </a:lnTo>
                <a:lnTo>
                  <a:pt x="70705" y="253603"/>
                </a:lnTo>
                <a:lnTo>
                  <a:pt x="70864" y="264170"/>
                </a:lnTo>
                <a:lnTo>
                  <a:pt x="71032" y="274737"/>
                </a:lnTo>
                <a:lnTo>
                  <a:pt x="71208" y="285304"/>
                </a:lnTo>
                <a:lnTo>
                  <a:pt x="71394" y="295870"/>
                </a:lnTo>
                <a:lnTo>
                  <a:pt x="71595" y="306437"/>
                </a:lnTo>
                <a:lnTo>
                  <a:pt x="71815" y="317004"/>
                </a:lnTo>
                <a:lnTo>
                  <a:pt x="72057" y="327571"/>
                </a:lnTo>
                <a:lnTo>
                  <a:pt x="72320" y="338138"/>
                </a:lnTo>
                <a:lnTo>
                  <a:pt x="72601" y="348704"/>
                </a:lnTo>
                <a:lnTo>
                  <a:pt x="72892" y="359271"/>
                </a:lnTo>
                <a:lnTo>
                  <a:pt x="73182" y="369838"/>
                </a:lnTo>
                <a:lnTo>
                  <a:pt x="73456" y="380405"/>
                </a:lnTo>
                <a:lnTo>
                  <a:pt x="73697" y="390972"/>
                </a:lnTo>
                <a:lnTo>
                  <a:pt x="73890" y="401538"/>
                </a:lnTo>
                <a:lnTo>
                  <a:pt x="74019" y="412105"/>
                </a:lnTo>
                <a:lnTo>
                  <a:pt x="74077" y="422672"/>
                </a:lnTo>
                <a:lnTo>
                  <a:pt x="74058" y="433239"/>
                </a:lnTo>
                <a:lnTo>
                  <a:pt x="73966" y="443806"/>
                </a:lnTo>
                <a:lnTo>
                  <a:pt x="73809" y="454372"/>
                </a:lnTo>
                <a:lnTo>
                  <a:pt x="73605" y="464939"/>
                </a:lnTo>
                <a:lnTo>
                  <a:pt x="73372" y="475506"/>
                </a:lnTo>
                <a:lnTo>
                  <a:pt x="73136" y="486073"/>
                </a:lnTo>
                <a:lnTo>
                  <a:pt x="72919" y="496640"/>
                </a:lnTo>
                <a:lnTo>
                  <a:pt x="72745" y="507206"/>
                </a:lnTo>
                <a:lnTo>
                  <a:pt x="72631" y="517773"/>
                </a:lnTo>
                <a:lnTo>
                  <a:pt x="72589" y="528340"/>
                </a:lnTo>
                <a:lnTo>
                  <a:pt x="72626" y="538907"/>
                </a:lnTo>
                <a:lnTo>
                  <a:pt x="72737" y="549474"/>
                </a:lnTo>
                <a:lnTo>
                  <a:pt x="72912" y="560040"/>
                </a:lnTo>
                <a:lnTo>
                  <a:pt x="73133" y="570607"/>
                </a:lnTo>
                <a:lnTo>
                  <a:pt x="73374" y="581174"/>
                </a:lnTo>
                <a:lnTo>
                  <a:pt x="73608" y="591741"/>
                </a:lnTo>
                <a:lnTo>
                  <a:pt x="73805" y="602308"/>
                </a:lnTo>
                <a:lnTo>
                  <a:pt x="73938" y="612874"/>
                </a:lnTo>
                <a:lnTo>
                  <a:pt x="73986" y="623441"/>
                </a:lnTo>
                <a:lnTo>
                  <a:pt x="73932" y="634008"/>
                </a:lnTo>
                <a:lnTo>
                  <a:pt x="73771" y="644575"/>
                </a:lnTo>
                <a:lnTo>
                  <a:pt x="73506" y="655142"/>
                </a:lnTo>
                <a:lnTo>
                  <a:pt x="73149" y="665709"/>
                </a:lnTo>
                <a:lnTo>
                  <a:pt x="72721" y="676275"/>
                </a:lnTo>
                <a:lnTo>
                  <a:pt x="72247" y="686842"/>
                </a:lnTo>
                <a:lnTo>
                  <a:pt x="71754" y="697409"/>
                </a:lnTo>
                <a:lnTo>
                  <a:pt x="71270" y="707976"/>
                </a:lnTo>
                <a:lnTo>
                  <a:pt x="70819" y="718543"/>
                </a:lnTo>
                <a:lnTo>
                  <a:pt x="70421" y="729109"/>
                </a:lnTo>
                <a:lnTo>
                  <a:pt x="70090" y="739676"/>
                </a:lnTo>
                <a:lnTo>
                  <a:pt x="69834" y="750243"/>
                </a:lnTo>
                <a:lnTo>
                  <a:pt x="69654" y="760810"/>
                </a:lnTo>
                <a:lnTo>
                  <a:pt x="69545" y="771377"/>
                </a:lnTo>
                <a:lnTo>
                  <a:pt x="69499" y="781943"/>
                </a:lnTo>
                <a:lnTo>
                  <a:pt x="69504" y="792510"/>
                </a:lnTo>
                <a:lnTo>
                  <a:pt x="69544" y="803077"/>
                </a:lnTo>
                <a:lnTo>
                  <a:pt x="69606" y="813644"/>
                </a:lnTo>
                <a:lnTo>
                  <a:pt x="69674" y="824211"/>
                </a:lnTo>
                <a:lnTo>
                  <a:pt x="69736" y="834777"/>
                </a:lnTo>
                <a:lnTo>
                  <a:pt x="69779" y="845344"/>
                </a:lnTo>
                <a:lnTo>
                  <a:pt x="69796" y="855911"/>
                </a:lnTo>
                <a:lnTo>
                  <a:pt x="69780" y="866478"/>
                </a:lnTo>
                <a:lnTo>
                  <a:pt x="69729" y="877045"/>
                </a:lnTo>
                <a:lnTo>
                  <a:pt x="69642" y="887611"/>
                </a:lnTo>
                <a:lnTo>
                  <a:pt x="69523" y="898178"/>
                </a:lnTo>
                <a:lnTo>
                  <a:pt x="69374" y="908745"/>
                </a:lnTo>
                <a:lnTo>
                  <a:pt x="69201" y="919312"/>
                </a:lnTo>
                <a:lnTo>
                  <a:pt x="69009" y="929879"/>
                </a:lnTo>
                <a:lnTo>
                  <a:pt x="68804" y="940445"/>
                </a:lnTo>
                <a:lnTo>
                  <a:pt x="68591" y="951012"/>
                </a:lnTo>
                <a:lnTo>
                  <a:pt x="68377" y="961579"/>
                </a:lnTo>
                <a:lnTo>
                  <a:pt x="68165" y="972146"/>
                </a:lnTo>
                <a:lnTo>
                  <a:pt x="67961" y="982713"/>
                </a:lnTo>
                <a:lnTo>
                  <a:pt x="67768" y="993279"/>
                </a:lnTo>
                <a:lnTo>
                  <a:pt x="67591" y="1003846"/>
                </a:lnTo>
                <a:lnTo>
                  <a:pt x="67432" y="1014413"/>
                </a:lnTo>
                <a:lnTo>
                  <a:pt x="67295" y="1024980"/>
                </a:lnTo>
                <a:lnTo>
                  <a:pt x="67181" y="1035547"/>
                </a:lnTo>
                <a:lnTo>
                  <a:pt x="67095" y="1046113"/>
                </a:lnTo>
                <a:lnTo>
                  <a:pt x="67037" y="1056680"/>
                </a:lnTo>
                <a:lnTo>
                  <a:pt x="67013" y="1067247"/>
                </a:lnTo>
                <a:lnTo>
                  <a:pt x="67028" y="1077814"/>
                </a:lnTo>
                <a:lnTo>
                  <a:pt x="67090" y="1088381"/>
                </a:lnTo>
                <a:lnTo>
                  <a:pt x="67207" y="1098947"/>
                </a:lnTo>
                <a:lnTo>
                  <a:pt x="67392" y="1109514"/>
                </a:lnTo>
                <a:lnTo>
                  <a:pt x="67657" y="1120081"/>
                </a:lnTo>
                <a:lnTo>
                  <a:pt x="68015" y="1130648"/>
                </a:lnTo>
                <a:lnTo>
                  <a:pt x="68478" y="1141215"/>
                </a:lnTo>
                <a:lnTo>
                  <a:pt x="69054" y="1151781"/>
                </a:lnTo>
                <a:lnTo>
                  <a:pt x="69744" y="1162348"/>
                </a:lnTo>
                <a:lnTo>
                  <a:pt x="70541" y="1172915"/>
                </a:lnTo>
                <a:lnTo>
                  <a:pt x="71429" y="1183482"/>
                </a:lnTo>
                <a:lnTo>
                  <a:pt x="72378" y="1194049"/>
                </a:lnTo>
                <a:lnTo>
                  <a:pt x="73352" y="1204615"/>
                </a:lnTo>
                <a:lnTo>
                  <a:pt x="74303" y="1215182"/>
                </a:lnTo>
                <a:lnTo>
                  <a:pt x="75180" y="1225749"/>
                </a:lnTo>
                <a:lnTo>
                  <a:pt x="75930" y="1236316"/>
                </a:lnTo>
                <a:lnTo>
                  <a:pt x="76505" y="1246883"/>
                </a:lnTo>
                <a:lnTo>
                  <a:pt x="76867" y="1257449"/>
                </a:lnTo>
                <a:lnTo>
                  <a:pt x="76990" y="1268016"/>
                </a:lnTo>
                <a:lnTo>
                  <a:pt x="7699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ind_only_5">
            <a:extLst>
              <a:ext uri="{FF2B5EF4-FFF2-40B4-BE49-F238E27FC236}">
                <a16:creationId xmlns:a16="http://schemas.microsoft.com/office/drawing/2014/main" id="{D58FDCC6-37D2-40CA-ADBD-EBE3B5946E0F}"/>
              </a:ext>
            </a:extLst>
          </p:cNvPr>
          <p:cNvSpPr>
            <a:spLocks noGrp="1"/>
          </p:cNvSpPr>
          <p:nvPr/>
        </p:nvSpPr>
        <p:spPr>
          <a:xfrm>
            <a:off x="3500217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5202" y="1268016"/>
                </a:moveTo>
                <a:lnTo>
                  <a:pt x="54798" y="1268016"/>
                </a:lnTo>
                <a:lnTo>
                  <a:pt x="54898" y="1257449"/>
                </a:lnTo>
                <a:lnTo>
                  <a:pt x="55190" y="1246883"/>
                </a:lnTo>
                <a:lnTo>
                  <a:pt x="55655" y="1236316"/>
                </a:lnTo>
                <a:lnTo>
                  <a:pt x="56259" y="1225749"/>
                </a:lnTo>
                <a:lnTo>
                  <a:pt x="56963" y="1215182"/>
                </a:lnTo>
                <a:lnTo>
                  <a:pt x="57723" y="1204615"/>
                </a:lnTo>
                <a:lnTo>
                  <a:pt x="58498" y="1194049"/>
                </a:lnTo>
                <a:lnTo>
                  <a:pt x="59250" y="1183482"/>
                </a:lnTo>
                <a:lnTo>
                  <a:pt x="59948" y="1172915"/>
                </a:lnTo>
                <a:lnTo>
                  <a:pt x="60571" y="1162348"/>
                </a:lnTo>
                <a:lnTo>
                  <a:pt x="61107" y="1151781"/>
                </a:lnTo>
                <a:lnTo>
                  <a:pt x="61551" y="1141215"/>
                </a:lnTo>
                <a:lnTo>
                  <a:pt x="61908" y="1130648"/>
                </a:lnTo>
                <a:lnTo>
                  <a:pt x="62185" y="1120081"/>
                </a:lnTo>
                <a:lnTo>
                  <a:pt x="62393" y="1109514"/>
                </a:lnTo>
                <a:lnTo>
                  <a:pt x="62542" y="1098947"/>
                </a:lnTo>
                <a:lnTo>
                  <a:pt x="62643" y="1088381"/>
                </a:lnTo>
                <a:lnTo>
                  <a:pt x="62705" y="1077814"/>
                </a:lnTo>
                <a:lnTo>
                  <a:pt x="62734" y="1067247"/>
                </a:lnTo>
                <a:lnTo>
                  <a:pt x="62734" y="1056680"/>
                </a:lnTo>
                <a:lnTo>
                  <a:pt x="62707" y="1046113"/>
                </a:lnTo>
                <a:lnTo>
                  <a:pt x="62654" y="1035547"/>
                </a:lnTo>
                <a:lnTo>
                  <a:pt x="62576" y="1024980"/>
                </a:lnTo>
                <a:lnTo>
                  <a:pt x="62473" y="1014413"/>
                </a:lnTo>
                <a:lnTo>
                  <a:pt x="62348" y="1003846"/>
                </a:lnTo>
                <a:lnTo>
                  <a:pt x="62201" y="993279"/>
                </a:lnTo>
                <a:lnTo>
                  <a:pt x="62035" y="982713"/>
                </a:lnTo>
                <a:lnTo>
                  <a:pt x="61854" y="972146"/>
                </a:lnTo>
                <a:lnTo>
                  <a:pt x="61663" y="961579"/>
                </a:lnTo>
                <a:lnTo>
                  <a:pt x="61465" y="951012"/>
                </a:lnTo>
                <a:lnTo>
                  <a:pt x="61266" y="940445"/>
                </a:lnTo>
                <a:lnTo>
                  <a:pt x="61072" y="929879"/>
                </a:lnTo>
                <a:lnTo>
                  <a:pt x="60889" y="919312"/>
                </a:lnTo>
                <a:lnTo>
                  <a:pt x="60724" y="908745"/>
                </a:lnTo>
                <a:lnTo>
                  <a:pt x="60580" y="898178"/>
                </a:lnTo>
                <a:lnTo>
                  <a:pt x="60465" y="887611"/>
                </a:lnTo>
                <a:lnTo>
                  <a:pt x="60382" y="877045"/>
                </a:lnTo>
                <a:lnTo>
                  <a:pt x="60333" y="866478"/>
                </a:lnTo>
                <a:lnTo>
                  <a:pt x="60318" y="855911"/>
                </a:lnTo>
                <a:lnTo>
                  <a:pt x="60334" y="845344"/>
                </a:lnTo>
                <a:lnTo>
                  <a:pt x="60377" y="834777"/>
                </a:lnTo>
                <a:lnTo>
                  <a:pt x="60437" y="824211"/>
                </a:lnTo>
                <a:lnTo>
                  <a:pt x="60503" y="813644"/>
                </a:lnTo>
                <a:lnTo>
                  <a:pt x="60564" y="803077"/>
                </a:lnTo>
                <a:lnTo>
                  <a:pt x="60603" y="792510"/>
                </a:lnTo>
                <a:lnTo>
                  <a:pt x="60608" y="781943"/>
                </a:lnTo>
                <a:lnTo>
                  <a:pt x="60563" y="771377"/>
                </a:lnTo>
                <a:lnTo>
                  <a:pt x="60457" y="760810"/>
                </a:lnTo>
                <a:lnTo>
                  <a:pt x="60281" y="750243"/>
                </a:lnTo>
                <a:lnTo>
                  <a:pt x="60031" y="739676"/>
                </a:lnTo>
                <a:lnTo>
                  <a:pt x="59708" y="729109"/>
                </a:lnTo>
                <a:lnTo>
                  <a:pt x="59319" y="718543"/>
                </a:lnTo>
                <a:lnTo>
                  <a:pt x="58879" y="707976"/>
                </a:lnTo>
                <a:lnTo>
                  <a:pt x="58406" y="697409"/>
                </a:lnTo>
                <a:lnTo>
                  <a:pt x="57925" y="686842"/>
                </a:lnTo>
                <a:lnTo>
                  <a:pt x="57463" y="676275"/>
                </a:lnTo>
                <a:lnTo>
                  <a:pt x="57045" y="665709"/>
                </a:lnTo>
                <a:lnTo>
                  <a:pt x="56698" y="655142"/>
                </a:lnTo>
                <a:lnTo>
                  <a:pt x="56440" y="644575"/>
                </a:lnTo>
                <a:lnTo>
                  <a:pt x="56284" y="634008"/>
                </a:lnTo>
                <a:lnTo>
                  <a:pt x="56234" y="623441"/>
                </a:lnTo>
                <a:lnTo>
                  <a:pt x="56283" y="612874"/>
                </a:lnTo>
                <a:lnTo>
                  <a:pt x="56418" y="602308"/>
                </a:lnTo>
                <a:lnTo>
                  <a:pt x="56617" y="591741"/>
                </a:lnTo>
                <a:lnTo>
                  <a:pt x="56854" y="581174"/>
                </a:lnTo>
                <a:lnTo>
                  <a:pt x="57101" y="570607"/>
                </a:lnTo>
                <a:lnTo>
                  <a:pt x="57332" y="560040"/>
                </a:lnTo>
                <a:lnTo>
                  <a:pt x="57521" y="549474"/>
                </a:lnTo>
                <a:lnTo>
                  <a:pt x="57653" y="538907"/>
                </a:lnTo>
                <a:lnTo>
                  <a:pt x="57715" y="528340"/>
                </a:lnTo>
                <a:lnTo>
                  <a:pt x="57705" y="517773"/>
                </a:lnTo>
                <a:lnTo>
                  <a:pt x="57626" y="507206"/>
                </a:lnTo>
                <a:lnTo>
                  <a:pt x="57491" y="496640"/>
                </a:lnTo>
                <a:lnTo>
                  <a:pt x="57316" y="486073"/>
                </a:lnTo>
                <a:lnTo>
                  <a:pt x="57119" y="475506"/>
                </a:lnTo>
                <a:lnTo>
                  <a:pt x="56924" y="464939"/>
                </a:lnTo>
                <a:lnTo>
                  <a:pt x="56752" y="454372"/>
                </a:lnTo>
                <a:lnTo>
                  <a:pt x="56619" y="443806"/>
                </a:lnTo>
                <a:lnTo>
                  <a:pt x="56541" y="433239"/>
                </a:lnTo>
                <a:lnTo>
                  <a:pt x="56526" y="422672"/>
                </a:lnTo>
                <a:lnTo>
                  <a:pt x="56576" y="412105"/>
                </a:lnTo>
                <a:lnTo>
                  <a:pt x="56688" y="401538"/>
                </a:lnTo>
                <a:lnTo>
                  <a:pt x="56852" y="390972"/>
                </a:lnTo>
                <a:lnTo>
                  <a:pt x="57056" y="380405"/>
                </a:lnTo>
                <a:lnTo>
                  <a:pt x="57286" y="369838"/>
                </a:lnTo>
                <a:lnTo>
                  <a:pt x="57527" y="359271"/>
                </a:lnTo>
                <a:lnTo>
                  <a:pt x="57768" y="348704"/>
                </a:lnTo>
                <a:lnTo>
                  <a:pt x="57997" y="338138"/>
                </a:lnTo>
                <a:lnTo>
                  <a:pt x="58210" y="327571"/>
                </a:lnTo>
                <a:lnTo>
                  <a:pt x="58405" y="317004"/>
                </a:lnTo>
                <a:lnTo>
                  <a:pt x="58582" y="306437"/>
                </a:lnTo>
                <a:lnTo>
                  <a:pt x="58746" y="295870"/>
                </a:lnTo>
                <a:lnTo>
                  <a:pt x="58901" y="285304"/>
                </a:lnTo>
                <a:lnTo>
                  <a:pt x="59052" y="274737"/>
                </a:lnTo>
                <a:lnTo>
                  <a:pt x="59202" y="264170"/>
                </a:lnTo>
                <a:lnTo>
                  <a:pt x="59352" y="253603"/>
                </a:lnTo>
                <a:lnTo>
                  <a:pt x="59497" y="243036"/>
                </a:lnTo>
                <a:lnTo>
                  <a:pt x="59626" y="232470"/>
                </a:lnTo>
                <a:lnTo>
                  <a:pt x="59721" y="221903"/>
                </a:lnTo>
                <a:lnTo>
                  <a:pt x="59754" y="211336"/>
                </a:lnTo>
                <a:lnTo>
                  <a:pt x="59686" y="200769"/>
                </a:lnTo>
                <a:lnTo>
                  <a:pt x="59464" y="190202"/>
                </a:lnTo>
                <a:lnTo>
                  <a:pt x="59025" y="179636"/>
                </a:lnTo>
                <a:lnTo>
                  <a:pt x="58290" y="169069"/>
                </a:lnTo>
                <a:lnTo>
                  <a:pt x="57174" y="158502"/>
                </a:lnTo>
                <a:lnTo>
                  <a:pt x="55586" y="147935"/>
                </a:lnTo>
                <a:lnTo>
                  <a:pt x="53441" y="137368"/>
                </a:lnTo>
                <a:lnTo>
                  <a:pt x="50665" y="126802"/>
                </a:lnTo>
                <a:lnTo>
                  <a:pt x="47213" y="116235"/>
                </a:lnTo>
                <a:lnTo>
                  <a:pt x="43080" y="105668"/>
                </a:lnTo>
                <a:lnTo>
                  <a:pt x="38312" y="95101"/>
                </a:lnTo>
                <a:lnTo>
                  <a:pt x="33013" y="84534"/>
                </a:lnTo>
                <a:lnTo>
                  <a:pt x="27353" y="73968"/>
                </a:lnTo>
                <a:lnTo>
                  <a:pt x="21561" y="63401"/>
                </a:lnTo>
                <a:lnTo>
                  <a:pt x="15913" y="52834"/>
                </a:lnTo>
                <a:lnTo>
                  <a:pt x="10715" y="42267"/>
                </a:lnTo>
                <a:lnTo>
                  <a:pt x="6274" y="31700"/>
                </a:lnTo>
                <a:lnTo>
                  <a:pt x="2870" y="21134"/>
                </a:lnTo>
                <a:lnTo>
                  <a:pt x="73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0" y="10567"/>
                </a:lnTo>
                <a:lnTo>
                  <a:pt x="127130" y="21134"/>
                </a:lnTo>
                <a:lnTo>
                  <a:pt x="123726" y="31700"/>
                </a:lnTo>
                <a:lnTo>
                  <a:pt x="119285" y="42267"/>
                </a:lnTo>
                <a:lnTo>
                  <a:pt x="114087" y="52834"/>
                </a:lnTo>
                <a:lnTo>
                  <a:pt x="108439" y="63401"/>
                </a:lnTo>
                <a:lnTo>
                  <a:pt x="102647" y="73968"/>
                </a:lnTo>
                <a:lnTo>
                  <a:pt x="96987" y="84534"/>
                </a:lnTo>
                <a:lnTo>
                  <a:pt x="91688" y="95101"/>
                </a:lnTo>
                <a:lnTo>
                  <a:pt x="86920" y="105668"/>
                </a:lnTo>
                <a:lnTo>
                  <a:pt x="82787" y="116235"/>
                </a:lnTo>
                <a:lnTo>
                  <a:pt x="79335" y="126802"/>
                </a:lnTo>
                <a:lnTo>
                  <a:pt x="76559" y="137368"/>
                </a:lnTo>
                <a:lnTo>
                  <a:pt x="74414" y="147935"/>
                </a:lnTo>
                <a:lnTo>
                  <a:pt x="72826" y="158502"/>
                </a:lnTo>
                <a:lnTo>
                  <a:pt x="71710" y="169069"/>
                </a:lnTo>
                <a:lnTo>
                  <a:pt x="70975" y="179636"/>
                </a:lnTo>
                <a:lnTo>
                  <a:pt x="70536" y="190202"/>
                </a:lnTo>
                <a:lnTo>
                  <a:pt x="70314" y="200769"/>
                </a:lnTo>
                <a:lnTo>
                  <a:pt x="70246" y="211336"/>
                </a:lnTo>
                <a:lnTo>
                  <a:pt x="70279" y="221903"/>
                </a:lnTo>
                <a:lnTo>
                  <a:pt x="70374" y="232470"/>
                </a:lnTo>
                <a:lnTo>
                  <a:pt x="70503" y="243036"/>
                </a:lnTo>
                <a:lnTo>
                  <a:pt x="70648" y="253603"/>
                </a:lnTo>
                <a:lnTo>
                  <a:pt x="70798" y="264170"/>
                </a:lnTo>
                <a:lnTo>
                  <a:pt x="70948" y="274737"/>
                </a:lnTo>
                <a:lnTo>
                  <a:pt x="71099" y="285304"/>
                </a:lnTo>
                <a:lnTo>
                  <a:pt x="71254" y="295870"/>
                </a:lnTo>
                <a:lnTo>
                  <a:pt x="71418" y="306437"/>
                </a:lnTo>
                <a:lnTo>
                  <a:pt x="71595" y="317004"/>
                </a:lnTo>
                <a:lnTo>
                  <a:pt x="71790" y="327571"/>
                </a:lnTo>
                <a:lnTo>
                  <a:pt x="72003" y="338138"/>
                </a:lnTo>
                <a:lnTo>
                  <a:pt x="72232" y="348704"/>
                </a:lnTo>
                <a:lnTo>
                  <a:pt x="72473" y="359271"/>
                </a:lnTo>
                <a:lnTo>
                  <a:pt x="72714" y="369838"/>
                </a:lnTo>
                <a:lnTo>
                  <a:pt x="72944" y="380405"/>
                </a:lnTo>
                <a:lnTo>
                  <a:pt x="73148" y="390972"/>
                </a:lnTo>
                <a:lnTo>
                  <a:pt x="73312" y="401538"/>
                </a:lnTo>
                <a:lnTo>
                  <a:pt x="73424" y="412105"/>
                </a:lnTo>
                <a:lnTo>
                  <a:pt x="73474" y="422672"/>
                </a:lnTo>
                <a:lnTo>
                  <a:pt x="73459" y="433239"/>
                </a:lnTo>
                <a:lnTo>
                  <a:pt x="73381" y="443806"/>
                </a:lnTo>
                <a:lnTo>
                  <a:pt x="73248" y="454372"/>
                </a:lnTo>
                <a:lnTo>
                  <a:pt x="73076" y="464939"/>
                </a:lnTo>
                <a:lnTo>
                  <a:pt x="72881" y="475506"/>
                </a:lnTo>
                <a:lnTo>
                  <a:pt x="72684" y="486073"/>
                </a:lnTo>
                <a:lnTo>
                  <a:pt x="72509" y="496640"/>
                </a:lnTo>
                <a:lnTo>
                  <a:pt x="72374" y="507206"/>
                </a:lnTo>
                <a:lnTo>
                  <a:pt x="72295" y="517773"/>
                </a:lnTo>
                <a:lnTo>
                  <a:pt x="72285" y="528340"/>
                </a:lnTo>
                <a:lnTo>
                  <a:pt x="72347" y="538907"/>
                </a:lnTo>
                <a:lnTo>
                  <a:pt x="72479" y="549474"/>
                </a:lnTo>
                <a:lnTo>
                  <a:pt x="72668" y="560040"/>
                </a:lnTo>
                <a:lnTo>
                  <a:pt x="72899" y="570607"/>
                </a:lnTo>
                <a:lnTo>
                  <a:pt x="73146" y="581174"/>
                </a:lnTo>
                <a:lnTo>
                  <a:pt x="73383" y="591741"/>
                </a:lnTo>
                <a:lnTo>
                  <a:pt x="73582" y="602308"/>
                </a:lnTo>
                <a:lnTo>
                  <a:pt x="73717" y="612874"/>
                </a:lnTo>
                <a:lnTo>
                  <a:pt x="73766" y="623441"/>
                </a:lnTo>
                <a:lnTo>
                  <a:pt x="73716" y="634008"/>
                </a:lnTo>
                <a:lnTo>
                  <a:pt x="73560" y="644575"/>
                </a:lnTo>
                <a:lnTo>
                  <a:pt x="73302" y="655142"/>
                </a:lnTo>
                <a:lnTo>
                  <a:pt x="72955" y="665709"/>
                </a:lnTo>
                <a:lnTo>
                  <a:pt x="72537" y="676275"/>
                </a:lnTo>
                <a:lnTo>
                  <a:pt x="72075" y="686842"/>
                </a:lnTo>
                <a:lnTo>
                  <a:pt x="71594" y="697409"/>
                </a:lnTo>
                <a:lnTo>
                  <a:pt x="71121" y="707976"/>
                </a:lnTo>
                <a:lnTo>
                  <a:pt x="70681" y="718543"/>
                </a:lnTo>
                <a:lnTo>
                  <a:pt x="70292" y="729109"/>
                </a:lnTo>
                <a:lnTo>
                  <a:pt x="69969" y="739676"/>
                </a:lnTo>
                <a:lnTo>
                  <a:pt x="69719" y="750243"/>
                </a:lnTo>
                <a:lnTo>
                  <a:pt x="69543" y="760810"/>
                </a:lnTo>
                <a:lnTo>
                  <a:pt x="69437" y="771377"/>
                </a:lnTo>
                <a:lnTo>
                  <a:pt x="69392" y="781943"/>
                </a:lnTo>
                <a:lnTo>
                  <a:pt x="69397" y="792510"/>
                </a:lnTo>
                <a:lnTo>
                  <a:pt x="69436" y="803077"/>
                </a:lnTo>
                <a:lnTo>
                  <a:pt x="69497" y="813644"/>
                </a:lnTo>
                <a:lnTo>
                  <a:pt x="69563" y="824211"/>
                </a:lnTo>
                <a:lnTo>
                  <a:pt x="69623" y="834777"/>
                </a:lnTo>
                <a:lnTo>
                  <a:pt x="69666" y="845344"/>
                </a:lnTo>
                <a:lnTo>
                  <a:pt x="69682" y="855911"/>
                </a:lnTo>
                <a:lnTo>
                  <a:pt x="69667" y="866478"/>
                </a:lnTo>
                <a:lnTo>
                  <a:pt x="69618" y="877045"/>
                </a:lnTo>
                <a:lnTo>
                  <a:pt x="69535" y="887611"/>
                </a:lnTo>
                <a:lnTo>
                  <a:pt x="69420" y="898178"/>
                </a:lnTo>
                <a:lnTo>
                  <a:pt x="69276" y="908745"/>
                </a:lnTo>
                <a:lnTo>
                  <a:pt x="69111" y="919312"/>
                </a:lnTo>
                <a:lnTo>
                  <a:pt x="68928" y="929879"/>
                </a:lnTo>
                <a:lnTo>
                  <a:pt x="68734" y="940445"/>
                </a:lnTo>
                <a:lnTo>
                  <a:pt x="68535" y="951012"/>
                </a:lnTo>
                <a:lnTo>
                  <a:pt x="68337" y="961579"/>
                </a:lnTo>
                <a:lnTo>
                  <a:pt x="68146" y="972146"/>
                </a:lnTo>
                <a:lnTo>
                  <a:pt x="67965" y="982713"/>
                </a:lnTo>
                <a:lnTo>
                  <a:pt x="67799" y="993279"/>
                </a:lnTo>
                <a:lnTo>
                  <a:pt x="67652" y="1003846"/>
                </a:lnTo>
                <a:lnTo>
                  <a:pt x="67527" y="1014413"/>
                </a:lnTo>
                <a:lnTo>
                  <a:pt x="67424" y="1024980"/>
                </a:lnTo>
                <a:lnTo>
                  <a:pt x="67346" y="1035547"/>
                </a:lnTo>
                <a:lnTo>
                  <a:pt x="67293" y="1046113"/>
                </a:lnTo>
                <a:lnTo>
                  <a:pt x="67266" y="1056680"/>
                </a:lnTo>
                <a:lnTo>
                  <a:pt x="67266" y="1067247"/>
                </a:lnTo>
                <a:lnTo>
                  <a:pt x="67295" y="1077814"/>
                </a:lnTo>
                <a:lnTo>
                  <a:pt x="67357" y="1088381"/>
                </a:lnTo>
                <a:lnTo>
                  <a:pt x="67458" y="1098947"/>
                </a:lnTo>
                <a:lnTo>
                  <a:pt x="67607" y="1109514"/>
                </a:lnTo>
                <a:lnTo>
                  <a:pt x="67815" y="1120081"/>
                </a:lnTo>
                <a:lnTo>
                  <a:pt x="68092" y="1130648"/>
                </a:lnTo>
                <a:lnTo>
                  <a:pt x="68449" y="1141215"/>
                </a:lnTo>
                <a:lnTo>
                  <a:pt x="68893" y="1151781"/>
                </a:lnTo>
                <a:lnTo>
                  <a:pt x="69429" y="1162348"/>
                </a:lnTo>
                <a:lnTo>
                  <a:pt x="70052" y="1172915"/>
                </a:lnTo>
                <a:lnTo>
                  <a:pt x="70750" y="1183482"/>
                </a:lnTo>
                <a:lnTo>
                  <a:pt x="71502" y="1194049"/>
                </a:lnTo>
                <a:lnTo>
                  <a:pt x="72277" y="1204615"/>
                </a:lnTo>
                <a:lnTo>
                  <a:pt x="73037" y="1215182"/>
                </a:lnTo>
                <a:lnTo>
                  <a:pt x="73741" y="1225749"/>
                </a:lnTo>
                <a:lnTo>
                  <a:pt x="74345" y="1236316"/>
                </a:lnTo>
                <a:lnTo>
                  <a:pt x="74810" y="1246883"/>
                </a:lnTo>
                <a:lnTo>
                  <a:pt x="75102" y="1257449"/>
                </a:lnTo>
                <a:lnTo>
                  <a:pt x="75202" y="1268016"/>
                </a:lnTo>
                <a:lnTo>
                  <a:pt x="75202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ind_only_6">
            <a:extLst>
              <a:ext uri="{FF2B5EF4-FFF2-40B4-BE49-F238E27FC236}">
                <a16:creationId xmlns:a16="http://schemas.microsoft.com/office/drawing/2014/main" id="{F3A34015-EFF7-43F2-A8E6-E4A2A6AE8601}"/>
              </a:ext>
            </a:extLst>
          </p:cNvPr>
          <p:cNvSpPr>
            <a:spLocks noGrp="1"/>
          </p:cNvSpPr>
          <p:nvPr/>
        </p:nvSpPr>
        <p:spPr>
          <a:xfrm>
            <a:off x="203858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01_find_only_7">
            <a:extLst>
              <a:ext uri="{FF2B5EF4-FFF2-40B4-BE49-F238E27FC236}">
                <a16:creationId xmlns:a16="http://schemas.microsoft.com/office/drawing/2014/main" id="{A91C88A9-1906-4D74-9751-2CE49C0EB155}"/>
              </a:ext>
            </a:extLst>
          </p:cNvPr>
          <p:cNvSpPr>
            <a:spLocks noGrp="1"/>
          </p:cNvSpPr>
          <p:nvPr/>
        </p:nvSpPr>
        <p:spPr>
          <a:xfrm>
            <a:off x="229322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01_find_only_8">
            <a:extLst>
              <a:ext uri="{FF2B5EF4-FFF2-40B4-BE49-F238E27FC236}">
                <a16:creationId xmlns:a16="http://schemas.microsoft.com/office/drawing/2014/main" id="{DA8CB5CB-56F8-40BE-B73A-CFC279E6C42D}"/>
              </a:ext>
            </a:extLst>
          </p:cNvPr>
          <p:cNvSpPr>
            <a:spLocks noGrp="1"/>
          </p:cNvSpPr>
          <p:nvPr/>
        </p:nvSpPr>
        <p:spPr>
          <a:xfrm>
            <a:off x="254786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01_find_only_9">
            <a:extLst>
              <a:ext uri="{FF2B5EF4-FFF2-40B4-BE49-F238E27FC236}">
                <a16:creationId xmlns:a16="http://schemas.microsoft.com/office/drawing/2014/main" id="{8862EC4C-24E5-427C-8110-871FE66F44EF}"/>
              </a:ext>
            </a:extLst>
          </p:cNvPr>
          <p:cNvSpPr>
            <a:spLocks noGrp="1"/>
          </p:cNvSpPr>
          <p:nvPr/>
        </p:nvSpPr>
        <p:spPr>
          <a:xfrm>
            <a:off x="305714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01_find_only_10">
            <a:extLst>
              <a:ext uri="{FF2B5EF4-FFF2-40B4-BE49-F238E27FC236}">
                <a16:creationId xmlns:a16="http://schemas.microsoft.com/office/drawing/2014/main" id="{63BD3064-5BDA-4EBA-9F80-9FB50E36D7B0}"/>
              </a:ext>
            </a:extLst>
          </p:cNvPr>
          <p:cNvSpPr>
            <a:spLocks noGrp="1"/>
          </p:cNvSpPr>
          <p:nvPr/>
        </p:nvSpPr>
        <p:spPr>
          <a:xfrm>
            <a:off x="356642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01_find_only_11">
            <a:extLst>
              <a:ext uri="{FF2B5EF4-FFF2-40B4-BE49-F238E27FC236}">
                <a16:creationId xmlns:a16="http://schemas.microsoft.com/office/drawing/2014/main" id="{2C516DC2-B1A0-4AED-AC02-07F343A957E8}"/>
              </a:ext>
            </a:extLst>
          </p:cNvPr>
          <p:cNvSpPr>
            <a:spLocks noGrp="1"/>
          </p:cNvSpPr>
          <p:nvPr/>
        </p:nvSpPr>
        <p:spPr>
          <a:xfrm>
            <a:off x="2023311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01_find_only_12">
            <a:extLst>
              <a:ext uri="{FF2B5EF4-FFF2-40B4-BE49-F238E27FC236}">
                <a16:creationId xmlns:a16="http://schemas.microsoft.com/office/drawing/2014/main" id="{584D327D-7A50-4840-A0D6-BFB1DA0D433E}"/>
              </a:ext>
            </a:extLst>
          </p:cNvPr>
          <p:cNvSpPr>
            <a:spLocks noGrp="1"/>
          </p:cNvSpPr>
          <p:nvPr/>
        </p:nvSpPr>
        <p:spPr>
          <a:xfrm>
            <a:off x="1984504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64E220D2-D924-4562-9A26-B5F9610B44A9}"/>
              </a:ext>
            </a:extLst>
          </p:cNvPr>
          <p:cNvSpPr>
            <a:spLocks noGrp="1"/>
          </p:cNvSpPr>
          <p:nvPr/>
        </p:nvSpPr>
        <p:spPr>
          <a:xfrm>
            <a:off x="1893194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" name="01_find_only_14">
            <a:extLst>
              <a:ext uri="{FF2B5EF4-FFF2-40B4-BE49-F238E27FC236}">
                <a16:creationId xmlns:a16="http://schemas.microsoft.com/office/drawing/2014/main" id="{427D88C7-03BD-4ED5-ADFC-75DBC4E44C74}"/>
              </a:ext>
            </a:extLst>
          </p:cNvPr>
          <p:cNvSpPr>
            <a:spLocks noGrp="1"/>
          </p:cNvSpPr>
          <p:nvPr/>
        </p:nvSpPr>
        <p:spPr>
          <a:xfrm>
            <a:off x="2023311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01_find_only_15">
            <a:extLst>
              <a:ext uri="{FF2B5EF4-FFF2-40B4-BE49-F238E27FC236}">
                <a16:creationId xmlns:a16="http://schemas.microsoft.com/office/drawing/2014/main" id="{641C2C0A-B5CA-4BC7-8D47-DDC2C686C870}"/>
              </a:ext>
            </a:extLst>
          </p:cNvPr>
          <p:cNvSpPr>
            <a:spLocks noGrp="1"/>
          </p:cNvSpPr>
          <p:nvPr/>
        </p:nvSpPr>
        <p:spPr>
          <a:xfrm>
            <a:off x="1984504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BE8A1AD3-659B-4089-A9AB-2A9A2FA6FD92}"/>
              </a:ext>
            </a:extLst>
          </p:cNvPr>
          <p:cNvSpPr>
            <a:spLocks noGrp="1"/>
          </p:cNvSpPr>
          <p:nvPr/>
        </p:nvSpPr>
        <p:spPr>
          <a:xfrm>
            <a:off x="1840690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8" name="01_find_only_17">
            <a:extLst>
              <a:ext uri="{FF2B5EF4-FFF2-40B4-BE49-F238E27FC236}">
                <a16:creationId xmlns:a16="http://schemas.microsoft.com/office/drawing/2014/main" id="{28AD2704-5E96-478E-ACFF-6F5275A12DA1}"/>
              </a:ext>
            </a:extLst>
          </p:cNvPr>
          <p:cNvSpPr>
            <a:spLocks noGrp="1"/>
          </p:cNvSpPr>
          <p:nvPr/>
        </p:nvSpPr>
        <p:spPr>
          <a:xfrm>
            <a:off x="2023311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ind_only_18">
            <a:extLst>
              <a:ext uri="{FF2B5EF4-FFF2-40B4-BE49-F238E27FC236}">
                <a16:creationId xmlns:a16="http://schemas.microsoft.com/office/drawing/2014/main" id="{9A440BA2-2DA4-4850-97E2-769274F00BF2}"/>
              </a:ext>
            </a:extLst>
          </p:cNvPr>
          <p:cNvSpPr>
            <a:spLocks noGrp="1"/>
          </p:cNvSpPr>
          <p:nvPr/>
        </p:nvSpPr>
        <p:spPr>
          <a:xfrm>
            <a:off x="1984504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1E13D22A-24CF-40EA-AE23-E54877FEE52D}"/>
              </a:ext>
            </a:extLst>
          </p:cNvPr>
          <p:cNvSpPr>
            <a:spLocks noGrp="1"/>
          </p:cNvSpPr>
          <p:nvPr/>
        </p:nvSpPr>
        <p:spPr>
          <a:xfrm>
            <a:off x="178818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1" name="text_20">
            <a:extLst>
              <a:ext uri="{FF2B5EF4-FFF2-40B4-BE49-F238E27FC236}">
                <a16:creationId xmlns:a16="http://schemas.microsoft.com/office/drawing/2014/main" id="{E0A0A5CC-F70F-479B-B799-29F60E25D016}"/>
              </a:ext>
            </a:extLst>
          </p:cNvPr>
          <p:cNvSpPr>
            <a:spLocks noGrp="1"/>
          </p:cNvSpPr>
          <p:nvPr/>
        </p:nvSpPr>
        <p:spPr>
          <a:xfrm rot="-5400000">
            <a:off x="1162699" y="3503944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 dirty="0"/>
              <a:t>Detected instances (%)</a:t>
            </a:r>
          </a:p>
        </p:txBody>
      </p:sp>
      <p:sp>
        <p:nvSpPr>
          <p:cNvPr id="22" name="01_find_only_21">
            <a:extLst>
              <a:ext uri="{FF2B5EF4-FFF2-40B4-BE49-F238E27FC236}">
                <a16:creationId xmlns:a16="http://schemas.microsoft.com/office/drawing/2014/main" id="{F82F967A-9335-4EFE-81D4-5AAC2B0A8558}"/>
              </a:ext>
            </a:extLst>
          </p:cNvPr>
          <p:cNvSpPr>
            <a:spLocks noGrp="1"/>
          </p:cNvSpPr>
          <p:nvPr/>
        </p:nvSpPr>
        <p:spPr>
          <a:xfrm>
            <a:off x="22551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01_find_only_22">
            <a:extLst>
              <a:ext uri="{FF2B5EF4-FFF2-40B4-BE49-F238E27FC236}">
                <a16:creationId xmlns:a16="http://schemas.microsoft.com/office/drawing/2014/main" id="{EDD7B2C8-C05E-40D0-9E11-5171F007B4CE}"/>
              </a:ext>
            </a:extLst>
          </p:cNvPr>
          <p:cNvSpPr>
            <a:spLocks noGrp="1"/>
          </p:cNvSpPr>
          <p:nvPr/>
        </p:nvSpPr>
        <p:spPr>
          <a:xfrm>
            <a:off x="22365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01_find_only_23">
            <a:extLst>
              <a:ext uri="{FF2B5EF4-FFF2-40B4-BE49-F238E27FC236}">
                <a16:creationId xmlns:a16="http://schemas.microsoft.com/office/drawing/2014/main" id="{1AAFE5C6-5C6F-4BD8-A385-F419206CF13C}"/>
              </a:ext>
            </a:extLst>
          </p:cNvPr>
          <p:cNvSpPr>
            <a:spLocks noGrp="1"/>
          </p:cNvSpPr>
          <p:nvPr/>
        </p:nvSpPr>
        <p:spPr>
          <a:xfrm>
            <a:off x="22516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01_find_only_24">
            <a:extLst>
              <a:ext uri="{FF2B5EF4-FFF2-40B4-BE49-F238E27FC236}">
                <a16:creationId xmlns:a16="http://schemas.microsoft.com/office/drawing/2014/main" id="{7B8351E0-248E-4BDA-BDFA-55C2AD19F7AC}"/>
              </a:ext>
            </a:extLst>
          </p:cNvPr>
          <p:cNvSpPr>
            <a:spLocks noGrp="1"/>
          </p:cNvSpPr>
          <p:nvPr/>
        </p:nvSpPr>
        <p:spPr>
          <a:xfrm>
            <a:off x="2251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01_find_only_25">
            <a:extLst>
              <a:ext uri="{FF2B5EF4-FFF2-40B4-BE49-F238E27FC236}">
                <a16:creationId xmlns:a16="http://schemas.microsoft.com/office/drawing/2014/main" id="{D75891A5-A4D9-4511-94ED-9A8B9AC3F89E}"/>
              </a:ext>
            </a:extLst>
          </p:cNvPr>
          <p:cNvSpPr>
            <a:spLocks noGrp="1"/>
          </p:cNvSpPr>
          <p:nvPr/>
        </p:nvSpPr>
        <p:spPr>
          <a:xfrm>
            <a:off x="2267788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01_find_only_26">
            <a:extLst>
              <a:ext uri="{FF2B5EF4-FFF2-40B4-BE49-F238E27FC236}">
                <a16:creationId xmlns:a16="http://schemas.microsoft.com/office/drawing/2014/main" id="{ED67A4BD-6619-48EB-AA33-42CD9E09BD1B}"/>
              </a:ext>
            </a:extLst>
          </p:cNvPr>
          <p:cNvSpPr>
            <a:spLocks noGrp="1"/>
          </p:cNvSpPr>
          <p:nvPr/>
        </p:nvSpPr>
        <p:spPr>
          <a:xfrm>
            <a:off x="22960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01_find_only_27">
            <a:extLst>
              <a:ext uri="{FF2B5EF4-FFF2-40B4-BE49-F238E27FC236}">
                <a16:creationId xmlns:a16="http://schemas.microsoft.com/office/drawing/2014/main" id="{1E406E0A-F2BB-4060-983C-B130A4C80E69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01_find_only_28">
            <a:extLst>
              <a:ext uri="{FF2B5EF4-FFF2-40B4-BE49-F238E27FC236}">
                <a16:creationId xmlns:a16="http://schemas.microsoft.com/office/drawing/2014/main" id="{B0C1AD3B-CB48-474F-90DA-3BE4FF0128D8}"/>
              </a:ext>
            </a:extLst>
          </p:cNvPr>
          <p:cNvSpPr>
            <a:spLocks noGrp="1"/>
          </p:cNvSpPr>
          <p:nvPr/>
        </p:nvSpPr>
        <p:spPr>
          <a:xfrm>
            <a:off x="224165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01_find_only_29">
            <a:extLst>
              <a:ext uri="{FF2B5EF4-FFF2-40B4-BE49-F238E27FC236}">
                <a16:creationId xmlns:a16="http://schemas.microsoft.com/office/drawing/2014/main" id="{8E742921-C6D9-4B2D-A13B-125586F75864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01_find_only_30">
            <a:extLst>
              <a:ext uri="{FF2B5EF4-FFF2-40B4-BE49-F238E27FC236}">
                <a16:creationId xmlns:a16="http://schemas.microsoft.com/office/drawing/2014/main" id="{166DBB21-0F4E-43C1-827C-E32C5CDF66C4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01_find_only_31">
            <a:extLst>
              <a:ext uri="{FF2B5EF4-FFF2-40B4-BE49-F238E27FC236}">
                <a16:creationId xmlns:a16="http://schemas.microsoft.com/office/drawing/2014/main" id="{55EADB7D-08D3-40BB-8BC1-311A1375A7BD}"/>
              </a:ext>
            </a:extLst>
          </p:cNvPr>
          <p:cNvSpPr>
            <a:spLocks noGrp="1"/>
          </p:cNvSpPr>
          <p:nvPr/>
        </p:nvSpPr>
        <p:spPr>
          <a:xfrm>
            <a:off x="22312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01_find_only_32">
            <a:extLst>
              <a:ext uri="{FF2B5EF4-FFF2-40B4-BE49-F238E27FC236}">
                <a16:creationId xmlns:a16="http://schemas.microsoft.com/office/drawing/2014/main" id="{9AC40AC7-11F7-4E20-AC9A-325BC6E79703}"/>
              </a:ext>
            </a:extLst>
          </p:cNvPr>
          <p:cNvSpPr>
            <a:spLocks noGrp="1"/>
          </p:cNvSpPr>
          <p:nvPr/>
        </p:nvSpPr>
        <p:spPr>
          <a:xfrm>
            <a:off x="23060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01_find_only_33">
            <a:extLst>
              <a:ext uri="{FF2B5EF4-FFF2-40B4-BE49-F238E27FC236}">
                <a16:creationId xmlns:a16="http://schemas.microsoft.com/office/drawing/2014/main" id="{B241028C-6063-46D9-B66E-29ED23E42149}"/>
              </a:ext>
            </a:extLst>
          </p:cNvPr>
          <p:cNvSpPr>
            <a:spLocks noGrp="1"/>
          </p:cNvSpPr>
          <p:nvPr/>
        </p:nvSpPr>
        <p:spPr>
          <a:xfrm>
            <a:off x="2325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ind_only_34">
            <a:extLst>
              <a:ext uri="{FF2B5EF4-FFF2-40B4-BE49-F238E27FC236}">
                <a16:creationId xmlns:a16="http://schemas.microsoft.com/office/drawing/2014/main" id="{84AC9477-671E-4322-A922-41680FF46D7B}"/>
              </a:ext>
            </a:extLst>
          </p:cNvPr>
          <p:cNvSpPr>
            <a:spLocks noGrp="1"/>
          </p:cNvSpPr>
          <p:nvPr/>
        </p:nvSpPr>
        <p:spPr>
          <a:xfrm>
            <a:off x="22674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ind_only_35">
            <a:extLst>
              <a:ext uri="{FF2B5EF4-FFF2-40B4-BE49-F238E27FC236}">
                <a16:creationId xmlns:a16="http://schemas.microsoft.com/office/drawing/2014/main" id="{A90FEBCC-3A8F-47A8-BB2E-E2CA066D7304}"/>
              </a:ext>
            </a:extLst>
          </p:cNvPr>
          <p:cNvSpPr>
            <a:spLocks noGrp="1"/>
          </p:cNvSpPr>
          <p:nvPr/>
        </p:nvSpPr>
        <p:spPr>
          <a:xfrm>
            <a:off x="232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ind_only_36">
            <a:extLst>
              <a:ext uri="{FF2B5EF4-FFF2-40B4-BE49-F238E27FC236}">
                <a16:creationId xmlns:a16="http://schemas.microsoft.com/office/drawing/2014/main" id="{F6BBA956-78C6-45D3-B8EC-2BDE591F1FE8}"/>
              </a:ext>
            </a:extLst>
          </p:cNvPr>
          <p:cNvSpPr>
            <a:spLocks noGrp="1"/>
          </p:cNvSpPr>
          <p:nvPr/>
        </p:nvSpPr>
        <p:spPr>
          <a:xfrm>
            <a:off x="2251563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ind_only_37">
            <a:extLst>
              <a:ext uri="{FF2B5EF4-FFF2-40B4-BE49-F238E27FC236}">
                <a16:creationId xmlns:a16="http://schemas.microsoft.com/office/drawing/2014/main" id="{CB9E3D73-0B35-49F0-9A27-E0E3BF974B5C}"/>
              </a:ext>
            </a:extLst>
          </p:cNvPr>
          <p:cNvSpPr>
            <a:spLocks noGrp="1"/>
          </p:cNvSpPr>
          <p:nvPr/>
        </p:nvSpPr>
        <p:spPr>
          <a:xfrm>
            <a:off x="2270022" y="36692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ind_only_38">
            <a:extLst>
              <a:ext uri="{FF2B5EF4-FFF2-40B4-BE49-F238E27FC236}">
                <a16:creationId xmlns:a16="http://schemas.microsoft.com/office/drawing/2014/main" id="{35FCF9CA-AD63-4DF8-A4A0-E6522E13D7A1}"/>
              </a:ext>
            </a:extLst>
          </p:cNvPr>
          <p:cNvSpPr>
            <a:spLocks noGrp="1"/>
          </p:cNvSpPr>
          <p:nvPr/>
        </p:nvSpPr>
        <p:spPr>
          <a:xfrm>
            <a:off x="229897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ind_only_39">
            <a:extLst>
              <a:ext uri="{FF2B5EF4-FFF2-40B4-BE49-F238E27FC236}">
                <a16:creationId xmlns:a16="http://schemas.microsoft.com/office/drawing/2014/main" id="{59FCCFF7-3D12-4B5D-83F6-E4C7A8D32E1A}"/>
              </a:ext>
            </a:extLst>
          </p:cNvPr>
          <p:cNvSpPr>
            <a:spLocks noGrp="1"/>
          </p:cNvSpPr>
          <p:nvPr/>
        </p:nvSpPr>
        <p:spPr>
          <a:xfrm>
            <a:off x="23163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ind_only_40">
            <a:extLst>
              <a:ext uri="{FF2B5EF4-FFF2-40B4-BE49-F238E27FC236}">
                <a16:creationId xmlns:a16="http://schemas.microsoft.com/office/drawing/2014/main" id="{1818E80E-A5B9-4A76-98D3-8FC5CA32D5CC}"/>
              </a:ext>
            </a:extLst>
          </p:cNvPr>
          <p:cNvSpPr>
            <a:spLocks noGrp="1"/>
          </p:cNvSpPr>
          <p:nvPr/>
        </p:nvSpPr>
        <p:spPr>
          <a:xfrm>
            <a:off x="232578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ind_only_41">
            <a:extLst>
              <a:ext uri="{FF2B5EF4-FFF2-40B4-BE49-F238E27FC236}">
                <a16:creationId xmlns:a16="http://schemas.microsoft.com/office/drawing/2014/main" id="{9784533F-86E7-479C-9843-F586B24F236A}"/>
              </a:ext>
            </a:extLst>
          </p:cNvPr>
          <p:cNvSpPr>
            <a:spLocks noGrp="1"/>
          </p:cNvSpPr>
          <p:nvPr/>
        </p:nvSpPr>
        <p:spPr>
          <a:xfrm>
            <a:off x="22922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ind_only_42">
            <a:extLst>
              <a:ext uri="{FF2B5EF4-FFF2-40B4-BE49-F238E27FC236}">
                <a16:creationId xmlns:a16="http://schemas.microsoft.com/office/drawing/2014/main" id="{95FCC931-DD82-4ED8-BA73-612599BEB8FD}"/>
              </a:ext>
            </a:extLst>
          </p:cNvPr>
          <p:cNvSpPr>
            <a:spLocks noGrp="1"/>
          </p:cNvSpPr>
          <p:nvPr/>
        </p:nvSpPr>
        <p:spPr>
          <a:xfrm>
            <a:off x="2234659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ind_only_43">
            <a:extLst>
              <a:ext uri="{FF2B5EF4-FFF2-40B4-BE49-F238E27FC236}">
                <a16:creationId xmlns:a16="http://schemas.microsoft.com/office/drawing/2014/main" id="{CC9EC987-CBF8-489C-97F4-CD5F31D8365A}"/>
              </a:ext>
            </a:extLst>
          </p:cNvPr>
          <p:cNvSpPr>
            <a:spLocks noGrp="1"/>
          </p:cNvSpPr>
          <p:nvPr/>
        </p:nvSpPr>
        <p:spPr>
          <a:xfrm>
            <a:off x="224903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ind_only_44">
            <a:extLst>
              <a:ext uri="{FF2B5EF4-FFF2-40B4-BE49-F238E27FC236}">
                <a16:creationId xmlns:a16="http://schemas.microsoft.com/office/drawing/2014/main" id="{A53DB29A-6C1C-4A7E-A5B2-87CB8C112695}"/>
              </a:ext>
            </a:extLst>
          </p:cNvPr>
          <p:cNvSpPr>
            <a:spLocks noGrp="1"/>
          </p:cNvSpPr>
          <p:nvPr/>
        </p:nvSpPr>
        <p:spPr>
          <a:xfrm>
            <a:off x="22553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ind_only_45">
            <a:extLst>
              <a:ext uri="{FF2B5EF4-FFF2-40B4-BE49-F238E27FC236}">
                <a16:creationId xmlns:a16="http://schemas.microsoft.com/office/drawing/2014/main" id="{D02104A2-A066-48C1-9254-9DBD843D6051}"/>
              </a:ext>
            </a:extLst>
          </p:cNvPr>
          <p:cNvSpPr>
            <a:spLocks noGrp="1"/>
          </p:cNvSpPr>
          <p:nvPr/>
        </p:nvSpPr>
        <p:spPr>
          <a:xfrm>
            <a:off x="223446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ind_only_46">
            <a:extLst>
              <a:ext uri="{FF2B5EF4-FFF2-40B4-BE49-F238E27FC236}">
                <a16:creationId xmlns:a16="http://schemas.microsoft.com/office/drawing/2014/main" id="{CFE8C616-91D5-4119-B345-1247E37D4D3D}"/>
              </a:ext>
            </a:extLst>
          </p:cNvPr>
          <p:cNvSpPr>
            <a:spLocks noGrp="1"/>
          </p:cNvSpPr>
          <p:nvPr/>
        </p:nvSpPr>
        <p:spPr>
          <a:xfrm>
            <a:off x="223388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ind_only_47">
            <a:extLst>
              <a:ext uri="{FF2B5EF4-FFF2-40B4-BE49-F238E27FC236}">
                <a16:creationId xmlns:a16="http://schemas.microsoft.com/office/drawing/2014/main" id="{95E5CF35-1590-4493-A744-F437AF00E459}"/>
              </a:ext>
            </a:extLst>
          </p:cNvPr>
          <p:cNvSpPr>
            <a:spLocks noGrp="1"/>
          </p:cNvSpPr>
          <p:nvPr/>
        </p:nvSpPr>
        <p:spPr>
          <a:xfrm>
            <a:off x="22527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ind_only_48">
            <a:extLst>
              <a:ext uri="{FF2B5EF4-FFF2-40B4-BE49-F238E27FC236}">
                <a16:creationId xmlns:a16="http://schemas.microsoft.com/office/drawing/2014/main" id="{0BF06AD6-5E05-49D4-8744-BD93E198C685}"/>
              </a:ext>
            </a:extLst>
          </p:cNvPr>
          <p:cNvSpPr>
            <a:spLocks noGrp="1"/>
          </p:cNvSpPr>
          <p:nvPr/>
        </p:nvSpPr>
        <p:spPr>
          <a:xfrm>
            <a:off x="22893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ind_only_49">
            <a:extLst>
              <a:ext uri="{FF2B5EF4-FFF2-40B4-BE49-F238E27FC236}">
                <a16:creationId xmlns:a16="http://schemas.microsoft.com/office/drawing/2014/main" id="{94E88439-B41A-4C8D-92E1-6F89A37CC225}"/>
              </a:ext>
            </a:extLst>
          </p:cNvPr>
          <p:cNvSpPr>
            <a:spLocks noGrp="1"/>
          </p:cNvSpPr>
          <p:nvPr/>
        </p:nvSpPr>
        <p:spPr>
          <a:xfrm>
            <a:off x="22475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ind_only_50">
            <a:extLst>
              <a:ext uri="{FF2B5EF4-FFF2-40B4-BE49-F238E27FC236}">
                <a16:creationId xmlns:a16="http://schemas.microsoft.com/office/drawing/2014/main" id="{C6EE425F-2EFB-4982-AE65-B8B069496E5E}"/>
              </a:ext>
            </a:extLst>
          </p:cNvPr>
          <p:cNvSpPr>
            <a:spLocks noGrp="1"/>
          </p:cNvSpPr>
          <p:nvPr/>
        </p:nvSpPr>
        <p:spPr>
          <a:xfrm>
            <a:off x="22767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ind_only_51">
            <a:extLst>
              <a:ext uri="{FF2B5EF4-FFF2-40B4-BE49-F238E27FC236}">
                <a16:creationId xmlns:a16="http://schemas.microsoft.com/office/drawing/2014/main" id="{64716EED-0FA2-4DB1-AC6E-F693A875518A}"/>
              </a:ext>
            </a:extLst>
          </p:cNvPr>
          <p:cNvSpPr>
            <a:spLocks noGrp="1"/>
          </p:cNvSpPr>
          <p:nvPr/>
        </p:nvSpPr>
        <p:spPr>
          <a:xfrm>
            <a:off x="2266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ind_only_52">
            <a:extLst>
              <a:ext uri="{FF2B5EF4-FFF2-40B4-BE49-F238E27FC236}">
                <a16:creationId xmlns:a16="http://schemas.microsoft.com/office/drawing/2014/main" id="{2C3609B2-37F6-415D-A43E-72AF6BAA06A5}"/>
              </a:ext>
            </a:extLst>
          </p:cNvPr>
          <p:cNvSpPr>
            <a:spLocks noGrp="1"/>
          </p:cNvSpPr>
          <p:nvPr/>
        </p:nvSpPr>
        <p:spPr>
          <a:xfrm>
            <a:off x="23146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ind_only_53">
            <a:extLst>
              <a:ext uri="{FF2B5EF4-FFF2-40B4-BE49-F238E27FC236}">
                <a16:creationId xmlns:a16="http://schemas.microsoft.com/office/drawing/2014/main" id="{93AC4809-75D4-44A8-B786-3788FCE92812}"/>
              </a:ext>
            </a:extLst>
          </p:cNvPr>
          <p:cNvSpPr>
            <a:spLocks noGrp="1"/>
          </p:cNvSpPr>
          <p:nvPr/>
        </p:nvSpPr>
        <p:spPr>
          <a:xfrm>
            <a:off x="2256810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ind_only_54">
            <a:extLst>
              <a:ext uri="{FF2B5EF4-FFF2-40B4-BE49-F238E27FC236}">
                <a16:creationId xmlns:a16="http://schemas.microsoft.com/office/drawing/2014/main" id="{719B737D-6F18-44B4-BF1B-EB7F4499A01D}"/>
              </a:ext>
            </a:extLst>
          </p:cNvPr>
          <p:cNvSpPr>
            <a:spLocks noGrp="1"/>
          </p:cNvSpPr>
          <p:nvPr/>
        </p:nvSpPr>
        <p:spPr>
          <a:xfrm>
            <a:off x="229673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ind_only_55">
            <a:extLst>
              <a:ext uri="{FF2B5EF4-FFF2-40B4-BE49-F238E27FC236}">
                <a16:creationId xmlns:a16="http://schemas.microsoft.com/office/drawing/2014/main" id="{3D7D4CCE-457A-4CF1-8EFF-F72EB1622358}"/>
              </a:ext>
            </a:extLst>
          </p:cNvPr>
          <p:cNvSpPr>
            <a:spLocks noGrp="1"/>
          </p:cNvSpPr>
          <p:nvPr/>
        </p:nvSpPr>
        <p:spPr>
          <a:xfrm>
            <a:off x="22991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ind_only_56">
            <a:extLst>
              <a:ext uri="{FF2B5EF4-FFF2-40B4-BE49-F238E27FC236}">
                <a16:creationId xmlns:a16="http://schemas.microsoft.com/office/drawing/2014/main" id="{48CDDBEE-46F7-4A8F-8B5B-4D065EFD5D25}"/>
              </a:ext>
            </a:extLst>
          </p:cNvPr>
          <p:cNvSpPr>
            <a:spLocks noGrp="1"/>
          </p:cNvSpPr>
          <p:nvPr/>
        </p:nvSpPr>
        <p:spPr>
          <a:xfrm>
            <a:off x="223417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ind_only_57">
            <a:extLst>
              <a:ext uri="{FF2B5EF4-FFF2-40B4-BE49-F238E27FC236}">
                <a16:creationId xmlns:a16="http://schemas.microsoft.com/office/drawing/2014/main" id="{D044E784-A241-4B6F-A23A-30ADCBED39A8}"/>
              </a:ext>
            </a:extLst>
          </p:cNvPr>
          <p:cNvSpPr>
            <a:spLocks noGrp="1"/>
          </p:cNvSpPr>
          <p:nvPr/>
        </p:nvSpPr>
        <p:spPr>
          <a:xfrm>
            <a:off x="23133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ind_only_58">
            <a:extLst>
              <a:ext uri="{FF2B5EF4-FFF2-40B4-BE49-F238E27FC236}">
                <a16:creationId xmlns:a16="http://schemas.microsoft.com/office/drawing/2014/main" id="{0BB71FE0-E335-4912-A18E-1BAB6492F9C8}"/>
              </a:ext>
            </a:extLst>
          </p:cNvPr>
          <p:cNvSpPr>
            <a:spLocks noGrp="1"/>
          </p:cNvSpPr>
          <p:nvPr/>
        </p:nvSpPr>
        <p:spPr>
          <a:xfrm>
            <a:off x="2231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ind_only_59">
            <a:extLst>
              <a:ext uri="{FF2B5EF4-FFF2-40B4-BE49-F238E27FC236}">
                <a16:creationId xmlns:a16="http://schemas.microsoft.com/office/drawing/2014/main" id="{AFBA0733-F523-42FB-9C39-2F2BFC0FE76A}"/>
              </a:ext>
            </a:extLst>
          </p:cNvPr>
          <p:cNvSpPr>
            <a:spLocks noGrp="1"/>
          </p:cNvSpPr>
          <p:nvPr/>
        </p:nvSpPr>
        <p:spPr>
          <a:xfrm>
            <a:off x="2313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ind_only_60">
            <a:extLst>
              <a:ext uri="{FF2B5EF4-FFF2-40B4-BE49-F238E27FC236}">
                <a16:creationId xmlns:a16="http://schemas.microsoft.com/office/drawing/2014/main" id="{6F9B22F7-A492-4721-94B4-A2054B5FA2A7}"/>
              </a:ext>
            </a:extLst>
          </p:cNvPr>
          <p:cNvSpPr>
            <a:spLocks noGrp="1"/>
          </p:cNvSpPr>
          <p:nvPr/>
        </p:nvSpPr>
        <p:spPr>
          <a:xfrm>
            <a:off x="23225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ind_only_61">
            <a:extLst>
              <a:ext uri="{FF2B5EF4-FFF2-40B4-BE49-F238E27FC236}">
                <a16:creationId xmlns:a16="http://schemas.microsoft.com/office/drawing/2014/main" id="{51CF08E8-5D9B-4233-B37A-E31E9CB827FD}"/>
              </a:ext>
            </a:extLst>
          </p:cNvPr>
          <p:cNvSpPr>
            <a:spLocks noGrp="1"/>
          </p:cNvSpPr>
          <p:nvPr/>
        </p:nvSpPr>
        <p:spPr>
          <a:xfrm>
            <a:off x="22899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ind_only_62">
            <a:extLst>
              <a:ext uri="{FF2B5EF4-FFF2-40B4-BE49-F238E27FC236}">
                <a16:creationId xmlns:a16="http://schemas.microsoft.com/office/drawing/2014/main" id="{5934E31D-D7D7-402E-BE2F-8E996DCD5A6B}"/>
              </a:ext>
            </a:extLst>
          </p:cNvPr>
          <p:cNvSpPr>
            <a:spLocks noGrp="1"/>
          </p:cNvSpPr>
          <p:nvPr/>
        </p:nvSpPr>
        <p:spPr>
          <a:xfrm>
            <a:off x="2260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ind_only_63">
            <a:extLst>
              <a:ext uri="{FF2B5EF4-FFF2-40B4-BE49-F238E27FC236}">
                <a16:creationId xmlns:a16="http://schemas.microsoft.com/office/drawing/2014/main" id="{F3E6B4F1-ED0C-4B20-ABB1-8226FCA68175}"/>
              </a:ext>
            </a:extLst>
          </p:cNvPr>
          <p:cNvSpPr>
            <a:spLocks noGrp="1"/>
          </p:cNvSpPr>
          <p:nvPr/>
        </p:nvSpPr>
        <p:spPr>
          <a:xfrm>
            <a:off x="23014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ind_only_64">
            <a:extLst>
              <a:ext uri="{FF2B5EF4-FFF2-40B4-BE49-F238E27FC236}">
                <a16:creationId xmlns:a16="http://schemas.microsoft.com/office/drawing/2014/main" id="{81E01F3A-6681-4C5F-969C-FB8459505680}"/>
              </a:ext>
            </a:extLst>
          </p:cNvPr>
          <p:cNvSpPr>
            <a:spLocks noGrp="1"/>
          </p:cNvSpPr>
          <p:nvPr/>
        </p:nvSpPr>
        <p:spPr>
          <a:xfrm>
            <a:off x="22520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ind_only_65">
            <a:extLst>
              <a:ext uri="{FF2B5EF4-FFF2-40B4-BE49-F238E27FC236}">
                <a16:creationId xmlns:a16="http://schemas.microsoft.com/office/drawing/2014/main" id="{749DE3B5-B211-4C4D-80AB-14ECB3B5D73D}"/>
              </a:ext>
            </a:extLst>
          </p:cNvPr>
          <p:cNvSpPr>
            <a:spLocks noGrp="1"/>
          </p:cNvSpPr>
          <p:nvPr/>
        </p:nvSpPr>
        <p:spPr>
          <a:xfrm>
            <a:off x="227701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ind_only_66">
            <a:extLst>
              <a:ext uri="{FF2B5EF4-FFF2-40B4-BE49-F238E27FC236}">
                <a16:creationId xmlns:a16="http://schemas.microsoft.com/office/drawing/2014/main" id="{AA78EB54-F56E-44D6-8379-5A222513BC71}"/>
              </a:ext>
            </a:extLst>
          </p:cNvPr>
          <p:cNvSpPr>
            <a:spLocks noGrp="1"/>
          </p:cNvSpPr>
          <p:nvPr/>
        </p:nvSpPr>
        <p:spPr>
          <a:xfrm>
            <a:off x="22770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ind_only_67">
            <a:extLst>
              <a:ext uri="{FF2B5EF4-FFF2-40B4-BE49-F238E27FC236}">
                <a16:creationId xmlns:a16="http://schemas.microsoft.com/office/drawing/2014/main" id="{F67264C7-3E69-47FB-92C4-3AE473407B9A}"/>
              </a:ext>
            </a:extLst>
          </p:cNvPr>
          <p:cNvSpPr>
            <a:spLocks noGrp="1"/>
          </p:cNvSpPr>
          <p:nvPr/>
        </p:nvSpPr>
        <p:spPr>
          <a:xfrm>
            <a:off x="2247872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ind_only_68">
            <a:extLst>
              <a:ext uri="{FF2B5EF4-FFF2-40B4-BE49-F238E27FC236}">
                <a16:creationId xmlns:a16="http://schemas.microsoft.com/office/drawing/2014/main" id="{C899F059-5CEC-4E12-BBB2-7AD676F2C8E9}"/>
              </a:ext>
            </a:extLst>
          </p:cNvPr>
          <p:cNvSpPr>
            <a:spLocks noGrp="1"/>
          </p:cNvSpPr>
          <p:nvPr/>
        </p:nvSpPr>
        <p:spPr>
          <a:xfrm>
            <a:off x="231558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ind_only_69">
            <a:extLst>
              <a:ext uri="{FF2B5EF4-FFF2-40B4-BE49-F238E27FC236}">
                <a16:creationId xmlns:a16="http://schemas.microsoft.com/office/drawing/2014/main" id="{56BF14AE-FD6A-4ECD-B50E-3CF9265842B3}"/>
              </a:ext>
            </a:extLst>
          </p:cNvPr>
          <p:cNvSpPr>
            <a:spLocks noGrp="1"/>
          </p:cNvSpPr>
          <p:nvPr/>
        </p:nvSpPr>
        <p:spPr>
          <a:xfrm>
            <a:off x="2262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ind_only_70">
            <a:extLst>
              <a:ext uri="{FF2B5EF4-FFF2-40B4-BE49-F238E27FC236}">
                <a16:creationId xmlns:a16="http://schemas.microsoft.com/office/drawing/2014/main" id="{78D7C170-DF2F-4C8B-9B86-DEDFBD05EF32}"/>
              </a:ext>
            </a:extLst>
          </p:cNvPr>
          <p:cNvSpPr>
            <a:spLocks noGrp="1"/>
          </p:cNvSpPr>
          <p:nvPr/>
        </p:nvSpPr>
        <p:spPr>
          <a:xfrm>
            <a:off x="22718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ind_only_71">
            <a:extLst>
              <a:ext uri="{FF2B5EF4-FFF2-40B4-BE49-F238E27FC236}">
                <a16:creationId xmlns:a16="http://schemas.microsoft.com/office/drawing/2014/main" id="{AD9F5388-E8BC-409E-89D0-BAFB569803C9}"/>
              </a:ext>
            </a:extLst>
          </p:cNvPr>
          <p:cNvSpPr>
            <a:spLocks noGrp="1"/>
          </p:cNvSpPr>
          <p:nvPr/>
        </p:nvSpPr>
        <p:spPr>
          <a:xfrm>
            <a:off x="2324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ind_only_72">
            <a:extLst>
              <a:ext uri="{FF2B5EF4-FFF2-40B4-BE49-F238E27FC236}">
                <a16:creationId xmlns:a16="http://schemas.microsoft.com/office/drawing/2014/main" id="{8274DF92-05C8-486C-B5C9-7CC1CEFFE2B5}"/>
              </a:ext>
            </a:extLst>
          </p:cNvPr>
          <p:cNvSpPr>
            <a:spLocks noGrp="1"/>
          </p:cNvSpPr>
          <p:nvPr/>
        </p:nvSpPr>
        <p:spPr>
          <a:xfrm>
            <a:off x="22957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ind_only_73">
            <a:extLst>
              <a:ext uri="{FF2B5EF4-FFF2-40B4-BE49-F238E27FC236}">
                <a16:creationId xmlns:a16="http://schemas.microsoft.com/office/drawing/2014/main" id="{5AEE47ED-F255-42B4-A585-D7787D4E6B53}"/>
              </a:ext>
            </a:extLst>
          </p:cNvPr>
          <p:cNvSpPr>
            <a:spLocks noGrp="1"/>
          </p:cNvSpPr>
          <p:nvPr/>
        </p:nvSpPr>
        <p:spPr>
          <a:xfrm>
            <a:off x="232141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ind_only_74">
            <a:extLst>
              <a:ext uri="{FF2B5EF4-FFF2-40B4-BE49-F238E27FC236}">
                <a16:creationId xmlns:a16="http://schemas.microsoft.com/office/drawing/2014/main" id="{757A8673-F02E-4B44-B05B-139E6ECC9398}"/>
              </a:ext>
            </a:extLst>
          </p:cNvPr>
          <p:cNvSpPr>
            <a:spLocks noGrp="1"/>
          </p:cNvSpPr>
          <p:nvPr/>
        </p:nvSpPr>
        <p:spPr>
          <a:xfrm>
            <a:off x="22355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ind_only_75">
            <a:extLst>
              <a:ext uri="{FF2B5EF4-FFF2-40B4-BE49-F238E27FC236}">
                <a16:creationId xmlns:a16="http://schemas.microsoft.com/office/drawing/2014/main" id="{3F4E5FF8-7922-4583-A87F-E2E6BBE5AB3A}"/>
              </a:ext>
            </a:extLst>
          </p:cNvPr>
          <p:cNvSpPr>
            <a:spLocks noGrp="1"/>
          </p:cNvSpPr>
          <p:nvPr/>
        </p:nvSpPr>
        <p:spPr>
          <a:xfrm>
            <a:off x="231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ind_only_76">
            <a:extLst>
              <a:ext uri="{FF2B5EF4-FFF2-40B4-BE49-F238E27FC236}">
                <a16:creationId xmlns:a16="http://schemas.microsoft.com/office/drawing/2014/main" id="{C9BA0266-2CF1-4254-AB4E-B77BDC83C3C2}"/>
              </a:ext>
            </a:extLst>
          </p:cNvPr>
          <p:cNvSpPr>
            <a:spLocks noGrp="1"/>
          </p:cNvSpPr>
          <p:nvPr/>
        </p:nvSpPr>
        <p:spPr>
          <a:xfrm>
            <a:off x="2301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ind_only_77">
            <a:extLst>
              <a:ext uri="{FF2B5EF4-FFF2-40B4-BE49-F238E27FC236}">
                <a16:creationId xmlns:a16="http://schemas.microsoft.com/office/drawing/2014/main" id="{D587FE57-5FED-4EA9-8203-E61C36615A2E}"/>
              </a:ext>
            </a:extLst>
          </p:cNvPr>
          <p:cNvSpPr>
            <a:spLocks noGrp="1"/>
          </p:cNvSpPr>
          <p:nvPr/>
        </p:nvSpPr>
        <p:spPr>
          <a:xfrm>
            <a:off x="2267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ind_only_78">
            <a:extLst>
              <a:ext uri="{FF2B5EF4-FFF2-40B4-BE49-F238E27FC236}">
                <a16:creationId xmlns:a16="http://schemas.microsoft.com/office/drawing/2014/main" id="{732811F3-14FF-4B75-8424-08DFB340AE15}"/>
              </a:ext>
            </a:extLst>
          </p:cNvPr>
          <p:cNvSpPr>
            <a:spLocks noGrp="1"/>
          </p:cNvSpPr>
          <p:nvPr/>
        </p:nvSpPr>
        <p:spPr>
          <a:xfrm>
            <a:off x="230519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ind_only_79">
            <a:extLst>
              <a:ext uri="{FF2B5EF4-FFF2-40B4-BE49-F238E27FC236}">
                <a16:creationId xmlns:a16="http://schemas.microsoft.com/office/drawing/2014/main" id="{F6FFC0AC-FD8A-4504-B6DC-731A86FFE841}"/>
              </a:ext>
            </a:extLst>
          </p:cNvPr>
          <p:cNvSpPr>
            <a:spLocks noGrp="1"/>
          </p:cNvSpPr>
          <p:nvPr/>
        </p:nvSpPr>
        <p:spPr>
          <a:xfrm>
            <a:off x="23253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ind_only_80">
            <a:extLst>
              <a:ext uri="{FF2B5EF4-FFF2-40B4-BE49-F238E27FC236}">
                <a16:creationId xmlns:a16="http://schemas.microsoft.com/office/drawing/2014/main" id="{A0BDD9A4-3B13-4B2A-9571-6B3EA966D333}"/>
              </a:ext>
            </a:extLst>
          </p:cNvPr>
          <p:cNvSpPr>
            <a:spLocks noGrp="1"/>
          </p:cNvSpPr>
          <p:nvPr/>
        </p:nvSpPr>
        <p:spPr>
          <a:xfrm>
            <a:off x="229499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ind_only_81">
            <a:extLst>
              <a:ext uri="{FF2B5EF4-FFF2-40B4-BE49-F238E27FC236}">
                <a16:creationId xmlns:a16="http://schemas.microsoft.com/office/drawing/2014/main" id="{95F5AF6F-66E2-410E-8E42-4A0E91596B33}"/>
              </a:ext>
            </a:extLst>
          </p:cNvPr>
          <p:cNvSpPr>
            <a:spLocks noGrp="1"/>
          </p:cNvSpPr>
          <p:nvPr/>
        </p:nvSpPr>
        <p:spPr>
          <a:xfrm>
            <a:off x="23024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ind_only_82">
            <a:extLst>
              <a:ext uri="{FF2B5EF4-FFF2-40B4-BE49-F238E27FC236}">
                <a16:creationId xmlns:a16="http://schemas.microsoft.com/office/drawing/2014/main" id="{11701A4D-5E10-447F-9E64-9E2629818E8E}"/>
              </a:ext>
            </a:extLst>
          </p:cNvPr>
          <p:cNvSpPr>
            <a:spLocks noGrp="1"/>
          </p:cNvSpPr>
          <p:nvPr/>
        </p:nvSpPr>
        <p:spPr>
          <a:xfrm>
            <a:off x="230159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ind_only_83">
            <a:extLst>
              <a:ext uri="{FF2B5EF4-FFF2-40B4-BE49-F238E27FC236}">
                <a16:creationId xmlns:a16="http://schemas.microsoft.com/office/drawing/2014/main" id="{ACBB1609-9650-4B2E-8605-0C214314F8BC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ind_only_84">
            <a:extLst>
              <a:ext uri="{FF2B5EF4-FFF2-40B4-BE49-F238E27FC236}">
                <a16:creationId xmlns:a16="http://schemas.microsoft.com/office/drawing/2014/main" id="{DD8A61BC-8586-4244-9C36-908086FF57DD}"/>
              </a:ext>
            </a:extLst>
          </p:cNvPr>
          <p:cNvSpPr>
            <a:spLocks noGrp="1"/>
          </p:cNvSpPr>
          <p:nvPr/>
        </p:nvSpPr>
        <p:spPr>
          <a:xfrm>
            <a:off x="2258947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ind_only_85">
            <a:extLst>
              <a:ext uri="{FF2B5EF4-FFF2-40B4-BE49-F238E27FC236}">
                <a16:creationId xmlns:a16="http://schemas.microsoft.com/office/drawing/2014/main" id="{08794C4F-0F8F-49C8-A05C-10921E407609}"/>
              </a:ext>
            </a:extLst>
          </p:cNvPr>
          <p:cNvSpPr>
            <a:spLocks noGrp="1"/>
          </p:cNvSpPr>
          <p:nvPr/>
        </p:nvSpPr>
        <p:spPr>
          <a:xfrm>
            <a:off x="2318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ind_only_86">
            <a:extLst>
              <a:ext uri="{FF2B5EF4-FFF2-40B4-BE49-F238E27FC236}">
                <a16:creationId xmlns:a16="http://schemas.microsoft.com/office/drawing/2014/main" id="{509377C6-B7A3-4A89-A1AB-12143339E6A5}"/>
              </a:ext>
            </a:extLst>
          </p:cNvPr>
          <p:cNvSpPr>
            <a:spLocks noGrp="1"/>
          </p:cNvSpPr>
          <p:nvPr/>
        </p:nvSpPr>
        <p:spPr>
          <a:xfrm>
            <a:off x="224864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ind_only_87">
            <a:extLst>
              <a:ext uri="{FF2B5EF4-FFF2-40B4-BE49-F238E27FC236}">
                <a16:creationId xmlns:a16="http://schemas.microsoft.com/office/drawing/2014/main" id="{2E37F5A9-99AD-4244-B65F-C79507043683}"/>
              </a:ext>
            </a:extLst>
          </p:cNvPr>
          <p:cNvSpPr>
            <a:spLocks noGrp="1"/>
          </p:cNvSpPr>
          <p:nvPr/>
        </p:nvSpPr>
        <p:spPr>
          <a:xfrm>
            <a:off x="224787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ind_only_88">
            <a:extLst>
              <a:ext uri="{FF2B5EF4-FFF2-40B4-BE49-F238E27FC236}">
                <a16:creationId xmlns:a16="http://schemas.microsoft.com/office/drawing/2014/main" id="{4D34C9F1-2C87-4DE5-90C5-B70653D9A473}"/>
              </a:ext>
            </a:extLst>
          </p:cNvPr>
          <p:cNvSpPr>
            <a:spLocks noGrp="1"/>
          </p:cNvSpPr>
          <p:nvPr/>
        </p:nvSpPr>
        <p:spPr>
          <a:xfrm>
            <a:off x="225224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ind_only_89">
            <a:extLst>
              <a:ext uri="{FF2B5EF4-FFF2-40B4-BE49-F238E27FC236}">
                <a16:creationId xmlns:a16="http://schemas.microsoft.com/office/drawing/2014/main" id="{A61341CB-DB2F-4F6B-B492-D97EB66B580B}"/>
              </a:ext>
            </a:extLst>
          </p:cNvPr>
          <p:cNvSpPr>
            <a:spLocks noGrp="1"/>
          </p:cNvSpPr>
          <p:nvPr/>
        </p:nvSpPr>
        <p:spPr>
          <a:xfrm>
            <a:off x="231995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ind_only_90">
            <a:extLst>
              <a:ext uri="{FF2B5EF4-FFF2-40B4-BE49-F238E27FC236}">
                <a16:creationId xmlns:a16="http://schemas.microsoft.com/office/drawing/2014/main" id="{A0CF0886-AC17-4844-A288-3A21C7833427}"/>
              </a:ext>
            </a:extLst>
          </p:cNvPr>
          <p:cNvSpPr>
            <a:spLocks noGrp="1"/>
          </p:cNvSpPr>
          <p:nvPr/>
        </p:nvSpPr>
        <p:spPr>
          <a:xfrm>
            <a:off x="230965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ind_only_91">
            <a:extLst>
              <a:ext uri="{FF2B5EF4-FFF2-40B4-BE49-F238E27FC236}">
                <a16:creationId xmlns:a16="http://schemas.microsoft.com/office/drawing/2014/main" id="{C8BD02F9-2D3C-473D-8590-1AE24480926A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ind_only_92">
            <a:extLst>
              <a:ext uri="{FF2B5EF4-FFF2-40B4-BE49-F238E27FC236}">
                <a16:creationId xmlns:a16="http://schemas.microsoft.com/office/drawing/2014/main" id="{D97937FA-91B6-4E4D-94B6-0577A3DE2B28}"/>
              </a:ext>
            </a:extLst>
          </p:cNvPr>
          <p:cNvSpPr>
            <a:spLocks noGrp="1"/>
          </p:cNvSpPr>
          <p:nvPr/>
        </p:nvSpPr>
        <p:spPr>
          <a:xfrm>
            <a:off x="2301790" y="36128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ind_only_93">
            <a:extLst>
              <a:ext uri="{FF2B5EF4-FFF2-40B4-BE49-F238E27FC236}">
                <a16:creationId xmlns:a16="http://schemas.microsoft.com/office/drawing/2014/main" id="{C09F58C0-C440-49B9-92C7-F33661610C18}"/>
              </a:ext>
            </a:extLst>
          </p:cNvPr>
          <p:cNvSpPr>
            <a:spLocks noGrp="1"/>
          </p:cNvSpPr>
          <p:nvPr/>
        </p:nvSpPr>
        <p:spPr>
          <a:xfrm>
            <a:off x="230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ind_only_94">
            <a:extLst>
              <a:ext uri="{FF2B5EF4-FFF2-40B4-BE49-F238E27FC236}">
                <a16:creationId xmlns:a16="http://schemas.microsoft.com/office/drawing/2014/main" id="{0E9D8887-7131-4538-977F-E448EB0A6E0F}"/>
              </a:ext>
            </a:extLst>
          </p:cNvPr>
          <p:cNvSpPr>
            <a:spLocks noGrp="1"/>
          </p:cNvSpPr>
          <p:nvPr/>
        </p:nvSpPr>
        <p:spPr>
          <a:xfrm>
            <a:off x="23176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ind_only_95">
            <a:extLst>
              <a:ext uri="{FF2B5EF4-FFF2-40B4-BE49-F238E27FC236}">
                <a16:creationId xmlns:a16="http://schemas.microsoft.com/office/drawing/2014/main" id="{4B5AD29A-03B7-4503-885F-E8B1836732F8}"/>
              </a:ext>
            </a:extLst>
          </p:cNvPr>
          <p:cNvSpPr>
            <a:spLocks noGrp="1"/>
          </p:cNvSpPr>
          <p:nvPr/>
        </p:nvSpPr>
        <p:spPr>
          <a:xfrm>
            <a:off x="2246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ind_only_96">
            <a:extLst>
              <a:ext uri="{FF2B5EF4-FFF2-40B4-BE49-F238E27FC236}">
                <a16:creationId xmlns:a16="http://schemas.microsoft.com/office/drawing/2014/main" id="{6A91F38F-32FC-4C24-B7BD-0454542ABBB0}"/>
              </a:ext>
            </a:extLst>
          </p:cNvPr>
          <p:cNvSpPr>
            <a:spLocks noGrp="1"/>
          </p:cNvSpPr>
          <p:nvPr/>
        </p:nvSpPr>
        <p:spPr>
          <a:xfrm>
            <a:off x="22539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ind_only_97">
            <a:extLst>
              <a:ext uri="{FF2B5EF4-FFF2-40B4-BE49-F238E27FC236}">
                <a16:creationId xmlns:a16="http://schemas.microsoft.com/office/drawing/2014/main" id="{29F803AE-C4B1-4403-A8A6-8059BA746DC7}"/>
              </a:ext>
            </a:extLst>
          </p:cNvPr>
          <p:cNvSpPr>
            <a:spLocks noGrp="1"/>
          </p:cNvSpPr>
          <p:nvPr/>
        </p:nvSpPr>
        <p:spPr>
          <a:xfrm>
            <a:off x="2300139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ind_only_98">
            <a:extLst>
              <a:ext uri="{FF2B5EF4-FFF2-40B4-BE49-F238E27FC236}">
                <a16:creationId xmlns:a16="http://schemas.microsoft.com/office/drawing/2014/main" id="{6C1ED081-672B-4002-BA95-9B8C73859D31}"/>
              </a:ext>
            </a:extLst>
          </p:cNvPr>
          <p:cNvSpPr>
            <a:spLocks noGrp="1"/>
          </p:cNvSpPr>
          <p:nvPr/>
        </p:nvSpPr>
        <p:spPr>
          <a:xfrm>
            <a:off x="225127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ind_only_99">
            <a:extLst>
              <a:ext uri="{FF2B5EF4-FFF2-40B4-BE49-F238E27FC236}">
                <a16:creationId xmlns:a16="http://schemas.microsoft.com/office/drawing/2014/main" id="{CBBAD634-713B-4CB4-9894-73DC031F4B39}"/>
              </a:ext>
            </a:extLst>
          </p:cNvPr>
          <p:cNvSpPr>
            <a:spLocks noGrp="1"/>
          </p:cNvSpPr>
          <p:nvPr/>
        </p:nvSpPr>
        <p:spPr>
          <a:xfrm>
            <a:off x="226069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ind_only_100">
            <a:extLst>
              <a:ext uri="{FF2B5EF4-FFF2-40B4-BE49-F238E27FC236}">
                <a16:creationId xmlns:a16="http://schemas.microsoft.com/office/drawing/2014/main" id="{093BAC22-8DA7-4CAA-BCE7-B79454A12F43}"/>
              </a:ext>
            </a:extLst>
          </p:cNvPr>
          <p:cNvSpPr>
            <a:spLocks noGrp="1"/>
          </p:cNvSpPr>
          <p:nvPr/>
        </p:nvSpPr>
        <p:spPr>
          <a:xfrm>
            <a:off x="2244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ind_only_101">
            <a:extLst>
              <a:ext uri="{FF2B5EF4-FFF2-40B4-BE49-F238E27FC236}">
                <a16:creationId xmlns:a16="http://schemas.microsoft.com/office/drawing/2014/main" id="{B0633225-0E0B-4F88-8C95-0DA7C41B2F6B}"/>
              </a:ext>
            </a:extLst>
          </p:cNvPr>
          <p:cNvSpPr>
            <a:spLocks noGrp="1"/>
          </p:cNvSpPr>
          <p:nvPr/>
        </p:nvSpPr>
        <p:spPr>
          <a:xfrm>
            <a:off x="22550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ind_only_102">
            <a:extLst>
              <a:ext uri="{FF2B5EF4-FFF2-40B4-BE49-F238E27FC236}">
                <a16:creationId xmlns:a16="http://schemas.microsoft.com/office/drawing/2014/main" id="{D91721DE-28CC-4E99-8E5E-57C3D930E70E}"/>
              </a:ext>
            </a:extLst>
          </p:cNvPr>
          <p:cNvSpPr>
            <a:spLocks noGrp="1"/>
          </p:cNvSpPr>
          <p:nvPr/>
        </p:nvSpPr>
        <p:spPr>
          <a:xfrm>
            <a:off x="225885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ind_only_103">
            <a:extLst>
              <a:ext uri="{FF2B5EF4-FFF2-40B4-BE49-F238E27FC236}">
                <a16:creationId xmlns:a16="http://schemas.microsoft.com/office/drawing/2014/main" id="{72CE357B-266C-4E0B-9BE2-5FEC976242D4}"/>
              </a:ext>
            </a:extLst>
          </p:cNvPr>
          <p:cNvSpPr>
            <a:spLocks noGrp="1"/>
          </p:cNvSpPr>
          <p:nvPr/>
        </p:nvSpPr>
        <p:spPr>
          <a:xfrm>
            <a:off x="23191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ind_only_104">
            <a:extLst>
              <a:ext uri="{FF2B5EF4-FFF2-40B4-BE49-F238E27FC236}">
                <a16:creationId xmlns:a16="http://schemas.microsoft.com/office/drawing/2014/main" id="{0B120530-EF9F-45F3-AE62-C34F35E0DF54}"/>
              </a:ext>
            </a:extLst>
          </p:cNvPr>
          <p:cNvSpPr>
            <a:spLocks noGrp="1"/>
          </p:cNvSpPr>
          <p:nvPr/>
        </p:nvSpPr>
        <p:spPr>
          <a:xfrm>
            <a:off x="22779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ind_only_105">
            <a:extLst>
              <a:ext uri="{FF2B5EF4-FFF2-40B4-BE49-F238E27FC236}">
                <a16:creationId xmlns:a16="http://schemas.microsoft.com/office/drawing/2014/main" id="{FBB26C85-5DFE-4551-88B7-9698D809D60C}"/>
              </a:ext>
            </a:extLst>
          </p:cNvPr>
          <p:cNvSpPr>
            <a:spLocks noGrp="1"/>
          </p:cNvSpPr>
          <p:nvPr/>
        </p:nvSpPr>
        <p:spPr>
          <a:xfrm>
            <a:off x="22463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ind_only_106">
            <a:extLst>
              <a:ext uri="{FF2B5EF4-FFF2-40B4-BE49-F238E27FC236}">
                <a16:creationId xmlns:a16="http://schemas.microsoft.com/office/drawing/2014/main" id="{330FAB57-CB4B-4AC2-A352-AD4F638E9703}"/>
              </a:ext>
            </a:extLst>
          </p:cNvPr>
          <p:cNvSpPr>
            <a:spLocks noGrp="1"/>
          </p:cNvSpPr>
          <p:nvPr/>
        </p:nvSpPr>
        <p:spPr>
          <a:xfrm>
            <a:off x="2260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ind_only_107">
            <a:extLst>
              <a:ext uri="{FF2B5EF4-FFF2-40B4-BE49-F238E27FC236}">
                <a16:creationId xmlns:a16="http://schemas.microsoft.com/office/drawing/2014/main" id="{622846F6-536E-4E13-B79C-8D2D8C7E3A27}"/>
              </a:ext>
            </a:extLst>
          </p:cNvPr>
          <p:cNvSpPr>
            <a:spLocks noGrp="1"/>
          </p:cNvSpPr>
          <p:nvPr/>
        </p:nvSpPr>
        <p:spPr>
          <a:xfrm>
            <a:off x="2314129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ind_only_108">
            <a:extLst>
              <a:ext uri="{FF2B5EF4-FFF2-40B4-BE49-F238E27FC236}">
                <a16:creationId xmlns:a16="http://schemas.microsoft.com/office/drawing/2014/main" id="{0E5DC43C-C060-4500-9124-A93AA9A6A371}"/>
              </a:ext>
            </a:extLst>
          </p:cNvPr>
          <p:cNvSpPr>
            <a:spLocks noGrp="1"/>
          </p:cNvSpPr>
          <p:nvPr/>
        </p:nvSpPr>
        <p:spPr>
          <a:xfrm>
            <a:off x="2295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ind_only_109">
            <a:extLst>
              <a:ext uri="{FF2B5EF4-FFF2-40B4-BE49-F238E27FC236}">
                <a16:creationId xmlns:a16="http://schemas.microsoft.com/office/drawing/2014/main" id="{E9E1E4F8-E53F-4F65-B7B7-2BE639B528C6}"/>
              </a:ext>
            </a:extLst>
          </p:cNvPr>
          <p:cNvSpPr>
            <a:spLocks noGrp="1"/>
          </p:cNvSpPr>
          <p:nvPr/>
        </p:nvSpPr>
        <p:spPr>
          <a:xfrm>
            <a:off x="2313740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ind_only_110">
            <a:extLst>
              <a:ext uri="{FF2B5EF4-FFF2-40B4-BE49-F238E27FC236}">
                <a16:creationId xmlns:a16="http://schemas.microsoft.com/office/drawing/2014/main" id="{89E8CF04-3FA0-4E19-9970-C25CE5E6146F}"/>
              </a:ext>
            </a:extLst>
          </p:cNvPr>
          <p:cNvSpPr>
            <a:spLocks noGrp="1"/>
          </p:cNvSpPr>
          <p:nvPr/>
        </p:nvSpPr>
        <p:spPr>
          <a:xfrm>
            <a:off x="22522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ind_only_111">
            <a:extLst>
              <a:ext uri="{FF2B5EF4-FFF2-40B4-BE49-F238E27FC236}">
                <a16:creationId xmlns:a16="http://schemas.microsoft.com/office/drawing/2014/main" id="{28D549B0-620C-4603-BB55-142BC83AB7F4}"/>
              </a:ext>
            </a:extLst>
          </p:cNvPr>
          <p:cNvSpPr>
            <a:spLocks noGrp="1"/>
          </p:cNvSpPr>
          <p:nvPr/>
        </p:nvSpPr>
        <p:spPr>
          <a:xfrm>
            <a:off x="227050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ind_only_112">
            <a:extLst>
              <a:ext uri="{FF2B5EF4-FFF2-40B4-BE49-F238E27FC236}">
                <a16:creationId xmlns:a16="http://schemas.microsoft.com/office/drawing/2014/main" id="{360208C8-C364-4824-AC9C-831097E2ECA7}"/>
              </a:ext>
            </a:extLst>
          </p:cNvPr>
          <p:cNvSpPr>
            <a:spLocks noGrp="1"/>
          </p:cNvSpPr>
          <p:nvPr/>
        </p:nvSpPr>
        <p:spPr>
          <a:xfrm>
            <a:off x="231442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ind_only_113">
            <a:extLst>
              <a:ext uri="{FF2B5EF4-FFF2-40B4-BE49-F238E27FC236}">
                <a16:creationId xmlns:a16="http://schemas.microsoft.com/office/drawing/2014/main" id="{43E25369-4B70-4E7A-B63D-DF85C2A11DD3}"/>
              </a:ext>
            </a:extLst>
          </p:cNvPr>
          <p:cNvSpPr>
            <a:spLocks noGrp="1"/>
          </p:cNvSpPr>
          <p:nvPr/>
        </p:nvSpPr>
        <p:spPr>
          <a:xfrm>
            <a:off x="23145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ind_only_114">
            <a:extLst>
              <a:ext uri="{FF2B5EF4-FFF2-40B4-BE49-F238E27FC236}">
                <a16:creationId xmlns:a16="http://schemas.microsoft.com/office/drawing/2014/main" id="{8A29B7BA-B0F7-4E73-AA5F-0CF541D87FF2}"/>
              </a:ext>
            </a:extLst>
          </p:cNvPr>
          <p:cNvSpPr>
            <a:spLocks noGrp="1"/>
          </p:cNvSpPr>
          <p:nvPr/>
        </p:nvSpPr>
        <p:spPr>
          <a:xfrm>
            <a:off x="23084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ind_only_115">
            <a:extLst>
              <a:ext uri="{FF2B5EF4-FFF2-40B4-BE49-F238E27FC236}">
                <a16:creationId xmlns:a16="http://schemas.microsoft.com/office/drawing/2014/main" id="{140F5D43-BAEF-4B5B-A55F-4C1F01087EFC}"/>
              </a:ext>
            </a:extLst>
          </p:cNvPr>
          <p:cNvSpPr>
            <a:spLocks noGrp="1"/>
          </p:cNvSpPr>
          <p:nvPr/>
        </p:nvSpPr>
        <p:spPr>
          <a:xfrm>
            <a:off x="23170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ind_only_116">
            <a:extLst>
              <a:ext uri="{FF2B5EF4-FFF2-40B4-BE49-F238E27FC236}">
                <a16:creationId xmlns:a16="http://schemas.microsoft.com/office/drawing/2014/main" id="{9AA4170B-77C5-4084-9AAA-3DF80E15797B}"/>
              </a:ext>
            </a:extLst>
          </p:cNvPr>
          <p:cNvSpPr>
            <a:spLocks noGrp="1"/>
          </p:cNvSpPr>
          <p:nvPr/>
        </p:nvSpPr>
        <p:spPr>
          <a:xfrm>
            <a:off x="226118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ind_only_117">
            <a:extLst>
              <a:ext uri="{FF2B5EF4-FFF2-40B4-BE49-F238E27FC236}">
                <a16:creationId xmlns:a16="http://schemas.microsoft.com/office/drawing/2014/main" id="{6B7B692C-069C-45BD-BFAD-BC59245D3E85}"/>
              </a:ext>
            </a:extLst>
          </p:cNvPr>
          <p:cNvSpPr>
            <a:spLocks noGrp="1"/>
          </p:cNvSpPr>
          <p:nvPr/>
        </p:nvSpPr>
        <p:spPr>
          <a:xfrm>
            <a:off x="2246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ind_only_118">
            <a:extLst>
              <a:ext uri="{FF2B5EF4-FFF2-40B4-BE49-F238E27FC236}">
                <a16:creationId xmlns:a16="http://schemas.microsoft.com/office/drawing/2014/main" id="{52018E54-55DB-46D3-80A9-5C1477B376E5}"/>
              </a:ext>
            </a:extLst>
          </p:cNvPr>
          <p:cNvSpPr>
            <a:spLocks noGrp="1"/>
          </p:cNvSpPr>
          <p:nvPr/>
        </p:nvSpPr>
        <p:spPr>
          <a:xfrm>
            <a:off x="23030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ind_only_119">
            <a:extLst>
              <a:ext uri="{FF2B5EF4-FFF2-40B4-BE49-F238E27FC236}">
                <a16:creationId xmlns:a16="http://schemas.microsoft.com/office/drawing/2014/main" id="{241834CF-748A-4EC5-9D53-2A7B4DB7CC09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ind_only_120">
            <a:extLst>
              <a:ext uri="{FF2B5EF4-FFF2-40B4-BE49-F238E27FC236}">
                <a16:creationId xmlns:a16="http://schemas.microsoft.com/office/drawing/2014/main" id="{71D54AF1-78AC-40CD-BE36-CBBFACD340C4}"/>
              </a:ext>
            </a:extLst>
          </p:cNvPr>
          <p:cNvSpPr>
            <a:spLocks noGrp="1"/>
          </p:cNvSpPr>
          <p:nvPr/>
        </p:nvSpPr>
        <p:spPr>
          <a:xfrm>
            <a:off x="22480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ind_only_121">
            <a:extLst>
              <a:ext uri="{FF2B5EF4-FFF2-40B4-BE49-F238E27FC236}">
                <a16:creationId xmlns:a16="http://schemas.microsoft.com/office/drawing/2014/main" id="{6E4E3BC7-CD90-4A7F-A67E-3C8A296DB875}"/>
              </a:ext>
            </a:extLst>
          </p:cNvPr>
          <p:cNvSpPr>
            <a:spLocks noGrp="1"/>
          </p:cNvSpPr>
          <p:nvPr/>
        </p:nvSpPr>
        <p:spPr>
          <a:xfrm>
            <a:off x="23054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ind_only_122">
            <a:extLst>
              <a:ext uri="{FF2B5EF4-FFF2-40B4-BE49-F238E27FC236}">
                <a16:creationId xmlns:a16="http://schemas.microsoft.com/office/drawing/2014/main" id="{1B618FA2-7D60-4AF1-A99C-7AB649650219}"/>
              </a:ext>
            </a:extLst>
          </p:cNvPr>
          <p:cNvSpPr>
            <a:spLocks noGrp="1"/>
          </p:cNvSpPr>
          <p:nvPr/>
        </p:nvSpPr>
        <p:spPr>
          <a:xfrm>
            <a:off x="2242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ind_only_123">
            <a:extLst>
              <a:ext uri="{FF2B5EF4-FFF2-40B4-BE49-F238E27FC236}">
                <a16:creationId xmlns:a16="http://schemas.microsoft.com/office/drawing/2014/main" id="{C4461B9C-5DF0-469F-9874-EA96E022E06B}"/>
              </a:ext>
            </a:extLst>
          </p:cNvPr>
          <p:cNvSpPr>
            <a:spLocks noGrp="1"/>
          </p:cNvSpPr>
          <p:nvPr/>
        </p:nvSpPr>
        <p:spPr>
          <a:xfrm>
            <a:off x="2324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ind_only_124">
            <a:extLst>
              <a:ext uri="{FF2B5EF4-FFF2-40B4-BE49-F238E27FC236}">
                <a16:creationId xmlns:a16="http://schemas.microsoft.com/office/drawing/2014/main" id="{86A3E8C5-483E-49DE-BBCD-DC8D6DA966EA}"/>
              </a:ext>
            </a:extLst>
          </p:cNvPr>
          <p:cNvSpPr>
            <a:spLocks noGrp="1"/>
          </p:cNvSpPr>
          <p:nvPr/>
        </p:nvSpPr>
        <p:spPr>
          <a:xfrm>
            <a:off x="23092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ind_only_125">
            <a:extLst>
              <a:ext uri="{FF2B5EF4-FFF2-40B4-BE49-F238E27FC236}">
                <a16:creationId xmlns:a16="http://schemas.microsoft.com/office/drawing/2014/main" id="{806EFCA2-40F5-4988-8ED5-8997112866DE}"/>
              </a:ext>
            </a:extLst>
          </p:cNvPr>
          <p:cNvSpPr>
            <a:spLocks noGrp="1"/>
          </p:cNvSpPr>
          <p:nvPr/>
        </p:nvSpPr>
        <p:spPr>
          <a:xfrm>
            <a:off x="22741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ind_only_126">
            <a:extLst>
              <a:ext uri="{FF2B5EF4-FFF2-40B4-BE49-F238E27FC236}">
                <a16:creationId xmlns:a16="http://schemas.microsoft.com/office/drawing/2014/main" id="{19EADA21-A634-4185-B178-465E539DBF30}"/>
              </a:ext>
            </a:extLst>
          </p:cNvPr>
          <p:cNvSpPr>
            <a:spLocks noGrp="1"/>
          </p:cNvSpPr>
          <p:nvPr/>
        </p:nvSpPr>
        <p:spPr>
          <a:xfrm>
            <a:off x="22576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ind_only_127">
            <a:extLst>
              <a:ext uri="{FF2B5EF4-FFF2-40B4-BE49-F238E27FC236}">
                <a16:creationId xmlns:a16="http://schemas.microsoft.com/office/drawing/2014/main" id="{4561625E-8F19-4BB5-A0FB-CBD79064087D}"/>
              </a:ext>
            </a:extLst>
          </p:cNvPr>
          <p:cNvSpPr>
            <a:spLocks noGrp="1"/>
          </p:cNvSpPr>
          <p:nvPr/>
        </p:nvSpPr>
        <p:spPr>
          <a:xfrm>
            <a:off x="2322678" y="36027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ind_only_128">
            <a:extLst>
              <a:ext uri="{FF2B5EF4-FFF2-40B4-BE49-F238E27FC236}">
                <a16:creationId xmlns:a16="http://schemas.microsoft.com/office/drawing/2014/main" id="{D5514286-8DB1-448B-8D17-C3547F14D978}"/>
              </a:ext>
            </a:extLst>
          </p:cNvPr>
          <p:cNvSpPr>
            <a:spLocks noGrp="1"/>
          </p:cNvSpPr>
          <p:nvPr/>
        </p:nvSpPr>
        <p:spPr>
          <a:xfrm>
            <a:off x="232685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ind_only_129">
            <a:extLst>
              <a:ext uri="{FF2B5EF4-FFF2-40B4-BE49-F238E27FC236}">
                <a16:creationId xmlns:a16="http://schemas.microsoft.com/office/drawing/2014/main" id="{E8301272-EAAC-424B-9756-EA96E9F7A74C}"/>
              </a:ext>
            </a:extLst>
          </p:cNvPr>
          <p:cNvSpPr>
            <a:spLocks noGrp="1"/>
          </p:cNvSpPr>
          <p:nvPr/>
        </p:nvSpPr>
        <p:spPr>
          <a:xfrm>
            <a:off x="2291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ind_only_130">
            <a:extLst>
              <a:ext uri="{FF2B5EF4-FFF2-40B4-BE49-F238E27FC236}">
                <a16:creationId xmlns:a16="http://schemas.microsoft.com/office/drawing/2014/main" id="{84C7ECAD-53BF-4942-80BA-6173B6A5485E}"/>
              </a:ext>
            </a:extLst>
          </p:cNvPr>
          <p:cNvSpPr>
            <a:spLocks noGrp="1"/>
          </p:cNvSpPr>
          <p:nvPr/>
        </p:nvSpPr>
        <p:spPr>
          <a:xfrm>
            <a:off x="23137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ind_only_131">
            <a:extLst>
              <a:ext uri="{FF2B5EF4-FFF2-40B4-BE49-F238E27FC236}">
                <a16:creationId xmlns:a16="http://schemas.microsoft.com/office/drawing/2014/main" id="{5D877337-F8CD-45A7-93A0-518B2B96CABA}"/>
              </a:ext>
            </a:extLst>
          </p:cNvPr>
          <p:cNvSpPr>
            <a:spLocks noGrp="1"/>
          </p:cNvSpPr>
          <p:nvPr/>
        </p:nvSpPr>
        <p:spPr>
          <a:xfrm>
            <a:off x="224563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ind_only_132">
            <a:extLst>
              <a:ext uri="{FF2B5EF4-FFF2-40B4-BE49-F238E27FC236}">
                <a16:creationId xmlns:a16="http://schemas.microsoft.com/office/drawing/2014/main" id="{F861FA86-F8A8-4EA5-B48E-B55B772A43FD}"/>
              </a:ext>
            </a:extLst>
          </p:cNvPr>
          <p:cNvSpPr>
            <a:spLocks noGrp="1"/>
          </p:cNvSpPr>
          <p:nvPr/>
        </p:nvSpPr>
        <p:spPr>
          <a:xfrm>
            <a:off x="2273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ind_only_133">
            <a:extLst>
              <a:ext uri="{FF2B5EF4-FFF2-40B4-BE49-F238E27FC236}">
                <a16:creationId xmlns:a16="http://schemas.microsoft.com/office/drawing/2014/main" id="{0C8D8780-BDB4-4E69-BBA0-FC8D18865592}"/>
              </a:ext>
            </a:extLst>
          </p:cNvPr>
          <p:cNvSpPr>
            <a:spLocks noGrp="1"/>
          </p:cNvSpPr>
          <p:nvPr/>
        </p:nvSpPr>
        <p:spPr>
          <a:xfrm>
            <a:off x="230771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ind_only_134">
            <a:extLst>
              <a:ext uri="{FF2B5EF4-FFF2-40B4-BE49-F238E27FC236}">
                <a16:creationId xmlns:a16="http://schemas.microsoft.com/office/drawing/2014/main" id="{04EBA921-2BA6-4E46-B42C-1CD49E82641B}"/>
              </a:ext>
            </a:extLst>
          </p:cNvPr>
          <p:cNvSpPr>
            <a:spLocks noGrp="1"/>
          </p:cNvSpPr>
          <p:nvPr/>
        </p:nvSpPr>
        <p:spPr>
          <a:xfrm>
            <a:off x="22397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ind_only_135">
            <a:extLst>
              <a:ext uri="{FF2B5EF4-FFF2-40B4-BE49-F238E27FC236}">
                <a16:creationId xmlns:a16="http://schemas.microsoft.com/office/drawing/2014/main" id="{AB40C941-2A6C-4059-BC2A-93E935899EF3}"/>
              </a:ext>
            </a:extLst>
          </p:cNvPr>
          <p:cNvSpPr>
            <a:spLocks noGrp="1"/>
          </p:cNvSpPr>
          <p:nvPr/>
        </p:nvSpPr>
        <p:spPr>
          <a:xfrm>
            <a:off x="2236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ind_only_136">
            <a:extLst>
              <a:ext uri="{FF2B5EF4-FFF2-40B4-BE49-F238E27FC236}">
                <a16:creationId xmlns:a16="http://schemas.microsoft.com/office/drawing/2014/main" id="{7039ED06-78C5-401E-B02C-92534E93D76E}"/>
              </a:ext>
            </a:extLst>
          </p:cNvPr>
          <p:cNvSpPr>
            <a:spLocks noGrp="1"/>
          </p:cNvSpPr>
          <p:nvPr/>
        </p:nvSpPr>
        <p:spPr>
          <a:xfrm>
            <a:off x="2293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ind_only_137">
            <a:extLst>
              <a:ext uri="{FF2B5EF4-FFF2-40B4-BE49-F238E27FC236}">
                <a16:creationId xmlns:a16="http://schemas.microsoft.com/office/drawing/2014/main" id="{80535FA2-D560-44B8-9E7C-1FB5607293A4}"/>
              </a:ext>
            </a:extLst>
          </p:cNvPr>
          <p:cNvSpPr>
            <a:spLocks noGrp="1"/>
          </p:cNvSpPr>
          <p:nvPr/>
        </p:nvSpPr>
        <p:spPr>
          <a:xfrm>
            <a:off x="2322095" y="36402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ind_only_138">
            <a:extLst>
              <a:ext uri="{FF2B5EF4-FFF2-40B4-BE49-F238E27FC236}">
                <a16:creationId xmlns:a16="http://schemas.microsoft.com/office/drawing/2014/main" id="{C99A5C52-18F8-446B-ABA5-223FE3142A85}"/>
              </a:ext>
            </a:extLst>
          </p:cNvPr>
          <p:cNvSpPr>
            <a:spLocks noGrp="1"/>
          </p:cNvSpPr>
          <p:nvPr/>
        </p:nvSpPr>
        <p:spPr>
          <a:xfrm>
            <a:off x="22319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ind_only_139">
            <a:extLst>
              <a:ext uri="{FF2B5EF4-FFF2-40B4-BE49-F238E27FC236}">
                <a16:creationId xmlns:a16="http://schemas.microsoft.com/office/drawing/2014/main" id="{CB75676F-645B-4018-916E-C8F3CBDD941A}"/>
              </a:ext>
            </a:extLst>
          </p:cNvPr>
          <p:cNvSpPr>
            <a:spLocks noGrp="1"/>
          </p:cNvSpPr>
          <p:nvPr/>
        </p:nvSpPr>
        <p:spPr>
          <a:xfrm>
            <a:off x="22699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ind_only_140">
            <a:extLst>
              <a:ext uri="{FF2B5EF4-FFF2-40B4-BE49-F238E27FC236}">
                <a16:creationId xmlns:a16="http://schemas.microsoft.com/office/drawing/2014/main" id="{18C82EF1-3467-4A26-93F3-5ACE35FFE36F}"/>
              </a:ext>
            </a:extLst>
          </p:cNvPr>
          <p:cNvSpPr>
            <a:spLocks noGrp="1"/>
          </p:cNvSpPr>
          <p:nvPr/>
        </p:nvSpPr>
        <p:spPr>
          <a:xfrm>
            <a:off x="2301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ind_only_141">
            <a:extLst>
              <a:ext uri="{FF2B5EF4-FFF2-40B4-BE49-F238E27FC236}">
                <a16:creationId xmlns:a16="http://schemas.microsoft.com/office/drawing/2014/main" id="{491924C5-1857-4572-8262-A68A45C1C4CD}"/>
              </a:ext>
            </a:extLst>
          </p:cNvPr>
          <p:cNvSpPr>
            <a:spLocks noGrp="1"/>
          </p:cNvSpPr>
          <p:nvPr/>
        </p:nvSpPr>
        <p:spPr>
          <a:xfrm>
            <a:off x="22719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ind_only_142">
            <a:extLst>
              <a:ext uri="{FF2B5EF4-FFF2-40B4-BE49-F238E27FC236}">
                <a16:creationId xmlns:a16="http://schemas.microsoft.com/office/drawing/2014/main" id="{C878F255-937F-48CB-8194-174D433C39F3}"/>
              </a:ext>
            </a:extLst>
          </p:cNvPr>
          <p:cNvSpPr>
            <a:spLocks noGrp="1"/>
          </p:cNvSpPr>
          <p:nvPr/>
        </p:nvSpPr>
        <p:spPr>
          <a:xfrm>
            <a:off x="2255547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ind_only_143">
            <a:extLst>
              <a:ext uri="{FF2B5EF4-FFF2-40B4-BE49-F238E27FC236}">
                <a16:creationId xmlns:a16="http://schemas.microsoft.com/office/drawing/2014/main" id="{EEFC314D-D24E-4922-AF71-291377BBA8D4}"/>
              </a:ext>
            </a:extLst>
          </p:cNvPr>
          <p:cNvSpPr>
            <a:spLocks noGrp="1"/>
          </p:cNvSpPr>
          <p:nvPr/>
        </p:nvSpPr>
        <p:spPr>
          <a:xfrm>
            <a:off x="22932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ind_only_144">
            <a:extLst>
              <a:ext uri="{FF2B5EF4-FFF2-40B4-BE49-F238E27FC236}">
                <a16:creationId xmlns:a16="http://schemas.microsoft.com/office/drawing/2014/main" id="{B5EF9D4C-1902-41D4-B3CD-179D3699A70A}"/>
              </a:ext>
            </a:extLst>
          </p:cNvPr>
          <p:cNvSpPr>
            <a:spLocks noGrp="1"/>
          </p:cNvSpPr>
          <p:nvPr/>
        </p:nvSpPr>
        <p:spPr>
          <a:xfrm>
            <a:off x="2290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ind_only_145">
            <a:extLst>
              <a:ext uri="{FF2B5EF4-FFF2-40B4-BE49-F238E27FC236}">
                <a16:creationId xmlns:a16="http://schemas.microsoft.com/office/drawing/2014/main" id="{EE3731C6-0B46-4BDA-8C33-29FE75424E43}"/>
              </a:ext>
            </a:extLst>
          </p:cNvPr>
          <p:cNvSpPr>
            <a:spLocks noGrp="1"/>
          </p:cNvSpPr>
          <p:nvPr/>
        </p:nvSpPr>
        <p:spPr>
          <a:xfrm>
            <a:off x="22783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ind_only_146">
            <a:extLst>
              <a:ext uri="{FF2B5EF4-FFF2-40B4-BE49-F238E27FC236}">
                <a16:creationId xmlns:a16="http://schemas.microsoft.com/office/drawing/2014/main" id="{DCA581CD-7E39-4F6C-86A6-ED400FBD48ED}"/>
              </a:ext>
            </a:extLst>
          </p:cNvPr>
          <p:cNvSpPr>
            <a:spLocks noGrp="1"/>
          </p:cNvSpPr>
          <p:nvPr/>
        </p:nvSpPr>
        <p:spPr>
          <a:xfrm>
            <a:off x="22878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ind_only_147">
            <a:extLst>
              <a:ext uri="{FF2B5EF4-FFF2-40B4-BE49-F238E27FC236}">
                <a16:creationId xmlns:a16="http://schemas.microsoft.com/office/drawing/2014/main" id="{C1280D73-6207-4AFD-BAE6-F6F32BB27E7D}"/>
              </a:ext>
            </a:extLst>
          </p:cNvPr>
          <p:cNvSpPr>
            <a:spLocks noGrp="1"/>
          </p:cNvSpPr>
          <p:nvPr/>
        </p:nvSpPr>
        <p:spPr>
          <a:xfrm>
            <a:off x="2259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ind_only_148">
            <a:extLst>
              <a:ext uri="{FF2B5EF4-FFF2-40B4-BE49-F238E27FC236}">
                <a16:creationId xmlns:a16="http://schemas.microsoft.com/office/drawing/2014/main" id="{8F37B63D-D9D0-40E0-B51B-22B4BA3DAAAD}"/>
              </a:ext>
            </a:extLst>
          </p:cNvPr>
          <p:cNvSpPr>
            <a:spLocks noGrp="1"/>
          </p:cNvSpPr>
          <p:nvPr/>
        </p:nvSpPr>
        <p:spPr>
          <a:xfrm>
            <a:off x="22816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ind_only_149">
            <a:extLst>
              <a:ext uri="{FF2B5EF4-FFF2-40B4-BE49-F238E27FC236}">
                <a16:creationId xmlns:a16="http://schemas.microsoft.com/office/drawing/2014/main" id="{49CCB677-5C3A-4860-A35A-67877AA09B11}"/>
              </a:ext>
            </a:extLst>
          </p:cNvPr>
          <p:cNvSpPr>
            <a:spLocks noGrp="1"/>
          </p:cNvSpPr>
          <p:nvPr/>
        </p:nvSpPr>
        <p:spPr>
          <a:xfrm>
            <a:off x="226089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ind_only_150">
            <a:extLst>
              <a:ext uri="{FF2B5EF4-FFF2-40B4-BE49-F238E27FC236}">
                <a16:creationId xmlns:a16="http://schemas.microsoft.com/office/drawing/2014/main" id="{0AF31748-849D-4394-B709-3728AFD43CD1}"/>
              </a:ext>
            </a:extLst>
          </p:cNvPr>
          <p:cNvSpPr>
            <a:spLocks noGrp="1"/>
          </p:cNvSpPr>
          <p:nvPr/>
        </p:nvSpPr>
        <p:spPr>
          <a:xfrm>
            <a:off x="22694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ind_only_151">
            <a:extLst>
              <a:ext uri="{FF2B5EF4-FFF2-40B4-BE49-F238E27FC236}">
                <a16:creationId xmlns:a16="http://schemas.microsoft.com/office/drawing/2014/main" id="{7813219B-5991-4133-89F0-D31AE541F78D}"/>
              </a:ext>
            </a:extLst>
          </p:cNvPr>
          <p:cNvSpPr>
            <a:spLocks noGrp="1"/>
          </p:cNvSpPr>
          <p:nvPr/>
        </p:nvSpPr>
        <p:spPr>
          <a:xfrm>
            <a:off x="231140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ind_only_152">
            <a:extLst>
              <a:ext uri="{FF2B5EF4-FFF2-40B4-BE49-F238E27FC236}">
                <a16:creationId xmlns:a16="http://schemas.microsoft.com/office/drawing/2014/main" id="{23350C48-9312-4ABC-BEF6-87737AC33B3D}"/>
              </a:ext>
            </a:extLst>
          </p:cNvPr>
          <p:cNvSpPr>
            <a:spLocks noGrp="1"/>
          </p:cNvSpPr>
          <p:nvPr/>
        </p:nvSpPr>
        <p:spPr>
          <a:xfrm>
            <a:off x="22426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ind_only_153">
            <a:extLst>
              <a:ext uri="{FF2B5EF4-FFF2-40B4-BE49-F238E27FC236}">
                <a16:creationId xmlns:a16="http://schemas.microsoft.com/office/drawing/2014/main" id="{BE24B214-8367-4DC5-94C8-C9F4F1A525A7}"/>
              </a:ext>
            </a:extLst>
          </p:cNvPr>
          <p:cNvSpPr>
            <a:spLocks noGrp="1"/>
          </p:cNvSpPr>
          <p:nvPr/>
        </p:nvSpPr>
        <p:spPr>
          <a:xfrm>
            <a:off x="224709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ind_only_154">
            <a:extLst>
              <a:ext uri="{FF2B5EF4-FFF2-40B4-BE49-F238E27FC236}">
                <a16:creationId xmlns:a16="http://schemas.microsoft.com/office/drawing/2014/main" id="{FDC25F31-9DA9-4F20-8D71-4CBF0F6CD320}"/>
              </a:ext>
            </a:extLst>
          </p:cNvPr>
          <p:cNvSpPr>
            <a:spLocks noGrp="1"/>
          </p:cNvSpPr>
          <p:nvPr/>
        </p:nvSpPr>
        <p:spPr>
          <a:xfrm>
            <a:off x="22875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ind_only_155">
            <a:extLst>
              <a:ext uri="{FF2B5EF4-FFF2-40B4-BE49-F238E27FC236}">
                <a16:creationId xmlns:a16="http://schemas.microsoft.com/office/drawing/2014/main" id="{F94E9D75-8FEC-4E98-86D2-CA92F99FF4E8}"/>
              </a:ext>
            </a:extLst>
          </p:cNvPr>
          <p:cNvSpPr>
            <a:spLocks noGrp="1"/>
          </p:cNvSpPr>
          <p:nvPr/>
        </p:nvSpPr>
        <p:spPr>
          <a:xfrm>
            <a:off x="22866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ind_only_156">
            <a:extLst>
              <a:ext uri="{FF2B5EF4-FFF2-40B4-BE49-F238E27FC236}">
                <a16:creationId xmlns:a16="http://schemas.microsoft.com/office/drawing/2014/main" id="{6AE51B99-1A1D-4598-8C0D-73C02F333D7C}"/>
              </a:ext>
            </a:extLst>
          </p:cNvPr>
          <p:cNvSpPr>
            <a:spLocks noGrp="1"/>
          </p:cNvSpPr>
          <p:nvPr/>
        </p:nvSpPr>
        <p:spPr>
          <a:xfrm>
            <a:off x="2318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ind_only_157">
            <a:extLst>
              <a:ext uri="{FF2B5EF4-FFF2-40B4-BE49-F238E27FC236}">
                <a16:creationId xmlns:a16="http://schemas.microsoft.com/office/drawing/2014/main" id="{7FBEFBD4-1764-4C00-BBA6-D32D149BC493}"/>
              </a:ext>
            </a:extLst>
          </p:cNvPr>
          <p:cNvSpPr>
            <a:spLocks noGrp="1"/>
          </p:cNvSpPr>
          <p:nvPr/>
        </p:nvSpPr>
        <p:spPr>
          <a:xfrm>
            <a:off x="23035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ind_only_158">
            <a:extLst>
              <a:ext uri="{FF2B5EF4-FFF2-40B4-BE49-F238E27FC236}">
                <a16:creationId xmlns:a16="http://schemas.microsoft.com/office/drawing/2014/main" id="{F7F6CD58-94CF-4A1A-8BB6-594B70EBF25B}"/>
              </a:ext>
            </a:extLst>
          </p:cNvPr>
          <p:cNvSpPr>
            <a:spLocks noGrp="1"/>
          </p:cNvSpPr>
          <p:nvPr/>
        </p:nvSpPr>
        <p:spPr>
          <a:xfrm>
            <a:off x="2243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ind_only_159">
            <a:extLst>
              <a:ext uri="{FF2B5EF4-FFF2-40B4-BE49-F238E27FC236}">
                <a16:creationId xmlns:a16="http://schemas.microsoft.com/office/drawing/2014/main" id="{FE2D5CCF-1E3B-4F89-BCD0-846DF63F7059}"/>
              </a:ext>
            </a:extLst>
          </p:cNvPr>
          <p:cNvSpPr>
            <a:spLocks noGrp="1"/>
          </p:cNvSpPr>
          <p:nvPr/>
        </p:nvSpPr>
        <p:spPr>
          <a:xfrm>
            <a:off x="225768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ind_only_160">
            <a:extLst>
              <a:ext uri="{FF2B5EF4-FFF2-40B4-BE49-F238E27FC236}">
                <a16:creationId xmlns:a16="http://schemas.microsoft.com/office/drawing/2014/main" id="{1059F66E-90EF-4E19-9C32-9663693B6993}"/>
              </a:ext>
            </a:extLst>
          </p:cNvPr>
          <p:cNvSpPr>
            <a:spLocks noGrp="1"/>
          </p:cNvSpPr>
          <p:nvPr/>
        </p:nvSpPr>
        <p:spPr>
          <a:xfrm>
            <a:off x="22962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ind_only_161">
            <a:extLst>
              <a:ext uri="{FF2B5EF4-FFF2-40B4-BE49-F238E27FC236}">
                <a16:creationId xmlns:a16="http://schemas.microsoft.com/office/drawing/2014/main" id="{E16C2636-63FA-436D-B673-C36AF369ED83}"/>
              </a:ext>
            </a:extLst>
          </p:cNvPr>
          <p:cNvSpPr>
            <a:spLocks noGrp="1"/>
          </p:cNvSpPr>
          <p:nvPr/>
        </p:nvSpPr>
        <p:spPr>
          <a:xfrm>
            <a:off x="22379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ind_only_162">
            <a:extLst>
              <a:ext uri="{FF2B5EF4-FFF2-40B4-BE49-F238E27FC236}">
                <a16:creationId xmlns:a16="http://schemas.microsoft.com/office/drawing/2014/main" id="{C6F998FE-DD8A-48CC-BBF7-F81D6EF4DB5A}"/>
              </a:ext>
            </a:extLst>
          </p:cNvPr>
          <p:cNvSpPr>
            <a:spLocks noGrp="1"/>
          </p:cNvSpPr>
          <p:nvPr/>
        </p:nvSpPr>
        <p:spPr>
          <a:xfrm>
            <a:off x="230548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ind_only_163">
            <a:extLst>
              <a:ext uri="{FF2B5EF4-FFF2-40B4-BE49-F238E27FC236}">
                <a16:creationId xmlns:a16="http://schemas.microsoft.com/office/drawing/2014/main" id="{0C58344A-1AF6-4CF8-90A2-5F2B7135A6FD}"/>
              </a:ext>
            </a:extLst>
          </p:cNvPr>
          <p:cNvSpPr>
            <a:spLocks noGrp="1"/>
          </p:cNvSpPr>
          <p:nvPr/>
        </p:nvSpPr>
        <p:spPr>
          <a:xfrm>
            <a:off x="23087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ind_only_164">
            <a:extLst>
              <a:ext uri="{FF2B5EF4-FFF2-40B4-BE49-F238E27FC236}">
                <a16:creationId xmlns:a16="http://schemas.microsoft.com/office/drawing/2014/main" id="{11A17A7B-035E-4144-95E4-A19B25648AA3}"/>
              </a:ext>
            </a:extLst>
          </p:cNvPr>
          <p:cNvSpPr>
            <a:spLocks noGrp="1"/>
          </p:cNvSpPr>
          <p:nvPr/>
        </p:nvSpPr>
        <p:spPr>
          <a:xfrm>
            <a:off x="22984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ind_only_165">
            <a:extLst>
              <a:ext uri="{FF2B5EF4-FFF2-40B4-BE49-F238E27FC236}">
                <a16:creationId xmlns:a16="http://schemas.microsoft.com/office/drawing/2014/main" id="{4333A219-2A8A-404B-A149-C46F43D0042C}"/>
              </a:ext>
            </a:extLst>
          </p:cNvPr>
          <p:cNvSpPr>
            <a:spLocks noGrp="1"/>
          </p:cNvSpPr>
          <p:nvPr/>
        </p:nvSpPr>
        <p:spPr>
          <a:xfrm>
            <a:off x="22976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ind_only_166">
            <a:extLst>
              <a:ext uri="{FF2B5EF4-FFF2-40B4-BE49-F238E27FC236}">
                <a16:creationId xmlns:a16="http://schemas.microsoft.com/office/drawing/2014/main" id="{6591BDA8-D6F0-4070-8C12-A8DBEAD394DD}"/>
              </a:ext>
            </a:extLst>
          </p:cNvPr>
          <p:cNvSpPr>
            <a:spLocks noGrp="1"/>
          </p:cNvSpPr>
          <p:nvPr/>
        </p:nvSpPr>
        <p:spPr>
          <a:xfrm>
            <a:off x="23017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ind_only_167">
            <a:extLst>
              <a:ext uri="{FF2B5EF4-FFF2-40B4-BE49-F238E27FC236}">
                <a16:creationId xmlns:a16="http://schemas.microsoft.com/office/drawing/2014/main" id="{2983E531-9879-4D0A-9314-651D5E57DD42}"/>
              </a:ext>
            </a:extLst>
          </p:cNvPr>
          <p:cNvSpPr>
            <a:spLocks noGrp="1"/>
          </p:cNvSpPr>
          <p:nvPr/>
        </p:nvSpPr>
        <p:spPr>
          <a:xfrm>
            <a:off x="22834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ind_only_168">
            <a:extLst>
              <a:ext uri="{FF2B5EF4-FFF2-40B4-BE49-F238E27FC236}">
                <a16:creationId xmlns:a16="http://schemas.microsoft.com/office/drawing/2014/main" id="{A2022623-5336-40AB-B8C4-CD8CA2C37CE5}"/>
              </a:ext>
            </a:extLst>
          </p:cNvPr>
          <p:cNvSpPr>
            <a:spLocks noGrp="1"/>
          </p:cNvSpPr>
          <p:nvPr/>
        </p:nvSpPr>
        <p:spPr>
          <a:xfrm>
            <a:off x="2233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ind_only_169">
            <a:extLst>
              <a:ext uri="{FF2B5EF4-FFF2-40B4-BE49-F238E27FC236}">
                <a16:creationId xmlns:a16="http://schemas.microsoft.com/office/drawing/2014/main" id="{35115A67-D7A0-4FE8-B1C3-AB1C540EAAEF}"/>
              </a:ext>
            </a:extLst>
          </p:cNvPr>
          <p:cNvSpPr>
            <a:spLocks noGrp="1"/>
          </p:cNvSpPr>
          <p:nvPr/>
        </p:nvSpPr>
        <p:spPr>
          <a:xfrm>
            <a:off x="22832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ind_only_170">
            <a:extLst>
              <a:ext uri="{FF2B5EF4-FFF2-40B4-BE49-F238E27FC236}">
                <a16:creationId xmlns:a16="http://schemas.microsoft.com/office/drawing/2014/main" id="{F54D6058-055B-4FC8-8383-7C3476C7A12B}"/>
              </a:ext>
            </a:extLst>
          </p:cNvPr>
          <p:cNvSpPr>
            <a:spLocks noGrp="1"/>
          </p:cNvSpPr>
          <p:nvPr/>
        </p:nvSpPr>
        <p:spPr>
          <a:xfrm>
            <a:off x="22458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ind_only_171">
            <a:extLst>
              <a:ext uri="{FF2B5EF4-FFF2-40B4-BE49-F238E27FC236}">
                <a16:creationId xmlns:a16="http://schemas.microsoft.com/office/drawing/2014/main" id="{867833C8-3415-49D0-9D46-5B377E9A3FE4}"/>
              </a:ext>
            </a:extLst>
          </p:cNvPr>
          <p:cNvSpPr>
            <a:spLocks noGrp="1"/>
          </p:cNvSpPr>
          <p:nvPr/>
        </p:nvSpPr>
        <p:spPr>
          <a:xfrm>
            <a:off x="2298002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ind_only_172">
            <a:extLst>
              <a:ext uri="{FF2B5EF4-FFF2-40B4-BE49-F238E27FC236}">
                <a16:creationId xmlns:a16="http://schemas.microsoft.com/office/drawing/2014/main" id="{B934D434-1DDF-4171-B55F-4554D797D442}"/>
              </a:ext>
            </a:extLst>
          </p:cNvPr>
          <p:cNvSpPr>
            <a:spLocks noGrp="1"/>
          </p:cNvSpPr>
          <p:nvPr/>
        </p:nvSpPr>
        <p:spPr>
          <a:xfrm>
            <a:off x="23108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ind_only_173">
            <a:extLst>
              <a:ext uri="{FF2B5EF4-FFF2-40B4-BE49-F238E27FC236}">
                <a16:creationId xmlns:a16="http://schemas.microsoft.com/office/drawing/2014/main" id="{5DF914F5-FD57-4A40-BF19-20EC6B2CA70E}"/>
              </a:ext>
            </a:extLst>
          </p:cNvPr>
          <p:cNvSpPr>
            <a:spLocks noGrp="1"/>
          </p:cNvSpPr>
          <p:nvPr/>
        </p:nvSpPr>
        <p:spPr>
          <a:xfrm>
            <a:off x="2244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ind_only_174">
            <a:extLst>
              <a:ext uri="{FF2B5EF4-FFF2-40B4-BE49-F238E27FC236}">
                <a16:creationId xmlns:a16="http://schemas.microsoft.com/office/drawing/2014/main" id="{7CBAFB84-C07E-4DE0-B565-A1BB9556D212}"/>
              </a:ext>
            </a:extLst>
          </p:cNvPr>
          <p:cNvSpPr>
            <a:spLocks noGrp="1"/>
          </p:cNvSpPr>
          <p:nvPr/>
        </p:nvSpPr>
        <p:spPr>
          <a:xfrm>
            <a:off x="22988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ind_only_175">
            <a:extLst>
              <a:ext uri="{FF2B5EF4-FFF2-40B4-BE49-F238E27FC236}">
                <a16:creationId xmlns:a16="http://schemas.microsoft.com/office/drawing/2014/main" id="{BE31A010-4354-400A-8CF4-E81FC599A91A}"/>
              </a:ext>
            </a:extLst>
          </p:cNvPr>
          <p:cNvSpPr>
            <a:spLocks noGrp="1"/>
          </p:cNvSpPr>
          <p:nvPr/>
        </p:nvSpPr>
        <p:spPr>
          <a:xfrm>
            <a:off x="2249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ind_only_176">
            <a:extLst>
              <a:ext uri="{FF2B5EF4-FFF2-40B4-BE49-F238E27FC236}">
                <a16:creationId xmlns:a16="http://schemas.microsoft.com/office/drawing/2014/main" id="{4A6993FF-809A-4548-A07B-BA4EB8665837}"/>
              </a:ext>
            </a:extLst>
          </p:cNvPr>
          <p:cNvSpPr>
            <a:spLocks noGrp="1"/>
          </p:cNvSpPr>
          <p:nvPr/>
        </p:nvSpPr>
        <p:spPr>
          <a:xfrm>
            <a:off x="225340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ind_only_177">
            <a:extLst>
              <a:ext uri="{FF2B5EF4-FFF2-40B4-BE49-F238E27FC236}">
                <a16:creationId xmlns:a16="http://schemas.microsoft.com/office/drawing/2014/main" id="{D38DFCE5-C65A-4009-B641-29ACC2546EE3}"/>
              </a:ext>
            </a:extLst>
          </p:cNvPr>
          <p:cNvSpPr>
            <a:spLocks noGrp="1"/>
          </p:cNvSpPr>
          <p:nvPr/>
        </p:nvSpPr>
        <p:spPr>
          <a:xfrm>
            <a:off x="2241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ind_only_178">
            <a:extLst>
              <a:ext uri="{FF2B5EF4-FFF2-40B4-BE49-F238E27FC236}">
                <a16:creationId xmlns:a16="http://schemas.microsoft.com/office/drawing/2014/main" id="{06583E1E-664B-49AA-BA59-89F35AD9E928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ind_only_179">
            <a:extLst>
              <a:ext uri="{FF2B5EF4-FFF2-40B4-BE49-F238E27FC236}">
                <a16:creationId xmlns:a16="http://schemas.microsoft.com/office/drawing/2014/main" id="{9E6DBF45-D101-4715-A50A-622F31F4C53C}"/>
              </a:ext>
            </a:extLst>
          </p:cNvPr>
          <p:cNvSpPr>
            <a:spLocks noGrp="1"/>
          </p:cNvSpPr>
          <p:nvPr/>
        </p:nvSpPr>
        <p:spPr>
          <a:xfrm>
            <a:off x="23228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ind_only_180">
            <a:extLst>
              <a:ext uri="{FF2B5EF4-FFF2-40B4-BE49-F238E27FC236}">
                <a16:creationId xmlns:a16="http://schemas.microsoft.com/office/drawing/2014/main" id="{865B1C70-FEB9-450F-9FB0-3DE5E56469A0}"/>
              </a:ext>
            </a:extLst>
          </p:cNvPr>
          <p:cNvSpPr>
            <a:spLocks noGrp="1"/>
          </p:cNvSpPr>
          <p:nvPr/>
        </p:nvSpPr>
        <p:spPr>
          <a:xfrm>
            <a:off x="232705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ind_only_181">
            <a:extLst>
              <a:ext uri="{FF2B5EF4-FFF2-40B4-BE49-F238E27FC236}">
                <a16:creationId xmlns:a16="http://schemas.microsoft.com/office/drawing/2014/main" id="{FB65AA1D-02A8-4D27-85A9-F8D641546A49}"/>
              </a:ext>
            </a:extLst>
          </p:cNvPr>
          <p:cNvSpPr>
            <a:spLocks noGrp="1"/>
          </p:cNvSpPr>
          <p:nvPr/>
        </p:nvSpPr>
        <p:spPr>
          <a:xfrm>
            <a:off x="226701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ind_only_182">
            <a:extLst>
              <a:ext uri="{FF2B5EF4-FFF2-40B4-BE49-F238E27FC236}">
                <a16:creationId xmlns:a16="http://schemas.microsoft.com/office/drawing/2014/main" id="{70C25487-84C7-413C-9184-779A4A68046E}"/>
              </a:ext>
            </a:extLst>
          </p:cNvPr>
          <p:cNvSpPr>
            <a:spLocks noGrp="1"/>
          </p:cNvSpPr>
          <p:nvPr/>
        </p:nvSpPr>
        <p:spPr>
          <a:xfrm>
            <a:off x="2302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ind_only_183">
            <a:extLst>
              <a:ext uri="{FF2B5EF4-FFF2-40B4-BE49-F238E27FC236}">
                <a16:creationId xmlns:a16="http://schemas.microsoft.com/office/drawing/2014/main" id="{A1B73846-5386-4C5A-8D6C-25E594BF6A17}"/>
              </a:ext>
            </a:extLst>
          </p:cNvPr>
          <p:cNvSpPr>
            <a:spLocks noGrp="1"/>
          </p:cNvSpPr>
          <p:nvPr/>
        </p:nvSpPr>
        <p:spPr>
          <a:xfrm>
            <a:off x="2321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ind_only_184">
            <a:extLst>
              <a:ext uri="{FF2B5EF4-FFF2-40B4-BE49-F238E27FC236}">
                <a16:creationId xmlns:a16="http://schemas.microsoft.com/office/drawing/2014/main" id="{B2FC3939-1E7E-487E-BF4D-8E2475B815FB}"/>
              </a:ext>
            </a:extLst>
          </p:cNvPr>
          <p:cNvSpPr>
            <a:spLocks noGrp="1"/>
          </p:cNvSpPr>
          <p:nvPr/>
        </p:nvSpPr>
        <p:spPr>
          <a:xfrm>
            <a:off x="231004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ind_only_185">
            <a:extLst>
              <a:ext uri="{FF2B5EF4-FFF2-40B4-BE49-F238E27FC236}">
                <a16:creationId xmlns:a16="http://schemas.microsoft.com/office/drawing/2014/main" id="{B14F5436-A77E-4E90-B845-659C49280466}"/>
              </a:ext>
            </a:extLst>
          </p:cNvPr>
          <p:cNvSpPr>
            <a:spLocks noGrp="1"/>
          </p:cNvSpPr>
          <p:nvPr/>
        </p:nvSpPr>
        <p:spPr>
          <a:xfrm>
            <a:off x="22997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ind_only_186">
            <a:extLst>
              <a:ext uri="{FF2B5EF4-FFF2-40B4-BE49-F238E27FC236}">
                <a16:creationId xmlns:a16="http://schemas.microsoft.com/office/drawing/2014/main" id="{F72A74EF-B11B-4E98-9981-0C047A625CAA}"/>
              </a:ext>
            </a:extLst>
          </p:cNvPr>
          <p:cNvSpPr>
            <a:spLocks noGrp="1"/>
          </p:cNvSpPr>
          <p:nvPr/>
        </p:nvSpPr>
        <p:spPr>
          <a:xfrm>
            <a:off x="22759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ind_only_187">
            <a:extLst>
              <a:ext uri="{FF2B5EF4-FFF2-40B4-BE49-F238E27FC236}">
                <a16:creationId xmlns:a16="http://schemas.microsoft.com/office/drawing/2014/main" id="{82DFAA31-41CC-4E7F-A216-85DC0AB6E979}"/>
              </a:ext>
            </a:extLst>
          </p:cNvPr>
          <p:cNvSpPr>
            <a:spLocks noGrp="1"/>
          </p:cNvSpPr>
          <p:nvPr/>
        </p:nvSpPr>
        <p:spPr>
          <a:xfrm>
            <a:off x="2273033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ind_only_188">
            <a:extLst>
              <a:ext uri="{FF2B5EF4-FFF2-40B4-BE49-F238E27FC236}">
                <a16:creationId xmlns:a16="http://schemas.microsoft.com/office/drawing/2014/main" id="{0407FFE7-0962-4BED-80C2-A8B4AA6E7128}"/>
              </a:ext>
            </a:extLst>
          </p:cNvPr>
          <p:cNvSpPr>
            <a:spLocks noGrp="1"/>
          </p:cNvSpPr>
          <p:nvPr/>
        </p:nvSpPr>
        <p:spPr>
          <a:xfrm>
            <a:off x="2240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ind_only_189">
            <a:extLst>
              <a:ext uri="{FF2B5EF4-FFF2-40B4-BE49-F238E27FC236}">
                <a16:creationId xmlns:a16="http://schemas.microsoft.com/office/drawing/2014/main" id="{BC6B065C-F5E8-47F7-9B5C-6F63C6DDF72D}"/>
              </a:ext>
            </a:extLst>
          </p:cNvPr>
          <p:cNvSpPr>
            <a:spLocks noGrp="1"/>
          </p:cNvSpPr>
          <p:nvPr/>
        </p:nvSpPr>
        <p:spPr>
          <a:xfrm>
            <a:off x="23218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ind_only_190">
            <a:extLst>
              <a:ext uri="{FF2B5EF4-FFF2-40B4-BE49-F238E27FC236}">
                <a16:creationId xmlns:a16="http://schemas.microsoft.com/office/drawing/2014/main" id="{D79B383B-564F-42C2-8110-9B89EBBB7A6F}"/>
              </a:ext>
            </a:extLst>
          </p:cNvPr>
          <p:cNvSpPr>
            <a:spLocks noGrp="1"/>
          </p:cNvSpPr>
          <p:nvPr/>
        </p:nvSpPr>
        <p:spPr>
          <a:xfrm>
            <a:off x="2311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ind_only_191">
            <a:extLst>
              <a:ext uri="{FF2B5EF4-FFF2-40B4-BE49-F238E27FC236}">
                <a16:creationId xmlns:a16="http://schemas.microsoft.com/office/drawing/2014/main" id="{68AB32E5-A405-415A-922D-105DA1D39384}"/>
              </a:ext>
            </a:extLst>
          </p:cNvPr>
          <p:cNvSpPr>
            <a:spLocks noGrp="1"/>
          </p:cNvSpPr>
          <p:nvPr/>
        </p:nvSpPr>
        <p:spPr>
          <a:xfrm>
            <a:off x="22968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ind_only_192">
            <a:extLst>
              <a:ext uri="{FF2B5EF4-FFF2-40B4-BE49-F238E27FC236}">
                <a16:creationId xmlns:a16="http://schemas.microsoft.com/office/drawing/2014/main" id="{2A74E260-0F58-4B3B-A7BB-FA68A34A4CA2}"/>
              </a:ext>
            </a:extLst>
          </p:cNvPr>
          <p:cNvSpPr>
            <a:spLocks noGrp="1"/>
          </p:cNvSpPr>
          <p:nvPr/>
        </p:nvSpPr>
        <p:spPr>
          <a:xfrm>
            <a:off x="22372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ind_only_193">
            <a:extLst>
              <a:ext uri="{FF2B5EF4-FFF2-40B4-BE49-F238E27FC236}">
                <a16:creationId xmlns:a16="http://schemas.microsoft.com/office/drawing/2014/main" id="{16CE6AB9-BAD8-4CAD-98A3-BFC28BE3EE85}"/>
              </a:ext>
            </a:extLst>
          </p:cNvPr>
          <p:cNvSpPr>
            <a:spLocks noGrp="1"/>
          </p:cNvSpPr>
          <p:nvPr/>
        </p:nvSpPr>
        <p:spPr>
          <a:xfrm>
            <a:off x="224670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ind_only_194">
            <a:extLst>
              <a:ext uri="{FF2B5EF4-FFF2-40B4-BE49-F238E27FC236}">
                <a16:creationId xmlns:a16="http://schemas.microsoft.com/office/drawing/2014/main" id="{D57236B7-7D84-4CBA-8443-CED5A114CEAC}"/>
              </a:ext>
            </a:extLst>
          </p:cNvPr>
          <p:cNvSpPr>
            <a:spLocks noGrp="1"/>
          </p:cNvSpPr>
          <p:nvPr/>
        </p:nvSpPr>
        <p:spPr>
          <a:xfrm>
            <a:off x="22561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ind_only_195">
            <a:extLst>
              <a:ext uri="{FF2B5EF4-FFF2-40B4-BE49-F238E27FC236}">
                <a16:creationId xmlns:a16="http://schemas.microsoft.com/office/drawing/2014/main" id="{F05783F2-1B09-4B7C-BC23-0D89CC1ADE2E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ind_only_196">
            <a:extLst>
              <a:ext uri="{FF2B5EF4-FFF2-40B4-BE49-F238E27FC236}">
                <a16:creationId xmlns:a16="http://schemas.microsoft.com/office/drawing/2014/main" id="{187DC3D5-8F56-45FB-93F1-33244BC53650}"/>
              </a:ext>
            </a:extLst>
          </p:cNvPr>
          <p:cNvSpPr>
            <a:spLocks noGrp="1"/>
          </p:cNvSpPr>
          <p:nvPr/>
        </p:nvSpPr>
        <p:spPr>
          <a:xfrm>
            <a:off x="228799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ind_only_197">
            <a:extLst>
              <a:ext uri="{FF2B5EF4-FFF2-40B4-BE49-F238E27FC236}">
                <a16:creationId xmlns:a16="http://schemas.microsoft.com/office/drawing/2014/main" id="{B3726358-6BE4-41C2-9D06-7ADA6E1092DD}"/>
              </a:ext>
            </a:extLst>
          </p:cNvPr>
          <p:cNvSpPr>
            <a:spLocks noGrp="1"/>
          </p:cNvSpPr>
          <p:nvPr/>
        </p:nvSpPr>
        <p:spPr>
          <a:xfrm>
            <a:off x="22507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ind_only_198">
            <a:extLst>
              <a:ext uri="{FF2B5EF4-FFF2-40B4-BE49-F238E27FC236}">
                <a16:creationId xmlns:a16="http://schemas.microsoft.com/office/drawing/2014/main" id="{00FCF7B3-25E8-4653-9EFD-3EAD6183DEAB}"/>
              </a:ext>
            </a:extLst>
          </p:cNvPr>
          <p:cNvSpPr>
            <a:spLocks noGrp="1"/>
          </p:cNvSpPr>
          <p:nvPr/>
        </p:nvSpPr>
        <p:spPr>
          <a:xfrm>
            <a:off x="22683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ind_only_199">
            <a:extLst>
              <a:ext uri="{FF2B5EF4-FFF2-40B4-BE49-F238E27FC236}">
                <a16:creationId xmlns:a16="http://schemas.microsoft.com/office/drawing/2014/main" id="{200627B2-2043-4F66-8225-894342AFE213}"/>
              </a:ext>
            </a:extLst>
          </p:cNvPr>
          <p:cNvSpPr>
            <a:spLocks noGrp="1"/>
          </p:cNvSpPr>
          <p:nvPr/>
        </p:nvSpPr>
        <p:spPr>
          <a:xfrm>
            <a:off x="2233979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ind_only_200">
            <a:extLst>
              <a:ext uri="{FF2B5EF4-FFF2-40B4-BE49-F238E27FC236}">
                <a16:creationId xmlns:a16="http://schemas.microsoft.com/office/drawing/2014/main" id="{3B8526E0-DE09-4A35-AA94-7A03F46EB063}"/>
              </a:ext>
            </a:extLst>
          </p:cNvPr>
          <p:cNvSpPr>
            <a:spLocks noGrp="1"/>
          </p:cNvSpPr>
          <p:nvPr/>
        </p:nvSpPr>
        <p:spPr>
          <a:xfrm>
            <a:off x="25097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ind_only_201">
            <a:extLst>
              <a:ext uri="{FF2B5EF4-FFF2-40B4-BE49-F238E27FC236}">
                <a16:creationId xmlns:a16="http://schemas.microsoft.com/office/drawing/2014/main" id="{1E7711AF-7D8D-4A64-BD05-A149C686D8A0}"/>
              </a:ext>
            </a:extLst>
          </p:cNvPr>
          <p:cNvSpPr>
            <a:spLocks noGrp="1"/>
          </p:cNvSpPr>
          <p:nvPr/>
        </p:nvSpPr>
        <p:spPr>
          <a:xfrm>
            <a:off x="2491144" y="32850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ind_only_202">
            <a:extLst>
              <a:ext uri="{FF2B5EF4-FFF2-40B4-BE49-F238E27FC236}">
                <a16:creationId xmlns:a16="http://schemas.microsoft.com/office/drawing/2014/main" id="{0487D04C-9E72-4B27-9021-9F8E316D4CA1}"/>
              </a:ext>
            </a:extLst>
          </p:cNvPr>
          <p:cNvSpPr>
            <a:spLocks noGrp="1"/>
          </p:cNvSpPr>
          <p:nvPr/>
        </p:nvSpPr>
        <p:spPr>
          <a:xfrm>
            <a:off x="2506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ind_only_203">
            <a:extLst>
              <a:ext uri="{FF2B5EF4-FFF2-40B4-BE49-F238E27FC236}">
                <a16:creationId xmlns:a16="http://schemas.microsoft.com/office/drawing/2014/main" id="{118D69E5-1F87-4718-9741-F2EBD882C04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ind_only_204">
            <a:extLst>
              <a:ext uri="{FF2B5EF4-FFF2-40B4-BE49-F238E27FC236}">
                <a16:creationId xmlns:a16="http://schemas.microsoft.com/office/drawing/2014/main" id="{2AEF0D52-BDD7-4271-AFD4-8A8B4C2F1996}"/>
              </a:ext>
            </a:extLst>
          </p:cNvPr>
          <p:cNvSpPr>
            <a:spLocks noGrp="1"/>
          </p:cNvSpPr>
          <p:nvPr/>
        </p:nvSpPr>
        <p:spPr>
          <a:xfrm>
            <a:off x="2522427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ind_only_205">
            <a:extLst>
              <a:ext uri="{FF2B5EF4-FFF2-40B4-BE49-F238E27FC236}">
                <a16:creationId xmlns:a16="http://schemas.microsoft.com/office/drawing/2014/main" id="{EEC6A79F-5D7F-4DFF-AAD8-587B944BD158}"/>
              </a:ext>
            </a:extLst>
          </p:cNvPr>
          <p:cNvSpPr>
            <a:spLocks noGrp="1"/>
          </p:cNvSpPr>
          <p:nvPr/>
        </p:nvSpPr>
        <p:spPr>
          <a:xfrm>
            <a:off x="25506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ind_only_206">
            <a:extLst>
              <a:ext uri="{FF2B5EF4-FFF2-40B4-BE49-F238E27FC236}">
                <a16:creationId xmlns:a16="http://schemas.microsoft.com/office/drawing/2014/main" id="{9F6FA799-FDAD-444D-81AE-A4624EE65F2A}"/>
              </a:ext>
            </a:extLst>
          </p:cNvPr>
          <p:cNvSpPr>
            <a:spLocks noGrp="1"/>
          </p:cNvSpPr>
          <p:nvPr/>
        </p:nvSpPr>
        <p:spPr>
          <a:xfrm>
            <a:off x="25684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ind_only_207">
            <a:extLst>
              <a:ext uri="{FF2B5EF4-FFF2-40B4-BE49-F238E27FC236}">
                <a16:creationId xmlns:a16="http://schemas.microsoft.com/office/drawing/2014/main" id="{374B73FE-7003-4D63-88E2-3310FC64B6F8}"/>
              </a:ext>
            </a:extLst>
          </p:cNvPr>
          <p:cNvSpPr>
            <a:spLocks noGrp="1"/>
          </p:cNvSpPr>
          <p:nvPr/>
        </p:nvSpPr>
        <p:spPr>
          <a:xfrm>
            <a:off x="249629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ind_only_208">
            <a:extLst>
              <a:ext uri="{FF2B5EF4-FFF2-40B4-BE49-F238E27FC236}">
                <a16:creationId xmlns:a16="http://schemas.microsoft.com/office/drawing/2014/main" id="{BA124EE5-9E38-4B15-82AD-5AFDD9CC9B10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ind_only_209">
            <a:extLst>
              <a:ext uri="{FF2B5EF4-FFF2-40B4-BE49-F238E27FC236}">
                <a16:creationId xmlns:a16="http://schemas.microsoft.com/office/drawing/2014/main" id="{B765F48E-08BD-4657-AFB6-0EB0D838F664}"/>
              </a:ext>
            </a:extLst>
          </p:cNvPr>
          <p:cNvSpPr>
            <a:spLocks noGrp="1"/>
          </p:cNvSpPr>
          <p:nvPr/>
        </p:nvSpPr>
        <p:spPr>
          <a:xfrm>
            <a:off x="249658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ind_only_210">
            <a:extLst>
              <a:ext uri="{FF2B5EF4-FFF2-40B4-BE49-F238E27FC236}">
                <a16:creationId xmlns:a16="http://schemas.microsoft.com/office/drawing/2014/main" id="{EF09B2F3-C93E-4E0A-A303-0CF6E0FA256A}"/>
              </a:ext>
            </a:extLst>
          </p:cNvPr>
          <p:cNvSpPr>
            <a:spLocks noGrp="1"/>
          </p:cNvSpPr>
          <p:nvPr/>
        </p:nvSpPr>
        <p:spPr>
          <a:xfrm>
            <a:off x="24858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ind_only_211">
            <a:extLst>
              <a:ext uri="{FF2B5EF4-FFF2-40B4-BE49-F238E27FC236}">
                <a16:creationId xmlns:a16="http://schemas.microsoft.com/office/drawing/2014/main" id="{67899452-D54E-4C6F-B543-CA66539954F8}"/>
              </a:ext>
            </a:extLst>
          </p:cNvPr>
          <p:cNvSpPr>
            <a:spLocks noGrp="1"/>
          </p:cNvSpPr>
          <p:nvPr/>
        </p:nvSpPr>
        <p:spPr>
          <a:xfrm>
            <a:off x="2560704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ind_only_212">
            <a:extLst>
              <a:ext uri="{FF2B5EF4-FFF2-40B4-BE49-F238E27FC236}">
                <a16:creationId xmlns:a16="http://schemas.microsoft.com/office/drawing/2014/main" id="{217110A6-D6FE-423E-B0A2-49D0286BE59E}"/>
              </a:ext>
            </a:extLst>
          </p:cNvPr>
          <p:cNvSpPr>
            <a:spLocks noGrp="1"/>
          </p:cNvSpPr>
          <p:nvPr/>
        </p:nvSpPr>
        <p:spPr>
          <a:xfrm>
            <a:off x="2580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ind_only_213">
            <a:extLst>
              <a:ext uri="{FF2B5EF4-FFF2-40B4-BE49-F238E27FC236}">
                <a16:creationId xmlns:a16="http://schemas.microsoft.com/office/drawing/2014/main" id="{8055B501-920E-42C1-B59F-85A0988C3067}"/>
              </a:ext>
            </a:extLst>
          </p:cNvPr>
          <p:cNvSpPr>
            <a:spLocks noGrp="1"/>
          </p:cNvSpPr>
          <p:nvPr/>
        </p:nvSpPr>
        <p:spPr>
          <a:xfrm>
            <a:off x="25221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ind_only_214">
            <a:extLst>
              <a:ext uri="{FF2B5EF4-FFF2-40B4-BE49-F238E27FC236}">
                <a16:creationId xmlns:a16="http://schemas.microsoft.com/office/drawing/2014/main" id="{13030B5F-FB1C-47B1-8599-43FC9337CAA3}"/>
              </a:ext>
            </a:extLst>
          </p:cNvPr>
          <p:cNvSpPr>
            <a:spLocks noGrp="1"/>
          </p:cNvSpPr>
          <p:nvPr/>
        </p:nvSpPr>
        <p:spPr>
          <a:xfrm>
            <a:off x="25753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ind_only_215">
            <a:extLst>
              <a:ext uri="{FF2B5EF4-FFF2-40B4-BE49-F238E27FC236}">
                <a16:creationId xmlns:a16="http://schemas.microsoft.com/office/drawing/2014/main" id="{2BAE706F-9180-4537-948E-92F8B608B3BB}"/>
              </a:ext>
            </a:extLst>
          </p:cNvPr>
          <p:cNvSpPr>
            <a:spLocks noGrp="1"/>
          </p:cNvSpPr>
          <p:nvPr/>
        </p:nvSpPr>
        <p:spPr>
          <a:xfrm>
            <a:off x="2506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ind_only_216">
            <a:extLst>
              <a:ext uri="{FF2B5EF4-FFF2-40B4-BE49-F238E27FC236}">
                <a16:creationId xmlns:a16="http://schemas.microsoft.com/office/drawing/2014/main" id="{396CDAAA-F06E-4632-90EE-09D3A0BB95FB}"/>
              </a:ext>
            </a:extLst>
          </p:cNvPr>
          <p:cNvSpPr>
            <a:spLocks noGrp="1"/>
          </p:cNvSpPr>
          <p:nvPr/>
        </p:nvSpPr>
        <p:spPr>
          <a:xfrm>
            <a:off x="2524661" y="33155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ind_only_217">
            <a:extLst>
              <a:ext uri="{FF2B5EF4-FFF2-40B4-BE49-F238E27FC236}">
                <a16:creationId xmlns:a16="http://schemas.microsoft.com/office/drawing/2014/main" id="{DFA9BAD8-8C21-4A21-A92D-04C1967925D7}"/>
              </a:ext>
            </a:extLst>
          </p:cNvPr>
          <p:cNvSpPr>
            <a:spLocks noGrp="1"/>
          </p:cNvSpPr>
          <p:nvPr/>
        </p:nvSpPr>
        <p:spPr>
          <a:xfrm>
            <a:off x="2553612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ind_only_218">
            <a:extLst>
              <a:ext uri="{FF2B5EF4-FFF2-40B4-BE49-F238E27FC236}">
                <a16:creationId xmlns:a16="http://schemas.microsoft.com/office/drawing/2014/main" id="{FC4AACE4-B4BB-495E-A06F-A0BF28C9D74F}"/>
              </a:ext>
            </a:extLst>
          </p:cNvPr>
          <p:cNvSpPr>
            <a:spLocks noGrp="1"/>
          </p:cNvSpPr>
          <p:nvPr/>
        </p:nvSpPr>
        <p:spPr>
          <a:xfrm>
            <a:off x="25710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ind_only_219">
            <a:extLst>
              <a:ext uri="{FF2B5EF4-FFF2-40B4-BE49-F238E27FC236}">
                <a16:creationId xmlns:a16="http://schemas.microsoft.com/office/drawing/2014/main" id="{9EB67C98-7115-412A-AA58-F9FCC6F726DB}"/>
              </a:ext>
            </a:extLst>
          </p:cNvPr>
          <p:cNvSpPr>
            <a:spLocks noGrp="1"/>
          </p:cNvSpPr>
          <p:nvPr/>
        </p:nvSpPr>
        <p:spPr>
          <a:xfrm>
            <a:off x="25804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ind_only_220">
            <a:extLst>
              <a:ext uri="{FF2B5EF4-FFF2-40B4-BE49-F238E27FC236}">
                <a16:creationId xmlns:a16="http://schemas.microsoft.com/office/drawing/2014/main" id="{7CAAD9DE-80A3-4941-8787-79AD6C3F5C51}"/>
              </a:ext>
            </a:extLst>
          </p:cNvPr>
          <p:cNvSpPr>
            <a:spLocks noGrp="1"/>
          </p:cNvSpPr>
          <p:nvPr/>
        </p:nvSpPr>
        <p:spPr>
          <a:xfrm>
            <a:off x="2546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ind_only_221">
            <a:extLst>
              <a:ext uri="{FF2B5EF4-FFF2-40B4-BE49-F238E27FC236}">
                <a16:creationId xmlns:a16="http://schemas.microsoft.com/office/drawing/2014/main" id="{B0F04234-6121-4778-B876-903D80B9822B}"/>
              </a:ext>
            </a:extLst>
          </p:cNvPr>
          <p:cNvSpPr>
            <a:spLocks noGrp="1"/>
          </p:cNvSpPr>
          <p:nvPr/>
        </p:nvSpPr>
        <p:spPr>
          <a:xfrm>
            <a:off x="2489298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ind_only_222">
            <a:extLst>
              <a:ext uri="{FF2B5EF4-FFF2-40B4-BE49-F238E27FC236}">
                <a16:creationId xmlns:a16="http://schemas.microsoft.com/office/drawing/2014/main" id="{8E258791-9671-4937-83F7-3F8CABD7DE30}"/>
              </a:ext>
            </a:extLst>
          </p:cNvPr>
          <p:cNvSpPr>
            <a:spLocks noGrp="1"/>
          </p:cNvSpPr>
          <p:nvPr/>
        </p:nvSpPr>
        <p:spPr>
          <a:xfrm>
            <a:off x="25036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ind_only_223">
            <a:extLst>
              <a:ext uri="{FF2B5EF4-FFF2-40B4-BE49-F238E27FC236}">
                <a16:creationId xmlns:a16="http://schemas.microsoft.com/office/drawing/2014/main" id="{A6B3AAFD-2BD1-43D9-9EB2-D2ABAA149574}"/>
              </a:ext>
            </a:extLst>
          </p:cNvPr>
          <p:cNvSpPr>
            <a:spLocks noGrp="1"/>
          </p:cNvSpPr>
          <p:nvPr/>
        </p:nvSpPr>
        <p:spPr>
          <a:xfrm>
            <a:off x="25099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ind_only_224">
            <a:extLst>
              <a:ext uri="{FF2B5EF4-FFF2-40B4-BE49-F238E27FC236}">
                <a16:creationId xmlns:a16="http://schemas.microsoft.com/office/drawing/2014/main" id="{4E90B2C4-1CD5-4A7F-87F9-094930ACF8E4}"/>
              </a:ext>
            </a:extLst>
          </p:cNvPr>
          <p:cNvSpPr>
            <a:spLocks noGrp="1"/>
          </p:cNvSpPr>
          <p:nvPr/>
        </p:nvSpPr>
        <p:spPr>
          <a:xfrm>
            <a:off x="24891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ind_only_225">
            <a:extLst>
              <a:ext uri="{FF2B5EF4-FFF2-40B4-BE49-F238E27FC236}">
                <a16:creationId xmlns:a16="http://schemas.microsoft.com/office/drawing/2014/main" id="{BD0FED62-E108-4EE3-BFD9-A39ADE93E8F6}"/>
              </a:ext>
            </a:extLst>
          </p:cNvPr>
          <p:cNvSpPr>
            <a:spLocks noGrp="1"/>
          </p:cNvSpPr>
          <p:nvPr/>
        </p:nvSpPr>
        <p:spPr>
          <a:xfrm>
            <a:off x="2488521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ind_only_226">
            <a:extLst>
              <a:ext uri="{FF2B5EF4-FFF2-40B4-BE49-F238E27FC236}">
                <a16:creationId xmlns:a16="http://schemas.microsoft.com/office/drawing/2014/main" id="{E3581317-854C-49A0-B01D-1AC08853E0D0}"/>
              </a:ext>
            </a:extLst>
          </p:cNvPr>
          <p:cNvSpPr>
            <a:spLocks noGrp="1"/>
          </p:cNvSpPr>
          <p:nvPr/>
        </p:nvSpPr>
        <p:spPr>
          <a:xfrm>
            <a:off x="2507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ind_only_227">
            <a:extLst>
              <a:ext uri="{FF2B5EF4-FFF2-40B4-BE49-F238E27FC236}">
                <a16:creationId xmlns:a16="http://schemas.microsoft.com/office/drawing/2014/main" id="{2F0205BA-5F31-4CA5-B137-6978B7F36052}"/>
              </a:ext>
            </a:extLst>
          </p:cNvPr>
          <p:cNvSpPr>
            <a:spLocks noGrp="1"/>
          </p:cNvSpPr>
          <p:nvPr/>
        </p:nvSpPr>
        <p:spPr>
          <a:xfrm>
            <a:off x="25439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ind_only_228">
            <a:extLst>
              <a:ext uri="{FF2B5EF4-FFF2-40B4-BE49-F238E27FC236}">
                <a16:creationId xmlns:a16="http://schemas.microsoft.com/office/drawing/2014/main" id="{0C1C1D34-FB1A-4016-ACC0-B206AE4FFA34}"/>
              </a:ext>
            </a:extLst>
          </p:cNvPr>
          <p:cNvSpPr>
            <a:spLocks noGrp="1"/>
          </p:cNvSpPr>
          <p:nvPr/>
        </p:nvSpPr>
        <p:spPr>
          <a:xfrm>
            <a:off x="250221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ind_only_229">
            <a:extLst>
              <a:ext uri="{FF2B5EF4-FFF2-40B4-BE49-F238E27FC236}">
                <a16:creationId xmlns:a16="http://schemas.microsoft.com/office/drawing/2014/main" id="{2A8717D3-B62A-4662-837D-51BB708DE1F0}"/>
              </a:ext>
            </a:extLst>
          </p:cNvPr>
          <p:cNvSpPr>
            <a:spLocks noGrp="1"/>
          </p:cNvSpPr>
          <p:nvPr/>
        </p:nvSpPr>
        <p:spPr>
          <a:xfrm>
            <a:off x="2531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ind_only_230">
            <a:extLst>
              <a:ext uri="{FF2B5EF4-FFF2-40B4-BE49-F238E27FC236}">
                <a16:creationId xmlns:a16="http://schemas.microsoft.com/office/drawing/2014/main" id="{7E4CF7D4-A574-4D86-B895-DA221093FC13}"/>
              </a:ext>
            </a:extLst>
          </p:cNvPr>
          <p:cNvSpPr>
            <a:spLocks noGrp="1"/>
          </p:cNvSpPr>
          <p:nvPr/>
        </p:nvSpPr>
        <p:spPr>
          <a:xfrm>
            <a:off x="2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ind_only_231">
            <a:extLst>
              <a:ext uri="{FF2B5EF4-FFF2-40B4-BE49-F238E27FC236}">
                <a16:creationId xmlns:a16="http://schemas.microsoft.com/office/drawing/2014/main" id="{74BB854B-EAD6-485F-A1D3-F29E8080798C}"/>
              </a:ext>
            </a:extLst>
          </p:cNvPr>
          <p:cNvSpPr>
            <a:spLocks noGrp="1"/>
          </p:cNvSpPr>
          <p:nvPr/>
        </p:nvSpPr>
        <p:spPr>
          <a:xfrm>
            <a:off x="25692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ind_only_232">
            <a:extLst>
              <a:ext uri="{FF2B5EF4-FFF2-40B4-BE49-F238E27FC236}">
                <a16:creationId xmlns:a16="http://schemas.microsoft.com/office/drawing/2014/main" id="{BB4A7EEF-C83F-4C42-9C93-D0021F4AC73C}"/>
              </a:ext>
            </a:extLst>
          </p:cNvPr>
          <p:cNvSpPr>
            <a:spLocks noGrp="1"/>
          </p:cNvSpPr>
          <p:nvPr/>
        </p:nvSpPr>
        <p:spPr>
          <a:xfrm>
            <a:off x="2511449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ind_only_233">
            <a:extLst>
              <a:ext uri="{FF2B5EF4-FFF2-40B4-BE49-F238E27FC236}">
                <a16:creationId xmlns:a16="http://schemas.microsoft.com/office/drawing/2014/main" id="{C7F6D6F6-DA24-4848-9B40-ACDA12796305}"/>
              </a:ext>
            </a:extLst>
          </p:cNvPr>
          <p:cNvSpPr>
            <a:spLocks noGrp="1"/>
          </p:cNvSpPr>
          <p:nvPr/>
        </p:nvSpPr>
        <p:spPr>
          <a:xfrm>
            <a:off x="255137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ind_only_234">
            <a:extLst>
              <a:ext uri="{FF2B5EF4-FFF2-40B4-BE49-F238E27FC236}">
                <a16:creationId xmlns:a16="http://schemas.microsoft.com/office/drawing/2014/main" id="{D590DA09-9C7F-45A1-B32E-430A7A8BE5F9}"/>
              </a:ext>
            </a:extLst>
          </p:cNvPr>
          <p:cNvSpPr>
            <a:spLocks noGrp="1"/>
          </p:cNvSpPr>
          <p:nvPr/>
        </p:nvSpPr>
        <p:spPr>
          <a:xfrm>
            <a:off x="25538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ind_only_235">
            <a:extLst>
              <a:ext uri="{FF2B5EF4-FFF2-40B4-BE49-F238E27FC236}">
                <a16:creationId xmlns:a16="http://schemas.microsoft.com/office/drawing/2014/main" id="{19B8CA84-E532-478A-A57D-50CF500C0691}"/>
              </a:ext>
            </a:extLst>
          </p:cNvPr>
          <p:cNvSpPr>
            <a:spLocks noGrp="1"/>
          </p:cNvSpPr>
          <p:nvPr/>
        </p:nvSpPr>
        <p:spPr>
          <a:xfrm>
            <a:off x="248881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ind_only_236">
            <a:extLst>
              <a:ext uri="{FF2B5EF4-FFF2-40B4-BE49-F238E27FC236}">
                <a16:creationId xmlns:a16="http://schemas.microsoft.com/office/drawing/2014/main" id="{E340B9B1-6A95-4C8F-B8BA-04A827E0A9DD}"/>
              </a:ext>
            </a:extLst>
          </p:cNvPr>
          <p:cNvSpPr>
            <a:spLocks noGrp="1"/>
          </p:cNvSpPr>
          <p:nvPr/>
        </p:nvSpPr>
        <p:spPr>
          <a:xfrm>
            <a:off x="2567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ind_only_237">
            <a:extLst>
              <a:ext uri="{FF2B5EF4-FFF2-40B4-BE49-F238E27FC236}">
                <a16:creationId xmlns:a16="http://schemas.microsoft.com/office/drawing/2014/main" id="{C120653D-BCB1-42D6-BFBE-CB48960E4AF2}"/>
              </a:ext>
            </a:extLst>
          </p:cNvPr>
          <p:cNvSpPr>
            <a:spLocks noGrp="1"/>
          </p:cNvSpPr>
          <p:nvPr/>
        </p:nvSpPr>
        <p:spPr>
          <a:xfrm>
            <a:off x="24864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ind_only_238">
            <a:extLst>
              <a:ext uri="{FF2B5EF4-FFF2-40B4-BE49-F238E27FC236}">
                <a16:creationId xmlns:a16="http://schemas.microsoft.com/office/drawing/2014/main" id="{D2798A61-0701-48FD-8706-48A5B8D9CB94}"/>
              </a:ext>
            </a:extLst>
          </p:cNvPr>
          <p:cNvSpPr>
            <a:spLocks noGrp="1"/>
          </p:cNvSpPr>
          <p:nvPr/>
        </p:nvSpPr>
        <p:spPr>
          <a:xfrm>
            <a:off x="25677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ind_only_239">
            <a:extLst>
              <a:ext uri="{FF2B5EF4-FFF2-40B4-BE49-F238E27FC236}">
                <a16:creationId xmlns:a16="http://schemas.microsoft.com/office/drawing/2014/main" id="{A6D4174E-C6C8-4E7C-951C-57AB1D817C80}"/>
              </a:ext>
            </a:extLst>
          </p:cNvPr>
          <p:cNvSpPr>
            <a:spLocks noGrp="1"/>
          </p:cNvSpPr>
          <p:nvPr/>
        </p:nvSpPr>
        <p:spPr>
          <a:xfrm>
            <a:off x="25772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ind_only_240">
            <a:extLst>
              <a:ext uri="{FF2B5EF4-FFF2-40B4-BE49-F238E27FC236}">
                <a16:creationId xmlns:a16="http://schemas.microsoft.com/office/drawing/2014/main" id="{6881E1A7-E3DF-4A90-AC5F-65A4ED63F4BE}"/>
              </a:ext>
            </a:extLst>
          </p:cNvPr>
          <p:cNvSpPr>
            <a:spLocks noGrp="1"/>
          </p:cNvSpPr>
          <p:nvPr/>
        </p:nvSpPr>
        <p:spPr>
          <a:xfrm>
            <a:off x="25445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ind_only_241">
            <a:extLst>
              <a:ext uri="{FF2B5EF4-FFF2-40B4-BE49-F238E27FC236}">
                <a16:creationId xmlns:a16="http://schemas.microsoft.com/office/drawing/2014/main" id="{8C875E10-73A4-458A-A6E0-2B6BAE64FC33}"/>
              </a:ext>
            </a:extLst>
          </p:cNvPr>
          <p:cNvSpPr>
            <a:spLocks noGrp="1"/>
          </p:cNvSpPr>
          <p:nvPr/>
        </p:nvSpPr>
        <p:spPr>
          <a:xfrm>
            <a:off x="25154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ind_only_242">
            <a:extLst>
              <a:ext uri="{FF2B5EF4-FFF2-40B4-BE49-F238E27FC236}">
                <a16:creationId xmlns:a16="http://schemas.microsoft.com/office/drawing/2014/main" id="{7A5259FC-7DE8-4633-AB1A-F0BB29100DF8}"/>
              </a:ext>
            </a:extLst>
          </p:cNvPr>
          <p:cNvSpPr>
            <a:spLocks noGrp="1"/>
          </p:cNvSpPr>
          <p:nvPr/>
        </p:nvSpPr>
        <p:spPr>
          <a:xfrm>
            <a:off x="2556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ind_only_243">
            <a:extLst>
              <a:ext uri="{FF2B5EF4-FFF2-40B4-BE49-F238E27FC236}">
                <a16:creationId xmlns:a16="http://schemas.microsoft.com/office/drawing/2014/main" id="{3F1D062E-562B-427F-9724-5D829BF8A0E0}"/>
              </a:ext>
            </a:extLst>
          </p:cNvPr>
          <p:cNvSpPr>
            <a:spLocks noGrp="1"/>
          </p:cNvSpPr>
          <p:nvPr/>
        </p:nvSpPr>
        <p:spPr>
          <a:xfrm>
            <a:off x="25066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ind_only_244">
            <a:extLst>
              <a:ext uri="{FF2B5EF4-FFF2-40B4-BE49-F238E27FC236}">
                <a16:creationId xmlns:a16="http://schemas.microsoft.com/office/drawing/2014/main" id="{CAFAE271-F28C-495D-82E2-59432EF8CDA2}"/>
              </a:ext>
            </a:extLst>
          </p:cNvPr>
          <p:cNvSpPr>
            <a:spLocks noGrp="1"/>
          </p:cNvSpPr>
          <p:nvPr/>
        </p:nvSpPr>
        <p:spPr>
          <a:xfrm>
            <a:off x="25316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ind_only_245">
            <a:extLst>
              <a:ext uri="{FF2B5EF4-FFF2-40B4-BE49-F238E27FC236}">
                <a16:creationId xmlns:a16="http://schemas.microsoft.com/office/drawing/2014/main" id="{04284F52-CCB3-4752-8632-11F89A1AA283}"/>
              </a:ext>
            </a:extLst>
          </p:cNvPr>
          <p:cNvSpPr>
            <a:spLocks noGrp="1"/>
          </p:cNvSpPr>
          <p:nvPr/>
        </p:nvSpPr>
        <p:spPr>
          <a:xfrm>
            <a:off x="25316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ind_only_246">
            <a:extLst>
              <a:ext uri="{FF2B5EF4-FFF2-40B4-BE49-F238E27FC236}">
                <a16:creationId xmlns:a16="http://schemas.microsoft.com/office/drawing/2014/main" id="{F27BD651-2BDC-48A4-8090-CE830167A231}"/>
              </a:ext>
            </a:extLst>
          </p:cNvPr>
          <p:cNvSpPr>
            <a:spLocks noGrp="1"/>
          </p:cNvSpPr>
          <p:nvPr/>
        </p:nvSpPr>
        <p:spPr>
          <a:xfrm>
            <a:off x="250251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ind_only_247">
            <a:extLst>
              <a:ext uri="{FF2B5EF4-FFF2-40B4-BE49-F238E27FC236}">
                <a16:creationId xmlns:a16="http://schemas.microsoft.com/office/drawing/2014/main" id="{E939F68D-7685-4750-9E10-DF2748E8B43F}"/>
              </a:ext>
            </a:extLst>
          </p:cNvPr>
          <p:cNvSpPr>
            <a:spLocks noGrp="1"/>
          </p:cNvSpPr>
          <p:nvPr/>
        </p:nvSpPr>
        <p:spPr>
          <a:xfrm>
            <a:off x="257022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ind_only_248">
            <a:extLst>
              <a:ext uri="{FF2B5EF4-FFF2-40B4-BE49-F238E27FC236}">
                <a16:creationId xmlns:a16="http://schemas.microsoft.com/office/drawing/2014/main" id="{513B95B0-A78D-4A60-9256-56C9D8DB2DC6}"/>
              </a:ext>
            </a:extLst>
          </p:cNvPr>
          <p:cNvSpPr>
            <a:spLocks noGrp="1"/>
          </p:cNvSpPr>
          <p:nvPr/>
        </p:nvSpPr>
        <p:spPr>
          <a:xfrm>
            <a:off x="25170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ind_only_249">
            <a:extLst>
              <a:ext uri="{FF2B5EF4-FFF2-40B4-BE49-F238E27FC236}">
                <a16:creationId xmlns:a16="http://schemas.microsoft.com/office/drawing/2014/main" id="{05555608-5CC2-4C63-9F2A-55CC5EFF5FF7}"/>
              </a:ext>
            </a:extLst>
          </p:cNvPr>
          <p:cNvSpPr>
            <a:spLocks noGrp="1"/>
          </p:cNvSpPr>
          <p:nvPr/>
        </p:nvSpPr>
        <p:spPr>
          <a:xfrm>
            <a:off x="2526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ind_only_250">
            <a:extLst>
              <a:ext uri="{FF2B5EF4-FFF2-40B4-BE49-F238E27FC236}">
                <a16:creationId xmlns:a16="http://schemas.microsoft.com/office/drawing/2014/main" id="{25C31D97-7EE0-4D71-9E3A-9A7B93BB040B}"/>
              </a:ext>
            </a:extLst>
          </p:cNvPr>
          <p:cNvSpPr>
            <a:spLocks noGrp="1"/>
          </p:cNvSpPr>
          <p:nvPr/>
        </p:nvSpPr>
        <p:spPr>
          <a:xfrm>
            <a:off x="25795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ind_only_251">
            <a:extLst>
              <a:ext uri="{FF2B5EF4-FFF2-40B4-BE49-F238E27FC236}">
                <a16:creationId xmlns:a16="http://schemas.microsoft.com/office/drawing/2014/main" id="{56089CCA-1E3F-49A8-A694-37B74B08C05E}"/>
              </a:ext>
            </a:extLst>
          </p:cNvPr>
          <p:cNvSpPr>
            <a:spLocks noGrp="1"/>
          </p:cNvSpPr>
          <p:nvPr/>
        </p:nvSpPr>
        <p:spPr>
          <a:xfrm>
            <a:off x="2550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ind_only_252">
            <a:extLst>
              <a:ext uri="{FF2B5EF4-FFF2-40B4-BE49-F238E27FC236}">
                <a16:creationId xmlns:a16="http://schemas.microsoft.com/office/drawing/2014/main" id="{6DCAF212-ADB1-443B-B1FC-F114F65F001D}"/>
              </a:ext>
            </a:extLst>
          </p:cNvPr>
          <p:cNvSpPr>
            <a:spLocks noGrp="1"/>
          </p:cNvSpPr>
          <p:nvPr/>
        </p:nvSpPr>
        <p:spPr>
          <a:xfrm>
            <a:off x="257605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ind_only_253">
            <a:extLst>
              <a:ext uri="{FF2B5EF4-FFF2-40B4-BE49-F238E27FC236}">
                <a16:creationId xmlns:a16="http://schemas.microsoft.com/office/drawing/2014/main" id="{AFBDA1D8-7AED-4CA9-9A2E-85277C3FB09B}"/>
              </a:ext>
            </a:extLst>
          </p:cNvPr>
          <p:cNvSpPr>
            <a:spLocks noGrp="1"/>
          </p:cNvSpPr>
          <p:nvPr/>
        </p:nvSpPr>
        <p:spPr>
          <a:xfrm>
            <a:off x="24901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ind_only_254">
            <a:extLst>
              <a:ext uri="{FF2B5EF4-FFF2-40B4-BE49-F238E27FC236}">
                <a16:creationId xmlns:a16="http://schemas.microsoft.com/office/drawing/2014/main" id="{5E476844-73BE-4B88-AEC8-3BE2C5E8CEA8}"/>
              </a:ext>
            </a:extLst>
          </p:cNvPr>
          <p:cNvSpPr>
            <a:spLocks noGrp="1"/>
          </p:cNvSpPr>
          <p:nvPr/>
        </p:nvSpPr>
        <p:spPr>
          <a:xfrm>
            <a:off x="25688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ind_only_255">
            <a:extLst>
              <a:ext uri="{FF2B5EF4-FFF2-40B4-BE49-F238E27FC236}">
                <a16:creationId xmlns:a16="http://schemas.microsoft.com/office/drawing/2014/main" id="{BE9F3D27-448D-4B60-A31B-61670EF73F5C}"/>
              </a:ext>
            </a:extLst>
          </p:cNvPr>
          <p:cNvSpPr>
            <a:spLocks noGrp="1"/>
          </p:cNvSpPr>
          <p:nvPr/>
        </p:nvSpPr>
        <p:spPr>
          <a:xfrm>
            <a:off x="255604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ind_only_256">
            <a:extLst>
              <a:ext uri="{FF2B5EF4-FFF2-40B4-BE49-F238E27FC236}">
                <a16:creationId xmlns:a16="http://schemas.microsoft.com/office/drawing/2014/main" id="{E4EC82EC-B95A-4D68-B4C6-E569D1600A1F}"/>
              </a:ext>
            </a:extLst>
          </p:cNvPr>
          <p:cNvSpPr>
            <a:spLocks noGrp="1"/>
          </p:cNvSpPr>
          <p:nvPr/>
        </p:nvSpPr>
        <p:spPr>
          <a:xfrm>
            <a:off x="25225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ind_only_257">
            <a:extLst>
              <a:ext uri="{FF2B5EF4-FFF2-40B4-BE49-F238E27FC236}">
                <a16:creationId xmlns:a16="http://schemas.microsoft.com/office/drawing/2014/main" id="{480C6F5A-9D7E-4D7D-BB21-2D038ADCCDEE}"/>
              </a:ext>
            </a:extLst>
          </p:cNvPr>
          <p:cNvSpPr>
            <a:spLocks noGrp="1"/>
          </p:cNvSpPr>
          <p:nvPr/>
        </p:nvSpPr>
        <p:spPr>
          <a:xfrm>
            <a:off x="255983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ind_only_258">
            <a:extLst>
              <a:ext uri="{FF2B5EF4-FFF2-40B4-BE49-F238E27FC236}">
                <a16:creationId xmlns:a16="http://schemas.microsoft.com/office/drawing/2014/main" id="{83F88375-BEBC-4D18-B010-A11E22D962A5}"/>
              </a:ext>
            </a:extLst>
          </p:cNvPr>
          <p:cNvSpPr>
            <a:spLocks noGrp="1"/>
          </p:cNvSpPr>
          <p:nvPr/>
        </p:nvSpPr>
        <p:spPr>
          <a:xfrm>
            <a:off x="258003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ind_only_259">
            <a:extLst>
              <a:ext uri="{FF2B5EF4-FFF2-40B4-BE49-F238E27FC236}">
                <a16:creationId xmlns:a16="http://schemas.microsoft.com/office/drawing/2014/main" id="{FFA4850F-3DE0-4903-AAD3-0FD074E129A0}"/>
              </a:ext>
            </a:extLst>
          </p:cNvPr>
          <p:cNvSpPr>
            <a:spLocks noGrp="1"/>
          </p:cNvSpPr>
          <p:nvPr/>
        </p:nvSpPr>
        <p:spPr>
          <a:xfrm>
            <a:off x="25496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ind_only_260">
            <a:extLst>
              <a:ext uri="{FF2B5EF4-FFF2-40B4-BE49-F238E27FC236}">
                <a16:creationId xmlns:a16="http://schemas.microsoft.com/office/drawing/2014/main" id="{951E6021-E82B-46F4-A8A6-2267E33B017F}"/>
              </a:ext>
            </a:extLst>
          </p:cNvPr>
          <p:cNvSpPr>
            <a:spLocks noGrp="1"/>
          </p:cNvSpPr>
          <p:nvPr/>
        </p:nvSpPr>
        <p:spPr>
          <a:xfrm>
            <a:off x="2557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ind_only_261">
            <a:extLst>
              <a:ext uri="{FF2B5EF4-FFF2-40B4-BE49-F238E27FC236}">
                <a16:creationId xmlns:a16="http://schemas.microsoft.com/office/drawing/2014/main" id="{EB1C556D-FA95-44D0-B72E-CF24B55275C9}"/>
              </a:ext>
            </a:extLst>
          </p:cNvPr>
          <p:cNvSpPr>
            <a:spLocks noGrp="1"/>
          </p:cNvSpPr>
          <p:nvPr/>
        </p:nvSpPr>
        <p:spPr>
          <a:xfrm>
            <a:off x="255623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ind_only_262">
            <a:extLst>
              <a:ext uri="{FF2B5EF4-FFF2-40B4-BE49-F238E27FC236}">
                <a16:creationId xmlns:a16="http://schemas.microsoft.com/office/drawing/2014/main" id="{CED0EF54-0066-41DE-A9AB-3BC61C5735FD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ind_only_263">
            <a:extLst>
              <a:ext uri="{FF2B5EF4-FFF2-40B4-BE49-F238E27FC236}">
                <a16:creationId xmlns:a16="http://schemas.microsoft.com/office/drawing/2014/main" id="{7B88DFDB-0CB6-42F9-8484-CAFB0DFFD35F}"/>
              </a:ext>
            </a:extLst>
          </p:cNvPr>
          <p:cNvSpPr>
            <a:spLocks noGrp="1"/>
          </p:cNvSpPr>
          <p:nvPr/>
        </p:nvSpPr>
        <p:spPr>
          <a:xfrm>
            <a:off x="251358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ind_only_264">
            <a:extLst>
              <a:ext uri="{FF2B5EF4-FFF2-40B4-BE49-F238E27FC236}">
                <a16:creationId xmlns:a16="http://schemas.microsoft.com/office/drawing/2014/main" id="{E68EC438-1E8C-4156-9311-1376459A17DA}"/>
              </a:ext>
            </a:extLst>
          </p:cNvPr>
          <p:cNvSpPr>
            <a:spLocks noGrp="1"/>
          </p:cNvSpPr>
          <p:nvPr/>
        </p:nvSpPr>
        <p:spPr>
          <a:xfrm>
            <a:off x="25732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ind_only_265">
            <a:extLst>
              <a:ext uri="{FF2B5EF4-FFF2-40B4-BE49-F238E27FC236}">
                <a16:creationId xmlns:a16="http://schemas.microsoft.com/office/drawing/2014/main" id="{8A61669A-59F5-41E7-AB96-54DB02E6CA72}"/>
              </a:ext>
            </a:extLst>
          </p:cNvPr>
          <p:cNvSpPr>
            <a:spLocks noGrp="1"/>
          </p:cNvSpPr>
          <p:nvPr/>
        </p:nvSpPr>
        <p:spPr>
          <a:xfrm>
            <a:off x="25032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ind_only_266">
            <a:extLst>
              <a:ext uri="{FF2B5EF4-FFF2-40B4-BE49-F238E27FC236}">
                <a16:creationId xmlns:a16="http://schemas.microsoft.com/office/drawing/2014/main" id="{F03CD282-92AE-4076-9321-769E851B9A83}"/>
              </a:ext>
            </a:extLst>
          </p:cNvPr>
          <p:cNvSpPr>
            <a:spLocks noGrp="1"/>
          </p:cNvSpPr>
          <p:nvPr/>
        </p:nvSpPr>
        <p:spPr>
          <a:xfrm>
            <a:off x="2502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ind_only_267">
            <a:extLst>
              <a:ext uri="{FF2B5EF4-FFF2-40B4-BE49-F238E27FC236}">
                <a16:creationId xmlns:a16="http://schemas.microsoft.com/office/drawing/2014/main" id="{47D05FFD-C8C2-4333-B058-A57BF0288C46}"/>
              </a:ext>
            </a:extLst>
          </p:cNvPr>
          <p:cNvSpPr>
            <a:spLocks noGrp="1"/>
          </p:cNvSpPr>
          <p:nvPr/>
        </p:nvSpPr>
        <p:spPr>
          <a:xfrm>
            <a:off x="25068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ind_only_268">
            <a:extLst>
              <a:ext uri="{FF2B5EF4-FFF2-40B4-BE49-F238E27FC236}">
                <a16:creationId xmlns:a16="http://schemas.microsoft.com/office/drawing/2014/main" id="{EFACA2AF-B3C4-41A1-B941-1C7E1E6C6CD6}"/>
              </a:ext>
            </a:extLst>
          </p:cNvPr>
          <p:cNvSpPr>
            <a:spLocks noGrp="1"/>
          </p:cNvSpPr>
          <p:nvPr/>
        </p:nvSpPr>
        <p:spPr>
          <a:xfrm>
            <a:off x="2574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ind_only_269">
            <a:extLst>
              <a:ext uri="{FF2B5EF4-FFF2-40B4-BE49-F238E27FC236}">
                <a16:creationId xmlns:a16="http://schemas.microsoft.com/office/drawing/2014/main" id="{588B86C1-D584-49DF-96F3-4474107749B2}"/>
              </a:ext>
            </a:extLst>
          </p:cNvPr>
          <p:cNvSpPr>
            <a:spLocks noGrp="1"/>
          </p:cNvSpPr>
          <p:nvPr/>
        </p:nvSpPr>
        <p:spPr>
          <a:xfrm>
            <a:off x="25642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ind_only_270">
            <a:extLst>
              <a:ext uri="{FF2B5EF4-FFF2-40B4-BE49-F238E27FC236}">
                <a16:creationId xmlns:a16="http://schemas.microsoft.com/office/drawing/2014/main" id="{4EB5D8FD-20E6-46C1-9080-148BD27D8CFD}"/>
              </a:ext>
            </a:extLst>
          </p:cNvPr>
          <p:cNvSpPr>
            <a:spLocks noGrp="1"/>
          </p:cNvSpPr>
          <p:nvPr/>
        </p:nvSpPr>
        <p:spPr>
          <a:xfrm>
            <a:off x="2568476" y="31953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ind_only_271">
            <a:extLst>
              <a:ext uri="{FF2B5EF4-FFF2-40B4-BE49-F238E27FC236}">
                <a16:creationId xmlns:a16="http://schemas.microsoft.com/office/drawing/2014/main" id="{01B83C18-3A25-4970-B5C9-3C30A6CC6E96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ind_only_272">
            <a:extLst>
              <a:ext uri="{FF2B5EF4-FFF2-40B4-BE49-F238E27FC236}">
                <a16:creationId xmlns:a16="http://schemas.microsoft.com/office/drawing/2014/main" id="{4194CDF7-E087-4605-B719-2758B0D2D293}"/>
              </a:ext>
            </a:extLst>
          </p:cNvPr>
          <p:cNvSpPr>
            <a:spLocks noGrp="1"/>
          </p:cNvSpPr>
          <p:nvPr/>
        </p:nvSpPr>
        <p:spPr>
          <a:xfrm>
            <a:off x="25639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ind_only_273">
            <a:extLst>
              <a:ext uri="{FF2B5EF4-FFF2-40B4-BE49-F238E27FC236}">
                <a16:creationId xmlns:a16="http://schemas.microsoft.com/office/drawing/2014/main" id="{1FD83A2A-7A4B-4759-95A2-D0B61E55FC79}"/>
              </a:ext>
            </a:extLst>
          </p:cNvPr>
          <p:cNvSpPr>
            <a:spLocks noGrp="1"/>
          </p:cNvSpPr>
          <p:nvPr/>
        </p:nvSpPr>
        <p:spPr>
          <a:xfrm>
            <a:off x="2572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ind_only_274">
            <a:extLst>
              <a:ext uri="{FF2B5EF4-FFF2-40B4-BE49-F238E27FC236}">
                <a16:creationId xmlns:a16="http://schemas.microsoft.com/office/drawing/2014/main" id="{32350563-6963-417E-89AC-0D91B3098177}"/>
              </a:ext>
            </a:extLst>
          </p:cNvPr>
          <p:cNvSpPr>
            <a:spLocks noGrp="1"/>
          </p:cNvSpPr>
          <p:nvPr/>
        </p:nvSpPr>
        <p:spPr>
          <a:xfrm>
            <a:off x="25009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ind_only_275">
            <a:extLst>
              <a:ext uri="{FF2B5EF4-FFF2-40B4-BE49-F238E27FC236}">
                <a16:creationId xmlns:a16="http://schemas.microsoft.com/office/drawing/2014/main" id="{85514523-D0F1-4F74-B70E-13B8C4E20D1C}"/>
              </a:ext>
            </a:extLst>
          </p:cNvPr>
          <p:cNvSpPr>
            <a:spLocks noGrp="1"/>
          </p:cNvSpPr>
          <p:nvPr/>
        </p:nvSpPr>
        <p:spPr>
          <a:xfrm>
            <a:off x="25086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ind_only_276">
            <a:extLst>
              <a:ext uri="{FF2B5EF4-FFF2-40B4-BE49-F238E27FC236}">
                <a16:creationId xmlns:a16="http://schemas.microsoft.com/office/drawing/2014/main" id="{2F19290D-296E-47B3-BDE3-65BF4A47121A}"/>
              </a:ext>
            </a:extLst>
          </p:cNvPr>
          <p:cNvSpPr>
            <a:spLocks noGrp="1"/>
          </p:cNvSpPr>
          <p:nvPr/>
        </p:nvSpPr>
        <p:spPr>
          <a:xfrm>
            <a:off x="25547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ind_only_277">
            <a:extLst>
              <a:ext uri="{FF2B5EF4-FFF2-40B4-BE49-F238E27FC236}">
                <a16:creationId xmlns:a16="http://schemas.microsoft.com/office/drawing/2014/main" id="{2098C7CD-7345-41A1-9507-47516C17B6F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ind_only_278">
            <a:extLst>
              <a:ext uri="{FF2B5EF4-FFF2-40B4-BE49-F238E27FC236}">
                <a16:creationId xmlns:a16="http://schemas.microsoft.com/office/drawing/2014/main" id="{3098C86F-28F0-4E9E-A67E-0E182BD4277F}"/>
              </a:ext>
            </a:extLst>
          </p:cNvPr>
          <p:cNvSpPr>
            <a:spLocks noGrp="1"/>
          </p:cNvSpPr>
          <p:nvPr/>
        </p:nvSpPr>
        <p:spPr>
          <a:xfrm>
            <a:off x="2515334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ind_only_279">
            <a:extLst>
              <a:ext uri="{FF2B5EF4-FFF2-40B4-BE49-F238E27FC236}">
                <a16:creationId xmlns:a16="http://schemas.microsoft.com/office/drawing/2014/main" id="{04B84ACF-E51B-47D5-824C-37E0AEF20242}"/>
              </a:ext>
            </a:extLst>
          </p:cNvPr>
          <p:cNvSpPr>
            <a:spLocks noGrp="1"/>
          </p:cNvSpPr>
          <p:nvPr/>
        </p:nvSpPr>
        <p:spPr>
          <a:xfrm>
            <a:off x="24994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ind_only_280">
            <a:extLst>
              <a:ext uri="{FF2B5EF4-FFF2-40B4-BE49-F238E27FC236}">
                <a16:creationId xmlns:a16="http://schemas.microsoft.com/office/drawing/2014/main" id="{67560E67-38EA-4B18-B51D-B18BDCE9A195}"/>
              </a:ext>
            </a:extLst>
          </p:cNvPr>
          <p:cNvSpPr>
            <a:spLocks noGrp="1"/>
          </p:cNvSpPr>
          <p:nvPr/>
        </p:nvSpPr>
        <p:spPr>
          <a:xfrm>
            <a:off x="25097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ind_only_281">
            <a:extLst>
              <a:ext uri="{FF2B5EF4-FFF2-40B4-BE49-F238E27FC236}">
                <a16:creationId xmlns:a16="http://schemas.microsoft.com/office/drawing/2014/main" id="{CF311F6D-6A39-4661-A59A-326F3B0E09AC}"/>
              </a:ext>
            </a:extLst>
          </p:cNvPr>
          <p:cNvSpPr>
            <a:spLocks noGrp="1"/>
          </p:cNvSpPr>
          <p:nvPr/>
        </p:nvSpPr>
        <p:spPr>
          <a:xfrm>
            <a:off x="251348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ind_only_282">
            <a:extLst>
              <a:ext uri="{FF2B5EF4-FFF2-40B4-BE49-F238E27FC236}">
                <a16:creationId xmlns:a16="http://schemas.microsoft.com/office/drawing/2014/main" id="{EF7D747C-0DD9-4828-9CBA-735E0539C7FE}"/>
              </a:ext>
            </a:extLst>
          </p:cNvPr>
          <p:cNvSpPr>
            <a:spLocks noGrp="1"/>
          </p:cNvSpPr>
          <p:nvPr/>
        </p:nvSpPr>
        <p:spPr>
          <a:xfrm>
            <a:off x="257382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ind_only_283">
            <a:extLst>
              <a:ext uri="{FF2B5EF4-FFF2-40B4-BE49-F238E27FC236}">
                <a16:creationId xmlns:a16="http://schemas.microsoft.com/office/drawing/2014/main" id="{8090C95E-D218-44A3-8355-ADA2213855FF}"/>
              </a:ext>
            </a:extLst>
          </p:cNvPr>
          <p:cNvSpPr>
            <a:spLocks noGrp="1"/>
          </p:cNvSpPr>
          <p:nvPr/>
        </p:nvSpPr>
        <p:spPr>
          <a:xfrm>
            <a:off x="253262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ind_only_284">
            <a:extLst>
              <a:ext uri="{FF2B5EF4-FFF2-40B4-BE49-F238E27FC236}">
                <a16:creationId xmlns:a16="http://schemas.microsoft.com/office/drawing/2014/main" id="{3E937F1A-B11B-40DE-B79E-9177F784B342}"/>
              </a:ext>
            </a:extLst>
          </p:cNvPr>
          <p:cNvSpPr>
            <a:spLocks noGrp="1"/>
          </p:cNvSpPr>
          <p:nvPr/>
        </p:nvSpPr>
        <p:spPr>
          <a:xfrm>
            <a:off x="25009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ind_only_285">
            <a:extLst>
              <a:ext uri="{FF2B5EF4-FFF2-40B4-BE49-F238E27FC236}">
                <a16:creationId xmlns:a16="http://schemas.microsoft.com/office/drawing/2014/main" id="{4E1CB197-A6C2-4D8E-BDDF-BBBEA52FE36E}"/>
              </a:ext>
            </a:extLst>
          </p:cNvPr>
          <p:cNvSpPr>
            <a:spLocks noGrp="1"/>
          </p:cNvSpPr>
          <p:nvPr/>
        </p:nvSpPr>
        <p:spPr>
          <a:xfrm>
            <a:off x="251504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ind_only_286">
            <a:extLst>
              <a:ext uri="{FF2B5EF4-FFF2-40B4-BE49-F238E27FC236}">
                <a16:creationId xmlns:a16="http://schemas.microsoft.com/office/drawing/2014/main" id="{29325D3C-BD57-47F5-A7B7-766942E27AB6}"/>
              </a:ext>
            </a:extLst>
          </p:cNvPr>
          <p:cNvSpPr>
            <a:spLocks noGrp="1"/>
          </p:cNvSpPr>
          <p:nvPr/>
        </p:nvSpPr>
        <p:spPr>
          <a:xfrm>
            <a:off x="25687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ind_only_287">
            <a:extLst>
              <a:ext uri="{FF2B5EF4-FFF2-40B4-BE49-F238E27FC236}">
                <a16:creationId xmlns:a16="http://schemas.microsoft.com/office/drawing/2014/main" id="{BBD2ABDF-86B4-4B4B-B8F4-14A1C445B016}"/>
              </a:ext>
            </a:extLst>
          </p:cNvPr>
          <p:cNvSpPr>
            <a:spLocks noGrp="1"/>
          </p:cNvSpPr>
          <p:nvPr/>
        </p:nvSpPr>
        <p:spPr>
          <a:xfrm>
            <a:off x="2550406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ind_only_288">
            <a:extLst>
              <a:ext uri="{FF2B5EF4-FFF2-40B4-BE49-F238E27FC236}">
                <a16:creationId xmlns:a16="http://schemas.microsoft.com/office/drawing/2014/main" id="{0C88AE06-432C-4FE0-8ACA-8F88085CD851}"/>
              </a:ext>
            </a:extLst>
          </p:cNvPr>
          <p:cNvSpPr>
            <a:spLocks noGrp="1"/>
          </p:cNvSpPr>
          <p:nvPr/>
        </p:nvSpPr>
        <p:spPr>
          <a:xfrm>
            <a:off x="2568379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ind_only_289">
            <a:extLst>
              <a:ext uri="{FF2B5EF4-FFF2-40B4-BE49-F238E27FC236}">
                <a16:creationId xmlns:a16="http://schemas.microsoft.com/office/drawing/2014/main" id="{56BCB185-F147-4552-B04C-686569D86B2D}"/>
              </a:ext>
            </a:extLst>
          </p:cNvPr>
          <p:cNvSpPr>
            <a:spLocks noGrp="1"/>
          </p:cNvSpPr>
          <p:nvPr/>
        </p:nvSpPr>
        <p:spPr>
          <a:xfrm>
            <a:off x="250688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ind_only_290">
            <a:extLst>
              <a:ext uri="{FF2B5EF4-FFF2-40B4-BE49-F238E27FC236}">
                <a16:creationId xmlns:a16="http://schemas.microsoft.com/office/drawing/2014/main" id="{50AB3662-4BC9-4DCD-B982-25E9D989C5FA}"/>
              </a:ext>
            </a:extLst>
          </p:cNvPr>
          <p:cNvSpPr>
            <a:spLocks noGrp="1"/>
          </p:cNvSpPr>
          <p:nvPr/>
        </p:nvSpPr>
        <p:spPr>
          <a:xfrm>
            <a:off x="2525147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ind_only_291">
            <a:extLst>
              <a:ext uri="{FF2B5EF4-FFF2-40B4-BE49-F238E27FC236}">
                <a16:creationId xmlns:a16="http://schemas.microsoft.com/office/drawing/2014/main" id="{17F1E9AE-2FB5-4C7C-AEBA-50DD07A1AB42}"/>
              </a:ext>
            </a:extLst>
          </p:cNvPr>
          <p:cNvSpPr>
            <a:spLocks noGrp="1"/>
          </p:cNvSpPr>
          <p:nvPr/>
        </p:nvSpPr>
        <p:spPr>
          <a:xfrm>
            <a:off x="256905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ind_only_292">
            <a:extLst>
              <a:ext uri="{FF2B5EF4-FFF2-40B4-BE49-F238E27FC236}">
                <a16:creationId xmlns:a16="http://schemas.microsoft.com/office/drawing/2014/main" id="{FB929825-DAD6-4550-8E3E-4E1E6FFFDC31}"/>
              </a:ext>
            </a:extLst>
          </p:cNvPr>
          <p:cNvSpPr>
            <a:spLocks noGrp="1"/>
          </p:cNvSpPr>
          <p:nvPr/>
        </p:nvSpPr>
        <p:spPr>
          <a:xfrm>
            <a:off x="25691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ind_only_293">
            <a:extLst>
              <a:ext uri="{FF2B5EF4-FFF2-40B4-BE49-F238E27FC236}">
                <a16:creationId xmlns:a16="http://schemas.microsoft.com/office/drawing/2014/main" id="{FF37C933-1966-4ABE-A4D3-38FC670F6823}"/>
              </a:ext>
            </a:extLst>
          </p:cNvPr>
          <p:cNvSpPr>
            <a:spLocks noGrp="1"/>
          </p:cNvSpPr>
          <p:nvPr/>
        </p:nvSpPr>
        <p:spPr>
          <a:xfrm>
            <a:off x="2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ind_only_294">
            <a:extLst>
              <a:ext uri="{FF2B5EF4-FFF2-40B4-BE49-F238E27FC236}">
                <a16:creationId xmlns:a16="http://schemas.microsoft.com/office/drawing/2014/main" id="{94B62BAD-F462-48D4-AC78-794FA734C06C}"/>
              </a:ext>
            </a:extLst>
          </p:cNvPr>
          <p:cNvSpPr>
            <a:spLocks noGrp="1"/>
          </p:cNvSpPr>
          <p:nvPr/>
        </p:nvSpPr>
        <p:spPr>
          <a:xfrm>
            <a:off x="2571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ind_only_295">
            <a:extLst>
              <a:ext uri="{FF2B5EF4-FFF2-40B4-BE49-F238E27FC236}">
                <a16:creationId xmlns:a16="http://schemas.microsoft.com/office/drawing/2014/main" id="{A08E7D06-6E50-463A-9D10-EA24E56E7773}"/>
              </a:ext>
            </a:extLst>
          </p:cNvPr>
          <p:cNvSpPr>
            <a:spLocks noGrp="1"/>
          </p:cNvSpPr>
          <p:nvPr/>
        </p:nvSpPr>
        <p:spPr>
          <a:xfrm>
            <a:off x="251582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ind_only_296">
            <a:extLst>
              <a:ext uri="{FF2B5EF4-FFF2-40B4-BE49-F238E27FC236}">
                <a16:creationId xmlns:a16="http://schemas.microsoft.com/office/drawing/2014/main" id="{6B45A0D9-D47A-4102-AFD5-6A7588FD0CB3}"/>
              </a:ext>
            </a:extLst>
          </p:cNvPr>
          <p:cNvSpPr>
            <a:spLocks noGrp="1"/>
          </p:cNvSpPr>
          <p:nvPr/>
        </p:nvSpPr>
        <p:spPr>
          <a:xfrm>
            <a:off x="25011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ind_only_297">
            <a:extLst>
              <a:ext uri="{FF2B5EF4-FFF2-40B4-BE49-F238E27FC236}">
                <a16:creationId xmlns:a16="http://schemas.microsoft.com/office/drawing/2014/main" id="{02776D56-B08D-4921-9F14-F416B37FA282}"/>
              </a:ext>
            </a:extLst>
          </p:cNvPr>
          <p:cNvSpPr>
            <a:spLocks noGrp="1"/>
          </p:cNvSpPr>
          <p:nvPr/>
        </p:nvSpPr>
        <p:spPr>
          <a:xfrm>
            <a:off x="25576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ind_only_298">
            <a:extLst>
              <a:ext uri="{FF2B5EF4-FFF2-40B4-BE49-F238E27FC236}">
                <a16:creationId xmlns:a16="http://schemas.microsoft.com/office/drawing/2014/main" id="{B718DBFD-B5F3-4828-9D6F-5C4693E17669}"/>
              </a:ext>
            </a:extLst>
          </p:cNvPr>
          <p:cNvSpPr>
            <a:spLocks noGrp="1"/>
          </p:cNvSpPr>
          <p:nvPr/>
        </p:nvSpPr>
        <p:spPr>
          <a:xfrm>
            <a:off x="24965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ind_only_299">
            <a:extLst>
              <a:ext uri="{FF2B5EF4-FFF2-40B4-BE49-F238E27FC236}">
                <a16:creationId xmlns:a16="http://schemas.microsoft.com/office/drawing/2014/main" id="{E4841614-CBA8-4C89-8DA1-18E5DF7DD534}"/>
              </a:ext>
            </a:extLst>
          </p:cNvPr>
          <p:cNvSpPr>
            <a:spLocks noGrp="1"/>
          </p:cNvSpPr>
          <p:nvPr/>
        </p:nvSpPr>
        <p:spPr>
          <a:xfrm>
            <a:off x="25027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ind_only_300">
            <a:extLst>
              <a:ext uri="{FF2B5EF4-FFF2-40B4-BE49-F238E27FC236}">
                <a16:creationId xmlns:a16="http://schemas.microsoft.com/office/drawing/2014/main" id="{E52A4711-7E00-4400-9736-EAC9553B34BF}"/>
              </a:ext>
            </a:extLst>
          </p:cNvPr>
          <p:cNvSpPr>
            <a:spLocks noGrp="1"/>
          </p:cNvSpPr>
          <p:nvPr/>
        </p:nvSpPr>
        <p:spPr>
          <a:xfrm>
            <a:off x="256012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ind_only_301">
            <a:extLst>
              <a:ext uri="{FF2B5EF4-FFF2-40B4-BE49-F238E27FC236}">
                <a16:creationId xmlns:a16="http://schemas.microsoft.com/office/drawing/2014/main" id="{E3CE7857-A316-47ED-B543-D0E1EC0120CB}"/>
              </a:ext>
            </a:extLst>
          </p:cNvPr>
          <p:cNvSpPr>
            <a:spLocks noGrp="1"/>
          </p:cNvSpPr>
          <p:nvPr/>
        </p:nvSpPr>
        <p:spPr>
          <a:xfrm>
            <a:off x="2497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ind_only_302">
            <a:extLst>
              <a:ext uri="{FF2B5EF4-FFF2-40B4-BE49-F238E27FC236}">
                <a16:creationId xmlns:a16="http://schemas.microsoft.com/office/drawing/2014/main" id="{3BFBFB8F-304A-4847-8527-4FC6B7BB20EC}"/>
              </a:ext>
            </a:extLst>
          </p:cNvPr>
          <p:cNvSpPr>
            <a:spLocks noGrp="1"/>
          </p:cNvSpPr>
          <p:nvPr/>
        </p:nvSpPr>
        <p:spPr>
          <a:xfrm>
            <a:off x="2578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ind_only_303">
            <a:extLst>
              <a:ext uri="{FF2B5EF4-FFF2-40B4-BE49-F238E27FC236}">
                <a16:creationId xmlns:a16="http://schemas.microsoft.com/office/drawing/2014/main" id="{D27A70A2-86B9-4737-AC1A-45B4BA66F82E}"/>
              </a:ext>
            </a:extLst>
          </p:cNvPr>
          <p:cNvSpPr>
            <a:spLocks noGrp="1"/>
          </p:cNvSpPr>
          <p:nvPr/>
        </p:nvSpPr>
        <p:spPr>
          <a:xfrm>
            <a:off x="256391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ind_only_304">
            <a:extLst>
              <a:ext uri="{FF2B5EF4-FFF2-40B4-BE49-F238E27FC236}">
                <a16:creationId xmlns:a16="http://schemas.microsoft.com/office/drawing/2014/main" id="{73704B42-1A9C-4D16-A063-D2C3F782CB34}"/>
              </a:ext>
            </a:extLst>
          </p:cNvPr>
          <p:cNvSpPr>
            <a:spLocks noGrp="1"/>
          </p:cNvSpPr>
          <p:nvPr/>
        </p:nvSpPr>
        <p:spPr>
          <a:xfrm>
            <a:off x="25287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ind_only_305">
            <a:extLst>
              <a:ext uri="{FF2B5EF4-FFF2-40B4-BE49-F238E27FC236}">
                <a16:creationId xmlns:a16="http://schemas.microsoft.com/office/drawing/2014/main" id="{4A2794F4-ECC0-43F2-99CE-24C5903DE5C3}"/>
              </a:ext>
            </a:extLst>
          </p:cNvPr>
          <p:cNvSpPr>
            <a:spLocks noGrp="1"/>
          </p:cNvSpPr>
          <p:nvPr/>
        </p:nvSpPr>
        <p:spPr>
          <a:xfrm>
            <a:off x="25123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ind_only_306">
            <a:extLst>
              <a:ext uri="{FF2B5EF4-FFF2-40B4-BE49-F238E27FC236}">
                <a16:creationId xmlns:a16="http://schemas.microsoft.com/office/drawing/2014/main" id="{981D4B63-BA64-4539-BBF6-FA4BB8984BCD}"/>
              </a:ext>
            </a:extLst>
          </p:cNvPr>
          <p:cNvSpPr>
            <a:spLocks noGrp="1"/>
          </p:cNvSpPr>
          <p:nvPr/>
        </p:nvSpPr>
        <p:spPr>
          <a:xfrm>
            <a:off x="2577317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ind_only_307">
            <a:extLst>
              <a:ext uri="{FF2B5EF4-FFF2-40B4-BE49-F238E27FC236}">
                <a16:creationId xmlns:a16="http://schemas.microsoft.com/office/drawing/2014/main" id="{CD7A8287-21C9-4213-B38F-14863970FF0A}"/>
              </a:ext>
            </a:extLst>
          </p:cNvPr>
          <p:cNvSpPr>
            <a:spLocks noGrp="1"/>
          </p:cNvSpPr>
          <p:nvPr/>
        </p:nvSpPr>
        <p:spPr>
          <a:xfrm>
            <a:off x="2581495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ind_only_308">
            <a:extLst>
              <a:ext uri="{FF2B5EF4-FFF2-40B4-BE49-F238E27FC236}">
                <a16:creationId xmlns:a16="http://schemas.microsoft.com/office/drawing/2014/main" id="{966748EF-A223-4C16-A226-831D830F7E51}"/>
              </a:ext>
            </a:extLst>
          </p:cNvPr>
          <p:cNvSpPr>
            <a:spLocks noGrp="1"/>
          </p:cNvSpPr>
          <p:nvPr/>
        </p:nvSpPr>
        <p:spPr>
          <a:xfrm>
            <a:off x="25462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ind_only_309">
            <a:extLst>
              <a:ext uri="{FF2B5EF4-FFF2-40B4-BE49-F238E27FC236}">
                <a16:creationId xmlns:a16="http://schemas.microsoft.com/office/drawing/2014/main" id="{55354DE5-B8A6-4D8A-8F3A-7040E3810E8E}"/>
              </a:ext>
            </a:extLst>
          </p:cNvPr>
          <p:cNvSpPr>
            <a:spLocks noGrp="1"/>
          </p:cNvSpPr>
          <p:nvPr/>
        </p:nvSpPr>
        <p:spPr>
          <a:xfrm>
            <a:off x="25683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ind_only_310">
            <a:extLst>
              <a:ext uri="{FF2B5EF4-FFF2-40B4-BE49-F238E27FC236}">
                <a16:creationId xmlns:a16="http://schemas.microsoft.com/office/drawing/2014/main" id="{7808E1B3-8DE6-4BAC-97A6-DF017980B8C9}"/>
              </a:ext>
            </a:extLst>
          </p:cNvPr>
          <p:cNvSpPr>
            <a:spLocks noGrp="1"/>
          </p:cNvSpPr>
          <p:nvPr/>
        </p:nvSpPr>
        <p:spPr>
          <a:xfrm>
            <a:off x="25002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ind_only_311">
            <a:extLst>
              <a:ext uri="{FF2B5EF4-FFF2-40B4-BE49-F238E27FC236}">
                <a16:creationId xmlns:a16="http://schemas.microsoft.com/office/drawing/2014/main" id="{264599A0-6B89-4535-A882-F83809FECE3B}"/>
              </a:ext>
            </a:extLst>
          </p:cNvPr>
          <p:cNvSpPr>
            <a:spLocks noGrp="1"/>
          </p:cNvSpPr>
          <p:nvPr/>
        </p:nvSpPr>
        <p:spPr>
          <a:xfrm>
            <a:off x="25276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ind_only_312">
            <a:extLst>
              <a:ext uri="{FF2B5EF4-FFF2-40B4-BE49-F238E27FC236}">
                <a16:creationId xmlns:a16="http://schemas.microsoft.com/office/drawing/2014/main" id="{56A52CE2-B886-45BD-89EC-C417F0A3DEC7}"/>
              </a:ext>
            </a:extLst>
          </p:cNvPr>
          <p:cNvSpPr>
            <a:spLocks noGrp="1"/>
          </p:cNvSpPr>
          <p:nvPr/>
        </p:nvSpPr>
        <p:spPr>
          <a:xfrm>
            <a:off x="2562356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ind_only_313">
            <a:extLst>
              <a:ext uri="{FF2B5EF4-FFF2-40B4-BE49-F238E27FC236}">
                <a16:creationId xmlns:a16="http://schemas.microsoft.com/office/drawing/2014/main" id="{A2CDA613-21B6-415F-B734-4655293A69F9}"/>
              </a:ext>
            </a:extLst>
          </p:cNvPr>
          <p:cNvSpPr>
            <a:spLocks noGrp="1"/>
          </p:cNvSpPr>
          <p:nvPr/>
        </p:nvSpPr>
        <p:spPr>
          <a:xfrm>
            <a:off x="24943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ind_only_314">
            <a:extLst>
              <a:ext uri="{FF2B5EF4-FFF2-40B4-BE49-F238E27FC236}">
                <a16:creationId xmlns:a16="http://schemas.microsoft.com/office/drawing/2014/main" id="{E01D2A73-ED8F-407B-AF51-558137E3D5B5}"/>
              </a:ext>
            </a:extLst>
          </p:cNvPr>
          <p:cNvSpPr>
            <a:spLocks noGrp="1"/>
          </p:cNvSpPr>
          <p:nvPr/>
        </p:nvSpPr>
        <p:spPr>
          <a:xfrm>
            <a:off x="24908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ind_only_315">
            <a:extLst>
              <a:ext uri="{FF2B5EF4-FFF2-40B4-BE49-F238E27FC236}">
                <a16:creationId xmlns:a16="http://schemas.microsoft.com/office/drawing/2014/main" id="{8A5D4C9A-CE89-4F24-97F5-A9527584C9B3}"/>
              </a:ext>
            </a:extLst>
          </p:cNvPr>
          <p:cNvSpPr>
            <a:spLocks noGrp="1"/>
          </p:cNvSpPr>
          <p:nvPr/>
        </p:nvSpPr>
        <p:spPr>
          <a:xfrm>
            <a:off x="25482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ind_only_316">
            <a:extLst>
              <a:ext uri="{FF2B5EF4-FFF2-40B4-BE49-F238E27FC236}">
                <a16:creationId xmlns:a16="http://schemas.microsoft.com/office/drawing/2014/main" id="{0520C904-829F-4CDA-8A63-187BBDA55762}"/>
              </a:ext>
            </a:extLst>
          </p:cNvPr>
          <p:cNvSpPr>
            <a:spLocks noGrp="1"/>
          </p:cNvSpPr>
          <p:nvPr/>
        </p:nvSpPr>
        <p:spPr>
          <a:xfrm>
            <a:off x="2576734" y="32097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ind_only_317">
            <a:extLst>
              <a:ext uri="{FF2B5EF4-FFF2-40B4-BE49-F238E27FC236}">
                <a16:creationId xmlns:a16="http://schemas.microsoft.com/office/drawing/2014/main" id="{3E0B3570-0E0C-402E-9187-527039E5F05C}"/>
              </a:ext>
            </a:extLst>
          </p:cNvPr>
          <p:cNvSpPr>
            <a:spLocks noGrp="1"/>
          </p:cNvSpPr>
          <p:nvPr/>
        </p:nvSpPr>
        <p:spPr>
          <a:xfrm>
            <a:off x="24865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ind_only_318">
            <a:extLst>
              <a:ext uri="{FF2B5EF4-FFF2-40B4-BE49-F238E27FC236}">
                <a16:creationId xmlns:a16="http://schemas.microsoft.com/office/drawing/2014/main" id="{87553954-AEA3-41DE-873C-8D221BBB95DA}"/>
              </a:ext>
            </a:extLst>
          </p:cNvPr>
          <p:cNvSpPr>
            <a:spLocks noGrp="1"/>
          </p:cNvSpPr>
          <p:nvPr/>
        </p:nvSpPr>
        <p:spPr>
          <a:xfrm>
            <a:off x="252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ind_only_319">
            <a:extLst>
              <a:ext uri="{FF2B5EF4-FFF2-40B4-BE49-F238E27FC236}">
                <a16:creationId xmlns:a16="http://schemas.microsoft.com/office/drawing/2014/main" id="{1587DD76-3397-490D-8F20-012C96B53643}"/>
              </a:ext>
            </a:extLst>
          </p:cNvPr>
          <p:cNvSpPr>
            <a:spLocks noGrp="1"/>
          </p:cNvSpPr>
          <p:nvPr/>
        </p:nvSpPr>
        <p:spPr>
          <a:xfrm>
            <a:off x="25557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ind_only_320">
            <a:extLst>
              <a:ext uri="{FF2B5EF4-FFF2-40B4-BE49-F238E27FC236}">
                <a16:creationId xmlns:a16="http://schemas.microsoft.com/office/drawing/2014/main" id="{3669CDCF-430F-463E-9531-9D61541EE948}"/>
              </a:ext>
            </a:extLst>
          </p:cNvPr>
          <p:cNvSpPr>
            <a:spLocks noGrp="1"/>
          </p:cNvSpPr>
          <p:nvPr/>
        </p:nvSpPr>
        <p:spPr>
          <a:xfrm>
            <a:off x="25266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ind_only_321">
            <a:extLst>
              <a:ext uri="{FF2B5EF4-FFF2-40B4-BE49-F238E27FC236}">
                <a16:creationId xmlns:a16="http://schemas.microsoft.com/office/drawing/2014/main" id="{57754C32-8B78-429B-90DA-CD8B70A07A6E}"/>
              </a:ext>
            </a:extLst>
          </p:cNvPr>
          <p:cNvSpPr>
            <a:spLocks noGrp="1"/>
          </p:cNvSpPr>
          <p:nvPr/>
        </p:nvSpPr>
        <p:spPr>
          <a:xfrm>
            <a:off x="251018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ind_only_322">
            <a:extLst>
              <a:ext uri="{FF2B5EF4-FFF2-40B4-BE49-F238E27FC236}">
                <a16:creationId xmlns:a16="http://schemas.microsoft.com/office/drawing/2014/main" id="{B5BDF530-A0C1-40CC-8E2A-40AD3572941B}"/>
              </a:ext>
            </a:extLst>
          </p:cNvPr>
          <p:cNvSpPr>
            <a:spLocks noGrp="1"/>
          </p:cNvSpPr>
          <p:nvPr/>
        </p:nvSpPr>
        <p:spPr>
          <a:xfrm>
            <a:off x="25478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ind_only_323">
            <a:extLst>
              <a:ext uri="{FF2B5EF4-FFF2-40B4-BE49-F238E27FC236}">
                <a16:creationId xmlns:a16="http://schemas.microsoft.com/office/drawing/2014/main" id="{5D07692F-AEF6-45E1-987B-48687665D6E2}"/>
              </a:ext>
            </a:extLst>
          </p:cNvPr>
          <p:cNvSpPr>
            <a:spLocks noGrp="1"/>
          </p:cNvSpPr>
          <p:nvPr/>
        </p:nvSpPr>
        <p:spPr>
          <a:xfrm>
            <a:off x="2544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ind_only_324">
            <a:extLst>
              <a:ext uri="{FF2B5EF4-FFF2-40B4-BE49-F238E27FC236}">
                <a16:creationId xmlns:a16="http://schemas.microsoft.com/office/drawing/2014/main" id="{0D5295CB-FE5F-4D7A-86B4-DE68C53D2EE5}"/>
              </a:ext>
            </a:extLst>
          </p:cNvPr>
          <p:cNvSpPr>
            <a:spLocks noGrp="1"/>
          </p:cNvSpPr>
          <p:nvPr/>
        </p:nvSpPr>
        <p:spPr>
          <a:xfrm>
            <a:off x="2533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ind_only_325">
            <a:extLst>
              <a:ext uri="{FF2B5EF4-FFF2-40B4-BE49-F238E27FC236}">
                <a16:creationId xmlns:a16="http://schemas.microsoft.com/office/drawing/2014/main" id="{7DA13CD3-D2A7-4E95-AE46-9B1D68C393F3}"/>
              </a:ext>
            </a:extLst>
          </p:cNvPr>
          <p:cNvSpPr>
            <a:spLocks noGrp="1"/>
          </p:cNvSpPr>
          <p:nvPr/>
        </p:nvSpPr>
        <p:spPr>
          <a:xfrm>
            <a:off x="254243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ind_only_326">
            <a:extLst>
              <a:ext uri="{FF2B5EF4-FFF2-40B4-BE49-F238E27FC236}">
                <a16:creationId xmlns:a16="http://schemas.microsoft.com/office/drawing/2014/main" id="{F40385A0-465D-4E00-83F6-675319C63C40}"/>
              </a:ext>
            </a:extLst>
          </p:cNvPr>
          <p:cNvSpPr>
            <a:spLocks noGrp="1"/>
          </p:cNvSpPr>
          <p:nvPr/>
        </p:nvSpPr>
        <p:spPr>
          <a:xfrm>
            <a:off x="25145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ind_only_327">
            <a:extLst>
              <a:ext uri="{FF2B5EF4-FFF2-40B4-BE49-F238E27FC236}">
                <a16:creationId xmlns:a16="http://schemas.microsoft.com/office/drawing/2014/main" id="{17C9A44C-C6BE-4F6B-BCCA-1032C16B17FD}"/>
              </a:ext>
            </a:extLst>
          </p:cNvPr>
          <p:cNvSpPr>
            <a:spLocks noGrp="1"/>
          </p:cNvSpPr>
          <p:nvPr/>
        </p:nvSpPr>
        <p:spPr>
          <a:xfrm>
            <a:off x="2536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ind_only_328">
            <a:extLst>
              <a:ext uri="{FF2B5EF4-FFF2-40B4-BE49-F238E27FC236}">
                <a16:creationId xmlns:a16="http://schemas.microsoft.com/office/drawing/2014/main" id="{06DCF2ED-EB69-4677-9FE9-1E2E96530275}"/>
              </a:ext>
            </a:extLst>
          </p:cNvPr>
          <p:cNvSpPr>
            <a:spLocks noGrp="1"/>
          </p:cNvSpPr>
          <p:nvPr/>
        </p:nvSpPr>
        <p:spPr>
          <a:xfrm>
            <a:off x="2515529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ind_only_329">
            <a:extLst>
              <a:ext uri="{FF2B5EF4-FFF2-40B4-BE49-F238E27FC236}">
                <a16:creationId xmlns:a16="http://schemas.microsoft.com/office/drawing/2014/main" id="{B24C0970-D2E3-4EAA-8AF8-DA8FCA739C1B}"/>
              </a:ext>
            </a:extLst>
          </p:cNvPr>
          <p:cNvSpPr>
            <a:spLocks noGrp="1"/>
          </p:cNvSpPr>
          <p:nvPr/>
        </p:nvSpPr>
        <p:spPr>
          <a:xfrm>
            <a:off x="2524078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ind_only_330">
            <a:extLst>
              <a:ext uri="{FF2B5EF4-FFF2-40B4-BE49-F238E27FC236}">
                <a16:creationId xmlns:a16="http://schemas.microsoft.com/office/drawing/2014/main" id="{FEB37CC3-FED4-4052-A8E5-58FC1705755D}"/>
              </a:ext>
            </a:extLst>
          </p:cNvPr>
          <p:cNvSpPr>
            <a:spLocks noGrp="1"/>
          </p:cNvSpPr>
          <p:nvPr/>
        </p:nvSpPr>
        <p:spPr>
          <a:xfrm>
            <a:off x="256604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ind_only_331">
            <a:extLst>
              <a:ext uri="{FF2B5EF4-FFF2-40B4-BE49-F238E27FC236}">
                <a16:creationId xmlns:a16="http://schemas.microsoft.com/office/drawing/2014/main" id="{E2619A04-8EDB-495A-892C-57AB562F7071}"/>
              </a:ext>
            </a:extLst>
          </p:cNvPr>
          <p:cNvSpPr>
            <a:spLocks noGrp="1"/>
          </p:cNvSpPr>
          <p:nvPr/>
        </p:nvSpPr>
        <p:spPr>
          <a:xfrm>
            <a:off x="24972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ind_only_332">
            <a:extLst>
              <a:ext uri="{FF2B5EF4-FFF2-40B4-BE49-F238E27FC236}">
                <a16:creationId xmlns:a16="http://schemas.microsoft.com/office/drawing/2014/main" id="{EE19CF8A-E811-4DB0-8F97-EE5314980B1F}"/>
              </a:ext>
            </a:extLst>
          </p:cNvPr>
          <p:cNvSpPr>
            <a:spLocks noGrp="1"/>
          </p:cNvSpPr>
          <p:nvPr/>
        </p:nvSpPr>
        <p:spPr>
          <a:xfrm>
            <a:off x="25017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ind_only_333">
            <a:extLst>
              <a:ext uri="{FF2B5EF4-FFF2-40B4-BE49-F238E27FC236}">
                <a16:creationId xmlns:a16="http://schemas.microsoft.com/office/drawing/2014/main" id="{C182ADA4-57AE-4ED2-82A0-E6EC2687AA97}"/>
              </a:ext>
            </a:extLst>
          </p:cNvPr>
          <p:cNvSpPr>
            <a:spLocks noGrp="1"/>
          </p:cNvSpPr>
          <p:nvPr/>
        </p:nvSpPr>
        <p:spPr>
          <a:xfrm>
            <a:off x="25421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ind_only_334">
            <a:extLst>
              <a:ext uri="{FF2B5EF4-FFF2-40B4-BE49-F238E27FC236}">
                <a16:creationId xmlns:a16="http://schemas.microsoft.com/office/drawing/2014/main" id="{7574347E-EDA5-488E-BEC0-7F538871A7D3}"/>
              </a:ext>
            </a:extLst>
          </p:cNvPr>
          <p:cNvSpPr>
            <a:spLocks noGrp="1"/>
          </p:cNvSpPr>
          <p:nvPr/>
        </p:nvSpPr>
        <p:spPr>
          <a:xfrm>
            <a:off x="25412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ind_only_335">
            <a:extLst>
              <a:ext uri="{FF2B5EF4-FFF2-40B4-BE49-F238E27FC236}">
                <a16:creationId xmlns:a16="http://schemas.microsoft.com/office/drawing/2014/main" id="{F0DF08E5-E85B-40E7-8206-3E8B7B1F7848}"/>
              </a:ext>
            </a:extLst>
          </p:cNvPr>
          <p:cNvSpPr>
            <a:spLocks noGrp="1"/>
          </p:cNvSpPr>
          <p:nvPr/>
        </p:nvSpPr>
        <p:spPr>
          <a:xfrm>
            <a:off x="2572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ind_only_336">
            <a:extLst>
              <a:ext uri="{FF2B5EF4-FFF2-40B4-BE49-F238E27FC236}">
                <a16:creationId xmlns:a16="http://schemas.microsoft.com/office/drawing/2014/main" id="{8F749266-2D81-4A91-9E55-54E863B9E446}"/>
              </a:ext>
            </a:extLst>
          </p:cNvPr>
          <p:cNvSpPr>
            <a:spLocks noGrp="1"/>
          </p:cNvSpPr>
          <p:nvPr/>
        </p:nvSpPr>
        <p:spPr>
          <a:xfrm>
            <a:off x="2558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ind_only_337">
            <a:extLst>
              <a:ext uri="{FF2B5EF4-FFF2-40B4-BE49-F238E27FC236}">
                <a16:creationId xmlns:a16="http://schemas.microsoft.com/office/drawing/2014/main" id="{9368811E-D970-4F59-AACC-F9D55395F090}"/>
              </a:ext>
            </a:extLst>
          </p:cNvPr>
          <p:cNvSpPr>
            <a:spLocks noGrp="1"/>
          </p:cNvSpPr>
          <p:nvPr/>
        </p:nvSpPr>
        <p:spPr>
          <a:xfrm>
            <a:off x="24982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ind_only_338">
            <a:extLst>
              <a:ext uri="{FF2B5EF4-FFF2-40B4-BE49-F238E27FC236}">
                <a16:creationId xmlns:a16="http://schemas.microsoft.com/office/drawing/2014/main" id="{0BE9D8B8-4DFE-47FD-A077-2826FDC72C54}"/>
              </a:ext>
            </a:extLst>
          </p:cNvPr>
          <p:cNvSpPr>
            <a:spLocks noGrp="1"/>
          </p:cNvSpPr>
          <p:nvPr/>
        </p:nvSpPr>
        <p:spPr>
          <a:xfrm>
            <a:off x="251232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ind_only_339">
            <a:extLst>
              <a:ext uri="{FF2B5EF4-FFF2-40B4-BE49-F238E27FC236}">
                <a16:creationId xmlns:a16="http://schemas.microsoft.com/office/drawing/2014/main" id="{7BBA6DC6-F663-43F8-A1C6-96067C806300}"/>
              </a:ext>
            </a:extLst>
          </p:cNvPr>
          <p:cNvSpPr>
            <a:spLocks noGrp="1"/>
          </p:cNvSpPr>
          <p:nvPr/>
        </p:nvSpPr>
        <p:spPr>
          <a:xfrm>
            <a:off x="25508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ind_only_340">
            <a:extLst>
              <a:ext uri="{FF2B5EF4-FFF2-40B4-BE49-F238E27FC236}">
                <a16:creationId xmlns:a16="http://schemas.microsoft.com/office/drawing/2014/main" id="{196F4CA8-E030-46F3-A882-691B87279BE1}"/>
              </a:ext>
            </a:extLst>
          </p:cNvPr>
          <p:cNvSpPr>
            <a:spLocks noGrp="1"/>
          </p:cNvSpPr>
          <p:nvPr/>
        </p:nvSpPr>
        <p:spPr>
          <a:xfrm>
            <a:off x="2492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ind_only_341">
            <a:extLst>
              <a:ext uri="{FF2B5EF4-FFF2-40B4-BE49-F238E27FC236}">
                <a16:creationId xmlns:a16="http://schemas.microsoft.com/office/drawing/2014/main" id="{9493F945-AC7F-4268-8177-701720EB5E5E}"/>
              </a:ext>
            </a:extLst>
          </p:cNvPr>
          <p:cNvSpPr>
            <a:spLocks noGrp="1"/>
          </p:cNvSpPr>
          <p:nvPr/>
        </p:nvSpPr>
        <p:spPr>
          <a:xfrm>
            <a:off x="256012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ind_only_342">
            <a:extLst>
              <a:ext uri="{FF2B5EF4-FFF2-40B4-BE49-F238E27FC236}">
                <a16:creationId xmlns:a16="http://schemas.microsoft.com/office/drawing/2014/main" id="{85C8BCB3-6625-4AC4-B717-6BD57E885DAB}"/>
              </a:ext>
            </a:extLst>
          </p:cNvPr>
          <p:cNvSpPr>
            <a:spLocks noGrp="1"/>
          </p:cNvSpPr>
          <p:nvPr/>
        </p:nvSpPr>
        <p:spPr>
          <a:xfrm>
            <a:off x="25634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ind_only_343">
            <a:extLst>
              <a:ext uri="{FF2B5EF4-FFF2-40B4-BE49-F238E27FC236}">
                <a16:creationId xmlns:a16="http://schemas.microsoft.com/office/drawing/2014/main" id="{76300D56-0BD1-4EFA-8460-9F333B7DEBC1}"/>
              </a:ext>
            </a:extLst>
          </p:cNvPr>
          <p:cNvSpPr>
            <a:spLocks noGrp="1"/>
          </p:cNvSpPr>
          <p:nvPr/>
        </p:nvSpPr>
        <p:spPr>
          <a:xfrm>
            <a:off x="2553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ind_only_344">
            <a:extLst>
              <a:ext uri="{FF2B5EF4-FFF2-40B4-BE49-F238E27FC236}">
                <a16:creationId xmlns:a16="http://schemas.microsoft.com/office/drawing/2014/main" id="{E348B200-6641-4B12-8A4C-128513D6D92C}"/>
              </a:ext>
            </a:extLst>
          </p:cNvPr>
          <p:cNvSpPr>
            <a:spLocks noGrp="1"/>
          </p:cNvSpPr>
          <p:nvPr/>
        </p:nvSpPr>
        <p:spPr>
          <a:xfrm>
            <a:off x="2552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ind_only_345">
            <a:extLst>
              <a:ext uri="{FF2B5EF4-FFF2-40B4-BE49-F238E27FC236}">
                <a16:creationId xmlns:a16="http://schemas.microsoft.com/office/drawing/2014/main" id="{9D282BF8-40CC-4607-B150-8FC248174ADC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ind_only_346">
            <a:extLst>
              <a:ext uri="{FF2B5EF4-FFF2-40B4-BE49-F238E27FC236}">
                <a16:creationId xmlns:a16="http://schemas.microsoft.com/office/drawing/2014/main" id="{D22B76FB-D94E-4AC4-95E7-DC968FD4C6AE}"/>
              </a:ext>
            </a:extLst>
          </p:cNvPr>
          <p:cNvSpPr>
            <a:spLocks noGrp="1"/>
          </p:cNvSpPr>
          <p:nvPr/>
        </p:nvSpPr>
        <p:spPr>
          <a:xfrm>
            <a:off x="253806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ind_only_347">
            <a:extLst>
              <a:ext uri="{FF2B5EF4-FFF2-40B4-BE49-F238E27FC236}">
                <a16:creationId xmlns:a16="http://schemas.microsoft.com/office/drawing/2014/main" id="{FC80AABF-F85E-488E-AD0C-57EB87784002}"/>
              </a:ext>
            </a:extLst>
          </p:cNvPr>
          <p:cNvSpPr>
            <a:spLocks noGrp="1"/>
          </p:cNvSpPr>
          <p:nvPr/>
        </p:nvSpPr>
        <p:spPr>
          <a:xfrm>
            <a:off x="2487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ind_only_348">
            <a:extLst>
              <a:ext uri="{FF2B5EF4-FFF2-40B4-BE49-F238E27FC236}">
                <a16:creationId xmlns:a16="http://schemas.microsoft.com/office/drawing/2014/main" id="{30D1B07D-49F8-4F43-977B-A47129A80D68}"/>
              </a:ext>
            </a:extLst>
          </p:cNvPr>
          <p:cNvSpPr>
            <a:spLocks noGrp="1"/>
          </p:cNvSpPr>
          <p:nvPr/>
        </p:nvSpPr>
        <p:spPr>
          <a:xfrm>
            <a:off x="25378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ind_only_349">
            <a:extLst>
              <a:ext uri="{FF2B5EF4-FFF2-40B4-BE49-F238E27FC236}">
                <a16:creationId xmlns:a16="http://schemas.microsoft.com/office/drawing/2014/main" id="{C3429362-CA58-4948-8458-F469F2E869A3}"/>
              </a:ext>
            </a:extLst>
          </p:cNvPr>
          <p:cNvSpPr>
            <a:spLocks noGrp="1"/>
          </p:cNvSpPr>
          <p:nvPr/>
        </p:nvSpPr>
        <p:spPr>
          <a:xfrm>
            <a:off x="25004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ind_only_350">
            <a:extLst>
              <a:ext uri="{FF2B5EF4-FFF2-40B4-BE49-F238E27FC236}">
                <a16:creationId xmlns:a16="http://schemas.microsoft.com/office/drawing/2014/main" id="{7FD2F1A2-9679-4583-BA3A-88D318283F8A}"/>
              </a:ext>
            </a:extLst>
          </p:cNvPr>
          <p:cNvSpPr>
            <a:spLocks noGrp="1"/>
          </p:cNvSpPr>
          <p:nvPr/>
        </p:nvSpPr>
        <p:spPr>
          <a:xfrm>
            <a:off x="2552641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ind_only_351">
            <a:extLst>
              <a:ext uri="{FF2B5EF4-FFF2-40B4-BE49-F238E27FC236}">
                <a16:creationId xmlns:a16="http://schemas.microsoft.com/office/drawing/2014/main" id="{D519FD94-940A-428C-97A6-16AAB741DD42}"/>
              </a:ext>
            </a:extLst>
          </p:cNvPr>
          <p:cNvSpPr>
            <a:spLocks noGrp="1"/>
          </p:cNvSpPr>
          <p:nvPr/>
        </p:nvSpPr>
        <p:spPr>
          <a:xfrm>
            <a:off x="2565465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ind_only_352">
            <a:extLst>
              <a:ext uri="{FF2B5EF4-FFF2-40B4-BE49-F238E27FC236}">
                <a16:creationId xmlns:a16="http://schemas.microsoft.com/office/drawing/2014/main" id="{B7B7FD7B-A5C0-4E48-8AC3-BC5697FA138B}"/>
              </a:ext>
            </a:extLst>
          </p:cNvPr>
          <p:cNvSpPr>
            <a:spLocks noGrp="1"/>
          </p:cNvSpPr>
          <p:nvPr/>
        </p:nvSpPr>
        <p:spPr>
          <a:xfrm>
            <a:off x="24989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ind_only_353">
            <a:extLst>
              <a:ext uri="{FF2B5EF4-FFF2-40B4-BE49-F238E27FC236}">
                <a16:creationId xmlns:a16="http://schemas.microsoft.com/office/drawing/2014/main" id="{8A59CE2B-B087-4C86-8DBF-1515E315217C}"/>
              </a:ext>
            </a:extLst>
          </p:cNvPr>
          <p:cNvSpPr>
            <a:spLocks noGrp="1"/>
          </p:cNvSpPr>
          <p:nvPr/>
        </p:nvSpPr>
        <p:spPr>
          <a:xfrm>
            <a:off x="2553515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ind_only_354">
            <a:extLst>
              <a:ext uri="{FF2B5EF4-FFF2-40B4-BE49-F238E27FC236}">
                <a16:creationId xmlns:a16="http://schemas.microsoft.com/office/drawing/2014/main" id="{CA9A7563-E148-4F90-A986-5CDBCBB4BFE2}"/>
              </a:ext>
            </a:extLst>
          </p:cNvPr>
          <p:cNvSpPr>
            <a:spLocks noGrp="1"/>
          </p:cNvSpPr>
          <p:nvPr/>
        </p:nvSpPr>
        <p:spPr>
          <a:xfrm>
            <a:off x="2503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ind_only_355">
            <a:extLst>
              <a:ext uri="{FF2B5EF4-FFF2-40B4-BE49-F238E27FC236}">
                <a16:creationId xmlns:a16="http://schemas.microsoft.com/office/drawing/2014/main" id="{4EC4A727-54FC-4200-9B06-0186817CE2AB}"/>
              </a:ext>
            </a:extLst>
          </p:cNvPr>
          <p:cNvSpPr>
            <a:spLocks noGrp="1"/>
          </p:cNvSpPr>
          <p:nvPr/>
        </p:nvSpPr>
        <p:spPr>
          <a:xfrm>
            <a:off x="25080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ind_only_356">
            <a:extLst>
              <a:ext uri="{FF2B5EF4-FFF2-40B4-BE49-F238E27FC236}">
                <a16:creationId xmlns:a16="http://schemas.microsoft.com/office/drawing/2014/main" id="{4603344D-AB86-4187-9675-AE5F7BE8ABFA}"/>
              </a:ext>
            </a:extLst>
          </p:cNvPr>
          <p:cNvSpPr>
            <a:spLocks noGrp="1"/>
          </p:cNvSpPr>
          <p:nvPr/>
        </p:nvSpPr>
        <p:spPr>
          <a:xfrm>
            <a:off x="24964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ind_only_357">
            <a:extLst>
              <a:ext uri="{FF2B5EF4-FFF2-40B4-BE49-F238E27FC236}">
                <a16:creationId xmlns:a16="http://schemas.microsoft.com/office/drawing/2014/main" id="{6F3D7C2A-0EDA-48B4-B56D-41CF1083D1FA}"/>
              </a:ext>
            </a:extLst>
          </p:cNvPr>
          <p:cNvSpPr>
            <a:spLocks noGrp="1"/>
          </p:cNvSpPr>
          <p:nvPr/>
        </p:nvSpPr>
        <p:spPr>
          <a:xfrm>
            <a:off x="255244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ind_only_358">
            <a:extLst>
              <a:ext uri="{FF2B5EF4-FFF2-40B4-BE49-F238E27FC236}">
                <a16:creationId xmlns:a16="http://schemas.microsoft.com/office/drawing/2014/main" id="{627D1E50-BFD1-434B-B7FE-848B35313929}"/>
              </a:ext>
            </a:extLst>
          </p:cNvPr>
          <p:cNvSpPr>
            <a:spLocks noGrp="1"/>
          </p:cNvSpPr>
          <p:nvPr/>
        </p:nvSpPr>
        <p:spPr>
          <a:xfrm>
            <a:off x="2577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ind_only_359">
            <a:extLst>
              <a:ext uri="{FF2B5EF4-FFF2-40B4-BE49-F238E27FC236}">
                <a16:creationId xmlns:a16="http://schemas.microsoft.com/office/drawing/2014/main" id="{DBD046AF-737E-4438-9B43-E0055C158927}"/>
              </a:ext>
            </a:extLst>
          </p:cNvPr>
          <p:cNvSpPr>
            <a:spLocks noGrp="1"/>
          </p:cNvSpPr>
          <p:nvPr/>
        </p:nvSpPr>
        <p:spPr>
          <a:xfrm>
            <a:off x="258168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ind_only_360">
            <a:extLst>
              <a:ext uri="{FF2B5EF4-FFF2-40B4-BE49-F238E27FC236}">
                <a16:creationId xmlns:a16="http://schemas.microsoft.com/office/drawing/2014/main" id="{4F6D4F4F-511C-4977-B86B-E14EB0E1444C}"/>
              </a:ext>
            </a:extLst>
          </p:cNvPr>
          <p:cNvSpPr>
            <a:spLocks noGrp="1"/>
          </p:cNvSpPr>
          <p:nvPr/>
        </p:nvSpPr>
        <p:spPr>
          <a:xfrm>
            <a:off x="25216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ind_only_361">
            <a:extLst>
              <a:ext uri="{FF2B5EF4-FFF2-40B4-BE49-F238E27FC236}">
                <a16:creationId xmlns:a16="http://schemas.microsoft.com/office/drawing/2014/main" id="{069E069F-A127-4D22-A2AA-596E7C159C14}"/>
              </a:ext>
            </a:extLst>
          </p:cNvPr>
          <p:cNvSpPr>
            <a:spLocks noGrp="1"/>
          </p:cNvSpPr>
          <p:nvPr/>
        </p:nvSpPr>
        <p:spPr>
          <a:xfrm>
            <a:off x="25573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ind_only_362">
            <a:extLst>
              <a:ext uri="{FF2B5EF4-FFF2-40B4-BE49-F238E27FC236}">
                <a16:creationId xmlns:a16="http://schemas.microsoft.com/office/drawing/2014/main" id="{3DAE0B96-0379-42CD-94E0-B5C495292EFC}"/>
              </a:ext>
            </a:extLst>
          </p:cNvPr>
          <p:cNvSpPr>
            <a:spLocks noGrp="1"/>
          </p:cNvSpPr>
          <p:nvPr/>
        </p:nvSpPr>
        <p:spPr>
          <a:xfrm>
            <a:off x="2576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ind_only_363">
            <a:extLst>
              <a:ext uri="{FF2B5EF4-FFF2-40B4-BE49-F238E27FC236}">
                <a16:creationId xmlns:a16="http://schemas.microsoft.com/office/drawing/2014/main" id="{7544ADD5-A154-40A9-B30E-4D8B949947F9}"/>
              </a:ext>
            </a:extLst>
          </p:cNvPr>
          <p:cNvSpPr>
            <a:spLocks noGrp="1"/>
          </p:cNvSpPr>
          <p:nvPr/>
        </p:nvSpPr>
        <p:spPr>
          <a:xfrm>
            <a:off x="25646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ind_only_364">
            <a:extLst>
              <a:ext uri="{FF2B5EF4-FFF2-40B4-BE49-F238E27FC236}">
                <a16:creationId xmlns:a16="http://schemas.microsoft.com/office/drawing/2014/main" id="{37F34928-71F6-4990-8739-5E602C2F547E}"/>
              </a:ext>
            </a:extLst>
          </p:cNvPr>
          <p:cNvSpPr>
            <a:spLocks noGrp="1"/>
          </p:cNvSpPr>
          <p:nvPr/>
        </p:nvSpPr>
        <p:spPr>
          <a:xfrm>
            <a:off x="2554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ind_only_365">
            <a:extLst>
              <a:ext uri="{FF2B5EF4-FFF2-40B4-BE49-F238E27FC236}">
                <a16:creationId xmlns:a16="http://schemas.microsoft.com/office/drawing/2014/main" id="{E20249BE-8643-474F-A7E7-D97F71B2118F}"/>
              </a:ext>
            </a:extLst>
          </p:cNvPr>
          <p:cNvSpPr>
            <a:spLocks noGrp="1"/>
          </p:cNvSpPr>
          <p:nvPr/>
        </p:nvSpPr>
        <p:spPr>
          <a:xfrm>
            <a:off x="25305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ind_only_366">
            <a:extLst>
              <a:ext uri="{FF2B5EF4-FFF2-40B4-BE49-F238E27FC236}">
                <a16:creationId xmlns:a16="http://schemas.microsoft.com/office/drawing/2014/main" id="{7C3EE567-7997-4B1F-B114-03469C10772F}"/>
              </a:ext>
            </a:extLst>
          </p:cNvPr>
          <p:cNvSpPr>
            <a:spLocks noGrp="1"/>
          </p:cNvSpPr>
          <p:nvPr/>
        </p:nvSpPr>
        <p:spPr>
          <a:xfrm>
            <a:off x="2527672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ind_only_367">
            <a:extLst>
              <a:ext uri="{FF2B5EF4-FFF2-40B4-BE49-F238E27FC236}">
                <a16:creationId xmlns:a16="http://schemas.microsoft.com/office/drawing/2014/main" id="{529124F9-3EAA-413D-A73C-6943E693A7C2}"/>
              </a:ext>
            </a:extLst>
          </p:cNvPr>
          <p:cNvSpPr>
            <a:spLocks noGrp="1"/>
          </p:cNvSpPr>
          <p:nvPr/>
        </p:nvSpPr>
        <p:spPr>
          <a:xfrm>
            <a:off x="24953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ind_only_368">
            <a:extLst>
              <a:ext uri="{FF2B5EF4-FFF2-40B4-BE49-F238E27FC236}">
                <a16:creationId xmlns:a16="http://schemas.microsoft.com/office/drawing/2014/main" id="{25A3B803-CBC4-4935-8E66-69B609B5F70D}"/>
              </a:ext>
            </a:extLst>
          </p:cNvPr>
          <p:cNvSpPr>
            <a:spLocks noGrp="1"/>
          </p:cNvSpPr>
          <p:nvPr/>
        </p:nvSpPr>
        <p:spPr>
          <a:xfrm>
            <a:off x="25764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ind_only_369">
            <a:extLst>
              <a:ext uri="{FF2B5EF4-FFF2-40B4-BE49-F238E27FC236}">
                <a16:creationId xmlns:a16="http://schemas.microsoft.com/office/drawing/2014/main" id="{067C7887-8415-4C62-A6EB-CFE2EEA66307}"/>
              </a:ext>
            </a:extLst>
          </p:cNvPr>
          <p:cNvSpPr>
            <a:spLocks noGrp="1"/>
          </p:cNvSpPr>
          <p:nvPr/>
        </p:nvSpPr>
        <p:spPr>
          <a:xfrm>
            <a:off x="25661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ind_only_370">
            <a:extLst>
              <a:ext uri="{FF2B5EF4-FFF2-40B4-BE49-F238E27FC236}">
                <a16:creationId xmlns:a16="http://schemas.microsoft.com/office/drawing/2014/main" id="{DC292025-8830-4192-9571-5C543D16FCF4}"/>
              </a:ext>
            </a:extLst>
          </p:cNvPr>
          <p:cNvSpPr>
            <a:spLocks noGrp="1"/>
          </p:cNvSpPr>
          <p:nvPr/>
        </p:nvSpPr>
        <p:spPr>
          <a:xfrm>
            <a:off x="25514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ind_only_371">
            <a:extLst>
              <a:ext uri="{FF2B5EF4-FFF2-40B4-BE49-F238E27FC236}">
                <a16:creationId xmlns:a16="http://schemas.microsoft.com/office/drawing/2014/main" id="{D894F062-791D-4474-9652-F7D0A4964CE1}"/>
              </a:ext>
            </a:extLst>
          </p:cNvPr>
          <p:cNvSpPr>
            <a:spLocks noGrp="1"/>
          </p:cNvSpPr>
          <p:nvPr/>
        </p:nvSpPr>
        <p:spPr>
          <a:xfrm>
            <a:off x="24919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ind_only_372">
            <a:extLst>
              <a:ext uri="{FF2B5EF4-FFF2-40B4-BE49-F238E27FC236}">
                <a16:creationId xmlns:a16="http://schemas.microsoft.com/office/drawing/2014/main" id="{EA256C66-56CA-4AB6-B81B-0472B9A1C5BE}"/>
              </a:ext>
            </a:extLst>
          </p:cNvPr>
          <p:cNvSpPr>
            <a:spLocks noGrp="1"/>
          </p:cNvSpPr>
          <p:nvPr/>
        </p:nvSpPr>
        <p:spPr>
          <a:xfrm>
            <a:off x="2501344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ind_only_373">
            <a:extLst>
              <a:ext uri="{FF2B5EF4-FFF2-40B4-BE49-F238E27FC236}">
                <a16:creationId xmlns:a16="http://schemas.microsoft.com/office/drawing/2014/main" id="{3609D104-96A1-4E48-9305-17A02B80E1BF}"/>
              </a:ext>
            </a:extLst>
          </p:cNvPr>
          <p:cNvSpPr>
            <a:spLocks noGrp="1"/>
          </p:cNvSpPr>
          <p:nvPr/>
        </p:nvSpPr>
        <p:spPr>
          <a:xfrm>
            <a:off x="2510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ind_only_374">
            <a:extLst>
              <a:ext uri="{FF2B5EF4-FFF2-40B4-BE49-F238E27FC236}">
                <a16:creationId xmlns:a16="http://schemas.microsoft.com/office/drawing/2014/main" id="{DF3AFDC2-E670-41E7-9F5D-4952A1D4EBEF}"/>
              </a:ext>
            </a:extLst>
          </p:cNvPr>
          <p:cNvSpPr>
            <a:spLocks noGrp="1"/>
          </p:cNvSpPr>
          <p:nvPr/>
        </p:nvSpPr>
        <p:spPr>
          <a:xfrm>
            <a:off x="25524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ind_only_375">
            <a:extLst>
              <a:ext uri="{FF2B5EF4-FFF2-40B4-BE49-F238E27FC236}">
                <a16:creationId xmlns:a16="http://schemas.microsoft.com/office/drawing/2014/main" id="{2F5C0AB9-D03F-4F2D-BD9D-A6824518F974}"/>
              </a:ext>
            </a:extLst>
          </p:cNvPr>
          <p:cNvSpPr>
            <a:spLocks noGrp="1"/>
          </p:cNvSpPr>
          <p:nvPr/>
        </p:nvSpPr>
        <p:spPr>
          <a:xfrm>
            <a:off x="25426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ind_only_376">
            <a:extLst>
              <a:ext uri="{FF2B5EF4-FFF2-40B4-BE49-F238E27FC236}">
                <a16:creationId xmlns:a16="http://schemas.microsoft.com/office/drawing/2014/main" id="{3F87F125-793D-44DB-91D2-A9191E127156}"/>
              </a:ext>
            </a:extLst>
          </p:cNvPr>
          <p:cNvSpPr>
            <a:spLocks noGrp="1"/>
          </p:cNvSpPr>
          <p:nvPr/>
        </p:nvSpPr>
        <p:spPr>
          <a:xfrm>
            <a:off x="250542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ind_only_377">
            <a:extLst>
              <a:ext uri="{FF2B5EF4-FFF2-40B4-BE49-F238E27FC236}">
                <a16:creationId xmlns:a16="http://schemas.microsoft.com/office/drawing/2014/main" id="{89B8CBE1-B31A-4639-AA60-1D8C4F648D41}"/>
              </a:ext>
            </a:extLst>
          </p:cNvPr>
          <p:cNvSpPr>
            <a:spLocks noGrp="1"/>
          </p:cNvSpPr>
          <p:nvPr/>
        </p:nvSpPr>
        <p:spPr>
          <a:xfrm>
            <a:off x="25230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ind_only_378">
            <a:extLst>
              <a:ext uri="{FF2B5EF4-FFF2-40B4-BE49-F238E27FC236}">
                <a16:creationId xmlns:a16="http://schemas.microsoft.com/office/drawing/2014/main" id="{D1088841-D673-4B4C-960D-4774D83FF839}"/>
              </a:ext>
            </a:extLst>
          </p:cNvPr>
          <p:cNvSpPr>
            <a:spLocks noGrp="1"/>
          </p:cNvSpPr>
          <p:nvPr/>
        </p:nvSpPr>
        <p:spPr>
          <a:xfrm>
            <a:off x="2488618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ind_only_379">
            <a:extLst>
              <a:ext uri="{FF2B5EF4-FFF2-40B4-BE49-F238E27FC236}">
                <a16:creationId xmlns:a16="http://schemas.microsoft.com/office/drawing/2014/main" id="{F6C81549-178A-4BFE-9974-438FCA3E014A}"/>
              </a:ext>
            </a:extLst>
          </p:cNvPr>
          <p:cNvSpPr>
            <a:spLocks noGrp="1"/>
          </p:cNvSpPr>
          <p:nvPr/>
        </p:nvSpPr>
        <p:spPr>
          <a:xfrm>
            <a:off x="3019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ind_only_380">
            <a:extLst>
              <a:ext uri="{FF2B5EF4-FFF2-40B4-BE49-F238E27FC236}">
                <a16:creationId xmlns:a16="http://schemas.microsoft.com/office/drawing/2014/main" id="{32F39798-BDC4-4806-8856-2D9D3767EA75}"/>
              </a:ext>
            </a:extLst>
          </p:cNvPr>
          <p:cNvSpPr>
            <a:spLocks noGrp="1"/>
          </p:cNvSpPr>
          <p:nvPr/>
        </p:nvSpPr>
        <p:spPr>
          <a:xfrm>
            <a:off x="3000422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ind_only_381">
            <a:extLst>
              <a:ext uri="{FF2B5EF4-FFF2-40B4-BE49-F238E27FC236}">
                <a16:creationId xmlns:a16="http://schemas.microsoft.com/office/drawing/2014/main" id="{D0E66807-ECE9-408C-A168-7398E4940F04}"/>
              </a:ext>
            </a:extLst>
          </p:cNvPr>
          <p:cNvSpPr>
            <a:spLocks noGrp="1"/>
          </p:cNvSpPr>
          <p:nvPr/>
        </p:nvSpPr>
        <p:spPr>
          <a:xfrm>
            <a:off x="3015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ind_only_382">
            <a:extLst>
              <a:ext uri="{FF2B5EF4-FFF2-40B4-BE49-F238E27FC236}">
                <a16:creationId xmlns:a16="http://schemas.microsoft.com/office/drawing/2014/main" id="{37F6F0D8-1409-416F-82E3-A847DD40EDE9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ind_only_383">
            <a:extLst>
              <a:ext uri="{FF2B5EF4-FFF2-40B4-BE49-F238E27FC236}">
                <a16:creationId xmlns:a16="http://schemas.microsoft.com/office/drawing/2014/main" id="{89802846-F291-4150-BFF1-91A259873B8F}"/>
              </a:ext>
            </a:extLst>
          </p:cNvPr>
          <p:cNvSpPr>
            <a:spLocks noGrp="1"/>
          </p:cNvSpPr>
          <p:nvPr/>
        </p:nvSpPr>
        <p:spPr>
          <a:xfrm>
            <a:off x="30317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ind_only_384">
            <a:extLst>
              <a:ext uri="{FF2B5EF4-FFF2-40B4-BE49-F238E27FC236}">
                <a16:creationId xmlns:a16="http://schemas.microsoft.com/office/drawing/2014/main" id="{875145CF-E6CF-48E6-9951-B1315C203899}"/>
              </a:ext>
            </a:extLst>
          </p:cNvPr>
          <p:cNvSpPr>
            <a:spLocks noGrp="1"/>
          </p:cNvSpPr>
          <p:nvPr/>
        </p:nvSpPr>
        <p:spPr>
          <a:xfrm>
            <a:off x="30599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ind_only_385">
            <a:extLst>
              <a:ext uri="{FF2B5EF4-FFF2-40B4-BE49-F238E27FC236}">
                <a16:creationId xmlns:a16="http://schemas.microsoft.com/office/drawing/2014/main" id="{4410B4EA-7CE9-4056-BC56-0E32257F792B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ind_only_386">
            <a:extLst>
              <a:ext uri="{FF2B5EF4-FFF2-40B4-BE49-F238E27FC236}">
                <a16:creationId xmlns:a16="http://schemas.microsoft.com/office/drawing/2014/main" id="{8B24B70D-6054-4795-B3FA-496B729A7981}"/>
              </a:ext>
            </a:extLst>
          </p:cNvPr>
          <p:cNvSpPr>
            <a:spLocks noGrp="1"/>
          </p:cNvSpPr>
          <p:nvPr/>
        </p:nvSpPr>
        <p:spPr>
          <a:xfrm>
            <a:off x="3005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ind_only_387">
            <a:extLst>
              <a:ext uri="{FF2B5EF4-FFF2-40B4-BE49-F238E27FC236}">
                <a16:creationId xmlns:a16="http://schemas.microsoft.com/office/drawing/2014/main" id="{C8336243-1A74-45A8-83C9-61DFBE05D973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ind_only_388">
            <a:extLst>
              <a:ext uri="{FF2B5EF4-FFF2-40B4-BE49-F238E27FC236}">
                <a16:creationId xmlns:a16="http://schemas.microsoft.com/office/drawing/2014/main" id="{F14AAD93-9F5D-4E7F-BCC7-EDBA8FEFF5E2}"/>
              </a:ext>
            </a:extLst>
          </p:cNvPr>
          <p:cNvSpPr>
            <a:spLocks noGrp="1"/>
          </p:cNvSpPr>
          <p:nvPr/>
        </p:nvSpPr>
        <p:spPr>
          <a:xfrm>
            <a:off x="30058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ind_only_389">
            <a:extLst>
              <a:ext uri="{FF2B5EF4-FFF2-40B4-BE49-F238E27FC236}">
                <a16:creationId xmlns:a16="http://schemas.microsoft.com/office/drawing/2014/main" id="{AC5BDFC5-0563-493A-B732-959C5C1017E8}"/>
              </a:ext>
            </a:extLst>
          </p:cNvPr>
          <p:cNvSpPr>
            <a:spLocks noGrp="1"/>
          </p:cNvSpPr>
          <p:nvPr/>
        </p:nvSpPr>
        <p:spPr>
          <a:xfrm>
            <a:off x="29951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ind_only_390">
            <a:extLst>
              <a:ext uri="{FF2B5EF4-FFF2-40B4-BE49-F238E27FC236}">
                <a16:creationId xmlns:a16="http://schemas.microsoft.com/office/drawing/2014/main" id="{FFC4FB64-A08F-429A-9CB2-B5E3C42542CD}"/>
              </a:ext>
            </a:extLst>
          </p:cNvPr>
          <p:cNvSpPr>
            <a:spLocks noGrp="1"/>
          </p:cNvSpPr>
          <p:nvPr/>
        </p:nvSpPr>
        <p:spPr>
          <a:xfrm>
            <a:off x="30699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ind_only_391">
            <a:extLst>
              <a:ext uri="{FF2B5EF4-FFF2-40B4-BE49-F238E27FC236}">
                <a16:creationId xmlns:a16="http://schemas.microsoft.com/office/drawing/2014/main" id="{60A9F4A0-B67C-4C7E-B568-3E8197CA0B23}"/>
              </a:ext>
            </a:extLst>
          </p:cNvPr>
          <p:cNvSpPr>
            <a:spLocks noGrp="1"/>
          </p:cNvSpPr>
          <p:nvPr/>
        </p:nvSpPr>
        <p:spPr>
          <a:xfrm>
            <a:off x="3089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ind_only_392">
            <a:extLst>
              <a:ext uri="{FF2B5EF4-FFF2-40B4-BE49-F238E27FC236}">
                <a16:creationId xmlns:a16="http://schemas.microsoft.com/office/drawing/2014/main" id="{FF1490FB-CB85-473C-9826-667F215879AA}"/>
              </a:ext>
            </a:extLst>
          </p:cNvPr>
          <p:cNvSpPr>
            <a:spLocks noGrp="1"/>
          </p:cNvSpPr>
          <p:nvPr/>
        </p:nvSpPr>
        <p:spPr>
          <a:xfrm>
            <a:off x="30314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ind_only_393">
            <a:extLst>
              <a:ext uri="{FF2B5EF4-FFF2-40B4-BE49-F238E27FC236}">
                <a16:creationId xmlns:a16="http://schemas.microsoft.com/office/drawing/2014/main" id="{4FC60BD4-0496-40CA-92A4-727FFFDEEA4D}"/>
              </a:ext>
            </a:extLst>
          </p:cNvPr>
          <p:cNvSpPr>
            <a:spLocks noGrp="1"/>
          </p:cNvSpPr>
          <p:nvPr/>
        </p:nvSpPr>
        <p:spPr>
          <a:xfrm>
            <a:off x="30846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ind_only_394">
            <a:extLst>
              <a:ext uri="{FF2B5EF4-FFF2-40B4-BE49-F238E27FC236}">
                <a16:creationId xmlns:a16="http://schemas.microsoft.com/office/drawing/2014/main" id="{3670B35F-4ADC-42E9-AF96-CD116D44155F}"/>
              </a:ext>
            </a:extLst>
          </p:cNvPr>
          <p:cNvSpPr>
            <a:spLocks noGrp="1"/>
          </p:cNvSpPr>
          <p:nvPr/>
        </p:nvSpPr>
        <p:spPr>
          <a:xfrm>
            <a:off x="301548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ind_only_395">
            <a:extLst>
              <a:ext uri="{FF2B5EF4-FFF2-40B4-BE49-F238E27FC236}">
                <a16:creationId xmlns:a16="http://schemas.microsoft.com/office/drawing/2014/main" id="{B67651EE-1CA1-4A09-BE7C-8F3D3893C8C5}"/>
              </a:ext>
            </a:extLst>
          </p:cNvPr>
          <p:cNvSpPr>
            <a:spLocks noGrp="1"/>
          </p:cNvSpPr>
          <p:nvPr/>
        </p:nvSpPr>
        <p:spPr>
          <a:xfrm>
            <a:off x="3033939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ind_only_396">
            <a:extLst>
              <a:ext uri="{FF2B5EF4-FFF2-40B4-BE49-F238E27FC236}">
                <a16:creationId xmlns:a16="http://schemas.microsoft.com/office/drawing/2014/main" id="{2DC68384-7020-448B-B72A-F85A0C90B55A}"/>
              </a:ext>
            </a:extLst>
          </p:cNvPr>
          <p:cNvSpPr>
            <a:spLocks noGrp="1"/>
          </p:cNvSpPr>
          <p:nvPr/>
        </p:nvSpPr>
        <p:spPr>
          <a:xfrm>
            <a:off x="3062890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ind_only_397">
            <a:extLst>
              <a:ext uri="{FF2B5EF4-FFF2-40B4-BE49-F238E27FC236}">
                <a16:creationId xmlns:a16="http://schemas.microsoft.com/office/drawing/2014/main" id="{A8266B92-1EFD-4781-91FE-C87D9AC43969}"/>
              </a:ext>
            </a:extLst>
          </p:cNvPr>
          <p:cNvSpPr>
            <a:spLocks noGrp="1"/>
          </p:cNvSpPr>
          <p:nvPr/>
        </p:nvSpPr>
        <p:spPr>
          <a:xfrm>
            <a:off x="3080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ind_only_398">
            <a:extLst>
              <a:ext uri="{FF2B5EF4-FFF2-40B4-BE49-F238E27FC236}">
                <a16:creationId xmlns:a16="http://schemas.microsoft.com/office/drawing/2014/main" id="{A6D6FFD9-69AE-40D7-BD00-830E65F7A0EA}"/>
              </a:ext>
            </a:extLst>
          </p:cNvPr>
          <p:cNvSpPr>
            <a:spLocks noGrp="1"/>
          </p:cNvSpPr>
          <p:nvPr/>
        </p:nvSpPr>
        <p:spPr>
          <a:xfrm>
            <a:off x="30897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ind_only_399">
            <a:extLst>
              <a:ext uri="{FF2B5EF4-FFF2-40B4-BE49-F238E27FC236}">
                <a16:creationId xmlns:a16="http://schemas.microsoft.com/office/drawing/2014/main" id="{56986980-0F2A-4B65-8310-2E64CAD904CD}"/>
              </a:ext>
            </a:extLst>
          </p:cNvPr>
          <p:cNvSpPr>
            <a:spLocks noGrp="1"/>
          </p:cNvSpPr>
          <p:nvPr/>
        </p:nvSpPr>
        <p:spPr>
          <a:xfrm>
            <a:off x="3056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ind_only_400">
            <a:extLst>
              <a:ext uri="{FF2B5EF4-FFF2-40B4-BE49-F238E27FC236}">
                <a16:creationId xmlns:a16="http://schemas.microsoft.com/office/drawing/2014/main" id="{5756B06E-9809-476F-9FA7-55121D2C2278}"/>
              </a:ext>
            </a:extLst>
          </p:cNvPr>
          <p:cNvSpPr>
            <a:spLocks noGrp="1"/>
          </p:cNvSpPr>
          <p:nvPr/>
        </p:nvSpPr>
        <p:spPr>
          <a:xfrm>
            <a:off x="2998576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ind_only_401">
            <a:extLst>
              <a:ext uri="{FF2B5EF4-FFF2-40B4-BE49-F238E27FC236}">
                <a16:creationId xmlns:a16="http://schemas.microsoft.com/office/drawing/2014/main" id="{AA16FA6A-42DE-46AB-8A65-3963B19EF96A}"/>
              </a:ext>
            </a:extLst>
          </p:cNvPr>
          <p:cNvSpPr>
            <a:spLocks noGrp="1"/>
          </p:cNvSpPr>
          <p:nvPr/>
        </p:nvSpPr>
        <p:spPr>
          <a:xfrm>
            <a:off x="301295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ind_only_402">
            <a:extLst>
              <a:ext uri="{FF2B5EF4-FFF2-40B4-BE49-F238E27FC236}">
                <a16:creationId xmlns:a16="http://schemas.microsoft.com/office/drawing/2014/main" id="{43923053-6072-4103-A31A-C119D0A74243}"/>
              </a:ext>
            </a:extLst>
          </p:cNvPr>
          <p:cNvSpPr>
            <a:spLocks noGrp="1"/>
          </p:cNvSpPr>
          <p:nvPr/>
        </p:nvSpPr>
        <p:spPr>
          <a:xfrm>
            <a:off x="3019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ind_only_403">
            <a:extLst>
              <a:ext uri="{FF2B5EF4-FFF2-40B4-BE49-F238E27FC236}">
                <a16:creationId xmlns:a16="http://schemas.microsoft.com/office/drawing/2014/main" id="{11B69AAA-A4BA-4935-8CB0-7F2A2B2EF72F}"/>
              </a:ext>
            </a:extLst>
          </p:cNvPr>
          <p:cNvSpPr>
            <a:spLocks noGrp="1"/>
          </p:cNvSpPr>
          <p:nvPr/>
        </p:nvSpPr>
        <p:spPr>
          <a:xfrm>
            <a:off x="29983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ind_only_404">
            <a:extLst>
              <a:ext uri="{FF2B5EF4-FFF2-40B4-BE49-F238E27FC236}">
                <a16:creationId xmlns:a16="http://schemas.microsoft.com/office/drawing/2014/main" id="{D1C0E0AB-2626-4B87-9C86-176000CFFF94}"/>
              </a:ext>
            </a:extLst>
          </p:cNvPr>
          <p:cNvSpPr>
            <a:spLocks noGrp="1"/>
          </p:cNvSpPr>
          <p:nvPr/>
        </p:nvSpPr>
        <p:spPr>
          <a:xfrm>
            <a:off x="299779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ind_only_405">
            <a:extLst>
              <a:ext uri="{FF2B5EF4-FFF2-40B4-BE49-F238E27FC236}">
                <a16:creationId xmlns:a16="http://schemas.microsoft.com/office/drawing/2014/main" id="{573E291E-6264-44F3-87ED-170757D988D3}"/>
              </a:ext>
            </a:extLst>
          </p:cNvPr>
          <p:cNvSpPr>
            <a:spLocks noGrp="1"/>
          </p:cNvSpPr>
          <p:nvPr/>
        </p:nvSpPr>
        <p:spPr>
          <a:xfrm>
            <a:off x="3016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ind_only_406">
            <a:extLst>
              <a:ext uri="{FF2B5EF4-FFF2-40B4-BE49-F238E27FC236}">
                <a16:creationId xmlns:a16="http://schemas.microsoft.com/office/drawing/2014/main" id="{0D680C20-4619-4AFC-B46D-AAB33ADF9392}"/>
              </a:ext>
            </a:extLst>
          </p:cNvPr>
          <p:cNvSpPr>
            <a:spLocks noGrp="1"/>
          </p:cNvSpPr>
          <p:nvPr/>
        </p:nvSpPr>
        <p:spPr>
          <a:xfrm>
            <a:off x="3053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ind_only_407">
            <a:extLst>
              <a:ext uri="{FF2B5EF4-FFF2-40B4-BE49-F238E27FC236}">
                <a16:creationId xmlns:a16="http://schemas.microsoft.com/office/drawing/2014/main" id="{58959C87-5EC1-40FD-B6F0-83395147D547}"/>
              </a:ext>
            </a:extLst>
          </p:cNvPr>
          <p:cNvSpPr>
            <a:spLocks noGrp="1"/>
          </p:cNvSpPr>
          <p:nvPr/>
        </p:nvSpPr>
        <p:spPr>
          <a:xfrm>
            <a:off x="301149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ind_only_408">
            <a:extLst>
              <a:ext uri="{FF2B5EF4-FFF2-40B4-BE49-F238E27FC236}">
                <a16:creationId xmlns:a16="http://schemas.microsoft.com/office/drawing/2014/main" id="{A1D66A2F-26CE-466F-BEDF-EE219B9CF057}"/>
              </a:ext>
            </a:extLst>
          </p:cNvPr>
          <p:cNvSpPr>
            <a:spLocks noGrp="1"/>
          </p:cNvSpPr>
          <p:nvPr/>
        </p:nvSpPr>
        <p:spPr>
          <a:xfrm>
            <a:off x="30406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ind_only_409">
            <a:extLst>
              <a:ext uri="{FF2B5EF4-FFF2-40B4-BE49-F238E27FC236}">
                <a16:creationId xmlns:a16="http://schemas.microsoft.com/office/drawing/2014/main" id="{6300B276-010C-4B5C-933B-6F7DABEFAF6C}"/>
              </a:ext>
            </a:extLst>
          </p:cNvPr>
          <p:cNvSpPr>
            <a:spLocks noGrp="1"/>
          </p:cNvSpPr>
          <p:nvPr/>
        </p:nvSpPr>
        <p:spPr>
          <a:xfrm>
            <a:off x="3030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ind_only_410">
            <a:extLst>
              <a:ext uri="{FF2B5EF4-FFF2-40B4-BE49-F238E27FC236}">
                <a16:creationId xmlns:a16="http://schemas.microsoft.com/office/drawing/2014/main" id="{159F6A39-4BEF-48C8-863D-C820DE8E64E2}"/>
              </a:ext>
            </a:extLst>
          </p:cNvPr>
          <p:cNvSpPr>
            <a:spLocks noGrp="1"/>
          </p:cNvSpPr>
          <p:nvPr/>
        </p:nvSpPr>
        <p:spPr>
          <a:xfrm>
            <a:off x="30785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ind_only_411">
            <a:extLst>
              <a:ext uri="{FF2B5EF4-FFF2-40B4-BE49-F238E27FC236}">
                <a16:creationId xmlns:a16="http://schemas.microsoft.com/office/drawing/2014/main" id="{1A28C0DE-F715-4EBD-BDED-4FC8A692EDD6}"/>
              </a:ext>
            </a:extLst>
          </p:cNvPr>
          <p:cNvSpPr>
            <a:spLocks noGrp="1"/>
          </p:cNvSpPr>
          <p:nvPr/>
        </p:nvSpPr>
        <p:spPr>
          <a:xfrm>
            <a:off x="3020727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ind_only_412">
            <a:extLst>
              <a:ext uri="{FF2B5EF4-FFF2-40B4-BE49-F238E27FC236}">
                <a16:creationId xmlns:a16="http://schemas.microsoft.com/office/drawing/2014/main" id="{C4D1B68D-3E54-4AE7-BCF6-813028C387A9}"/>
              </a:ext>
            </a:extLst>
          </p:cNvPr>
          <p:cNvSpPr>
            <a:spLocks noGrp="1"/>
          </p:cNvSpPr>
          <p:nvPr/>
        </p:nvSpPr>
        <p:spPr>
          <a:xfrm>
            <a:off x="306065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ind_only_413">
            <a:extLst>
              <a:ext uri="{FF2B5EF4-FFF2-40B4-BE49-F238E27FC236}">
                <a16:creationId xmlns:a16="http://schemas.microsoft.com/office/drawing/2014/main" id="{8DEC5A1C-4875-4688-8879-55BD8DA9ECA2}"/>
              </a:ext>
            </a:extLst>
          </p:cNvPr>
          <p:cNvSpPr>
            <a:spLocks noGrp="1"/>
          </p:cNvSpPr>
          <p:nvPr/>
        </p:nvSpPr>
        <p:spPr>
          <a:xfrm>
            <a:off x="30630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ind_only_414">
            <a:extLst>
              <a:ext uri="{FF2B5EF4-FFF2-40B4-BE49-F238E27FC236}">
                <a16:creationId xmlns:a16="http://schemas.microsoft.com/office/drawing/2014/main" id="{430F8A8B-E3C5-4A36-AE4D-4A62DDD3D477}"/>
              </a:ext>
            </a:extLst>
          </p:cNvPr>
          <p:cNvSpPr>
            <a:spLocks noGrp="1"/>
          </p:cNvSpPr>
          <p:nvPr/>
        </p:nvSpPr>
        <p:spPr>
          <a:xfrm>
            <a:off x="299809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ind_only_415">
            <a:extLst>
              <a:ext uri="{FF2B5EF4-FFF2-40B4-BE49-F238E27FC236}">
                <a16:creationId xmlns:a16="http://schemas.microsoft.com/office/drawing/2014/main" id="{3AEF7D8A-E080-477D-BD69-24F6B09588BF}"/>
              </a:ext>
            </a:extLst>
          </p:cNvPr>
          <p:cNvSpPr>
            <a:spLocks noGrp="1"/>
          </p:cNvSpPr>
          <p:nvPr/>
        </p:nvSpPr>
        <p:spPr>
          <a:xfrm>
            <a:off x="3077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ind_only_416">
            <a:extLst>
              <a:ext uri="{FF2B5EF4-FFF2-40B4-BE49-F238E27FC236}">
                <a16:creationId xmlns:a16="http://schemas.microsoft.com/office/drawing/2014/main" id="{A795F63A-E15D-421D-96F2-79DBD8DA9029}"/>
              </a:ext>
            </a:extLst>
          </p:cNvPr>
          <p:cNvSpPr>
            <a:spLocks noGrp="1"/>
          </p:cNvSpPr>
          <p:nvPr/>
        </p:nvSpPr>
        <p:spPr>
          <a:xfrm>
            <a:off x="2995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ind_only_417">
            <a:extLst>
              <a:ext uri="{FF2B5EF4-FFF2-40B4-BE49-F238E27FC236}">
                <a16:creationId xmlns:a16="http://schemas.microsoft.com/office/drawing/2014/main" id="{11D569D3-F56C-4C24-BD6C-A029D6ED8DB1}"/>
              </a:ext>
            </a:extLst>
          </p:cNvPr>
          <p:cNvSpPr>
            <a:spLocks noGrp="1"/>
          </p:cNvSpPr>
          <p:nvPr/>
        </p:nvSpPr>
        <p:spPr>
          <a:xfrm>
            <a:off x="3077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ind_only_418">
            <a:extLst>
              <a:ext uri="{FF2B5EF4-FFF2-40B4-BE49-F238E27FC236}">
                <a16:creationId xmlns:a16="http://schemas.microsoft.com/office/drawing/2014/main" id="{8E9CC6B2-ECC9-498F-B49B-932A1BBF88D3}"/>
              </a:ext>
            </a:extLst>
          </p:cNvPr>
          <p:cNvSpPr>
            <a:spLocks noGrp="1"/>
          </p:cNvSpPr>
          <p:nvPr/>
        </p:nvSpPr>
        <p:spPr>
          <a:xfrm>
            <a:off x="30864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ind_only_419">
            <a:extLst>
              <a:ext uri="{FF2B5EF4-FFF2-40B4-BE49-F238E27FC236}">
                <a16:creationId xmlns:a16="http://schemas.microsoft.com/office/drawing/2014/main" id="{197A967D-1521-47CD-88AE-EE446943BA45}"/>
              </a:ext>
            </a:extLst>
          </p:cNvPr>
          <p:cNvSpPr>
            <a:spLocks noGrp="1"/>
          </p:cNvSpPr>
          <p:nvPr/>
        </p:nvSpPr>
        <p:spPr>
          <a:xfrm>
            <a:off x="30538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ind_only_420">
            <a:extLst>
              <a:ext uri="{FF2B5EF4-FFF2-40B4-BE49-F238E27FC236}">
                <a16:creationId xmlns:a16="http://schemas.microsoft.com/office/drawing/2014/main" id="{EECD85F5-E6DB-48BA-9B31-34E9FA07B37F}"/>
              </a:ext>
            </a:extLst>
          </p:cNvPr>
          <p:cNvSpPr>
            <a:spLocks noGrp="1"/>
          </p:cNvSpPr>
          <p:nvPr/>
        </p:nvSpPr>
        <p:spPr>
          <a:xfrm>
            <a:off x="30247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ind_only_421">
            <a:extLst>
              <a:ext uri="{FF2B5EF4-FFF2-40B4-BE49-F238E27FC236}">
                <a16:creationId xmlns:a16="http://schemas.microsoft.com/office/drawing/2014/main" id="{3DFC94F7-4EBC-4064-B324-A14F3DAD4A54}"/>
              </a:ext>
            </a:extLst>
          </p:cNvPr>
          <p:cNvSpPr>
            <a:spLocks noGrp="1"/>
          </p:cNvSpPr>
          <p:nvPr/>
        </p:nvSpPr>
        <p:spPr>
          <a:xfrm>
            <a:off x="30654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ind_only_422">
            <a:extLst>
              <a:ext uri="{FF2B5EF4-FFF2-40B4-BE49-F238E27FC236}">
                <a16:creationId xmlns:a16="http://schemas.microsoft.com/office/drawing/2014/main" id="{23B80638-3621-4FA7-AF32-1513D5CE168E}"/>
              </a:ext>
            </a:extLst>
          </p:cNvPr>
          <p:cNvSpPr>
            <a:spLocks noGrp="1"/>
          </p:cNvSpPr>
          <p:nvPr/>
        </p:nvSpPr>
        <p:spPr>
          <a:xfrm>
            <a:off x="30159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ind_only_423">
            <a:extLst>
              <a:ext uri="{FF2B5EF4-FFF2-40B4-BE49-F238E27FC236}">
                <a16:creationId xmlns:a16="http://schemas.microsoft.com/office/drawing/2014/main" id="{DECDA8A3-F0AE-4954-BB99-312A4264C47B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ind_only_424">
            <a:extLst>
              <a:ext uri="{FF2B5EF4-FFF2-40B4-BE49-F238E27FC236}">
                <a16:creationId xmlns:a16="http://schemas.microsoft.com/office/drawing/2014/main" id="{3A98BC76-D652-4B3F-958C-40C9FE233A08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ind_only_425">
            <a:extLst>
              <a:ext uri="{FF2B5EF4-FFF2-40B4-BE49-F238E27FC236}">
                <a16:creationId xmlns:a16="http://schemas.microsoft.com/office/drawing/2014/main" id="{6321E915-FBCB-49EF-BF91-A79CE93CF717}"/>
              </a:ext>
            </a:extLst>
          </p:cNvPr>
          <p:cNvSpPr>
            <a:spLocks noGrp="1"/>
          </p:cNvSpPr>
          <p:nvPr/>
        </p:nvSpPr>
        <p:spPr>
          <a:xfrm>
            <a:off x="3011789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ind_only_426">
            <a:extLst>
              <a:ext uri="{FF2B5EF4-FFF2-40B4-BE49-F238E27FC236}">
                <a16:creationId xmlns:a16="http://schemas.microsoft.com/office/drawing/2014/main" id="{AF56314A-1983-4685-9071-4955BAF5FA7A}"/>
              </a:ext>
            </a:extLst>
          </p:cNvPr>
          <p:cNvSpPr>
            <a:spLocks noGrp="1"/>
          </p:cNvSpPr>
          <p:nvPr/>
        </p:nvSpPr>
        <p:spPr>
          <a:xfrm>
            <a:off x="30795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ind_only_427">
            <a:extLst>
              <a:ext uri="{FF2B5EF4-FFF2-40B4-BE49-F238E27FC236}">
                <a16:creationId xmlns:a16="http://schemas.microsoft.com/office/drawing/2014/main" id="{22C64427-5E8E-4FAA-9483-89F389676340}"/>
              </a:ext>
            </a:extLst>
          </p:cNvPr>
          <p:cNvSpPr>
            <a:spLocks noGrp="1"/>
          </p:cNvSpPr>
          <p:nvPr/>
        </p:nvSpPr>
        <p:spPr>
          <a:xfrm>
            <a:off x="30263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ind_only_428">
            <a:extLst>
              <a:ext uri="{FF2B5EF4-FFF2-40B4-BE49-F238E27FC236}">
                <a16:creationId xmlns:a16="http://schemas.microsoft.com/office/drawing/2014/main" id="{8108DB3A-FDD7-4C50-8B22-0E9D06419BC9}"/>
              </a:ext>
            </a:extLst>
          </p:cNvPr>
          <p:cNvSpPr>
            <a:spLocks noGrp="1"/>
          </p:cNvSpPr>
          <p:nvPr/>
        </p:nvSpPr>
        <p:spPr>
          <a:xfrm>
            <a:off x="3035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ind_only_429">
            <a:extLst>
              <a:ext uri="{FF2B5EF4-FFF2-40B4-BE49-F238E27FC236}">
                <a16:creationId xmlns:a16="http://schemas.microsoft.com/office/drawing/2014/main" id="{3E24BB00-5092-4B17-A91F-24E0A13AD74B}"/>
              </a:ext>
            </a:extLst>
          </p:cNvPr>
          <p:cNvSpPr>
            <a:spLocks noGrp="1"/>
          </p:cNvSpPr>
          <p:nvPr/>
        </p:nvSpPr>
        <p:spPr>
          <a:xfrm>
            <a:off x="30888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ind_only_430">
            <a:extLst>
              <a:ext uri="{FF2B5EF4-FFF2-40B4-BE49-F238E27FC236}">
                <a16:creationId xmlns:a16="http://schemas.microsoft.com/office/drawing/2014/main" id="{2232E1BA-1686-4889-8EDA-236C05ABB269}"/>
              </a:ext>
            </a:extLst>
          </p:cNvPr>
          <p:cNvSpPr>
            <a:spLocks noGrp="1"/>
          </p:cNvSpPr>
          <p:nvPr/>
        </p:nvSpPr>
        <p:spPr>
          <a:xfrm>
            <a:off x="30596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ind_only_431">
            <a:extLst>
              <a:ext uri="{FF2B5EF4-FFF2-40B4-BE49-F238E27FC236}">
                <a16:creationId xmlns:a16="http://schemas.microsoft.com/office/drawing/2014/main" id="{5F12B768-3D1C-4726-A6D2-FA9308EE686C}"/>
              </a:ext>
            </a:extLst>
          </p:cNvPr>
          <p:cNvSpPr>
            <a:spLocks noGrp="1"/>
          </p:cNvSpPr>
          <p:nvPr/>
        </p:nvSpPr>
        <p:spPr>
          <a:xfrm>
            <a:off x="308533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ind_only_432">
            <a:extLst>
              <a:ext uri="{FF2B5EF4-FFF2-40B4-BE49-F238E27FC236}">
                <a16:creationId xmlns:a16="http://schemas.microsoft.com/office/drawing/2014/main" id="{E782A812-9598-4472-B983-BB3278044C99}"/>
              </a:ext>
            </a:extLst>
          </p:cNvPr>
          <p:cNvSpPr>
            <a:spLocks noGrp="1"/>
          </p:cNvSpPr>
          <p:nvPr/>
        </p:nvSpPr>
        <p:spPr>
          <a:xfrm>
            <a:off x="29994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ind_only_433">
            <a:extLst>
              <a:ext uri="{FF2B5EF4-FFF2-40B4-BE49-F238E27FC236}">
                <a16:creationId xmlns:a16="http://schemas.microsoft.com/office/drawing/2014/main" id="{11F3DB5E-D99D-4143-8D60-C8EAD539F938}"/>
              </a:ext>
            </a:extLst>
          </p:cNvPr>
          <p:cNvSpPr>
            <a:spLocks noGrp="1"/>
          </p:cNvSpPr>
          <p:nvPr/>
        </p:nvSpPr>
        <p:spPr>
          <a:xfrm>
            <a:off x="30781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ind_only_434">
            <a:extLst>
              <a:ext uri="{FF2B5EF4-FFF2-40B4-BE49-F238E27FC236}">
                <a16:creationId xmlns:a16="http://schemas.microsoft.com/office/drawing/2014/main" id="{FD553E94-86AB-4393-9752-5167306343D0}"/>
              </a:ext>
            </a:extLst>
          </p:cNvPr>
          <p:cNvSpPr>
            <a:spLocks noGrp="1"/>
          </p:cNvSpPr>
          <p:nvPr/>
        </p:nvSpPr>
        <p:spPr>
          <a:xfrm>
            <a:off x="306531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ind_only_435">
            <a:extLst>
              <a:ext uri="{FF2B5EF4-FFF2-40B4-BE49-F238E27FC236}">
                <a16:creationId xmlns:a16="http://schemas.microsoft.com/office/drawing/2014/main" id="{69213D3C-089A-45DE-8057-ED17D31E0898}"/>
              </a:ext>
            </a:extLst>
          </p:cNvPr>
          <p:cNvSpPr>
            <a:spLocks noGrp="1"/>
          </p:cNvSpPr>
          <p:nvPr/>
        </p:nvSpPr>
        <p:spPr>
          <a:xfrm>
            <a:off x="30318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ind_only_436">
            <a:extLst>
              <a:ext uri="{FF2B5EF4-FFF2-40B4-BE49-F238E27FC236}">
                <a16:creationId xmlns:a16="http://schemas.microsoft.com/office/drawing/2014/main" id="{9115F582-E4C5-4062-BFDB-B98BBA611183}"/>
              </a:ext>
            </a:extLst>
          </p:cNvPr>
          <p:cNvSpPr>
            <a:spLocks noGrp="1"/>
          </p:cNvSpPr>
          <p:nvPr/>
        </p:nvSpPr>
        <p:spPr>
          <a:xfrm>
            <a:off x="306910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ind_only_437">
            <a:extLst>
              <a:ext uri="{FF2B5EF4-FFF2-40B4-BE49-F238E27FC236}">
                <a16:creationId xmlns:a16="http://schemas.microsoft.com/office/drawing/2014/main" id="{C1949342-2F30-4BC6-AA31-3750E6F8309A}"/>
              </a:ext>
            </a:extLst>
          </p:cNvPr>
          <p:cNvSpPr>
            <a:spLocks noGrp="1"/>
          </p:cNvSpPr>
          <p:nvPr/>
        </p:nvSpPr>
        <p:spPr>
          <a:xfrm>
            <a:off x="308931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ind_only_438">
            <a:extLst>
              <a:ext uri="{FF2B5EF4-FFF2-40B4-BE49-F238E27FC236}">
                <a16:creationId xmlns:a16="http://schemas.microsoft.com/office/drawing/2014/main" id="{CC3BDBC8-38F3-4BFA-9E02-3E886EADB4A2}"/>
              </a:ext>
            </a:extLst>
          </p:cNvPr>
          <p:cNvSpPr>
            <a:spLocks noGrp="1"/>
          </p:cNvSpPr>
          <p:nvPr/>
        </p:nvSpPr>
        <p:spPr>
          <a:xfrm>
            <a:off x="30589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ind_only_439">
            <a:extLst>
              <a:ext uri="{FF2B5EF4-FFF2-40B4-BE49-F238E27FC236}">
                <a16:creationId xmlns:a16="http://schemas.microsoft.com/office/drawing/2014/main" id="{36955E5F-91A1-44FF-83B9-8818C0B84033}"/>
              </a:ext>
            </a:extLst>
          </p:cNvPr>
          <p:cNvSpPr>
            <a:spLocks noGrp="1"/>
          </p:cNvSpPr>
          <p:nvPr/>
        </p:nvSpPr>
        <p:spPr>
          <a:xfrm>
            <a:off x="3066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ind_only_440">
            <a:extLst>
              <a:ext uri="{FF2B5EF4-FFF2-40B4-BE49-F238E27FC236}">
                <a16:creationId xmlns:a16="http://schemas.microsoft.com/office/drawing/2014/main" id="{365A90F7-D9DE-4302-BDF5-503C6D4D2CD9}"/>
              </a:ext>
            </a:extLst>
          </p:cNvPr>
          <p:cNvSpPr>
            <a:spLocks noGrp="1"/>
          </p:cNvSpPr>
          <p:nvPr/>
        </p:nvSpPr>
        <p:spPr>
          <a:xfrm>
            <a:off x="306551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ind_only_441">
            <a:extLst>
              <a:ext uri="{FF2B5EF4-FFF2-40B4-BE49-F238E27FC236}">
                <a16:creationId xmlns:a16="http://schemas.microsoft.com/office/drawing/2014/main" id="{125E1F69-F057-48F1-901E-C9E3A3190397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ind_only_442">
            <a:extLst>
              <a:ext uri="{FF2B5EF4-FFF2-40B4-BE49-F238E27FC236}">
                <a16:creationId xmlns:a16="http://schemas.microsoft.com/office/drawing/2014/main" id="{6B2CA372-5779-471D-B309-3852735BB765}"/>
              </a:ext>
            </a:extLst>
          </p:cNvPr>
          <p:cNvSpPr>
            <a:spLocks noGrp="1"/>
          </p:cNvSpPr>
          <p:nvPr/>
        </p:nvSpPr>
        <p:spPr>
          <a:xfrm>
            <a:off x="302286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ind_only_443">
            <a:extLst>
              <a:ext uri="{FF2B5EF4-FFF2-40B4-BE49-F238E27FC236}">
                <a16:creationId xmlns:a16="http://schemas.microsoft.com/office/drawing/2014/main" id="{790CC7AF-ECD6-4193-A33D-9A83509D1AA0}"/>
              </a:ext>
            </a:extLst>
          </p:cNvPr>
          <p:cNvSpPr>
            <a:spLocks noGrp="1"/>
          </p:cNvSpPr>
          <p:nvPr/>
        </p:nvSpPr>
        <p:spPr>
          <a:xfrm>
            <a:off x="308251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ind_only_444">
            <a:extLst>
              <a:ext uri="{FF2B5EF4-FFF2-40B4-BE49-F238E27FC236}">
                <a16:creationId xmlns:a16="http://schemas.microsoft.com/office/drawing/2014/main" id="{FC62771E-8775-414C-B400-39200CC8D4D5}"/>
              </a:ext>
            </a:extLst>
          </p:cNvPr>
          <p:cNvSpPr>
            <a:spLocks noGrp="1"/>
          </p:cNvSpPr>
          <p:nvPr/>
        </p:nvSpPr>
        <p:spPr>
          <a:xfrm>
            <a:off x="30125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ind_only_445">
            <a:extLst>
              <a:ext uri="{FF2B5EF4-FFF2-40B4-BE49-F238E27FC236}">
                <a16:creationId xmlns:a16="http://schemas.microsoft.com/office/drawing/2014/main" id="{B3151BF3-F2A9-4CDB-94A4-A0957331A6C9}"/>
              </a:ext>
            </a:extLst>
          </p:cNvPr>
          <p:cNvSpPr>
            <a:spLocks noGrp="1"/>
          </p:cNvSpPr>
          <p:nvPr/>
        </p:nvSpPr>
        <p:spPr>
          <a:xfrm>
            <a:off x="3011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ind_only_446">
            <a:extLst>
              <a:ext uri="{FF2B5EF4-FFF2-40B4-BE49-F238E27FC236}">
                <a16:creationId xmlns:a16="http://schemas.microsoft.com/office/drawing/2014/main" id="{AFB0EC9E-5F8F-421D-9449-7D3264DAEA66}"/>
              </a:ext>
            </a:extLst>
          </p:cNvPr>
          <p:cNvSpPr>
            <a:spLocks noGrp="1"/>
          </p:cNvSpPr>
          <p:nvPr/>
        </p:nvSpPr>
        <p:spPr>
          <a:xfrm>
            <a:off x="30161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ind_only_447">
            <a:extLst>
              <a:ext uri="{FF2B5EF4-FFF2-40B4-BE49-F238E27FC236}">
                <a16:creationId xmlns:a16="http://schemas.microsoft.com/office/drawing/2014/main" id="{783B73A3-FB86-4AAB-8ADC-C818FBA61A28}"/>
              </a:ext>
            </a:extLst>
          </p:cNvPr>
          <p:cNvSpPr>
            <a:spLocks noGrp="1"/>
          </p:cNvSpPr>
          <p:nvPr/>
        </p:nvSpPr>
        <p:spPr>
          <a:xfrm>
            <a:off x="308387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ind_only_448">
            <a:extLst>
              <a:ext uri="{FF2B5EF4-FFF2-40B4-BE49-F238E27FC236}">
                <a16:creationId xmlns:a16="http://schemas.microsoft.com/office/drawing/2014/main" id="{DB6B5618-B2FA-4E03-A66D-8FE040F907C4}"/>
              </a:ext>
            </a:extLst>
          </p:cNvPr>
          <p:cNvSpPr>
            <a:spLocks noGrp="1"/>
          </p:cNvSpPr>
          <p:nvPr/>
        </p:nvSpPr>
        <p:spPr>
          <a:xfrm>
            <a:off x="30735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ind_only_449">
            <a:extLst>
              <a:ext uri="{FF2B5EF4-FFF2-40B4-BE49-F238E27FC236}">
                <a16:creationId xmlns:a16="http://schemas.microsoft.com/office/drawing/2014/main" id="{035BCC33-F82C-48C7-9969-ABEBF776982E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ind_only_450">
            <a:extLst>
              <a:ext uri="{FF2B5EF4-FFF2-40B4-BE49-F238E27FC236}">
                <a16:creationId xmlns:a16="http://schemas.microsoft.com/office/drawing/2014/main" id="{4648E507-CB76-4DB4-B346-FDD6094DF6DE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ind_only_451">
            <a:extLst>
              <a:ext uri="{FF2B5EF4-FFF2-40B4-BE49-F238E27FC236}">
                <a16:creationId xmlns:a16="http://schemas.microsoft.com/office/drawing/2014/main" id="{21A06D36-73A0-4D40-B41B-A78CF36A9DD6}"/>
              </a:ext>
            </a:extLst>
          </p:cNvPr>
          <p:cNvSpPr>
            <a:spLocks noGrp="1"/>
          </p:cNvSpPr>
          <p:nvPr/>
        </p:nvSpPr>
        <p:spPr>
          <a:xfrm>
            <a:off x="30731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ind_only_452">
            <a:extLst>
              <a:ext uri="{FF2B5EF4-FFF2-40B4-BE49-F238E27FC236}">
                <a16:creationId xmlns:a16="http://schemas.microsoft.com/office/drawing/2014/main" id="{74E7F3CE-0A30-445A-9035-E0EA5A28E007}"/>
              </a:ext>
            </a:extLst>
          </p:cNvPr>
          <p:cNvSpPr>
            <a:spLocks noGrp="1"/>
          </p:cNvSpPr>
          <p:nvPr/>
        </p:nvSpPr>
        <p:spPr>
          <a:xfrm>
            <a:off x="30815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ind_only_453">
            <a:extLst>
              <a:ext uri="{FF2B5EF4-FFF2-40B4-BE49-F238E27FC236}">
                <a16:creationId xmlns:a16="http://schemas.microsoft.com/office/drawing/2014/main" id="{C7E59709-B6C5-4245-B1F2-1B573D34DE72}"/>
              </a:ext>
            </a:extLst>
          </p:cNvPr>
          <p:cNvSpPr>
            <a:spLocks noGrp="1"/>
          </p:cNvSpPr>
          <p:nvPr/>
        </p:nvSpPr>
        <p:spPr>
          <a:xfrm>
            <a:off x="301023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ind_only_454">
            <a:extLst>
              <a:ext uri="{FF2B5EF4-FFF2-40B4-BE49-F238E27FC236}">
                <a16:creationId xmlns:a16="http://schemas.microsoft.com/office/drawing/2014/main" id="{45648904-105E-4905-9ABA-F74FC3220491}"/>
              </a:ext>
            </a:extLst>
          </p:cNvPr>
          <p:cNvSpPr>
            <a:spLocks noGrp="1"/>
          </p:cNvSpPr>
          <p:nvPr/>
        </p:nvSpPr>
        <p:spPr>
          <a:xfrm>
            <a:off x="3017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ind_only_455">
            <a:extLst>
              <a:ext uri="{FF2B5EF4-FFF2-40B4-BE49-F238E27FC236}">
                <a16:creationId xmlns:a16="http://schemas.microsoft.com/office/drawing/2014/main" id="{C444E411-3CE1-4AF4-A5F5-F7DF2AF2A5F7}"/>
              </a:ext>
            </a:extLst>
          </p:cNvPr>
          <p:cNvSpPr>
            <a:spLocks noGrp="1"/>
          </p:cNvSpPr>
          <p:nvPr/>
        </p:nvSpPr>
        <p:spPr>
          <a:xfrm>
            <a:off x="3064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ind_only_456">
            <a:extLst>
              <a:ext uri="{FF2B5EF4-FFF2-40B4-BE49-F238E27FC236}">
                <a16:creationId xmlns:a16="http://schemas.microsoft.com/office/drawing/2014/main" id="{D704297D-2ABB-4004-A55B-FB65A3950BD6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ind_only_457">
            <a:extLst>
              <a:ext uri="{FF2B5EF4-FFF2-40B4-BE49-F238E27FC236}">
                <a16:creationId xmlns:a16="http://schemas.microsoft.com/office/drawing/2014/main" id="{38018432-6C77-4734-B898-F5DF26379B65}"/>
              </a:ext>
            </a:extLst>
          </p:cNvPr>
          <p:cNvSpPr>
            <a:spLocks noGrp="1"/>
          </p:cNvSpPr>
          <p:nvPr/>
        </p:nvSpPr>
        <p:spPr>
          <a:xfrm>
            <a:off x="3024612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ind_only_458">
            <a:extLst>
              <a:ext uri="{FF2B5EF4-FFF2-40B4-BE49-F238E27FC236}">
                <a16:creationId xmlns:a16="http://schemas.microsoft.com/office/drawing/2014/main" id="{DC64F746-414D-44BF-8081-5571D7B4A6DE}"/>
              </a:ext>
            </a:extLst>
          </p:cNvPr>
          <p:cNvSpPr>
            <a:spLocks noGrp="1"/>
          </p:cNvSpPr>
          <p:nvPr/>
        </p:nvSpPr>
        <p:spPr>
          <a:xfrm>
            <a:off x="30086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ind_only_459">
            <a:extLst>
              <a:ext uri="{FF2B5EF4-FFF2-40B4-BE49-F238E27FC236}">
                <a16:creationId xmlns:a16="http://schemas.microsoft.com/office/drawing/2014/main" id="{B31C57EA-1FF0-4E03-83E5-DC96253F2EA2}"/>
              </a:ext>
            </a:extLst>
          </p:cNvPr>
          <p:cNvSpPr>
            <a:spLocks noGrp="1"/>
          </p:cNvSpPr>
          <p:nvPr/>
        </p:nvSpPr>
        <p:spPr>
          <a:xfrm>
            <a:off x="3018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ind_only_460">
            <a:extLst>
              <a:ext uri="{FF2B5EF4-FFF2-40B4-BE49-F238E27FC236}">
                <a16:creationId xmlns:a16="http://schemas.microsoft.com/office/drawing/2014/main" id="{9DFAA277-B9C1-4397-9F47-694A8A6265EC}"/>
              </a:ext>
            </a:extLst>
          </p:cNvPr>
          <p:cNvSpPr>
            <a:spLocks noGrp="1"/>
          </p:cNvSpPr>
          <p:nvPr/>
        </p:nvSpPr>
        <p:spPr>
          <a:xfrm>
            <a:off x="3022767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ind_only_461">
            <a:extLst>
              <a:ext uri="{FF2B5EF4-FFF2-40B4-BE49-F238E27FC236}">
                <a16:creationId xmlns:a16="http://schemas.microsoft.com/office/drawing/2014/main" id="{6EE84F2E-A584-422C-BC33-630AE1948CD9}"/>
              </a:ext>
            </a:extLst>
          </p:cNvPr>
          <p:cNvSpPr>
            <a:spLocks noGrp="1"/>
          </p:cNvSpPr>
          <p:nvPr/>
        </p:nvSpPr>
        <p:spPr>
          <a:xfrm>
            <a:off x="308309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ind_only_462">
            <a:extLst>
              <a:ext uri="{FF2B5EF4-FFF2-40B4-BE49-F238E27FC236}">
                <a16:creationId xmlns:a16="http://schemas.microsoft.com/office/drawing/2014/main" id="{E56D4225-93AA-4610-B74A-24825238CB55}"/>
              </a:ext>
            </a:extLst>
          </p:cNvPr>
          <p:cNvSpPr>
            <a:spLocks noGrp="1"/>
          </p:cNvSpPr>
          <p:nvPr/>
        </p:nvSpPr>
        <p:spPr>
          <a:xfrm>
            <a:off x="30419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ind_only_463">
            <a:extLst>
              <a:ext uri="{FF2B5EF4-FFF2-40B4-BE49-F238E27FC236}">
                <a16:creationId xmlns:a16="http://schemas.microsoft.com/office/drawing/2014/main" id="{A2584FD5-3682-4159-8485-A63FAF39295A}"/>
              </a:ext>
            </a:extLst>
          </p:cNvPr>
          <p:cNvSpPr>
            <a:spLocks noGrp="1"/>
          </p:cNvSpPr>
          <p:nvPr/>
        </p:nvSpPr>
        <p:spPr>
          <a:xfrm>
            <a:off x="301023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ind_only_464">
            <a:extLst>
              <a:ext uri="{FF2B5EF4-FFF2-40B4-BE49-F238E27FC236}">
                <a16:creationId xmlns:a16="http://schemas.microsoft.com/office/drawing/2014/main" id="{3EE4CA57-7667-4714-9D9F-1905432733F7}"/>
              </a:ext>
            </a:extLst>
          </p:cNvPr>
          <p:cNvSpPr>
            <a:spLocks noGrp="1"/>
          </p:cNvSpPr>
          <p:nvPr/>
        </p:nvSpPr>
        <p:spPr>
          <a:xfrm>
            <a:off x="302432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ind_only_465">
            <a:extLst>
              <a:ext uri="{FF2B5EF4-FFF2-40B4-BE49-F238E27FC236}">
                <a16:creationId xmlns:a16="http://schemas.microsoft.com/office/drawing/2014/main" id="{B1928282-4E44-4233-98EE-56ACAAC30F56}"/>
              </a:ext>
            </a:extLst>
          </p:cNvPr>
          <p:cNvSpPr>
            <a:spLocks noGrp="1"/>
          </p:cNvSpPr>
          <p:nvPr/>
        </p:nvSpPr>
        <p:spPr>
          <a:xfrm>
            <a:off x="307804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ind_only_466">
            <a:extLst>
              <a:ext uri="{FF2B5EF4-FFF2-40B4-BE49-F238E27FC236}">
                <a16:creationId xmlns:a16="http://schemas.microsoft.com/office/drawing/2014/main" id="{3613D5A2-8935-40C0-9C0D-0C0F7332035F}"/>
              </a:ext>
            </a:extLst>
          </p:cNvPr>
          <p:cNvSpPr>
            <a:spLocks noGrp="1"/>
          </p:cNvSpPr>
          <p:nvPr/>
        </p:nvSpPr>
        <p:spPr>
          <a:xfrm>
            <a:off x="30596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ind_only_467">
            <a:extLst>
              <a:ext uri="{FF2B5EF4-FFF2-40B4-BE49-F238E27FC236}">
                <a16:creationId xmlns:a16="http://schemas.microsoft.com/office/drawing/2014/main" id="{328ECB98-0DE5-4B4F-87F8-F9D9C0BDB999}"/>
              </a:ext>
            </a:extLst>
          </p:cNvPr>
          <p:cNvSpPr>
            <a:spLocks noGrp="1"/>
          </p:cNvSpPr>
          <p:nvPr/>
        </p:nvSpPr>
        <p:spPr>
          <a:xfrm>
            <a:off x="3077657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ind_only_468">
            <a:extLst>
              <a:ext uri="{FF2B5EF4-FFF2-40B4-BE49-F238E27FC236}">
                <a16:creationId xmlns:a16="http://schemas.microsoft.com/office/drawing/2014/main" id="{4A5C2440-524D-4681-A94A-4BEDB16F57D6}"/>
              </a:ext>
            </a:extLst>
          </p:cNvPr>
          <p:cNvSpPr>
            <a:spLocks noGrp="1"/>
          </p:cNvSpPr>
          <p:nvPr/>
        </p:nvSpPr>
        <p:spPr>
          <a:xfrm>
            <a:off x="301616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ind_only_469">
            <a:extLst>
              <a:ext uri="{FF2B5EF4-FFF2-40B4-BE49-F238E27FC236}">
                <a16:creationId xmlns:a16="http://schemas.microsoft.com/office/drawing/2014/main" id="{333986D1-123D-4706-BECD-56D2BBEDB674}"/>
              </a:ext>
            </a:extLst>
          </p:cNvPr>
          <p:cNvSpPr>
            <a:spLocks noGrp="1"/>
          </p:cNvSpPr>
          <p:nvPr/>
        </p:nvSpPr>
        <p:spPr>
          <a:xfrm>
            <a:off x="3034425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ind_only_470">
            <a:extLst>
              <a:ext uri="{FF2B5EF4-FFF2-40B4-BE49-F238E27FC236}">
                <a16:creationId xmlns:a16="http://schemas.microsoft.com/office/drawing/2014/main" id="{37F89752-62FC-4E46-B9F4-A4F1FD917145}"/>
              </a:ext>
            </a:extLst>
          </p:cNvPr>
          <p:cNvSpPr>
            <a:spLocks noGrp="1"/>
          </p:cNvSpPr>
          <p:nvPr/>
        </p:nvSpPr>
        <p:spPr>
          <a:xfrm>
            <a:off x="3078337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ind_only_471">
            <a:extLst>
              <a:ext uri="{FF2B5EF4-FFF2-40B4-BE49-F238E27FC236}">
                <a16:creationId xmlns:a16="http://schemas.microsoft.com/office/drawing/2014/main" id="{426FA80B-B44A-4EE7-875D-0C5081480221}"/>
              </a:ext>
            </a:extLst>
          </p:cNvPr>
          <p:cNvSpPr>
            <a:spLocks noGrp="1"/>
          </p:cNvSpPr>
          <p:nvPr/>
        </p:nvSpPr>
        <p:spPr>
          <a:xfrm>
            <a:off x="30784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ind_only_472">
            <a:extLst>
              <a:ext uri="{FF2B5EF4-FFF2-40B4-BE49-F238E27FC236}">
                <a16:creationId xmlns:a16="http://schemas.microsoft.com/office/drawing/2014/main" id="{80F28C63-DD40-4BF4-BBE2-A99F2C182A48}"/>
              </a:ext>
            </a:extLst>
          </p:cNvPr>
          <p:cNvSpPr>
            <a:spLocks noGrp="1"/>
          </p:cNvSpPr>
          <p:nvPr/>
        </p:nvSpPr>
        <p:spPr>
          <a:xfrm>
            <a:off x="3072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ind_only_473">
            <a:extLst>
              <a:ext uri="{FF2B5EF4-FFF2-40B4-BE49-F238E27FC236}">
                <a16:creationId xmlns:a16="http://schemas.microsoft.com/office/drawing/2014/main" id="{53568E27-0CD7-420A-A81B-E6FD652C888E}"/>
              </a:ext>
            </a:extLst>
          </p:cNvPr>
          <p:cNvSpPr>
            <a:spLocks noGrp="1"/>
          </p:cNvSpPr>
          <p:nvPr/>
        </p:nvSpPr>
        <p:spPr>
          <a:xfrm>
            <a:off x="30809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ind_only_474">
            <a:extLst>
              <a:ext uri="{FF2B5EF4-FFF2-40B4-BE49-F238E27FC236}">
                <a16:creationId xmlns:a16="http://schemas.microsoft.com/office/drawing/2014/main" id="{6B1A46A4-E089-4F22-88EA-7852C7EFD042}"/>
              </a:ext>
            </a:extLst>
          </p:cNvPr>
          <p:cNvSpPr>
            <a:spLocks noGrp="1"/>
          </p:cNvSpPr>
          <p:nvPr/>
        </p:nvSpPr>
        <p:spPr>
          <a:xfrm>
            <a:off x="302509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ind_only_475">
            <a:extLst>
              <a:ext uri="{FF2B5EF4-FFF2-40B4-BE49-F238E27FC236}">
                <a16:creationId xmlns:a16="http://schemas.microsoft.com/office/drawing/2014/main" id="{C6AD498D-D082-477E-AE6C-07C13E95DD30}"/>
              </a:ext>
            </a:extLst>
          </p:cNvPr>
          <p:cNvSpPr>
            <a:spLocks noGrp="1"/>
          </p:cNvSpPr>
          <p:nvPr/>
        </p:nvSpPr>
        <p:spPr>
          <a:xfrm>
            <a:off x="3010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ind_only_476">
            <a:extLst>
              <a:ext uri="{FF2B5EF4-FFF2-40B4-BE49-F238E27FC236}">
                <a16:creationId xmlns:a16="http://schemas.microsoft.com/office/drawing/2014/main" id="{3F8FEC9F-62B2-44D2-9CD7-B79CF8314EA1}"/>
              </a:ext>
            </a:extLst>
          </p:cNvPr>
          <p:cNvSpPr>
            <a:spLocks noGrp="1"/>
          </p:cNvSpPr>
          <p:nvPr/>
        </p:nvSpPr>
        <p:spPr>
          <a:xfrm>
            <a:off x="30669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ind_only_477">
            <a:extLst>
              <a:ext uri="{FF2B5EF4-FFF2-40B4-BE49-F238E27FC236}">
                <a16:creationId xmlns:a16="http://schemas.microsoft.com/office/drawing/2014/main" id="{8F1A30B1-8C8F-4151-9F0F-9B2093C64056}"/>
              </a:ext>
            </a:extLst>
          </p:cNvPr>
          <p:cNvSpPr>
            <a:spLocks noGrp="1"/>
          </p:cNvSpPr>
          <p:nvPr/>
        </p:nvSpPr>
        <p:spPr>
          <a:xfrm>
            <a:off x="30058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ind_only_478">
            <a:extLst>
              <a:ext uri="{FF2B5EF4-FFF2-40B4-BE49-F238E27FC236}">
                <a16:creationId xmlns:a16="http://schemas.microsoft.com/office/drawing/2014/main" id="{09CE5494-9525-4488-A1FD-2E485AFC3137}"/>
              </a:ext>
            </a:extLst>
          </p:cNvPr>
          <p:cNvSpPr>
            <a:spLocks noGrp="1"/>
          </p:cNvSpPr>
          <p:nvPr/>
        </p:nvSpPr>
        <p:spPr>
          <a:xfrm>
            <a:off x="30119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ind_only_479">
            <a:extLst>
              <a:ext uri="{FF2B5EF4-FFF2-40B4-BE49-F238E27FC236}">
                <a16:creationId xmlns:a16="http://schemas.microsoft.com/office/drawing/2014/main" id="{5FF9633B-0DD9-47DF-B62C-7596D94372A4}"/>
              </a:ext>
            </a:extLst>
          </p:cNvPr>
          <p:cNvSpPr>
            <a:spLocks noGrp="1"/>
          </p:cNvSpPr>
          <p:nvPr/>
        </p:nvSpPr>
        <p:spPr>
          <a:xfrm>
            <a:off x="306939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ind_only_480">
            <a:extLst>
              <a:ext uri="{FF2B5EF4-FFF2-40B4-BE49-F238E27FC236}">
                <a16:creationId xmlns:a16="http://schemas.microsoft.com/office/drawing/2014/main" id="{DD502A3F-EA9C-4BE3-93B8-BDDD1EE4D443}"/>
              </a:ext>
            </a:extLst>
          </p:cNvPr>
          <p:cNvSpPr>
            <a:spLocks noGrp="1"/>
          </p:cNvSpPr>
          <p:nvPr/>
        </p:nvSpPr>
        <p:spPr>
          <a:xfrm>
            <a:off x="3006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ind_only_481">
            <a:extLst>
              <a:ext uri="{FF2B5EF4-FFF2-40B4-BE49-F238E27FC236}">
                <a16:creationId xmlns:a16="http://schemas.microsoft.com/office/drawing/2014/main" id="{670DB1DB-551B-4DEC-B26D-6BBEB169C047}"/>
              </a:ext>
            </a:extLst>
          </p:cNvPr>
          <p:cNvSpPr>
            <a:spLocks noGrp="1"/>
          </p:cNvSpPr>
          <p:nvPr/>
        </p:nvSpPr>
        <p:spPr>
          <a:xfrm>
            <a:off x="3088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ind_only_482">
            <a:extLst>
              <a:ext uri="{FF2B5EF4-FFF2-40B4-BE49-F238E27FC236}">
                <a16:creationId xmlns:a16="http://schemas.microsoft.com/office/drawing/2014/main" id="{FE7D2800-05B1-4F67-A695-DC92986714F8}"/>
              </a:ext>
            </a:extLst>
          </p:cNvPr>
          <p:cNvSpPr>
            <a:spLocks noGrp="1"/>
          </p:cNvSpPr>
          <p:nvPr/>
        </p:nvSpPr>
        <p:spPr>
          <a:xfrm>
            <a:off x="30731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ind_only_483">
            <a:extLst>
              <a:ext uri="{FF2B5EF4-FFF2-40B4-BE49-F238E27FC236}">
                <a16:creationId xmlns:a16="http://schemas.microsoft.com/office/drawing/2014/main" id="{396445E6-8A18-48CB-B78E-8EBC3913435A}"/>
              </a:ext>
            </a:extLst>
          </p:cNvPr>
          <p:cNvSpPr>
            <a:spLocks noGrp="1"/>
          </p:cNvSpPr>
          <p:nvPr/>
        </p:nvSpPr>
        <p:spPr>
          <a:xfrm>
            <a:off x="30380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ind_only_484">
            <a:extLst>
              <a:ext uri="{FF2B5EF4-FFF2-40B4-BE49-F238E27FC236}">
                <a16:creationId xmlns:a16="http://schemas.microsoft.com/office/drawing/2014/main" id="{63911C5C-AAFA-4E9C-9548-8D3485E6E59E}"/>
              </a:ext>
            </a:extLst>
          </p:cNvPr>
          <p:cNvSpPr>
            <a:spLocks noGrp="1"/>
          </p:cNvSpPr>
          <p:nvPr/>
        </p:nvSpPr>
        <p:spPr>
          <a:xfrm>
            <a:off x="30216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ind_only_485">
            <a:extLst>
              <a:ext uri="{FF2B5EF4-FFF2-40B4-BE49-F238E27FC236}">
                <a16:creationId xmlns:a16="http://schemas.microsoft.com/office/drawing/2014/main" id="{D9DE927A-C8F9-4004-9F9F-80A37E2C0A6E}"/>
              </a:ext>
            </a:extLst>
          </p:cNvPr>
          <p:cNvSpPr>
            <a:spLocks noGrp="1"/>
          </p:cNvSpPr>
          <p:nvPr/>
        </p:nvSpPr>
        <p:spPr>
          <a:xfrm>
            <a:off x="3086595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ind_only_486">
            <a:extLst>
              <a:ext uri="{FF2B5EF4-FFF2-40B4-BE49-F238E27FC236}">
                <a16:creationId xmlns:a16="http://schemas.microsoft.com/office/drawing/2014/main" id="{80EEAB57-5AAC-4B53-B766-20812B0CAD70}"/>
              </a:ext>
            </a:extLst>
          </p:cNvPr>
          <p:cNvSpPr>
            <a:spLocks noGrp="1"/>
          </p:cNvSpPr>
          <p:nvPr/>
        </p:nvSpPr>
        <p:spPr>
          <a:xfrm>
            <a:off x="3090773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ind_only_487">
            <a:extLst>
              <a:ext uri="{FF2B5EF4-FFF2-40B4-BE49-F238E27FC236}">
                <a16:creationId xmlns:a16="http://schemas.microsoft.com/office/drawing/2014/main" id="{0717CA02-027D-4AA0-9387-96CA7C1E5DE0}"/>
              </a:ext>
            </a:extLst>
          </p:cNvPr>
          <p:cNvSpPr>
            <a:spLocks noGrp="1"/>
          </p:cNvSpPr>
          <p:nvPr/>
        </p:nvSpPr>
        <p:spPr>
          <a:xfrm>
            <a:off x="3055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ind_only_488">
            <a:extLst>
              <a:ext uri="{FF2B5EF4-FFF2-40B4-BE49-F238E27FC236}">
                <a16:creationId xmlns:a16="http://schemas.microsoft.com/office/drawing/2014/main" id="{0B4071DD-7DB8-4225-8A93-81959BB1D990}"/>
              </a:ext>
            </a:extLst>
          </p:cNvPr>
          <p:cNvSpPr>
            <a:spLocks noGrp="1"/>
          </p:cNvSpPr>
          <p:nvPr/>
        </p:nvSpPr>
        <p:spPr>
          <a:xfrm>
            <a:off x="30776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ind_only_489">
            <a:extLst>
              <a:ext uri="{FF2B5EF4-FFF2-40B4-BE49-F238E27FC236}">
                <a16:creationId xmlns:a16="http://schemas.microsoft.com/office/drawing/2014/main" id="{052524E3-ED64-40ED-95F5-560337AC1211}"/>
              </a:ext>
            </a:extLst>
          </p:cNvPr>
          <p:cNvSpPr>
            <a:spLocks noGrp="1"/>
          </p:cNvSpPr>
          <p:nvPr/>
        </p:nvSpPr>
        <p:spPr>
          <a:xfrm>
            <a:off x="30095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ind_only_490">
            <a:extLst>
              <a:ext uri="{FF2B5EF4-FFF2-40B4-BE49-F238E27FC236}">
                <a16:creationId xmlns:a16="http://schemas.microsoft.com/office/drawing/2014/main" id="{7A7D9A14-B4E6-457B-8199-DFC8F3A7615E}"/>
              </a:ext>
            </a:extLst>
          </p:cNvPr>
          <p:cNvSpPr>
            <a:spLocks noGrp="1"/>
          </p:cNvSpPr>
          <p:nvPr/>
        </p:nvSpPr>
        <p:spPr>
          <a:xfrm>
            <a:off x="30369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ind_only_491">
            <a:extLst>
              <a:ext uri="{FF2B5EF4-FFF2-40B4-BE49-F238E27FC236}">
                <a16:creationId xmlns:a16="http://schemas.microsoft.com/office/drawing/2014/main" id="{B394EA8B-60F9-494D-9469-7434125AA70F}"/>
              </a:ext>
            </a:extLst>
          </p:cNvPr>
          <p:cNvSpPr>
            <a:spLocks noGrp="1"/>
          </p:cNvSpPr>
          <p:nvPr/>
        </p:nvSpPr>
        <p:spPr>
          <a:xfrm>
            <a:off x="3071634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ind_only_492">
            <a:extLst>
              <a:ext uri="{FF2B5EF4-FFF2-40B4-BE49-F238E27FC236}">
                <a16:creationId xmlns:a16="http://schemas.microsoft.com/office/drawing/2014/main" id="{2FCBFA3E-88C0-47F7-9AC0-A3C91F703194}"/>
              </a:ext>
            </a:extLst>
          </p:cNvPr>
          <p:cNvSpPr>
            <a:spLocks noGrp="1"/>
          </p:cNvSpPr>
          <p:nvPr/>
        </p:nvSpPr>
        <p:spPr>
          <a:xfrm>
            <a:off x="30036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ind_only_493">
            <a:extLst>
              <a:ext uri="{FF2B5EF4-FFF2-40B4-BE49-F238E27FC236}">
                <a16:creationId xmlns:a16="http://schemas.microsoft.com/office/drawing/2014/main" id="{D026E91A-B319-44F8-BD0F-59287DBCC078}"/>
              </a:ext>
            </a:extLst>
          </p:cNvPr>
          <p:cNvSpPr>
            <a:spLocks noGrp="1"/>
          </p:cNvSpPr>
          <p:nvPr/>
        </p:nvSpPr>
        <p:spPr>
          <a:xfrm>
            <a:off x="30001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ind_only_494">
            <a:extLst>
              <a:ext uri="{FF2B5EF4-FFF2-40B4-BE49-F238E27FC236}">
                <a16:creationId xmlns:a16="http://schemas.microsoft.com/office/drawing/2014/main" id="{D31CFFA8-2DBC-4F37-9E89-115DE00D7719}"/>
              </a:ext>
            </a:extLst>
          </p:cNvPr>
          <p:cNvSpPr>
            <a:spLocks noGrp="1"/>
          </p:cNvSpPr>
          <p:nvPr/>
        </p:nvSpPr>
        <p:spPr>
          <a:xfrm>
            <a:off x="30575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ind_only_495">
            <a:extLst>
              <a:ext uri="{FF2B5EF4-FFF2-40B4-BE49-F238E27FC236}">
                <a16:creationId xmlns:a16="http://schemas.microsoft.com/office/drawing/2014/main" id="{234DD949-9FF0-4669-8748-96E91B8A4BB1}"/>
              </a:ext>
            </a:extLst>
          </p:cNvPr>
          <p:cNvSpPr>
            <a:spLocks noGrp="1"/>
          </p:cNvSpPr>
          <p:nvPr/>
        </p:nvSpPr>
        <p:spPr>
          <a:xfrm>
            <a:off x="30860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ind_only_496">
            <a:extLst>
              <a:ext uri="{FF2B5EF4-FFF2-40B4-BE49-F238E27FC236}">
                <a16:creationId xmlns:a16="http://schemas.microsoft.com/office/drawing/2014/main" id="{D038E9D4-68CB-47CE-835C-35D9E88349CF}"/>
              </a:ext>
            </a:extLst>
          </p:cNvPr>
          <p:cNvSpPr>
            <a:spLocks noGrp="1"/>
          </p:cNvSpPr>
          <p:nvPr/>
        </p:nvSpPr>
        <p:spPr>
          <a:xfrm>
            <a:off x="29958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ind_only_497">
            <a:extLst>
              <a:ext uri="{FF2B5EF4-FFF2-40B4-BE49-F238E27FC236}">
                <a16:creationId xmlns:a16="http://schemas.microsoft.com/office/drawing/2014/main" id="{3A740E67-F3A2-4ED5-9EBE-F35CBD58B78D}"/>
              </a:ext>
            </a:extLst>
          </p:cNvPr>
          <p:cNvSpPr>
            <a:spLocks noGrp="1"/>
          </p:cNvSpPr>
          <p:nvPr/>
        </p:nvSpPr>
        <p:spPr>
          <a:xfrm>
            <a:off x="30338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ind_only_498">
            <a:extLst>
              <a:ext uri="{FF2B5EF4-FFF2-40B4-BE49-F238E27FC236}">
                <a16:creationId xmlns:a16="http://schemas.microsoft.com/office/drawing/2014/main" id="{E3A23A76-3633-47AE-BBCA-93DC77754FD3}"/>
              </a:ext>
            </a:extLst>
          </p:cNvPr>
          <p:cNvSpPr>
            <a:spLocks noGrp="1"/>
          </p:cNvSpPr>
          <p:nvPr/>
        </p:nvSpPr>
        <p:spPr>
          <a:xfrm>
            <a:off x="30650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ind_only_499">
            <a:extLst>
              <a:ext uri="{FF2B5EF4-FFF2-40B4-BE49-F238E27FC236}">
                <a16:creationId xmlns:a16="http://schemas.microsoft.com/office/drawing/2014/main" id="{830AEB96-698D-4483-A2F2-7636ECDA1409}"/>
              </a:ext>
            </a:extLst>
          </p:cNvPr>
          <p:cNvSpPr>
            <a:spLocks noGrp="1"/>
          </p:cNvSpPr>
          <p:nvPr/>
        </p:nvSpPr>
        <p:spPr>
          <a:xfrm>
            <a:off x="30358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ind_only_500">
            <a:extLst>
              <a:ext uri="{FF2B5EF4-FFF2-40B4-BE49-F238E27FC236}">
                <a16:creationId xmlns:a16="http://schemas.microsoft.com/office/drawing/2014/main" id="{A65B202D-8DE8-4558-A7FE-0C0B1BE51762}"/>
              </a:ext>
            </a:extLst>
          </p:cNvPr>
          <p:cNvSpPr>
            <a:spLocks noGrp="1"/>
          </p:cNvSpPr>
          <p:nvPr/>
        </p:nvSpPr>
        <p:spPr>
          <a:xfrm>
            <a:off x="3019464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ind_only_501">
            <a:extLst>
              <a:ext uri="{FF2B5EF4-FFF2-40B4-BE49-F238E27FC236}">
                <a16:creationId xmlns:a16="http://schemas.microsoft.com/office/drawing/2014/main" id="{4DE2F9E3-7985-4CB7-B619-06182D0FAAE8}"/>
              </a:ext>
            </a:extLst>
          </p:cNvPr>
          <p:cNvSpPr>
            <a:spLocks noGrp="1"/>
          </p:cNvSpPr>
          <p:nvPr/>
        </p:nvSpPr>
        <p:spPr>
          <a:xfrm>
            <a:off x="30571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ind_only_502">
            <a:extLst>
              <a:ext uri="{FF2B5EF4-FFF2-40B4-BE49-F238E27FC236}">
                <a16:creationId xmlns:a16="http://schemas.microsoft.com/office/drawing/2014/main" id="{BA528F24-DB67-4A49-B047-D3759ED3CAD7}"/>
              </a:ext>
            </a:extLst>
          </p:cNvPr>
          <p:cNvSpPr>
            <a:spLocks noGrp="1"/>
          </p:cNvSpPr>
          <p:nvPr/>
        </p:nvSpPr>
        <p:spPr>
          <a:xfrm>
            <a:off x="3054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ind_only_503">
            <a:extLst>
              <a:ext uri="{FF2B5EF4-FFF2-40B4-BE49-F238E27FC236}">
                <a16:creationId xmlns:a16="http://schemas.microsoft.com/office/drawing/2014/main" id="{D15511CF-139C-4A32-B034-279D40EF5BFD}"/>
              </a:ext>
            </a:extLst>
          </p:cNvPr>
          <p:cNvSpPr>
            <a:spLocks noGrp="1"/>
          </p:cNvSpPr>
          <p:nvPr/>
        </p:nvSpPr>
        <p:spPr>
          <a:xfrm>
            <a:off x="30422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ind_only_504">
            <a:extLst>
              <a:ext uri="{FF2B5EF4-FFF2-40B4-BE49-F238E27FC236}">
                <a16:creationId xmlns:a16="http://schemas.microsoft.com/office/drawing/2014/main" id="{0142AA35-190E-486A-9D54-D65030908DBC}"/>
              </a:ext>
            </a:extLst>
          </p:cNvPr>
          <p:cNvSpPr>
            <a:spLocks noGrp="1"/>
          </p:cNvSpPr>
          <p:nvPr/>
        </p:nvSpPr>
        <p:spPr>
          <a:xfrm>
            <a:off x="3051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ind_only_505">
            <a:extLst>
              <a:ext uri="{FF2B5EF4-FFF2-40B4-BE49-F238E27FC236}">
                <a16:creationId xmlns:a16="http://schemas.microsoft.com/office/drawing/2014/main" id="{A12566F3-E1A0-45F9-BB95-4CDBDEC24B7E}"/>
              </a:ext>
            </a:extLst>
          </p:cNvPr>
          <p:cNvSpPr>
            <a:spLocks noGrp="1"/>
          </p:cNvSpPr>
          <p:nvPr/>
        </p:nvSpPr>
        <p:spPr>
          <a:xfrm>
            <a:off x="3023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ind_only_506">
            <a:extLst>
              <a:ext uri="{FF2B5EF4-FFF2-40B4-BE49-F238E27FC236}">
                <a16:creationId xmlns:a16="http://schemas.microsoft.com/office/drawing/2014/main" id="{D8E4CD7A-FA38-457F-82A9-79DADE06157B}"/>
              </a:ext>
            </a:extLst>
          </p:cNvPr>
          <p:cNvSpPr>
            <a:spLocks noGrp="1"/>
          </p:cNvSpPr>
          <p:nvPr/>
        </p:nvSpPr>
        <p:spPr>
          <a:xfrm>
            <a:off x="30455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ind_only_507">
            <a:extLst>
              <a:ext uri="{FF2B5EF4-FFF2-40B4-BE49-F238E27FC236}">
                <a16:creationId xmlns:a16="http://schemas.microsoft.com/office/drawing/2014/main" id="{54C7FC6C-84A1-4405-B6AE-B6997DD9AA37}"/>
              </a:ext>
            </a:extLst>
          </p:cNvPr>
          <p:cNvSpPr>
            <a:spLocks noGrp="1"/>
          </p:cNvSpPr>
          <p:nvPr/>
        </p:nvSpPr>
        <p:spPr>
          <a:xfrm>
            <a:off x="3024807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ind_only_508">
            <a:extLst>
              <a:ext uri="{FF2B5EF4-FFF2-40B4-BE49-F238E27FC236}">
                <a16:creationId xmlns:a16="http://schemas.microsoft.com/office/drawing/2014/main" id="{6C181840-BE09-48FD-8305-2A14E2BA2452}"/>
              </a:ext>
            </a:extLst>
          </p:cNvPr>
          <p:cNvSpPr>
            <a:spLocks noGrp="1"/>
          </p:cNvSpPr>
          <p:nvPr/>
        </p:nvSpPr>
        <p:spPr>
          <a:xfrm>
            <a:off x="3033356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ind_only_509">
            <a:extLst>
              <a:ext uri="{FF2B5EF4-FFF2-40B4-BE49-F238E27FC236}">
                <a16:creationId xmlns:a16="http://schemas.microsoft.com/office/drawing/2014/main" id="{3A2BA744-9A29-4D57-B4A3-3D0A686F27D1}"/>
              </a:ext>
            </a:extLst>
          </p:cNvPr>
          <p:cNvSpPr>
            <a:spLocks noGrp="1"/>
          </p:cNvSpPr>
          <p:nvPr/>
        </p:nvSpPr>
        <p:spPr>
          <a:xfrm>
            <a:off x="307532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ind_only_510">
            <a:extLst>
              <a:ext uri="{FF2B5EF4-FFF2-40B4-BE49-F238E27FC236}">
                <a16:creationId xmlns:a16="http://schemas.microsoft.com/office/drawing/2014/main" id="{87F64C40-93EB-42B4-A9C7-9FAF7D687A1B}"/>
              </a:ext>
            </a:extLst>
          </p:cNvPr>
          <p:cNvSpPr>
            <a:spLocks noGrp="1"/>
          </p:cNvSpPr>
          <p:nvPr/>
        </p:nvSpPr>
        <p:spPr>
          <a:xfrm>
            <a:off x="3006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ind_only_511">
            <a:extLst>
              <a:ext uri="{FF2B5EF4-FFF2-40B4-BE49-F238E27FC236}">
                <a16:creationId xmlns:a16="http://schemas.microsoft.com/office/drawing/2014/main" id="{F8BEDF89-FAAB-4F62-BE5E-D2A9ED3D9469}"/>
              </a:ext>
            </a:extLst>
          </p:cNvPr>
          <p:cNvSpPr>
            <a:spLocks noGrp="1"/>
          </p:cNvSpPr>
          <p:nvPr/>
        </p:nvSpPr>
        <p:spPr>
          <a:xfrm>
            <a:off x="30110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ind_only_512">
            <a:extLst>
              <a:ext uri="{FF2B5EF4-FFF2-40B4-BE49-F238E27FC236}">
                <a16:creationId xmlns:a16="http://schemas.microsoft.com/office/drawing/2014/main" id="{69AD8A8A-0E20-4C37-8CC4-D42F3A10BA63}"/>
              </a:ext>
            </a:extLst>
          </p:cNvPr>
          <p:cNvSpPr>
            <a:spLocks noGrp="1"/>
          </p:cNvSpPr>
          <p:nvPr/>
        </p:nvSpPr>
        <p:spPr>
          <a:xfrm>
            <a:off x="30514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ind_only_513">
            <a:extLst>
              <a:ext uri="{FF2B5EF4-FFF2-40B4-BE49-F238E27FC236}">
                <a16:creationId xmlns:a16="http://schemas.microsoft.com/office/drawing/2014/main" id="{933FE0D2-C532-4844-9A06-B928F1E07862}"/>
              </a:ext>
            </a:extLst>
          </p:cNvPr>
          <p:cNvSpPr>
            <a:spLocks noGrp="1"/>
          </p:cNvSpPr>
          <p:nvPr/>
        </p:nvSpPr>
        <p:spPr>
          <a:xfrm>
            <a:off x="30505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ind_only_514">
            <a:extLst>
              <a:ext uri="{FF2B5EF4-FFF2-40B4-BE49-F238E27FC236}">
                <a16:creationId xmlns:a16="http://schemas.microsoft.com/office/drawing/2014/main" id="{63DCB763-52A8-4D91-A010-061FFD79302B}"/>
              </a:ext>
            </a:extLst>
          </p:cNvPr>
          <p:cNvSpPr>
            <a:spLocks noGrp="1"/>
          </p:cNvSpPr>
          <p:nvPr/>
        </p:nvSpPr>
        <p:spPr>
          <a:xfrm>
            <a:off x="3082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ind_only_515">
            <a:extLst>
              <a:ext uri="{FF2B5EF4-FFF2-40B4-BE49-F238E27FC236}">
                <a16:creationId xmlns:a16="http://schemas.microsoft.com/office/drawing/2014/main" id="{CF9BF30D-F41E-412A-A693-BC5EF88830B2}"/>
              </a:ext>
            </a:extLst>
          </p:cNvPr>
          <p:cNvSpPr>
            <a:spLocks noGrp="1"/>
          </p:cNvSpPr>
          <p:nvPr/>
        </p:nvSpPr>
        <p:spPr>
          <a:xfrm>
            <a:off x="3067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ind_only_516">
            <a:extLst>
              <a:ext uri="{FF2B5EF4-FFF2-40B4-BE49-F238E27FC236}">
                <a16:creationId xmlns:a16="http://schemas.microsoft.com/office/drawing/2014/main" id="{FF2B2D92-A50B-4562-A1B2-B234CA028297}"/>
              </a:ext>
            </a:extLst>
          </p:cNvPr>
          <p:cNvSpPr>
            <a:spLocks noGrp="1"/>
          </p:cNvSpPr>
          <p:nvPr/>
        </p:nvSpPr>
        <p:spPr>
          <a:xfrm>
            <a:off x="3007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ind_only_517">
            <a:extLst>
              <a:ext uri="{FF2B5EF4-FFF2-40B4-BE49-F238E27FC236}">
                <a16:creationId xmlns:a16="http://schemas.microsoft.com/office/drawing/2014/main" id="{BEFD38B1-7EDF-4982-B545-6923942FCB4A}"/>
              </a:ext>
            </a:extLst>
          </p:cNvPr>
          <p:cNvSpPr>
            <a:spLocks noGrp="1"/>
          </p:cNvSpPr>
          <p:nvPr/>
        </p:nvSpPr>
        <p:spPr>
          <a:xfrm>
            <a:off x="302160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ind_only_518">
            <a:extLst>
              <a:ext uri="{FF2B5EF4-FFF2-40B4-BE49-F238E27FC236}">
                <a16:creationId xmlns:a16="http://schemas.microsoft.com/office/drawing/2014/main" id="{DF164753-3474-4954-BD2B-4A4F58F10C6A}"/>
              </a:ext>
            </a:extLst>
          </p:cNvPr>
          <p:cNvSpPr>
            <a:spLocks noGrp="1"/>
          </p:cNvSpPr>
          <p:nvPr/>
        </p:nvSpPr>
        <p:spPr>
          <a:xfrm>
            <a:off x="306017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ind_only_519">
            <a:extLst>
              <a:ext uri="{FF2B5EF4-FFF2-40B4-BE49-F238E27FC236}">
                <a16:creationId xmlns:a16="http://schemas.microsoft.com/office/drawing/2014/main" id="{6DDC797C-4576-436D-9934-587033EDEEB6}"/>
              </a:ext>
            </a:extLst>
          </p:cNvPr>
          <p:cNvSpPr>
            <a:spLocks noGrp="1"/>
          </p:cNvSpPr>
          <p:nvPr/>
        </p:nvSpPr>
        <p:spPr>
          <a:xfrm>
            <a:off x="3001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ind_only_520">
            <a:extLst>
              <a:ext uri="{FF2B5EF4-FFF2-40B4-BE49-F238E27FC236}">
                <a16:creationId xmlns:a16="http://schemas.microsoft.com/office/drawing/2014/main" id="{22F407E2-14BE-4426-9C4F-B839D81868C1}"/>
              </a:ext>
            </a:extLst>
          </p:cNvPr>
          <p:cNvSpPr>
            <a:spLocks noGrp="1"/>
          </p:cNvSpPr>
          <p:nvPr/>
        </p:nvSpPr>
        <p:spPr>
          <a:xfrm>
            <a:off x="30693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ind_only_521">
            <a:extLst>
              <a:ext uri="{FF2B5EF4-FFF2-40B4-BE49-F238E27FC236}">
                <a16:creationId xmlns:a16="http://schemas.microsoft.com/office/drawing/2014/main" id="{9747B6CF-BB0C-433D-91D9-560CC592C43D}"/>
              </a:ext>
            </a:extLst>
          </p:cNvPr>
          <p:cNvSpPr>
            <a:spLocks noGrp="1"/>
          </p:cNvSpPr>
          <p:nvPr/>
        </p:nvSpPr>
        <p:spPr>
          <a:xfrm>
            <a:off x="30727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ind_only_522">
            <a:extLst>
              <a:ext uri="{FF2B5EF4-FFF2-40B4-BE49-F238E27FC236}">
                <a16:creationId xmlns:a16="http://schemas.microsoft.com/office/drawing/2014/main" id="{5817864B-D0C3-458B-89FF-1B831C8E3D08}"/>
              </a:ext>
            </a:extLst>
          </p:cNvPr>
          <p:cNvSpPr>
            <a:spLocks noGrp="1"/>
          </p:cNvSpPr>
          <p:nvPr/>
        </p:nvSpPr>
        <p:spPr>
          <a:xfrm>
            <a:off x="30624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ind_only_523">
            <a:extLst>
              <a:ext uri="{FF2B5EF4-FFF2-40B4-BE49-F238E27FC236}">
                <a16:creationId xmlns:a16="http://schemas.microsoft.com/office/drawing/2014/main" id="{CBC021E3-727B-4AE5-999D-C206C73F1A25}"/>
              </a:ext>
            </a:extLst>
          </p:cNvPr>
          <p:cNvSpPr>
            <a:spLocks noGrp="1"/>
          </p:cNvSpPr>
          <p:nvPr/>
        </p:nvSpPr>
        <p:spPr>
          <a:xfrm>
            <a:off x="3061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ind_only_524">
            <a:extLst>
              <a:ext uri="{FF2B5EF4-FFF2-40B4-BE49-F238E27FC236}">
                <a16:creationId xmlns:a16="http://schemas.microsoft.com/office/drawing/2014/main" id="{CF66BCF3-E853-4D09-832D-DCD216FB90FD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ind_only_525">
            <a:extLst>
              <a:ext uri="{FF2B5EF4-FFF2-40B4-BE49-F238E27FC236}">
                <a16:creationId xmlns:a16="http://schemas.microsoft.com/office/drawing/2014/main" id="{E67E9125-378B-4B18-ADAE-D598BD986A48}"/>
              </a:ext>
            </a:extLst>
          </p:cNvPr>
          <p:cNvSpPr>
            <a:spLocks noGrp="1"/>
          </p:cNvSpPr>
          <p:nvPr/>
        </p:nvSpPr>
        <p:spPr>
          <a:xfrm>
            <a:off x="3047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ind_only_526">
            <a:extLst>
              <a:ext uri="{FF2B5EF4-FFF2-40B4-BE49-F238E27FC236}">
                <a16:creationId xmlns:a16="http://schemas.microsoft.com/office/drawing/2014/main" id="{51DD91EC-B6DC-4A01-ABF9-8AA128E01BAA}"/>
              </a:ext>
            </a:extLst>
          </p:cNvPr>
          <p:cNvSpPr>
            <a:spLocks noGrp="1"/>
          </p:cNvSpPr>
          <p:nvPr/>
        </p:nvSpPr>
        <p:spPr>
          <a:xfrm>
            <a:off x="2996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ind_only_527">
            <a:extLst>
              <a:ext uri="{FF2B5EF4-FFF2-40B4-BE49-F238E27FC236}">
                <a16:creationId xmlns:a16="http://schemas.microsoft.com/office/drawing/2014/main" id="{26C28B22-8DF1-4FC7-97B7-168F18F67AC0}"/>
              </a:ext>
            </a:extLst>
          </p:cNvPr>
          <p:cNvSpPr>
            <a:spLocks noGrp="1"/>
          </p:cNvSpPr>
          <p:nvPr/>
        </p:nvSpPr>
        <p:spPr>
          <a:xfrm>
            <a:off x="30471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ind_only_528">
            <a:extLst>
              <a:ext uri="{FF2B5EF4-FFF2-40B4-BE49-F238E27FC236}">
                <a16:creationId xmlns:a16="http://schemas.microsoft.com/office/drawing/2014/main" id="{95B58C0B-87C8-4935-B06E-260D45C79660}"/>
              </a:ext>
            </a:extLst>
          </p:cNvPr>
          <p:cNvSpPr>
            <a:spLocks noGrp="1"/>
          </p:cNvSpPr>
          <p:nvPr/>
        </p:nvSpPr>
        <p:spPr>
          <a:xfrm>
            <a:off x="30097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ind_only_529">
            <a:extLst>
              <a:ext uri="{FF2B5EF4-FFF2-40B4-BE49-F238E27FC236}">
                <a16:creationId xmlns:a16="http://schemas.microsoft.com/office/drawing/2014/main" id="{F9699593-D166-4691-9A19-8F76C617FB6C}"/>
              </a:ext>
            </a:extLst>
          </p:cNvPr>
          <p:cNvSpPr>
            <a:spLocks noGrp="1"/>
          </p:cNvSpPr>
          <p:nvPr/>
        </p:nvSpPr>
        <p:spPr>
          <a:xfrm>
            <a:off x="3061919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ind_only_530">
            <a:extLst>
              <a:ext uri="{FF2B5EF4-FFF2-40B4-BE49-F238E27FC236}">
                <a16:creationId xmlns:a16="http://schemas.microsoft.com/office/drawing/2014/main" id="{4D351281-5C16-4FE7-8679-01F2A5C42B60}"/>
              </a:ext>
            </a:extLst>
          </p:cNvPr>
          <p:cNvSpPr>
            <a:spLocks noGrp="1"/>
          </p:cNvSpPr>
          <p:nvPr/>
        </p:nvSpPr>
        <p:spPr>
          <a:xfrm>
            <a:off x="3074743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ind_only_531">
            <a:extLst>
              <a:ext uri="{FF2B5EF4-FFF2-40B4-BE49-F238E27FC236}">
                <a16:creationId xmlns:a16="http://schemas.microsoft.com/office/drawing/2014/main" id="{3656E2B7-DCA8-494C-BA1B-9680138AB412}"/>
              </a:ext>
            </a:extLst>
          </p:cNvPr>
          <p:cNvSpPr>
            <a:spLocks noGrp="1"/>
          </p:cNvSpPr>
          <p:nvPr/>
        </p:nvSpPr>
        <p:spPr>
          <a:xfrm>
            <a:off x="30081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ind_only_532">
            <a:extLst>
              <a:ext uri="{FF2B5EF4-FFF2-40B4-BE49-F238E27FC236}">
                <a16:creationId xmlns:a16="http://schemas.microsoft.com/office/drawing/2014/main" id="{70968130-DD59-4792-BDB7-F79C4E180BD4}"/>
              </a:ext>
            </a:extLst>
          </p:cNvPr>
          <p:cNvSpPr>
            <a:spLocks noGrp="1"/>
          </p:cNvSpPr>
          <p:nvPr/>
        </p:nvSpPr>
        <p:spPr>
          <a:xfrm>
            <a:off x="30627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ind_only_533">
            <a:extLst>
              <a:ext uri="{FF2B5EF4-FFF2-40B4-BE49-F238E27FC236}">
                <a16:creationId xmlns:a16="http://schemas.microsoft.com/office/drawing/2014/main" id="{D1D6FCDB-7163-448A-ACFE-69E4B962F2B8}"/>
              </a:ext>
            </a:extLst>
          </p:cNvPr>
          <p:cNvSpPr>
            <a:spLocks noGrp="1"/>
          </p:cNvSpPr>
          <p:nvPr/>
        </p:nvSpPr>
        <p:spPr>
          <a:xfrm>
            <a:off x="3013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ind_only_534">
            <a:extLst>
              <a:ext uri="{FF2B5EF4-FFF2-40B4-BE49-F238E27FC236}">
                <a16:creationId xmlns:a16="http://schemas.microsoft.com/office/drawing/2014/main" id="{EC8FF4F7-0DCE-46E8-8CA1-E1C2750A8899}"/>
              </a:ext>
            </a:extLst>
          </p:cNvPr>
          <p:cNvSpPr>
            <a:spLocks noGrp="1"/>
          </p:cNvSpPr>
          <p:nvPr/>
        </p:nvSpPr>
        <p:spPr>
          <a:xfrm>
            <a:off x="30173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ind_only_535">
            <a:extLst>
              <a:ext uri="{FF2B5EF4-FFF2-40B4-BE49-F238E27FC236}">
                <a16:creationId xmlns:a16="http://schemas.microsoft.com/office/drawing/2014/main" id="{C6716878-6AE3-4576-8B5F-3E221360FE7E}"/>
              </a:ext>
            </a:extLst>
          </p:cNvPr>
          <p:cNvSpPr>
            <a:spLocks noGrp="1"/>
          </p:cNvSpPr>
          <p:nvPr/>
        </p:nvSpPr>
        <p:spPr>
          <a:xfrm>
            <a:off x="30057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ind_only_536">
            <a:extLst>
              <a:ext uri="{FF2B5EF4-FFF2-40B4-BE49-F238E27FC236}">
                <a16:creationId xmlns:a16="http://schemas.microsoft.com/office/drawing/2014/main" id="{D42730E8-E694-4A7F-BCCA-669C92178D4D}"/>
              </a:ext>
            </a:extLst>
          </p:cNvPr>
          <p:cNvSpPr>
            <a:spLocks noGrp="1"/>
          </p:cNvSpPr>
          <p:nvPr/>
        </p:nvSpPr>
        <p:spPr>
          <a:xfrm>
            <a:off x="306172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ind_only_537">
            <a:extLst>
              <a:ext uri="{FF2B5EF4-FFF2-40B4-BE49-F238E27FC236}">
                <a16:creationId xmlns:a16="http://schemas.microsoft.com/office/drawing/2014/main" id="{DB0303FD-9FA9-4BB5-9A66-58A7835F9BE6}"/>
              </a:ext>
            </a:extLst>
          </p:cNvPr>
          <p:cNvSpPr>
            <a:spLocks noGrp="1"/>
          </p:cNvSpPr>
          <p:nvPr/>
        </p:nvSpPr>
        <p:spPr>
          <a:xfrm>
            <a:off x="3086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ind_only_538">
            <a:extLst>
              <a:ext uri="{FF2B5EF4-FFF2-40B4-BE49-F238E27FC236}">
                <a16:creationId xmlns:a16="http://schemas.microsoft.com/office/drawing/2014/main" id="{C118CCBC-1D85-4097-B268-F4A40F4ABEE4}"/>
              </a:ext>
            </a:extLst>
          </p:cNvPr>
          <p:cNvSpPr>
            <a:spLocks noGrp="1"/>
          </p:cNvSpPr>
          <p:nvPr/>
        </p:nvSpPr>
        <p:spPr>
          <a:xfrm>
            <a:off x="309096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ind_only_539">
            <a:extLst>
              <a:ext uri="{FF2B5EF4-FFF2-40B4-BE49-F238E27FC236}">
                <a16:creationId xmlns:a16="http://schemas.microsoft.com/office/drawing/2014/main" id="{CEF03DF0-8C8B-46A1-BF1E-EC09C476848C}"/>
              </a:ext>
            </a:extLst>
          </p:cNvPr>
          <p:cNvSpPr>
            <a:spLocks noGrp="1"/>
          </p:cNvSpPr>
          <p:nvPr/>
        </p:nvSpPr>
        <p:spPr>
          <a:xfrm>
            <a:off x="30309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ind_only_540">
            <a:extLst>
              <a:ext uri="{FF2B5EF4-FFF2-40B4-BE49-F238E27FC236}">
                <a16:creationId xmlns:a16="http://schemas.microsoft.com/office/drawing/2014/main" id="{E7BD03F6-857B-4A2A-B33C-A9861ECF74AE}"/>
              </a:ext>
            </a:extLst>
          </p:cNvPr>
          <p:cNvSpPr>
            <a:spLocks noGrp="1"/>
          </p:cNvSpPr>
          <p:nvPr/>
        </p:nvSpPr>
        <p:spPr>
          <a:xfrm>
            <a:off x="30665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ind_only_541">
            <a:extLst>
              <a:ext uri="{FF2B5EF4-FFF2-40B4-BE49-F238E27FC236}">
                <a16:creationId xmlns:a16="http://schemas.microsoft.com/office/drawing/2014/main" id="{A6DA21F5-F2D5-4F9A-87E6-3592C9F398CE}"/>
              </a:ext>
            </a:extLst>
          </p:cNvPr>
          <p:cNvSpPr>
            <a:spLocks noGrp="1"/>
          </p:cNvSpPr>
          <p:nvPr/>
        </p:nvSpPr>
        <p:spPr>
          <a:xfrm>
            <a:off x="3085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ind_only_542">
            <a:extLst>
              <a:ext uri="{FF2B5EF4-FFF2-40B4-BE49-F238E27FC236}">
                <a16:creationId xmlns:a16="http://schemas.microsoft.com/office/drawing/2014/main" id="{B4E6EA9E-AA19-4ECD-A214-32D1430789DA}"/>
              </a:ext>
            </a:extLst>
          </p:cNvPr>
          <p:cNvSpPr>
            <a:spLocks noGrp="1"/>
          </p:cNvSpPr>
          <p:nvPr/>
        </p:nvSpPr>
        <p:spPr>
          <a:xfrm>
            <a:off x="307396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ind_only_543">
            <a:extLst>
              <a:ext uri="{FF2B5EF4-FFF2-40B4-BE49-F238E27FC236}">
                <a16:creationId xmlns:a16="http://schemas.microsoft.com/office/drawing/2014/main" id="{33E19E5A-275C-4CDD-A4EA-2D752D027679}"/>
              </a:ext>
            </a:extLst>
          </p:cNvPr>
          <p:cNvSpPr>
            <a:spLocks noGrp="1"/>
          </p:cNvSpPr>
          <p:nvPr/>
        </p:nvSpPr>
        <p:spPr>
          <a:xfrm>
            <a:off x="30636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ind_only_544">
            <a:extLst>
              <a:ext uri="{FF2B5EF4-FFF2-40B4-BE49-F238E27FC236}">
                <a16:creationId xmlns:a16="http://schemas.microsoft.com/office/drawing/2014/main" id="{7388310C-100B-4E7D-B4D7-4E80E0664CFF}"/>
              </a:ext>
            </a:extLst>
          </p:cNvPr>
          <p:cNvSpPr>
            <a:spLocks noGrp="1"/>
          </p:cNvSpPr>
          <p:nvPr/>
        </p:nvSpPr>
        <p:spPr>
          <a:xfrm>
            <a:off x="30398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ind_only_545">
            <a:extLst>
              <a:ext uri="{FF2B5EF4-FFF2-40B4-BE49-F238E27FC236}">
                <a16:creationId xmlns:a16="http://schemas.microsoft.com/office/drawing/2014/main" id="{3C2DB7A8-D1D9-4C8D-A6A8-6F01686FF325}"/>
              </a:ext>
            </a:extLst>
          </p:cNvPr>
          <p:cNvSpPr>
            <a:spLocks noGrp="1"/>
          </p:cNvSpPr>
          <p:nvPr/>
        </p:nvSpPr>
        <p:spPr>
          <a:xfrm>
            <a:off x="3036950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ind_only_546">
            <a:extLst>
              <a:ext uri="{FF2B5EF4-FFF2-40B4-BE49-F238E27FC236}">
                <a16:creationId xmlns:a16="http://schemas.microsoft.com/office/drawing/2014/main" id="{B517232D-9652-4BF2-B26A-30F139E5A46B}"/>
              </a:ext>
            </a:extLst>
          </p:cNvPr>
          <p:cNvSpPr>
            <a:spLocks noGrp="1"/>
          </p:cNvSpPr>
          <p:nvPr/>
        </p:nvSpPr>
        <p:spPr>
          <a:xfrm>
            <a:off x="30045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ind_only_547">
            <a:extLst>
              <a:ext uri="{FF2B5EF4-FFF2-40B4-BE49-F238E27FC236}">
                <a16:creationId xmlns:a16="http://schemas.microsoft.com/office/drawing/2014/main" id="{8265D445-035A-48D8-AFF9-471C33B810F8}"/>
              </a:ext>
            </a:extLst>
          </p:cNvPr>
          <p:cNvSpPr>
            <a:spLocks noGrp="1"/>
          </p:cNvSpPr>
          <p:nvPr/>
        </p:nvSpPr>
        <p:spPr>
          <a:xfrm>
            <a:off x="30857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ind_only_548">
            <a:extLst>
              <a:ext uri="{FF2B5EF4-FFF2-40B4-BE49-F238E27FC236}">
                <a16:creationId xmlns:a16="http://schemas.microsoft.com/office/drawing/2014/main" id="{246779E6-51C6-44F1-9B6A-0ED580061F64}"/>
              </a:ext>
            </a:extLst>
          </p:cNvPr>
          <p:cNvSpPr>
            <a:spLocks noGrp="1"/>
          </p:cNvSpPr>
          <p:nvPr/>
        </p:nvSpPr>
        <p:spPr>
          <a:xfrm>
            <a:off x="30754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ind_only_549">
            <a:extLst>
              <a:ext uri="{FF2B5EF4-FFF2-40B4-BE49-F238E27FC236}">
                <a16:creationId xmlns:a16="http://schemas.microsoft.com/office/drawing/2014/main" id="{CFCFBF33-59EC-4DF5-A3CB-9A4345452C11}"/>
              </a:ext>
            </a:extLst>
          </p:cNvPr>
          <p:cNvSpPr>
            <a:spLocks noGrp="1"/>
          </p:cNvSpPr>
          <p:nvPr/>
        </p:nvSpPr>
        <p:spPr>
          <a:xfrm>
            <a:off x="30607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ind_only_550">
            <a:extLst>
              <a:ext uri="{FF2B5EF4-FFF2-40B4-BE49-F238E27FC236}">
                <a16:creationId xmlns:a16="http://schemas.microsoft.com/office/drawing/2014/main" id="{A7A330DB-AECF-4BF3-9A7B-269BAFF14BF8}"/>
              </a:ext>
            </a:extLst>
          </p:cNvPr>
          <p:cNvSpPr>
            <a:spLocks noGrp="1"/>
          </p:cNvSpPr>
          <p:nvPr/>
        </p:nvSpPr>
        <p:spPr>
          <a:xfrm>
            <a:off x="30011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ind_only_551">
            <a:extLst>
              <a:ext uri="{FF2B5EF4-FFF2-40B4-BE49-F238E27FC236}">
                <a16:creationId xmlns:a16="http://schemas.microsoft.com/office/drawing/2014/main" id="{FDB89EB7-D461-40A2-83AC-F34B336DE543}"/>
              </a:ext>
            </a:extLst>
          </p:cNvPr>
          <p:cNvSpPr>
            <a:spLocks noGrp="1"/>
          </p:cNvSpPr>
          <p:nvPr/>
        </p:nvSpPr>
        <p:spPr>
          <a:xfrm>
            <a:off x="3010622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ind_only_552">
            <a:extLst>
              <a:ext uri="{FF2B5EF4-FFF2-40B4-BE49-F238E27FC236}">
                <a16:creationId xmlns:a16="http://schemas.microsoft.com/office/drawing/2014/main" id="{661F0AE9-4635-4DD8-8487-CA922C3E6551}"/>
              </a:ext>
            </a:extLst>
          </p:cNvPr>
          <p:cNvSpPr>
            <a:spLocks noGrp="1"/>
          </p:cNvSpPr>
          <p:nvPr/>
        </p:nvSpPr>
        <p:spPr>
          <a:xfrm>
            <a:off x="3020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ind_only_553">
            <a:extLst>
              <a:ext uri="{FF2B5EF4-FFF2-40B4-BE49-F238E27FC236}">
                <a16:creationId xmlns:a16="http://schemas.microsoft.com/office/drawing/2014/main" id="{6CBDCB2D-C70A-4152-AE7B-0C5A8AE94145}"/>
              </a:ext>
            </a:extLst>
          </p:cNvPr>
          <p:cNvSpPr>
            <a:spLocks noGrp="1"/>
          </p:cNvSpPr>
          <p:nvPr/>
        </p:nvSpPr>
        <p:spPr>
          <a:xfrm>
            <a:off x="3061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ind_only_554">
            <a:extLst>
              <a:ext uri="{FF2B5EF4-FFF2-40B4-BE49-F238E27FC236}">
                <a16:creationId xmlns:a16="http://schemas.microsoft.com/office/drawing/2014/main" id="{18ED8FC6-7903-4C93-B3B2-FB81CC7CBD16}"/>
              </a:ext>
            </a:extLst>
          </p:cNvPr>
          <p:cNvSpPr>
            <a:spLocks noGrp="1"/>
          </p:cNvSpPr>
          <p:nvPr/>
        </p:nvSpPr>
        <p:spPr>
          <a:xfrm>
            <a:off x="3051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ind_only_555">
            <a:extLst>
              <a:ext uri="{FF2B5EF4-FFF2-40B4-BE49-F238E27FC236}">
                <a16:creationId xmlns:a16="http://schemas.microsoft.com/office/drawing/2014/main" id="{F20E7E2E-6173-4E7C-85FA-2261071A564A}"/>
              </a:ext>
            </a:extLst>
          </p:cNvPr>
          <p:cNvSpPr>
            <a:spLocks noGrp="1"/>
          </p:cNvSpPr>
          <p:nvPr/>
        </p:nvSpPr>
        <p:spPr>
          <a:xfrm>
            <a:off x="301470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ind_only_556">
            <a:extLst>
              <a:ext uri="{FF2B5EF4-FFF2-40B4-BE49-F238E27FC236}">
                <a16:creationId xmlns:a16="http://schemas.microsoft.com/office/drawing/2014/main" id="{77F0AD10-A54F-431E-9A72-E9F4A674F254}"/>
              </a:ext>
            </a:extLst>
          </p:cNvPr>
          <p:cNvSpPr>
            <a:spLocks noGrp="1"/>
          </p:cNvSpPr>
          <p:nvPr/>
        </p:nvSpPr>
        <p:spPr>
          <a:xfrm>
            <a:off x="30322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ind_only_557">
            <a:extLst>
              <a:ext uri="{FF2B5EF4-FFF2-40B4-BE49-F238E27FC236}">
                <a16:creationId xmlns:a16="http://schemas.microsoft.com/office/drawing/2014/main" id="{7E56258D-1306-476D-BDF6-D0F206BC4466}"/>
              </a:ext>
            </a:extLst>
          </p:cNvPr>
          <p:cNvSpPr>
            <a:spLocks noGrp="1"/>
          </p:cNvSpPr>
          <p:nvPr/>
        </p:nvSpPr>
        <p:spPr>
          <a:xfrm>
            <a:off x="2997896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ind_only_558">
            <a:extLst>
              <a:ext uri="{FF2B5EF4-FFF2-40B4-BE49-F238E27FC236}">
                <a16:creationId xmlns:a16="http://schemas.microsoft.com/office/drawing/2014/main" id="{348B2A9B-B0EF-471C-BE40-3EE5C2A04019}"/>
              </a:ext>
            </a:extLst>
          </p:cNvPr>
          <p:cNvSpPr>
            <a:spLocks noGrp="1"/>
          </p:cNvSpPr>
          <p:nvPr/>
        </p:nvSpPr>
        <p:spPr>
          <a:xfrm>
            <a:off x="3528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ind_only_559">
            <a:extLst>
              <a:ext uri="{FF2B5EF4-FFF2-40B4-BE49-F238E27FC236}">
                <a16:creationId xmlns:a16="http://schemas.microsoft.com/office/drawing/2014/main" id="{9E88B4F3-A618-4F17-B044-14106931178D}"/>
              </a:ext>
            </a:extLst>
          </p:cNvPr>
          <p:cNvSpPr>
            <a:spLocks noGrp="1"/>
          </p:cNvSpPr>
          <p:nvPr/>
        </p:nvSpPr>
        <p:spPr>
          <a:xfrm>
            <a:off x="3509700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ind_only_560">
            <a:extLst>
              <a:ext uri="{FF2B5EF4-FFF2-40B4-BE49-F238E27FC236}">
                <a16:creationId xmlns:a16="http://schemas.microsoft.com/office/drawing/2014/main" id="{1803C01E-C78F-48E0-A8FD-85FD9FAF72EE}"/>
              </a:ext>
            </a:extLst>
          </p:cNvPr>
          <p:cNvSpPr>
            <a:spLocks noGrp="1"/>
          </p:cNvSpPr>
          <p:nvPr/>
        </p:nvSpPr>
        <p:spPr>
          <a:xfrm>
            <a:off x="35248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ind_only_561">
            <a:extLst>
              <a:ext uri="{FF2B5EF4-FFF2-40B4-BE49-F238E27FC236}">
                <a16:creationId xmlns:a16="http://schemas.microsoft.com/office/drawing/2014/main" id="{98824672-6C13-4596-93D4-17BA5C0D019B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ind_only_562">
            <a:extLst>
              <a:ext uri="{FF2B5EF4-FFF2-40B4-BE49-F238E27FC236}">
                <a16:creationId xmlns:a16="http://schemas.microsoft.com/office/drawing/2014/main" id="{251B5C6A-3602-40C5-A4F1-32EA286077FA}"/>
              </a:ext>
            </a:extLst>
          </p:cNvPr>
          <p:cNvSpPr>
            <a:spLocks noGrp="1"/>
          </p:cNvSpPr>
          <p:nvPr/>
        </p:nvSpPr>
        <p:spPr>
          <a:xfrm>
            <a:off x="35409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ind_only_563">
            <a:extLst>
              <a:ext uri="{FF2B5EF4-FFF2-40B4-BE49-F238E27FC236}">
                <a16:creationId xmlns:a16="http://schemas.microsoft.com/office/drawing/2014/main" id="{7C16C3B0-46FB-421C-BAD1-81F14E33259F}"/>
              </a:ext>
            </a:extLst>
          </p:cNvPr>
          <p:cNvSpPr>
            <a:spLocks noGrp="1"/>
          </p:cNvSpPr>
          <p:nvPr/>
        </p:nvSpPr>
        <p:spPr>
          <a:xfrm>
            <a:off x="35692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ind_only_564">
            <a:extLst>
              <a:ext uri="{FF2B5EF4-FFF2-40B4-BE49-F238E27FC236}">
                <a16:creationId xmlns:a16="http://schemas.microsoft.com/office/drawing/2014/main" id="{A932FDCE-A88F-4AE7-B9BB-F4B346D7B14A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ind_only_565">
            <a:extLst>
              <a:ext uri="{FF2B5EF4-FFF2-40B4-BE49-F238E27FC236}">
                <a16:creationId xmlns:a16="http://schemas.microsoft.com/office/drawing/2014/main" id="{C48A06FC-97B6-49B1-8341-7C3309B4ECAD}"/>
              </a:ext>
            </a:extLst>
          </p:cNvPr>
          <p:cNvSpPr>
            <a:spLocks noGrp="1"/>
          </p:cNvSpPr>
          <p:nvPr/>
        </p:nvSpPr>
        <p:spPr>
          <a:xfrm>
            <a:off x="3514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ind_only_566">
            <a:extLst>
              <a:ext uri="{FF2B5EF4-FFF2-40B4-BE49-F238E27FC236}">
                <a16:creationId xmlns:a16="http://schemas.microsoft.com/office/drawing/2014/main" id="{0B82A83B-6737-45F8-B31B-BBB1B87E5D07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ind_only_567">
            <a:extLst>
              <a:ext uri="{FF2B5EF4-FFF2-40B4-BE49-F238E27FC236}">
                <a16:creationId xmlns:a16="http://schemas.microsoft.com/office/drawing/2014/main" id="{9D7A4B25-8330-4D20-83F8-9FAD148DAB58}"/>
              </a:ext>
            </a:extLst>
          </p:cNvPr>
          <p:cNvSpPr>
            <a:spLocks noGrp="1"/>
          </p:cNvSpPr>
          <p:nvPr/>
        </p:nvSpPr>
        <p:spPr>
          <a:xfrm>
            <a:off x="35151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ind_only_568">
            <a:extLst>
              <a:ext uri="{FF2B5EF4-FFF2-40B4-BE49-F238E27FC236}">
                <a16:creationId xmlns:a16="http://schemas.microsoft.com/office/drawing/2014/main" id="{E516EFFA-DC9C-4F3D-9A54-38C852EFD207}"/>
              </a:ext>
            </a:extLst>
          </p:cNvPr>
          <p:cNvSpPr>
            <a:spLocks noGrp="1"/>
          </p:cNvSpPr>
          <p:nvPr/>
        </p:nvSpPr>
        <p:spPr>
          <a:xfrm>
            <a:off x="35044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ind_only_569">
            <a:extLst>
              <a:ext uri="{FF2B5EF4-FFF2-40B4-BE49-F238E27FC236}">
                <a16:creationId xmlns:a16="http://schemas.microsoft.com/office/drawing/2014/main" id="{7CB0C842-3A57-42E1-9DCF-9C83AE66C8FD}"/>
              </a:ext>
            </a:extLst>
          </p:cNvPr>
          <p:cNvSpPr>
            <a:spLocks noGrp="1"/>
          </p:cNvSpPr>
          <p:nvPr/>
        </p:nvSpPr>
        <p:spPr>
          <a:xfrm>
            <a:off x="3579260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ind_only_570">
            <a:extLst>
              <a:ext uri="{FF2B5EF4-FFF2-40B4-BE49-F238E27FC236}">
                <a16:creationId xmlns:a16="http://schemas.microsoft.com/office/drawing/2014/main" id="{6B876EDB-8FA1-43D0-8144-7DC552CA3E2E}"/>
              </a:ext>
            </a:extLst>
          </p:cNvPr>
          <p:cNvSpPr>
            <a:spLocks noGrp="1"/>
          </p:cNvSpPr>
          <p:nvPr/>
        </p:nvSpPr>
        <p:spPr>
          <a:xfrm>
            <a:off x="3599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ind_only_571">
            <a:extLst>
              <a:ext uri="{FF2B5EF4-FFF2-40B4-BE49-F238E27FC236}">
                <a16:creationId xmlns:a16="http://schemas.microsoft.com/office/drawing/2014/main" id="{7E0758F7-29D8-411D-AE76-FEA64D5B9146}"/>
              </a:ext>
            </a:extLst>
          </p:cNvPr>
          <p:cNvSpPr>
            <a:spLocks noGrp="1"/>
          </p:cNvSpPr>
          <p:nvPr/>
        </p:nvSpPr>
        <p:spPr>
          <a:xfrm>
            <a:off x="3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ind_only_572">
            <a:extLst>
              <a:ext uri="{FF2B5EF4-FFF2-40B4-BE49-F238E27FC236}">
                <a16:creationId xmlns:a16="http://schemas.microsoft.com/office/drawing/2014/main" id="{D997CDC7-5FF4-4009-9AE3-DB1ADB1D4E9B}"/>
              </a:ext>
            </a:extLst>
          </p:cNvPr>
          <p:cNvSpPr>
            <a:spLocks noGrp="1"/>
          </p:cNvSpPr>
          <p:nvPr/>
        </p:nvSpPr>
        <p:spPr>
          <a:xfrm>
            <a:off x="35939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ind_only_573">
            <a:extLst>
              <a:ext uri="{FF2B5EF4-FFF2-40B4-BE49-F238E27FC236}">
                <a16:creationId xmlns:a16="http://schemas.microsoft.com/office/drawing/2014/main" id="{689FFCFD-7DA7-4E12-B885-7457A39153F6}"/>
              </a:ext>
            </a:extLst>
          </p:cNvPr>
          <p:cNvSpPr>
            <a:spLocks noGrp="1"/>
          </p:cNvSpPr>
          <p:nvPr/>
        </p:nvSpPr>
        <p:spPr>
          <a:xfrm>
            <a:off x="352475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ind_only_574">
            <a:extLst>
              <a:ext uri="{FF2B5EF4-FFF2-40B4-BE49-F238E27FC236}">
                <a16:creationId xmlns:a16="http://schemas.microsoft.com/office/drawing/2014/main" id="{7C1EE36E-7F14-462E-8129-D1F248F953E1}"/>
              </a:ext>
            </a:extLst>
          </p:cNvPr>
          <p:cNvSpPr>
            <a:spLocks noGrp="1"/>
          </p:cNvSpPr>
          <p:nvPr/>
        </p:nvSpPr>
        <p:spPr>
          <a:xfrm>
            <a:off x="3543217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ind_only_575">
            <a:extLst>
              <a:ext uri="{FF2B5EF4-FFF2-40B4-BE49-F238E27FC236}">
                <a16:creationId xmlns:a16="http://schemas.microsoft.com/office/drawing/2014/main" id="{F3CD7F3D-6917-46C9-A637-F14B7D0C8E6D}"/>
              </a:ext>
            </a:extLst>
          </p:cNvPr>
          <p:cNvSpPr>
            <a:spLocks noGrp="1"/>
          </p:cNvSpPr>
          <p:nvPr/>
        </p:nvSpPr>
        <p:spPr>
          <a:xfrm>
            <a:off x="3572168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ind_only_576">
            <a:extLst>
              <a:ext uri="{FF2B5EF4-FFF2-40B4-BE49-F238E27FC236}">
                <a16:creationId xmlns:a16="http://schemas.microsoft.com/office/drawing/2014/main" id="{CEA7782E-75C2-4B2F-8106-17B286D72119}"/>
              </a:ext>
            </a:extLst>
          </p:cNvPr>
          <p:cNvSpPr>
            <a:spLocks noGrp="1"/>
          </p:cNvSpPr>
          <p:nvPr/>
        </p:nvSpPr>
        <p:spPr>
          <a:xfrm>
            <a:off x="35895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ind_only_577">
            <a:extLst>
              <a:ext uri="{FF2B5EF4-FFF2-40B4-BE49-F238E27FC236}">
                <a16:creationId xmlns:a16="http://schemas.microsoft.com/office/drawing/2014/main" id="{A64C116D-01B4-4098-8BA7-524AB0334F75}"/>
              </a:ext>
            </a:extLst>
          </p:cNvPr>
          <p:cNvSpPr>
            <a:spLocks noGrp="1"/>
          </p:cNvSpPr>
          <p:nvPr/>
        </p:nvSpPr>
        <p:spPr>
          <a:xfrm>
            <a:off x="359898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ind_only_578">
            <a:extLst>
              <a:ext uri="{FF2B5EF4-FFF2-40B4-BE49-F238E27FC236}">
                <a16:creationId xmlns:a16="http://schemas.microsoft.com/office/drawing/2014/main" id="{4A63C133-F4C1-4310-88F4-A2AFAFEE739B}"/>
              </a:ext>
            </a:extLst>
          </p:cNvPr>
          <p:cNvSpPr>
            <a:spLocks noGrp="1"/>
          </p:cNvSpPr>
          <p:nvPr/>
        </p:nvSpPr>
        <p:spPr>
          <a:xfrm>
            <a:off x="35654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ind_only_579">
            <a:extLst>
              <a:ext uri="{FF2B5EF4-FFF2-40B4-BE49-F238E27FC236}">
                <a16:creationId xmlns:a16="http://schemas.microsoft.com/office/drawing/2014/main" id="{BF1D8CEE-13DF-4D50-ABD0-2B459452E780}"/>
              </a:ext>
            </a:extLst>
          </p:cNvPr>
          <p:cNvSpPr>
            <a:spLocks noGrp="1"/>
          </p:cNvSpPr>
          <p:nvPr/>
        </p:nvSpPr>
        <p:spPr>
          <a:xfrm>
            <a:off x="3507854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ind_only_580">
            <a:extLst>
              <a:ext uri="{FF2B5EF4-FFF2-40B4-BE49-F238E27FC236}">
                <a16:creationId xmlns:a16="http://schemas.microsoft.com/office/drawing/2014/main" id="{487C75FD-FE23-4B33-A981-CF86AD139152}"/>
              </a:ext>
            </a:extLst>
          </p:cNvPr>
          <p:cNvSpPr>
            <a:spLocks noGrp="1"/>
          </p:cNvSpPr>
          <p:nvPr/>
        </p:nvSpPr>
        <p:spPr>
          <a:xfrm>
            <a:off x="352223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ind_only_581">
            <a:extLst>
              <a:ext uri="{FF2B5EF4-FFF2-40B4-BE49-F238E27FC236}">
                <a16:creationId xmlns:a16="http://schemas.microsoft.com/office/drawing/2014/main" id="{41C17961-5080-4873-BF2D-BFC91615EBFE}"/>
              </a:ext>
            </a:extLst>
          </p:cNvPr>
          <p:cNvSpPr>
            <a:spLocks noGrp="1"/>
          </p:cNvSpPr>
          <p:nvPr/>
        </p:nvSpPr>
        <p:spPr>
          <a:xfrm>
            <a:off x="3528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ind_only_582">
            <a:extLst>
              <a:ext uri="{FF2B5EF4-FFF2-40B4-BE49-F238E27FC236}">
                <a16:creationId xmlns:a16="http://schemas.microsoft.com/office/drawing/2014/main" id="{0C6A3F28-C55C-4222-84F7-A8A955DFD8D7}"/>
              </a:ext>
            </a:extLst>
          </p:cNvPr>
          <p:cNvSpPr>
            <a:spLocks noGrp="1"/>
          </p:cNvSpPr>
          <p:nvPr/>
        </p:nvSpPr>
        <p:spPr>
          <a:xfrm>
            <a:off x="35076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ind_only_583">
            <a:extLst>
              <a:ext uri="{FF2B5EF4-FFF2-40B4-BE49-F238E27FC236}">
                <a16:creationId xmlns:a16="http://schemas.microsoft.com/office/drawing/2014/main" id="{55E99381-985D-4E1E-A5C5-BDAD37946C7F}"/>
              </a:ext>
            </a:extLst>
          </p:cNvPr>
          <p:cNvSpPr>
            <a:spLocks noGrp="1"/>
          </p:cNvSpPr>
          <p:nvPr/>
        </p:nvSpPr>
        <p:spPr>
          <a:xfrm>
            <a:off x="350707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ind_only_584">
            <a:extLst>
              <a:ext uri="{FF2B5EF4-FFF2-40B4-BE49-F238E27FC236}">
                <a16:creationId xmlns:a16="http://schemas.microsoft.com/office/drawing/2014/main" id="{9900D3E7-3BCC-49FE-88A0-B2B47035F8B3}"/>
              </a:ext>
            </a:extLst>
          </p:cNvPr>
          <p:cNvSpPr>
            <a:spLocks noGrp="1"/>
          </p:cNvSpPr>
          <p:nvPr/>
        </p:nvSpPr>
        <p:spPr>
          <a:xfrm>
            <a:off x="3525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ind_only_585">
            <a:extLst>
              <a:ext uri="{FF2B5EF4-FFF2-40B4-BE49-F238E27FC236}">
                <a16:creationId xmlns:a16="http://schemas.microsoft.com/office/drawing/2014/main" id="{D290F7EE-D94D-4B7B-9FEA-7CFDE4D0B852}"/>
              </a:ext>
            </a:extLst>
          </p:cNvPr>
          <p:cNvSpPr>
            <a:spLocks noGrp="1"/>
          </p:cNvSpPr>
          <p:nvPr/>
        </p:nvSpPr>
        <p:spPr>
          <a:xfrm>
            <a:off x="35625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ind_only_586">
            <a:extLst>
              <a:ext uri="{FF2B5EF4-FFF2-40B4-BE49-F238E27FC236}">
                <a16:creationId xmlns:a16="http://schemas.microsoft.com/office/drawing/2014/main" id="{54DB583A-5FD1-491E-9488-335993DEE6AB}"/>
              </a:ext>
            </a:extLst>
          </p:cNvPr>
          <p:cNvSpPr>
            <a:spLocks noGrp="1"/>
          </p:cNvSpPr>
          <p:nvPr/>
        </p:nvSpPr>
        <p:spPr>
          <a:xfrm>
            <a:off x="35207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ind_only_587">
            <a:extLst>
              <a:ext uri="{FF2B5EF4-FFF2-40B4-BE49-F238E27FC236}">
                <a16:creationId xmlns:a16="http://schemas.microsoft.com/office/drawing/2014/main" id="{031380E3-7C2B-4FA4-B63A-AB3869AAAB06}"/>
              </a:ext>
            </a:extLst>
          </p:cNvPr>
          <p:cNvSpPr>
            <a:spLocks noGrp="1"/>
          </p:cNvSpPr>
          <p:nvPr/>
        </p:nvSpPr>
        <p:spPr>
          <a:xfrm>
            <a:off x="35499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ind_only_588">
            <a:extLst>
              <a:ext uri="{FF2B5EF4-FFF2-40B4-BE49-F238E27FC236}">
                <a16:creationId xmlns:a16="http://schemas.microsoft.com/office/drawing/2014/main" id="{9C85A31B-95A5-44E4-B133-3BED3ACDEC62}"/>
              </a:ext>
            </a:extLst>
          </p:cNvPr>
          <p:cNvSpPr>
            <a:spLocks noGrp="1"/>
          </p:cNvSpPr>
          <p:nvPr/>
        </p:nvSpPr>
        <p:spPr>
          <a:xfrm>
            <a:off x="3539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ind_only_589">
            <a:extLst>
              <a:ext uri="{FF2B5EF4-FFF2-40B4-BE49-F238E27FC236}">
                <a16:creationId xmlns:a16="http://schemas.microsoft.com/office/drawing/2014/main" id="{E23595B3-9588-4479-B79F-6BED17D95906}"/>
              </a:ext>
            </a:extLst>
          </p:cNvPr>
          <p:cNvSpPr>
            <a:spLocks noGrp="1"/>
          </p:cNvSpPr>
          <p:nvPr/>
        </p:nvSpPr>
        <p:spPr>
          <a:xfrm>
            <a:off x="35878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ind_only_590">
            <a:extLst>
              <a:ext uri="{FF2B5EF4-FFF2-40B4-BE49-F238E27FC236}">
                <a16:creationId xmlns:a16="http://schemas.microsoft.com/office/drawing/2014/main" id="{006F7107-2572-4A97-8B99-97447FD23415}"/>
              </a:ext>
            </a:extLst>
          </p:cNvPr>
          <p:cNvSpPr>
            <a:spLocks noGrp="1"/>
          </p:cNvSpPr>
          <p:nvPr/>
        </p:nvSpPr>
        <p:spPr>
          <a:xfrm>
            <a:off x="3530005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ind_only_591">
            <a:extLst>
              <a:ext uri="{FF2B5EF4-FFF2-40B4-BE49-F238E27FC236}">
                <a16:creationId xmlns:a16="http://schemas.microsoft.com/office/drawing/2014/main" id="{A448D0EC-5A50-4F11-B689-FF42E3E2F315}"/>
              </a:ext>
            </a:extLst>
          </p:cNvPr>
          <p:cNvSpPr>
            <a:spLocks noGrp="1"/>
          </p:cNvSpPr>
          <p:nvPr/>
        </p:nvSpPr>
        <p:spPr>
          <a:xfrm>
            <a:off x="356993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ind_only_592">
            <a:extLst>
              <a:ext uri="{FF2B5EF4-FFF2-40B4-BE49-F238E27FC236}">
                <a16:creationId xmlns:a16="http://schemas.microsoft.com/office/drawing/2014/main" id="{F5AA103A-6A72-443B-A73D-E7BC02117404}"/>
              </a:ext>
            </a:extLst>
          </p:cNvPr>
          <p:cNvSpPr>
            <a:spLocks noGrp="1"/>
          </p:cNvSpPr>
          <p:nvPr/>
        </p:nvSpPr>
        <p:spPr>
          <a:xfrm>
            <a:off x="35723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ind_only_593">
            <a:extLst>
              <a:ext uri="{FF2B5EF4-FFF2-40B4-BE49-F238E27FC236}">
                <a16:creationId xmlns:a16="http://schemas.microsoft.com/office/drawing/2014/main" id="{FE5E2BE9-70D4-4429-9CC8-A62C35BD8D94}"/>
              </a:ext>
            </a:extLst>
          </p:cNvPr>
          <p:cNvSpPr>
            <a:spLocks noGrp="1"/>
          </p:cNvSpPr>
          <p:nvPr/>
        </p:nvSpPr>
        <p:spPr>
          <a:xfrm>
            <a:off x="350736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ind_only_594">
            <a:extLst>
              <a:ext uri="{FF2B5EF4-FFF2-40B4-BE49-F238E27FC236}">
                <a16:creationId xmlns:a16="http://schemas.microsoft.com/office/drawing/2014/main" id="{8D2707CF-68B2-4D36-8D10-4E98BBF7E057}"/>
              </a:ext>
            </a:extLst>
          </p:cNvPr>
          <p:cNvSpPr>
            <a:spLocks noGrp="1"/>
          </p:cNvSpPr>
          <p:nvPr/>
        </p:nvSpPr>
        <p:spPr>
          <a:xfrm>
            <a:off x="3586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ind_only_595">
            <a:extLst>
              <a:ext uri="{FF2B5EF4-FFF2-40B4-BE49-F238E27FC236}">
                <a16:creationId xmlns:a16="http://schemas.microsoft.com/office/drawing/2014/main" id="{5B1711EA-D2FA-43AD-BE6C-CC4470EAA7DD}"/>
              </a:ext>
            </a:extLst>
          </p:cNvPr>
          <p:cNvSpPr>
            <a:spLocks noGrp="1"/>
          </p:cNvSpPr>
          <p:nvPr/>
        </p:nvSpPr>
        <p:spPr>
          <a:xfrm>
            <a:off x="3505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ind_only_596">
            <a:extLst>
              <a:ext uri="{FF2B5EF4-FFF2-40B4-BE49-F238E27FC236}">
                <a16:creationId xmlns:a16="http://schemas.microsoft.com/office/drawing/2014/main" id="{FBA5D376-4BFD-4CFF-85FE-AB057CEF80F7}"/>
              </a:ext>
            </a:extLst>
          </p:cNvPr>
          <p:cNvSpPr>
            <a:spLocks noGrp="1"/>
          </p:cNvSpPr>
          <p:nvPr/>
        </p:nvSpPr>
        <p:spPr>
          <a:xfrm>
            <a:off x="3586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ind_only_597">
            <a:extLst>
              <a:ext uri="{FF2B5EF4-FFF2-40B4-BE49-F238E27FC236}">
                <a16:creationId xmlns:a16="http://schemas.microsoft.com/office/drawing/2014/main" id="{B06E4DFD-DF1D-42D7-8CC3-B9C9A5FB4C13}"/>
              </a:ext>
            </a:extLst>
          </p:cNvPr>
          <p:cNvSpPr>
            <a:spLocks noGrp="1"/>
          </p:cNvSpPr>
          <p:nvPr/>
        </p:nvSpPr>
        <p:spPr>
          <a:xfrm>
            <a:off x="35957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ind_only_598">
            <a:extLst>
              <a:ext uri="{FF2B5EF4-FFF2-40B4-BE49-F238E27FC236}">
                <a16:creationId xmlns:a16="http://schemas.microsoft.com/office/drawing/2014/main" id="{9E9F4A7E-6CCE-423C-9E8B-4AA77B77362D}"/>
              </a:ext>
            </a:extLst>
          </p:cNvPr>
          <p:cNvSpPr>
            <a:spLocks noGrp="1"/>
          </p:cNvSpPr>
          <p:nvPr/>
        </p:nvSpPr>
        <p:spPr>
          <a:xfrm>
            <a:off x="3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ind_only_599">
            <a:extLst>
              <a:ext uri="{FF2B5EF4-FFF2-40B4-BE49-F238E27FC236}">
                <a16:creationId xmlns:a16="http://schemas.microsoft.com/office/drawing/2014/main" id="{F30D36C3-10FA-44D5-BF20-CF8CA57E8AA8}"/>
              </a:ext>
            </a:extLst>
          </p:cNvPr>
          <p:cNvSpPr>
            <a:spLocks noGrp="1"/>
          </p:cNvSpPr>
          <p:nvPr/>
        </p:nvSpPr>
        <p:spPr>
          <a:xfrm>
            <a:off x="35339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ind_only_600">
            <a:extLst>
              <a:ext uri="{FF2B5EF4-FFF2-40B4-BE49-F238E27FC236}">
                <a16:creationId xmlns:a16="http://schemas.microsoft.com/office/drawing/2014/main" id="{9E395609-BB72-4D1A-9F7C-C50B278A7440}"/>
              </a:ext>
            </a:extLst>
          </p:cNvPr>
          <p:cNvSpPr>
            <a:spLocks noGrp="1"/>
          </p:cNvSpPr>
          <p:nvPr/>
        </p:nvSpPr>
        <p:spPr>
          <a:xfrm>
            <a:off x="35746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ind_only_601">
            <a:extLst>
              <a:ext uri="{FF2B5EF4-FFF2-40B4-BE49-F238E27FC236}">
                <a16:creationId xmlns:a16="http://schemas.microsoft.com/office/drawing/2014/main" id="{E73CFA3E-28F2-48A3-962F-5E88A1389F98}"/>
              </a:ext>
            </a:extLst>
          </p:cNvPr>
          <p:cNvSpPr>
            <a:spLocks noGrp="1"/>
          </p:cNvSpPr>
          <p:nvPr/>
        </p:nvSpPr>
        <p:spPr>
          <a:xfrm>
            <a:off x="35252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ind_only_602">
            <a:extLst>
              <a:ext uri="{FF2B5EF4-FFF2-40B4-BE49-F238E27FC236}">
                <a16:creationId xmlns:a16="http://schemas.microsoft.com/office/drawing/2014/main" id="{C93EA0C0-86AB-41CA-AA69-EB395CB85520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ind_only_603">
            <a:extLst>
              <a:ext uri="{FF2B5EF4-FFF2-40B4-BE49-F238E27FC236}">
                <a16:creationId xmlns:a16="http://schemas.microsoft.com/office/drawing/2014/main" id="{4D75D0F4-F023-46C6-B097-2A282400EE54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ind_only_604">
            <a:extLst>
              <a:ext uri="{FF2B5EF4-FFF2-40B4-BE49-F238E27FC236}">
                <a16:creationId xmlns:a16="http://schemas.microsoft.com/office/drawing/2014/main" id="{487C9F61-5609-4843-9C65-2DFF8BC56F1F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ind_only_605">
            <a:extLst>
              <a:ext uri="{FF2B5EF4-FFF2-40B4-BE49-F238E27FC236}">
                <a16:creationId xmlns:a16="http://schemas.microsoft.com/office/drawing/2014/main" id="{3E59B504-7273-40D0-91D2-CCE7815A16BC}"/>
              </a:ext>
            </a:extLst>
          </p:cNvPr>
          <p:cNvSpPr>
            <a:spLocks noGrp="1"/>
          </p:cNvSpPr>
          <p:nvPr/>
        </p:nvSpPr>
        <p:spPr>
          <a:xfrm>
            <a:off x="35887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ind_only_606">
            <a:extLst>
              <a:ext uri="{FF2B5EF4-FFF2-40B4-BE49-F238E27FC236}">
                <a16:creationId xmlns:a16="http://schemas.microsoft.com/office/drawing/2014/main" id="{8F734C9B-5AF5-424B-B282-C22E86673481}"/>
              </a:ext>
            </a:extLst>
          </p:cNvPr>
          <p:cNvSpPr>
            <a:spLocks noGrp="1"/>
          </p:cNvSpPr>
          <p:nvPr/>
        </p:nvSpPr>
        <p:spPr>
          <a:xfrm>
            <a:off x="35356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ind_only_607">
            <a:extLst>
              <a:ext uri="{FF2B5EF4-FFF2-40B4-BE49-F238E27FC236}">
                <a16:creationId xmlns:a16="http://schemas.microsoft.com/office/drawing/2014/main" id="{EEDAA5D1-FA12-4233-A706-509D18E10A8B}"/>
              </a:ext>
            </a:extLst>
          </p:cNvPr>
          <p:cNvSpPr>
            <a:spLocks noGrp="1"/>
          </p:cNvSpPr>
          <p:nvPr/>
        </p:nvSpPr>
        <p:spPr>
          <a:xfrm>
            <a:off x="35450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ind_only_608">
            <a:extLst>
              <a:ext uri="{FF2B5EF4-FFF2-40B4-BE49-F238E27FC236}">
                <a16:creationId xmlns:a16="http://schemas.microsoft.com/office/drawing/2014/main" id="{91C81AE4-B5CB-4E93-BC31-5243046FBCFD}"/>
              </a:ext>
            </a:extLst>
          </p:cNvPr>
          <p:cNvSpPr>
            <a:spLocks noGrp="1"/>
          </p:cNvSpPr>
          <p:nvPr/>
        </p:nvSpPr>
        <p:spPr>
          <a:xfrm>
            <a:off x="35981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ind_only_609">
            <a:extLst>
              <a:ext uri="{FF2B5EF4-FFF2-40B4-BE49-F238E27FC236}">
                <a16:creationId xmlns:a16="http://schemas.microsoft.com/office/drawing/2014/main" id="{57B9119B-A666-4DBF-B1C3-02ADD9FD5EE4}"/>
              </a:ext>
            </a:extLst>
          </p:cNvPr>
          <p:cNvSpPr>
            <a:spLocks noGrp="1"/>
          </p:cNvSpPr>
          <p:nvPr/>
        </p:nvSpPr>
        <p:spPr>
          <a:xfrm>
            <a:off x="3568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ind_only_610">
            <a:extLst>
              <a:ext uri="{FF2B5EF4-FFF2-40B4-BE49-F238E27FC236}">
                <a16:creationId xmlns:a16="http://schemas.microsoft.com/office/drawing/2014/main" id="{5BEEAE2F-BA3C-47B9-A9CB-A933512067A1}"/>
              </a:ext>
            </a:extLst>
          </p:cNvPr>
          <p:cNvSpPr>
            <a:spLocks noGrp="1"/>
          </p:cNvSpPr>
          <p:nvPr/>
        </p:nvSpPr>
        <p:spPr>
          <a:xfrm>
            <a:off x="35946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ind_only_611">
            <a:extLst>
              <a:ext uri="{FF2B5EF4-FFF2-40B4-BE49-F238E27FC236}">
                <a16:creationId xmlns:a16="http://schemas.microsoft.com/office/drawing/2014/main" id="{A04694F9-028F-49CD-B712-3C8BA9C6A6CB}"/>
              </a:ext>
            </a:extLst>
          </p:cNvPr>
          <p:cNvSpPr>
            <a:spLocks noGrp="1"/>
          </p:cNvSpPr>
          <p:nvPr/>
        </p:nvSpPr>
        <p:spPr>
          <a:xfrm>
            <a:off x="3508728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ind_only_612">
            <a:extLst>
              <a:ext uri="{FF2B5EF4-FFF2-40B4-BE49-F238E27FC236}">
                <a16:creationId xmlns:a16="http://schemas.microsoft.com/office/drawing/2014/main" id="{5D57599F-D737-4E16-AB20-DA5B1B35B3A6}"/>
              </a:ext>
            </a:extLst>
          </p:cNvPr>
          <p:cNvSpPr>
            <a:spLocks noGrp="1"/>
          </p:cNvSpPr>
          <p:nvPr/>
        </p:nvSpPr>
        <p:spPr>
          <a:xfrm>
            <a:off x="3587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ind_only_613">
            <a:extLst>
              <a:ext uri="{FF2B5EF4-FFF2-40B4-BE49-F238E27FC236}">
                <a16:creationId xmlns:a16="http://schemas.microsoft.com/office/drawing/2014/main" id="{D2A1A0A5-33C3-434B-BF7E-9BBBA6A885FB}"/>
              </a:ext>
            </a:extLst>
          </p:cNvPr>
          <p:cNvSpPr>
            <a:spLocks noGrp="1"/>
          </p:cNvSpPr>
          <p:nvPr/>
        </p:nvSpPr>
        <p:spPr>
          <a:xfrm>
            <a:off x="357459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ind_only_614">
            <a:extLst>
              <a:ext uri="{FF2B5EF4-FFF2-40B4-BE49-F238E27FC236}">
                <a16:creationId xmlns:a16="http://schemas.microsoft.com/office/drawing/2014/main" id="{A72295BA-BB64-4F08-A690-86C4A766FE35}"/>
              </a:ext>
            </a:extLst>
          </p:cNvPr>
          <p:cNvSpPr>
            <a:spLocks noGrp="1"/>
          </p:cNvSpPr>
          <p:nvPr/>
        </p:nvSpPr>
        <p:spPr>
          <a:xfrm>
            <a:off x="35410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ind_only_615">
            <a:extLst>
              <a:ext uri="{FF2B5EF4-FFF2-40B4-BE49-F238E27FC236}">
                <a16:creationId xmlns:a16="http://schemas.microsoft.com/office/drawing/2014/main" id="{16380848-FA26-4112-A457-395B53EACE80}"/>
              </a:ext>
            </a:extLst>
          </p:cNvPr>
          <p:cNvSpPr>
            <a:spLocks noGrp="1"/>
          </p:cNvSpPr>
          <p:nvPr/>
        </p:nvSpPr>
        <p:spPr>
          <a:xfrm>
            <a:off x="357838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ind_only_616">
            <a:extLst>
              <a:ext uri="{FF2B5EF4-FFF2-40B4-BE49-F238E27FC236}">
                <a16:creationId xmlns:a16="http://schemas.microsoft.com/office/drawing/2014/main" id="{FECFFAC4-9B88-4330-9862-7C9050E96AD5}"/>
              </a:ext>
            </a:extLst>
          </p:cNvPr>
          <p:cNvSpPr>
            <a:spLocks noGrp="1"/>
          </p:cNvSpPr>
          <p:nvPr/>
        </p:nvSpPr>
        <p:spPr>
          <a:xfrm>
            <a:off x="35985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ind_only_617">
            <a:extLst>
              <a:ext uri="{FF2B5EF4-FFF2-40B4-BE49-F238E27FC236}">
                <a16:creationId xmlns:a16="http://schemas.microsoft.com/office/drawing/2014/main" id="{54364450-1B26-4A95-BBD8-C8187E7FD357}"/>
              </a:ext>
            </a:extLst>
          </p:cNvPr>
          <p:cNvSpPr>
            <a:spLocks noGrp="1"/>
          </p:cNvSpPr>
          <p:nvPr/>
        </p:nvSpPr>
        <p:spPr>
          <a:xfrm>
            <a:off x="356818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ind_only_618">
            <a:extLst>
              <a:ext uri="{FF2B5EF4-FFF2-40B4-BE49-F238E27FC236}">
                <a16:creationId xmlns:a16="http://schemas.microsoft.com/office/drawing/2014/main" id="{34E489C0-4729-4340-B6C6-5EC8530B9C55}"/>
              </a:ext>
            </a:extLst>
          </p:cNvPr>
          <p:cNvSpPr>
            <a:spLocks noGrp="1"/>
          </p:cNvSpPr>
          <p:nvPr/>
        </p:nvSpPr>
        <p:spPr>
          <a:xfrm>
            <a:off x="3575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ind_only_619">
            <a:extLst>
              <a:ext uri="{FF2B5EF4-FFF2-40B4-BE49-F238E27FC236}">
                <a16:creationId xmlns:a16="http://schemas.microsoft.com/office/drawing/2014/main" id="{F292B8DF-401B-415E-908A-A56C2DC06963}"/>
              </a:ext>
            </a:extLst>
          </p:cNvPr>
          <p:cNvSpPr>
            <a:spLocks noGrp="1"/>
          </p:cNvSpPr>
          <p:nvPr/>
        </p:nvSpPr>
        <p:spPr>
          <a:xfrm>
            <a:off x="357479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ind_only_620">
            <a:extLst>
              <a:ext uri="{FF2B5EF4-FFF2-40B4-BE49-F238E27FC236}">
                <a16:creationId xmlns:a16="http://schemas.microsoft.com/office/drawing/2014/main" id="{7F47F44C-CB8E-4998-801B-0C3D4564A3C5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ind_only_621">
            <a:extLst>
              <a:ext uri="{FF2B5EF4-FFF2-40B4-BE49-F238E27FC236}">
                <a16:creationId xmlns:a16="http://schemas.microsoft.com/office/drawing/2014/main" id="{85182346-57A2-429A-BA2D-4C2F503D84A2}"/>
              </a:ext>
            </a:extLst>
          </p:cNvPr>
          <p:cNvSpPr>
            <a:spLocks noGrp="1"/>
          </p:cNvSpPr>
          <p:nvPr/>
        </p:nvSpPr>
        <p:spPr>
          <a:xfrm>
            <a:off x="353214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ind_only_622">
            <a:extLst>
              <a:ext uri="{FF2B5EF4-FFF2-40B4-BE49-F238E27FC236}">
                <a16:creationId xmlns:a16="http://schemas.microsoft.com/office/drawing/2014/main" id="{F5230032-51D7-46D8-B1B1-6745B83F81E9}"/>
              </a:ext>
            </a:extLst>
          </p:cNvPr>
          <p:cNvSpPr>
            <a:spLocks noGrp="1"/>
          </p:cNvSpPr>
          <p:nvPr/>
        </p:nvSpPr>
        <p:spPr>
          <a:xfrm>
            <a:off x="35917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ind_only_623">
            <a:extLst>
              <a:ext uri="{FF2B5EF4-FFF2-40B4-BE49-F238E27FC236}">
                <a16:creationId xmlns:a16="http://schemas.microsoft.com/office/drawing/2014/main" id="{8AB58B69-4F6E-49CF-96C9-9108430FEE68}"/>
              </a:ext>
            </a:extLst>
          </p:cNvPr>
          <p:cNvSpPr>
            <a:spLocks noGrp="1"/>
          </p:cNvSpPr>
          <p:nvPr/>
        </p:nvSpPr>
        <p:spPr>
          <a:xfrm>
            <a:off x="352184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ind_only_624">
            <a:extLst>
              <a:ext uri="{FF2B5EF4-FFF2-40B4-BE49-F238E27FC236}">
                <a16:creationId xmlns:a16="http://schemas.microsoft.com/office/drawing/2014/main" id="{93FB3229-EFFA-4574-9848-D0EB9E47B104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ind_only_625">
            <a:extLst>
              <a:ext uri="{FF2B5EF4-FFF2-40B4-BE49-F238E27FC236}">
                <a16:creationId xmlns:a16="http://schemas.microsoft.com/office/drawing/2014/main" id="{79A5C756-BEC2-4D99-B8C5-77EB3E77AE76}"/>
              </a:ext>
            </a:extLst>
          </p:cNvPr>
          <p:cNvSpPr>
            <a:spLocks noGrp="1"/>
          </p:cNvSpPr>
          <p:nvPr/>
        </p:nvSpPr>
        <p:spPr>
          <a:xfrm>
            <a:off x="35254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ind_only_626">
            <a:extLst>
              <a:ext uri="{FF2B5EF4-FFF2-40B4-BE49-F238E27FC236}">
                <a16:creationId xmlns:a16="http://schemas.microsoft.com/office/drawing/2014/main" id="{F29CC810-1D0E-4949-8FA2-F89B08BF2BC1}"/>
              </a:ext>
            </a:extLst>
          </p:cNvPr>
          <p:cNvSpPr>
            <a:spLocks noGrp="1"/>
          </p:cNvSpPr>
          <p:nvPr/>
        </p:nvSpPr>
        <p:spPr>
          <a:xfrm>
            <a:off x="35931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ind_only_627">
            <a:extLst>
              <a:ext uri="{FF2B5EF4-FFF2-40B4-BE49-F238E27FC236}">
                <a16:creationId xmlns:a16="http://schemas.microsoft.com/office/drawing/2014/main" id="{37F6848C-867C-44D4-9994-8223C02E8231}"/>
              </a:ext>
            </a:extLst>
          </p:cNvPr>
          <p:cNvSpPr>
            <a:spLocks noGrp="1"/>
          </p:cNvSpPr>
          <p:nvPr/>
        </p:nvSpPr>
        <p:spPr>
          <a:xfrm>
            <a:off x="358285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ind_only_628">
            <a:extLst>
              <a:ext uri="{FF2B5EF4-FFF2-40B4-BE49-F238E27FC236}">
                <a16:creationId xmlns:a16="http://schemas.microsoft.com/office/drawing/2014/main" id="{44C80C4D-1FF2-4EC8-8A42-4626681D2B2D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ind_only_629">
            <a:extLst>
              <a:ext uri="{FF2B5EF4-FFF2-40B4-BE49-F238E27FC236}">
                <a16:creationId xmlns:a16="http://schemas.microsoft.com/office/drawing/2014/main" id="{8149CDE8-A8C1-4833-997E-DC0E668275B2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ind_only_630">
            <a:extLst>
              <a:ext uri="{FF2B5EF4-FFF2-40B4-BE49-F238E27FC236}">
                <a16:creationId xmlns:a16="http://schemas.microsoft.com/office/drawing/2014/main" id="{1AC9FD92-DBAB-45EE-8849-C3CE1BC42D5F}"/>
              </a:ext>
            </a:extLst>
          </p:cNvPr>
          <p:cNvSpPr>
            <a:spLocks noGrp="1"/>
          </p:cNvSpPr>
          <p:nvPr/>
        </p:nvSpPr>
        <p:spPr>
          <a:xfrm>
            <a:off x="35824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ind_only_631">
            <a:extLst>
              <a:ext uri="{FF2B5EF4-FFF2-40B4-BE49-F238E27FC236}">
                <a16:creationId xmlns:a16="http://schemas.microsoft.com/office/drawing/2014/main" id="{A1F4B928-9719-4449-BF88-A8057278CFA3}"/>
              </a:ext>
            </a:extLst>
          </p:cNvPr>
          <p:cNvSpPr>
            <a:spLocks noGrp="1"/>
          </p:cNvSpPr>
          <p:nvPr/>
        </p:nvSpPr>
        <p:spPr>
          <a:xfrm>
            <a:off x="35908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ind_only_632">
            <a:extLst>
              <a:ext uri="{FF2B5EF4-FFF2-40B4-BE49-F238E27FC236}">
                <a16:creationId xmlns:a16="http://schemas.microsoft.com/office/drawing/2014/main" id="{528662C7-92F6-48A5-85CD-EE8760CBDCEA}"/>
              </a:ext>
            </a:extLst>
          </p:cNvPr>
          <p:cNvSpPr>
            <a:spLocks noGrp="1"/>
          </p:cNvSpPr>
          <p:nvPr/>
        </p:nvSpPr>
        <p:spPr>
          <a:xfrm>
            <a:off x="3519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ind_only_633">
            <a:extLst>
              <a:ext uri="{FF2B5EF4-FFF2-40B4-BE49-F238E27FC236}">
                <a16:creationId xmlns:a16="http://schemas.microsoft.com/office/drawing/2014/main" id="{81C7EB4C-A69D-4024-BDE5-BE324DB0C99B}"/>
              </a:ext>
            </a:extLst>
          </p:cNvPr>
          <p:cNvSpPr>
            <a:spLocks noGrp="1"/>
          </p:cNvSpPr>
          <p:nvPr/>
        </p:nvSpPr>
        <p:spPr>
          <a:xfrm>
            <a:off x="3527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ind_only_634">
            <a:extLst>
              <a:ext uri="{FF2B5EF4-FFF2-40B4-BE49-F238E27FC236}">
                <a16:creationId xmlns:a16="http://schemas.microsoft.com/office/drawing/2014/main" id="{EC135D46-B16B-4E71-BB3F-D1834ED3E12F}"/>
              </a:ext>
            </a:extLst>
          </p:cNvPr>
          <p:cNvSpPr>
            <a:spLocks noGrp="1"/>
          </p:cNvSpPr>
          <p:nvPr/>
        </p:nvSpPr>
        <p:spPr>
          <a:xfrm>
            <a:off x="3573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ind_only_635">
            <a:extLst>
              <a:ext uri="{FF2B5EF4-FFF2-40B4-BE49-F238E27FC236}">
                <a16:creationId xmlns:a16="http://schemas.microsoft.com/office/drawing/2014/main" id="{80F3EA81-37C3-449B-8AFD-08ABAC830C97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ind_only_636">
            <a:extLst>
              <a:ext uri="{FF2B5EF4-FFF2-40B4-BE49-F238E27FC236}">
                <a16:creationId xmlns:a16="http://schemas.microsoft.com/office/drawing/2014/main" id="{B3F31C65-12BD-4334-8B79-38948C7C5B4A}"/>
              </a:ext>
            </a:extLst>
          </p:cNvPr>
          <p:cNvSpPr>
            <a:spLocks noGrp="1"/>
          </p:cNvSpPr>
          <p:nvPr/>
        </p:nvSpPr>
        <p:spPr>
          <a:xfrm>
            <a:off x="3533890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ind_only_637">
            <a:extLst>
              <a:ext uri="{FF2B5EF4-FFF2-40B4-BE49-F238E27FC236}">
                <a16:creationId xmlns:a16="http://schemas.microsoft.com/office/drawing/2014/main" id="{D5C8B91B-4A0C-4977-882C-99B761539860}"/>
              </a:ext>
            </a:extLst>
          </p:cNvPr>
          <p:cNvSpPr>
            <a:spLocks noGrp="1"/>
          </p:cNvSpPr>
          <p:nvPr/>
        </p:nvSpPr>
        <p:spPr>
          <a:xfrm>
            <a:off x="35179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ind_only_638">
            <a:extLst>
              <a:ext uri="{FF2B5EF4-FFF2-40B4-BE49-F238E27FC236}">
                <a16:creationId xmlns:a16="http://schemas.microsoft.com/office/drawing/2014/main" id="{56426A7D-3D64-46FB-8B83-1BFB43D346A3}"/>
              </a:ext>
            </a:extLst>
          </p:cNvPr>
          <p:cNvSpPr>
            <a:spLocks noGrp="1"/>
          </p:cNvSpPr>
          <p:nvPr/>
        </p:nvSpPr>
        <p:spPr>
          <a:xfrm>
            <a:off x="35282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ind_only_639">
            <a:extLst>
              <a:ext uri="{FF2B5EF4-FFF2-40B4-BE49-F238E27FC236}">
                <a16:creationId xmlns:a16="http://schemas.microsoft.com/office/drawing/2014/main" id="{A18E76D3-7686-479D-9394-89C3A4FB46D2}"/>
              </a:ext>
            </a:extLst>
          </p:cNvPr>
          <p:cNvSpPr>
            <a:spLocks noGrp="1"/>
          </p:cNvSpPr>
          <p:nvPr/>
        </p:nvSpPr>
        <p:spPr>
          <a:xfrm>
            <a:off x="3532045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ind_only_640">
            <a:extLst>
              <a:ext uri="{FF2B5EF4-FFF2-40B4-BE49-F238E27FC236}">
                <a16:creationId xmlns:a16="http://schemas.microsoft.com/office/drawing/2014/main" id="{031BA341-216F-4774-AAEA-59DA6E9EECF0}"/>
              </a:ext>
            </a:extLst>
          </p:cNvPr>
          <p:cNvSpPr>
            <a:spLocks noGrp="1"/>
          </p:cNvSpPr>
          <p:nvPr/>
        </p:nvSpPr>
        <p:spPr>
          <a:xfrm>
            <a:off x="35923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ind_only_641">
            <a:extLst>
              <a:ext uri="{FF2B5EF4-FFF2-40B4-BE49-F238E27FC236}">
                <a16:creationId xmlns:a16="http://schemas.microsoft.com/office/drawing/2014/main" id="{B5AD8ABC-C989-475A-B0A9-69526D9026E6}"/>
              </a:ext>
            </a:extLst>
          </p:cNvPr>
          <p:cNvSpPr>
            <a:spLocks noGrp="1"/>
          </p:cNvSpPr>
          <p:nvPr/>
        </p:nvSpPr>
        <p:spPr>
          <a:xfrm>
            <a:off x="35511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ind_only_642">
            <a:extLst>
              <a:ext uri="{FF2B5EF4-FFF2-40B4-BE49-F238E27FC236}">
                <a16:creationId xmlns:a16="http://schemas.microsoft.com/office/drawing/2014/main" id="{6AF2F2A3-1835-4889-8513-09C3A729AC0C}"/>
              </a:ext>
            </a:extLst>
          </p:cNvPr>
          <p:cNvSpPr>
            <a:spLocks noGrp="1"/>
          </p:cNvSpPr>
          <p:nvPr/>
        </p:nvSpPr>
        <p:spPr>
          <a:xfrm>
            <a:off x="351951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ind_only_643">
            <a:extLst>
              <a:ext uri="{FF2B5EF4-FFF2-40B4-BE49-F238E27FC236}">
                <a16:creationId xmlns:a16="http://schemas.microsoft.com/office/drawing/2014/main" id="{6D9909BE-D2D5-44DB-AB60-DFDAD0B5AAF9}"/>
              </a:ext>
            </a:extLst>
          </p:cNvPr>
          <p:cNvSpPr>
            <a:spLocks noGrp="1"/>
          </p:cNvSpPr>
          <p:nvPr/>
        </p:nvSpPr>
        <p:spPr>
          <a:xfrm>
            <a:off x="353359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ind_only_644">
            <a:extLst>
              <a:ext uri="{FF2B5EF4-FFF2-40B4-BE49-F238E27FC236}">
                <a16:creationId xmlns:a16="http://schemas.microsoft.com/office/drawing/2014/main" id="{9E65615D-BEFE-4037-9FBF-63B6A05ECA7C}"/>
              </a:ext>
            </a:extLst>
          </p:cNvPr>
          <p:cNvSpPr>
            <a:spLocks noGrp="1"/>
          </p:cNvSpPr>
          <p:nvPr/>
        </p:nvSpPr>
        <p:spPr>
          <a:xfrm>
            <a:off x="3587324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ind_only_645">
            <a:extLst>
              <a:ext uri="{FF2B5EF4-FFF2-40B4-BE49-F238E27FC236}">
                <a16:creationId xmlns:a16="http://schemas.microsoft.com/office/drawing/2014/main" id="{0D2294EB-DE60-4390-AFF5-1347CF03AB16}"/>
              </a:ext>
            </a:extLst>
          </p:cNvPr>
          <p:cNvSpPr>
            <a:spLocks noGrp="1"/>
          </p:cNvSpPr>
          <p:nvPr/>
        </p:nvSpPr>
        <p:spPr>
          <a:xfrm>
            <a:off x="35689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ind_only_646">
            <a:extLst>
              <a:ext uri="{FF2B5EF4-FFF2-40B4-BE49-F238E27FC236}">
                <a16:creationId xmlns:a16="http://schemas.microsoft.com/office/drawing/2014/main" id="{F89D4C80-A418-4191-88B9-B06A2CDE813F}"/>
              </a:ext>
            </a:extLst>
          </p:cNvPr>
          <p:cNvSpPr>
            <a:spLocks noGrp="1"/>
          </p:cNvSpPr>
          <p:nvPr/>
        </p:nvSpPr>
        <p:spPr>
          <a:xfrm>
            <a:off x="3586935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ind_only_647">
            <a:extLst>
              <a:ext uri="{FF2B5EF4-FFF2-40B4-BE49-F238E27FC236}">
                <a16:creationId xmlns:a16="http://schemas.microsoft.com/office/drawing/2014/main" id="{224F5583-9829-46BA-A8AD-B483F3DDD3AC}"/>
              </a:ext>
            </a:extLst>
          </p:cNvPr>
          <p:cNvSpPr>
            <a:spLocks noGrp="1"/>
          </p:cNvSpPr>
          <p:nvPr/>
        </p:nvSpPr>
        <p:spPr>
          <a:xfrm>
            <a:off x="352543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ind_only_648">
            <a:extLst>
              <a:ext uri="{FF2B5EF4-FFF2-40B4-BE49-F238E27FC236}">
                <a16:creationId xmlns:a16="http://schemas.microsoft.com/office/drawing/2014/main" id="{C7369C32-21D0-4951-A009-243A1A52D375}"/>
              </a:ext>
            </a:extLst>
          </p:cNvPr>
          <p:cNvSpPr>
            <a:spLocks noGrp="1"/>
          </p:cNvSpPr>
          <p:nvPr/>
        </p:nvSpPr>
        <p:spPr>
          <a:xfrm>
            <a:off x="3543703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ind_only_649">
            <a:extLst>
              <a:ext uri="{FF2B5EF4-FFF2-40B4-BE49-F238E27FC236}">
                <a16:creationId xmlns:a16="http://schemas.microsoft.com/office/drawing/2014/main" id="{EE5C4805-D17D-480A-9FBA-B5F2C83A141B}"/>
              </a:ext>
            </a:extLst>
          </p:cNvPr>
          <p:cNvSpPr>
            <a:spLocks noGrp="1"/>
          </p:cNvSpPr>
          <p:nvPr/>
        </p:nvSpPr>
        <p:spPr>
          <a:xfrm>
            <a:off x="3587615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ind_only_650">
            <a:extLst>
              <a:ext uri="{FF2B5EF4-FFF2-40B4-BE49-F238E27FC236}">
                <a16:creationId xmlns:a16="http://schemas.microsoft.com/office/drawing/2014/main" id="{6014070D-D68C-4E42-85DA-FF2A49F747B8}"/>
              </a:ext>
            </a:extLst>
          </p:cNvPr>
          <p:cNvSpPr>
            <a:spLocks noGrp="1"/>
          </p:cNvSpPr>
          <p:nvPr/>
        </p:nvSpPr>
        <p:spPr>
          <a:xfrm>
            <a:off x="3587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ind_only_651">
            <a:extLst>
              <a:ext uri="{FF2B5EF4-FFF2-40B4-BE49-F238E27FC236}">
                <a16:creationId xmlns:a16="http://schemas.microsoft.com/office/drawing/2014/main" id="{F5870615-29DD-4C12-9662-D2763590D974}"/>
              </a:ext>
            </a:extLst>
          </p:cNvPr>
          <p:cNvSpPr>
            <a:spLocks noGrp="1"/>
          </p:cNvSpPr>
          <p:nvPr/>
        </p:nvSpPr>
        <p:spPr>
          <a:xfrm>
            <a:off x="3581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ind_only_652">
            <a:extLst>
              <a:ext uri="{FF2B5EF4-FFF2-40B4-BE49-F238E27FC236}">
                <a16:creationId xmlns:a16="http://schemas.microsoft.com/office/drawing/2014/main" id="{828832DE-FF81-4DBC-A5B5-0A020E69A2BE}"/>
              </a:ext>
            </a:extLst>
          </p:cNvPr>
          <p:cNvSpPr>
            <a:spLocks noGrp="1"/>
          </p:cNvSpPr>
          <p:nvPr/>
        </p:nvSpPr>
        <p:spPr>
          <a:xfrm>
            <a:off x="35902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ind_only_653">
            <a:extLst>
              <a:ext uri="{FF2B5EF4-FFF2-40B4-BE49-F238E27FC236}">
                <a16:creationId xmlns:a16="http://schemas.microsoft.com/office/drawing/2014/main" id="{585095B0-0348-483E-9C63-87FC3FD1B859}"/>
              </a:ext>
            </a:extLst>
          </p:cNvPr>
          <p:cNvSpPr>
            <a:spLocks noGrp="1"/>
          </p:cNvSpPr>
          <p:nvPr/>
        </p:nvSpPr>
        <p:spPr>
          <a:xfrm>
            <a:off x="353437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ind_only_654">
            <a:extLst>
              <a:ext uri="{FF2B5EF4-FFF2-40B4-BE49-F238E27FC236}">
                <a16:creationId xmlns:a16="http://schemas.microsoft.com/office/drawing/2014/main" id="{D3316D22-625A-4E7D-AC3A-E322A1603103}"/>
              </a:ext>
            </a:extLst>
          </p:cNvPr>
          <p:cNvSpPr>
            <a:spLocks noGrp="1"/>
          </p:cNvSpPr>
          <p:nvPr/>
        </p:nvSpPr>
        <p:spPr>
          <a:xfrm>
            <a:off x="3519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ind_only_655">
            <a:extLst>
              <a:ext uri="{FF2B5EF4-FFF2-40B4-BE49-F238E27FC236}">
                <a16:creationId xmlns:a16="http://schemas.microsoft.com/office/drawing/2014/main" id="{36103783-011E-450B-9642-3E54982CDF74}"/>
              </a:ext>
            </a:extLst>
          </p:cNvPr>
          <p:cNvSpPr>
            <a:spLocks noGrp="1"/>
          </p:cNvSpPr>
          <p:nvPr/>
        </p:nvSpPr>
        <p:spPr>
          <a:xfrm>
            <a:off x="35762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ind_only_656">
            <a:extLst>
              <a:ext uri="{FF2B5EF4-FFF2-40B4-BE49-F238E27FC236}">
                <a16:creationId xmlns:a16="http://schemas.microsoft.com/office/drawing/2014/main" id="{0A9757BB-0C0D-47EA-A897-8D242536E298}"/>
              </a:ext>
            </a:extLst>
          </p:cNvPr>
          <p:cNvSpPr>
            <a:spLocks noGrp="1"/>
          </p:cNvSpPr>
          <p:nvPr/>
        </p:nvSpPr>
        <p:spPr>
          <a:xfrm>
            <a:off x="351514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ind_only_657">
            <a:extLst>
              <a:ext uri="{FF2B5EF4-FFF2-40B4-BE49-F238E27FC236}">
                <a16:creationId xmlns:a16="http://schemas.microsoft.com/office/drawing/2014/main" id="{F2907E2C-46BF-41A7-A957-4C8A7721231F}"/>
              </a:ext>
            </a:extLst>
          </p:cNvPr>
          <p:cNvSpPr>
            <a:spLocks noGrp="1"/>
          </p:cNvSpPr>
          <p:nvPr/>
        </p:nvSpPr>
        <p:spPr>
          <a:xfrm>
            <a:off x="35212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ind_only_658">
            <a:extLst>
              <a:ext uri="{FF2B5EF4-FFF2-40B4-BE49-F238E27FC236}">
                <a16:creationId xmlns:a16="http://schemas.microsoft.com/office/drawing/2014/main" id="{D0D743B9-2E57-4852-9042-7941C018B11F}"/>
              </a:ext>
            </a:extLst>
          </p:cNvPr>
          <p:cNvSpPr>
            <a:spLocks noGrp="1"/>
          </p:cNvSpPr>
          <p:nvPr/>
        </p:nvSpPr>
        <p:spPr>
          <a:xfrm>
            <a:off x="357867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ind_only_659">
            <a:extLst>
              <a:ext uri="{FF2B5EF4-FFF2-40B4-BE49-F238E27FC236}">
                <a16:creationId xmlns:a16="http://schemas.microsoft.com/office/drawing/2014/main" id="{36E2C5C0-5CDA-4DA9-8859-0905BD81B886}"/>
              </a:ext>
            </a:extLst>
          </p:cNvPr>
          <p:cNvSpPr>
            <a:spLocks noGrp="1"/>
          </p:cNvSpPr>
          <p:nvPr/>
        </p:nvSpPr>
        <p:spPr>
          <a:xfrm>
            <a:off x="3516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ind_only_660">
            <a:extLst>
              <a:ext uri="{FF2B5EF4-FFF2-40B4-BE49-F238E27FC236}">
                <a16:creationId xmlns:a16="http://schemas.microsoft.com/office/drawing/2014/main" id="{9FAC71FF-3694-45A7-B162-9A17AD121162}"/>
              </a:ext>
            </a:extLst>
          </p:cNvPr>
          <p:cNvSpPr>
            <a:spLocks noGrp="1"/>
          </p:cNvSpPr>
          <p:nvPr/>
        </p:nvSpPr>
        <p:spPr>
          <a:xfrm>
            <a:off x="3597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ind_only_661">
            <a:extLst>
              <a:ext uri="{FF2B5EF4-FFF2-40B4-BE49-F238E27FC236}">
                <a16:creationId xmlns:a16="http://schemas.microsoft.com/office/drawing/2014/main" id="{A6354353-1565-4C34-B7EC-935F0AE301C4}"/>
              </a:ext>
            </a:extLst>
          </p:cNvPr>
          <p:cNvSpPr>
            <a:spLocks noGrp="1"/>
          </p:cNvSpPr>
          <p:nvPr/>
        </p:nvSpPr>
        <p:spPr>
          <a:xfrm>
            <a:off x="35824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ind_only_662">
            <a:extLst>
              <a:ext uri="{FF2B5EF4-FFF2-40B4-BE49-F238E27FC236}">
                <a16:creationId xmlns:a16="http://schemas.microsoft.com/office/drawing/2014/main" id="{115D751D-E764-4C1A-9B70-38C142D3CF15}"/>
              </a:ext>
            </a:extLst>
          </p:cNvPr>
          <p:cNvSpPr>
            <a:spLocks noGrp="1"/>
          </p:cNvSpPr>
          <p:nvPr/>
        </p:nvSpPr>
        <p:spPr>
          <a:xfrm>
            <a:off x="35472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ind_only_663">
            <a:extLst>
              <a:ext uri="{FF2B5EF4-FFF2-40B4-BE49-F238E27FC236}">
                <a16:creationId xmlns:a16="http://schemas.microsoft.com/office/drawing/2014/main" id="{B2483092-C7DB-46DF-AE2D-0CA09FBA4DAA}"/>
              </a:ext>
            </a:extLst>
          </p:cNvPr>
          <p:cNvSpPr>
            <a:spLocks noGrp="1"/>
          </p:cNvSpPr>
          <p:nvPr/>
        </p:nvSpPr>
        <p:spPr>
          <a:xfrm>
            <a:off x="35308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ind_only_664">
            <a:extLst>
              <a:ext uri="{FF2B5EF4-FFF2-40B4-BE49-F238E27FC236}">
                <a16:creationId xmlns:a16="http://schemas.microsoft.com/office/drawing/2014/main" id="{30D42FEA-233E-4A23-9D26-4DF7A85F849D}"/>
              </a:ext>
            </a:extLst>
          </p:cNvPr>
          <p:cNvSpPr>
            <a:spLocks noGrp="1"/>
          </p:cNvSpPr>
          <p:nvPr/>
        </p:nvSpPr>
        <p:spPr>
          <a:xfrm>
            <a:off x="3595872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ind_only_665">
            <a:extLst>
              <a:ext uri="{FF2B5EF4-FFF2-40B4-BE49-F238E27FC236}">
                <a16:creationId xmlns:a16="http://schemas.microsoft.com/office/drawing/2014/main" id="{26AE5293-CA34-4137-B5F4-17FECF5BA722}"/>
              </a:ext>
            </a:extLst>
          </p:cNvPr>
          <p:cNvSpPr>
            <a:spLocks noGrp="1"/>
          </p:cNvSpPr>
          <p:nvPr/>
        </p:nvSpPr>
        <p:spPr>
          <a:xfrm>
            <a:off x="360005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ind_only_666">
            <a:extLst>
              <a:ext uri="{FF2B5EF4-FFF2-40B4-BE49-F238E27FC236}">
                <a16:creationId xmlns:a16="http://schemas.microsoft.com/office/drawing/2014/main" id="{3B5D349F-167B-4230-8E11-2219F9376474}"/>
              </a:ext>
            </a:extLst>
          </p:cNvPr>
          <p:cNvSpPr>
            <a:spLocks noGrp="1"/>
          </p:cNvSpPr>
          <p:nvPr/>
        </p:nvSpPr>
        <p:spPr>
          <a:xfrm>
            <a:off x="35647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ind_only_667">
            <a:extLst>
              <a:ext uri="{FF2B5EF4-FFF2-40B4-BE49-F238E27FC236}">
                <a16:creationId xmlns:a16="http://schemas.microsoft.com/office/drawing/2014/main" id="{A18CA036-AE91-49E4-8BF2-6EB4FBE521A1}"/>
              </a:ext>
            </a:extLst>
          </p:cNvPr>
          <p:cNvSpPr>
            <a:spLocks noGrp="1"/>
          </p:cNvSpPr>
          <p:nvPr/>
        </p:nvSpPr>
        <p:spPr>
          <a:xfrm>
            <a:off x="3586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ind_only_668">
            <a:extLst>
              <a:ext uri="{FF2B5EF4-FFF2-40B4-BE49-F238E27FC236}">
                <a16:creationId xmlns:a16="http://schemas.microsoft.com/office/drawing/2014/main" id="{B05537E7-BAC3-448A-956C-0C0B456915AD}"/>
              </a:ext>
            </a:extLst>
          </p:cNvPr>
          <p:cNvSpPr>
            <a:spLocks noGrp="1"/>
          </p:cNvSpPr>
          <p:nvPr/>
        </p:nvSpPr>
        <p:spPr>
          <a:xfrm>
            <a:off x="35188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ind_only_669">
            <a:extLst>
              <a:ext uri="{FF2B5EF4-FFF2-40B4-BE49-F238E27FC236}">
                <a16:creationId xmlns:a16="http://schemas.microsoft.com/office/drawing/2014/main" id="{E5113611-9E67-4437-8357-3A1B6CFD747F}"/>
              </a:ext>
            </a:extLst>
          </p:cNvPr>
          <p:cNvSpPr>
            <a:spLocks noGrp="1"/>
          </p:cNvSpPr>
          <p:nvPr/>
        </p:nvSpPr>
        <p:spPr>
          <a:xfrm>
            <a:off x="35462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ind_only_670">
            <a:extLst>
              <a:ext uri="{FF2B5EF4-FFF2-40B4-BE49-F238E27FC236}">
                <a16:creationId xmlns:a16="http://schemas.microsoft.com/office/drawing/2014/main" id="{9A56E6AB-FD6C-4D61-9F7B-EB2CBE2D6AD3}"/>
              </a:ext>
            </a:extLst>
          </p:cNvPr>
          <p:cNvSpPr>
            <a:spLocks noGrp="1"/>
          </p:cNvSpPr>
          <p:nvPr/>
        </p:nvSpPr>
        <p:spPr>
          <a:xfrm>
            <a:off x="3580912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ind_only_671">
            <a:extLst>
              <a:ext uri="{FF2B5EF4-FFF2-40B4-BE49-F238E27FC236}">
                <a16:creationId xmlns:a16="http://schemas.microsoft.com/office/drawing/2014/main" id="{10A9B5DE-76F2-403F-8960-63916F0051C7}"/>
              </a:ext>
            </a:extLst>
          </p:cNvPr>
          <p:cNvSpPr>
            <a:spLocks noGrp="1"/>
          </p:cNvSpPr>
          <p:nvPr/>
        </p:nvSpPr>
        <p:spPr>
          <a:xfrm>
            <a:off x="35129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ind_only_672">
            <a:extLst>
              <a:ext uri="{FF2B5EF4-FFF2-40B4-BE49-F238E27FC236}">
                <a16:creationId xmlns:a16="http://schemas.microsoft.com/office/drawing/2014/main" id="{2929F62F-EFDF-44A7-B3E5-DAD85189CF18}"/>
              </a:ext>
            </a:extLst>
          </p:cNvPr>
          <p:cNvSpPr>
            <a:spLocks noGrp="1"/>
          </p:cNvSpPr>
          <p:nvPr/>
        </p:nvSpPr>
        <p:spPr>
          <a:xfrm>
            <a:off x="35094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ind_only_673">
            <a:extLst>
              <a:ext uri="{FF2B5EF4-FFF2-40B4-BE49-F238E27FC236}">
                <a16:creationId xmlns:a16="http://schemas.microsoft.com/office/drawing/2014/main" id="{8277784A-2F9A-4AB4-8DAE-A88BF087907E}"/>
              </a:ext>
            </a:extLst>
          </p:cNvPr>
          <p:cNvSpPr>
            <a:spLocks noGrp="1"/>
          </p:cNvSpPr>
          <p:nvPr/>
        </p:nvSpPr>
        <p:spPr>
          <a:xfrm>
            <a:off x="35668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ind_only_674">
            <a:extLst>
              <a:ext uri="{FF2B5EF4-FFF2-40B4-BE49-F238E27FC236}">
                <a16:creationId xmlns:a16="http://schemas.microsoft.com/office/drawing/2014/main" id="{BF067B65-5982-4D72-B7CC-81799AF40481}"/>
              </a:ext>
            </a:extLst>
          </p:cNvPr>
          <p:cNvSpPr>
            <a:spLocks noGrp="1"/>
          </p:cNvSpPr>
          <p:nvPr/>
        </p:nvSpPr>
        <p:spPr>
          <a:xfrm>
            <a:off x="35952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ind_only_675">
            <a:extLst>
              <a:ext uri="{FF2B5EF4-FFF2-40B4-BE49-F238E27FC236}">
                <a16:creationId xmlns:a16="http://schemas.microsoft.com/office/drawing/2014/main" id="{9EF8009D-C250-495F-B1CE-9C6784242490}"/>
              </a:ext>
            </a:extLst>
          </p:cNvPr>
          <p:cNvSpPr>
            <a:spLocks noGrp="1"/>
          </p:cNvSpPr>
          <p:nvPr/>
        </p:nvSpPr>
        <p:spPr>
          <a:xfrm>
            <a:off x="3505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ind_only_676">
            <a:extLst>
              <a:ext uri="{FF2B5EF4-FFF2-40B4-BE49-F238E27FC236}">
                <a16:creationId xmlns:a16="http://schemas.microsoft.com/office/drawing/2014/main" id="{38412AC5-199C-44D7-8E80-843EB5FA6EB5}"/>
              </a:ext>
            </a:extLst>
          </p:cNvPr>
          <p:cNvSpPr>
            <a:spLocks noGrp="1"/>
          </p:cNvSpPr>
          <p:nvPr/>
        </p:nvSpPr>
        <p:spPr>
          <a:xfrm>
            <a:off x="35431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ind_only_677">
            <a:extLst>
              <a:ext uri="{FF2B5EF4-FFF2-40B4-BE49-F238E27FC236}">
                <a16:creationId xmlns:a16="http://schemas.microsoft.com/office/drawing/2014/main" id="{CF210988-68D1-4AC2-A4FF-F32373D4AF77}"/>
              </a:ext>
            </a:extLst>
          </p:cNvPr>
          <p:cNvSpPr>
            <a:spLocks noGrp="1"/>
          </p:cNvSpPr>
          <p:nvPr/>
        </p:nvSpPr>
        <p:spPr>
          <a:xfrm>
            <a:off x="35743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ind_only_678">
            <a:extLst>
              <a:ext uri="{FF2B5EF4-FFF2-40B4-BE49-F238E27FC236}">
                <a16:creationId xmlns:a16="http://schemas.microsoft.com/office/drawing/2014/main" id="{86292359-E310-46B1-994E-5DF5A7BA497D}"/>
              </a:ext>
            </a:extLst>
          </p:cNvPr>
          <p:cNvSpPr>
            <a:spLocks noGrp="1"/>
          </p:cNvSpPr>
          <p:nvPr/>
        </p:nvSpPr>
        <p:spPr>
          <a:xfrm>
            <a:off x="3545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ind_only_679">
            <a:extLst>
              <a:ext uri="{FF2B5EF4-FFF2-40B4-BE49-F238E27FC236}">
                <a16:creationId xmlns:a16="http://schemas.microsoft.com/office/drawing/2014/main" id="{453AD5AA-DA02-4110-95F0-3AF6DEE71A34}"/>
              </a:ext>
            </a:extLst>
          </p:cNvPr>
          <p:cNvSpPr>
            <a:spLocks noGrp="1"/>
          </p:cNvSpPr>
          <p:nvPr/>
        </p:nvSpPr>
        <p:spPr>
          <a:xfrm>
            <a:off x="352874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ind_only_680">
            <a:extLst>
              <a:ext uri="{FF2B5EF4-FFF2-40B4-BE49-F238E27FC236}">
                <a16:creationId xmlns:a16="http://schemas.microsoft.com/office/drawing/2014/main" id="{C50B7354-765F-4D00-87CC-1CD6F77FD3A7}"/>
              </a:ext>
            </a:extLst>
          </p:cNvPr>
          <p:cNvSpPr>
            <a:spLocks noGrp="1"/>
          </p:cNvSpPr>
          <p:nvPr/>
        </p:nvSpPr>
        <p:spPr>
          <a:xfrm>
            <a:off x="3566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ind_only_681">
            <a:extLst>
              <a:ext uri="{FF2B5EF4-FFF2-40B4-BE49-F238E27FC236}">
                <a16:creationId xmlns:a16="http://schemas.microsoft.com/office/drawing/2014/main" id="{351E9A2D-0B1D-41EA-B1E4-679E48442559}"/>
              </a:ext>
            </a:extLst>
          </p:cNvPr>
          <p:cNvSpPr>
            <a:spLocks noGrp="1"/>
          </p:cNvSpPr>
          <p:nvPr/>
        </p:nvSpPr>
        <p:spPr>
          <a:xfrm>
            <a:off x="35633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ind_only_682">
            <a:extLst>
              <a:ext uri="{FF2B5EF4-FFF2-40B4-BE49-F238E27FC236}">
                <a16:creationId xmlns:a16="http://schemas.microsoft.com/office/drawing/2014/main" id="{319870A5-E577-40AE-9BD6-ADA554D2CBF3}"/>
              </a:ext>
            </a:extLst>
          </p:cNvPr>
          <p:cNvSpPr>
            <a:spLocks noGrp="1"/>
          </p:cNvSpPr>
          <p:nvPr/>
        </p:nvSpPr>
        <p:spPr>
          <a:xfrm>
            <a:off x="35515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ind_only_683">
            <a:extLst>
              <a:ext uri="{FF2B5EF4-FFF2-40B4-BE49-F238E27FC236}">
                <a16:creationId xmlns:a16="http://schemas.microsoft.com/office/drawing/2014/main" id="{E4A4575C-325D-45E1-B0BC-260BE62DF9DE}"/>
              </a:ext>
            </a:extLst>
          </p:cNvPr>
          <p:cNvSpPr>
            <a:spLocks noGrp="1"/>
          </p:cNvSpPr>
          <p:nvPr/>
        </p:nvSpPr>
        <p:spPr>
          <a:xfrm>
            <a:off x="3560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ind_only_684">
            <a:extLst>
              <a:ext uri="{FF2B5EF4-FFF2-40B4-BE49-F238E27FC236}">
                <a16:creationId xmlns:a16="http://schemas.microsoft.com/office/drawing/2014/main" id="{5FFA3650-15A2-4A40-B6EF-19F3FC3FAC80}"/>
              </a:ext>
            </a:extLst>
          </p:cNvPr>
          <p:cNvSpPr>
            <a:spLocks noGrp="1"/>
          </p:cNvSpPr>
          <p:nvPr/>
        </p:nvSpPr>
        <p:spPr>
          <a:xfrm>
            <a:off x="3533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ind_only_685">
            <a:extLst>
              <a:ext uri="{FF2B5EF4-FFF2-40B4-BE49-F238E27FC236}">
                <a16:creationId xmlns:a16="http://schemas.microsoft.com/office/drawing/2014/main" id="{7ED79F7E-DBF7-4E75-A52A-0F0BB5B5F2AF}"/>
              </a:ext>
            </a:extLst>
          </p:cNvPr>
          <p:cNvSpPr>
            <a:spLocks noGrp="1"/>
          </p:cNvSpPr>
          <p:nvPr/>
        </p:nvSpPr>
        <p:spPr>
          <a:xfrm>
            <a:off x="355487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ind_only_686">
            <a:extLst>
              <a:ext uri="{FF2B5EF4-FFF2-40B4-BE49-F238E27FC236}">
                <a16:creationId xmlns:a16="http://schemas.microsoft.com/office/drawing/2014/main" id="{E62D1E10-9EE7-41A5-B917-DEE945671445}"/>
              </a:ext>
            </a:extLst>
          </p:cNvPr>
          <p:cNvSpPr>
            <a:spLocks noGrp="1"/>
          </p:cNvSpPr>
          <p:nvPr/>
        </p:nvSpPr>
        <p:spPr>
          <a:xfrm>
            <a:off x="353408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ind_only_687">
            <a:extLst>
              <a:ext uri="{FF2B5EF4-FFF2-40B4-BE49-F238E27FC236}">
                <a16:creationId xmlns:a16="http://schemas.microsoft.com/office/drawing/2014/main" id="{980094EA-C531-4BEA-8728-9FF95F221C81}"/>
              </a:ext>
            </a:extLst>
          </p:cNvPr>
          <p:cNvSpPr>
            <a:spLocks noGrp="1"/>
          </p:cNvSpPr>
          <p:nvPr/>
        </p:nvSpPr>
        <p:spPr>
          <a:xfrm>
            <a:off x="3542634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ind_only_688">
            <a:extLst>
              <a:ext uri="{FF2B5EF4-FFF2-40B4-BE49-F238E27FC236}">
                <a16:creationId xmlns:a16="http://schemas.microsoft.com/office/drawing/2014/main" id="{980A9B2B-9D08-4843-8AFA-B9733BE5CCE9}"/>
              </a:ext>
            </a:extLst>
          </p:cNvPr>
          <p:cNvSpPr>
            <a:spLocks noGrp="1"/>
          </p:cNvSpPr>
          <p:nvPr/>
        </p:nvSpPr>
        <p:spPr>
          <a:xfrm>
            <a:off x="358460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ind_only_689">
            <a:extLst>
              <a:ext uri="{FF2B5EF4-FFF2-40B4-BE49-F238E27FC236}">
                <a16:creationId xmlns:a16="http://schemas.microsoft.com/office/drawing/2014/main" id="{51E61EFA-030C-4499-B7B1-5E9F8E920471}"/>
              </a:ext>
            </a:extLst>
          </p:cNvPr>
          <p:cNvSpPr>
            <a:spLocks noGrp="1"/>
          </p:cNvSpPr>
          <p:nvPr/>
        </p:nvSpPr>
        <p:spPr>
          <a:xfrm>
            <a:off x="3515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ind_only_690">
            <a:extLst>
              <a:ext uri="{FF2B5EF4-FFF2-40B4-BE49-F238E27FC236}">
                <a16:creationId xmlns:a16="http://schemas.microsoft.com/office/drawing/2014/main" id="{37E8D1EA-E12B-44EE-B703-CD23DD29CCE5}"/>
              </a:ext>
            </a:extLst>
          </p:cNvPr>
          <p:cNvSpPr>
            <a:spLocks noGrp="1"/>
          </p:cNvSpPr>
          <p:nvPr/>
        </p:nvSpPr>
        <p:spPr>
          <a:xfrm>
            <a:off x="35202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ind_only_691">
            <a:extLst>
              <a:ext uri="{FF2B5EF4-FFF2-40B4-BE49-F238E27FC236}">
                <a16:creationId xmlns:a16="http://schemas.microsoft.com/office/drawing/2014/main" id="{E0015032-6FE7-4FED-8C38-7A2208D2B181}"/>
              </a:ext>
            </a:extLst>
          </p:cNvPr>
          <p:cNvSpPr>
            <a:spLocks noGrp="1"/>
          </p:cNvSpPr>
          <p:nvPr/>
        </p:nvSpPr>
        <p:spPr>
          <a:xfrm>
            <a:off x="35607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ind_only_692">
            <a:extLst>
              <a:ext uri="{FF2B5EF4-FFF2-40B4-BE49-F238E27FC236}">
                <a16:creationId xmlns:a16="http://schemas.microsoft.com/office/drawing/2014/main" id="{CFA7CF55-62DA-47ED-8371-CF15BD1FE1C1}"/>
              </a:ext>
            </a:extLst>
          </p:cNvPr>
          <p:cNvSpPr>
            <a:spLocks noGrp="1"/>
          </p:cNvSpPr>
          <p:nvPr/>
        </p:nvSpPr>
        <p:spPr>
          <a:xfrm>
            <a:off x="35598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ind_only_693">
            <a:extLst>
              <a:ext uri="{FF2B5EF4-FFF2-40B4-BE49-F238E27FC236}">
                <a16:creationId xmlns:a16="http://schemas.microsoft.com/office/drawing/2014/main" id="{D3D0AE43-1542-4807-9220-69A134A1A266}"/>
              </a:ext>
            </a:extLst>
          </p:cNvPr>
          <p:cNvSpPr>
            <a:spLocks noGrp="1"/>
          </p:cNvSpPr>
          <p:nvPr/>
        </p:nvSpPr>
        <p:spPr>
          <a:xfrm>
            <a:off x="3591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ind_only_694">
            <a:extLst>
              <a:ext uri="{FF2B5EF4-FFF2-40B4-BE49-F238E27FC236}">
                <a16:creationId xmlns:a16="http://schemas.microsoft.com/office/drawing/2014/main" id="{317611D6-3634-4B7B-9555-4C8F21CA908C}"/>
              </a:ext>
            </a:extLst>
          </p:cNvPr>
          <p:cNvSpPr>
            <a:spLocks noGrp="1"/>
          </p:cNvSpPr>
          <p:nvPr/>
        </p:nvSpPr>
        <p:spPr>
          <a:xfrm>
            <a:off x="35767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ind_only_695">
            <a:extLst>
              <a:ext uri="{FF2B5EF4-FFF2-40B4-BE49-F238E27FC236}">
                <a16:creationId xmlns:a16="http://schemas.microsoft.com/office/drawing/2014/main" id="{2D94FF41-AF19-4F41-BE3D-F7EE3A6C9279}"/>
              </a:ext>
            </a:extLst>
          </p:cNvPr>
          <p:cNvSpPr>
            <a:spLocks noGrp="1"/>
          </p:cNvSpPr>
          <p:nvPr/>
        </p:nvSpPr>
        <p:spPr>
          <a:xfrm>
            <a:off x="3516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ind_only_696">
            <a:extLst>
              <a:ext uri="{FF2B5EF4-FFF2-40B4-BE49-F238E27FC236}">
                <a16:creationId xmlns:a16="http://schemas.microsoft.com/office/drawing/2014/main" id="{0DE3C0BC-A94C-456D-B255-9B9BB9A695B5}"/>
              </a:ext>
            </a:extLst>
          </p:cNvPr>
          <p:cNvSpPr>
            <a:spLocks noGrp="1"/>
          </p:cNvSpPr>
          <p:nvPr/>
        </p:nvSpPr>
        <p:spPr>
          <a:xfrm>
            <a:off x="3530878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ind_only_697">
            <a:extLst>
              <a:ext uri="{FF2B5EF4-FFF2-40B4-BE49-F238E27FC236}">
                <a16:creationId xmlns:a16="http://schemas.microsoft.com/office/drawing/2014/main" id="{39F49F5B-21B7-4840-ACBF-0820F119D800}"/>
              </a:ext>
            </a:extLst>
          </p:cNvPr>
          <p:cNvSpPr>
            <a:spLocks noGrp="1"/>
          </p:cNvSpPr>
          <p:nvPr/>
        </p:nvSpPr>
        <p:spPr>
          <a:xfrm>
            <a:off x="35694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ind_only_698">
            <a:extLst>
              <a:ext uri="{FF2B5EF4-FFF2-40B4-BE49-F238E27FC236}">
                <a16:creationId xmlns:a16="http://schemas.microsoft.com/office/drawing/2014/main" id="{AC5E3190-5DE5-4135-A3DF-E679D3F4D327}"/>
              </a:ext>
            </a:extLst>
          </p:cNvPr>
          <p:cNvSpPr>
            <a:spLocks noGrp="1"/>
          </p:cNvSpPr>
          <p:nvPr/>
        </p:nvSpPr>
        <p:spPr>
          <a:xfrm>
            <a:off x="3511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ind_only_699">
            <a:extLst>
              <a:ext uri="{FF2B5EF4-FFF2-40B4-BE49-F238E27FC236}">
                <a16:creationId xmlns:a16="http://schemas.microsoft.com/office/drawing/2014/main" id="{ED538878-248A-4506-84B2-7A6ECFD8F6F2}"/>
              </a:ext>
            </a:extLst>
          </p:cNvPr>
          <p:cNvSpPr>
            <a:spLocks noGrp="1"/>
          </p:cNvSpPr>
          <p:nvPr/>
        </p:nvSpPr>
        <p:spPr>
          <a:xfrm>
            <a:off x="357867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ind_only_700">
            <a:extLst>
              <a:ext uri="{FF2B5EF4-FFF2-40B4-BE49-F238E27FC236}">
                <a16:creationId xmlns:a16="http://schemas.microsoft.com/office/drawing/2014/main" id="{614F4901-A795-4F29-82C5-6B24739F0C0F}"/>
              </a:ext>
            </a:extLst>
          </p:cNvPr>
          <p:cNvSpPr>
            <a:spLocks noGrp="1"/>
          </p:cNvSpPr>
          <p:nvPr/>
        </p:nvSpPr>
        <p:spPr>
          <a:xfrm>
            <a:off x="35819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ind_only_701">
            <a:extLst>
              <a:ext uri="{FF2B5EF4-FFF2-40B4-BE49-F238E27FC236}">
                <a16:creationId xmlns:a16="http://schemas.microsoft.com/office/drawing/2014/main" id="{1CD8FD14-0555-42DE-AE4F-E7315E679209}"/>
              </a:ext>
            </a:extLst>
          </p:cNvPr>
          <p:cNvSpPr>
            <a:spLocks noGrp="1"/>
          </p:cNvSpPr>
          <p:nvPr/>
        </p:nvSpPr>
        <p:spPr>
          <a:xfrm>
            <a:off x="3571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ind_only_702">
            <a:extLst>
              <a:ext uri="{FF2B5EF4-FFF2-40B4-BE49-F238E27FC236}">
                <a16:creationId xmlns:a16="http://schemas.microsoft.com/office/drawing/2014/main" id="{1C1E9496-ED92-4080-BFB3-BDD3E373FE17}"/>
              </a:ext>
            </a:extLst>
          </p:cNvPr>
          <p:cNvSpPr>
            <a:spLocks noGrp="1"/>
          </p:cNvSpPr>
          <p:nvPr/>
        </p:nvSpPr>
        <p:spPr>
          <a:xfrm>
            <a:off x="3570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ind_only_703">
            <a:extLst>
              <a:ext uri="{FF2B5EF4-FFF2-40B4-BE49-F238E27FC236}">
                <a16:creationId xmlns:a16="http://schemas.microsoft.com/office/drawing/2014/main" id="{23FEFC27-EACC-4287-9526-4F5322FE6B6C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ind_only_704">
            <a:extLst>
              <a:ext uri="{FF2B5EF4-FFF2-40B4-BE49-F238E27FC236}">
                <a16:creationId xmlns:a16="http://schemas.microsoft.com/office/drawing/2014/main" id="{0832F2F9-6FCE-48EE-95D1-AFF245D3D85F}"/>
              </a:ext>
            </a:extLst>
          </p:cNvPr>
          <p:cNvSpPr>
            <a:spLocks noGrp="1"/>
          </p:cNvSpPr>
          <p:nvPr/>
        </p:nvSpPr>
        <p:spPr>
          <a:xfrm>
            <a:off x="3556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ind_only_705">
            <a:extLst>
              <a:ext uri="{FF2B5EF4-FFF2-40B4-BE49-F238E27FC236}">
                <a16:creationId xmlns:a16="http://schemas.microsoft.com/office/drawing/2014/main" id="{D87CDBC4-AC88-414B-8334-A648775FA601}"/>
              </a:ext>
            </a:extLst>
          </p:cNvPr>
          <p:cNvSpPr>
            <a:spLocks noGrp="1"/>
          </p:cNvSpPr>
          <p:nvPr/>
        </p:nvSpPr>
        <p:spPr>
          <a:xfrm>
            <a:off x="3506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ind_only_706">
            <a:extLst>
              <a:ext uri="{FF2B5EF4-FFF2-40B4-BE49-F238E27FC236}">
                <a16:creationId xmlns:a16="http://schemas.microsoft.com/office/drawing/2014/main" id="{4B0B0635-EAA6-4020-9A7B-3448E18A0B67}"/>
              </a:ext>
            </a:extLst>
          </p:cNvPr>
          <p:cNvSpPr>
            <a:spLocks noGrp="1"/>
          </p:cNvSpPr>
          <p:nvPr/>
        </p:nvSpPr>
        <p:spPr>
          <a:xfrm>
            <a:off x="35564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ind_only_707">
            <a:extLst>
              <a:ext uri="{FF2B5EF4-FFF2-40B4-BE49-F238E27FC236}">
                <a16:creationId xmlns:a16="http://schemas.microsoft.com/office/drawing/2014/main" id="{9257CF74-D11E-4366-A846-33FA940F6EFF}"/>
              </a:ext>
            </a:extLst>
          </p:cNvPr>
          <p:cNvSpPr>
            <a:spLocks noGrp="1"/>
          </p:cNvSpPr>
          <p:nvPr/>
        </p:nvSpPr>
        <p:spPr>
          <a:xfrm>
            <a:off x="35190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ind_only_708">
            <a:extLst>
              <a:ext uri="{FF2B5EF4-FFF2-40B4-BE49-F238E27FC236}">
                <a16:creationId xmlns:a16="http://schemas.microsoft.com/office/drawing/2014/main" id="{9ACB97A6-4405-471E-B274-194309C4A409}"/>
              </a:ext>
            </a:extLst>
          </p:cNvPr>
          <p:cNvSpPr>
            <a:spLocks noGrp="1"/>
          </p:cNvSpPr>
          <p:nvPr/>
        </p:nvSpPr>
        <p:spPr>
          <a:xfrm>
            <a:off x="3571197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ind_only_709">
            <a:extLst>
              <a:ext uri="{FF2B5EF4-FFF2-40B4-BE49-F238E27FC236}">
                <a16:creationId xmlns:a16="http://schemas.microsoft.com/office/drawing/2014/main" id="{31CAA8FD-AF6C-4275-B6BA-EA237DACFD05}"/>
              </a:ext>
            </a:extLst>
          </p:cNvPr>
          <p:cNvSpPr>
            <a:spLocks noGrp="1"/>
          </p:cNvSpPr>
          <p:nvPr/>
        </p:nvSpPr>
        <p:spPr>
          <a:xfrm>
            <a:off x="3584021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ind_only_710">
            <a:extLst>
              <a:ext uri="{FF2B5EF4-FFF2-40B4-BE49-F238E27FC236}">
                <a16:creationId xmlns:a16="http://schemas.microsoft.com/office/drawing/2014/main" id="{C9486BDC-995C-48E5-8718-E06BC3444200}"/>
              </a:ext>
            </a:extLst>
          </p:cNvPr>
          <p:cNvSpPr>
            <a:spLocks noGrp="1"/>
          </p:cNvSpPr>
          <p:nvPr/>
        </p:nvSpPr>
        <p:spPr>
          <a:xfrm>
            <a:off x="35174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ind_only_711">
            <a:extLst>
              <a:ext uri="{FF2B5EF4-FFF2-40B4-BE49-F238E27FC236}">
                <a16:creationId xmlns:a16="http://schemas.microsoft.com/office/drawing/2014/main" id="{4979660D-C5DD-4B1B-8D80-B687509EA76C}"/>
              </a:ext>
            </a:extLst>
          </p:cNvPr>
          <p:cNvSpPr>
            <a:spLocks noGrp="1"/>
          </p:cNvSpPr>
          <p:nvPr/>
        </p:nvSpPr>
        <p:spPr>
          <a:xfrm>
            <a:off x="35720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ind_only_712">
            <a:extLst>
              <a:ext uri="{FF2B5EF4-FFF2-40B4-BE49-F238E27FC236}">
                <a16:creationId xmlns:a16="http://schemas.microsoft.com/office/drawing/2014/main" id="{30F556A8-0288-4D90-B98B-A799947B869D}"/>
              </a:ext>
            </a:extLst>
          </p:cNvPr>
          <p:cNvSpPr>
            <a:spLocks noGrp="1"/>
          </p:cNvSpPr>
          <p:nvPr/>
        </p:nvSpPr>
        <p:spPr>
          <a:xfrm>
            <a:off x="3522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ind_only_713">
            <a:extLst>
              <a:ext uri="{FF2B5EF4-FFF2-40B4-BE49-F238E27FC236}">
                <a16:creationId xmlns:a16="http://schemas.microsoft.com/office/drawing/2014/main" id="{AD0EFF97-EEA7-459E-9E50-C229FBC0B90D}"/>
              </a:ext>
            </a:extLst>
          </p:cNvPr>
          <p:cNvSpPr>
            <a:spLocks noGrp="1"/>
          </p:cNvSpPr>
          <p:nvPr/>
        </p:nvSpPr>
        <p:spPr>
          <a:xfrm>
            <a:off x="35266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ind_only_714">
            <a:extLst>
              <a:ext uri="{FF2B5EF4-FFF2-40B4-BE49-F238E27FC236}">
                <a16:creationId xmlns:a16="http://schemas.microsoft.com/office/drawing/2014/main" id="{B20F92C7-AC8C-4B7F-8325-E777D6B2FCC6}"/>
              </a:ext>
            </a:extLst>
          </p:cNvPr>
          <p:cNvSpPr>
            <a:spLocks noGrp="1"/>
          </p:cNvSpPr>
          <p:nvPr/>
        </p:nvSpPr>
        <p:spPr>
          <a:xfrm>
            <a:off x="35150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ind_only_715">
            <a:extLst>
              <a:ext uri="{FF2B5EF4-FFF2-40B4-BE49-F238E27FC236}">
                <a16:creationId xmlns:a16="http://schemas.microsoft.com/office/drawing/2014/main" id="{F695135C-6F6D-4A8A-B3E2-C33D040D9954}"/>
              </a:ext>
            </a:extLst>
          </p:cNvPr>
          <p:cNvSpPr>
            <a:spLocks noGrp="1"/>
          </p:cNvSpPr>
          <p:nvPr/>
        </p:nvSpPr>
        <p:spPr>
          <a:xfrm>
            <a:off x="357100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ind_only_716">
            <a:extLst>
              <a:ext uri="{FF2B5EF4-FFF2-40B4-BE49-F238E27FC236}">
                <a16:creationId xmlns:a16="http://schemas.microsoft.com/office/drawing/2014/main" id="{3407BAD3-AA23-4CB7-961F-F874107DA56E}"/>
              </a:ext>
            </a:extLst>
          </p:cNvPr>
          <p:cNvSpPr>
            <a:spLocks noGrp="1"/>
          </p:cNvSpPr>
          <p:nvPr/>
        </p:nvSpPr>
        <p:spPr>
          <a:xfrm>
            <a:off x="3596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ind_only_717">
            <a:extLst>
              <a:ext uri="{FF2B5EF4-FFF2-40B4-BE49-F238E27FC236}">
                <a16:creationId xmlns:a16="http://schemas.microsoft.com/office/drawing/2014/main" id="{70BF7971-2948-40F5-B005-82446B9C204B}"/>
              </a:ext>
            </a:extLst>
          </p:cNvPr>
          <p:cNvSpPr>
            <a:spLocks noGrp="1"/>
          </p:cNvSpPr>
          <p:nvPr/>
        </p:nvSpPr>
        <p:spPr>
          <a:xfrm>
            <a:off x="360024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ind_only_718">
            <a:extLst>
              <a:ext uri="{FF2B5EF4-FFF2-40B4-BE49-F238E27FC236}">
                <a16:creationId xmlns:a16="http://schemas.microsoft.com/office/drawing/2014/main" id="{4A6DC209-EDE0-40F0-BC3F-716D147C677A}"/>
              </a:ext>
            </a:extLst>
          </p:cNvPr>
          <p:cNvSpPr>
            <a:spLocks noGrp="1"/>
          </p:cNvSpPr>
          <p:nvPr/>
        </p:nvSpPr>
        <p:spPr>
          <a:xfrm>
            <a:off x="35402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ind_only_719">
            <a:extLst>
              <a:ext uri="{FF2B5EF4-FFF2-40B4-BE49-F238E27FC236}">
                <a16:creationId xmlns:a16="http://schemas.microsoft.com/office/drawing/2014/main" id="{71CA8CD1-0385-486C-A7BB-CAAB2D2307D6}"/>
              </a:ext>
            </a:extLst>
          </p:cNvPr>
          <p:cNvSpPr>
            <a:spLocks noGrp="1"/>
          </p:cNvSpPr>
          <p:nvPr/>
        </p:nvSpPr>
        <p:spPr>
          <a:xfrm>
            <a:off x="35758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ind_only_720">
            <a:extLst>
              <a:ext uri="{FF2B5EF4-FFF2-40B4-BE49-F238E27FC236}">
                <a16:creationId xmlns:a16="http://schemas.microsoft.com/office/drawing/2014/main" id="{02B6ACFB-B254-4486-956F-14D22D88A0A5}"/>
              </a:ext>
            </a:extLst>
          </p:cNvPr>
          <p:cNvSpPr>
            <a:spLocks noGrp="1"/>
          </p:cNvSpPr>
          <p:nvPr/>
        </p:nvSpPr>
        <p:spPr>
          <a:xfrm>
            <a:off x="3594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ind_only_721">
            <a:extLst>
              <a:ext uri="{FF2B5EF4-FFF2-40B4-BE49-F238E27FC236}">
                <a16:creationId xmlns:a16="http://schemas.microsoft.com/office/drawing/2014/main" id="{DA563FFA-ED3C-4396-AF19-8B2BA5FE7C6E}"/>
              </a:ext>
            </a:extLst>
          </p:cNvPr>
          <p:cNvSpPr>
            <a:spLocks noGrp="1"/>
          </p:cNvSpPr>
          <p:nvPr/>
        </p:nvSpPr>
        <p:spPr>
          <a:xfrm>
            <a:off x="358324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ind_only_722">
            <a:extLst>
              <a:ext uri="{FF2B5EF4-FFF2-40B4-BE49-F238E27FC236}">
                <a16:creationId xmlns:a16="http://schemas.microsoft.com/office/drawing/2014/main" id="{2A7AAF09-241D-41B9-B3A0-29A640483552}"/>
              </a:ext>
            </a:extLst>
          </p:cNvPr>
          <p:cNvSpPr>
            <a:spLocks noGrp="1"/>
          </p:cNvSpPr>
          <p:nvPr/>
        </p:nvSpPr>
        <p:spPr>
          <a:xfrm>
            <a:off x="35729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ind_only_723">
            <a:extLst>
              <a:ext uri="{FF2B5EF4-FFF2-40B4-BE49-F238E27FC236}">
                <a16:creationId xmlns:a16="http://schemas.microsoft.com/office/drawing/2014/main" id="{D9761904-A242-4D8E-9FF7-5B86A47CAFC3}"/>
              </a:ext>
            </a:extLst>
          </p:cNvPr>
          <p:cNvSpPr>
            <a:spLocks noGrp="1"/>
          </p:cNvSpPr>
          <p:nvPr/>
        </p:nvSpPr>
        <p:spPr>
          <a:xfrm>
            <a:off x="35491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ind_only_724">
            <a:extLst>
              <a:ext uri="{FF2B5EF4-FFF2-40B4-BE49-F238E27FC236}">
                <a16:creationId xmlns:a16="http://schemas.microsoft.com/office/drawing/2014/main" id="{E829F6A2-042F-44AD-B448-841929BDD6B0}"/>
              </a:ext>
            </a:extLst>
          </p:cNvPr>
          <p:cNvSpPr>
            <a:spLocks noGrp="1"/>
          </p:cNvSpPr>
          <p:nvPr/>
        </p:nvSpPr>
        <p:spPr>
          <a:xfrm>
            <a:off x="3546228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ind_only_725">
            <a:extLst>
              <a:ext uri="{FF2B5EF4-FFF2-40B4-BE49-F238E27FC236}">
                <a16:creationId xmlns:a16="http://schemas.microsoft.com/office/drawing/2014/main" id="{2E020D39-27BC-4C43-A5B3-C2B3472D4F5D}"/>
              </a:ext>
            </a:extLst>
          </p:cNvPr>
          <p:cNvSpPr>
            <a:spLocks noGrp="1"/>
          </p:cNvSpPr>
          <p:nvPr/>
        </p:nvSpPr>
        <p:spPr>
          <a:xfrm>
            <a:off x="35138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ind_only_726">
            <a:extLst>
              <a:ext uri="{FF2B5EF4-FFF2-40B4-BE49-F238E27FC236}">
                <a16:creationId xmlns:a16="http://schemas.microsoft.com/office/drawing/2014/main" id="{B5186B82-33D6-4B25-86DE-19F62529B9ED}"/>
              </a:ext>
            </a:extLst>
          </p:cNvPr>
          <p:cNvSpPr>
            <a:spLocks noGrp="1"/>
          </p:cNvSpPr>
          <p:nvPr/>
        </p:nvSpPr>
        <p:spPr>
          <a:xfrm>
            <a:off x="35949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ind_only_727">
            <a:extLst>
              <a:ext uri="{FF2B5EF4-FFF2-40B4-BE49-F238E27FC236}">
                <a16:creationId xmlns:a16="http://schemas.microsoft.com/office/drawing/2014/main" id="{60DE58A7-E5E2-497B-BE45-A335646A05C0}"/>
              </a:ext>
            </a:extLst>
          </p:cNvPr>
          <p:cNvSpPr>
            <a:spLocks noGrp="1"/>
          </p:cNvSpPr>
          <p:nvPr/>
        </p:nvSpPr>
        <p:spPr>
          <a:xfrm>
            <a:off x="35847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ind_only_728">
            <a:extLst>
              <a:ext uri="{FF2B5EF4-FFF2-40B4-BE49-F238E27FC236}">
                <a16:creationId xmlns:a16="http://schemas.microsoft.com/office/drawing/2014/main" id="{73044635-F3FA-4EBB-95A9-CC16622C4131}"/>
              </a:ext>
            </a:extLst>
          </p:cNvPr>
          <p:cNvSpPr>
            <a:spLocks noGrp="1"/>
          </p:cNvSpPr>
          <p:nvPr/>
        </p:nvSpPr>
        <p:spPr>
          <a:xfrm>
            <a:off x="35700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ind_only_729">
            <a:extLst>
              <a:ext uri="{FF2B5EF4-FFF2-40B4-BE49-F238E27FC236}">
                <a16:creationId xmlns:a16="http://schemas.microsoft.com/office/drawing/2014/main" id="{844B7E61-9980-477E-9F5A-78688E82A032}"/>
              </a:ext>
            </a:extLst>
          </p:cNvPr>
          <p:cNvSpPr>
            <a:spLocks noGrp="1"/>
          </p:cNvSpPr>
          <p:nvPr/>
        </p:nvSpPr>
        <p:spPr>
          <a:xfrm>
            <a:off x="35104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ind_only_730">
            <a:extLst>
              <a:ext uri="{FF2B5EF4-FFF2-40B4-BE49-F238E27FC236}">
                <a16:creationId xmlns:a16="http://schemas.microsoft.com/office/drawing/2014/main" id="{756DA816-64A4-41EE-B6D1-6033D57848BA}"/>
              </a:ext>
            </a:extLst>
          </p:cNvPr>
          <p:cNvSpPr>
            <a:spLocks noGrp="1"/>
          </p:cNvSpPr>
          <p:nvPr/>
        </p:nvSpPr>
        <p:spPr>
          <a:xfrm>
            <a:off x="3519900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ind_only_731">
            <a:extLst>
              <a:ext uri="{FF2B5EF4-FFF2-40B4-BE49-F238E27FC236}">
                <a16:creationId xmlns:a16="http://schemas.microsoft.com/office/drawing/2014/main" id="{08301E52-1063-42F5-8810-C4CF2D0696F3}"/>
              </a:ext>
            </a:extLst>
          </p:cNvPr>
          <p:cNvSpPr>
            <a:spLocks noGrp="1"/>
          </p:cNvSpPr>
          <p:nvPr/>
        </p:nvSpPr>
        <p:spPr>
          <a:xfrm>
            <a:off x="35293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ind_only_732">
            <a:extLst>
              <a:ext uri="{FF2B5EF4-FFF2-40B4-BE49-F238E27FC236}">
                <a16:creationId xmlns:a16="http://schemas.microsoft.com/office/drawing/2014/main" id="{4CF5CB80-9588-45FE-B83D-CA5EF2EF0E61}"/>
              </a:ext>
            </a:extLst>
          </p:cNvPr>
          <p:cNvSpPr>
            <a:spLocks noGrp="1"/>
          </p:cNvSpPr>
          <p:nvPr/>
        </p:nvSpPr>
        <p:spPr>
          <a:xfrm>
            <a:off x="3571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ind_only_733">
            <a:extLst>
              <a:ext uri="{FF2B5EF4-FFF2-40B4-BE49-F238E27FC236}">
                <a16:creationId xmlns:a16="http://schemas.microsoft.com/office/drawing/2014/main" id="{54B432C9-45DE-4817-9069-5DEE9725120B}"/>
              </a:ext>
            </a:extLst>
          </p:cNvPr>
          <p:cNvSpPr>
            <a:spLocks noGrp="1"/>
          </p:cNvSpPr>
          <p:nvPr/>
        </p:nvSpPr>
        <p:spPr>
          <a:xfrm>
            <a:off x="35611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ind_only_734">
            <a:extLst>
              <a:ext uri="{FF2B5EF4-FFF2-40B4-BE49-F238E27FC236}">
                <a16:creationId xmlns:a16="http://schemas.microsoft.com/office/drawing/2014/main" id="{5D6368F2-F3D7-4CF2-944E-2C4646AF3627}"/>
              </a:ext>
            </a:extLst>
          </p:cNvPr>
          <p:cNvSpPr>
            <a:spLocks noGrp="1"/>
          </p:cNvSpPr>
          <p:nvPr/>
        </p:nvSpPr>
        <p:spPr>
          <a:xfrm>
            <a:off x="352398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ind_only_735">
            <a:extLst>
              <a:ext uri="{FF2B5EF4-FFF2-40B4-BE49-F238E27FC236}">
                <a16:creationId xmlns:a16="http://schemas.microsoft.com/office/drawing/2014/main" id="{DB5C6AE6-A159-4D40-AD5D-2FD337B9D516}"/>
              </a:ext>
            </a:extLst>
          </p:cNvPr>
          <p:cNvSpPr>
            <a:spLocks noGrp="1"/>
          </p:cNvSpPr>
          <p:nvPr/>
        </p:nvSpPr>
        <p:spPr>
          <a:xfrm>
            <a:off x="3541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ind_only_736">
            <a:extLst>
              <a:ext uri="{FF2B5EF4-FFF2-40B4-BE49-F238E27FC236}">
                <a16:creationId xmlns:a16="http://schemas.microsoft.com/office/drawing/2014/main" id="{ADFF3A4E-16AD-4AC2-A323-02060D62E187}"/>
              </a:ext>
            </a:extLst>
          </p:cNvPr>
          <p:cNvSpPr>
            <a:spLocks noGrp="1"/>
          </p:cNvSpPr>
          <p:nvPr/>
        </p:nvSpPr>
        <p:spPr>
          <a:xfrm>
            <a:off x="3507174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ind_only_737">
            <a:extLst>
              <a:ext uri="{FF2B5EF4-FFF2-40B4-BE49-F238E27FC236}">
                <a16:creationId xmlns:a16="http://schemas.microsoft.com/office/drawing/2014/main" id="{5C2E5265-C07C-4BF2-B9BC-97C7CFA61B99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39" name="01_find_only_738">
            <a:extLst>
              <a:ext uri="{FF2B5EF4-FFF2-40B4-BE49-F238E27FC236}">
                <a16:creationId xmlns:a16="http://schemas.microsoft.com/office/drawing/2014/main" id="{0F50577F-CE20-4CD6-9744-8BE0DEA263EF}"/>
              </a:ext>
            </a:extLst>
          </p:cNvPr>
          <p:cNvSpPr>
            <a:spLocks noGrp="1"/>
          </p:cNvSpPr>
          <p:nvPr/>
        </p:nvSpPr>
        <p:spPr>
          <a:xfrm>
            <a:off x="2023311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0" name="text_739">
            <a:extLst>
              <a:ext uri="{FF2B5EF4-FFF2-40B4-BE49-F238E27FC236}">
                <a16:creationId xmlns:a16="http://schemas.microsoft.com/office/drawing/2014/main" id="{363337D4-484F-48AC-A863-F61FF69C3461}"/>
              </a:ext>
            </a:extLst>
          </p:cNvPr>
          <p:cNvSpPr>
            <a:spLocks noGrp="1"/>
          </p:cNvSpPr>
          <p:nvPr/>
        </p:nvSpPr>
        <p:spPr>
          <a:xfrm>
            <a:off x="1792302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a</a:t>
            </a:r>
          </a:p>
        </p:txBody>
      </p:sp>
      <p:sp>
        <p:nvSpPr>
          <p:cNvPr id="741" name="text_740">
            <a:extLst>
              <a:ext uri="{FF2B5EF4-FFF2-40B4-BE49-F238E27FC236}">
                <a16:creationId xmlns:a16="http://schemas.microsoft.com/office/drawing/2014/main" id="{6254AAF0-4711-43CB-9093-60F48B86EDD9}"/>
              </a:ext>
            </a:extLst>
          </p:cNvPr>
          <p:cNvSpPr>
            <a:spLocks noGrp="1"/>
          </p:cNvSpPr>
          <p:nvPr/>
        </p:nvSpPr>
        <p:spPr>
          <a:xfrm>
            <a:off x="2023311" y="2654988"/>
            <a:ext cx="72785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GT</a:t>
            </a:r>
          </a:p>
        </p:txBody>
      </p:sp>
      <p:sp>
        <p:nvSpPr>
          <p:cNvPr id="742" name="01_find_only_741">
            <a:extLst>
              <a:ext uri="{FF2B5EF4-FFF2-40B4-BE49-F238E27FC236}">
                <a16:creationId xmlns:a16="http://schemas.microsoft.com/office/drawing/2014/main" id="{2EA30FE5-2718-4D4F-9E29-70FDCFA1F3EC}"/>
              </a:ext>
            </a:extLst>
          </p:cNvPr>
          <p:cNvSpPr>
            <a:spLocks noGrp="1"/>
          </p:cNvSpPr>
          <p:nvPr/>
        </p:nvSpPr>
        <p:spPr>
          <a:xfrm>
            <a:off x="2038589" y="3288146"/>
            <a:ext cx="1527834" cy="926249"/>
          </a:xfrm>
          <a:custGeom>
            <a:avLst/>
            <a:gdLst/>
            <a:ahLst/>
            <a:cxnLst/>
            <a:rect l="0" t="0" r="0" b="0"/>
            <a:pathLst>
              <a:path w="1500000" h="909375">
                <a:moveTo>
                  <a:pt x="0" y="909375"/>
                </a:moveTo>
                <a:lnTo>
                  <a:pt x="14493" y="907968"/>
                </a:lnTo>
                <a:lnTo>
                  <a:pt x="15217" y="907819"/>
                </a:lnTo>
                <a:lnTo>
                  <a:pt x="19231" y="906685"/>
                </a:lnTo>
                <a:lnTo>
                  <a:pt x="20161" y="905157"/>
                </a:lnTo>
                <a:lnTo>
                  <a:pt x="25000" y="904094"/>
                </a:lnTo>
                <a:lnTo>
                  <a:pt x="26316" y="902388"/>
                </a:lnTo>
                <a:lnTo>
                  <a:pt x="27778" y="902296"/>
                </a:lnTo>
                <a:lnTo>
                  <a:pt x="28986" y="899983"/>
                </a:lnTo>
                <a:lnTo>
                  <a:pt x="33333" y="898663"/>
                </a:lnTo>
                <a:lnTo>
                  <a:pt x="34632" y="897546"/>
                </a:lnTo>
                <a:lnTo>
                  <a:pt x="35714" y="897531"/>
                </a:lnTo>
                <a:lnTo>
                  <a:pt x="36797" y="894852"/>
                </a:lnTo>
                <a:lnTo>
                  <a:pt x="40984" y="893518"/>
                </a:lnTo>
                <a:lnTo>
                  <a:pt x="41667" y="889204"/>
                </a:lnTo>
                <a:lnTo>
                  <a:pt x="47826" y="887800"/>
                </a:lnTo>
                <a:lnTo>
                  <a:pt x="49180" y="887577"/>
                </a:lnTo>
                <a:lnTo>
                  <a:pt x="50000" y="887546"/>
                </a:lnTo>
                <a:lnTo>
                  <a:pt x="51282" y="885905"/>
                </a:lnTo>
                <a:lnTo>
                  <a:pt x="55556" y="884583"/>
                </a:lnTo>
                <a:lnTo>
                  <a:pt x="56522" y="881191"/>
                </a:lnTo>
                <a:lnTo>
                  <a:pt x="62500" y="880020"/>
                </a:lnTo>
                <a:lnTo>
                  <a:pt x="62771" y="870396"/>
                </a:lnTo>
                <a:lnTo>
                  <a:pt x="68966" y="869137"/>
                </a:lnTo>
                <a:lnTo>
                  <a:pt x="69444" y="868666"/>
                </a:lnTo>
                <a:lnTo>
                  <a:pt x="71429" y="868559"/>
                </a:lnTo>
                <a:lnTo>
                  <a:pt x="72826" y="863251"/>
                </a:lnTo>
                <a:lnTo>
                  <a:pt x="76923" y="862140"/>
                </a:lnTo>
                <a:lnTo>
                  <a:pt x="78261" y="860626"/>
                </a:lnTo>
                <a:lnTo>
                  <a:pt x="83333" y="859835"/>
                </a:lnTo>
                <a:lnTo>
                  <a:pt x="84416" y="841339"/>
                </a:lnTo>
                <a:lnTo>
                  <a:pt x="90909" y="840348"/>
                </a:lnTo>
                <a:lnTo>
                  <a:pt x="91667" y="839479"/>
                </a:lnTo>
                <a:lnTo>
                  <a:pt x="95652" y="838077"/>
                </a:lnTo>
                <a:lnTo>
                  <a:pt x="96774" y="836517"/>
                </a:lnTo>
                <a:lnTo>
                  <a:pt x="100000" y="836127"/>
                </a:lnTo>
                <a:lnTo>
                  <a:pt x="101087" y="827478"/>
                </a:lnTo>
                <a:lnTo>
                  <a:pt x="107143" y="826270"/>
                </a:lnTo>
                <a:lnTo>
                  <a:pt x="108333" y="823784"/>
                </a:lnTo>
                <a:lnTo>
                  <a:pt x="111111" y="823544"/>
                </a:lnTo>
                <a:lnTo>
                  <a:pt x="111957" y="820184"/>
                </a:lnTo>
                <a:lnTo>
                  <a:pt x="115385" y="820015"/>
                </a:lnTo>
                <a:lnTo>
                  <a:pt x="116667" y="818090"/>
                </a:lnTo>
                <a:lnTo>
                  <a:pt x="125000" y="816994"/>
                </a:lnTo>
                <a:lnTo>
                  <a:pt x="126087" y="773019"/>
                </a:lnTo>
                <a:lnTo>
                  <a:pt x="133333" y="772223"/>
                </a:lnTo>
                <a:lnTo>
                  <a:pt x="134615" y="769851"/>
                </a:lnTo>
                <a:lnTo>
                  <a:pt x="138889" y="768784"/>
                </a:lnTo>
                <a:lnTo>
                  <a:pt x="140217" y="766982"/>
                </a:lnTo>
                <a:lnTo>
                  <a:pt x="142857" y="766742"/>
                </a:lnTo>
                <a:lnTo>
                  <a:pt x="143478" y="761583"/>
                </a:lnTo>
                <a:lnTo>
                  <a:pt x="150000" y="760941"/>
                </a:lnTo>
                <a:lnTo>
                  <a:pt x="151087" y="758709"/>
                </a:lnTo>
                <a:lnTo>
                  <a:pt x="155172" y="757424"/>
                </a:lnTo>
                <a:lnTo>
                  <a:pt x="156522" y="755745"/>
                </a:lnTo>
                <a:lnTo>
                  <a:pt x="166667" y="754892"/>
                </a:lnTo>
                <a:lnTo>
                  <a:pt x="167391" y="700943"/>
                </a:lnTo>
                <a:lnTo>
                  <a:pt x="173077" y="700546"/>
                </a:lnTo>
                <a:lnTo>
                  <a:pt x="173913" y="698990"/>
                </a:lnTo>
                <a:lnTo>
                  <a:pt x="178571" y="697687"/>
                </a:lnTo>
                <a:lnTo>
                  <a:pt x="179487" y="696078"/>
                </a:lnTo>
                <a:lnTo>
                  <a:pt x="187500" y="694848"/>
                </a:lnTo>
                <a:lnTo>
                  <a:pt x="188406" y="685356"/>
                </a:lnTo>
                <a:lnTo>
                  <a:pt x="192308" y="684729"/>
                </a:lnTo>
                <a:lnTo>
                  <a:pt x="193548" y="683714"/>
                </a:lnTo>
                <a:lnTo>
                  <a:pt x="194444" y="683714"/>
                </a:lnTo>
                <a:lnTo>
                  <a:pt x="195652" y="682006"/>
                </a:lnTo>
                <a:lnTo>
                  <a:pt x="200000" y="681808"/>
                </a:lnTo>
                <a:lnTo>
                  <a:pt x="201087" y="671742"/>
                </a:lnTo>
                <a:lnTo>
                  <a:pt x="208333" y="671135"/>
                </a:lnTo>
                <a:lnTo>
                  <a:pt x="209677" y="667089"/>
                </a:lnTo>
                <a:lnTo>
                  <a:pt x="211538" y="666582"/>
                </a:lnTo>
                <a:lnTo>
                  <a:pt x="211957" y="665386"/>
                </a:lnTo>
                <a:lnTo>
                  <a:pt x="214286" y="665356"/>
                </a:lnTo>
                <a:lnTo>
                  <a:pt x="215217" y="659361"/>
                </a:lnTo>
                <a:lnTo>
                  <a:pt x="222222" y="658041"/>
                </a:lnTo>
                <a:lnTo>
                  <a:pt x="222222" y="655286"/>
                </a:lnTo>
                <a:lnTo>
                  <a:pt x="227273" y="653893"/>
                </a:lnTo>
                <a:lnTo>
                  <a:pt x="228261" y="653233"/>
                </a:lnTo>
                <a:lnTo>
                  <a:pt x="233696" y="651828"/>
                </a:lnTo>
                <a:lnTo>
                  <a:pt x="234783" y="651797"/>
                </a:lnTo>
                <a:lnTo>
                  <a:pt x="247826" y="650395"/>
                </a:lnTo>
                <a:lnTo>
                  <a:pt x="247826" y="650379"/>
                </a:lnTo>
                <a:lnTo>
                  <a:pt x="250000" y="650379"/>
                </a:lnTo>
                <a:lnTo>
                  <a:pt x="251087" y="511223"/>
                </a:lnTo>
                <a:lnTo>
                  <a:pt x="263158" y="509861"/>
                </a:lnTo>
                <a:lnTo>
                  <a:pt x="264130" y="509397"/>
                </a:lnTo>
                <a:lnTo>
                  <a:pt x="269231" y="509054"/>
                </a:lnTo>
                <a:lnTo>
                  <a:pt x="269565" y="507585"/>
                </a:lnTo>
                <a:lnTo>
                  <a:pt x="275862" y="506197"/>
                </a:lnTo>
                <a:lnTo>
                  <a:pt x="277174" y="505922"/>
                </a:lnTo>
                <a:lnTo>
                  <a:pt x="277778" y="505922"/>
                </a:lnTo>
                <a:lnTo>
                  <a:pt x="278261" y="503151"/>
                </a:lnTo>
                <a:lnTo>
                  <a:pt x="285714" y="502168"/>
                </a:lnTo>
                <a:lnTo>
                  <a:pt x="286957" y="498764"/>
                </a:lnTo>
                <a:lnTo>
                  <a:pt x="289855" y="497452"/>
                </a:lnTo>
                <a:lnTo>
                  <a:pt x="290323" y="497258"/>
                </a:lnTo>
                <a:lnTo>
                  <a:pt x="291667" y="497242"/>
                </a:lnTo>
                <a:lnTo>
                  <a:pt x="292391" y="494748"/>
                </a:lnTo>
                <a:lnTo>
                  <a:pt x="300000" y="494401"/>
                </a:lnTo>
                <a:lnTo>
                  <a:pt x="301282" y="485954"/>
                </a:lnTo>
                <a:lnTo>
                  <a:pt x="307692" y="484579"/>
                </a:lnTo>
                <a:lnTo>
                  <a:pt x="308696" y="483383"/>
                </a:lnTo>
                <a:lnTo>
                  <a:pt x="312500" y="482592"/>
                </a:lnTo>
                <a:lnTo>
                  <a:pt x="313043" y="477854"/>
                </a:lnTo>
                <a:lnTo>
                  <a:pt x="321429" y="476623"/>
                </a:lnTo>
                <a:lnTo>
                  <a:pt x="322581" y="475520"/>
                </a:lnTo>
                <a:lnTo>
                  <a:pt x="333333" y="474169"/>
                </a:lnTo>
                <a:lnTo>
                  <a:pt x="333333" y="425726"/>
                </a:lnTo>
                <a:lnTo>
                  <a:pt x="346154" y="424925"/>
                </a:lnTo>
                <a:lnTo>
                  <a:pt x="346739" y="424002"/>
                </a:lnTo>
                <a:lnTo>
                  <a:pt x="354167" y="422829"/>
                </a:lnTo>
                <a:lnTo>
                  <a:pt x="355435" y="422324"/>
                </a:lnTo>
                <a:lnTo>
                  <a:pt x="357143" y="422324"/>
                </a:lnTo>
                <a:lnTo>
                  <a:pt x="358333" y="418817"/>
                </a:lnTo>
                <a:lnTo>
                  <a:pt x="362069" y="417454"/>
                </a:lnTo>
                <a:lnTo>
                  <a:pt x="363043" y="417092"/>
                </a:lnTo>
                <a:lnTo>
                  <a:pt x="365385" y="416432"/>
                </a:lnTo>
                <a:lnTo>
                  <a:pt x="366667" y="415315"/>
                </a:lnTo>
                <a:lnTo>
                  <a:pt x="375000" y="414999"/>
                </a:lnTo>
                <a:lnTo>
                  <a:pt x="376344" y="393095"/>
                </a:lnTo>
                <a:lnTo>
                  <a:pt x="389130" y="391689"/>
                </a:lnTo>
                <a:lnTo>
                  <a:pt x="390217" y="391658"/>
                </a:lnTo>
                <a:lnTo>
                  <a:pt x="392857" y="391240"/>
                </a:lnTo>
                <a:lnTo>
                  <a:pt x="393478" y="390212"/>
                </a:lnTo>
                <a:lnTo>
                  <a:pt x="400000" y="389601"/>
                </a:lnTo>
                <a:lnTo>
                  <a:pt x="401087" y="383077"/>
                </a:lnTo>
                <a:lnTo>
                  <a:pt x="409091" y="382186"/>
                </a:lnTo>
                <a:lnTo>
                  <a:pt x="410256" y="381451"/>
                </a:lnTo>
                <a:lnTo>
                  <a:pt x="416667" y="381088"/>
                </a:lnTo>
                <a:lnTo>
                  <a:pt x="417391" y="364945"/>
                </a:lnTo>
                <a:lnTo>
                  <a:pt x="428571" y="364459"/>
                </a:lnTo>
                <a:lnTo>
                  <a:pt x="429487" y="362328"/>
                </a:lnTo>
                <a:lnTo>
                  <a:pt x="437500" y="361860"/>
                </a:lnTo>
                <a:lnTo>
                  <a:pt x="438043" y="358893"/>
                </a:lnTo>
                <a:lnTo>
                  <a:pt x="444444" y="358483"/>
                </a:lnTo>
                <a:lnTo>
                  <a:pt x="444444" y="357303"/>
                </a:lnTo>
                <a:lnTo>
                  <a:pt x="458333" y="356084"/>
                </a:lnTo>
                <a:lnTo>
                  <a:pt x="458696" y="353589"/>
                </a:lnTo>
                <a:lnTo>
                  <a:pt x="464286" y="352938"/>
                </a:lnTo>
                <a:lnTo>
                  <a:pt x="464286" y="351926"/>
                </a:lnTo>
                <a:lnTo>
                  <a:pt x="500000" y="350611"/>
                </a:lnTo>
                <a:lnTo>
                  <a:pt x="500000" y="67402"/>
                </a:lnTo>
                <a:lnTo>
                  <a:pt x="541667" y="66404"/>
                </a:lnTo>
                <a:lnTo>
                  <a:pt x="541667" y="65814"/>
                </a:lnTo>
                <a:lnTo>
                  <a:pt x="562500" y="65106"/>
                </a:lnTo>
                <a:lnTo>
                  <a:pt x="562500" y="63925"/>
                </a:lnTo>
                <a:lnTo>
                  <a:pt x="583333" y="62913"/>
                </a:lnTo>
                <a:lnTo>
                  <a:pt x="583333" y="57797"/>
                </a:lnTo>
                <a:lnTo>
                  <a:pt x="600000" y="57797"/>
                </a:lnTo>
                <a:lnTo>
                  <a:pt x="600000" y="56380"/>
                </a:lnTo>
                <a:lnTo>
                  <a:pt x="625000" y="55691"/>
                </a:lnTo>
                <a:lnTo>
                  <a:pt x="625000" y="53478"/>
                </a:lnTo>
                <a:lnTo>
                  <a:pt x="642857" y="53478"/>
                </a:lnTo>
                <a:lnTo>
                  <a:pt x="642857" y="51454"/>
                </a:lnTo>
                <a:lnTo>
                  <a:pt x="666667" y="51011"/>
                </a:lnTo>
                <a:lnTo>
                  <a:pt x="666667" y="47076"/>
                </a:lnTo>
                <a:lnTo>
                  <a:pt x="694444" y="45747"/>
                </a:lnTo>
                <a:lnTo>
                  <a:pt x="694444" y="45354"/>
                </a:lnTo>
                <a:lnTo>
                  <a:pt x="750000" y="44911"/>
                </a:lnTo>
                <a:lnTo>
                  <a:pt x="750000" y="19675"/>
                </a:lnTo>
                <a:lnTo>
                  <a:pt x="833333" y="18848"/>
                </a:lnTo>
                <a:lnTo>
                  <a:pt x="833333" y="16487"/>
                </a:lnTo>
                <a:lnTo>
                  <a:pt x="875000" y="16251"/>
                </a:lnTo>
                <a:lnTo>
                  <a:pt x="875000" y="12709"/>
                </a:lnTo>
                <a:lnTo>
                  <a:pt x="1000000" y="12473"/>
                </a:lnTo>
                <a:lnTo>
                  <a:pt x="1000000" y="10162"/>
                </a:lnTo>
                <a:lnTo>
                  <a:pt x="1312500" y="8981"/>
                </a:lnTo>
                <a:lnTo>
                  <a:pt x="1312500" y="8096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3" name="01_find_only_742">
            <a:extLst>
              <a:ext uri="{FF2B5EF4-FFF2-40B4-BE49-F238E27FC236}">
                <a16:creationId xmlns:a16="http://schemas.microsoft.com/office/drawing/2014/main" id="{AC833347-B655-4403-B9DC-24E56A5291B0}"/>
              </a:ext>
            </a:extLst>
          </p:cNvPr>
          <p:cNvSpPr>
            <a:spLocks noGrp="1"/>
          </p:cNvSpPr>
          <p:nvPr/>
        </p:nvSpPr>
        <p:spPr>
          <a:xfrm>
            <a:off x="2038589" y="3138107"/>
            <a:ext cx="1527834" cy="1076288"/>
          </a:xfrm>
          <a:custGeom>
            <a:avLst/>
            <a:gdLst/>
            <a:ahLst/>
            <a:cxnLst/>
            <a:rect l="0" t="0" r="0" b="0"/>
            <a:pathLst>
              <a:path w="1500000" h="1056680">
                <a:moveTo>
                  <a:pt x="0" y="1056680"/>
                </a:moveTo>
                <a:lnTo>
                  <a:pt x="125000" y="1056680"/>
                </a:lnTo>
                <a:lnTo>
                  <a:pt x="125000" y="1005550"/>
                </a:lnTo>
                <a:lnTo>
                  <a:pt x="126087" y="1005550"/>
                </a:lnTo>
                <a:lnTo>
                  <a:pt x="142857" y="1005550"/>
                </a:lnTo>
                <a:lnTo>
                  <a:pt x="142857" y="920821"/>
                </a:lnTo>
                <a:lnTo>
                  <a:pt x="143478" y="920821"/>
                </a:lnTo>
                <a:lnTo>
                  <a:pt x="166667" y="920821"/>
                </a:lnTo>
                <a:lnTo>
                  <a:pt x="166667" y="786447"/>
                </a:lnTo>
                <a:lnTo>
                  <a:pt x="167391" y="786447"/>
                </a:lnTo>
                <a:lnTo>
                  <a:pt x="173077" y="786447"/>
                </a:lnTo>
                <a:lnTo>
                  <a:pt x="173913" y="774899"/>
                </a:lnTo>
                <a:lnTo>
                  <a:pt x="173913" y="774899"/>
                </a:lnTo>
                <a:lnTo>
                  <a:pt x="187500" y="774899"/>
                </a:lnTo>
                <a:lnTo>
                  <a:pt x="187500" y="764061"/>
                </a:lnTo>
                <a:lnTo>
                  <a:pt x="188406" y="764061"/>
                </a:lnTo>
                <a:lnTo>
                  <a:pt x="194444" y="764061"/>
                </a:lnTo>
                <a:lnTo>
                  <a:pt x="194444" y="739676"/>
                </a:lnTo>
                <a:lnTo>
                  <a:pt x="195652" y="739676"/>
                </a:lnTo>
                <a:lnTo>
                  <a:pt x="250000" y="739676"/>
                </a:lnTo>
                <a:lnTo>
                  <a:pt x="250000" y="563563"/>
                </a:lnTo>
                <a:lnTo>
                  <a:pt x="251087" y="563563"/>
                </a:lnTo>
                <a:lnTo>
                  <a:pt x="270833" y="563563"/>
                </a:lnTo>
                <a:lnTo>
                  <a:pt x="270833" y="549474"/>
                </a:lnTo>
                <a:lnTo>
                  <a:pt x="271739" y="549474"/>
                </a:lnTo>
                <a:lnTo>
                  <a:pt x="300000" y="549474"/>
                </a:lnTo>
                <a:lnTo>
                  <a:pt x="300000" y="520212"/>
                </a:lnTo>
                <a:lnTo>
                  <a:pt x="301282" y="520212"/>
                </a:lnTo>
                <a:lnTo>
                  <a:pt x="307692" y="520212"/>
                </a:lnTo>
                <a:lnTo>
                  <a:pt x="307692" y="513245"/>
                </a:lnTo>
                <a:lnTo>
                  <a:pt x="308696" y="513245"/>
                </a:lnTo>
                <a:lnTo>
                  <a:pt x="312500" y="513245"/>
                </a:lnTo>
                <a:lnTo>
                  <a:pt x="312500" y="486073"/>
                </a:lnTo>
                <a:lnTo>
                  <a:pt x="313043" y="486073"/>
                </a:lnTo>
                <a:lnTo>
                  <a:pt x="325000" y="486073"/>
                </a:lnTo>
                <a:lnTo>
                  <a:pt x="325000" y="475506"/>
                </a:lnTo>
                <a:lnTo>
                  <a:pt x="326087" y="475506"/>
                </a:lnTo>
                <a:lnTo>
                  <a:pt x="333333" y="475506"/>
                </a:lnTo>
                <a:lnTo>
                  <a:pt x="333333" y="422672"/>
                </a:lnTo>
                <a:lnTo>
                  <a:pt x="500000" y="422672"/>
                </a:lnTo>
                <a:lnTo>
                  <a:pt x="500000" y="211336"/>
                </a:lnTo>
                <a:lnTo>
                  <a:pt x="562500" y="211336"/>
                </a:lnTo>
                <a:lnTo>
                  <a:pt x="562500" y="184919"/>
                </a:lnTo>
                <a:lnTo>
                  <a:pt x="583333" y="184919"/>
                </a:lnTo>
                <a:lnTo>
                  <a:pt x="583333" y="180095"/>
                </a:lnTo>
                <a:lnTo>
                  <a:pt x="625000" y="180095"/>
                </a:lnTo>
                <a:lnTo>
                  <a:pt x="625000" y="150954"/>
                </a:lnTo>
                <a:lnTo>
                  <a:pt x="642857" y="150954"/>
                </a:lnTo>
                <a:lnTo>
                  <a:pt x="642857" y="105668"/>
                </a:lnTo>
                <a:lnTo>
                  <a:pt x="750000" y="105668"/>
                </a:lnTo>
                <a:lnTo>
                  <a:pt x="750000" y="74990"/>
                </a:lnTo>
                <a:lnTo>
                  <a:pt x="875000" y="74990"/>
                </a:lnTo>
                <a:lnTo>
                  <a:pt x="875000" y="52834"/>
                </a:lnTo>
                <a:lnTo>
                  <a:pt x="1250000" y="52834"/>
                </a:lnTo>
                <a:lnTo>
                  <a:pt x="1250000" y="42267"/>
                </a:lnTo>
                <a:lnTo>
                  <a:pt x="1500000" y="4226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44" name="01_find_only_743">
            <a:extLst>
              <a:ext uri="{FF2B5EF4-FFF2-40B4-BE49-F238E27FC236}">
                <a16:creationId xmlns:a16="http://schemas.microsoft.com/office/drawing/2014/main" id="{6CA53177-6B02-45EC-AEEA-D7D9D07EAFEA}"/>
              </a:ext>
            </a:extLst>
          </p:cNvPr>
          <p:cNvSpPr>
            <a:spLocks noGrp="1"/>
          </p:cNvSpPr>
          <p:nvPr/>
        </p:nvSpPr>
        <p:spPr>
          <a:xfrm>
            <a:off x="2271238" y="378688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5" name="01_find_only_744">
            <a:extLst>
              <a:ext uri="{FF2B5EF4-FFF2-40B4-BE49-F238E27FC236}">
                <a16:creationId xmlns:a16="http://schemas.microsoft.com/office/drawing/2014/main" id="{84589AEF-7579-42B8-948B-7322B7A20C26}"/>
              </a:ext>
            </a:extLst>
          </p:cNvPr>
          <p:cNvSpPr>
            <a:spLocks noGrp="1"/>
          </p:cNvSpPr>
          <p:nvPr/>
        </p:nvSpPr>
        <p:spPr>
          <a:xfrm>
            <a:off x="2525877" y="333480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6" name="01_find_only_745">
            <a:extLst>
              <a:ext uri="{FF2B5EF4-FFF2-40B4-BE49-F238E27FC236}">
                <a16:creationId xmlns:a16="http://schemas.microsoft.com/office/drawing/2014/main" id="{E5DAC7B3-E0CA-4991-9C23-8FCA4030FDF0}"/>
              </a:ext>
            </a:extLst>
          </p:cNvPr>
          <p:cNvSpPr>
            <a:spLocks noGrp="1"/>
          </p:cNvSpPr>
          <p:nvPr/>
        </p:nvSpPr>
        <p:spPr>
          <a:xfrm>
            <a:off x="3035155" y="327650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7" name="01_find_only_746">
            <a:extLst>
              <a:ext uri="{FF2B5EF4-FFF2-40B4-BE49-F238E27FC236}">
                <a16:creationId xmlns:a16="http://schemas.microsoft.com/office/drawing/2014/main" id="{77CBD04C-DB0E-459A-BE42-902FDD5EC56C}"/>
              </a:ext>
            </a:extLst>
          </p:cNvPr>
          <p:cNvSpPr>
            <a:spLocks noGrp="1"/>
          </p:cNvSpPr>
          <p:nvPr/>
        </p:nvSpPr>
        <p:spPr>
          <a:xfrm>
            <a:off x="3544432" y="326615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8" name="01_find_only_747">
            <a:extLst>
              <a:ext uri="{FF2B5EF4-FFF2-40B4-BE49-F238E27FC236}">
                <a16:creationId xmlns:a16="http://schemas.microsoft.com/office/drawing/2014/main" id="{6986E5B9-3D4C-4528-8B19-6DC71B7FE4E5}"/>
              </a:ext>
            </a:extLst>
          </p:cNvPr>
          <p:cNvSpPr>
            <a:spLocks noGrp="1"/>
          </p:cNvSpPr>
          <p:nvPr/>
        </p:nvSpPr>
        <p:spPr>
          <a:xfrm>
            <a:off x="2256641" y="3675540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49" name="01_find_only_748">
            <a:extLst>
              <a:ext uri="{FF2B5EF4-FFF2-40B4-BE49-F238E27FC236}">
                <a16:creationId xmlns:a16="http://schemas.microsoft.com/office/drawing/2014/main" id="{694DA40C-0834-49B0-A996-B47A621A8FEE}"/>
              </a:ext>
            </a:extLst>
          </p:cNvPr>
          <p:cNvSpPr>
            <a:spLocks noGrp="1"/>
          </p:cNvSpPr>
          <p:nvPr/>
        </p:nvSpPr>
        <p:spPr>
          <a:xfrm>
            <a:off x="2511280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0" name="01_find_only_749">
            <a:extLst>
              <a:ext uri="{FF2B5EF4-FFF2-40B4-BE49-F238E27FC236}">
                <a16:creationId xmlns:a16="http://schemas.microsoft.com/office/drawing/2014/main" id="{F6A678CC-F83D-4DC0-A2B3-4E968D2332C2}"/>
              </a:ext>
            </a:extLst>
          </p:cNvPr>
          <p:cNvSpPr>
            <a:spLocks noGrp="1"/>
          </p:cNvSpPr>
          <p:nvPr/>
        </p:nvSpPr>
        <p:spPr>
          <a:xfrm>
            <a:off x="3020558" y="315533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1" name="01_find_only_750">
            <a:extLst>
              <a:ext uri="{FF2B5EF4-FFF2-40B4-BE49-F238E27FC236}">
                <a16:creationId xmlns:a16="http://schemas.microsoft.com/office/drawing/2014/main" id="{2ABC3EE0-B449-481A-A21C-73529D8314E7}"/>
              </a:ext>
            </a:extLst>
          </p:cNvPr>
          <p:cNvSpPr>
            <a:spLocks noGrp="1"/>
          </p:cNvSpPr>
          <p:nvPr/>
        </p:nvSpPr>
        <p:spPr>
          <a:xfrm>
            <a:off x="3529835" y="3101519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2" name="01_find_only_751">
            <a:extLst>
              <a:ext uri="{FF2B5EF4-FFF2-40B4-BE49-F238E27FC236}">
                <a16:creationId xmlns:a16="http://schemas.microsoft.com/office/drawing/2014/main" id="{278C4736-CA00-4EE2-B407-2713E97554F9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01_find_only_752">
            <a:extLst>
              <a:ext uri="{FF2B5EF4-FFF2-40B4-BE49-F238E27FC236}">
                <a16:creationId xmlns:a16="http://schemas.microsoft.com/office/drawing/2014/main" id="{5E33967C-2C0A-44AC-8C5F-5F6D98851AF3}"/>
              </a:ext>
            </a:extLst>
          </p:cNvPr>
          <p:cNvSpPr>
            <a:spLocks noGrp="1"/>
          </p:cNvSpPr>
          <p:nvPr/>
        </p:nvSpPr>
        <p:spPr>
          <a:xfrm>
            <a:off x="438860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7" y="1257449"/>
                </a:lnTo>
                <a:lnTo>
                  <a:pt x="2740" y="1246883"/>
                </a:lnTo>
                <a:lnTo>
                  <a:pt x="5991" y="1236316"/>
                </a:lnTo>
                <a:lnTo>
                  <a:pt x="10236" y="1225749"/>
                </a:lnTo>
                <a:lnTo>
                  <a:pt x="15209" y="1215182"/>
                </a:lnTo>
                <a:lnTo>
                  <a:pt x="20619" y="1204615"/>
                </a:lnTo>
                <a:lnTo>
                  <a:pt x="26177" y="1194049"/>
                </a:lnTo>
                <a:lnTo>
                  <a:pt x="31617" y="1183482"/>
                </a:lnTo>
                <a:lnTo>
                  <a:pt x="36723" y="1172915"/>
                </a:lnTo>
                <a:lnTo>
                  <a:pt x="41329" y="1162348"/>
                </a:lnTo>
                <a:lnTo>
                  <a:pt x="45332" y="1151781"/>
                </a:lnTo>
                <a:lnTo>
                  <a:pt x="48685" y="1141215"/>
                </a:lnTo>
                <a:lnTo>
                  <a:pt x="51387" y="1130648"/>
                </a:lnTo>
                <a:lnTo>
                  <a:pt x="53478" y="1120081"/>
                </a:lnTo>
                <a:lnTo>
                  <a:pt x="55020" y="1109514"/>
                </a:lnTo>
                <a:lnTo>
                  <a:pt x="56088" y="1098947"/>
                </a:lnTo>
                <a:lnTo>
                  <a:pt x="56762" y="1088381"/>
                </a:lnTo>
                <a:lnTo>
                  <a:pt x="57115" y="1077814"/>
                </a:lnTo>
                <a:lnTo>
                  <a:pt x="57215" y="1067247"/>
                </a:lnTo>
                <a:lnTo>
                  <a:pt x="57115" y="1056680"/>
                </a:lnTo>
                <a:lnTo>
                  <a:pt x="56858" y="1046113"/>
                </a:lnTo>
                <a:lnTo>
                  <a:pt x="56478" y="1035547"/>
                </a:lnTo>
                <a:lnTo>
                  <a:pt x="55996" y="1024980"/>
                </a:lnTo>
                <a:lnTo>
                  <a:pt x="55431" y="1014413"/>
                </a:lnTo>
                <a:lnTo>
                  <a:pt x="54794" y="1003846"/>
                </a:lnTo>
                <a:lnTo>
                  <a:pt x="54095" y="993279"/>
                </a:lnTo>
                <a:lnTo>
                  <a:pt x="53341" y="982713"/>
                </a:lnTo>
                <a:lnTo>
                  <a:pt x="52538" y="972146"/>
                </a:lnTo>
                <a:lnTo>
                  <a:pt x="51692" y="961579"/>
                </a:lnTo>
                <a:lnTo>
                  <a:pt x="50810" y="951012"/>
                </a:lnTo>
                <a:lnTo>
                  <a:pt x="49901" y="940445"/>
                </a:lnTo>
                <a:lnTo>
                  <a:pt x="48975" y="929879"/>
                </a:lnTo>
                <a:lnTo>
                  <a:pt x="48047" y="919312"/>
                </a:lnTo>
                <a:lnTo>
                  <a:pt x="47131" y="908745"/>
                </a:lnTo>
                <a:lnTo>
                  <a:pt x="46248" y="898178"/>
                </a:lnTo>
                <a:lnTo>
                  <a:pt x="45416" y="887611"/>
                </a:lnTo>
                <a:lnTo>
                  <a:pt x="44654" y="877045"/>
                </a:lnTo>
                <a:lnTo>
                  <a:pt x="43980" y="866478"/>
                </a:lnTo>
                <a:lnTo>
                  <a:pt x="43401" y="855911"/>
                </a:lnTo>
                <a:lnTo>
                  <a:pt x="42919" y="845344"/>
                </a:lnTo>
                <a:lnTo>
                  <a:pt x="42525" y="834777"/>
                </a:lnTo>
                <a:lnTo>
                  <a:pt x="42197" y="824211"/>
                </a:lnTo>
                <a:lnTo>
                  <a:pt x="41901" y="813644"/>
                </a:lnTo>
                <a:lnTo>
                  <a:pt x="41593" y="803077"/>
                </a:lnTo>
                <a:lnTo>
                  <a:pt x="41224" y="792510"/>
                </a:lnTo>
                <a:lnTo>
                  <a:pt x="40737" y="781943"/>
                </a:lnTo>
                <a:lnTo>
                  <a:pt x="40082" y="771377"/>
                </a:lnTo>
                <a:lnTo>
                  <a:pt x="39214" y="760810"/>
                </a:lnTo>
                <a:lnTo>
                  <a:pt x="38104" y="750243"/>
                </a:lnTo>
                <a:lnTo>
                  <a:pt x="36744" y="739676"/>
                </a:lnTo>
                <a:lnTo>
                  <a:pt x="35150" y="729109"/>
                </a:lnTo>
                <a:lnTo>
                  <a:pt x="33370" y="718543"/>
                </a:lnTo>
                <a:lnTo>
                  <a:pt x="31479" y="707976"/>
                </a:lnTo>
                <a:lnTo>
                  <a:pt x="29582" y="697409"/>
                </a:lnTo>
                <a:lnTo>
                  <a:pt x="27806" y="686842"/>
                </a:lnTo>
                <a:lnTo>
                  <a:pt x="26287" y="676275"/>
                </a:lnTo>
                <a:lnTo>
                  <a:pt x="25163" y="665709"/>
                </a:lnTo>
                <a:lnTo>
                  <a:pt x="24558" y="655142"/>
                </a:lnTo>
                <a:lnTo>
                  <a:pt x="24567" y="644575"/>
                </a:lnTo>
                <a:lnTo>
                  <a:pt x="25248" y="634008"/>
                </a:lnTo>
                <a:lnTo>
                  <a:pt x="26613" y="623441"/>
                </a:lnTo>
                <a:lnTo>
                  <a:pt x="28625" y="612874"/>
                </a:lnTo>
                <a:lnTo>
                  <a:pt x="31203" y="602308"/>
                </a:lnTo>
                <a:lnTo>
                  <a:pt x="34229" y="591741"/>
                </a:lnTo>
                <a:lnTo>
                  <a:pt x="37560" y="581174"/>
                </a:lnTo>
                <a:lnTo>
                  <a:pt x="41043" y="570607"/>
                </a:lnTo>
                <a:lnTo>
                  <a:pt x="44528" y="560040"/>
                </a:lnTo>
                <a:lnTo>
                  <a:pt x="47883" y="549474"/>
                </a:lnTo>
                <a:lnTo>
                  <a:pt x="50998" y="538907"/>
                </a:lnTo>
                <a:lnTo>
                  <a:pt x="53798" y="528340"/>
                </a:lnTo>
                <a:lnTo>
                  <a:pt x="56234" y="517773"/>
                </a:lnTo>
                <a:lnTo>
                  <a:pt x="58293" y="507206"/>
                </a:lnTo>
                <a:lnTo>
                  <a:pt x="59982" y="496640"/>
                </a:lnTo>
                <a:lnTo>
                  <a:pt x="61330" y="486073"/>
                </a:lnTo>
                <a:lnTo>
                  <a:pt x="62375" y="475506"/>
                </a:lnTo>
                <a:lnTo>
                  <a:pt x="63165" y="464939"/>
                </a:lnTo>
                <a:lnTo>
                  <a:pt x="63746" y="454372"/>
                </a:lnTo>
                <a:lnTo>
                  <a:pt x="64162" y="443806"/>
                </a:lnTo>
                <a:lnTo>
                  <a:pt x="64453" y="433239"/>
                </a:lnTo>
                <a:lnTo>
                  <a:pt x="64651" y="422672"/>
                </a:lnTo>
                <a:lnTo>
                  <a:pt x="64782" y="412105"/>
                </a:lnTo>
                <a:lnTo>
                  <a:pt x="64867" y="401538"/>
                </a:lnTo>
                <a:lnTo>
                  <a:pt x="64921" y="390972"/>
                </a:lnTo>
                <a:lnTo>
                  <a:pt x="64954" y="380405"/>
                </a:lnTo>
                <a:lnTo>
                  <a:pt x="64974" y="369838"/>
                </a:lnTo>
                <a:lnTo>
                  <a:pt x="64985" y="359271"/>
                </a:lnTo>
                <a:lnTo>
                  <a:pt x="64992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8" y="348704"/>
                </a:lnTo>
                <a:lnTo>
                  <a:pt x="65015" y="359271"/>
                </a:lnTo>
                <a:lnTo>
                  <a:pt x="65026" y="369838"/>
                </a:lnTo>
                <a:lnTo>
                  <a:pt x="65046" y="380405"/>
                </a:lnTo>
                <a:lnTo>
                  <a:pt x="65079" y="390972"/>
                </a:lnTo>
                <a:lnTo>
                  <a:pt x="65133" y="401538"/>
                </a:lnTo>
                <a:lnTo>
                  <a:pt x="65218" y="412105"/>
                </a:lnTo>
                <a:lnTo>
                  <a:pt x="65349" y="422672"/>
                </a:lnTo>
                <a:lnTo>
                  <a:pt x="65547" y="433239"/>
                </a:lnTo>
                <a:lnTo>
                  <a:pt x="65838" y="443806"/>
                </a:lnTo>
                <a:lnTo>
                  <a:pt x="66254" y="454372"/>
                </a:lnTo>
                <a:lnTo>
                  <a:pt x="66835" y="464939"/>
                </a:lnTo>
                <a:lnTo>
                  <a:pt x="67625" y="475506"/>
                </a:lnTo>
                <a:lnTo>
                  <a:pt x="68670" y="486073"/>
                </a:lnTo>
                <a:lnTo>
                  <a:pt x="70018" y="496640"/>
                </a:lnTo>
                <a:lnTo>
                  <a:pt x="71707" y="507206"/>
                </a:lnTo>
                <a:lnTo>
                  <a:pt x="73766" y="517773"/>
                </a:lnTo>
                <a:lnTo>
                  <a:pt x="76202" y="528340"/>
                </a:lnTo>
                <a:lnTo>
                  <a:pt x="79002" y="538907"/>
                </a:lnTo>
                <a:lnTo>
                  <a:pt x="82117" y="549474"/>
                </a:lnTo>
                <a:lnTo>
                  <a:pt x="85472" y="560040"/>
                </a:lnTo>
                <a:lnTo>
                  <a:pt x="88958" y="570607"/>
                </a:lnTo>
                <a:lnTo>
                  <a:pt x="92440" y="581174"/>
                </a:lnTo>
                <a:lnTo>
                  <a:pt x="95771" y="591741"/>
                </a:lnTo>
                <a:lnTo>
                  <a:pt x="98797" y="602308"/>
                </a:lnTo>
                <a:lnTo>
                  <a:pt x="101375" y="612874"/>
                </a:lnTo>
                <a:lnTo>
                  <a:pt x="103387" y="623441"/>
                </a:lnTo>
                <a:lnTo>
                  <a:pt x="104752" y="634008"/>
                </a:lnTo>
                <a:lnTo>
                  <a:pt x="105433" y="644575"/>
                </a:lnTo>
                <a:lnTo>
                  <a:pt x="105442" y="655142"/>
                </a:lnTo>
                <a:lnTo>
                  <a:pt x="104837" y="665709"/>
                </a:lnTo>
                <a:lnTo>
                  <a:pt x="103713" y="676275"/>
                </a:lnTo>
                <a:lnTo>
                  <a:pt x="102194" y="686842"/>
                </a:lnTo>
                <a:lnTo>
                  <a:pt x="100418" y="697409"/>
                </a:lnTo>
                <a:lnTo>
                  <a:pt x="98521" y="707976"/>
                </a:lnTo>
                <a:lnTo>
                  <a:pt x="96630" y="718543"/>
                </a:lnTo>
                <a:lnTo>
                  <a:pt x="94850" y="729109"/>
                </a:lnTo>
                <a:lnTo>
                  <a:pt x="93256" y="739676"/>
                </a:lnTo>
                <a:lnTo>
                  <a:pt x="91896" y="750243"/>
                </a:lnTo>
                <a:lnTo>
                  <a:pt x="90786" y="760810"/>
                </a:lnTo>
                <a:lnTo>
                  <a:pt x="89918" y="771377"/>
                </a:lnTo>
                <a:lnTo>
                  <a:pt x="89263" y="781943"/>
                </a:lnTo>
                <a:lnTo>
                  <a:pt x="88776" y="792510"/>
                </a:lnTo>
                <a:lnTo>
                  <a:pt x="88407" y="803077"/>
                </a:lnTo>
                <a:lnTo>
                  <a:pt x="88099" y="813644"/>
                </a:lnTo>
                <a:lnTo>
                  <a:pt x="87803" y="824211"/>
                </a:lnTo>
                <a:lnTo>
                  <a:pt x="87475" y="834777"/>
                </a:lnTo>
                <a:lnTo>
                  <a:pt x="87081" y="845344"/>
                </a:lnTo>
                <a:lnTo>
                  <a:pt x="86599" y="855911"/>
                </a:lnTo>
                <a:lnTo>
                  <a:pt x="86020" y="866478"/>
                </a:lnTo>
                <a:lnTo>
                  <a:pt x="85346" y="877045"/>
                </a:lnTo>
                <a:lnTo>
                  <a:pt x="84584" y="887611"/>
                </a:lnTo>
                <a:lnTo>
                  <a:pt x="83752" y="898178"/>
                </a:lnTo>
                <a:lnTo>
                  <a:pt x="82869" y="908745"/>
                </a:lnTo>
                <a:lnTo>
                  <a:pt x="81953" y="919312"/>
                </a:lnTo>
                <a:lnTo>
                  <a:pt x="81025" y="929879"/>
                </a:lnTo>
                <a:lnTo>
                  <a:pt x="80099" y="940445"/>
                </a:lnTo>
                <a:lnTo>
                  <a:pt x="79190" y="951012"/>
                </a:lnTo>
                <a:lnTo>
                  <a:pt x="78308" y="961579"/>
                </a:lnTo>
                <a:lnTo>
                  <a:pt x="77462" y="972146"/>
                </a:lnTo>
                <a:lnTo>
                  <a:pt x="76659" y="982713"/>
                </a:lnTo>
                <a:lnTo>
                  <a:pt x="75905" y="993279"/>
                </a:lnTo>
                <a:lnTo>
                  <a:pt x="75206" y="1003846"/>
                </a:lnTo>
                <a:lnTo>
                  <a:pt x="74569" y="1014413"/>
                </a:lnTo>
                <a:lnTo>
                  <a:pt x="74004" y="1024980"/>
                </a:lnTo>
                <a:lnTo>
                  <a:pt x="73522" y="1035547"/>
                </a:lnTo>
                <a:lnTo>
                  <a:pt x="73142" y="1046113"/>
                </a:lnTo>
                <a:lnTo>
                  <a:pt x="72885" y="1056680"/>
                </a:lnTo>
                <a:lnTo>
                  <a:pt x="72785" y="1067247"/>
                </a:lnTo>
                <a:lnTo>
                  <a:pt x="72885" y="1077814"/>
                </a:lnTo>
                <a:lnTo>
                  <a:pt x="73238" y="1088381"/>
                </a:lnTo>
                <a:lnTo>
                  <a:pt x="73912" y="1098947"/>
                </a:lnTo>
                <a:lnTo>
                  <a:pt x="74980" y="1109514"/>
                </a:lnTo>
                <a:lnTo>
                  <a:pt x="76522" y="1120081"/>
                </a:lnTo>
                <a:lnTo>
                  <a:pt x="78613" y="1130648"/>
                </a:lnTo>
                <a:lnTo>
                  <a:pt x="81315" y="1141215"/>
                </a:lnTo>
                <a:lnTo>
                  <a:pt x="84668" y="1151781"/>
                </a:lnTo>
                <a:lnTo>
                  <a:pt x="88671" y="1162348"/>
                </a:lnTo>
                <a:lnTo>
                  <a:pt x="93277" y="1172915"/>
                </a:lnTo>
                <a:lnTo>
                  <a:pt x="98383" y="1183482"/>
                </a:lnTo>
                <a:lnTo>
                  <a:pt x="103823" y="1194049"/>
                </a:lnTo>
                <a:lnTo>
                  <a:pt x="109381" y="1204615"/>
                </a:lnTo>
                <a:lnTo>
                  <a:pt x="114791" y="1215182"/>
                </a:lnTo>
                <a:lnTo>
                  <a:pt x="119764" y="1225749"/>
                </a:lnTo>
                <a:lnTo>
                  <a:pt x="124009" y="1236316"/>
                </a:lnTo>
                <a:lnTo>
                  <a:pt x="127260" y="1246883"/>
                </a:lnTo>
                <a:lnTo>
                  <a:pt x="12930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4" name="01_find_only_753">
            <a:extLst>
              <a:ext uri="{FF2B5EF4-FFF2-40B4-BE49-F238E27FC236}">
                <a16:creationId xmlns:a16="http://schemas.microsoft.com/office/drawing/2014/main" id="{0EDA5066-0F85-4659-98BC-11D3AE998F5E}"/>
              </a:ext>
            </a:extLst>
          </p:cNvPr>
          <p:cNvSpPr>
            <a:spLocks noGrp="1"/>
          </p:cNvSpPr>
          <p:nvPr/>
        </p:nvSpPr>
        <p:spPr>
          <a:xfrm>
            <a:off x="464324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6859" y="1268016"/>
                </a:moveTo>
                <a:lnTo>
                  <a:pt x="23141" y="1268016"/>
                </a:lnTo>
                <a:lnTo>
                  <a:pt x="23581" y="1257449"/>
                </a:lnTo>
                <a:lnTo>
                  <a:pt x="24871" y="1246883"/>
                </a:lnTo>
                <a:lnTo>
                  <a:pt x="26925" y="1236316"/>
                </a:lnTo>
                <a:lnTo>
                  <a:pt x="29609" y="1225749"/>
                </a:lnTo>
                <a:lnTo>
                  <a:pt x="32758" y="1215182"/>
                </a:lnTo>
                <a:lnTo>
                  <a:pt x="36188" y="1204615"/>
                </a:lnTo>
                <a:lnTo>
                  <a:pt x="39719" y="1194049"/>
                </a:lnTo>
                <a:lnTo>
                  <a:pt x="43183" y="1183482"/>
                </a:lnTo>
                <a:lnTo>
                  <a:pt x="46443" y="1172915"/>
                </a:lnTo>
                <a:lnTo>
                  <a:pt x="49393" y="1162348"/>
                </a:lnTo>
                <a:lnTo>
                  <a:pt x="51967" y="1151781"/>
                </a:lnTo>
                <a:lnTo>
                  <a:pt x="54130" y="1141215"/>
                </a:lnTo>
                <a:lnTo>
                  <a:pt x="55882" y="1130648"/>
                </a:lnTo>
                <a:lnTo>
                  <a:pt x="57241" y="1120081"/>
                </a:lnTo>
                <a:lnTo>
                  <a:pt x="58243" y="1109514"/>
                </a:lnTo>
                <a:lnTo>
                  <a:pt x="58933" y="1098947"/>
                </a:lnTo>
                <a:lnTo>
                  <a:pt x="59357" y="1088381"/>
                </a:lnTo>
                <a:lnTo>
                  <a:pt x="59557" y="1077814"/>
                </a:lnTo>
                <a:lnTo>
                  <a:pt x="59573" y="1067247"/>
                </a:lnTo>
                <a:lnTo>
                  <a:pt x="59438" y="1056680"/>
                </a:lnTo>
                <a:lnTo>
                  <a:pt x="59177" y="1046113"/>
                </a:lnTo>
                <a:lnTo>
                  <a:pt x="58811" y="1035547"/>
                </a:lnTo>
                <a:lnTo>
                  <a:pt x="58357" y="1024980"/>
                </a:lnTo>
                <a:lnTo>
                  <a:pt x="57829" y="1014413"/>
                </a:lnTo>
                <a:lnTo>
                  <a:pt x="57241" y="1003846"/>
                </a:lnTo>
                <a:lnTo>
                  <a:pt x="56602" y="993279"/>
                </a:lnTo>
                <a:lnTo>
                  <a:pt x="55923" y="982713"/>
                </a:lnTo>
                <a:lnTo>
                  <a:pt x="55216" y="972146"/>
                </a:lnTo>
                <a:lnTo>
                  <a:pt x="54491" y="961579"/>
                </a:lnTo>
                <a:lnTo>
                  <a:pt x="53758" y="951012"/>
                </a:lnTo>
                <a:lnTo>
                  <a:pt x="53030" y="940445"/>
                </a:lnTo>
                <a:lnTo>
                  <a:pt x="52319" y="929879"/>
                </a:lnTo>
                <a:lnTo>
                  <a:pt x="51639" y="919312"/>
                </a:lnTo>
                <a:lnTo>
                  <a:pt x="51008" y="908745"/>
                </a:lnTo>
                <a:lnTo>
                  <a:pt x="50442" y="898178"/>
                </a:lnTo>
                <a:lnTo>
                  <a:pt x="49960" y="887611"/>
                </a:lnTo>
                <a:lnTo>
                  <a:pt x="49576" y="877045"/>
                </a:lnTo>
                <a:lnTo>
                  <a:pt x="49302" y="866478"/>
                </a:lnTo>
                <a:lnTo>
                  <a:pt x="49145" y="855911"/>
                </a:lnTo>
                <a:lnTo>
                  <a:pt x="49099" y="845344"/>
                </a:lnTo>
                <a:lnTo>
                  <a:pt x="49152" y="834777"/>
                </a:lnTo>
                <a:lnTo>
                  <a:pt x="49277" y="824211"/>
                </a:lnTo>
                <a:lnTo>
                  <a:pt x="49438" y="813644"/>
                </a:lnTo>
                <a:lnTo>
                  <a:pt x="49590" y="803077"/>
                </a:lnTo>
                <a:lnTo>
                  <a:pt x="49682" y="792510"/>
                </a:lnTo>
                <a:lnTo>
                  <a:pt x="49657" y="781943"/>
                </a:lnTo>
                <a:lnTo>
                  <a:pt x="49466" y="771377"/>
                </a:lnTo>
                <a:lnTo>
                  <a:pt x="49064" y="760810"/>
                </a:lnTo>
                <a:lnTo>
                  <a:pt x="48418" y="750243"/>
                </a:lnTo>
                <a:lnTo>
                  <a:pt x="47514" y="739676"/>
                </a:lnTo>
                <a:lnTo>
                  <a:pt x="46358" y="729109"/>
                </a:lnTo>
                <a:lnTo>
                  <a:pt x="44979" y="718543"/>
                </a:lnTo>
                <a:lnTo>
                  <a:pt x="43429" y="707976"/>
                </a:lnTo>
                <a:lnTo>
                  <a:pt x="41784" y="697409"/>
                </a:lnTo>
                <a:lnTo>
                  <a:pt x="40132" y="686842"/>
                </a:lnTo>
                <a:lnTo>
                  <a:pt x="38577" y="676275"/>
                </a:lnTo>
                <a:lnTo>
                  <a:pt x="37220" y="665709"/>
                </a:lnTo>
                <a:lnTo>
                  <a:pt x="36156" y="655142"/>
                </a:lnTo>
                <a:lnTo>
                  <a:pt x="35460" y="644575"/>
                </a:lnTo>
                <a:lnTo>
                  <a:pt x="35182" y="634008"/>
                </a:lnTo>
                <a:lnTo>
                  <a:pt x="35339" y="623441"/>
                </a:lnTo>
                <a:lnTo>
                  <a:pt x="35916" y="612874"/>
                </a:lnTo>
                <a:lnTo>
                  <a:pt x="36862" y="602308"/>
                </a:lnTo>
                <a:lnTo>
                  <a:pt x="38099" y="591741"/>
                </a:lnTo>
                <a:lnTo>
                  <a:pt x="39530" y="581174"/>
                </a:lnTo>
                <a:lnTo>
                  <a:pt x="41046" y="570607"/>
                </a:lnTo>
                <a:lnTo>
                  <a:pt x="42538" y="560040"/>
                </a:lnTo>
                <a:lnTo>
                  <a:pt x="43908" y="549474"/>
                </a:lnTo>
                <a:lnTo>
                  <a:pt x="45074" y="538907"/>
                </a:lnTo>
                <a:lnTo>
                  <a:pt x="45977" y="528340"/>
                </a:lnTo>
                <a:lnTo>
                  <a:pt x="46588" y="517773"/>
                </a:lnTo>
                <a:lnTo>
                  <a:pt x="46904" y="507206"/>
                </a:lnTo>
                <a:lnTo>
                  <a:pt x="46947" y="496640"/>
                </a:lnTo>
                <a:lnTo>
                  <a:pt x="46763" y="486073"/>
                </a:lnTo>
                <a:lnTo>
                  <a:pt x="46413" y="475506"/>
                </a:lnTo>
                <a:lnTo>
                  <a:pt x="45969" y="464939"/>
                </a:lnTo>
                <a:lnTo>
                  <a:pt x="45503" y="454372"/>
                </a:lnTo>
                <a:lnTo>
                  <a:pt x="45085" y="443806"/>
                </a:lnTo>
                <a:lnTo>
                  <a:pt x="44772" y="433239"/>
                </a:lnTo>
                <a:lnTo>
                  <a:pt x="44606" y="422672"/>
                </a:lnTo>
                <a:lnTo>
                  <a:pt x="44613" y="412105"/>
                </a:lnTo>
                <a:lnTo>
                  <a:pt x="44799" y="401538"/>
                </a:lnTo>
                <a:lnTo>
                  <a:pt x="45154" y="390972"/>
                </a:lnTo>
                <a:lnTo>
                  <a:pt x="45657" y="380405"/>
                </a:lnTo>
                <a:lnTo>
                  <a:pt x="46277" y="369838"/>
                </a:lnTo>
                <a:lnTo>
                  <a:pt x="46981" y="359271"/>
                </a:lnTo>
                <a:lnTo>
                  <a:pt x="47736" y="348704"/>
                </a:lnTo>
                <a:lnTo>
                  <a:pt x="48514" y="338138"/>
                </a:lnTo>
                <a:lnTo>
                  <a:pt x="49293" y="327571"/>
                </a:lnTo>
                <a:lnTo>
                  <a:pt x="50057" y="317004"/>
                </a:lnTo>
                <a:lnTo>
                  <a:pt x="50798" y="306437"/>
                </a:lnTo>
                <a:lnTo>
                  <a:pt x="51511" y="295870"/>
                </a:lnTo>
                <a:lnTo>
                  <a:pt x="52195" y="285304"/>
                </a:lnTo>
                <a:lnTo>
                  <a:pt x="52848" y="274737"/>
                </a:lnTo>
                <a:lnTo>
                  <a:pt x="53468" y="264170"/>
                </a:lnTo>
                <a:lnTo>
                  <a:pt x="54051" y="253603"/>
                </a:lnTo>
                <a:lnTo>
                  <a:pt x="54586" y="243036"/>
                </a:lnTo>
                <a:lnTo>
                  <a:pt x="55060" y="232470"/>
                </a:lnTo>
                <a:lnTo>
                  <a:pt x="55453" y="221903"/>
                </a:lnTo>
                <a:lnTo>
                  <a:pt x="55735" y="211336"/>
                </a:lnTo>
                <a:lnTo>
                  <a:pt x="55870" y="200769"/>
                </a:lnTo>
                <a:lnTo>
                  <a:pt x="55811" y="190202"/>
                </a:lnTo>
                <a:lnTo>
                  <a:pt x="55501" y="179636"/>
                </a:lnTo>
                <a:lnTo>
                  <a:pt x="54873" y="169069"/>
                </a:lnTo>
                <a:lnTo>
                  <a:pt x="53854" y="158502"/>
                </a:lnTo>
                <a:lnTo>
                  <a:pt x="52367" y="147935"/>
                </a:lnTo>
                <a:lnTo>
                  <a:pt x="50338" y="137368"/>
                </a:lnTo>
                <a:lnTo>
                  <a:pt x="47707" y="126802"/>
                </a:lnTo>
                <a:lnTo>
                  <a:pt x="44438" y="116235"/>
                </a:lnTo>
                <a:lnTo>
                  <a:pt x="40529" y="105668"/>
                </a:lnTo>
                <a:lnTo>
                  <a:pt x="36027" y="95101"/>
                </a:lnTo>
                <a:lnTo>
                  <a:pt x="31032" y="84534"/>
                </a:lnTo>
                <a:lnTo>
                  <a:pt x="25703" y="73968"/>
                </a:lnTo>
                <a:lnTo>
                  <a:pt x="20255" y="63401"/>
                </a:lnTo>
                <a:lnTo>
                  <a:pt x="14947" y="52834"/>
                </a:lnTo>
                <a:lnTo>
                  <a:pt x="10063" y="42267"/>
                </a:lnTo>
                <a:lnTo>
                  <a:pt x="5891" y="31700"/>
                </a:lnTo>
                <a:lnTo>
                  <a:pt x="2695" y="21134"/>
                </a:lnTo>
                <a:lnTo>
                  <a:pt x="68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14" y="10567"/>
                </a:lnTo>
                <a:lnTo>
                  <a:pt x="127305" y="21134"/>
                </a:lnTo>
                <a:lnTo>
                  <a:pt x="124109" y="31700"/>
                </a:lnTo>
                <a:lnTo>
                  <a:pt x="119937" y="42267"/>
                </a:lnTo>
                <a:lnTo>
                  <a:pt x="115053" y="52834"/>
                </a:lnTo>
                <a:lnTo>
                  <a:pt x="109745" y="63401"/>
                </a:lnTo>
                <a:lnTo>
                  <a:pt x="104297" y="73968"/>
                </a:lnTo>
                <a:lnTo>
                  <a:pt x="98968" y="84534"/>
                </a:lnTo>
                <a:lnTo>
                  <a:pt x="93973" y="95101"/>
                </a:lnTo>
                <a:lnTo>
                  <a:pt x="89471" y="105668"/>
                </a:lnTo>
                <a:lnTo>
                  <a:pt x="85562" y="116235"/>
                </a:lnTo>
                <a:lnTo>
                  <a:pt x="82293" y="126802"/>
                </a:lnTo>
                <a:lnTo>
                  <a:pt x="79662" y="137368"/>
                </a:lnTo>
                <a:lnTo>
                  <a:pt x="77633" y="147935"/>
                </a:lnTo>
                <a:lnTo>
                  <a:pt x="76146" y="158502"/>
                </a:lnTo>
                <a:lnTo>
                  <a:pt x="75127" y="169069"/>
                </a:lnTo>
                <a:lnTo>
                  <a:pt x="74499" y="179636"/>
                </a:lnTo>
                <a:lnTo>
                  <a:pt x="74189" y="190202"/>
                </a:lnTo>
                <a:lnTo>
                  <a:pt x="74130" y="200769"/>
                </a:lnTo>
                <a:lnTo>
                  <a:pt x="74265" y="211336"/>
                </a:lnTo>
                <a:lnTo>
                  <a:pt x="74547" y="221903"/>
                </a:lnTo>
                <a:lnTo>
                  <a:pt x="74940" y="232470"/>
                </a:lnTo>
                <a:lnTo>
                  <a:pt x="75414" y="243036"/>
                </a:lnTo>
                <a:lnTo>
                  <a:pt x="75949" y="253603"/>
                </a:lnTo>
                <a:lnTo>
                  <a:pt x="76532" y="264170"/>
                </a:lnTo>
                <a:lnTo>
                  <a:pt x="77152" y="274737"/>
                </a:lnTo>
                <a:lnTo>
                  <a:pt x="77805" y="285304"/>
                </a:lnTo>
                <a:lnTo>
                  <a:pt x="78489" y="295870"/>
                </a:lnTo>
                <a:lnTo>
                  <a:pt x="79202" y="306437"/>
                </a:lnTo>
                <a:lnTo>
                  <a:pt x="79943" y="317004"/>
                </a:lnTo>
                <a:lnTo>
                  <a:pt x="80707" y="327571"/>
                </a:lnTo>
                <a:lnTo>
                  <a:pt x="81486" y="338138"/>
                </a:lnTo>
                <a:lnTo>
                  <a:pt x="82264" y="348704"/>
                </a:lnTo>
                <a:lnTo>
                  <a:pt x="83019" y="359271"/>
                </a:lnTo>
                <a:lnTo>
                  <a:pt x="83723" y="369838"/>
                </a:lnTo>
                <a:lnTo>
                  <a:pt x="84343" y="380405"/>
                </a:lnTo>
                <a:lnTo>
                  <a:pt x="84846" y="390972"/>
                </a:lnTo>
                <a:lnTo>
                  <a:pt x="85201" y="401538"/>
                </a:lnTo>
                <a:lnTo>
                  <a:pt x="85387" y="412105"/>
                </a:lnTo>
                <a:lnTo>
                  <a:pt x="85394" y="422672"/>
                </a:lnTo>
                <a:lnTo>
                  <a:pt x="85228" y="433239"/>
                </a:lnTo>
                <a:lnTo>
                  <a:pt x="84915" y="443806"/>
                </a:lnTo>
                <a:lnTo>
                  <a:pt x="84497" y="454372"/>
                </a:lnTo>
                <a:lnTo>
                  <a:pt x="84031" y="464939"/>
                </a:lnTo>
                <a:lnTo>
                  <a:pt x="83587" y="475506"/>
                </a:lnTo>
                <a:lnTo>
                  <a:pt x="83237" y="486073"/>
                </a:lnTo>
                <a:lnTo>
                  <a:pt x="83053" y="496640"/>
                </a:lnTo>
                <a:lnTo>
                  <a:pt x="83096" y="507206"/>
                </a:lnTo>
                <a:lnTo>
                  <a:pt x="83412" y="517773"/>
                </a:lnTo>
                <a:lnTo>
                  <a:pt x="84023" y="528340"/>
                </a:lnTo>
                <a:lnTo>
                  <a:pt x="84926" y="538907"/>
                </a:lnTo>
                <a:lnTo>
                  <a:pt x="86092" y="549474"/>
                </a:lnTo>
                <a:lnTo>
                  <a:pt x="87462" y="560040"/>
                </a:lnTo>
                <a:lnTo>
                  <a:pt x="88954" y="570607"/>
                </a:lnTo>
                <a:lnTo>
                  <a:pt x="90470" y="581174"/>
                </a:lnTo>
                <a:lnTo>
                  <a:pt x="91901" y="591741"/>
                </a:lnTo>
                <a:lnTo>
                  <a:pt x="93138" y="602308"/>
                </a:lnTo>
                <a:lnTo>
                  <a:pt x="94084" y="612874"/>
                </a:lnTo>
                <a:lnTo>
                  <a:pt x="94661" y="623441"/>
                </a:lnTo>
                <a:lnTo>
                  <a:pt x="94818" y="634008"/>
                </a:lnTo>
                <a:lnTo>
                  <a:pt x="94540" y="644575"/>
                </a:lnTo>
                <a:lnTo>
                  <a:pt x="93844" y="655142"/>
                </a:lnTo>
                <a:lnTo>
                  <a:pt x="92780" y="665709"/>
                </a:lnTo>
                <a:lnTo>
                  <a:pt x="91423" y="676275"/>
                </a:lnTo>
                <a:lnTo>
                  <a:pt x="89868" y="686842"/>
                </a:lnTo>
                <a:lnTo>
                  <a:pt x="88216" y="697409"/>
                </a:lnTo>
                <a:lnTo>
                  <a:pt x="86571" y="707976"/>
                </a:lnTo>
                <a:lnTo>
                  <a:pt x="85021" y="718543"/>
                </a:lnTo>
                <a:lnTo>
                  <a:pt x="83642" y="729109"/>
                </a:lnTo>
                <a:lnTo>
                  <a:pt x="82486" y="739676"/>
                </a:lnTo>
                <a:lnTo>
                  <a:pt x="81582" y="750243"/>
                </a:lnTo>
                <a:lnTo>
                  <a:pt x="80936" y="760810"/>
                </a:lnTo>
                <a:lnTo>
                  <a:pt x="80534" y="771377"/>
                </a:lnTo>
                <a:lnTo>
                  <a:pt x="80343" y="781943"/>
                </a:lnTo>
                <a:lnTo>
                  <a:pt x="80318" y="792510"/>
                </a:lnTo>
                <a:lnTo>
                  <a:pt x="80410" y="803077"/>
                </a:lnTo>
                <a:lnTo>
                  <a:pt x="80562" y="813644"/>
                </a:lnTo>
                <a:lnTo>
                  <a:pt x="80723" y="824211"/>
                </a:lnTo>
                <a:lnTo>
                  <a:pt x="80848" y="834777"/>
                </a:lnTo>
                <a:lnTo>
                  <a:pt x="80901" y="845344"/>
                </a:lnTo>
                <a:lnTo>
                  <a:pt x="80855" y="855911"/>
                </a:lnTo>
                <a:lnTo>
                  <a:pt x="80698" y="866478"/>
                </a:lnTo>
                <a:lnTo>
                  <a:pt x="80424" y="877045"/>
                </a:lnTo>
                <a:lnTo>
                  <a:pt x="80040" y="887611"/>
                </a:lnTo>
                <a:lnTo>
                  <a:pt x="79558" y="898178"/>
                </a:lnTo>
                <a:lnTo>
                  <a:pt x="78992" y="908745"/>
                </a:lnTo>
                <a:lnTo>
                  <a:pt x="78361" y="919312"/>
                </a:lnTo>
                <a:lnTo>
                  <a:pt x="77681" y="929879"/>
                </a:lnTo>
                <a:lnTo>
                  <a:pt x="76970" y="940445"/>
                </a:lnTo>
                <a:lnTo>
                  <a:pt x="76242" y="951012"/>
                </a:lnTo>
                <a:lnTo>
                  <a:pt x="75509" y="961579"/>
                </a:lnTo>
                <a:lnTo>
                  <a:pt x="74784" y="972146"/>
                </a:lnTo>
                <a:lnTo>
                  <a:pt x="74077" y="982713"/>
                </a:lnTo>
                <a:lnTo>
                  <a:pt x="73398" y="993279"/>
                </a:lnTo>
                <a:lnTo>
                  <a:pt x="72759" y="1003846"/>
                </a:lnTo>
                <a:lnTo>
                  <a:pt x="72171" y="1014413"/>
                </a:lnTo>
                <a:lnTo>
                  <a:pt x="71643" y="1024980"/>
                </a:lnTo>
                <a:lnTo>
                  <a:pt x="71189" y="1035547"/>
                </a:lnTo>
                <a:lnTo>
                  <a:pt x="70823" y="1046113"/>
                </a:lnTo>
                <a:lnTo>
                  <a:pt x="70562" y="1056680"/>
                </a:lnTo>
                <a:lnTo>
                  <a:pt x="70427" y="1067247"/>
                </a:lnTo>
                <a:lnTo>
                  <a:pt x="70443" y="1077814"/>
                </a:lnTo>
                <a:lnTo>
                  <a:pt x="70643" y="1088381"/>
                </a:lnTo>
                <a:lnTo>
                  <a:pt x="71067" y="1098947"/>
                </a:lnTo>
                <a:lnTo>
                  <a:pt x="71757" y="1109514"/>
                </a:lnTo>
                <a:lnTo>
                  <a:pt x="72759" y="1120081"/>
                </a:lnTo>
                <a:lnTo>
                  <a:pt x="74118" y="1130648"/>
                </a:lnTo>
                <a:lnTo>
                  <a:pt x="75870" y="1141215"/>
                </a:lnTo>
                <a:lnTo>
                  <a:pt x="78033" y="1151781"/>
                </a:lnTo>
                <a:lnTo>
                  <a:pt x="80607" y="1162348"/>
                </a:lnTo>
                <a:lnTo>
                  <a:pt x="83557" y="1172915"/>
                </a:lnTo>
                <a:lnTo>
                  <a:pt x="86817" y="1183482"/>
                </a:lnTo>
                <a:lnTo>
                  <a:pt x="90281" y="1194049"/>
                </a:lnTo>
                <a:lnTo>
                  <a:pt x="93812" y="1204615"/>
                </a:lnTo>
                <a:lnTo>
                  <a:pt x="97242" y="1215182"/>
                </a:lnTo>
                <a:lnTo>
                  <a:pt x="100391" y="1225749"/>
                </a:lnTo>
                <a:lnTo>
                  <a:pt x="103075" y="1236316"/>
                </a:lnTo>
                <a:lnTo>
                  <a:pt x="105129" y="1246883"/>
                </a:lnTo>
                <a:lnTo>
                  <a:pt x="106419" y="1257449"/>
                </a:lnTo>
                <a:lnTo>
                  <a:pt x="106859" y="1268016"/>
                </a:lnTo>
                <a:lnTo>
                  <a:pt x="106859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5" name="01_find_only_754">
            <a:extLst>
              <a:ext uri="{FF2B5EF4-FFF2-40B4-BE49-F238E27FC236}">
                <a16:creationId xmlns:a16="http://schemas.microsoft.com/office/drawing/2014/main" id="{54CEFB34-FC64-4083-A397-71CEC19E6C17}"/>
              </a:ext>
            </a:extLst>
          </p:cNvPr>
          <p:cNvSpPr>
            <a:spLocks noGrp="1"/>
          </p:cNvSpPr>
          <p:nvPr/>
        </p:nvSpPr>
        <p:spPr>
          <a:xfrm>
            <a:off x="515251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0067" y="1268016"/>
                </a:moveTo>
                <a:lnTo>
                  <a:pt x="39933" y="1268016"/>
                </a:lnTo>
                <a:lnTo>
                  <a:pt x="40194" y="1257449"/>
                </a:lnTo>
                <a:lnTo>
                  <a:pt x="40958" y="1246883"/>
                </a:lnTo>
                <a:lnTo>
                  <a:pt x="42174" y="1236316"/>
                </a:lnTo>
                <a:lnTo>
                  <a:pt x="43763" y="1225749"/>
                </a:lnTo>
                <a:lnTo>
                  <a:pt x="45628" y="1215182"/>
                </a:lnTo>
                <a:lnTo>
                  <a:pt x="47660" y="1204615"/>
                </a:lnTo>
                <a:lnTo>
                  <a:pt x="49751" y="1194049"/>
                </a:lnTo>
                <a:lnTo>
                  <a:pt x="51802" y="1183482"/>
                </a:lnTo>
                <a:lnTo>
                  <a:pt x="53733" y="1172915"/>
                </a:lnTo>
                <a:lnTo>
                  <a:pt x="55479" y="1162348"/>
                </a:lnTo>
                <a:lnTo>
                  <a:pt x="57002" y="1151781"/>
                </a:lnTo>
                <a:lnTo>
                  <a:pt x="58283" y="1141215"/>
                </a:lnTo>
                <a:lnTo>
                  <a:pt x="59319" y="1130648"/>
                </a:lnTo>
                <a:lnTo>
                  <a:pt x="60123" y="1120081"/>
                </a:lnTo>
                <a:lnTo>
                  <a:pt x="60718" y="1109514"/>
                </a:lnTo>
                <a:lnTo>
                  <a:pt x="61129" y="1098947"/>
                </a:lnTo>
                <a:lnTo>
                  <a:pt x="61384" y="1088381"/>
                </a:lnTo>
                <a:lnTo>
                  <a:pt x="61511" y="1077814"/>
                </a:lnTo>
                <a:lnTo>
                  <a:pt x="61533" y="1067247"/>
                </a:lnTo>
                <a:lnTo>
                  <a:pt x="61470" y="1056680"/>
                </a:lnTo>
                <a:lnTo>
                  <a:pt x="61338" y="1046113"/>
                </a:lnTo>
                <a:lnTo>
                  <a:pt x="61151" y="1035547"/>
                </a:lnTo>
                <a:lnTo>
                  <a:pt x="60920" y="1024980"/>
                </a:lnTo>
                <a:lnTo>
                  <a:pt x="60655" y="1014413"/>
                </a:lnTo>
                <a:lnTo>
                  <a:pt x="60365" y="1003846"/>
                </a:lnTo>
                <a:lnTo>
                  <a:pt x="60057" y="993279"/>
                </a:lnTo>
                <a:lnTo>
                  <a:pt x="59739" y="982713"/>
                </a:lnTo>
                <a:lnTo>
                  <a:pt x="59419" y="972146"/>
                </a:lnTo>
                <a:lnTo>
                  <a:pt x="59104" y="961579"/>
                </a:lnTo>
                <a:lnTo>
                  <a:pt x="58799" y="951012"/>
                </a:lnTo>
                <a:lnTo>
                  <a:pt x="58511" y="940445"/>
                </a:lnTo>
                <a:lnTo>
                  <a:pt x="58245" y="929879"/>
                </a:lnTo>
                <a:lnTo>
                  <a:pt x="58005" y="919312"/>
                </a:lnTo>
                <a:lnTo>
                  <a:pt x="57795" y="908745"/>
                </a:lnTo>
                <a:lnTo>
                  <a:pt x="57618" y="898178"/>
                </a:lnTo>
                <a:lnTo>
                  <a:pt x="57477" y="887611"/>
                </a:lnTo>
                <a:lnTo>
                  <a:pt x="57374" y="877045"/>
                </a:lnTo>
                <a:lnTo>
                  <a:pt x="57308" y="866478"/>
                </a:lnTo>
                <a:lnTo>
                  <a:pt x="57278" y="855911"/>
                </a:lnTo>
                <a:lnTo>
                  <a:pt x="57277" y="845344"/>
                </a:lnTo>
                <a:lnTo>
                  <a:pt x="57298" y="834777"/>
                </a:lnTo>
                <a:lnTo>
                  <a:pt x="57328" y="824211"/>
                </a:lnTo>
                <a:lnTo>
                  <a:pt x="57351" y="813644"/>
                </a:lnTo>
                <a:lnTo>
                  <a:pt x="57347" y="803077"/>
                </a:lnTo>
                <a:lnTo>
                  <a:pt x="57295" y="792510"/>
                </a:lnTo>
                <a:lnTo>
                  <a:pt x="57172" y="781943"/>
                </a:lnTo>
                <a:lnTo>
                  <a:pt x="56958" y="771377"/>
                </a:lnTo>
                <a:lnTo>
                  <a:pt x="56633" y="760810"/>
                </a:lnTo>
                <a:lnTo>
                  <a:pt x="56186" y="750243"/>
                </a:lnTo>
                <a:lnTo>
                  <a:pt x="55610" y="739676"/>
                </a:lnTo>
                <a:lnTo>
                  <a:pt x="54911" y="729109"/>
                </a:lnTo>
                <a:lnTo>
                  <a:pt x="54104" y="718543"/>
                </a:lnTo>
                <a:lnTo>
                  <a:pt x="53217" y="707976"/>
                </a:lnTo>
                <a:lnTo>
                  <a:pt x="52286" y="697409"/>
                </a:lnTo>
                <a:lnTo>
                  <a:pt x="51360" y="686842"/>
                </a:lnTo>
                <a:lnTo>
                  <a:pt x="50490" y="676275"/>
                </a:lnTo>
                <a:lnTo>
                  <a:pt x="49728" y="665709"/>
                </a:lnTo>
                <a:lnTo>
                  <a:pt x="49122" y="655142"/>
                </a:lnTo>
                <a:lnTo>
                  <a:pt x="48711" y="644575"/>
                </a:lnTo>
                <a:lnTo>
                  <a:pt x="48518" y="634008"/>
                </a:lnTo>
                <a:lnTo>
                  <a:pt x="48549" y="623441"/>
                </a:lnTo>
                <a:lnTo>
                  <a:pt x="48794" y="612874"/>
                </a:lnTo>
                <a:lnTo>
                  <a:pt x="49222" y="602308"/>
                </a:lnTo>
                <a:lnTo>
                  <a:pt x="49790" y="591741"/>
                </a:lnTo>
                <a:lnTo>
                  <a:pt x="50441" y="581174"/>
                </a:lnTo>
                <a:lnTo>
                  <a:pt x="51118" y="570607"/>
                </a:lnTo>
                <a:lnTo>
                  <a:pt x="51760" y="560040"/>
                </a:lnTo>
                <a:lnTo>
                  <a:pt x="52315" y="549474"/>
                </a:lnTo>
                <a:lnTo>
                  <a:pt x="52741" y="538907"/>
                </a:lnTo>
                <a:lnTo>
                  <a:pt x="53011" y="528340"/>
                </a:lnTo>
                <a:lnTo>
                  <a:pt x="53114" y="517773"/>
                </a:lnTo>
                <a:lnTo>
                  <a:pt x="53055" y="507206"/>
                </a:lnTo>
                <a:lnTo>
                  <a:pt x="52857" y="496640"/>
                </a:lnTo>
                <a:lnTo>
                  <a:pt x="52553" y="486073"/>
                </a:lnTo>
                <a:lnTo>
                  <a:pt x="52187" y="475506"/>
                </a:lnTo>
                <a:lnTo>
                  <a:pt x="51809" y="464939"/>
                </a:lnTo>
                <a:lnTo>
                  <a:pt x="51470" y="454372"/>
                </a:lnTo>
                <a:lnTo>
                  <a:pt x="51214" y="443806"/>
                </a:lnTo>
                <a:lnTo>
                  <a:pt x="51080" y="433239"/>
                </a:lnTo>
                <a:lnTo>
                  <a:pt x="51093" y="422672"/>
                </a:lnTo>
                <a:lnTo>
                  <a:pt x="51267" y="412105"/>
                </a:lnTo>
                <a:lnTo>
                  <a:pt x="51600" y="401538"/>
                </a:lnTo>
                <a:lnTo>
                  <a:pt x="52080" y="390972"/>
                </a:lnTo>
                <a:lnTo>
                  <a:pt x="52682" y="380405"/>
                </a:lnTo>
                <a:lnTo>
                  <a:pt x="53376" y="369838"/>
                </a:lnTo>
                <a:lnTo>
                  <a:pt x="54128" y="359271"/>
                </a:lnTo>
                <a:lnTo>
                  <a:pt x="54906" y="348704"/>
                </a:lnTo>
                <a:lnTo>
                  <a:pt x="55677" y="338138"/>
                </a:lnTo>
                <a:lnTo>
                  <a:pt x="56416" y="327571"/>
                </a:lnTo>
                <a:lnTo>
                  <a:pt x="57104" y="317004"/>
                </a:lnTo>
                <a:lnTo>
                  <a:pt x="57726" y="306437"/>
                </a:lnTo>
                <a:lnTo>
                  <a:pt x="58274" y="295870"/>
                </a:lnTo>
                <a:lnTo>
                  <a:pt x="58742" y="285304"/>
                </a:lnTo>
                <a:lnTo>
                  <a:pt x="59131" y="274737"/>
                </a:lnTo>
                <a:lnTo>
                  <a:pt x="59440" y="264170"/>
                </a:lnTo>
                <a:lnTo>
                  <a:pt x="59669" y="253603"/>
                </a:lnTo>
                <a:lnTo>
                  <a:pt x="59817" y="243036"/>
                </a:lnTo>
                <a:lnTo>
                  <a:pt x="59880" y="232470"/>
                </a:lnTo>
                <a:lnTo>
                  <a:pt x="59848" y="221903"/>
                </a:lnTo>
                <a:lnTo>
                  <a:pt x="59704" y="211336"/>
                </a:lnTo>
                <a:lnTo>
                  <a:pt x="59422" y="200769"/>
                </a:lnTo>
                <a:lnTo>
                  <a:pt x="58965" y="190202"/>
                </a:lnTo>
                <a:lnTo>
                  <a:pt x="58283" y="179636"/>
                </a:lnTo>
                <a:lnTo>
                  <a:pt x="57314" y="169069"/>
                </a:lnTo>
                <a:lnTo>
                  <a:pt x="55987" y="158502"/>
                </a:lnTo>
                <a:lnTo>
                  <a:pt x="54225" y="147935"/>
                </a:lnTo>
                <a:lnTo>
                  <a:pt x="51951" y="137368"/>
                </a:lnTo>
                <a:lnTo>
                  <a:pt x="49102" y="126802"/>
                </a:lnTo>
                <a:lnTo>
                  <a:pt x="45637" y="116235"/>
                </a:lnTo>
                <a:lnTo>
                  <a:pt x="41549" y="105668"/>
                </a:lnTo>
                <a:lnTo>
                  <a:pt x="36882" y="95101"/>
                </a:lnTo>
                <a:lnTo>
                  <a:pt x="31733" y="84534"/>
                </a:lnTo>
                <a:lnTo>
                  <a:pt x="26261" y="73968"/>
                </a:lnTo>
                <a:lnTo>
                  <a:pt x="20681" y="63401"/>
                </a:lnTo>
                <a:lnTo>
                  <a:pt x="15253" y="52834"/>
                </a:lnTo>
                <a:lnTo>
                  <a:pt x="10265" y="42267"/>
                </a:lnTo>
                <a:lnTo>
                  <a:pt x="6008" y="31700"/>
                </a:lnTo>
                <a:lnTo>
                  <a:pt x="2748" y="21134"/>
                </a:lnTo>
                <a:lnTo>
                  <a:pt x="69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01" y="10567"/>
                </a:lnTo>
                <a:lnTo>
                  <a:pt x="127252" y="21134"/>
                </a:lnTo>
                <a:lnTo>
                  <a:pt x="123992" y="31700"/>
                </a:lnTo>
                <a:lnTo>
                  <a:pt x="119735" y="42267"/>
                </a:lnTo>
                <a:lnTo>
                  <a:pt x="114747" y="52834"/>
                </a:lnTo>
                <a:lnTo>
                  <a:pt x="109319" y="63401"/>
                </a:lnTo>
                <a:lnTo>
                  <a:pt x="103739" y="73968"/>
                </a:lnTo>
                <a:lnTo>
                  <a:pt x="98267" y="84534"/>
                </a:lnTo>
                <a:lnTo>
                  <a:pt x="93118" y="95101"/>
                </a:lnTo>
                <a:lnTo>
                  <a:pt x="88451" y="105668"/>
                </a:lnTo>
                <a:lnTo>
                  <a:pt x="84363" y="116235"/>
                </a:lnTo>
                <a:lnTo>
                  <a:pt x="80898" y="126802"/>
                </a:lnTo>
                <a:lnTo>
                  <a:pt x="78048" y="137368"/>
                </a:lnTo>
                <a:lnTo>
                  <a:pt x="75775" y="147935"/>
                </a:lnTo>
                <a:lnTo>
                  <a:pt x="74013" y="158502"/>
                </a:lnTo>
                <a:lnTo>
                  <a:pt x="72686" y="169069"/>
                </a:lnTo>
                <a:lnTo>
                  <a:pt x="71717" y="179636"/>
                </a:lnTo>
                <a:lnTo>
                  <a:pt x="71035" y="190202"/>
                </a:lnTo>
                <a:lnTo>
                  <a:pt x="70578" y="200769"/>
                </a:lnTo>
                <a:lnTo>
                  <a:pt x="70296" y="211336"/>
                </a:lnTo>
                <a:lnTo>
                  <a:pt x="70152" y="221903"/>
                </a:lnTo>
                <a:lnTo>
                  <a:pt x="70120" y="232470"/>
                </a:lnTo>
                <a:lnTo>
                  <a:pt x="70183" y="243036"/>
                </a:lnTo>
                <a:lnTo>
                  <a:pt x="70331" y="253603"/>
                </a:lnTo>
                <a:lnTo>
                  <a:pt x="70560" y="264170"/>
                </a:lnTo>
                <a:lnTo>
                  <a:pt x="70869" y="274737"/>
                </a:lnTo>
                <a:lnTo>
                  <a:pt x="71258" y="285304"/>
                </a:lnTo>
                <a:lnTo>
                  <a:pt x="71726" y="295870"/>
                </a:lnTo>
                <a:lnTo>
                  <a:pt x="72274" y="306437"/>
                </a:lnTo>
                <a:lnTo>
                  <a:pt x="72896" y="317004"/>
                </a:lnTo>
                <a:lnTo>
                  <a:pt x="73584" y="327571"/>
                </a:lnTo>
                <a:lnTo>
                  <a:pt x="74323" y="338138"/>
                </a:lnTo>
                <a:lnTo>
                  <a:pt x="75094" y="348704"/>
                </a:lnTo>
                <a:lnTo>
                  <a:pt x="75872" y="359271"/>
                </a:lnTo>
                <a:lnTo>
                  <a:pt x="76624" y="369838"/>
                </a:lnTo>
                <a:lnTo>
                  <a:pt x="77318" y="380405"/>
                </a:lnTo>
                <a:lnTo>
                  <a:pt x="77920" y="390972"/>
                </a:lnTo>
                <a:lnTo>
                  <a:pt x="78400" y="401538"/>
                </a:lnTo>
                <a:lnTo>
                  <a:pt x="78733" y="412105"/>
                </a:lnTo>
                <a:lnTo>
                  <a:pt x="78907" y="422672"/>
                </a:lnTo>
                <a:lnTo>
                  <a:pt x="78920" y="433239"/>
                </a:lnTo>
                <a:lnTo>
                  <a:pt x="78786" y="443806"/>
                </a:lnTo>
                <a:lnTo>
                  <a:pt x="78530" y="454372"/>
                </a:lnTo>
                <a:lnTo>
                  <a:pt x="78191" y="464939"/>
                </a:lnTo>
                <a:lnTo>
                  <a:pt x="77813" y="475506"/>
                </a:lnTo>
                <a:lnTo>
                  <a:pt x="77447" y="486073"/>
                </a:lnTo>
                <a:lnTo>
                  <a:pt x="77143" y="496640"/>
                </a:lnTo>
                <a:lnTo>
                  <a:pt x="76944" y="507206"/>
                </a:lnTo>
                <a:lnTo>
                  <a:pt x="76886" y="517773"/>
                </a:lnTo>
                <a:lnTo>
                  <a:pt x="76989" y="528340"/>
                </a:lnTo>
                <a:lnTo>
                  <a:pt x="77259" y="538907"/>
                </a:lnTo>
                <a:lnTo>
                  <a:pt x="77685" y="549474"/>
                </a:lnTo>
                <a:lnTo>
                  <a:pt x="78240" y="560040"/>
                </a:lnTo>
                <a:lnTo>
                  <a:pt x="78882" y="570607"/>
                </a:lnTo>
                <a:lnTo>
                  <a:pt x="79559" y="581174"/>
                </a:lnTo>
                <a:lnTo>
                  <a:pt x="80210" y="591741"/>
                </a:lnTo>
                <a:lnTo>
                  <a:pt x="80778" y="602308"/>
                </a:lnTo>
                <a:lnTo>
                  <a:pt x="81206" y="612874"/>
                </a:lnTo>
                <a:lnTo>
                  <a:pt x="81451" y="623441"/>
                </a:lnTo>
                <a:lnTo>
                  <a:pt x="81482" y="634008"/>
                </a:lnTo>
                <a:lnTo>
                  <a:pt x="81289" y="644575"/>
                </a:lnTo>
                <a:lnTo>
                  <a:pt x="80878" y="655142"/>
                </a:lnTo>
                <a:lnTo>
                  <a:pt x="80272" y="665709"/>
                </a:lnTo>
                <a:lnTo>
                  <a:pt x="79510" y="676275"/>
                </a:lnTo>
                <a:lnTo>
                  <a:pt x="78640" y="686842"/>
                </a:lnTo>
                <a:lnTo>
                  <a:pt x="77714" y="697409"/>
                </a:lnTo>
                <a:lnTo>
                  <a:pt x="76783" y="707976"/>
                </a:lnTo>
                <a:lnTo>
                  <a:pt x="75896" y="718543"/>
                </a:lnTo>
                <a:lnTo>
                  <a:pt x="75089" y="729109"/>
                </a:lnTo>
                <a:lnTo>
                  <a:pt x="74390" y="739676"/>
                </a:lnTo>
                <a:lnTo>
                  <a:pt x="73814" y="750243"/>
                </a:lnTo>
                <a:lnTo>
                  <a:pt x="73367" y="760810"/>
                </a:lnTo>
                <a:lnTo>
                  <a:pt x="73042" y="771377"/>
                </a:lnTo>
                <a:lnTo>
                  <a:pt x="72828" y="781943"/>
                </a:lnTo>
                <a:lnTo>
                  <a:pt x="72705" y="792510"/>
                </a:lnTo>
                <a:lnTo>
                  <a:pt x="72653" y="803077"/>
                </a:lnTo>
                <a:lnTo>
                  <a:pt x="72649" y="813644"/>
                </a:lnTo>
                <a:lnTo>
                  <a:pt x="72672" y="824211"/>
                </a:lnTo>
                <a:lnTo>
                  <a:pt x="72702" y="834777"/>
                </a:lnTo>
                <a:lnTo>
                  <a:pt x="72723" y="845344"/>
                </a:lnTo>
                <a:lnTo>
                  <a:pt x="72722" y="855911"/>
                </a:lnTo>
                <a:lnTo>
                  <a:pt x="72692" y="866478"/>
                </a:lnTo>
                <a:lnTo>
                  <a:pt x="72626" y="877045"/>
                </a:lnTo>
                <a:lnTo>
                  <a:pt x="72523" y="887611"/>
                </a:lnTo>
                <a:lnTo>
                  <a:pt x="72382" y="898178"/>
                </a:lnTo>
                <a:lnTo>
                  <a:pt x="72205" y="908745"/>
                </a:lnTo>
                <a:lnTo>
                  <a:pt x="71995" y="919312"/>
                </a:lnTo>
                <a:lnTo>
                  <a:pt x="71755" y="929879"/>
                </a:lnTo>
                <a:lnTo>
                  <a:pt x="71489" y="940445"/>
                </a:lnTo>
                <a:lnTo>
                  <a:pt x="71201" y="951012"/>
                </a:lnTo>
                <a:lnTo>
                  <a:pt x="70896" y="961579"/>
                </a:lnTo>
                <a:lnTo>
                  <a:pt x="70581" y="972146"/>
                </a:lnTo>
                <a:lnTo>
                  <a:pt x="70261" y="982713"/>
                </a:lnTo>
                <a:lnTo>
                  <a:pt x="69943" y="993279"/>
                </a:lnTo>
                <a:lnTo>
                  <a:pt x="69635" y="1003846"/>
                </a:lnTo>
                <a:lnTo>
                  <a:pt x="69345" y="1014413"/>
                </a:lnTo>
                <a:lnTo>
                  <a:pt x="69080" y="1024980"/>
                </a:lnTo>
                <a:lnTo>
                  <a:pt x="68849" y="1035547"/>
                </a:lnTo>
                <a:lnTo>
                  <a:pt x="68662" y="1046113"/>
                </a:lnTo>
                <a:lnTo>
                  <a:pt x="68530" y="1056680"/>
                </a:lnTo>
                <a:lnTo>
                  <a:pt x="68467" y="1067247"/>
                </a:lnTo>
                <a:lnTo>
                  <a:pt x="68489" y="1077814"/>
                </a:lnTo>
                <a:lnTo>
                  <a:pt x="68616" y="1088381"/>
                </a:lnTo>
                <a:lnTo>
                  <a:pt x="68871" y="1098947"/>
                </a:lnTo>
                <a:lnTo>
                  <a:pt x="69282" y="1109514"/>
                </a:lnTo>
                <a:lnTo>
                  <a:pt x="69877" y="1120081"/>
                </a:lnTo>
                <a:lnTo>
                  <a:pt x="70681" y="1130648"/>
                </a:lnTo>
                <a:lnTo>
                  <a:pt x="71717" y="1141215"/>
                </a:lnTo>
                <a:lnTo>
                  <a:pt x="72998" y="1151781"/>
                </a:lnTo>
                <a:lnTo>
                  <a:pt x="74521" y="1162348"/>
                </a:lnTo>
                <a:lnTo>
                  <a:pt x="76267" y="1172915"/>
                </a:lnTo>
                <a:lnTo>
                  <a:pt x="78198" y="1183482"/>
                </a:lnTo>
                <a:lnTo>
                  <a:pt x="80249" y="1194049"/>
                </a:lnTo>
                <a:lnTo>
                  <a:pt x="82340" y="1204615"/>
                </a:lnTo>
                <a:lnTo>
                  <a:pt x="84372" y="1215182"/>
                </a:lnTo>
                <a:lnTo>
                  <a:pt x="86237" y="1225749"/>
                </a:lnTo>
                <a:lnTo>
                  <a:pt x="87826" y="1236316"/>
                </a:lnTo>
                <a:lnTo>
                  <a:pt x="89042" y="1246883"/>
                </a:lnTo>
                <a:lnTo>
                  <a:pt x="89806" y="1257449"/>
                </a:lnTo>
                <a:lnTo>
                  <a:pt x="90067" y="1268016"/>
                </a:lnTo>
                <a:lnTo>
                  <a:pt x="9006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6" name="01_find_only_755">
            <a:extLst>
              <a:ext uri="{FF2B5EF4-FFF2-40B4-BE49-F238E27FC236}">
                <a16:creationId xmlns:a16="http://schemas.microsoft.com/office/drawing/2014/main" id="{EC327409-9CF6-4987-9360-F7EC21011014}"/>
              </a:ext>
            </a:extLst>
          </p:cNvPr>
          <p:cNvSpPr>
            <a:spLocks noGrp="1"/>
          </p:cNvSpPr>
          <p:nvPr/>
        </p:nvSpPr>
        <p:spPr>
          <a:xfrm>
            <a:off x="566179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7607" y="1268016"/>
                </a:moveTo>
                <a:lnTo>
                  <a:pt x="42393" y="1268016"/>
                </a:lnTo>
                <a:lnTo>
                  <a:pt x="42627" y="1257449"/>
                </a:lnTo>
                <a:lnTo>
                  <a:pt x="43312" y="1246883"/>
                </a:lnTo>
                <a:lnTo>
                  <a:pt x="44404" y="1236316"/>
                </a:lnTo>
                <a:lnTo>
                  <a:pt x="45832" y="1225749"/>
                </a:lnTo>
                <a:lnTo>
                  <a:pt x="47506" y="1215182"/>
                </a:lnTo>
                <a:lnTo>
                  <a:pt x="49330" y="1204615"/>
                </a:lnTo>
                <a:lnTo>
                  <a:pt x="51208" y="1194049"/>
                </a:lnTo>
                <a:lnTo>
                  <a:pt x="53050" y="1183482"/>
                </a:lnTo>
                <a:lnTo>
                  <a:pt x="54782" y="1172915"/>
                </a:lnTo>
                <a:lnTo>
                  <a:pt x="56350" y="1162348"/>
                </a:lnTo>
                <a:lnTo>
                  <a:pt x="57716" y="1151781"/>
                </a:lnTo>
                <a:lnTo>
                  <a:pt x="58864" y="1141215"/>
                </a:lnTo>
                <a:lnTo>
                  <a:pt x="59792" y="1130648"/>
                </a:lnTo>
                <a:lnTo>
                  <a:pt x="60511" y="1120081"/>
                </a:lnTo>
                <a:lnTo>
                  <a:pt x="61041" y="1109514"/>
                </a:lnTo>
                <a:lnTo>
                  <a:pt x="61405" y="1098947"/>
                </a:lnTo>
                <a:lnTo>
                  <a:pt x="61629" y="1088381"/>
                </a:lnTo>
                <a:lnTo>
                  <a:pt x="61736" y="1077814"/>
                </a:lnTo>
                <a:lnTo>
                  <a:pt x="61748" y="1067247"/>
                </a:lnTo>
                <a:lnTo>
                  <a:pt x="61683" y="1056680"/>
                </a:lnTo>
                <a:lnTo>
                  <a:pt x="61554" y="1046113"/>
                </a:lnTo>
                <a:lnTo>
                  <a:pt x="61376" y="1035547"/>
                </a:lnTo>
                <a:lnTo>
                  <a:pt x="61157" y="1024980"/>
                </a:lnTo>
                <a:lnTo>
                  <a:pt x="60906" y="1014413"/>
                </a:lnTo>
                <a:lnTo>
                  <a:pt x="60632" y="1003846"/>
                </a:lnTo>
                <a:lnTo>
                  <a:pt x="60341" y="993279"/>
                </a:lnTo>
                <a:lnTo>
                  <a:pt x="60041" y="982713"/>
                </a:lnTo>
                <a:lnTo>
                  <a:pt x="59739" y="972146"/>
                </a:lnTo>
                <a:lnTo>
                  <a:pt x="59442" y="961579"/>
                </a:lnTo>
                <a:lnTo>
                  <a:pt x="59155" y="951012"/>
                </a:lnTo>
                <a:lnTo>
                  <a:pt x="58884" y="940445"/>
                </a:lnTo>
                <a:lnTo>
                  <a:pt x="58633" y="929879"/>
                </a:lnTo>
                <a:lnTo>
                  <a:pt x="58407" y="919312"/>
                </a:lnTo>
                <a:lnTo>
                  <a:pt x="58209" y="908745"/>
                </a:lnTo>
                <a:lnTo>
                  <a:pt x="58042" y="898178"/>
                </a:lnTo>
                <a:lnTo>
                  <a:pt x="57910" y="887611"/>
                </a:lnTo>
                <a:lnTo>
                  <a:pt x="57814" y="877045"/>
                </a:lnTo>
                <a:lnTo>
                  <a:pt x="57753" y="866478"/>
                </a:lnTo>
                <a:lnTo>
                  <a:pt x="57727" y="855911"/>
                </a:lnTo>
                <a:lnTo>
                  <a:pt x="57731" y="845344"/>
                </a:lnTo>
                <a:lnTo>
                  <a:pt x="57757" y="834777"/>
                </a:lnTo>
                <a:lnTo>
                  <a:pt x="57793" y="824211"/>
                </a:lnTo>
                <a:lnTo>
                  <a:pt x="57827" y="813644"/>
                </a:lnTo>
                <a:lnTo>
                  <a:pt x="57841" y="803077"/>
                </a:lnTo>
                <a:lnTo>
                  <a:pt x="57815" y="792510"/>
                </a:lnTo>
                <a:lnTo>
                  <a:pt x="57731" y="781943"/>
                </a:lnTo>
                <a:lnTo>
                  <a:pt x="57569" y="771377"/>
                </a:lnTo>
                <a:lnTo>
                  <a:pt x="57313" y="760810"/>
                </a:lnTo>
                <a:lnTo>
                  <a:pt x="56953" y="750243"/>
                </a:lnTo>
                <a:lnTo>
                  <a:pt x="56483" y="739676"/>
                </a:lnTo>
                <a:lnTo>
                  <a:pt x="55908" y="729109"/>
                </a:lnTo>
                <a:lnTo>
                  <a:pt x="55241" y="718543"/>
                </a:lnTo>
                <a:lnTo>
                  <a:pt x="54506" y="707976"/>
                </a:lnTo>
                <a:lnTo>
                  <a:pt x="53736" y="697409"/>
                </a:lnTo>
                <a:lnTo>
                  <a:pt x="52971" y="686842"/>
                </a:lnTo>
                <a:lnTo>
                  <a:pt x="52256" y="676275"/>
                </a:lnTo>
                <a:lnTo>
                  <a:pt x="51636" y="665709"/>
                </a:lnTo>
                <a:lnTo>
                  <a:pt x="51152" y="655142"/>
                </a:lnTo>
                <a:lnTo>
                  <a:pt x="50836" y="644575"/>
                </a:lnTo>
                <a:lnTo>
                  <a:pt x="50709" y="634008"/>
                </a:lnTo>
                <a:lnTo>
                  <a:pt x="50775" y="623441"/>
                </a:lnTo>
                <a:lnTo>
                  <a:pt x="51022" y="612874"/>
                </a:lnTo>
                <a:lnTo>
                  <a:pt x="51423" y="602308"/>
                </a:lnTo>
                <a:lnTo>
                  <a:pt x="51939" y="591741"/>
                </a:lnTo>
                <a:lnTo>
                  <a:pt x="52519" y="581174"/>
                </a:lnTo>
                <a:lnTo>
                  <a:pt x="53111" y="570607"/>
                </a:lnTo>
                <a:lnTo>
                  <a:pt x="53662" y="560040"/>
                </a:lnTo>
                <a:lnTo>
                  <a:pt x="54125" y="549474"/>
                </a:lnTo>
                <a:lnTo>
                  <a:pt x="54464" y="538907"/>
                </a:lnTo>
                <a:lnTo>
                  <a:pt x="54654" y="528340"/>
                </a:lnTo>
                <a:lnTo>
                  <a:pt x="54687" y="517773"/>
                </a:lnTo>
                <a:lnTo>
                  <a:pt x="54568" y="507206"/>
                </a:lnTo>
                <a:lnTo>
                  <a:pt x="54319" y="496640"/>
                </a:lnTo>
                <a:lnTo>
                  <a:pt x="53970" y="486073"/>
                </a:lnTo>
                <a:lnTo>
                  <a:pt x="53563" y="475506"/>
                </a:lnTo>
                <a:lnTo>
                  <a:pt x="53143" y="464939"/>
                </a:lnTo>
                <a:lnTo>
                  <a:pt x="52755" y="454372"/>
                </a:lnTo>
                <a:lnTo>
                  <a:pt x="52442" y="443806"/>
                </a:lnTo>
                <a:lnTo>
                  <a:pt x="52239" y="433239"/>
                </a:lnTo>
                <a:lnTo>
                  <a:pt x="52170" y="422672"/>
                </a:lnTo>
                <a:lnTo>
                  <a:pt x="52249" y="412105"/>
                </a:lnTo>
                <a:lnTo>
                  <a:pt x="52477" y="401538"/>
                </a:lnTo>
                <a:lnTo>
                  <a:pt x="52843" y="390972"/>
                </a:lnTo>
                <a:lnTo>
                  <a:pt x="53328" y="380405"/>
                </a:lnTo>
                <a:lnTo>
                  <a:pt x="53904" y="369838"/>
                </a:lnTo>
                <a:lnTo>
                  <a:pt x="54542" y="359271"/>
                </a:lnTo>
                <a:lnTo>
                  <a:pt x="55212" y="348704"/>
                </a:lnTo>
                <a:lnTo>
                  <a:pt x="55886" y="338138"/>
                </a:lnTo>
                <a:lnTo>
                  <a:pt x="56538" y="327571"/>
                </a:lnTo>
                <a:lnTo>
                  <a:pt x="57148" y="317004"/>
                </a:lnTo>
                <a:lnTo>
                  <a:pt x="57703" y="306437"/>
                </a:lnTo>
                <a:lnTo>
                  <a:pt x="58193" y="295870"/>
                </a:lnTo>
                <a:lnTo>
                  <a:pt x="58613" y="285304"/>
                </a:lnTo>
                <a:lnTo>
                  <a:pt x="58962" y="274737"/>
                </a:lnTo>
                <a:lnTo>
                  <a:pt x="59239" y="264170"/>
                </a:lnTo>
                <a:lnTo>
                  <a:pt x="59446" y="253603"/>
                </a:lnTo>
                <a:lnTo>
                  <a:pt x="59583" y="243036"/>
                </a:lnTo>
                <a:lnTo>
                  <a:pt x="59647" y="232470"/>
                </a:lnTo>
                <a:lnTo>
                  <a:pt x="59629" y="221903"/>
                </a:lnTo>
                <a:lnTo>
                  <a:pt x="59514" y="211336"/>
                </a:lnTo>
                <a:lnTo>
                  <a:pt x="59276" y="200769"/>
                </a:lnTo>
                <a:lnTo>
                  <a:pt x="58877" y="190202"/>
                </a:lnTo>
                <a:lnTo>
                  <a:pt x="58266" y="179636"/>
                </a:lnTo>
                <a:lnTo>
                  <a:pt x="57376" y="169069"/>
                </a:lnTo>
                <a:lnTo>
                  <a:pt x="56133" y="158502"/>
                </a:lnTo>
                <a:lnTo>
                  <a:pt x="54454" y="147935"/>
                </a:lnTo>
                <a:lnTo>
                  <a:pt x="52258" y="137368"/>
                </a:lnTo>
                <a:lnTo>
                  <a:pt x="49474" y="126802"/>
                </a:lnTo>
                <a:lnTo>
                  <a:pt x="46056" y="116235"/>
                </a:lnTo>
                <a:lnTo>
                  <a:pt x="41994" y="105668"/>
                </a:lnTo>
                <a:lnTo>
                  <a:pt x="37329" y="95101"/>
                </a:lnTo>
                <a:lnTo>
                  <a:pt x="32159" y="84534"/>
                </a:lnTo>
                <a:lnTo>
                  <a:pt x="26644" y="73968"/>
                </a:lnTo>
                <a:lnTo>
                  <a:pt x="21003" y="63401"/>
                </a:lnTo>
                <a:lnTo>
                  <a:pt x="15503" y="52834"/>
                </a:lnTo>
                <a:lnTo>
                  <a:pt x="10441" y="42267"/>
                </a:lnTo>
                <a:lnTo>
                  <a:pt x="6114" y="31700"/>
                </a:lnTo>
                <a:lnTo>
                  <a:pt x="2797" y="21134"/>
                </a:lnTo>
                <a:lnTo>
                  <a:pt x="712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8" y="10567"/>
                </a:lnTo>
                <a:lnTo>
                  <a:pt x="127203" y="21134"/>
                </a:lnTo>
                <a:lnTo>
                  <a:pt x="123886" y="31700"/>
                </a:lnTo>
                <a:lnTo>
                  <a:pt x="119560" y="42267"/>
                </a:lnTo>
                <a:lnTo>
                  <a:pt x="114497" y="52834"/>
                </a:lnTo>
                <a:lnTo>
                  <a:pt x="108997" y="63401"/>
                </a:lnTo>
                <a:lnTo>
                  <a:pt x="103356" y="73968"/>
                </a:lnTo>
                <a:lnTo>
                  <a:pt x="97841" y="84534"/>
                </a:lnTo>
                <a:lnTo>
                  <a:pt x="92671" y="95101"/>
                </a:lnTo>
                <a:lnTo>
                  <a:pt x="88006" y="105668"/>
                </a:lnTo>
                <a:lnTo>
                  <a:pt x="83944" y="116235"/>
                </a:lnTo>
                <a:lnTo>
                  <a:pt x="80526" y="126802"/>
                </a:lnTo>
                <a:lnTo>
                  <a:pt x="77742" y="137368"/>
                </a:lnTo>
                <a:lnTo>
                  <a:pt x="75546" y="147935"/>
                </a:lnTo>
                <a:lnTo>
                  <a:pt x="73867" y="158502"/>
                </a:lnTo>
                <a:lnTo>
                  <a:pt x="72624" y="169069"/>
                </a:lnTo>
                <a:lnTo>
                  <a:pt x="71734" y="179636"/>
                </a:lnTo>
                <a:lnTo>
                  <a:pt x="71123" y="190202"/>
                </a:lnTo>
                <a:lnTo>
                  <a:pt x="70724" y="200769"/>
                </a:lnTo>
                <a:lnTo>
                  <a:pt x="70486" y="211336"/>
                </a:lnTo>
                <a:lnTo>
                  <a:pt x="70371" y="221903"/>
                </a:lnTo>
                <a:lnTo>
                  <a:pt x="70353" y="232470"/>
                </a:lnTo>
                <a:lnTo>
                  <a:pt x="70417" y="243036"/>
                </a:lnTo>
                <a:lnTo>
                  <a:pt x="70554" y="253603"/>
                </a:lnTo>
                <a:lnTo>
                  <a:pt x="70761" y="264170"/>
                </a:lnTo>
                <a:lnTo>
                  <a:pt x="71038" y="274737"/>
                </a:lnTo>
                <a:lnTo>
                  <a:pt x="71387" y="285304"/>
                </a:lnTo>
                <a:lnTo>
                  <a:pt x="71807" y="295870"/>
                </a:lnTo>
                <a:lnTo>
                  <a:pt x="72297" y="306437"/>
                </a:lnTo>
                <a:lnTo>
                  <a:pt x="72852" y="317004"/>
                </a:lnTo>
                <a:lnTo>
                  <a:pt x="73463" y="327571"/>
                </a:lnTo>
                <a:lnTo>
                  <a:pt x="74114" y="338138"/>
                </a:lnTo>
                <a:lnTo>
                  <a:pt x="74788" y="348704"/>
                </a:lnTo>
                <a:lnTo>
                  <a:pt x="75458" y="359271"/>
                </a:lnTo>
                <a:lnTo>
                  <a:pt x="76096" y="369838"/>
                </a:lnTo>
                <a:lnTo>
                  <a:pt x="76672" y="380405"/>
                </a:lnTo>
                <a:lnTo>
                  <a:pt x="77157" y="390972"/>
                </a:lnTo>
                <a:lnTo>
                  <a:pt x="77523" y="401538"/>
                </a:lnTo>
                <a:lnTo>
                  <a:pt x="77751" y="412105"/>
                </a:lnTo>
                <a:lnTo>
                  <a:pt x="77830" y="422672"/>
                </a:lnTo>
                <a:lnTo>
                  <a:pt x="77761" y="433239"/>
                </a:lnTo>
                <a:lnTo>
                  <a:pt x="77558" y="443806"/>
                </a:lnTo>
                <a:lnTo>
                  <a:pt x="77245" y="454372"/>
                </a:lnTo>
                <a:lnTo>
                  <a:pt x="76857" y="464939"/>
                </a:lnTo>
                <a:lnTo>
                  <a:pt x="76437" y="475506"/>
                </a:lnTo>
                <a:lnTo>
                  <a:pt x="76030" y="486073"/>
                </a:lnTo>
                <a:lnTo>
                  <a:pt x="75681" y="496640"/>
                </a:lnTo>
                <a:lnTo>
                  <a:pt x="75432" y="507206"/>
                </a:lnTo>
                <a:lnTo>
                  <a:pt x="75313" y="517773"/>
                </a:lnTo>
                <a:lnTo>
                  <a:pt x="75346" y="528340"/>
                </a:lnTo>
                <a:lnTo>
                  <a:pt x="75536" y="538907"/>
                </a:lnTo>
                <a:lnTo>
                  <a:pt x="75875" y="549474"/>
                </a:lnTo>
                <a:lnTo>
                  <a:pt x="76338" y="560040"/>
                </a:lnTo>
                <a:lnTo>
                  <a:pt x="76889" y="570607"/>
                </a:lnTo>
                <a:lnTo>
                  <a:pt x="77481" y="581174"/>
                </a:lnTo>
                <a:lnTo>
                  <a:pt x="78061" y="591741"/>
                </a:lnTo>
                <a:lnTo>
                  <a:pt x="78577" y="602308"/>
                </a:lnTo>
                <a:lnTo>
                  <a:pt x="78978" y="612874"/>
                </a:lnTo>
                <a:lnTo>
                  <a:pt x="79225" y="623441"/>
                </a:lnTo>
                <a:lnTo>
                  <a:pt x="79291" y="634008"/>
                </a:lnTo>
                <a:lnTo>
                  <a:pt x="79164" y="644575"/>
                </a:lnTo>
                <a:lnTo>
                  <a:pt x="78848" y="655142"/>
                </a:lnTo>
                <a:lnTo>
                  <a:pt x="78364" y="665709"/>
                </a:lnTo>
                <a:lnTo>
                  <a:pt x="77744" y="676275"/>
                </a:lnTo>
                <a:lnTo>
                  <a:pt x="77029" y="686842"/>
                </a:lnTo>
                <a:lnTo>
                  <a:pt x="76264" y="697409"/>
                </a:lnTo>
                <a:lnTo>
                  <a:pt x="75494" y="707976"/>
                </a:lnTo>
                <a:lnTo>
                  <a:pt x="74759" y="718543"/>
                </a:lnTo>
                <a:lnTo>
                  <a:pt x="74092" y="729109"/>
                </a:lnTo>
                <a:lnTo>
                  <a:pt x="73517" y="739676"/>
                </a:lnTo>
                <a:lnTo>
                  <a:pt x="73047" y="750243"/>
                </a:lnTo>
                <a:lnTo>
                  <a:pt x="72687" y="760810"/>
                </a:lnTo>
                <a:lnTo>
                  <a:pt x="72431" y="771377"/>
                </a:lnTo>
                <a:lnTo>
                  <a:pt x="72269" y="781943"/>
                </a:lnTo>
                <a:lnTo>
                  <a:pt x="72185" y="792510"/>
                </a:lnTo>
                <a:lnTo>
                  <a:pt x="72159" y="803077"/>
                </a:lnTo>
                <a:lnTo>
                  <a:pt x="72173" y="813644"/>
                </a:lnTo>
                <a:lnTo>
                  <a:pt x="72207" y="824211"/>
                </a:lnTo>
                <a:lnTo>
                  <a:pt x="72243" y="834777"/>
                </a:lnTo>
                <a:lnTo>
                  <a:pt x="72269" y="845344"/>
                </a:lnTo>
                <a:lnTo>
                  <a:pt x="72273" y="855911"/>
                </a:lnTo>
                <a:lnTo>
                  <a:pt x="72247" y="866478"/>
                </a:lnTo>
                <a:lnTo>
                  <a:pt x="72186" y="877045"/>
                </a:lnTo>
                <a:lnTo>
                  <a:pt x="72090" y="887611"/>
                </a:lnTo>
                <a:lnTo>
                  <a:pt x="71958" y="898178"/>
                </a:lnTo>
                <a:lnTo>
                  <a:pt x="71791" y="908745"/>
                </a:lnTo>
                <a:lnTo>
                  <a:pt x="71593" y="919312"/>
                </a:lnTo>
                <a:lnTo>
                  <a:pt x="71367" y="929879"/>
                </a:lnTo>
                <a:lnTo>
                  <a:pt x="71116" y="940445"/>
                </a:lnTo>
                <a:lnTo>
                  <a:pt x="70845" y="951012"/>
                </a:lnTo>
                <a:lnTo>
                  <a:pt x="70558" y="961579"/>
                </a:lnTo>
                <a:lnTo>
                  <a:pt x="70261" y="972146"/>
                </a:lnTo>
                <a:lnTo>
                  <a:pt x="69959" y="982713"/>
                </a:lnTo>
                <a:lnTo>
                  <a:pt x="69659" y="993279"/>
                </a:lnTo>
                <a:lnTo>
                  <a:pt x="69368" y="1003846"/>
                </a:lnTo>
                <a:lnTo>
                  <a:pt x="69094" y="1014413"/>
                </a:lnTo>
                <a:lnTo>
                  <a:pt x="68843" y="1024980"/>
                </a:lnTo>
                <a:lnTo>
                  <a:pt x="68624" y="1035547"/>
                </a:lnTo>
                <a:lnTo>
                  <a:pt x="68446" y="1046113"/>
                </a:lnTo>
                <a:lnTo>
                  <a:pt x="68317" y="1056680"/>
                </a:lnTo>
                <a:lnTo>
                  <a:pt x="68252" y="1067247"/>
                </a:lnTo>
                <a:lnTo>
                  <a:pt x="68264" y="1077814"/>
                </a:lnTo>
                <a:lnTo>
                  <a:pt x="68371" y="1088381"/>
                </a:lnTo>
                <a:lnTo>
                  <a:pt x="68595" y="1098947"/>
                </a:lnTo>
                <a:lnTo>
                  <a:pt x="68959" y="1109514"/>
                </a:lnTo>
                <a:lnTo>
                  <a:pt x="69489" y="1120081"/>
                </a:lnTo>
                <a:lnTo>
                  <a:pt x="70208" y="1130648"/>
                </a:lnTo>
                <a:lnTo>
                  <a:pt x="71136" y="1141215"/>
                </a:lnTo>
                <a:lnTo>
                  <a:pt x="72284" y="1151781"/>
                </a:lnTo>
                <a:lnTo>
                  <a:pt x="73650" y="1162348"/>
                </a:lnTo>
                <a:lnTo>
                  <a:pt x="75218" y="1172915"/>
                </a:lnTo>
                <a:lnTo>
                  <a:pt x="76950" y="1183482"/>
                </a:lnTo>
                <a:lnTo>
                  <a:pt x="78792" y="1194049"/>
                </a:lnTo>
                <a:lnTo>
                  <a:pt x="80670" y="1204615"/>
                </a:lnTo>
                <a:lnTo>
                  <a:pt x="82494" y="1215182"/>
                </a:lnTo>
                <a:lnTo>
                  <a:pt x="84168" y="1225749"/>
                </a:lnTo>
                <a:lnTo>
                  <a:pt x="85596" y="1236316"/>
                </a:lnTo>
                <a:lnTo>
                  <a:pt x="86688" y="1246883"/>
                </a:lnTo>
                <a:lnTo>
                  <a:pt x="87373" y="1257449"/>
                </a:lnTo>
                <a:lnTo>
                  <a:pt x="87607" y="1268016"/>
                </a:lnTo>
                <a:lnTo>
                  <a:pt x="8760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7" name="01_find_only_756">
            <a:extLst>
              <a:ext uri="{FF2B5EF4-FFF2-40B4-BE49-F238E27FC236}">
                <a16:creationId xmlns:a16="http://schemas.microsoft.com/office/drawing/2014/main" id="{291BE996-CC40-4D74-B11C-BBBCA01B72ED}"/>
              </a:ext>
            </a:extLst>
          </p:cNvPr>
          <p:cNvSpPr>
            <a:spLocks noGrp="1"/>
          </p:cNvSpPr>
          <p:nvPr/>
        </p:nvSpPr>
        <p:spPr>
          <a:xfrm>
            <a:off x="420016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8" name="01_find_only_757">
            <a:extLst>
              <a:ext uri="{FF2B5EF4-FFF2-40B4-BE49-F238E27FC236}">
                <a16:creationId xmlns:a16="http://schemas.microsoft.com/office/drawing/2014/main" id="{F852CB9F-5E47-43CE-998C-375A02BD05EB}"/>
              </a:ext>
            </a:extLst>
          </p:cNvPr>
          <p:cNvSpPr>
            <a:spLocks noGrp="1"/>
          </p:cNvSpPr>
          <p:nvPr/>
        </p:nvSpPr>
        <p:spPr>
          <a:xfrm>
            <a:off x="445480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9" name="01_find_only_758">
            <a:extLst>
              <a:ext uri="{FF2B5EF4-FFF2-40B4-BE49-F238E27FC236}">
                <a16:creationId xmlns:a16="http://schemas.microsoft.com/office/drawing/2014/main" id="{26BA8DE7-E9D3-488E-855C-619A6E36C693}"/>
              </a:ext>
            </a:extLst>
          </p:cNvPr>
          <p:cNvSpPr>
            <a:spLocks noGrp="1"/>
          </p:cNvSpPr>
          <p:nvPr/>
        </p:nvSpPr>
        <p:spPr>
          <a:xfrm>
            <a:off x="470944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0" name="01_find_only_759">
            <a:extLst>
              <a:ext uri="{FF2B5EF4-FFF2-40B4-BE49-F238E27FC236}">
                <a16:creationId xmlns:a16="http://schemas.microsoft.com/office/drawing/2014/main" id="{21810CE2-9C69-45AE-A81C-FEB0FB85A5F4}"/>
              </a:ext>
            </a:extLst>
          </p:cNvPr>
          <p:cNvSpPr>
            <a:spLocks noGrp="1"/>
          </p:cNvSpPr>
          <p:nvPr/>
        </p:nvSpPr>
        <p:spPr>
          <a:xfrm>
            <a:off x="521872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1" name="01_find_only_760">
            <a:extLst>
              <a:ext uri="{FF2B5EF4-FFF2-40B4-BE49-F238E27FC236}">
                <a16:creationId xmlns:a16="http://schemas.microsoft.com/office/drawing/2014/main" id="{0EED7357-32F9-4A0E-892B-A54AF486F6C3}"/>
              </a:ext>
            </a:extLst>
          </p:cNvPr>
          <p:cNvSpPr>
            <a:spLocks noGrp="1"/>
          </p:cNvSpPr>
          <p:nvPr/>
        </p:nvSpPr>
        <p:spPr>
          <a:xfrm>
            <a:off x="572800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2" name="01_find_only_761">
            <a:extLst>
              <a:ext uri="{FF2B5EF4-FFF2-40B4-BE49-F238E27FC236}">
                <a16:creationId xmlns:a16="http://schemas.microsoft.com/office/drawing/2014/main" id="{02D2E821-7F2A-4739-AC31-2CC0BF9832E0}"/>
              </a:ext>
            </a:extLst>
          </p:cNvPr>
          <p:cNvSpPr>
            <a:spLocks noGrp="1"/>
          </p:cNvSpPr>
          <p:nvPr/>
        </p:nvSpPr>
        <p:spPr>
          <a:xfrm>
            <a:off x="4184890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3" name="01_find_only_762">
            <a:extLst>
              <a:ext uri="{FF2B5EF4-FFF2-40B4-BE49-F238E27FC236}">
                <a16:creationId xmlns:a16="http://schemas.microsoft.com/office/drawing/2014/main" id="{5B213607-8C05-41F1-95BC-96777535C1D5}"/>
              </a:ext>
            </a:extLst>
          </p:cNvPr>
          <p:cNvSpPr>
            <a:spLocks noGrp="1"/>
          </p:cNvSpPr>
          <p:nvPr/>
        </p:nvSpPr>
        <p:spPr>
          <a:xfrm>
            <a:off x="414608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763">
            <a:extLst>
              <a:ext uri="{FF2B5EF4-FFF2-40B4-BE49-F238E27FC236}">
                <a16:creationId xmlns:a16="http://schemas.microsoft.com/office/drawing/2014/main" id="{3743A05C-D051-42A4-8AAE-B3787DB7DF02}"/>
              </a:ext>
            </a:extLst>
          </p:cNvPr>
          <p:cNvSpPr>
            <a:spLocks noGrp="1"/>
          </p:cNvSpPr>
          <p:nvPr/>
        </p:nvSpPr>
        <p:spPr>
          <a:xfrm>
            <a:off x="405477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765" name="01_find_only_764">
            <a:extLst>
              <a:ext uri="{FF2B5EF4-FFF2-40B4-BE49-F238E27FC236}">
                <a16:creationId xmlns:a16="http://schemas.microsoft.com/office/drawing/2014/main" id="{5B31F991-42F8-4BBA-AB69-A642AF96CF6C}"/>
              </a:ext>
            </a:extLst>
          </p:cNvPr>
          <p:cNvSpPr>
            <a:spLocks noGrp="1"/>
          </p:cNvSpPr>
          <p:nvPr/>
        </p:nvSpPr>
        <p:spPr>
          <a:xfrm>
            <a:off x="4184890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6" name="01_find_only_765">
            <a:extLst>
              <a:ext uri="{FF2B5EF4-FFF2-40B4-BE49-F238E27FC236}">
                <a16:creationId xmlns:a16="http://schemas.microsoft.com/office/drawing/2014/main" id="{107DBC53-50F1-4CC6-817B-A6057CC9926B}"/>
              </a:ext>
            </a:extLst>
          </p:cNvPr>
          <p:cNvSpPr>
            <a:spLocks noGrp="1"/>
          </p:cNvSpPr>
          <p:nvPr/>
        </p:nvSpPr>
        <p:spPr>
          <a:xfrm>
            <a:off x="414608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7" name="text_766">
            <a:extLst>
              <a:ext uri="{FF2B5EF4-FFF2-40B4-BE49-F238E27FC236}">
                <a16:creationId xmlns:a16="http://schemas.microsoft.com/office/drawing/2014/main" id="{15682E56-2A2E-4E2F-85F7-16BF9B1EA7B2}"/>
              </a:ext>
            </a:extLst>
          </p:cNvPr>
          <p:cNvSpPr>
            <a:spLocks noGrp="1"/>
          </p:cNvSpPr>
          <p:nvPr/>
        </p:nvSpPr>
        <p:spPr>
          <a:xfrm>
            <a:off x="4002269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768" name="01_find_only_767">
            <a:extLst>
              <a:ext uri="{FF2B5EF4-FFF2-40B4-BE49-F238E27FC236}">
                <a16:creationId xmlns:a16="http://schemas.microsoft.com/office/drawing/2014/main" id="{EEB2C4ED-A190-401F-9DD3-481F4C63CCB8}"/>
              </a:ext>
            </a:extLst>
          </p:cNvPr>
          <p:cNvSpPr>
            <a:spLocks noGrp="1"/>
          </p:cNvSpPr>
          <p:nvPr/>
        </p:nvSpPr>
        <p:spPr>
          <a:xfrm>
            <a:off x="4184890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9" name="01_find_only_768">
            <a:extLst>
              <a:ext uri="{FF2B5EF4-FFF2-40B4-BE49-F238E27FC236}">
                <a16:creationId xmlns:a16="http://schemas.microsoft.com/office/drawing/2014/main" id="{92F86A8A-5B6D-4C07-A924-FD925D7C94A1}"/>
              </a:ext>
            </a:extLst>
          </p:cNvPr>
          <p:cNvSpPr>
            <a:spLocks noGrp="1"/>
          </p:cNvSpPr>
          <p:nvPr/>
        </p:nvSpPr>
        <p:spPr>
          <a:xfrm>
            <a:off x="414608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769">
            <a:extLst>
              <a:ext uri="{FF2B5EF4-FFF2-40B4-BE49-F238E27FC236}">
                <a16:creationId xmlns:a16="http://schemas.microsoft.com/office/drawing/2014/main" id="{84020FA2-D8B4-43BC-8E5F-810F7A51A778}"/>
              </a:ext>
            </a:extLst>
          </p:cNvPr>
          <p:cNvSpPr>
            <a:spLocks noGrp="1"/>
          </p:cNvSpPr>
          <p:nvPr/>
        </p:nvSpPr>
        <p:spPr>
          <a:xfrm>
            <a:off x="394976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771" name="01_find_only_770">
            <a:extLst>
              <a:ext uri="{FF2B5EF4-FFF2-40B4-BE49-F238E27FC236}">
                <a16:creationId xmlns:a16="http://schemas.microsoft.com/office/drawing/2014/main" id="{6FED5938-B4C9-472F-B22F-F20D17906826}"/>
              </a:ext>
            </a:extLst>
          </p:cNvPr>
          <p:cNvSpPr>
            <a:spLocks noGrp="1"/>
          </p:cNvSpPr>
          <p:nvPr/>
        </p:nvSpPr>
        <p:spPr>
          <a:xfrm>
            <a:off x="4416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01_find_only_771">
            <a:extLst>
              <a:ext uri="{FF2B5EF4-FFF2-40B4-BE49-F238E27FC236}">
                <a16:creationId xmlns:a16="http://schemas.microsoft.com/office/drawing/2014/main" id="{FD2DED29-A2FA-434C-9584-55411A7FE497}"/>
              </a:ext>
            </a:extLst>
          </p:cNvPr>
          <p:cNvSpPr>
            <a:spLocks noGrp="1"/>
          </p:cNvSpPr>
          <p:nvPr/>
        </p:nvSpPr>
        <p:spPr>
          <a:xfrm>
            <a:off x="4398084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01_find_only_772">
            <a:extLst>
              <a:ext uri="{FF2B5EF4-FFF2-40B4-BE49-F238E27FC236}">
                <a16:creationId xmlns:a16="http://schemas.microsoft.com/office/drawing/2014/main" id="{A8B70907-D8F3-4769-91DA-57F76F549778}"/>
              </a:ext>
            </a:extLst>
          </p:cNvPr>
          <p:cNvSpPr>
            <a:spLocks noGrp="1"/>
          </p:cNvSpPr>
          <p:nvPr/>
        </p:nvSpPr>
        <p:spPr>
          <a:xfrm>
            <a:off x="44132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01_find_only_773">
            <a:extLst>
              <a:ext uri="{FF2B5EF4-FFF2-40B4-BE49-F238E27FC236}">
                <a16:creationId xmlns:a16="http://schemas.microsoft.com/office/drawing/2014/main" id="{6E09C504-7264-4F57-869E-F7ED3C26F21E}"/>
              </a:ext>
            </a:extLst>
          </p:cNvPr>
          <p:cNvSpPr>
            <a:spLocks noGrp="1"/>
          </p:cNvSpPr>
          <p:nvPr/>
        </p:nvSpPr>
        <p:spPr>
          <a:xfrm>
            <a:off x="44128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01_find_only_774">
            <a:extLst>
              <a:ext uri="{FF2B5EF4-FFF2-40B4-BE49-F238E27FC236}">
                <a16:creationId xmlns:a16="http://schemas.microsoft.com/office/drawing/2014/main" id="{AE266A26-A611-4EBD-B8A9-7D7873E56B70}"/>
              </a:ext>
            </a:extLst>
          </p:cNvPr>
          <p:cNvSpPr>
            <a:spLocks noGrp="1"/>
          </p:cNvSpPr>
          <p:nvPr/>
        </p:nvSpPr>
        <p:spPr>
          <a:xfrm>
            <a:off x="44293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01_find_only_775">
            <a:extLst>
              <a:ext uri="{FF2B5EF4-FFF2-40B4-BE49-F238E27FC236}">
                <a16:creationId xmlns:a16="http://schemas.microsoft.com/office/drawing/2014/main" id="{EF96A642-B7C2-40B0-A931-BAAA85F16DF1}"/>
              </a:ext>
            </a:extLst>
          </p:cNvPr>
          <p:cNvSpPr>
            <a:spLocks noGrp="1"/>
          </p:cNvSpPr>
          <p:nvPr/>
        </p:nvSpPr>
        <p:spPr>
          <a:xfrm>
            <a:off x="44576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01_find_only_776">
            <a:extLst>
              <a:ext uri="{FF2B5EF4-FFF2-40B4-BE49-F238E27FC236}">
                <a16:creationId xmlns:a16="http://schemas.microsoft.com/office/drawing/2014/main" id="{9A02D74F-DAD8-4D4B-81BD-EEE1B841EC43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01_find_only_777">
            <a:extLst>
              <a:ext uri="{FF2B5EF4-FFF2-40B4-BE49-F238E27FC236}">
                <a16:creationId xmlns:a16="http://schemas.microsoft.com/office/drawing/2014/main" id="{B79305FD-7A56-4954-BA4B-A8BACFBD6739}"/>
              </a:ext>
            </a:extLst>
          </p:cNvPr>
          <p:cNvSpPr>
            <a:spLocks noGrp="1"/>
          </p:cNvSpPr>
          <p:nvPr/>
        </p:nvSpPr>
        <p:spPr>
          <a:xfrm>
            <a:off x="44032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01_find_only_778">
            <a:extLst>
              <a:ext uri="{FF2B5EF4-FFF2-40B4-BE49-F238E27FC236}">
                <a16:creationId xmlns:a16="http://schemas.microsoft.com/office/drawing/2014/main" id="{32CBD20D-C7D7-4555-BAEB-8E4EC49512A9}"/>
              </a:ext>
            </a:extLst>
          </p:cNvPr>
          <p:cNvSpPr>
            <a:spLocks noGrp="1"/>
          </p:cNvSpPr>
          <p:nvPr/>
        </p:nvSpPr>
        <p:spPr>
          <a:xfrm>
            <a:off x="44476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01_find_only_779">
            <a:extLst>
              <a:ext uri="{FF2B5EF4-FFF2-40B4-BE49-F238E27FC236}">
                <a16:creationId xmlns:a16="http://schemas.microsoft.com/office/drawing/2014/main" id="{44015680-4E07-47B7-B060-50EC5FC9D18E}"/>
              </a:ext>
            </a:extLst>
          </p:cNvPr>
          <p:cNvSpPr>
            <a:spLocks noGrp="1"/>
          </p:cNvSpPr>
          <p:nvPr/>
        </p:nvSpPr>
        <p:spPr>
          <a:xfrm>
            <a:off x="4403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01_find_only_780">
            <a:extLst>
              <a:ext uri="{FF2B5EF4-FFF2-40B4-BE49-F238E27FC236}">
                <a16:creationId xmlns:a16="http://schemas.microsoft.com/office/drawing/2014/main" id="{BAD5C4FA-9E9D-4288-A430-F6B7E22DF4F3}"/>
              </a:ext>
            </a:extLst>
          </p:cNvPr>
          <p:cNvSpPr>
            <a:spLocks noGrp="1"/>
          </p:cNvSpPr>
          <p:nvPr/>
        </p:nvSpPr>
        <p:spPr>
          <a:xfrm>
            <a:off x="4392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01_find_only_781">
            <a:extLst>
              <a:ext uri="{FF2B5EF4-FFF2-40B4-BE49-F238E27FC236}">
                <a16:creationId xmlns:a16="http://schemas.microsoft.com/office/drawing/2014/main" id="{EC411FC7-83EB-4B52-BBD4-9547FB69CD0B}"/>
              </a:ext>
            </a:extLst>
          </p:cNvPr>
          <p:cNvSpPr>
            <a:spLocks noGrp="1"/>
          </p:cNvSpPr>
          <p:nvPr/>
        </p:nvSpPr>
        <p:spPr>
          <a:xfrm>
            <a:off x="446764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01_find_only_782">
            <a:extLst>
              <a:ext uri="{FF2B5EF4-FFF2-40B4-BE49-F238E27FC236}">
                <a16:creationId xmlns:a16="http://schemas.microsoft.com/office/drawing/2014/main" id="{EA8B2E31-CDC8-4D6E-9106-41D233069A16}"/>
              </a:ext>
            </a:extLst>
          </p:cNvPr>
          <p:cNvSpPr>
            <a:spLocks noGrp="1"/>
          </p:cNvSpPr>
          <p:nvPr/>
        </p:nvSpPr>
        <p:spPr>
          <a:xfrm>
            <a:off x="4487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01_find_only_783">
            <a:extLst>
              <a:ext uri="{FF2B5EF4-FFF2-40B4-BE49-F238E27FC236}">
                <a16:creationId xmlns:a16="http://schemas.microsoft.com/office/drawing/2014/main" id="{36D0457F-75A0-4ADF-8079-0BF57EB8F02A}"/>
              </a:ext>
            </a:extLst>
          </p:cNvPr>
          <p:cNvSpPr>
            <a:spLocks noGrp="1"/>
          </p:cNvSpPr>
          <p:nvPr/>
        </p:nvSpPr>
        <p:spPr>
          <a:xfrm>
            <a:off x="44290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01_find_only_784">
            <a:extLst>
              <a:ext uri="{FF2B5EF4-FFF2-40B4-BE49-F238E27FC236}">
                <a16:creationId xmlns:a16="http://schemas.microsoft.com/office/drawing/2014/main" id="{EBECE399-B601-4F13-9421-BD1CCA5DAC64}"/>
              </a:ext>
            </a:extLst>
          </p:cNvPr>
          <p:cNvSpPr>
            <a:spLocks noGrp="1"/>
          </p:cNvSpPr>
          <p:nvPr/>
        </p:nvSpPr>
        <p:spPr>
          <a:xfrm>
            <a:off x="448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01_find_only_785">
            <a:extLst>
              <a:ext uri="{FF2B5EF4-FFF2-40B4-BE49-F238E27FC236}">
                <a16:creationId xmlns:a16="http://schemas.microsoft.com/office/drawing/2014/main" id="{0AE81050-6B25-4F42-9E65-B7AE03FB7489}"/>
              </a:ext>
            </a:extLst>
          </p:cNvPr>
          <p:cNvSpPr>
            <a:spLocks noGrp="1"/>
          </p:cNvSpPr>
          <p:nvPr/>
        </p:nvSpPr>
        <p:spPr>
          <a:xfrm>
            <a:off x="441314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01_find_only_786">
            <a:extLst>
              <a:ext uri="{FF2B5EF4-FFF2-40B4-BE49-F238E27FC236}">
                <a16:creationId xmlns:a16="http://schemas.microsoft.com/office/drawing/2014/main" id="{2AFF90FA-B7FD-42FC-975F-D083FDC81612}"/>
              </a:ext>
            </a:extLst>
          </p:cNvPr>
          <p:cNvSpPr>
            <a:spLocks noGrp="1"/>
          </p:cNvSpPr>
          <p:nvPr/>
        </p:nvSpPr>
        <p:spPr>
          <a:xfrm>
            <a:off x="4431602" y="36608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01_find_only_787">
            <a:extLst>
              <a:ext uri="{FF2B5EF4-FFF2-40B4-BE49-F238E27FC236}">
                <a16:creationId xmlns:a16="http://schemas.microsoft.com/office/drawing/2014/main" id="{4EA09CEA-9BC1-46B6-A696-3EFAE38051E0}"/>
              </a:ext>
            </a:extLst>
          </p:cNvPr>
          <p:cNvSpPr>
            <a:spLocks noGrp="1"/>
          </p:cNvSpPr>
          <p:nvPr/>
        </p:nvSpPr>
        <p:spPr>
          <a:xfrm>
            <a:off x="446055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01_find_only_788">
            <a:extLst>
              <a:ext uri="{FF2B5EF4-FFF2-40B4-BE49-F238E27FC236}">
                <a16:creationId xmlns:a16="http://schemas.microsoft.com/office/drawing/2014/main" id="{E193F6FA-4E4A-4AE6-8747-230C8764B486}"/>
              </a:ext>
            </a:extLst>
          </p:cNvPr>
          <p:cNvSpPr>
            <a:spLocks noGrp="1"/>
          </p:cNvSpPr>
          <p:nvPr/>
        </p:nvSpPr>
        <p:spPr>
          <a:xfrm>
            <a:off x="44779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01_find_only_789">
            <a:extLst>
              <a:ext uri="{FF2B5EF4-FFF2-40B4-BE49-F238E27FC236}">
                <a16:creationId xmlns:a16="http://schemas.microsoft.com/office/drawing/2014/main" id="{4C9773A9-544C-4E6D-8F44-B596FCC14798}"/>
              </a:ext>
            </a:extLst>
          </p:cNvPr>
          <p:cNvSpPr>
            <a:spLocks noGrp="1"/>
          </p:cNvSpPr>
          <p:nvPr/>
        </p:nvSpPr>
        <p:spPr>
          <a:xfrm>
            <a:off x="44873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01_find_only_790">
            <a:extLst>
              <a:ext uri="{FF2B5EF4-FFF2-40B4-BE49-F238E27FC236}">
                <a16:creationId xmlns:a16="http://schemas.microsoft.com/office/drawing/2014/main" id="{4B76AE34-0668-4B20-AF91-06F41468F9CF}"/>
              </a:ext>
            </a:extLst>
          </p:cNvPr>
          <p:cNvSpPr>
            <a:spLocks noGrp="1"/>
          </p:cNvSpPr>
          <p:nvPr/>
        </p:nvSpPr>
        <p:spPr>
          <a:xfrm>
            <a:off x="445384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01_find_only_791">
            <a:extLst>
              <a:ext uri="{FF2B5EF4-FFF2-40B4-BE49-F238E27FC236}">
                <a16:creationId xmlns:a16="http://schemas.microsoft.com/office/drawing/2014/main" id="{38961AC0-527B-40A6-BAA7-6E4A0D672082}"/>
              </a:ext>
            </a:extLst>
          </p:cNvPr>
          <p:cNvSpPr>
            <a:spLocks noGrp="1"/>
          </p:cNvSpPr>
          <p:nvPr/>
        </p:nvSpPr>
        <p:spPr>
          <a:xfrm>
            <a:off x="4396238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01_find_only_792">
            <a:extLst>
              <a:ext uri="{FF2B5EF4-FFF2-40B4-BE49-F238E27FC236}">
                <a16:creationId xmlns:a16="http://schemas.microsoft.com/office/drawing/2014/main" id="{9180226D-1302-4E54-9299-318D6CF91690}"/>
              </a:ext>
            </a:extLst>
          </p:cNvPr>
          <p:cNvSpPr>
            <a:spLocks noGrp="1"/>
          </p:cNvSpPr>
          <p:nvPr/>
        </p:nvSpPr>
        <p:spPr>
          <a:xfrm>
            <a:off x="441061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01_find_only_793">
            <a:extLst>
              <a:ext uri="{FF2B5EF4-FFF2-40B4-BE49-F238E27FC236}">
                <a16:creationId xmlns:a16="http://schemas.microsoft.com/office/drawing/2014/main" id="{2A55E869-B816-41A5-BA83-93D3F23FA8DD}"/>
              </a:ext>
            </a:extLst>
          </p:cNvPr>
          <p:cNvSpPr>
            <a:spLocks noGrp="1"/>
          </p:cNvSpPr>
          <p:nvPr/>
        </p:nvSpPr>
        <p:spPr>
          <a:xfrm>
            <a:off x="44169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01_find_only_794">
            <a:extLst>
              <a:ext uri="{FF2B5EF4-FFF2-40B4-BE49-F238E27FC236}">
                <a16:creationId xmlns:a16="http://schemas.microsoft.com/office/drawing/2014/main" id="{492D2C0B-E1A4-4DA5-A77E-7805081A7D8B}"/>
              </a:ext>
            </a:extLst>
          </p:cNvPr>
          <p:cNvSpPr>
            <a:spLocks noGrp="1"/>
          </p:cNvSpPr>
          <p:nvPr/>
        </p:nvSpPr>
        <p:spPr>
          <a:xfrm>
            <a:off x="43960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01_find_only_795">
            <a:extLst>
              <a:ext uri="{FF2B5EF4-FFF2-40B4-BE49-F238E27FC236}">
                <a16:creationId xmlns:a16="http://schemas.microsoft.com/office/drawing/2014/main" id="{5CB41849-A216-465F-AE03-988949C02E71}"/>
              </a:ext>
            </a:extLst>
          </p:cNvPr>
          <p:cNvSpPr>
            <a:spLocks noGrp="1"/>
          </p:cNvSpPr>
          <p:nvPr/>
        </p:nvSpPr>
        <p:spPr>
          <a:xfrm>
            <a:off x="43954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01_find_only_796">
            <a:extLst>
              <a:ext uri="{FF2B5EF4-FFF2-40B4-BE49-F238E27FC236}">
                <a16:creationId xmlns:a16="http://schemas.microsoft.com/office/drawing/2014/main" id="{9712F0E6-4517-4277-9326-C9F4D929B61D}"/>
              </a:ext>
            </a:extLst>
          </p:cNvPr>
          <p:cNvSpPr>
            <a:spLocks noGrp="1"/>
          </p:cNvSpPr>
          <p:nvPr/>
        </p:nvSpPr>
        <p:spPr>
          <a:xfrm>
            <a:off x="44143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01_find_only_797">
            <a:extLst>
              <a:ext uri="{FF2B5EF4-FFF2-40B4-BE49-F238E27FC236}">
                <a16:creationId xmlns:a16="http://schemas.microsoft.com/office/drawing/2014/main" id="{25772F25-1185-49FE-A41D-9223A303AE7C}"/>
              </a:ext>
            </a:extLst>
          </p:cNvPr>
          <p:cNvSpPr>
            <a:spLocks noGrp="1"/>
          </p:cNvSpPr>
          <p:nvPr/>
        </p:nvSpPr>
        <p:spPr>
          <a:xfrm>
            <a:off x="4450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01_find_only_798">
            <a:extLst>
              <a:ext uri="{FF2B5EF4-FFF2-40B4-BE49-F238E27FC236}">
                <a16:creationId xmlns:a16="http://schemas.microsoft.com/office/drawing/2014/main" id="{135C8474-CCAA-4A52-A97D-4281A5ACBF38}"/>
              </a:ext>
            </a:extLst>
          </p:cNvPr>
          <p:cNvSpPr>
            <a:spLocks noGrp="1"/>
          </p:cNvSpPr>
          <p:nvPr/>
        </p:nvSpPr>
        <p:spPr>
          <a:xfrm>
            <a:off x="44091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01_find_only_799">
            <a:extLst>
              <a:ext uri="{FF2B5EF4-FFF2-40B4-BE49-F238E27FC236}">
                <a16:creationId xmlns:a16="http://schemas.microsoft.com/office/drawing/2014/main" id="{211A018C-B8A1-4D74-BC3B-C646D731265D}"/>
              </a:ext>
            </a:extLst>
          </p:cNvPr>
          <p:cNvSpPr>
            <a:spLocks noGrp="1"/>
          </p:cNvSpPr>
          <p:nvPr/>
        </p:nvSpPr>
        <p:spPr>
          <a:xfrm>
            <a:off x="44383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01_find_only_800">
            <a:extLst>
              <a:ext uri="{FF2B5EF4-FFF2-40B4-BE49-F238E27FC236}">
                <a16:creationId xmlns:a16="http://schemas.microsoft.com/office/drawing/2014/main" id="{5EC77C9F-ADEB-49CA-B339-87AF0335D8A9}"/>
              </a:ext>
            </a:extLst>
          </p:cNvPr>
          <p:cNvSpPr>
            <a:spLocks noGrp="1"/>
          </p:cNvSpPr>
          <p:nvPr/>
        </p:nvSpPr>
        <p:spPr>
          <a:xfrm>
            <a:off x="4428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01_find_only_801">
            <a:extLst>
              <a:ext uri="{FF2B5EF4-FFF2-40B4-BE49-F238E27FC236}">
                <a16:creationId xmlns:a16="http://schemas.microsoft.com/office/drawing/2014/main" id="{83BD3DA1-61A4-41A0-948C-F200F9405712}"/>
              </a:ext>
            </a:extLst>
          </p:cNvPr>
          <p:cNvSpPr>
            <a:spLocks noGrp="1"/>
          </p:cNvSpPr>
          <p:nvPr/>
        </p:nvSpPr>
        <p:spPr>
          <a:xfrm>
            <a:off x="44761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01_find_only_802">
            <a:extLst>
              <a:ext uri="{FF2B5EF4-FFF2-40B4-BE49-F238E27FC236}">
                <a16:creationId xmlns:a16="http://schemas.microsoft.com/office/drawing/2014/main" id="{F408006B-D06D-444E-995D-F416C12BC227}"/>
              </a:ext>
            </a:extLst>
          </p:cNvPr>
          <p:cNvSpPr>
            <a:spLocks noGrp="1"/>
          </p:cNvSpPr>
          <p:nvPr/>
        </p:nvSpPr>
        <p:spPr>
          <a:xfrm>
            <a:off x="4418389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01_find_only_803">
            <a:extLst>
              <a:ext uri="{FF2B5EF4-FFF2-40B4-BE49-F238E27FC236}">
                <a16:creationId xmlns:a16="http://schemas.microsoft.com/office/drawing/2014/main" id="{90967391-484E-480F-9AF2-92574EDD405D}"/>
              </a:ext>
            </a:extLst>
          </p:cNvPr>
          <p:cNvSpPr>
            <a:spLocks noGrp="1"/>
          </p:cNvSpPr>
          <p:nvPr/>
        </p:nvSpPr>
        <p:spPr>
          <a:xfrm>
            <a:off x="4458318" y="35849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01_find_only_804">
            <a:extLst>
              <a:ext uri="{FF2B5EF4-FFF2-40B4-BE49-F238E27FC236}">
                <a16:creationId xmlns:a16="http://schemas.microsoft.com/office/drawing/2014/main" id="{12A30212-A6D1-4540-9C45-4301713BF9E8}"/>
              </a:ext>
            </a:extLst>
          </p:cNvPr>
          <p:cNvSpPr>
            <a:spLocks noGrp="1"/>
          </p:cNvSpPr>
          <p:nvPr/>
        </p:nvSpPr>
        <p:spPr>
          <a:xfrm>
            <a:off x="44607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01_find_only_805">
            <a:extLst>
              <a:ext uri="{FF2B5EF4-FFF2-40B4-BE49-F238E27FC236}">
                <a16:creationId xmlns:a16="http://schemas.microsoft.com/office/drawing/2014/main" id="{DD305404-8C56-4D32-AC30-C6D5A762F6E0}"/>
              </a:ext>
            </a:extLst>
          </p:cNvPr>
          <p:cNvSpPr>
            <a:spLocks noGrp="1"/>
          </p:cNvSpPr>
          <p:nvPr/>
        </p:nvSpPr>
        <p:spPr>
          <a:xfrm>
            <a:off x="43957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01_find_only_806">
            <a:extLst>
              <a:ext uri="{FF2B5EF4-FFF2-40B4-BE49-F238E27FC236}">
                <a16:creationId xmlns:a16="http://schemas.microsoft.com/office/drawing/2014/main" id="{933BCC99-589F-4AA0-A85C-F0362B4DBEBA}"/>
              </a:ext>
            </a:extLst>
          </p:cNvPr>
          <p:cNvSpPr>
            <a:spLocks noGrp="1"/>
          </p:cNvSpPr>
          <p:nvPr/>
        </p:nvSpPr>
        <p:spPr>
          <a:xfrm>
            <a:off x="44749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01_find_only_807">
            <a:extLst>
              <a:ext uri="{FF2B5EF4-FFF2-40B4-BE49-F238E27FC236}">
                <a16:creationId xmlns:a16="http://schemas.microsoft.com/office/drawing/2014/main" id="{6C195288-E5DB-417C-9FBD-464B2D8293A3}"/>
              </a:ext>
            </a:extLst>
          </p:cNvPr>
          <p:cNvSpPr>
            <a:spLocks noGrp="1"/>
          </p:cNvSpPr>
          <p:nvPr/>
        </p:nvSpPr>
        <p:spPr>
          <a:xfrm>
            <a:off x="4393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01_find_only_808">
            <a:extLst>
              <a:ext uri="{FF2B5EF4-FFF2-40B4-BE49-F238E27FC236}">
                <a16:creationId xmlns:a16="http://schemas.microsoft.com/office/drawing/2014/main" id="{0C301780-657A-4021-B966-B5BC92AFCD26}"/>
              </a:ext>
            </a:extLst>
          </p:cNvPr>
          <p:cNvSpPr>
            <a:spLocks noGrp="1"/>
          </p:cNvSpPr>
          <p:nvPr/>
        </p:nvSpPr>
        <p:spPr>
          <a:xfrm>
            <a:off x="4474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01_find_only_809">
            <a:extLst>
              <a:ext uri="{FF2B5EF4-FFF2-40B4-BE49-F238E27FC236}">
                <a16:creationId xmlns:a16="http://schemas.microsoft.com/office/drawing/2014/main" id="{A440C08D-60DD-4787-AEE3-7AE2759525B3}"/>
              </a:ext>
            </a:extLst>
          </p:cNvPr>
          <p:cNvSpPr>
            <a:spLocks noGrp="1"/>
          </p:cNvSpPr>
          <p:nvPr/>
        </p:nvSpPr>
        <p:spPr>
          <a:xfrm>
            <a:off x="4484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01_find_only_810">
            <a:extLst>
              <a:ext uri="{FF2B5EF4-FFF2-40B4-BE49-F238E27FC236}">
                <a16:creationId xmlns:a16="http://schemas.microsoft.com/office/drawing/2014/main" id="{637A7F70-5337-4E85-949B-B76D7E058A9F}"/>
              </a:ext>
            </a:extLst>
          </p:cNvPr>
          <p:cNvSpPr>
            <a:spLocks noGrp="1"/>
          </p:cNvSpPr>
          <p:nvPr/>
        </p:nvSpPr>
        <p:spPr>
          <a:xfrm>
            <a:off x="44515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01_find_only_811">
            <a:extLst>
              <a:ext uri="{FF2B5EF4-FFF2-40B4-BE49-F238E27FC236}">
                <a16:creationId xmlns:a16="http://schemas.microsoft.com/office/drawing/2014/main" id="{66EF84D4-CA63-4BAB-8ADD-1A03570F41FA}"/>
              </a:ext>
            </a:extLst>
          </p:cNvPr>
          <p:cNvSpPr>
            <a:spLocks noGrp="1"/>
          </p:cNvSpPr>
          <p:nvPr/>
        </p:nvSpPr>
        <p:spPr>
          <a:xfrm>
            <a:off x="4422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01_find_only_812">
            <a:extLst>
              <a:ext uri="{FF2B5EF4-FFF2-40B4-BE49-F238E27FC236}">
                <a16:creationId xmlns:a16="http://schemas.microsoft.com/office/drawing/2014/main" id="{3A536C5B-122A-48A9-AAC5-6806B07BB8A1}"/>
              </a:ext>
            </a:extLst>
          </p:cNvPr>
          <p:cNvSpPr>
            <a:spLocks noGrp="1"/>
          </p:cNvSpPr>
          <p:nvPr/>
        </p:nvSpPr>
        <p:spPr>
          <a:xfrm>
            <a:off x="44630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01_find_only_813">
            <a:extLst>
              <a:ext uri="{FF2B5EF4-FFF2-40B4-BE49-F238E27FC236}">
                <a16:creationId xmlns:a16="http://schemas.microsoft.com/office/drawing/2014/main" id="{2149C08A-9D93-44C8-BB91-C8E1B3605EE1}"/>
              </a:ext>
            </a:extLst>
          </p:cNvPr>
          <p:cNvSpPr>
            <a:spLocks noGrp="1"/>
          </p:cNvSpPr>
          <p:nvPr/>
        </p:nvSpPr>
        <p:spPr>
          <a:xfrm>
            <a:off x="44136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01_find_only_814">
            <a:extLst>
              <a:ext uri="{FF2B5EF4-FFF2-40B4-BE49-F238E27FC236}">
                <a16:creationId xmlns:a16="http://schemas.microsoft.com/office/drawing/2014/main" id="{2D8BEE4F-E042-402D-AB90-515DC92FB194}"/>
              </a:ext>
            </a:extLst>
          </p:cNvPr>
          <p:cNvSpPr>
            <a:spLocks noGrp="1"/>
          </p:cNvSpPr>
          <p:nvPr/>
        </p:nvSpPr>
        <p:spPr>
          <a:xfrm>
            <a:off x="443859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01_find_only_815">
            <a:extLst>
              <a:ext uri="{FF2B5EF4-FFF2-40B4-BE49-F238E27FC236}">
                <a16:creationId xmlns:a16="http://schemas.microsoft.com/office/drawing/2014/main" id="{32D6BB99-5B62-49DE-ABF5-4EB6BE181F73}"/>
              </a:ext>
            </a:extLst>
          </p:cNvPr>
          <p:cNvSpPr>
            <a:spLocks noGrp="1"/>
          </p:cNvSpPr>
          <p:nvPr/>
        </p:nvSpPr>
        <p:spPr>
          <a:xfrm>
            <a:off x="44385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01_find_only_816">
            <a:extLst>
              <a:ext uri="{FF2B5EF4-FFF2-40B4-BE49-F238E27FC236}">
                <a16:creationId xmlns:a16="http://schemas.microsoft.com/office/drawing/2014/main" id="{D69E0EE7-3C4E-4177-8879-F565A948A223}"/>
              </a:ext>
            </a:extLst>
          </p:cNvPr>
          <p:cNvSpPr>
            <a:spLocks noGrp="1"/>
          </p:cNvSpPr>
          <p:nvPr/>
        </p:nvSpPr>
        <p:spPr>
          <a:xfrm>
            <a:off x="440945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01_find_only_817">
            <a:extLst>
              <a:ext uri="{FF2B5EF4-FFF2-40B4-BE49-F238E27FC236}">
                <a16:creationId xmlns:a16="http://schemas.microsoft.com/office/drawing/2014/main" id="{F432B513-90E4-4E99-9983-F45E3A71134A}"/>
              </a:ext>
            </a:extLst>
          </p:cNvPr>
          <p:cNvSpPr>
            <a:spLocks noGrp="1"/>
          </p:cNvSpPr>
          <p:nvPr/>
        </p:nvSpPr>
        <p:spPr>
          <a:xfrm>
            <a:off x="447716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01_find_only_818">
            <a:extLst>
              <a:ext uri="{FF2B5EF4-FFF2-40B4-BE49-F238E27FC236}">
                <a16:creationId xmlns:a16="http://schemas.microsoft.com/office/drawing/2014/main" id="{DE716A6B-9D1A-4A2D-9775-6FCA9B832205}"/>
              </a:ext>
            </a:extLst>
          </p:cNvPr>
          <p:cNvSpPr>
            <a:spLocks noGrp="1"/>
          </p:cNvSpPr>
          <p:nvPr/>
        </p:nvSpPr>
        <p:spPr>
          <a:xfrm>
            <a:off x="4424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01_find_only_819">
            <a:extLst>
              <a:ext uri="{FF2B5EF4-FFF2-40B4-BE49-F238E27FC236}">
                <a16:creationId xmlns:a16="http://schemas.microsoft.com/office/drawing/2014/main" id="{8DA7BA5F-7570-441C-8054-8D1E9A8BDDDE}"/>
              </a:ext>
            </a:extLst>
          </p:cNvPr>
          <p:cNvSpPr>
            <a:spLocks noGrp="1"/>
          </p:cNvSpPr>
          <p:nvPr/>
        </p:nvSpPr>
        <p:spPr>
          <a:xfrm>
            <a:off x="44334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01_find_only_820">
            <a:extLst>
              <a:ext uri="{FF2B5EF4-FFF2-40B4-BE49-F238E27FC236}">
                <a16:creationId xmlns:a16="http://schemas.microsoft.com/office/drawing/2014/main" id="{34FD6B8B-180E-424F-A94E-2935648D8946}"/>
              </a:ext>
            </a:extLst>
          </p:cNvPr>
          <p:cNvSpPr>
            <a:spLocks noGrp="1"/>
          </p:cNvSpPr>
          <p:nvPr/>
        </p:nvSpPr>
        <p:spPr>
          <a:xfrm>
            <a:off x="44864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01_find_only_821">
            <a:extLst>
              <a:ext uri="{FF2B5EF4-FFF2-40B4-BE49-F238E27FC236}">
                <a16:creationId xmlns:a16="http://schemas.microsoft.com/office/drawing/2014/main" id="{27AF203F-511B-41EB-A123-2D745F897A7D}"/>
              </a:ext>
            </a:extLst>
          </p:cNvPr>
          <p:cNvSpPr>
            <a:spLocks noGrp="1"/>
          </p:cNvSpPr>
          <p:nvPr/>
        </p:nvSpPr>
        <p:spPr>
          <a:xfrm>
            <a:off x="4457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01_find_only_822">
            <a:extLst>
              <a:ext uri="{FF2B5EF4-FFF2-40B4-BE49-F238E27FC236}">
                <a16:creationId xmlns:a16="http://schemas.microsoft.com/office/drawing/2014/main" id="{24196C49-C6DC-4B0B-9CE4-C129ED89AABB}"/>
              </a:ext>
            </a:extLst>
          </p:cNvPr>
          <p:cNvSpPr>
            <a:spLocks noGrp="1"/>
          </p:cNvSpPr>
          <p:nvPr/>
        </p:nvSpPr>
        <p:spPr>
          <a:xfrm>
            <a:off x="448299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01_find_only_823">
            <a:extLst>
              <a:ext uri="{FF2B5EF4-FFF2-40B4-BE49-F238E27FC236}">
                <a16:creationId xmlns:a16="http://schemas.microsoft.com/office/drawing/2014/main" id="{33F838C8-6803-42AE-9466-53B2BD5CB114}"/>
              </a:ext>
            </a:extLst>
          </p:cNvPr>
          <p:cNvSpPr>
            <a:spLocks noGrp="1"/>
          </p:cNvSpPr>
          <p:nvPr/>
        </p:nvSpPr>
        <p:spPr>
          <a:xfrm>
            <a:off x="43971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01_find_only_824">
            <a:extLst>
              <a:ext uri="{FF2B5EF4-FFF2-40B4-BE49-F238E27FC236}">
                <a16:creationId xmlns:a16="http://schemas.microsoft.com/office/drawing/2014/main" id="{60201D5C-5C0A-4D5D-A176-55A3E7300E19}"/>
              </a:ext>
            </a:extLst>
          </p:cNvPr>
          <p:cNvSpPr>
            <a:spLocks noGrp="1"/>
          </p:cNvSpPr>
          <p:nvPr/>
        </p:nvSpPr>
        <p:spPr>
          <a:xfrm>
            <a:off x="44758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01_find_only_825">
            <a:extLst>
              <a:ext uri="{FF2B5EF4-FFF2-40B4-BE49-F238E27FC236}">
                <a16:creationId xmlns:a16="http://schemas.microsoft.com/office/drawing/2014/main" id="{304A5BFD-1D24-4DA9-A952-C19C9D048320}"/>
              </a:ext>
            </a:extLst>
          </p:cNvPr>
          <p:cNvSpPr>
            <a:spLocks noGrp="1"/>
          </p:cNvSpPr>
          <p:nvPr/>
        </p:nvSpPr>
        <p:spPr>
          <a:xfrm>
            <a:off x="446298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01_find_only_826">
            <a:extLst>
              <a:ext uri="{FF2B5EF4-FFF2-40B4-BE49-F238E27FC236}">
                <a16:creationId xmlns:a16="http://schemas.microsoft.com/office/drawing/2014/main" id="{35FEAB9F-19AF-44D5-B1C0-89317D24FFEC}"/>
              </a:ext>
            </a:extLst>
          </p:cNvPr>
          <p:cNvSpPr>
            <a:spLocks noGrp="1"/>
          </p:cNvSpPr>
          <p:nvPr/>
        </p:nvSpPr>
        <p:spPr>
          <a:xfrm>
            <a:off x="4429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01_find_only_827">
            <a:extLst>
              <a:ext uri="{FF2B5EF4-FFF2-40B4-BE49-F238E27FC236}">
                <a16:creationId xmlns:a16="http://schemas.microsoft.com/office/drawing/2014/main" id="{16FCB37A-F2B9-4D71-8555-C0E0B586788C}"/>
              </a:ext>
            </a:extLst>
          </p:cNvPr>
          <p:cNvSpPr>
            <a:spLocks noGrp="1"/>
          </p:cNvSpPr>
          <p:nvPr/>
        </p:nvSpPr>
        <p:spPr>
          <a:xfrm>
            <a:off x="446677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01_find_only_828">
            <a:extLst>
              <a:ext uri="{FF2B5EF4-FFF2-40B4-BE49-F238E27FC236}">
                <a16:creationId xmlns:a16="http://schemas.microsoft.com/office/drawing/2014/main" id="{F4EAB19B-65F7-4776-9831-2FD911E0FE81}"/>
              </a:ext>
            </a:extLst>
          </p:cNvPr>
          <p:cNvSpPr>
            <a:spLocks noGrp="1"/>
          </p:cNvSpPr>
          <p:nvPr/>
        </p:nvSpPr>
        <p:spPr>
          <a:xfrm>
            <a:off x="4486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01_find_only_829">
            <a:extLst>
              <a:ext uri="{FF2B5EF4-FFF2-40B4-BE49-F238E27FC236}">
                <a16:creationId xmlns:a16="http://schemas.microsoft.com/office/drawing/2014/main" id="{71D3AC49-2B2F-42DD-AD88-D2AF1DA9B054}"/>
              </a:ext>
            </a:extLst>
          </p:cNvPr>
          <p:cNvSpPr>
            <a:spLocks noGrp="1"/>
          </p:cNvSpPr>
          <p:nvPr/>
        </p:nvSpPr>
        <p:spPr>
          <a:xfrm>
            <a:off x="445657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01_find_only_830">
            <a:extLst>
              <a:ext uri="{FF2B5EF4-FFF2-40B4-BE49-F238E27FC236}">
                <a16:creationId xmlns:a16="http://schemas.microsoft.com/office/drawing/2014/main" id="{B1C4BD61-4B69-4CA3-A0E6-00857DD9BFAF}"/>
              </a:ext>
            </a:extLst>
          </p:cNvPr>
          <p:cNvSpPr>
            <a:spLocks noGrp="1"/>
          </p:cNvSpPr>
          <p:nvPr/>
        </p:nvSpPr>
        <p:spPr>
          <a:xfrm>
            <a:off x="446405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01_find_only_831">
            <a:extLst>
              <a:ext uri="{FF2B5EF4-FFF2-40B4-BE49-F238E27FC236}">
                <a16:creationId xmlns:a16="http://schemas.microsoft.com/office/drawing/2014/main" id="{95347DFB-A9F8-4071-97C8-2841D18BC4B4}"/>
              </a:ext>
            </a:extLst>
          </p:cNvPr>
          <p:cNvSpPr>
            <a:spLocks noGrp="1"/>
          </p:cNvSpPr>
          <p:nvPr/>
        </p:nvSpPr>
        <p:spPr>
          <a:xfrm>
            <a:off x="446317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01_find_only_832">
            <a:extLst>
              <a:ext uri="{FF2B5EF4-FFF2-40B4-BE49-F238E27FC236}">
                <a16:creationId xmlns:a16="http://schemas.microsoft.com/office/drawing/2014/main" id="{13FC3BC7-D975-4D2A-97AC-D27D57A2EEF1}"/>
              </a:ext>
            </a:extLst>
          </p:cNvPr>
          <p:cNvSpPr>
            <a:spLocks noGrp="1"/>
          </p:cNvSpPr>
          <p:nvPr/>
        </p:nvSpPr>
        <p:spPr>
          <a:xfrm>
            <a:off x="44476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01_find_only_833">
            <a:extLst>
              <a:ext uri="{FF2B5EF4-FFF2-40B4-BE49-F238E27FC236}">
                <a16:creationId xmlns:a16="http://schemas.microsoft.com/office/drawing/2014/main" id="{96F6C4E0-53B9-4E67-8DE7-7B80378A9D25}"/>
              </a:ext>
            </a:extLst>
          </p:cNvPr>
          <p:cNvSpPr>
            <a:spLocks noGrp="1"/>
          </p:cNvSpPr>
          <p:nvPr/>
        </p:nvSpPr>
        <p:spPr>
          <a:xfrm>
            <a:off x="442052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01_find_only_834">
            <a:extLst>
              <a:ext uri="{FF2B5EF4-FFF2-40B4-BE49-F238E27FC236}">
                <a16:creationId xmlns:a16="http://schemas.microsoft.com/office/drawing/2014/main" id="{66D3A814-DF35-446F-B4D0-6F5C4448FDFA}"/>
              </a:ext>
            </a:extLst>
          </p:cNvPr>
          <p:cNvSpPr>
            <a:spLocks noGrp="1"/>
          </p:cNvSpPr>
          <p:nvPr/>
        </p:nvSpPr>
        <p:spPr>
          <a:xfrm>
            <a:off x="44801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01_find_only_835">
            <a:extLst>
              <a:ext uri="{FF2B5EF4-FFF2-40B4-BE49-F238E27FC236}">
                <a16:creationId xmlns:a16="http://schemas.microsoft.com/office/drawing/2014/main" id="{8EA3A474-888B-455B-B734-2FFC65182104}"/>
              </a:ext>
            </a:extLst>
          </p:cNvPr>
          <p:cNvSpPr>
            <a:spLocks noGrp="1"/>
          </p:cNvSpPr>
          <p:nvPr/>
        </p:nvSpPr>
        <p:spPr>
          <a:xfrm>
            <a:off x="44102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01_find_only_836">
            <a:extLst>
              <a:ext uri="{FF2B5EF4-FFF2-40B4-BE49-F238E27FC236}">
                <a16:creationId xmlns:a16="http://schemas.microsoft.com/office/drawing/2014/main" id="{613E28F4-8CB0-4F1F-B81A-97B0C1C0F9CE}"/>
              </a:ext>
            </a:extLst>
          </p:cNvPr>
          <p:cNvSpPr>
            <a:spLocks noGrp="1"/>
          </p:cNvSpPr>
          <p:nvPr/>
        </p:nvSpPr>
        <p:spPr>
          <a:xfrm>
            <a:off x="44094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01_find_only_837">
            <a:extLst>
              <a:ext uri="{FF2B5EF4-FFF2-40B4-BE49-F238E27FC236}">
                <a16:creationId xmlns:a16="http://schemas.microsoft.com/office/drawing/2014/main" id="{3215BA19-11A7-4A95-9B91-5202FFDC5813}"/>
              </a:ext>
            </a:extLst>
          </p:cNvPr>
          <p:cNvSpPr>
            <a:spLocks noGrp="1"/>
          </p:cNvSpPr>
          <p:nvPr/>
        </p:nvSpPr>
        <p:spPr>
          <a:xfrm>
            <a:off x="44138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01_find_only_838">
            <a:extLst>
              <a:ext uri="{FF2B5EF4-FFF2-40B4-BE49-F238E27FC236}">
                <a16:creationId xmlns:a16="http://schemas.microsoft.com/office/drawing/2014/main" id="{F0281E39-AC02-48B1-87BF-D420765E8A68}"/>
              </a:ext>
            </a:extLst>
          </p:cNvPr>
          <p:cNvSpPr>
            <a:spLocks noGrp="1"/>
          </p:cNvSpPr>
          <p:nvPr/>
        </p:nvSpPr>
        <p:spPr>
          <a:xfrm>
            <a:off x="448153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01_find_only_839">
            <a:extLst>
              <a:ext uri="{FF2B5EF4-FFF2-40B4-BE49-F238E27FC236}">
                <a16:creationId xmlns:a16="http://schemas.microsoft.com/office/drawing/2014/main" id="{D8B0A5D4-37F5-4360-8CA4-EDCE4E486FC1}"/>
              </a:ext>
            </a:extLst>
          </p:cNvPr>
          <p:cNvSpPr>
            <a:spLocks noGrp="1"/>
          </p:cNvSpPr>
          <p:nvPr/>
        </p:nvSpPr>
        <p:spPr>
          <a:xfrm>
            <a:off x="447123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01_find_only_840">
            <a:extLst>
              <a:ext uri="{FF2B5EF4-FFF2-40B4-BE49-F238E27FC236}">
                <a16:creationId xmlns:a16="http://schemas.microsoft.com/office/drawing/2014/main" id="{B07C5898-67A5-464D-AE0E-19BF0A2A41A4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01_find_only_841">
            <a:extLst>
              <a:ext uri="{FF2B5EF4-FFF2-40B4-BE49-F238E27FC236}">
                <a16:creationId xmlns:a16="http://schemas.microsoft.com/office/drawing/2014/main" id="{2E259DC8-E37D-499B-A6FA-F0F4DFAA8662}"/>
              </a:ext>
            </a:extLst>
          </p:cNvPr>
          <p:cNvSpPr>
            <a:spLocks noGrp="1"/>
          </p:cNvSpPr>
          <p:nvPr/>
        </p:nvSpPr>
        <p:spPr>
          <a:xfrm>
            <a:off x="446336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01_find_only_842">
            <a:extLst>
              <a:ext uri="{FF2B5EF4-FFF2-40B4-BE49-F238E27FC236}">
                <a16:creationId xmlns:a16="http://schemas.microsoft.com/office/drawing/2014/main" id="{CC6BBBBF-DA06-4148-8EC1-B94ECA71A329}"/>
              </a:ext>
            </a:extLst>
          </p:cNvPr>
          <p:cNvSpPr>
            <a:spLocks noGrp="1"/>
          </p:cNvSpPr>
          <p:nvPr/>
        </p:nvSpPr>
        <p:spPr>
          <a:xfrm>
            <a:off x="447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01_find_only_843">
            <a:extLst>
              <a:ext uri="{FF2B5EF4-FFF2-40B4-BE49-F238E27FC236}">
                <a16:creationId xmlns:a16="http://schemas.microsoft.com/office/drawing/2014/main" id="{7B4E8EC0-3DA2-4E57-B1AC-9B3BEC79AE20}"/>
              </a:ext>
            </a:extLst>
          </p:cNvPr>
          <p:cNvSpPr>
            <a:spLocks noGrp="1"/>
          </p:cNvSpPr>
          <p:nvPr/>
        </p:nvSpPr>
        <p:spPr>
          <a:xfrm>
            <a:off x="4479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01_find_only_844">
            <a:extLst>
              <a:ext uri="{FF2B5EF4-FFF2-40B4-BE49-F238E27FC236}">
                <a16:creationId xmlns:a16="http://schemas.microsoft.com/office/drawing/2014/main" id="{680FB0A9-7B22-4EA5-9D3B-4F0B82132B8D}"/>
              </a:ext>
            </a:extLst>
          </p:cNvPr>
          <p:cNvSpPr>
            <a:spLocks noGrp="1"/>
          </p:cNvSpPr>
          <p:nvPr/>
        </p:nvSpPr>
        <p:spPr>
          <a:xfrm>
            <a:off x="44078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01_find_only_845">
            <a:extLst>
              <a:ext uri="{FF2B5EF4-FFF2-40B4-BE49-F238E27FC236}">
                <a16:creationId xmlns:a16="http://schemas.microsoft.com/office/drawing/2014/main" id="{16A50A6F-96E6-477F-9AC0-89AED6B87CA3}"/>
              </a:ext>
            </a:extLst>
          </p:cNvPr>
          <p:cNvSpPr>
            <a:spLocks noGrp="1"/>
          </p:cNvSpPr>
          <p:nvPr/>
        </p:nvSpPr>
        <p:spPr>
          <a:xfrm>
            <a:off x="44155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01_find_only_846">
            <a:extLst>
              <a:ext uri="{FF2B5EF4-FFF2-40B4-BE49-F238E27FC236}">
                <a16:creationId xmlns:a16="http://schemas.microsoft.com/office/drawing/2014/main" id="{C7654264-2688-4F9D-84D9-EFFA85D1315D}"/>
              </a:ext>
            </a:extLst>
          </p:cNvPr>
          <p:cNvSpPr>
            <a:spLocks noGrp="1"/>
          </p:cNvSpPr>
          <p:nvPr/>
        </p:nvSpPr>
        <p:spPr>
          <a:xfrm>
            <a:off x="4461718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01_find_only_847">
            <a:extLst>
              <a:ext uri="{FF2B5EF4-FFF2-40B4-BE49-F238E27FC236}">
                <a16:creationId xmlns:a16="http://schemas.microsoft.com/office/drawing/2014/main" id="{A6AFD3B9-37C1-4F49-991C-6604560D0D51}"/>
              </a:ext>
            </a:extLst>
          </p:cNvPr>
          <p:cNvSpPr>
            <a:spLocks noGrp="1"/>
          </p:cNvSpPr>
          <p:nvPr/>
        </p:nvSpPr>
        <p:spPr>
          <a:xfrm>
            <a:off x="441285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01_find_only_848">
            <a:extLst>
              <a:ext uri="{FF2B5EF4-FFF2-40B4-BE49-F238E27FC236}">
                <a16:creationId xmlns:a16="http://schemas.microsoft.com/office/drawing/2014/main" id="{1735DA44-DAAC-4049-97A3-1161CB63B525}"/>
              </a:ext>
            </a:extLst>
          </p:cNvPr>
          <p:cNvSpPr>
            <a:spLocks noGrp="1"/>
          </p:cNvSpPr>
          <p:nvPr/>
        </p:nvSpPr>
        <p:spPr>
          <a:xfrm>
            <a:off x="442227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01_find_only_849">
            <a:extLst>
              <a:ext uri="{FF2B5EF4-FFF2-40B4-BE49-F238E27FC236}">
                <a16:creationId xmlns:a16="http://schemas.microsoft.com/office/drawing/2014/main" id="{3515918C-133C-4E2C-A85B-4FD340BA824F}"/>
              </a:ext>
            </a:extLst>
          </p:cNvPr>
          <p:cNvSpPr>
            <a:spLocks noGrp="1"/>
          </p:cNvSpPr>
          <p:nvPr/>
        </p:nvSpPr>
        <p:spPr>
          <a:xfrm>
            <a:off x="4406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01_find_only_850">
            <a:extLst>
              <a:ext uri="{FF2B5EF4-FFF2-40B4-BE49-F238E27FC236}">
                <a16:creationId xmlns:a16="http://schemas.microsoft.com/office/drawing/2014/main" id="{8AE18145-2379-4F8A-9D94-03AACDDB052F}"/>
              </a:ext>
            </a:extLst>
          </p:cNvPr>
          <p:cNvSpPr>
            <a:spLocks noGrp="1"/>
          </p:cNvSpPr>
          <p:nvPr/>
        </p:nvSpPr>
        <p:spPr>
          <a:xfrm>
            <a:off x="4416640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01_find_only_851">
            <a:extLst>
              <a:ext uri="{FF2B5EF4-FFF2-40B4-BE49-F238E27FC236}">
                <a16:creationId xmlns:a16="http://schemas.microsoft.com/office/drawing/2014/main" id="{EE710A54-B8E7-40D4-B389-75C2E70C5BCE}"/>
              </a:ext>
            </a:extLst>
          </p:cNvPr>
          <p:cNvSpPr>
            <a:spLocks noGrp="1"/>
          </p:cNvSpPr>
          <p:nvPr/>
        </p:nvSpPr>
        <p:spPr>
          <a:xfrm>
            <a:off x="442042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01_find_only_852">
            <a:extLst>
              <a:ext uri="{FF2B5EF4-FFF2-40B4-BE49-F238E27FC236}">
                <a16:creationId xmlns:a16="http://schemas.microsoft.com/office/drawing/2014/main" id="{82110621-EAD4-41D2-910D-6D95BA55D713}"/>
              </a:ext>
            </a:extLst>
          </p:cNvPr>
          <p:cNvSpPr>
            <a:spLocks noGrp="1"/>
          </p:cNvSpPr>
          <p:nvPr/>
        </p:nvSpPr>
        <p:spPr>
          <a:xfrm>
            <a:off x="448076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01_find_only_853">
            <a:extLst>
              <a:ext uri="{FF2B5EF4-FFF2-40B4-BE49-F238E27FC236}">
                <a16:creationId xmlns:a16="http://schemas.microsoft.com/office/drawing/2014/main" id="{27EF750E-D0C6-442D-9AC1-181E79DE76C0}"/>
              </a:ext>
            </a:extLst>
          </p:cNvPr>
          <p:cNvSpPr>
            <a:spLocks noGrp="1"/>
          </p:cNvSpPr>
          <p:nvPr/>
        </p:nvSpPr>
        <p:spPr>
          <a:xfrm>
            <a:off x="44395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01_find_only_854">
            <a:extLst>
              <a:ext uri="{FF2B5EF4-FFF2-40B4-BE49-F238E27FC236}">
                <a16:creationId xmlns:a16="http://schemas.microsoft.com/office/drawing/2014/main" id="{13A00C21-AF24-4BC7-89B3-7407F9BE04B1}"/>
              </a:ext>
            </a:extLst>
          </p:cNvPr>
          <p:cNvSpPr>
            <a:spLocks noGrp="1"/>
          </p:cNvSpPr>
          <p:nvPr/>
        </p:nvSpPr>
        <p:spPr>
          <a:xfrm>
            <a:off x="44078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01_find_only_855">
            <a:extLst>
              <a:ext uri="{FF2B5EF4-FFF2-40B4-BE49-F238E27FC236}">
                <a16:creationId xmlns:a16="http://schemas.microsoft.com/office/drawing/2014/main" id="{5D206756-2127-4C44-8D2D-E3207AC9C101}"/>
              </a:ext>
            </a:extLst>
          </p:cNvPr>
          <p:cNvSpPr>
            <a:spLocks noGrp="1"/>
          </p:cNvSpPr>
          <p:nvPr/>
        </p:nvSpPr>
        <p:spPr>
          <a:xfrm>
            <a:off x="4421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01_find_only_856">
            <a:extLst>
              <a:ext uri="{FF2B5EF4-FFF2-40B4-BE49-F238E27FC236}">
                <a16:creationId xmlns:a16="http://schemas.microsoft.com/office/drawing/2014/main" id="{5515507F-DE42-4AC8-9306-98D68D49E32C}"/>
              </a:ext>
            </a:extLst>
          </p:cNvPr>
          <p:cNvSpPr>
            <a:spLocks noGrp="1"/>
          </p:cNvSpPr>
          <p:nvPr/>
        </p:nvSpPr>
        <p:spPr>
          <a:xfrm>
            <a:off x="4475708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01_find_only_857">
            <a:extLst>
              <a:ext uri="{FF2B5EF4-FFF2-40B4-BE49-F238E27FC236}">
                <a16:creationId xmlns:a16="http://schemas.microsoft.com/office/drawing/2014/main" id="{39ED6E60-084E-4078-96CA-3203E74556A3}"/>
              </a:ext>
            </a:extLst>
          </p:cNvPr>
          <p:cNvSpPr>
            <a:spLocks noGrp="1"/>
          </p:cNvSpPr>
          <p:nvPr/>
        </p:nvSpPr>
        <p:spPr>
          <a:xfrm>
            <a:off x="44573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01_find_only_858">
            <a:extLst>
              <a:ext uri="{FF2B5EF4-FFF2-40B4-BE49-F238E27FC236}">
                <a16:creationId xmlns:a16="http://schemas.microsoft.com/office/drawing/2014/main" id="{4C0C4A23-AD58-489A-B6AD-65DA897823F1}"/>
              </a:ext>
            </a:extLst>
          </p:cNvPr>
          <p:cNvSpPr>
            <a:spLocks noGrp="1"/>
          </p:cNvSpPr>
          <p:nvPr/>
        </p:nvSpPr>
        <p:spPr>
          <a:xfrm>
            <a:off x="44753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01_find_only_859">
            <a:extLst>
              <a:ext uri="{FF2B5EF4-FFF2-40B4-BE49-F238E27FC236}">
                <a16:creationId xmlns:a16="http://schemas.microsoft.com/office/drawing/2014/main" id="{99318F77-C7ED-40AF-8150-A4380984D064}"/>
              </a:ext>
            </a:extLst>
          </p:cNvPr>
          <p:cNvSpPr>
            <a:spLocks noGrp="1"/>
          </p:cNvSpPr>
          <p:nvPr/>
        </p:nvSpPr>
        <p:spPr>
          <a:xfrm>
            <a:off x="44138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01_find_only_860">
            <a:extLst>
              <a:ext uri="{FF2B5EF4-FFF2-40B4-BE49-F238E27FC236}">
                <a16:creationId xmlns:a16="http://schemas.microsoft.com/office/drawing/2014/main" id="{B3EFDF31-9135-45D7-9F73-F22B60216CE7}"/>
              </a:ext>
            </a:extLst>
          </p:cNvPr>
          <p:cNvSpPr>
            <a:spLocks noGrp="1"/>
          </p:cNvSpPr>
          <p:nvPr/>
        </p:nvSpPr>
        <p:spPr>
          <a:xfrm>
            <a:off x="443208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01_find_only_861">
            <a:extLst>
              <a:ext uri="{FF2B5EF4-FFF2-40B4-BE49-F238E27FC236}">
                <a16:creationId xmlns:a16="http://schemas.microsoft.com/office/drawing/2014/main" id="{56987106-4BF0-4997-A03E-643FEDDCF45A}"/>
              </a:ext>
            </a:extLst>
          </p:cNvPr>
          <p:cNvSpPr>
            <a:spLocks noGrp="1"/>
          </p:cNvSpPr>
          <p:nvPr/>
        </p:nvSpPr>
        <p:spPr>
          <a:xfrm>
            <a:off x="447600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01_find_only_862">
            <a:extLst>
              <a:ext uri="{FF2B5EF4-FFF2-40B4-BE49-F238E27FC236}">
                <a16:creationId xmlns:a16="http://schemas.microsoft.com/office/drawing/2014/main" id="{3792F8A6-1381-45C9-A88F-65B618833539}"/>
              </a:ext>
            </a:extLst>
          </p:cNvPr>
          <p:cNvSpPr>
            <a:spLocks noGrp="1"/>
          </p:cNvSpPr>
          <p:nvPr/>
        </p:nvSpPr>
        <p:spPr>
          <a:xfrm>
            <a:off x="44760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01_find_only_863">
            <a:extLst>
              <a:ext uri="{FF2B5EF4-FFF2-40B4-BE49-F238E27FC236}">
                <a16:creationId xmlns:a16="http://schemas.microsoft.com/office/drawing/2014/main" id="{1359CED6-5679-4338-ADD1-009812A8DC85}"/>
              </a:ext>
            </a:extLst>
          </p:cNvPr>
          <p:cNvSpPr>
            <a:spLocks noGrp="1"/>
          </p:cNvSpPr>
          <p:nvPr/>
        </p:nvSpPr>
        <p:spPr>
          <a:xfrm>
            <a:off x="44700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01_find_only_864">
            <a:extLst>
              <a:ext uri="{FF2B5EF4-FFF2-40B4-BE49-F238E27FC236}">
                <a16:creationId xmlns:a16="http://schemas.microsoft.com/office/drawing/2014/main" id="{1FCD5C57-D502-4FBA-B209-C5CC9F9DC847}"/>
              </a:ext>
            </a:extLst>
          </p:cNvPr>
          <p:cNvSpPr>
            <a:spLocks noGrp="1"/>
          </p:cNvSpPr>
          <p:nvPr/>
        </p:nvSpPr>
        <p:spPr>
          <a:xfrm>
            <a:off x="44786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01_find_only_865">
            <a:extLst>
              <a:ext uri="{FF2B5EF4-FFF2-40B4-BE49-F238E27FC236}">
                <a16:creationId xmlns:a16="http://schemas.microsoft.com/office/drawing/2014/main" id="{E6411D36-96B2-4269-8227-8B293061D79B}"/>
              </a:ext>
            </a:extLst>
          </p:cNvPr>
          <p:cNvSpPr>
            <a:spLocks noGrp="1"/>
          </p:cNvSpPr>
          <p:nvPr/>
        </p:nvSpPr>
        <p:spPr>
          <a:xfrm>
            <a:off x="44227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01_find_only_866">
            <a:extLst>
              <a:ext uri="{FF2B5EF4-FFF2-40B4-BE49-F238E27FC236}">
                <a16:creationId xmlns:a16="http://schemas.microsoft.com/office/drawing/2014/main" id="{FBC748B0-1D1D-400E-A839-FA992A193ED7}"/>
              </a:ext>
            </a:extLst>
          </p:cNvPr>
          <p:cNvSpPr>
            <a:spLocks noGrp="1"/>
          </p:cNvSpPr>
          <p:nvPr/>
        </p:nvSpPr>
        <p:spPr>
          <a:xfrm>
            <a:off x="44080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01_find_only_867">
            <a:extLst>
              <a:ext uri="{FF2B5EF4-FFF2-40B4-BE49-F238E27FC236}">
                <a16:creationId xmlns:a16="http://schemas.microsoft.com/office/drawing/2014/main" id="{64FBB218-FF49-4A42-A50B-0FE83F899A20}"/>
              </a:ext>
            </a:extLst>
          </p:cNvPr>
          <p:cNvSpPr>
            <a:spLocks noGrp="1"/>
          </p:cNvSpPr>
          <p:nvPr/>
        </p:nvSpPr>
        <p:spPr>
          <a:xfrm>
            <a:off x="44646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01_find_only_868">
            <a:extLst>
              <a:ext uri="{FF2B5EF4-FFF2-40B4-BE49-F238E27FC236}">
                <a16:creationId xmlns:a16="http://schemas.microsoft.com/office/drawing/2014/main" id="{B90B9BD6-95BC-4AA4-BC09-F4C838B1949E}"/>
              </a:ext>
            </a:extLst>
          </p:cNvPr>
          <p:cNvSpPr>
            <a:spLocks noGrp="1"/>
          </p:cNvSpPr>
          <p:nvPr/>
        </p:nvSpPr>
        <p:spPr>
          <a:xfrm>
            <a:off x="44035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01_find_only_869">
            <a:extLst>
              <a:ext uri="{FF2B5EF4-FFF2-40B4-BE49-F238E27FC236}">
                <a16:creationId xmlns:a16="http://schemas.microsoft.com/office/drawing/2014/main" id="{B6F73CA2-FF82-4036-87F6-E6F6C2EBCE83}"/>
              </a:ext>
            </a:extLst>
          </p:cNvPr>
          <p:cNvSpPr>
            <a:spLocks noGrp="1"/>
          </p:cNvSpPr>
          <p:nvPr/>
        </p:nvSpPr>
        <p:spPr>
          <a:xfrm>
            <a:off x="44096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01_find_only_870">
            <a:extLst>
              <a:ext uri="{FF2B5EF4-FFF2-40B4-BE49-F238E27FC236}">
                <a16:creationId xmlns:a16="http://schemas.microsoft.com/office/drawing/2014/main" id="{7ACCDCB3-3DEC-43F6-8E96-1D90CFEC2878}"/>
              </a:ext>
            </a:extLst>
          </p:cNvPr>
          <p:cNvSpPr>
            <a:spLocks noGrp="1"/>
          </p:cNvSpPr>
          <p:nvPr/>
        </p:nvSpPr>
        <p:spPr>
          <a:xfrm>
            <a:off x="44670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01_find_only_871">
            <a:extLst>
              <a:ext uri="{FF2B5EF4-FFF2-40B4-BE49-F238E27FC236}">
                <a16:creationId xmlns:a16="http://schemas.microsoft.com/office/drawing/2014/main" id="{824B6C9A-9B8C-42DE-B147-DCED1C2D2788}"/>
              </a:ext>
            </a:extLst>
          </p:cNvPr>
          <p:cNvSpPr>
            <a:spLocks noGrp="1"/>
          </p:cNvSpPr>
          <p:nvPr/>
        </p:nvSpPr>
        <p:spPr>
          <a:xfrm>
            <a:off x="44043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01_find_only_872">
            <a:extLst>
              <a:ext uri="{FF2B5EF4-FFF2-40B4-BE49-F238E27FC236}">
                <a16:creationId xmlns:a16="http://schemas.microsoft.com/office/drawing/2014/main" id="{82602FC5-5526-4E98-97B4-3F9EB1CC19B2}"/>
              </a:ext>
            </a:extLst>
          </p:cNvPr>
          <p:cNvSpPr>
            <a:spLocks noGrp="1"/>
          </p:cNvSpPr>
          <p:nvPr/>
        </p:nvSpPr>
        <p:spPr>
          <a:xfrm>
            <a:off x="44857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01_find_only_873">
            <a:extLst>
              <a:ext uri="{FF2B5EF4-FFF2-40B4-BE49-F238E27FC236}">
                <a16:creationId xmlns:a16="http://schemas.microsoft.com/office/drawing/2014/main" id="{E75AB5C5-A7F4-4549-9800-D910633F5E3D}"/>
              </a:ext>
            </a:extLst>
          </p:cNvPr>
          <p:cNvSpPr>
            <a:spLocks noGrp="1"/>
          </p:cNvSpPr>
          <p:nvPr/>
        </p:nvSpPr>
        <p:spPr>
          <a:xfrm>
            <a:off x="447085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01_find_only_874">
            <a:extLst>
              <a:ext uri="{FF2B5EF4-FFF2-40B4-BE49-F238E27FC236}">
                <a16:creationId xmlns:a16="http://schemas.microsoft.com/office/drawing/2014/main" id="{3393A193-ACB1-4847-B97A-35405F500CB5}"/>
              </a:ext>
            </a:extLst>
          </p:cNvPr>
          <p:cNvSpPr>
            <a:spLocks noGrp="1"/>
          </p:cNvSpPr>
          <p:nvPr/>
        </p:nvSpPr>
        <p:spPr>
          <a:xfrm>
            <a:off x="443568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01_find_only_875">
            <a:extLst>
              <a:ext uri="{FF2B5EF4-FFF2-40B4-BE49-F238E27FC236}">
                <a16:creationId xmlns:a16="http://schemas.microsoft.com/office/drawing/2014/main" id="{DF1871FB-0BC3-4D7D-B840-F08CD5333EFF}"/>
              </a:ext>
            </a:extLst>
          </p:cNvPr>
          <p:cNvSpPr>
            <a:spLocks noGrp="1"/>
          </p:cNvSpPr>
          <p:nvPr/>
        </p:nvSpPr>
        <p:spPr>
          <a:xfrm>
            <a:off x="44192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01_find_only_876">
            <a:extLst>
              <a:ext uri="{FF2B5EF4-FFF2-40B4-BE49-F238E27FC236}">
                <a16:creationId xmlns:a16="http://schemas.microsoft.com/office/drawing/2014/main" id="{D269EDD1-1B57-4CB3-BA68-910F43B6EE58}"/>
              </a:ext>
            </a:extLst>
          </p:cNvPr>
          <p:cNvSpPr>
            <a:spLocks noGrp="1"/>
          </p:cNvSpPr>
          <p:nvPr/>
        </p:nvSpPr>
        <p:spPr>
          <a:xfrm>
            <a:off x="4484257" y="363054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01_find_only_877">
            <a:extLst>
              <a:ext uri="{FF2B5EF4-FFF2-40B4-BE49-F238E27FC236}">
                <a16:creationId xmlns:a16="http://schemas.microsoft.com/office/drawing/2014/main" id="{13680451-5C2A-44ED-85AF-6CBAC9A357E1}"/>
              </a:ext>
            </a:extLst>
          </p:cNvPr>
          <p:cNvSpPr>
            <a:spLocks noGrp="1"/>
          </p:cNvSpPr>
          <p:nvPr/>
        </p:nvSpPr>
        <p:spPr>
          <a:xfrm>
            <a:off x="44884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01_find_only_878">
            <a:extLst>
              <a:ext uri="{FF2B5EF4-FFF2-40B4-BE49-F238E27FC236}">
                <a16:creationId xmlns:a16="http://schemas.microsoft.com/office/drawing/2014/main" id="{E0AD4837-2640-4003-A197-655854AA414C}"/>
              </a:ext>
            </a:extLst>
          </p:cNvPr>
          <p:cNvSpPr>
            <a:spLocks noGrp="1"/>
          </p:cNvSpPr>
          <p:nvPr/>
        </p:nvSpPr>
        <p:spPr>
          <a:xfrm>
            <a:off x="44531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01_find_only_879">
            <a:extLst>
              <a:ext uri="{FF2B5EF4-FFF2-40B4-BE49-F238E27FC236}">
                <a16:creationId xmlns:a16="http://schemas.microsoft.com/office/drawing/2014/main" id="{054AC38E-A351-4EAD-93F5-F79EB27402C7}"/>
              </a:ext>
            </a:extLst>
          </p:cNvPr>
          <p:cNvSpPr>
            <a:spLocks noGrp="1"/>
          </p:cNvSpPr>
          <p:nvPr/>
        </p:nvSpPr>
        <p:spPr>
          <a:xfrm>
            <a:off x="4475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01_find_only_880">
            <a:extLst>
              <a:ext uri="{FF2B5EF4-FFF2-40B4-BE49-F238E27FC236}">
                <a16:creationId xmlns:a16="http://schemas.microsoft.com/office/drawing/2014/main" id="{DC4FCE1A-884E-46B5-BD17-07FB7A9124F9}"/>
              </a:ext>
            </a:extLst>
          </p:cNvPr>
          <p:cNvSpPr>
            <a:spLocks noGrp="1"/>
          </p:cNvSpPr>
          <p:nvPr/>
        </p:nvSpPr>
        <p:spPr>
          <a:xfrm>
            <a:off x="440721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01_find_only_881">
            <a:extLst>
              <a:ext uri="{FF2B5EF4-FFF2-40B4-BE49-F238E27FC236}">
                <a16:creationId xmlns:a16="http://schemas.microsoft.com/office/drawing/2014/main" id="{11DFF823-E67A-46CE-8C71-DE223C3AA6C2}"/>
              </a:ext>
            </a:extLst>
          </p:cNvPr>
          <p:cNvSpPr>
            <a:spLocks noGrp="1"/>
          </p:cNvSpPr>
          <p:nvPr/>
        </p:nvSpPr>
        <p:spPr>
          <a:xfrm>
            <a:off x="44346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01_find_only_882">
            <a:extLst>
              <a:ext uri="{FF2B5EF4-FFF2-40B4-BE49-F238E27FC236}">
                <a16:creationId xmlns:a16="http://schemas.microsoft.com/office/drawing/2014/main" id="{0FBD5C5B-0C8A-44F8-A568-11463FA2CF29}"/>
              </a:ext>
            </a:extLst>
          </p:cNvPr>
          <p:cNvSpPr>
            <a:spLocks noGrp="1"/>
          </p:cNvSpPr>
          <p:nvPr/>
        </p:nvSpPr>
        <p:spPr>
          <a:xfrm>
            <a:off x="446929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01_find_only_883">
            <a:extLst>
              <a:ext uri="{FF2B5EF4-FFF2-40B4-BE49-F238E27FC236}">
                <a16:creationId xmlns:a16="http://schemas.microsoft.com/office/drawing/2014/main" id="{0A1A2E1C-CE59-4644-AAA4-23B5EB101D97}"/>
              </a:ext>
            </a:extLst>
          </p:cNvPr>
          <p:cNvSpPr>
            <a:spLocks noGrp="1"/>
          </p:cNvSpPr>
          <p:nvPr/>
        </p:nvSpPr>
        <p:spPr>
          <a:xfrm>
            <a:off x="4401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01_find_only_884">
            <a:extLst>
              <a:ext uri="{FF2B5EF4-FFF2-40B4-BE49-F238E27FC236}">
                <a16:creationId xmlns:a16="http://schemas.microsoft.com/office/drawing/2014/main" id="{0F03A1BE-71BA-4F09-B9D8-71AB580E0366}"/>
              </a:ext>
            </a:extLst>
          </p:cNvPr>
          <p:cNvSpPr>
            <a:spLocks noGrp="1"/>
          </p:cNvSpPr>
          <p:nvPr/>
        </p:nvSpPr>
        <p:spPr>
          <a:xfrm>
            <a:off x="4397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01_find_only_885">
            <a:extLst>
              <a:ext uri="{FF2B5EF4-FFF2-40B4-BE49-F238E27FC236}">
                <a16:creationId xmlns:a16="http://schemas.microsoft.com/office/drawing/2014/main" id="{9E0B6896-90C7-41AA-8BAD-D04F26795337}"/>
              </a:ext>
            </a:extLst>
          </p:cNvPr>
          <p:cNvSpPr>
            <a:spLocks noGrp="1"/>
          </p:cNvSpPr>
          <p:nvPr/>
        </p:nvSpPr>
        <p:spPr>
          <a:xfrm>
            <a:off x="4455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01_find_only_886">
            <a:extLst>
              <a:ext uri="{FF2B5EF4-FFF2-40B4-BE49-F238E27FC236}">
                <a16:creationId xmlns:a16="http://schemas.microsoft.com/office/drawing/2014/main" id="{B86B66E0-7D4E-4961-AE63-AB436BE8AA22}"/>
              </a:ext>
            </a:extLst>
          </p:cNvPr>
          <p:cNvSpPr>
            <a:spLocks noGrp="1"/>
          </p:cNvSpPr>
          <p:nvPr/>
        </p:nvSpPr>
        <p:spPr>
          <a:xfrm>
            <a:off x="4483674" y="37048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01_find_only_887">
            <a:extLst>
              <a:ext uri="{FF2B5EF4-FFF2-40B4-BE49-F238E27FC236}">
                <a16:creationId xmlns:a16="http://schemas.microsoft.com/office/drawing/2014/main" id="{7A88E9C1-E890-46D5-8B4E-57587C475330}"/>
              </a:ext>
            </a:extLst>
          </p:cNvPr>
          <p:cNvSpPr>
            <a:spLocks noGrp="1"/>
          </p:cNvSpPr>
          <p:nvPr/>
        </p:nvSpPr>
        <p:spPr>
          <a:xfrm>
            <a:off x="439351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01_find_only_888">
            <a:extLst>
              <a:ext uri="{FF2B5EF4-FFF2-40B4-BE49-F238E27FC236}">
                <a16:creationId xmlns:a16="http://schemas.microsoft.com/office/drawing/2014/main" id="{349FE75D-FF89-4E8C-B3C7-252CF3AC74B6}"/>
              </a:ext>
            </a:extLst>
          </p:cNvPr>
          <p:cNvSpPr>
            <a:spLocks noGrp="1"/>
          </p:cNvSpPr>
          <p:nvPr/>
        </p:nvSpPr>
        <p:spPr>
          <a:xfrm>
            <a:off x="4431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01_find_only_889">
            <a:extLst>
              <a:ext uri="{FF2B5EF4-FFF2-40B4-BE49-F238E27FC236}">
                <a16:creationId xmlns:a16="http://schemas.microsoft.com/office/drawing/2014/main" id="{440567D2-69F1-4AEC-A322-C9CC0A866919}"/>
              </a:ext>
            </a:extLst>
          </p:cNvPr>
          <p:cNvSpPr>
            <a:spLocks noGrp="1"/>
          </p:cNvSpPr>
          <p:nvPr/>
        </p:nvSpPr>
        <p:spPr>
          <a:xfrm>
            <a:off x="4462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01_find_only_890">
            <a:extLst>
              <a:ext uri="{FF2B5EF4-FFF2-40B4-BE49-F238E27FC236}">
                <a16:creationId xmlns:a16="http://schemas.microsoft.com/office/drawing/2014/main" id="{5B3B4D85-DBB0-49AF-97AB-7AD8204A4A73}"/>
              </a:ext>
            </a:extLst>
          </p:cNvPr>
          <p:cNvSpPr>
            <a:spLocks noGrp="1"/>
          </p:cNvSpPr>
          <p:nvPr/>
        </p:nvSpPr>
        <p:spPr>
          <a:xfrm>
            <a:off x="44335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01_find_only_891">
            <a:extLst>
              <a:ext uri="{FF2B5EF4-FFF2-40B4-BE49-F238E27FC236}">
                <a16:creationId xmlns:a16="http://schemas.microsoft.com/office/drawing/2014/main" id="{0C9B0678-34A6-44C6-9738-D5EA3B8AD67D}"/>
              </a:ext>
            </a:extLst>
          </p:cNvPr>
          <p:cNvSpPr>
            <a:spLocks noGrp="1"/>
          </p:cNvSpPr>
          <p:nvPr/>
        </p:nvSpPr>
        <p:spPr>
          <a:xfrm>
            <a:off x="441712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01_find_only_892">
            <a:extLst>
              <a:ext uri="{FF2B5EF4-FFF2-40B4-BE49-F238E27FC236}">
                <a16:creationId xmlns:a16="http://schemas.microsoft.com/office/drawing/2014/main" id="{01246DC1-1E08-41D6-9F1D-65A0E5ADCFCA}"/>
              </a:ext>
            </a:extLst>
          </p:cNvPr>
          <p:cNvSpPr>
            <a:spLocks noGrp="1"/>
          </p:cNvSpPr>
          <p:nvPr/>
        </p:nvSpPr>
        <p:spPr>
          <a:xfrm>
            <a:off x="4454821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01_find_only_893">
            <a:extLst>
              <a:ext uri="{FF2B5EF4-FFF2-40B4-BE49-F238E27FC236}">
                <a16:creationId xmlns:a16="http://schemas.microsoft.com/office/drawing/2014/main" id="{BA967164-77EE-481D-91C9-685DA066EDA8}"/>
              </a:ext>
            </a:extLst>
          </p:cNvPr>
          <p:cNvSpPr>
            <a:spLocks noGrp="1"/>
          </p:cNvSpPr>
          <p:nvPr/>
        </p:nvSpPr>
        <p:spPr>
          <a:xfrm>
            <a:off x="4451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01_find_only_894">
            <a:extLst>
              <a:ext uri="{FF2B5EF4-FFF2-40B4-BE49-F238E27FC236}">
                <a16:creationId xmlns:a16="http://schemas.microsoft.com/office/drawing/2014/main" id="{4622DC55-ABE7-44F0-A436-C0F5F64275D4}"/>
              </a:ext>
            </a:extLst>
          </p:cNvPr>
          <p:cNvSpPr>
            <a:spLocks noGrp="1"/>
          </p:cNvSpPr>
          <p:nvPr/>
        </p:nvSpPr>
        <p:spPr>
          <a:xfrm>
            <a:off x="44399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01_find_only_895">
            <a:extLst>
              <a:ext uri="{FF2B5EF4-FFF2-40B4-BE49-F238E27FC236}">
                <a16:creationId xmlns:a16="http://schemas.microsoft.com/office/drawing/2014/main" id="{116506BE-95CF-4C58-992D-DEADC1BF4CB2}"/>
              </a:ext>
            </a:extLst>
          </p:cNvPr>
          <p:cNvSpPr>
            <a:spLocks noGrp="1"/>
          </p:cNvSpPr>
          <p:nvPr/>
        </p:nvSpPr>
        <p:spPr>
          <a:xfrm>
            <a:off x="44493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01_find_only_896">
            <a:extLst>
              <a:ext uri="{FF2B5EF4-FFF2-40B4-BE49-F238E27FC236}">
                <a16:creationId xmlns:a16="http://schemas.microsoft.com/office/drawing/2014/main" id="{D7332931-9ADA-4352-9703-5F02EE8E67E9}"/>
              </a:ext>
            </a:extLst>
          </p:cNvPr>
          <p:cNvSpPr>
            <a:spLocks noGrp="1"/>
          </p:cNvSpPr>
          <p:nvPr/>
        </p:nvSpPr>
        <p:spPr>
          <a:xfrm>
            <a:off x="44214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01_find_only_897">
            <a:extLst>
              <a:ext uri="{FF2B5EF4-FFF2-40B4-BE49-F238E27FC236}">
                <a16:creationId xmlns:a16="http://schemas.microsoft.com/office/drawing/2014/main" id="{60786664-F5C3-45EB-8CE8-B585F934C9D9}"/>
              </a:ext>
            </a:extLst>
          </p:cNvPr>
          <p:cNvSpPr>
            <a:spLocks noGrp="1"/>
          </p:cNvSpPr>
          <p:nvPr/>
        </p:nvSpPr>
        <p:spPr>
          <a:xfrm>
            <a:off x="444325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01_find_only_898">
            <a:extLst>
              <a:ext uri="{FF2B5EF4-FFF2-40B4-BE49-F238E27FC236}">
                <a16:creationId xmlns:a16="http://schemas.microsoft.com/office/drawing/2014/main" id="{F0E20B95-DCFD-42C9-88C7-0BAF6C722B96}"/>
              </a:ext>
            </a:extLst>
          </p:cNvPr>
          <p:cNvSpPr>
            <a:spLocks noGrp="1"/>
          </p:cNvSpPr>
          <p:nvPr/>
        </p:nvSpPr>
        <p:spPr>
          <a:xfrm>
            <a:off x="442246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01_find_only_899">
            <a:extLst>
              <a:ext uri="{FF2B5EF4-FFF2-40B4-BE49-F238E27FC236}">
                <a16:creationId xmlns:a16="http://schemas.microsoft.com/office/drawing/2014/main" id="{ACA37BF6-0D48-451D-9BD0-1DC70CB2DDD4}"/>
              </a:ext>
            </a:extLst>
          </p:cNvPr>
          <p:cNvSpPr>
            <a:spLocks noGrp="1"/>
          </p:cNvSpPr>
          <p:nvPr/>
        </p:nvSpPr>
        <p:spPr>
          <a:xfrm>
            <a:off x="443101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01_find_only_900">
            <a:extLst>
              <a:ext uri="{FF2B5EF4-FFF2-40B4-BE49-F238E27FC236}">
                <a16:creationId xmlns:a16="http://schemas.microsoft.com/office/drawing/2014/main" id="{499B2B31-D825-4306-BC63-B201D954F1BB}"/>
              </a:ext>
            </a:extLst>
          </p:cNvPr>
          <p:cNvSpPr>
            <a:spLocks noGrp="1"/>
          </p:cNvSpPr>
          <p:nvPr/>
        </p:nvSpPr>
        <p:spPr>
          <a:xfrm>
            <a:off x="4472988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01_find_only_901">
            <a:extLst>
              <a:ext uri="{FF2B5EF4-FFF2-40B4-BE49-F238E27FC236}">
                <a16:creationId xmlns:a16="http://schemas.microsoft.com/office/drawing/2014/main" id="{445C05EA-9C13-48A9-8D7E-50F1A4DB9C9A}"/>
              </a:ext>
            </a:extLst>
          </p:cNvPr>
          <p:cNvSpPr>
            <a:spLocks noGrp="1"/>
          </p:cNvSpPr>
          <p:nvPr/>
        </p:nvSpPr>
        <p:spPr>
          <a:xfrm>
            <a:off x="44042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01_find_only_902">
            <a:extLst>
              <a:ext uri="{FF2B5EF4-FFF2-40B4-BE49-F238E27FC236}">
                <a16:creationId xmlns:a16="http://schemas.microsoft.com/office/drawing/2014/main" id="{048C8252-8B42-4053-A949-94D67F563FAF}"/>
              </a:ext>
            </a:extLst>
          </p:cNvPr>
          <p:cNvSpPr>
            <a:spLocks noGrp="1"/>
          </p:cNvSpPr>
          <p:nvPr/>
        </p:nvSpPr>
        <p:spPr>
          <a:xfrm>
            <a:off x="44086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01_find_only_903">
            <a:extLst>
              <a:ext uri="{FF2B5EF4-FFF2-40B4-BE49-F238E27FC236}">
                <a16:creationId xmlns:a16="http://schemas.microsoft.com/office/drawing/2014/main" id="{295AD25F-ED74-4DE2-A350-0ECCC0C60AAA}"/>
              </a:ext>
            </a:extLst>
          </p:cNvPr>
          <p:cNvSpPr>
            <a:spLocks noGrp="1"/>
          </p:cNvSpPr>
          <p:nvPr/>
        </p:nvSpPr>
        <p:spPr>
          <a:xfrm>
            <a:off x="44490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01_find_only_904">
            <a:extLst>
              <a:ext uri="{FF2B5EF4-FFF2-40B4-BE49-F238E27FC236}">
                <a16:creationId xmlns:a16="http://schemas.microsoft.com/office/drawing/2014/main" id="{E7D09A05-E934-4F7F-870F-235C30768D77}"/>
              </a:ext>
            </a:extLst>
          </p:cNvPr>
          <p:cNvSpPr>
            <a:spLocks noGrp="1"/>
          </p:cNvSpPr>
          <p:nvPr/>
        </p:nvSpPr>
        <p:spPr>
          <a:xfrm>
            <a:off x="44482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01_find_only_905">
            <a:extLst>
              <a:ext uri="{FF2B5EF4-FFF2-40B4-BE49-F238E27FC236}">
                <a16:creationId xmlns:a16="http://schemas.microsoft.com/office/drawing/2014/main" id="{C40B9236-FE8A-4A4B-97C3-82C986A2604C}"/>
              </a:ext>
            </a:extLst>
          </p:cNvPr>
          <p:cNvSpPr>
            <a:spLocks noGrp="1"/>
          </p:cNvSpPr>
          <p:nvPr/>
        </p:nvSpPr>
        <p:spPr>
          <a:xfrm>
            <a:off x="44797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01_find_only_906">
            <a:extLst>
              <a:ext uri="{FF2B5EF4-FFF2-40B4-BE49-F238E27FC236}">
                <a16:creationId xmlns:a16="http://schemas.microsoft.com/office/drawing/2014/main" id="{2A306585-E458-40FE-AADA-7168BB316CA4}"/>
              </a:ext>
            </a:extLst>
          </p:cNvPr>
          <p:cNvSpPr>
            <a:spLocks noGrp="1"/>
          </p:cNvSpPr>
          <p:nvPr/>
        </p:nvSpPr>
        <p:spPr>
          <a:xfrm>
            <a:off x="44651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01_find_only_907">
            <a:extLst>
              <a:ext uri="{FF2B5EF4-FFF2-40B4-BE49-F238E27FC236}">
                <a16:creationId xmlns:a16="http://schemas.microsoft.com/office/drawing/2014/main" id="{92A6AE4A-991A-436F-ABB4-12684CB2254A}"/>
              </a:ext>
            </a:extLst>
          </p:cNvPr>
          <p:cNvSpPr>
            <a:spLocks noGrp="1"/>
          </p:cNvSpPr>
          <p:nvPr/>
        </p:nvSpPr>
        <p:spPr>
          <a:xfrm>
            <a:off x="4405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01_find_only_908">
            <a:extLst>
              <a:ext uri="{FF2B5EF4-FFF2-40B4-BE49-F238E27FC236}">
                <a16:creationId xmlns:a16="http://schemas.microsoft.com/office/drawing/2014/main" id="{1064AB5E-54A5-474C-B319-9DFE1E4D3A91}"/>
              </a:ext>
            </a:extLst>
          </p:cNvPr>
          <p:cNvSpPr>
            <a:spLocks noGrp="1"/>
          </p:cNvSpPr>
          <p:nvPr/>
        </p:nvSpPr>
        <p:spPr>
          <a:xfrm>
            <a:off x="441926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01_find_only_909">
            <a:extLst>
              <a:ext uri="{FF2B5EF4-FFF2-40B4-BE49-F238E27FC236}">
                <a16:creationId xmlns:a16="http://schemas.microsoft.com/office/drawing/2014/main" id="{16CDDD9E-4910-473D-ABD0-CABFCF859FEC}"/>
              </a:ext>
            </a:extLst>
          </p:cNvPr>
          <p:cNvSpPr>
            <a:spLocks noGrp="1"/>
          </p:cNvSpPr>
          <p:nvPr/>
        </p:nvSpPr>
        <p:spPr>
          <a:xfrm>
            <a:off x="44578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01_find_only_910">
            <a:extLst>
              <a:ext uri="{FF2B5EF4-FFF2-40B4-BE49-F238E27FC236}">
                <a16:creationId xmlns:a16="http://schemas.microsoft.com/office/drawing/2014/main" id="{A793658F-BC55-43C2-A11E-2824BB172D59}"/>
              </a:ext>
            </a:extLst>
          </p:cNvPr>
          <p:cNvSpPr>
            <a:spLocks noGrp="1"/>
          </p:cNvSpPr>
          <p:nvPr/>
        </p:nvSpPr>
        <p:spPr>
          <a:xfrm>
            <a:off x="4399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01_find_only_911">
            <a:extLst>
              <a:ext uri="{FF2B5EF4-FFF2-40B4-BE49-F238E27FC236}">
                <a16:creationId xmlns:a16="http://schemas.microsoft.com/office/drawing/2014/main" id="{8B929719-9533-4C59-BDAB-15E4562C7693}"/>
              </a:ext>
            </a:extLst>
          </p:cNvPr>
          <p:cNvSpPr>
            <a:spLocks noGrp="1"/>
          </p:cNvSpPr>
          <p:nvPr/>
        </p:nvSpPr>
        <p:spPr>
          <a:xfrm>
            <a:off x="446706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01_find_only_912">
            <a:extLst>
              <a:ext uri="{FF2B5EF4-FFF2-40B4-BE49-F238E27FC236}">
                <a16:creationId xmlns:a16="http://schemas.microsoft.com/office/drawing/2014/main" id="{626B63CE-E2E2-4E8E-80A7-EF8AE7A61231}"/>
              </a:ext>
            </a:extLst>
          </p:cNvPr>
          <p:cNvSpPr>
            <a:spLocks noGrp="1"/>
          </p:cNvSpPr>
          <p:nvPr/>
        </p:nvSpPr>
        <p:spPr>
          <a:xfrm>
            <a:off x="44703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01_find_only_913">
            <a:extLst>
              <a:ext uri="{FF2B5EF4-FFF2-40B4-BE49-F238E27FC236}">
                <a16:creationId xmlns:a16="http://schemas.microsoft.com/office/drawing/2014/main" id="{88EA2452-E55E-40B3-9FFF-7D487BC9128D}"/>
              </a:ext>
            </a:extLst>
          </p:cNvPr>
          <p:cNvSpPr>
            <a:spLocks noGrp="1"/>
          </p:cNvSpPr>
          <p:nvPr/>
        </p:nvSpPr>
        <p:spPr>
          <a:xfrm>
            <a:off x="44600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01_find_only_914">
            <a:extLst>
              <a:ext uri="{FF2B5EF4-FFF2-40B4-BE49-F238E27FC236}">
                <a16:creationId xmlns:a16="http://schemas.microsoft.com/office/drawing/2014/main" id="{1580E612-0429-499B-B5F0-99855AC91DC4}"/>
              </a:ext>
            </a:extLst>
          </p:cNvPr>
          <p:cNvSpPr>
            <a:spLocks noGrp="1"/>
          </p:cNvSpPr>
          <p:nvPr/>
        </p:nvSpPr>
        <p:spPr>
          <a:xfrm>
            <a:off x="44591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01_find_only_915">
            <a:extLst>
              <a:ext uri="{FF2B5EF4-FFF2-40B4-BE49-F238E27FC236}">
                <a16:creationId xmlns:a16="http://schemas.microsoft.com/office/drawing/2014/main" id="{60EA7462-A65B-4641-9819-4B37998FF1E0}"/>
              </a:ext>
            </a:extLst>
          </p:cNvPr>
          <p:cNvSpPr>
            <a:spLocks noGrp="1"/>
          </p:cNvSpPr>
          <p:nvPr/>
        </p:nvSpPr>
        <p:spPr>
          <a:xfrm>
            <a:off x="44633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01_find_only_916">
            <a:extLst>
              <a:ext uri="{FF2B5EF4-FFF2-40B4-BE49-F238E27FC236}">
                <a16:creationId xmlns:a16="http://schemas.microsoft.com/office/drawing/2014/main" id="{98C1D935-20FF-47AB-B019-7F13E87CF0B7}"/>
              </a:ext>
            </a:extLst>
          </p:cNvPr>
          <p:cNvSpPr>
            <a:spLocks noGrp="1"/>
          </p:cNvSpPr>
          <p:nvPr/>
        </p:nvSpPr>
        <p:spPr>
          <a:xfrm>
            <a:off x="4445008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01_find_only_917">
            <a:extLst>
              <a:ext uri="{FF2B5EF4-FFF2-40B4-BE49-F238E27FC236}">
                <a16:creationId xmlns:a16="http://schemas.microsoft.com/office/drawing/2014/main" id="{41AC5026-322F-4F14-8EE4-C7852C7461CA}"/>
              </a:ext>
            </a:extLst>
          </p:cNvPr>
          <p:cNvSpPr>
            <a:spLocks noGrp="1"/>
          </p:cNvSpPr>
          <p:nvPr/>
        </p:nvSpPr>
        <p:spPr>
          <a:xfrm>
            <a:off x="439458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01_find_only_918">
            <a:extLst>
              <a:ext uri="{FF2B5EF4-FFF2-40B4-BE49-F238E27FC236}">
                <a16:creationId xmlns:a16="http://schemas.microsoft.com/office/drawing/2014/main" id="{66AE5AB1-EB61-4B24-B3AB-D865BCEEDF0B}"/>
              </a:ext>
            </a:extLst>
          </p:cNvPr>
          <p:cNvSpPr>
            <a:spLocks noGrp="1"/>
          </p:cNvSpPr>
          <p:nvPr/>
        </p:nvSpPr>
        <p:spPr>
          <a:xfrm>
            <a:off x="44448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01_find_only_919">
            <a:extLst>
              <a:ext uri="{FF2B5EF4-FFF2-40B4-BE49-F238E27FC236}">
                <a16:creationId xmlns:a16="http://schemas.microsoft.com/office/drawing/2014/main" id="{4D1E15AD-444D-4EF1-94CF-29AAB408F836}"/>
              </a:ext>
            </a:extLst>
          </p:cNvPr>
          <p:cNvSpPr>
            <a:spLocks noGrp="1"/>
          </p:cNvSpPr>
          <p:nvPr/>
        </p:nvSpPr>
        <p:spPr>
          <a:xfrm>
            <a:off x="4407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01_find_only_920">
            <a:extLst>
              <a:ext uri="{FF2B5EF4-FFF2-40B4-BE49-F238E27FC236}">
                <a16:creationId xmlns:a16="http://schemas.microsoft.com/office/drawing/2014/main" id="{F07936A3-A379-4EBA-8A80-D558D66C8FE8}"/>
              </a:ext>
            </a:extLst>
          </p:cNvPr>
          <p:cNvSpPr>
            <a:spLocks noGrp="1"/>
          </p:cNvSpPr>
          <p:nvPr/>
        </p:nvSpPr>
        <p:spPr>
          <a:xfrm>
            <a:off x="4459581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01_find_only_921">
            <a:extLst>
              <a:ext uri="{FF2B5EF4-FFF2-40B4-BE49-F238E27FC236}">
                <a16:creationId xmlns:a16="http://schemas.microsoft.com/office/drawing/2014/main" id="{8EC2FAFA-6FCB-464B-AA14-25C4C00EAD0A}"/>
              </a:ext>
            </a:extLst>
          </p:cNvPr>
          <p:cNvSpPr>
            <a:spLocks noGrp="1"/>
          </p:cNvSpPr>
          <p:nvPr/>
        </p:nvSpPr>
        <p:spPr>
          <a:xfrm>
            <a:off x="4472405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01_find_only_922">
            <a:extLst>
              <a:ext uri="{FF2B5EF4-FFF2-40B4-BE49-F238E27FC236}">
                <a16:creationId xmlns:a16="http://schemas.microsoft.com/office/drawing/2014/main" id="{5989EE9B-90FB-49F0-B5B0-09070A68F689}"/>
              </a:ext>
            </a:extLst>
          </p:cNvPr>
          <p:cNvSpPr>
            <a:spLocks noGrp="1"/>
          </p:cNvSpPr>
          <p:nvPr/>
        </p:nvSpPr>
        <p:spPr>
          <a:xfrm>
            <a:off x="440585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01_find_only_923">
            <a:extLst>
              <a:ext uri="{FF2B5EF4-FFF2-40B4-BE49-F238E27FC236}">
                <a16:creationId xmlns:a16="http://schemas.microsoft.com/office/drawing/2014/main" id="{CB691D21-1FD9-434D-8062-614E893AC7FD}"/>
              </a:ext>
            </a:extLst>
          </p:cNvPr>
          <p:cNvSpPr>
            <a:spLocks noGrp="1"/>
          </p:cNvSpPr>
          <p:nvPr/>
        </p:nvSpPr>
        <p:spPr>
          <a:xfrm>
            <a:off x="446045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01_find_only_924">
            <a:extLst>
              <a:ext uri="{FF2B5EF4-FFF2-40B4-BE49-F238E27FC236}">
                <a16:creationId xmlns:a16="http://schemas.microsoft.com/office/drawing/2014/main" id="{BE3A9113-5D8C-4C9E-A703-C11592462081}"/>
              </a:ext>
            </a:extLst>
          </p:cNvPr>
          <p:cNvSpPr>
            <a:spLocks noGrp="1"/>
          </p:cNvSpPr>
          <p:nvPr/>
        </p:nvSpPr>
        <p:spPr>
          <a:xfrm>
            <a:off x="44107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01_find_only_925">
            <a:extLst>
              <a:ext uri="{FF2B5EF4-FFF2-40B4-BE49-F238E27FC236}">
                <a16:creationId xmlns:a16="http://schemas.microsoft.com/office/drawing/2014/main" id="{4A951265-BB32-46A1-9E51-40CD45EEB60E}"/>
              </a:ext>
            </a:extLst>
          </p:cNvPr>
          <p:cNvSpPr>
            <a:spLocks noGrp="1"/>
          </p:cNvSpPr>
          <p:nvPr/>
        </p:nvSpPr>
        <p:spPr>
          <a:xfrm>
            <a:off x="44149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01_find_only_926">
            <a:extLst>
              <a:ext uri="{FF2B5EF4-FFF2-40B4-BE49-F238E27FC236}">
                <a16:creationId xmlns:a16="http://schemas.microsoft.com/office/drawing/2014/main" id="{B0F423CD-290A-457F-9ACD-3777DA149939}"/>
              </a:ext>
            </a:extLst>
          </p:cNvPr>
          <p:cNvSpPr>
            <a:spLocks noGrp="1"/>
          </p:cNvSpPr>
          <p:nvPr/>
        </p:nvSpPr>
        <p:spPr>
          <a:xfrm>
            <a:off x="440342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01_find_only_927">
            <a:extLst>
              <a:ext uri="{FF2B5EF4-FFF2-40B4-BE49-F238E27FC236}">
                <a16:creationId xmlns:a16="http://schemas.microsoft.com/office/drawing/2014/main" id="{8D1D7E89-342B-419F-934E-3276E1915D5C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01_find_only_928">
            <a:extLst>
              <a:ext uri="{FF2B5EF4-FFF2-40B4-BE49-F238E27FC236}">
                <a16:creationId xmlns:a16="http://schemas.microsoft.com/office/drawing/2014/main" id="{290DCE7B-1CA0-42F5-A268-08333769DACE}"/>
              </a:ext>
            </a:extLst>
          </p:cNvPr>
          <p:cNvSpPr>
            <a:spLocks noGrp="1"/>
          </p:cNvSpPr>
          <p:nvPr/>
        </p:nvSpPr>
        <p:spPr>
          <a:xfrm>
            <a:off x="44844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01_find_only_929">
            <a:extLst>
              <a:ext uri="{FF2B5EF4-FFF2-40B4-BE49-F238E27FC236}">
                <a16:creationId xmlns:a16="http://schemas.microsoft.com/office/drawing/2014/main" id="{E71B7BA0-0D7A-46E4-8CCC-0175C35782A6}"/>
              </a:ext>
            </a:extLst>
          </p:cNvPr>
          <p:cNvSpPr>
            <a:spLocks noGrp="1"/>
          </p:cNvSpPr>
          <p:nvPr/>
        </p:nvSpPr>
        <p:spPr>
          <a:xfrm>
            <a:off x="448863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01_find_only_930">
            <a:extLst>
              <a:ext uri="{FF2B5EF4-FFF2-40B4-BE49-F238E27FC236}">
                <a16:creationId xmlns:a16="http://schemas.microsoft.com/office/drawing/2014/main" id="{5121921B-491B-4F97-A53E-24AF5887B915}"/>
              </a:ext>
            </a:extLst>
          </p:cNvPr>
          <p:cNvSpPr>
            <a:spLocks noGrp="1"/>
          </p:cNvSpPr>
          <p:nvPr/>
        </p:nvSpPr>
        <p:spPr>
          <a:xfrm>
            <a:off x="44285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01_find_only_931">
            <a:extLst>
              <a:ext uri="{FF2B5EF4-FFF2-40B4-BE49-F238E27FC236}">
                <a16:creationId xmlns:a16="http://schemas.microsoft.com/office/drawing/2014/main" id="{1BD667D0-13A5-4FBD-9A5F-CE3B0CDE9DA7}"/>
              </a:ext>
            </a:extLst>
          </p:cNvPr>
          <p:cNvSpPr>
            <a:spLocks noGrp="1"/>
          </p:cNvSpPr>
          <p:nvPr/>
        </p:nvSpPr>
        <p:spPr>
          <a:xfrm>
            <a:off x="44642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01_find_only_932">
            <a:extLst>
              <a:ext uri="{FF2B5EF4-FFF2-40B4-BE49-F238E27FC236}">
                <a16:creationId xmlns:a16="http://schemas.microsoft.com/office/drawing/2014/main" id="{168B6FEA-D370-482F-84E7-80ED7BAB4148}"/>
              </a:ext>
            </a:extLst>
          </p:cNvPr>
          <p:cNvSpPr>
            <a:spLocks noGrp="1"/>
          </p:cNvSpPr>
          <p:nvPr/>
        </p:nvSpPr>
        <p:spPr>
          <a:xfrm>
            <a:off x="4483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01_find_only_933">
            <a:extLst>
              <a:ext uri="{FF2B5EF4-FFF2-40B4-BE49-F238E27FC236}">
                <a16:creationId xmlns:a16="http://schemas.microsoft.com/office/drawing/2014/main" id="{E6DFA11F-77F7-483E-8B94-A0C956056E94}"/>
              </a:ext>
            </a:extLst>
          </p:cNvPr>
          <p:cNvSpPr>
            <a:spLocks noGrp="1"/>
          </p:cNvSpPr>
          <p:nvPr/>
        </p:nvSpPr>
        <p:spPr>
          <a:xfrm>
            <a:off x="44716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01_find_only_934">
            <a:extLst>
              <a:ext uri="{FF2B5EF4-FFF2-40B4-BE49-F238E27FC236}">
                <a16:creationId xmlns:a16="http://schemas.microsoft.com/office/drawing/2014/main" id="{B1D936B8-5C33-4322-8280-380CFBAD89C7}"/>
              </a:ext>
            </a:extLst>
          </p:cNvPr>
          <p:cNvSpPr>
            <a:spLocks noGrp="1"/>
          </p:cNvSpPr>
          <p:nvPr/>
        </p:nvSpPr>
        <p:spPr>
          <a:xfrm>
            <a:off x="4461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01_find_only_935">
            <a:extLst>
              <a:ext uri="{FF2B5EF4-FFF2-40B4-BE49-F238E27FC236}">
                <a16:creationId xmlns:a16="http://schemas.microsoft.com/office/drawing/2014/main" id="{82D14969-01F0-4E66-9A07-D1708D3D412D}"/>
              </a:ext>
            </a:extLst>
          </p:cNvPr>
          <p:cNvSpPr>
            <a:spLocks noGrp="1"/>
          </p:cNvSpPr>
          <p:nvPr/>
        </p:nvSpPr>
        <p:spPr>
          <a:xfrm>
            <a:off x="44375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01_find_only_936">
            <a:extLst>
              <a:ext uri="{FF2B5EF4-FFF2-40B4-BE49-F238E27FC236}">
                <a16:creationId xmlns:a16="http://schemas.microsoft.com/office/drawing/2014/main" id="{FA37AC13-7EB8-43E4-A701-7F20365E3B7D}"/>
              </a:ext>
            </a:extLst>
          </p:cNvPr>
          <p:cNvSpPr>
            <a:spLocks noGrp="1"/>
          </p:cNvSpPr>
          <p:nvPr/>
        </p:nvSpPr>
        <p:spPr>
          <a:xfrm>
            <a:off x="4434613" y="37917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01_find_only_937">
            <a:extLst>
              <a:ext uri="{FF2B5EF4-FFF2-40B4-BE49-F238E27FC236}">
                <a16:creationId xmlns:a16="http://schemas.microsoft.com/office/drawing/2014/main" id="{4EC14785-138E-4271-A2F2-B1FF7CC5D6E2}"/>
              </a:ext>
            </a:extLst>
          </p:cNvPr>
          <p:cNvSpPr>
            <a:spLocks noGrp="1"/>
          </p:cNvSpPr>
          <p:nvPr/>
        </p:nvSpPr>
        <p:spPr>
          <a:xfrm>
            <a:off x="4402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01_find_only_938">
            <a:extLst>
              <a:ext uri="{FF2B5EF4-FFF2-40B4-BE49-F238E27FC236}">
                <a16:creationId xmlns:a16="http://schemas.microsoft.com/office/drawing/2014/main" id="{F7EB1AB0-EA19-47A6-B1ED-BEF58B9CCABD}"/>
              </a:ext>
            </a:extLst>
          </p:cNvPr>
          <p:cNvSpPr>
            <a:spLocks noGrp="1"/>
          </p:cNvSpPr>
          <p:nvPr/>
        </p:nvSpPr>
        <p:spPr>
          <a:xfrm>
            <a:off x="44833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01_find_only_939">
            <a:extLst>
              <a:ext uri="{FF2B5EF4-FFF2-40B4-BE49-F238E27FC236}">
                <a16:creationId xmlns:a16="http://schemas.microsoft.com/office/drawing/2014/main" id="{9CCFE265-F679-4B70-8936-AA45333776C8}"/>
              </a:ext>
            </a:extLst>
          </p:cNvPr>
          <p:cNvSpPr>
            <a:spLocks noGrp="1"/>
          </p:cNvSpPr>
          <p:nvPr/>
        </p:nvSpPr>
        <p:spPr>
          <a:xfrm>
            <a:off x="44730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01_find_only_940">
            <a:extLst>
              <a:ext uri="{FF2B5EF4-FFF2-40B4-BE49-F238E27FC236}">
                <a16:creationId xmlns:a16="http://schemas.microsoft.com/office/drawing/2014/main" id="{B9248EE1-B0FE-4041-B8D9-5FB790FD3201}"/>
              </a:ext>
            </a:extLst>
          </p:cNvPr>
          <p:cNvSpPr>
            <a:spLocks noGrp="1"/>
          </p:cNvSpPr>
          <p:nvPr/>
        </p:nvSpPr>
        <p:spPr>
          <a:xfrm>
            <a:off x="4458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01_find_only_941">
            <a:extLst>
              <a:ext uri="{FF2B5EF4-FFF2-40B4-BE49-F238E27FC236}">
                <a16:creationId xmlns:a16="http://schemas.microsoft.com/office/drawing/2014/main" id="{48FBCB86-A379-4A46-89E0-7C92852666C1}"/>
              </a:ext>
            </a:extLst>
          </p:cNvPr>
          <p:cNvSpPr>
            <a:spLocks noGrp="1"/>
          </p:cNvSpPr>
          <p:nvPr/>
        </p:nvSpPr>
        <p:spPr>
          <a:xfrm>
            <a:off x="43988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01_find_only_942">
            <a:extLst>
              <a:ext uri="{FF2B5EF4-FFF2-40B4-BE49-F238E27FC236}">
                <a16:creationId xmlns:a16="http://schemas.microsoft.com/office/drawing/2014/main" id="{EE011411-9FC5-49F4-914C-B23C73E4629D}"/>
              </a:ext>
            </a:extLst>
          </p:cNvPr>
          <p:cNvSpPr>
            <a:spLocks noGrp="1"/>
          </p:cNvSpPr>
          <p:nvPr/>
        </p:nvSpPr>
        <p:spPr>
          <a:xfrm>
            <a:off x="4408285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01_find_only_943">
            <a:extLst>
              <a:ext uri="{FF2B5EF4-FFF2-40B4-BE49-F238E27FC236}">
                <a16:creationId xmlns:a16="http://schemas.microsoft.com/office/drawing/2014/main" id="{43ECB1FE-33DC-4C22-9595-4989682A3145}"/>
              </a:ext>
            </a:extLst>
          </p:cNvPr>
          <p:cNvSpPr>
            <a:spLocks noGrp="1"/>
          </p:cNvSpPr>
          <p:nvPr/>
        </p:nvSpPr>
        <p:spPr>
          <a:xfrm>
            <a:off x="4417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01_find_only_944">
            <a:extLst>
              <a:ext uri="{FF2B5EF4-FFF2-40B4-BE49-F238E27FC236}">
                <a16:creationId xmlns:a16="http://schemas.microsoft.com/office/drawing/2014/main" id="{06F0B6F3-C3BF-4B20-9DBA-E4598838E49F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01_find_only_945">
            <a:extLst>
              <a:ext uri="{FF2B5EF4-FFF2-40B4-BE49-F238E27FC236}">
                <a16:creationId xmlns:a16="http://schemas.microsoft.com/office/drawing/2014/main" id="{504AB01F-9AC4-4BA3-A3D1-D936AAFCB173}"/>
              </a:ext>
            </a:extLst>
          </p:cNvPr>
          <p:cNvSpPr>
            <a:spLocks noGrp="1"/>
          </p:cNvSpPr>
          <p:nvPr/>
        </p:nvSpPr>
        <p:spPr>
          <a:xfrm>
            <a:off x="4449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01_find_only_946">
            <a:extLst>
              <a:ext uri="{FF2B5EF4-FFF2-40B4-BE49-F238E27FC236}">
                <a16:creationId xmlns:a16="http://schemas.microsoft.com/office/drawing/2014/main" id="{86D41DB0-2746-4522-B54C-F64C974004BE}"/>
              </a:ext>
            </a:extLst>
          </p:cNvPr>
          <p:cNvSpPr>
            <a:spLocks noGrp="1"/>
          </p:cNvSpPr>
          <p:nvPr/>
        </p:nvSpPr>
        <p:spPr>
          <a:xfrm>
            <a:off x="441236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01_find_only_947">
            <a:extLst>
              <a:ext uri="{FF2B5EF4-FFF2-40B4-BE49-F238E27FC236}">
                <a16:creationId xmlns:a16="http://schemas.microsoft.com/office/drawing/2014/main" id="{BF962D5E-8DA0-41DB-BA80-FB2B9E62B667}"/>
              </a:ext>
            </a:extLst>
          </p:cNvPr>
          <p:cNvSpPr>
            <a:spLocks noGrp="1"/>
          </p:cNvSpPr>
          <p:nvPr/>
        </p:nvSpPr>
        <p:spPr>
          <a:xfrm>
            <a:off x="44299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01_find_only_948">
            <a:extLst>
              <a:ext uri="{FF2B5EF4-FFF2-40B4-BE49-F238E27FC236}">
                <a16:creationId xmlns:a16="http://schemas.microsoft.com/office/drawing/2014/main" id="{546AE752-A9A6-49C3-8CC7-3D1AEFF88A7A}"/>
              </a:ext>
            </a:extLst>
          </p:cNvPr>
          <p:cNvSpPr>
            <a:spLocks noGrp="1"/>
          </p:cNvSpPr>
          <p:nvPr/>
        </p:nvSpPr>
        <p:spPr>
          <a:xfrm>
            <a:off x="4395558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01_find_only_949">
            <a:extLst>
              <a:ext uri="{FF2B5EF4-FFF2-40B4-BE49-F238E27FC236}">
                <a16:creationId xmlns:a16="http://schemas.microsoft.com/office/drawing/2014/main" id="{621BD9D6-F634-4BCD-BBAB-A472ABFF618D}"/>
              </a:ext>
            </a:extLst>
          </p:cNvPr>
          <p:cNvSpPr>
            <a:spLocks noGrp="1"/>
          </p:cNvSpPr>
          <p:nvPr/>
        </p:nvSpPr>
        <p:spPr>
          <a:xfrm>
            <a:off x="46713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01_find_only_950">
            <a:extLst>
              <a:ext uri="{FF2B5EF4-FFF2-40B4-BE49-F238E27FC236}">
                <a16:creationId xmlns:a16="http://schemas.microsoft.com/office/drawing/2014/main" id="{ED42D65B-83CA-4F26-95A3-89974354512D}"/>
              </a:ext>
            </a:extLst>
          </p:cNvPr>
          <p:cNvSpPr>
            <a:spLocks noGrp="1"/>
          </p:cNvSpPr>
          <p:nvPr/>
        </p:nvSpPr>
        <p:spPr>
          <a:xfrm>
            <a:off x="46527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01_find_only_951">
            <a:extLst>
              <a:ext uri="{FF2B5EF4-FFF2-40B4-BE49-F238E27FC236}">
                <a16:creationId xmlns:a16="http://schemas.microsoft.com/office/drawing/2014/main" id="{1BDEAD0F-C5AF-4AB6-948E-5D88C3C46645}"/>
              </a:ext>
            </a:extLst>
          </p:cNvPr>
          <p:cNvSpPr>
            <a:spLocks noGrp="1"/>
          </p:cNvSpPr>
          <p:nvPr/>
        </p:nvSpPr>
        <p:spPr>
          <a:xfrm>
            <a:off x="4667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01_find_only_952">
            <a:extLst>
              <a:ext uri="{FF2B5EF4-FFF2-40B4-BE49-F238E27FC236}">
                <a16:creationId xmlns:a16="http://schemas.microsoft.com/office/drawing/2014/main" id="{6727C1AB-2A18-4E74-B632-E0892CAA0313}"/>
              </a:ext>
            </a:extLst>
          </p:cNvPr>
          <p:cNvSpPr>
            <a:spLocks noGrp="1"/>
          </p:cNvSpPr>
          <p:nvPr/>
        </p:nvSpPr>
        <p:spPr>
          <a:xfrm>
            <a:off x="4667490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01_find_only_953">
            <a:extLst>
              <a:ext uri="{FF2B5EF4-FFF2-40B4-BE49-F238E27FC236}">
                <a16:creationId xmlns:a16="http://schemas.microsoft.com/office/drawing/2014/main" id="{8CE07DF1-CB60-452E-BE12-C1DD4D6A02B4}"/>
              </a:ext>
            </a:extLst>
          </p:cNvPr>
          <p:cNvSpPr>
            <a:spLocks noGrp="1"/>
          </p:cNvSpPr>
          <p:nvPr/>
        </p:nvSpPr>
        <p:spPr>
          <a:xfrm>
            <a:off x="46840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01_find_only_954">
            <a:extLst>
              <a:ext uri="{FF2B5EF4-FFF2-40B4-BE49-F238E27FC236}">
                <a16:creationId xmlns:a16="http://schemas.microsoft.com/office/drawing/2014/main" id="{723A02D5-E40F-491A-AF43-04186306E499}"/>
              </a:ext>
            </a:extLst>
          </p:cNvPr>
          <p:cNvSpPr>
            <a:spLocks noGrp="1"/>
          </p:cNvSpPr>
          <p:nvPr/>
        </p:nvSpPr>
        <p:spPr>
          <a:xfrm>
            <a:off x="4712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01_find_only_955">
            <a:extLst>
              <a:ext uri="{FF2B5EF4-FFF2-40B4-BE49-F238E27FC236}">
                <a16:creationId xmlns:a16="http://schemas.microsoft.com/office/drawing/2014/main" id="{8F36C275-3B5D-4CCE-B3C6-23D397CC4435}"/>
              </a:ext>
            </a:extLst>
          </p:cNvPr>
          <p:cNvSpPr>
            <a:spLocks noGrp="1"/>
          </p:cNvSpPr>
          <p:nvPr/>
        </p:nvSpPr>
        <p:spPr>
          <a:xfrm>
            <a:off x="4730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01_find_only_956">
            <a:extLst>
              <a:ext uri="{FF2B5EF4-FFF2-40B4-BE49-F238E27FC236}">
                <a16:creationId xmlns:a16="http://schemas.microsoft.com/office/drawing/2014/main" id="{9BA2FE49-96E9-4649-80BC-5B0D3DE5645C}"/>
              </a:ext>
            </a:extLst>
          </p:cNvPr>
          <p:cNvSpPr>
            <a:spLocks noGrp="1"/>
          </p:cNvSpPr>
          <p:nvPr/>
        </p:nvSpPr>
        <p:spPr>
          <a:xfrm>
            <a:off x="46578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01_find_only_957">
            <a:extLst>
              <a:ext uri="{FF2B5EF4-FFF2-40B4-BE49-F238E27FC236}">
                <a16:creationId xmlns:a16="http://schemas.microsoft.com/office/drawing/2014/main" id="{6B6AD308-9E31-4D79-88C4-94FB2D41019F}"/>
              </a:ext>
            </a:extLst>
          </p:cNvPr>
          <p:cNvSpPr>
            <a:spLocks noGrp="1"/>
          </p:cNvSpPr>
          <p:nvPr/>
        </p:nvSpPr>
        <p:spPr>
          <a:xfrm>
            <a:off x="4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01_find_only_958">
            <a:extLst>
              <a:ext uri="{FF2B5EF4-FFF2-40B4-BE49-F238E27FC236}">
                <a16:creationId xmlns:a16="http://schemas.microsoft.com/office/drawing/2014/main" id="{6A6A6FE3-907D-4769-A321-9C6CC3C4D318}"/>
              </a:ext>
            </a:extLst>
          </p:cNvPr>
          <p:cNvSpPr>
            <a:spLocks noGrp="1"/>
          </p:cNvSpPr>
          <p:nvPr/>
        </p:nvSpPr>
        <p:spPr>
          <a:xfrm>
            <a:off x="46581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01_find_only_959">
            <a:extLst>
              <a:ext uri="{FF2B5EF4-FFF2-40B4-BE49-F238E27FC236}">
                <a16:creationId xmlns:a16="http://schemas.microsoft.com/office/drawing/2014/main" id="{233B4B1D-4B56-46F0-986C-2B4D0B2E290A}"/>
              </a:ext>
            </a:extLst>
          </p:cNvPr>
          <p:cNvSpPr>
            <a:spLocks noGrp="1"/>
          </p:cNvSpPr>
          <p:nvPr/>
        </p:nvSpPr>
        <p:spPr>
          <a:xfrm>
            <a:off x="4647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01_find_only_960">
            <a:extLst>
              <a:ext uri="{FF2B5EF4-FFF2-40B4-BE49-F238E27FC236}">
                <a16:creationId xmlns:a16="http://schemas.microsoft.com/office/drawing/2014/main" id="{D6B6ECAD-0182-4AC0-9A4C-4B29094C861B}"/>
              </a:ext>
            </a:extLst>
          </p:cNvPr>
          <p:cNvSpPr>
            <a:spLocks noGrp="1"/>
          </p:cNvSpPr>
          <p:nvPr/>
        </p:nvSpPr>
        <p:spPr>
          <a:xfrm>
            <a:off x="47222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01_find_only_961">
            <a:extLst>
              <a:ext uri="{FF2B5EF4-FFF2-40B4-BE49-F238E27FC236}">
                <a16:creationId xmlns:a16="http://schemas.microsoft.com/office/drawing/2014/main" id="{BCB8D3CB-418F-40FB-BD67-253CF9582283}"/>
              </a:ext>
            </a:extLst>
          </p:cNvPr>
          <p:cNvSpPr>
            <a:spLocks noGrp="1"/>
          </p:cNvSpPr>
          <p:nvPr/>
        </p:nvSpPr>
        <p:spPr>
          <a:xfrm>
            <a:off x="474219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01_find_only_962">
            <a:extLst>
              <a:ext uri="{FF2B5EF4-FFF2-40B4-BE49-F238E27FC236}">
                <a16:creationId xmlns:a16="http://schemas.microsoft.com/office/drawing/2014/main" id="{B32C40BF-6218-43F8-B419-7E57B22E46D9}"/>
              </a:ext>
            </a:extLst>
          </p:cNvPr>
          <p:cNvSpPr>
            <a:spLocks noGrp="1"/>
          </p:cNvSpPr>
          <p:nvPr/>
        </p:nvSpPr>
        <p:spPr>
          <a:xfrm>
            <a:off x="46837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01_find_only_963">
            <a:extLst>
              <a:ext uri="{FF2B5EF4-FFF2-40B4-BE49-F238E27FC236}">
                <a16:creationId xmlns:a16="http://schemas.microsoft.com/office/drawing/2014/main" id="{CAE7BE4E-D177-4A0E-9CED-FB99D3D6F776}"/>
              </a:ext>
            </a:extLst>
          </p:cNvPr>
          <p:cNvSpPr>
            <a:spLocks noGrp="1"/>
          </p:cNvSpPr>
          <p:nvPr/>
        </p:nvSpPr>
        <p:spPr>
          <a:xfrm>
            <a:off x="47369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01_find_only_964">
            <a:extLst>
              <a:ext uri="{FF2B5EF4-FFF2-40B4-BE49-F238E27FC236}">
                <a16:creationId xmlns:a16="http://schemas.microsoft.com/office/drawing/2014/main" id="{2031DFD0-106E-4F75-94C2-5CE51DB506D1}"/>
              </a:ext>
            </a:extLst>
          </p:cNvPr>
          <p:cNvSpPr>
            <a:spLocks noGrp="1"/>
          </p:cNvSpPr>
          <p:nvPr/>
        </p:nvSpPr>
        <p:spPr>
          <a:xfrm>
            <a:off x="4667781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01_find_only_965">
            <a:extLst>
              <a:ext uri="{FF2B5EF4-FFF2-40B4-BE49-F238E27FC236}">
                <a16:creationId xmlns:a16="http://schemas.microsoft.com/office/drawing/2014/main" id="{44D489DE-729F-4EA3-BA2A-5128C5B2D34A}"/>
              </a:ext>
            </a:extLst>
          </p:cNvPr>
          <p:cNvSpPr>
            <a:spLocks noGrp="1"/>
          </p:cNvSpPr>
          <p:nvPr/>
        </p:nvSpPr>
        <p:spPr>
          <a:xfrm>
            <a:off x="4686241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01_find_only_966">
            <a:extLst>
              <a:ext uri="{FF2B5EF4-FFF2-40B4-BE49-F238E27FC236}">
                <a16:creationId xmlns:a16="http://schemas.microsoft.com/office/drawing/2014/main" id="{322F6911-1AA2-4C04-9F42-BF8B35FE832E}"/>
              </a:ext>
            </a:extLst>
          </p:cNvPr>
          <p:cNvSpPr>
            <a:spLocks noGrp="1"/>
          </p:cNvSpPr>
          <p:nvPr/>
        </p:nvSpPr>
        <p:spPr>
          <a:xfrm>
            <a:off x="4715191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01_find_only_967">
            <a:extLst>
              <a:ext uri="{FF2B5EF4-FFF2-40B4-BE49-F238E27FC236}">
                <a16:creationId xmlns:a16="http://schemas.microsoft.com/office/drawing/2014/main" id="{80458CD4-D958-4962-A8D3-2C6CD311F984}"/>
              </a:ext>
            </a:extLst>
          </p:cNvPr>
          <p:cNvSpPr>
            <a:spLocks noGrp="1"/>
          </p:cNvSpPr>
          <p:nvPr/>
        </p:nvSpPr>
        <p:spPr>
          <a:xfrm>
            <a:off x="4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01_find_only_968">
            <a:extLst>
              <a:ext uri="{FF2B5EF4-FFF2-40B4-BE49-F238E27FC236}">
                <a16:creationId xmlns:a16="http://schemas.microsoft.com/office/drawing/2014/main" id="{4D6B26DF-9649-46C8-BE39-BC8807E62546}"/>
              </a:ext>
            </a:extLst>
          </p:cNvPr>
          <p:cNvSpPr>
            <a:spLocks noGrp="1"/>
          </p:cNvSpPr>
          <p:nvPr/>
        </p:nvSpPr>
        <p:spPr>
          <a:xfrm>
            <a:off x="47420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01_find_only_969">
            <a:extLst>
              <a:ext uri="{FF2B5EF4-FFF2-40B4-BE49-F238E27FC236}">
                <a16:creationId xmlns:a16="http://schemas.microsoft.com/office/drawing/2014/main" id="{5E49342E-007E-4803-BDA5-3FEEC0D64A33}"/>
              </a:ext>
            </a:extLst>
          </p:cNvPr>
          <p:cNvSpPr>
            <a:spLocks noGrp="1"/>
          </p:cNvSpPr>
          <p:nvPr/>
        </p:nvSpPr>
        <p:spPr>
          <a:xfrm>
            <a:off x="470848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01_find_only_970">
            <a:extLst>
              <a:ext uri="{FF2B5EF4-FFF2-40B4-BE49-F238E27FC236}">
                <a16:creationId xmlns:a16="http://schemas.microsoft.com/office/drawing/2014/main" id="{7D02946F-7ECC-4A2E-A336-540833F6AB1D}"/>
              </a:ext>
            </a:extLst>
          </p:cNvPr>
          <p:cNvSpPr>
            <a:spLocks noGrp="1"/>
          </p:cNvSpPr>
          <p:nvPr/>
        </p:nvSpPr>
        <p:spPr>
          <a:xfrm>
            <a:off x="4650877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01_find_only_971">
            <a:extLst>
              <a:ext uri="{FF2B5EF4-FFF2-40B4-BE49-F238E27FC236}">
                <a16:creationId xmlns:a16="http://schemas.microsoft.com/office/drawing/2014/main" id="{D3C7485C-C12E-4F4B-8EE8-A741070A97ED}"/>
              </a:ext>
            </a:extLst>
          </p:cNvPr>
          <p:cNvSpPr>
            <a:spLocks noGrp="1"/>
          </p:cNvSpPr>
          <p:nvPr/>
        </p:nvSpPr>
        <p:spPr>
          <a:xfrm>
            <a:off x="466525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01_find_only_972">
            <a:extLst>
              <a:ext uri="{FF2B5EF4-FFF2-40B4-BE49-F238E27FC236}">
                <a16:creationId xmlns:a16="http://schemas.microsoft.com/office/drawing/2014/main" id="{0A79760B-B3B9-4F8C-8156-990A922ECAE1}"/>
              </a:ext>
            </a:extLst>
          </p:cNvPr>
          <p:cNvSpPr>
            <a:spLocks noGrp="1"/>
          </p:cNvSpPr>
          <p:nvPr/>
        </p:nvSpPr>
        <p:spPr>
          <a:xfrm>
            <a:off x="46715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01_find_only_973">
            <a:extLst>
              <a:ext uri="{FF2B5EF4-FFF2-40B4-BE49-F238E27FC236}">
                <a16:creationId xmlns:a16="http://schemas.microsoft.com/office/drawing/2014/main" id="{D1079F78-017D-4030-9297-2D3BF78822FE}"/>
              </a:ext>
            </a:extLst>
          </p:cNvPr>
          <p:cNvSpPr>
            <a:spLocks noGrp="1"/>
          </p:cNvSpPr>
          <p:nvPr/>
        </p:nvSpPr>
        <p:spPr>
          <a:xfrm>
            <a:off x="46506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01_find_only_974">
            <a:extLst>
              <a:ext uri="{FF2B5EF4-FFF2-40B4-BE49-F238E27FC236}">
                <a16:creationId xmlns:a16="http://schemas.microsoft.com/office/drawing/2014/main" id="{8FAFD2E1-81EA-47D1-A7CD-0796BC66FFC5}"/>
              </a:ext>
            </a:extLst>
          </p:cNvPr>
          <p:cNvSpPr>
            <a:spLocks noGrp="1"/>
          </p:cNvSpPr>
          <p:nvPr/>
        </p:nvSpPr>
        <p:spPr>
          <a:xfrm>
            <a:off x="465010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01_find_only_975">
            <a:extLst>
              <a:ext uri="{FF2B5EF4-FFF2-40B4-BE49-F238E27FC236}">
                <a16:creationId xmlns:a16="http://schemas.microsoft.com/office/drawing/2014/main" id="{F5917130-4E2B-4A50-844C-D5E51615FB13}"/>
              </a:ext>
            </a:extLst>
          </p:cNvPr>
          <p:cNvSpPr>
            <a:spLocks noGrp="1"/>
          </p:cNvSpPr>
          <p:nvPr/>
        </p:nvSpPr>
        <p:spPr>
          <a:xfrm>
            <a:off x="4668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01_find_only_976">
            <a:extLst>
              <a:ext uri="{FF2B5EF4-FFF2-40B4-BE49-F238E27FC236}">
                <a16:creationId xmlns:a16="http://schemas.microsoft.com/office/drawing/2014/main" id="{1ED1C2CD-29B2-4163-84CE-D3AFCAA49E62}"/>
              </a:ext>
            </a:extLst>
          </p:cNvPr>
          <p:cNvSpPr>
            <a:spLocks noGrp="1"/>
          </p:cNvSpPr>
          <p:nvPr/>
        </p:nvSpPr>
        <p:spPr>
          <a:xfrm>
            <a:off x="4705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01_find_only_977">
            <a:extLst>
              <a:ext uri="{FF2B5EF4-FFF2-40B4-BE49-F238E27FC236}">
                <a16:creationId xmlns:a16="http://schemas.microsoft.com/office/drawing/2014/main" id="{BD3FD589-1903-4E37-BE01-CD5B206A6D02}"/>
              </a:ext>
            </a:extLst>
          </p:cNvPr>
          <p:cNvSpPr>
            <a:spLocks noGrp="1"/>
          </p:cNvSpPr>
          <p:nvPr/>
        </p:nvSpPr>
        <p:spPr>
          <a:xfrm>
            <a:off x="46637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01_find_only_978">
            <a:extLst>
              <a:ext uri="{FF2B5EF4-FFF2-40B4-BE49-F238E27FC236}">
                <a16:creationId xmlns:a16="http://schemas.microsoft.com/office/drawing/2014/main" id="{EB7A93DB-53CF-4222-A7FF-BF1DBEC880D9}"/>
              </a:ext>
            </a:extLst>
          </p:cNvPr>
          <p:cNvSpPr>
            <a:spLocks noGrp="1"/>
          </p:cNvSpPr>
          <p:nvPr/>
        </p:nvSpPr>
        <p:spPr>
          <a:xfrm>
            <a:off x="46929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01_find_only_979">
            <a:extLst>
              <a:ext uri="{FF2B5EF4-FFF2-40B4-BE49-F238E27FC236}">
                <a16:creationId xmlns:a16="http://schemas.microsoft.com/office/drawing/2014/main" id="{A9CB87EF-91CE-48C7-AA56-9EA294F3A29D}"/>
              </a:ext>
            </a:extLst>
          </p:cNvPr>
          <p:cNvSpPr>
            <a:spLocks noGrp="1"/>
          </p:cNvSpPr>
          <p:nvPr/>
        </p:nvSpPr>
        <p:spPr>
          <a:xfrm>
            <a:off x="4682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01_find_only_980">
            <a:extLst>
              <a:ext uri="{FF2B5EF4-FFF2-40B4-BE49-F238E27FC236}">
                <a16:creationId xmlns:a16="http://schemas.microsoft.com/office/drawing/2014/main" id="{36DBAE76-CA3C-487A-8602-00FBF8DB7355}"/>
              </a:ext>
            </a:extLst>
          </p:cNvPr>
          <p:cNvSpPr>
            <a:spLocks noGrp="1"/>
          </p:cNvSpPr>
          <p:nvPr/>
        </p:nvSpPr>
        <p:spPr>
          <a:xfrm>
            <a:off x="47308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01_find_only_981">
            <a:extLst>
              <a:ext uri="{FF2B5EF4-FFF2-40B4-BE49-F238E27FC236}">
                <a16:creationId xmlns:a16="http://schemas.microsoft.com/office/drawing/2014/main" id="{6D934F7F-1657-41F0-8C30-8C200939AA9A}"/>
              </a:ext>
            </a:extLst>
          </p:cNvPr>
          <p:cNvSpPr>
            <a:spLocks noGrp="1"/>
          </p:cNvSpPr>
          <p:nvPr/>
        </p:nvSpPr>
        <p:spPr>
          <a:xfrm>
            <a:off x="4673028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01_find_only_982">
            <a:extLst>
              <a:ext uri="{FF2B5EF4-FFF2-40B4-BE49-F238E27FC236}">
                <a16:creationId xmlns:a16="http://schemas.microsoft.com/office/drawing/2014/main" id="{3825054D-850F-4CEA-872A-7AAE3C6C06E0}"/>
              </a:ext>
            </a:extLst>
          </p:cNvPr>
          <p:cNvSpPr>
            <a:spLocks noGrp="1"/>
          </p:cNvSpPr>
          <p:nvPr/>
        </p:nvSpPr>
        <p:spPr>
          <a:xfrm>
            <a:off x="47129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01_find_only_983">
            <a:extLst>
              <a:ext uri="{FF2B5EF4-FFF2-40B4-BE49-F238E27FC236}">
                <a16:creationId xmlns:a16="http://schemas.microsoft.com/office/drawing/2014/main" id="{682F361A-A68E-4C0E-A117-4B13A06B1EC9}"/>
              </a:ext>
            </a:extLst>
          </p:cNvPr>
          <p:cNvSpPr>
            <a:spLocks noGrp="1"/>
          </p:cNvSpPr>
          <p:nvPr/>
        </p:nvSpPr>
        <p:spPr>
          <a:xfrm>
            <a:off x="47153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01_find_only_984">
            <a:extLst>
              <a:ext uri="{FF2B5EF4-FFF2-40B4-BE49-F238E27FC236}">
                <a16:creationId xmlns:a16="http://schemas.microsoft.com/office/drawing/2014/main" id="{D5DB9465-BBB8-4732-81D3-48155F98D0D4}"/>
              </a:ext>
            </a:extLst>
          </p:cNvPr>
          <p:cNvSpPr>
            <a:spLocks noGrp="1"/>
          </p:cNvSpPr>
          <p:nvPr/>
        </p:nvSpPr>
        <p:spPr>
          <a:xfrm>
            <a:off x="465039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01_find_only_985">
            <a:extLst>
              <a:ext uri="{FF2B5EF4-FFF2-40B4-BE49-F238E27FC236}">
                <a16:creationId xmlns:a16="http://schemas.microsoft.com/office/drawing/2014/main" id="{9DE5FA11-90A1-4DC1-9BCE-9604895F647C}"/>
              </a:ext>
            </a:extLst>
          </p:cNvPr>
          <p:cNvSpPr>
            <a:spLocks noGrp="1"/>
          </p:cNvSpPr>
          <p:nvPr/>
        </p:nvSpPr>
        <p:spPr>
          <a:xfrm>
            <a:off x="4729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01_find_only_986">
            <a:extLst>
              <a:ext uri="{FF2B5EF4-FFF2-40B4-BE49-F238E27FC236}">
                <a16:creationId xmlns:a16="http://schemas.microsoft.com/office/drawing/2014/main" id="{CBF0E98B-CDBF-4C58-9063-FCAC0F5B258E}"/>
              </a:ext>
            </a:extLst>
          </p:cNvPr>
          <p:cNvSpPr>
            <a:spLocks noGrp="1"/>
          </p:cNvSpPr>
          <p:nvPr/>
        </p:nvSpPr>
        <p:spPr>
          <a:xfrm>
            <a:off x="46480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01_find_only_987">
            <a:extLst>
              <a:ext uri="{FF2B5EF4-FFF2-40B4-BE49-F238E27FC236}">
                <a16:creationId xmlns:a16="http://schemas.microsoft.com/office/drawing/2014/main" id="{376C4EB1-2EDB-4BE0-83C8-9698B10D9D8D}"/>
              </a:ext>
            </a:extLst>
          </p:cNvPr>
          <p:cNvSpPr>
            <a:spLocks noGrp="1"/>
          </p:cNvSpPr>
          <p:nvPr/>
        </p:nvSpPr>
        <p:spPr>
          <a:xfrm>
            <a:off x="472937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01_find_only_988">
            <a:extLst>
              <a:ext uri="{FF2B5EF4-FFF2-40B4-BE49-F238E27FC236}">
                <a16:creationId xmlns:a16="http://schemas.microsoft.com/office/drawing/2014/main" id="{AF4C4555-77DF-4518-8896-DEB062BA7A05}"/>
              </a:ext>
            </a:extLst>
          </p:cNvPr>
          <p:cNvSpPr>
            <a:spLocks noGrp="1"/>
          </p:cNvSpPr>
          <p:nvPr/>
        </p:nvSpPr>
        <p:spPr>
          <a:xfrm>
            <a:off x="47387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01_find_only_989">
            <a:extLst>
              <a:ext uri="{FF2B5EF4-FFF2-40B4-BE49-F238E27FC236}">
                <a16:creationId xmlns:a16="http://schemas.microsoft.com/office/drawing/2014/main" id="{3CF49011-13BA-4D42-A0C3-7DB45BB0FA4F}"/>
              </a:ext>
            </a:extLst>
          </p:cNvPr>
          <p:cNvSpPr>
            <a:spLocks noGrp="1"/>
          </p:cNvSpPr>
          <p:nvPr/>
        </p:nvSpPr>
        <p:spPr>
          <a:xfrm>
            <a:off x="4706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01_find_only_990">
            <a:extLst>
              <a:ext uri="{FF2B5EF4-FFF2-40B4-BE49-F238E27FC236}">
                <a16:creationId xmlns:a16="http://schemas.microsoft.com/office/drawing/2014/main" id="{1534A6FD-B899-447C-8A80-6BC202FD5B51}"/>
              </a:ext>
            </a:extLst>
          </p:cNvPr>
          <p:cNvSpPr>
            <a:spLocks noGrp="1"/>
          </p:cNvSpPr>
          <p:nvPr/>
        </p:nvSpPr>
        <p:spPr>
          <a:xfrm>
            <a:off x="46770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01_find_only_991">
            <a:extLst>
              <a:ext uri="{FF2B5EF4-FFF2-40B4-BE49-F238E27FC236}">
                <a16:creationId xmlns:a16="http://schemas.microsoft.com/office/drawing/2014/main" id="{B934E15D-1AF0-4AF1-B0E1-B77207520944}"/>
              </a:ext>
            </a:extLst>
          </p:cNvPr>
          <p:cNvSpPr>
            <a:spLocks noGrp="1"/>
          </p:cNvSpPr>
          <p:nvPr/>
        </p:nvSpPr>
        <p:spPr>
          <a:xfrm>
            <a:off x="4717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01_find_only_992">
            <a:extLst>
              <a:ext uri="{FF2B5EF4-FFF2-40B4-BE49-F238E27FC236}">
                <a16:creationId xmlns:a16="http://schemas.microsoft.com/office/drawing/2014/main" id="{823F041E-5199-4ACF-9CD0-EE87415C1A59}"/>
              </a:ext>
            </a:extLst>
          </p:cNvPr>
          <p:cNvSpPr>
            <a:spLocks noGrp="1"/>
          </p:cNvSpPr>
          <p:nvPr/>
        </p:nvSpPr>
        <p:spPr>
          <a:xfrm>
            <a:off x="46682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01_find_only_993">
            <a:extLst>
              <a:ext uri="{FF2B5EF4-FFF2-40B4-BE49-F238E27FC236}">
                <a16:creationId xmlns:a16="http://schemas.microsoft.com/office/drawing/2014/main" id="{D08984F9-62CE-4A92-A2CC-2595DE7978D6}"/>
              </a:ext>
            </a:extLst>
          </p:cNvPr>
          <p:cNvSpPr>
            <a:spLocks noGrp="1"/>
          </p:cNvSpPr>
          <p:nvPr/>
        </p:nvSpPr>
        <p:spPr>
          <a:xfrm>
            <a:off x="46932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01_find_only_994">
            <a:extLst>
              <a:ext uri="{FF2B5EF4-FFF2-40B4-BE49-F238E27FC236}">
                <a16:creationId xmlns:a16="http://schemas.microsoft.com/office/drawing/2014/main" id="{2311F126-EDEF-4C3A-A106-68D3D94D862C}"/>
              </a:ext>
            </a:extLst>
          </p:cNvPr>
          <p:cNvSpPr>
            <a:spLocks noGrp="1"/>
          </p:cNvSpPr>
          <p:nvPr/>
        </p:nvSpPr>
        <p:spPr>
          <a:xfrm>
            <a:off x="46932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01_find_only_995">
            <a:extLst>
              <a:ext uri="{FF2B5EF4-FFF2-40B4-BE49-F238E27FC236}">
                <a16:creationId xmlns:a16="http://schemas.microsoft.com/office/drawing/2014/main" id="{6A0350C5-38F9-4D47-AD6D-237E432ED4D4}"/>
              </a:ext>
            </a:extLst>
          </p:cNvPr>
          <p:cNvSpPr>
            <a:spLocks noGrp="1"/>
          </p:cNvSpPr>
          <p:nvPr/>
        </p:nvSpPr>
        <p:spPr>
          <a:xfrm>
            <a:off x="466409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01_find_only_996">
            <a:extLst>
              <a:ext uri="{FF2B5EF4-FFF2-40B4-BE49-F238E27FC236}">
                <a16:creationId xmlns:a16="http://schemas.microsoft.com/office/drawing/2014/main" id="{F00E28F2-B521-458F-8458-6CCE325BA1DB}"/>
              </a:ext>
            </a:extLst>
          </p:cNvPr>
          <p:cNvSpPr>
            <a:spLocks noGrp="1"/>
          </p:cNvSpPr>
          <p:nvPr/>
        </p:nvSpPr>
        <p:spPr>
          <a:xfrm>
            <a:off x="473180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01_find_only_997">
            <a:extLst>
              <a:ext uri="{FF2B5EF4-FFF2-40B4-BE49-F238E27FC236}">
                <a16:creationId xmlns:a16="http://schemas.microsoft.com/office/drawing/2014/main" id="{3300F388-2DA1-47DC-BCBE-D9B678D348BB}"/>
              </a:ext>
            </a:extLst>
          </p:cNvPr>
          <p:cNvSpPr>
            <a:spLocks noGrp="1"/>
          </p:cNvSpPr>
          <p:nvPr/>
        </p:nvSpPr>
        <p:spPr>
          <a:xfrm>
            <a:off x="46786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01_find_only_998">
            <a:extLst>
              <a:ext uri="{FF2B5EF4-FFF2-40B4-BE49-F238E27FC236}">
                <a16:creationId xmlns:a16="http://schemas.microsoft.com/office/drawing/2014/main" id="{2BD5E910-592C-418D-8DE6-67FFA3A2C85C}"/>
              </a:ext>
            </a:extLst>
          </p:cNvPr>
          <p:cNvSpPr>
            <a:spLocks noGrp="1"/>
          </p:cNvSpPr>
          <p:nvPr/>
        </p:nvSpPr>
        <p:spPr>
          <a:xfrm>
            <a:off x="46880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01_find_only_999">
            <a:extLst>
              <a:ext uri="{FF2B5EF4-FFF2-40B4-BE49-F238E27FC236}">
                <a16:creationId xmlns:a16="http://schemas.microsoft.com/office/drawing/2014/main" id="{4A11D42F-A876-46F3-929F-AE68A42EDDF0}"/>
              </a:ext>
            </a:extLst>
          </p:cNvPr>
          <p:cNvSpPr>
            <a:spLocks noGrp="1"/>
          </p:cNvSpPr>
          <p:nvPr/>
        </p:nvSpPr>
        <p:spPr>
          <a:xfrm>
            <a:off x="47411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01_find_only_1000">
            <a:extLst>
              <a:ext uri="{FF2B5EF4-FFF2-40B4-BE49-F238E27FC236}">
                <a16:creationId xmlns:a16="http://schemas.microsoft.com/office/drawing/2014/main" id="{0F061288-D4D3-4C10-AC17-EE1B8DFE94D1}"/>
              </a:ext>
            </a:extLst>
          </p:cNvPr>
          <p:cNvSpPr>
            <a:spLocks noGrp="1"/>
          </p:cNvSpPr>
          <p:nvPr/>
        </p:nvSpPr>
        <p:spPr>
          <a:xfrm>
            <a:off x="47119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01_find_only_1001">
            <a:extLst>
              <a:ext uri="{FF2B5EF4-FFF2-40B4-BE49-F238E27FC236}">
                <a16:creationId xmlns:a16="http://schemas.microsoft.com/office/drawing/2014/main" id="{3A7D2C46-2AF0-4366-BD00-9670795D222C}"/>
              </a:ext>
            </a:extLst>
          </p:cNvPr>
          <p:cNvSpPr>
            <a:spLocks noGrp="1"/>
          </p:cNvSpPr>
          <p:nvPr/>
        </p:nvSpPr>
        <p:spPr>
          <a:xfrm>
            <a:off x="473763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01_find_only_1002">
            <a:extLst>
              <a:ext uri="{FF2B5EF4-FFF2-40B4-BE49-F238E27FC236}">
                <a16:creationId xmlns:a16="http://schemas.microsoft.com/office/drawing/2014/main" id="{50282A16-A494-440F-BFD8-29F39CCDE07B}"/>
              </a:ext>
            </a:extLst>
          </p:cNvPr>
          <p:cNvSpPr>
            <a:spLocks noGrp="1"/>
          </p:cNvSpPr>
          <p:nvPr/>
        </p:nvSpPr>
        <p:spPr>
          <a:xfrm>
            <a:off x="46517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01_find_only_1003">
            <a:extLst>
              <a:ext uri="{FF2B5EF4-FFF2-40B4-BE49-F238E27FC236}">
                <a16:creationId xmlns:a16="http://schemas.microsoft.com/office/drawing/2014/main" id="{7EB82CDA-5FDE-48E0-8848-E80DD7646D88}"/>
              </a:ext>
            </a:extLst>
          </p:cNvPr>
          <p:cNvSpPr>
            <a:spLocks noGrp="1"/>
          </p:cNvSpPr>
          <p:nvPr/>
        </p:nvSpPr>
        <p:spPr>
          <a:xfrm>
            <a:off x="4730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01_find_only_1004">
            <a:extLst>
              <a:ext uri="{FF2B5EF4-FFF2-40B4-BE49-F238E27FC236}">
                <a16:creationId xmlns:a16="http://schemas.microsoft.com/office/drawing/2014/main" id="{4415607C-F5B3-4BD9-AA96-38774CB3EADF}"/>
              </a:ext>
            </a:extLst>
          </p:cNvPr>
          <p:cNvSpPr>
            <a:spLocks noGrp="1"/>
          </p:cNvSpPr>
          <p:nvPr/>
        </p:nvSpPr>
        <p:spPr>
          <a:xfrm>
            <a:off x="4717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01_find_only_1005">
            <a:extLst>
              <a:ext uri="{FF2B5EF4-FFF2-40B4-BE49-F238E27FC236}">
                <a16:creationId xmlns:a16="http://schemas.microsoft.com/office/drawing/2014/main" id="{E5F77351-6479-49CC-B56D-3081669F72E8}"/>
              </a:ext>
            </a:extLst>
          </p:cNvPr>
          <p:cNvSpPr>
            <a:spLocks noGrp="1"/>
          </p:cNvSpPr>
          <p:nvPr/>
        </p:nvSpPr>
        <p:spPr>
          <a:xfrm>
            <a:off x="46841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01_find_only_1006">
            <a:extLst>
              <a:ext uri="{FF2B5EF4-FFF2-40B4-BE49-F238E27FC236}">
                <a16:creationId xmlns:a16="http://schemas.microsoft.com/office/drawing/2014/main" id="{9B44D1D8-3C7E-414C-B233-C49B6C6F98C2}"/>
              </a:ext>
            </a:extLst>
          </p:cNvPr>
          <p:cNvSpPr>
            <a:spLocks noGrp="1"/>
          </p:cNvSpPr>
          <p:nvPr/>
        </p:nvSpPr>
        <p:spPr>
          <a:xfrm>
            <a:off x="472140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01_find_only_1007">
            <a:extLst>
              <a:ext uri="{FF2B5EF4-FFF2-40B4-BE49-F238E27FC236}">
                <a16:creationId xmlns:a16="http://schemas.microsoft.com/office/drawing/2014/main" id="{3AA38532-6BAE-4089-8DE9-96675E4677C6}"/>
              </a:ext>
            </a:extLst>
          </p:cNvPr>
          <p:cNvSpPr>
            <a:spLocks noGrp="1"/>
          </p:cNvSpPr>
          <p:nvPr/>
        </p:nvSpPr>
        <p:spPr>
          <a:xfrm>
            <a:off x="47416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01_find_only_1008">
            <a:extLst>
              <a:ext uri="{FF2B5EF4-FFF2-40B4-BE49-F238E27FC236}">
                <a16:creationId xmlns:a16="http://schemas.microsoft.com/office/drawing/2014/main" id="{B9E04E84-2F22-4BD3-8381-6F0B573ECDD0}"/>
              </a:ext>
            </a:extLst>
          </p:cNvPr>
          <p:cNvSpPr>
            <a:spLocks noGrp="1"/>
          </p:cNvSpPr>
          <p:nvPr/>
        </p:nvSpPr>
        <p:spPr>
          <a:xfrm>
            <a:off x="47112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01_find_only_1009">
            <a:extLst>
              <a:ext uri="{FF2B5EF4-FFF2-40B4-BE49-F238E27FC236}">
                <a16:creationId xmlns:a16="http://schemas.microsoft.com/office/drawing/2014/main" id="{4886D9DD-4410-4C8C-9C87-CC9ED16BA377}"/>
              </a:ext>
            </a:extLst>
          </p:cNvPr>
          <p:cNvSpPr>
            <a:spLocks noGrp="1"/>
          </p:cNvSpPr>
          <p:nvPr/>
        </p:nvSpPr>
        <p:spPr>
          <a:xfrm>
            <a:off x="4718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01_find_only_1010">
            <a:extLst>
              <a:ext uri="{FF2B5EF4-FFF2-40B4-BE49-F238E27FC236}">
                <a16:creationId xmlns:a16="http://schemas.microsoft.com/office/drawing/2014/main" id="{8AFB7F69-67FA-4436-9A01-F6B04167C33C}"/>
              </a:ext>
            </a:extLst>
          </p:cNvPr>
          <p:cNvSpPr>
            <a:spLocks noGrp="1"/>
          </p:cNvSpPr>
          <p:nvPr/>
        </p:nvSpPr>
        <p:spPr>
          <a:xfrm>
            <a:off x="471781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01_find_only_1011">
            <a:extLst>
              <a:ext uri="{FF2B5EF4-FFF2-40B4-BE49-F238E27FC236}">
                <a16:creationId xmlns:a16="http://schemas.microsoft.com/office/drawing/2014/main" id="{0DEB80B2-5980-4FA8-9E01-CAC487B89218}"/>
              </a:ext>
            </a:extLst>
          </p:cNvPr>
          <p:cNvSpPr>
            <a:spLocks noGrp="1"/>
          </p:cNvSpPr>
          <p:nvPr/>
        </p:nvSpPr>
        <p:spPr>
          <a:xfrm>
            <a:off x="470227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01_find_only_1012">
            <a:extLst>
              <a:ext uri="{FF2B5EF4-FFF2-40B4-BE49-F238E27FC236}">
                <a16:creationId xmlns:a16="http://schemas.microsoft.com/office/drawing/2014/main" id="{0AD985B9-D7E7-4A55-B8EF-29401E150576}"/>
              </a:ext>
            </a:extLst>
          </p:cNvPr>
          <p:cNvSpPr>
            <a:spLocks noGrp="1"/>
          </p:cNvSpPr>
          <p:nvPr/>
        </p:nvSpPr>
        <p:spPr>
          <a:xfrm>
            <a:off x="4675165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01_find_only_1013">
            <a:extLst>
              <a:ext uri="{FF2B5EF4-FFF2-40B4-BE49-F238E27FC236}">
                <a16:creationId xmlns:a16="http://schemas.microsoft.com/office/drawing/2014/main" id="{CB2D2E4A-94A3-462E-9F0E-732760628688}"/>
              </a:ext>
            </a:extLst>
          </p:cNvPr>
          <p:cNvSpPr>
            <a:spLocks noGrp="1"/>
          </p:cNvSpPr>
          <p:nvPr/>
        </p:nvSpPr>
        <p:spPr>
          <a:xfrm>
            <a:off x="473481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01_find_only_1014">
            <a:extLst>
              <a:ext uri="{FF2B5EF4-FFF2-40B4-BE49-F238E27FC236}">
                <a16:creationId xmlns:a16="http://schemas.microsoft.com/office/drawing/2014/main" id="{E50E37A1-4604-4278-99A2-19D7D72173FE}"/>
              </a:ext>
            </a:extLst>
          </p:cNvPr>
          <p:cNvSpPr>
            <a:spLocks noGrp="1"/>
          </p:cNvSpPr>
          <p:nvPr/>
        </p:nvSpPr>
        <p:spPr>
          <a:xfrm>
            <a:off x="466486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01_find_only_1015">
            <a:extLst>
              <a:ext uri="{FF2B5EF4-FFF2-40B4-BE49-F238E27FC236}">
                <a16:creationId xmlns:a16="http://schemas.microsoft.com/office/drawing/2014/main" id="{66618620-4702-4D44-939F-E1D72CC07D9A}"/>
              </a:ext>
            </a:extLst>
          </p:cNvPr>
          <p:cNvSpPr>
            <a:spLocks noGrp="1"/>
          </p:cNvSpPr>
          <p:nvPr/>
        </p:nvSpPr>
        <p:spPr>
          <a:xfrm>
            <a:off x="46640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01_find_only_1016">
            <a:extLst>
              <a:ext uri="{FF2B5EF4-FFF2-40B4-BE49-F238E27FC236}">
                <a16:creationId xmlns:a16="http://schemas.microsoft.com/office/drawing/2014/main" id="{C84C8719-501C-4F66-B207-A3A2CA759656}"/>
              </a:ext>
            </a:extLst>
          </p:cNvPr>
          <p:cNvSpPr>
            <a:spLocks noGrp="1"/>
          </p:cNvSpPr>
          <p:nvPr/>
        </p:nvSpPr>
        <p:spPr>
          <a:xfrm>
            <a:off x="46684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01_find_only_1017">
            <a:extLst>
              <a:ext uri="{FF2B5EF4-FFF2-40B4-BE49-F238E27FC236}">
                <a16:creationId xmlns:a16="http://schemas.microsoft.com/office/drawing/2014/main" id="{2D1E6E79-2127-40DE-85AF-01B9EB55AFDE}"/>
              </a:ext>
            </a:extLst>
          </p:cNvPr>
          <p:cNvSpPr>
            <a:spLocks noGrp="1"/>
          </p:cNvSpPr>
          <p:nvPr/>
        </p:nvSpPr>
        <p:spPr>
          <a:xfrm>
            <a:off x="47361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01_find_only_1018">
            <a:extLst>
              <a:ext uri="{FF2B5EF4-FFF2-40B4-BE49-F238E27FC236}">
                <a16:creationId xmlns:a16="http://schemas.microsoft.com/office/drawing/2014/main" id="{1A7FB321-7ED6-4A13-8737-0739D07D576D}"/>
              </a:ext>
            </a:extLst>
          </p:cNvPr>
          <p:cNvSpPr>
            <a:spLocks noGrp="1"/>
          </p:cNvSpPr>
          <p:nvPr/>
        </p:nvSpPr>
        <p:spPr>
          <a:xfrm>
            <a:off x="472587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01_find_only_1019">
            <a:extLst>
              <a:ext uri="{FF2B5EF4-FFF2-40B4-BE49-F238E27FC236}">
                <a16:creationId xmlns:a16="http://schemas.microsoft.com/office/drawing/2014/main" id="{A5AF4AAC-5796-40D5-8139-0D9F682BD923}"/>
              </a:ext>
            </a:extLst>
          </p:cNvPr>
          <p:cNvSpPr>
            <a:spLocks noGrp="1"/>
          </p:cNvSpPr>
          <p:nvPr/>
        </p:nvSpPr>
        <p:spPr>
          <a:xfrm>
            <a:off x="4730056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01_find_only_1020">
            <a:extLst>
              <a:ext uri="{FF2B5EF4-FFF2-40B4-BE49-F238E27FC236}">
                <a16:creationId xmlns:a16="http://schemas.microsoft.com/office/drawing/2014/main" id="{6A415713-5E94-4839-85FF-7F840EB9FFE5}"/>
              </a:ext>
            </a:extLst>
          </p:cNvPr>
          <p:cNvSpPr>
            <a:spLocks noGrp="1"/>
          </p:cNvSpPr>
          <p:nvPr/>
        </p:nvSpPr>
        <p:spPr>
          <a:xfrm>
            <a:off x="4718008" y="30258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01_find_only_1021">
            <a:extLst>
              <a:ext uri="{FF2B5EF4-FFF2-40B4-BE49-F238E27FC236}">
                <a16:creationId xmlns:a16="http://schemas.microsoft.com/office/drawing/2014/main" id="{FCF47A4D-09C1-40B7-AB6B-A201C61458DF}"/>
              </a:ext>
            </a:extLst>
          </p:cNvPr>
          <p:cNvSpPr>
            <a:spLocks noGrp="1"/>
          </p:cNvSpPr>
          <p:nvPr/>
        </p:nvSpPr>
        <p:spPr>
          <a:xfrm>
            <a:off x="4725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01_find_only_1022">
            <a:extLst>
              <a:ext uri="{FF2B5EF4-FFF2-40B4-BE49-F238E27FC236}">
                <a16:creationId xmlns:a16="http://schemas.microsoft.com/office/drawing/2014/main" id="{3EA44EF4-EC83-4354-B13F-E053BAB6F2BD}"/>
              </a:ext>
            </a:extLst>
          </p:cNvPr>
          <p:cNvSpPr>
            <a:spLocks noGrp="1"/>
          </p:cNvSpPr>
          <p:nvPr/>
        </p:nvSpPr>
        <p:spPr>
          <a:xfrm>
            <a:off x="47338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01_find_only_1023">
            <a:extLst>
              <a:ext uri="{FF2B5EF4-FFF2-40B4-BE49-F238E27FC236}">
                <a16:creationId xmlns:a16="http://schemas.microsoft.com/office/drawing/2014/main" id="{ED70816A-48BF-4455-A6F8-8BF11262611F}"/>
              </a:ext>
            </a:extLst>
          </p:cNvPr>
          <p:cNvSpPr>
            <a:spLocks noGrp="1"/>
          </p:cNvSpPr>
          <p:nvPr/>
        </p:nvSpPr>
        <p:spPr>
          <a:xfrm>
            <a:off x="46625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01_find_only_1024">
            <a:extLst>
              <a:ext uri="{FF2B5EF4-FFF2-40B4-BE49-F238E27FC236}">
                <a16:creationId xmlns:a16="http://schemas.microsoft.com/office/drawing/2014/main" id="{D8EE44FD-1B02-4309-896A-3BC53D56954E}"/>
              </a:ext>
            </a:extLst>
          </p:cNvPr>
          <p:cNvSpPr>
            <a:spLocks noGrp="1"/>
          </p:cNvSpPr>
          <p:nvPr/>
        </p:nvSpPr>
        <p:spPr>
          <a:xfrm>
            <a:off x="4670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01_find_only_1025">
            <a:extLst>
              <a:ext uri="{FF2B5EF4-FFF2-40B4-BE49-F238E27FC236}">
                <a16:creationId xmlns:a16="http://schemas.microsoft.com/office/drawing/2014/main" id="{E121104C-4614-4274-BBFF-010C1FBF46B9}"/>
              </a:ext>
            </a:extLst>
          </p:cNvPr>
          <p:cNvSpPr>
            <a:spLocks noGrp="1"/>
          </p:cNvSpPr>
          <p:nvPr/>
        </p:nvSpPr>
        <p:spPr>
          <a:xfrm>
            <a:off x="4716357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01_find_only_1026">
            <a:extLst>
              <a:ext uri="{FF2B5EF4-FFF2-40B4-BE49-F238E27FC236}">
                <a16:creationId xmlns:a16="http://schemas.microsoft.com/office/drawing/2014/main" id="{E87A40A6-07B5-4F1B-9065-8F746FB35799}"/>
              </a:ext>
            </a:extLst>
          </p:cNvPr>
          <p:cNvSpPr>
            <a:spLocks noGrp="1"/>
          </p:cNvSpPr>
          <p:nvPr/>
        </p:nvSpPr>
        <p:spPr>
          <a:xfrm>
            <a:off x="46674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01_find_only_1027">
            <a:extLst>
              <a:ext uri="{FF2B5EF4-FFF2-40B4-BE49-F238E27FC236}">
                <a16:creationId xmlns:a16="http://schemas.microsoft.com/office/drawing/2014/main" id="{1B2AC527-C231-4020-AE0B-45D454FC4691}"/>
              </a:ext>
            </a:extLst>
          </p:cNvPr>
          <p:cNvSpPr>
            <a:spLocks noGrp="1"/>
          </p:cNvSpPr>
          <p:nvPr/>
        </p:nvSpPr>
        <p:spPr>
          <a:xfrm>
            <a:off x="4676914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01_find_only_1028">
            <a:extLst>
              <a:ext uri="{FF2B5EF4-FFF2-40B4-BE49-F238E27FC236}">
                <a16:creationId xmlns:a16="http://schemas.microsoft.com/office/drawing/2014/main" id="{9A35F644-EEF2-4A13-9310-E1B6880E5BE4}"/>
              </a:ext>
            </a:extLst>
          </p:cNvPr>
          <p:cNvSpPr>
            <a:spLocks noGrp="1"/>
          </p:cNvSpPr>
          <p:nvPr/>
        </p:nvSpPr>
        <p:spPr>
          <a:xfrm>
            <a:off x="4660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01_find_only_1029">
            <a:extLst>
              <a:ext uri="{FF2B5EF4-FFF2-40B4-BE49-F238E27FC236}">
                <a16:creationId xmlns:a16="http://schemas.microsoft.com/office/drawing/2014/main" id="{B8567344-96B8-45A9-B7E6-7F043A62FF8E}"/>
              </a:ext>
            </a:extLst>
          </p:cNvPr>
          <p:cNvSpPr>
            <a:spLocks noGrp="1"/>
          </p:cNvSpPr>
          <p:nvPr/>
        </p:nvSpPr>
        <p:spPr>
          <a:xfrm>
            <a:off x="4671279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01_find_only_1030">
            <a:extLst>
              <a:ext uri="{FF2B5EF4-FFF2-40B4-BE49-F238E27FC236}">
                <a16:creationId xmlns:a16="http://schemas.microsoft.com/office/drawing/2014/main" id="{366ADC85-B7B0-4147-AE0A-D5DE086CE5A8}"/>
              </a:ext>
            </a:extLst>
          </p:cNvPr>
          <p:cNvSpPr>
            <a:spLocks noGrp="1"/>
          </p:cNvSpPr>
          <p:nvPr/>
        </p:nvSpPr>
        <p:spPr>
          <a:xfrm>
            <a:off x="467506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01_find_only_1031">
            <a:extLst>
              <a:ext uri="{FF2B5EF4-FFF2-40B4-BE49-F238E27FC236}">
                <a16:creationId xmlns:a16="http://schemas.microsoft.com/office/drawing/2014/main" id="{26595BF2-1837-4A4C-977A-60566AD1025C}"/>
              </a:ext>
            </a:extLst>
          </p:cNvPr>
          <p:cNvSpPr>
            <a:spLocks noGrp="1"/>
          </p:cNvSpPr>
          <p:nvPr/>
        </p:nvSpPr>
        <p:spPr>
          <a:xfrm>
            <a:off x="473539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01_find_only_1032">
            <a:extLst>
              <a:ext uri="{FF2B5EF4-FFF2-40B4-BE49-F238E27FC236}">
                <a16:creationId xmlns:a16="http://schemas.microsoft.com/office/drawing/2014/main" id="{EDBF355C-C3CA-4548-A820-41074895A521}"/>
              </a:ext>
            </a:extLst>
          </p:cNvPr>
          <p:cNvSpPr>
            <a:spLocks noGrp="1"/>
          </p:cNvSpPr>
          <p:nvPr/>
        </p:nvSpPr>
        <p:spPr>
          <a:xfrm>
            <a:off x="469420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01_find_only_1033">
            <a:extLst>
              <a:ext uri="{FF2B5EF4-FFF2-40B4-BE49-F238E27FC236}">
                <a16:creationId xmlns:a16="http://schemas.microsoft.com/office/drawing/2014/main" id="{BF0666A9-0967-4738-969B-BD60B4375C39}"/>
              </a:ext>
            </a:extLst>
          </p:cNvPr>
          <p:cNvSpPr>
            <a:spLocks noGrp="1"/>
          </p:cNvSpPr>
          <p:nvPr/>
        </p:nvSpPr>
        <p:spPr>
          <a:xfrm>
            <a:off x="466253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01_find_only_1034">
            <a:extLst>
              <a:ext uri="{FF2B5EF4-FFF2-40B4-BE49-F238E27FC236}">
                <a16:creationId xmlns:a16="http://schemas.microsoft.com/office/drawing/2014/main" id="{22EC62D3-07D4-4AF8-BE70-9F66EBCF3E21}"/>
              </a:ext>
            </a:extLst>
          </p:cNvPr>
          <p:cNvSpPr>
            <a:spLocks noGrp="1"/>
          </p:cNvSpPr>
          <p:nvPr/>
        </p:nvSpPr>
        <p:spPr>
          <a:xfrm>
            <a:off x="467662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01_find_only_1035">
            <a:extLst>
              <a:ext uri="{FF2B5EF4-FFF2-40B4-BE49-F238E27FC236}">
                <a16:creationId xmlns:a16="http://schemas.microsoft.com/office/drawing/2014/main" id="{B8423B5C-E21B-4C88-AD23-BF6853599FBE}"/>
              </a:ext>
            </a:extLst>
          </p:cNvPr>
          <p:cNvSpPr>
            <a:spLocks noGrp="1"/>
          </p:cNvSpPr>
          <p:nvPr/>
        </p:nvSpPr>
        <p:spPr>
          <a:xfrm>
            <a:off x="4730347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01_find_only_1036">
            <a:extLst>
              <a:ext uri="{FF2B5EF4-FFF2-40B4-BE49-F238E27FC236}">
                <a16:creationId xmlns:a16="http://schemas.microsoft.com/office/drawing/2014/main" id="{663B896F-9C3D-4A38-B938-60D44CB3BF8A}"/>
              </a:ext>
            </a:extLst>
          </p:cNvPr>
          <p:cNvSpPr>
            <a:spLocks noGrp="1"/>
          </p:cNvSpPr>
          <p:nvPr/>
        </p:nvSpPr>
        <p:spPr>
          <a:xfrm>
            <a:off x="471198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01_find_only_1037">
            <a:extLst>
              <a:ext uri="{FF2B5EF4-FFF2-40B4-BE49-F238E27FC236}">
                <a16:creationId xmlns:a16="http://schemas.microsoft.com/office/drawing/2014/main" id="{AC49BA27-CC99-42B6-9ED0-81633F24CEA4}"/>
              </a:ext>
            </a:extLst>
          </p:cNvPr>
          <p:cNvSpPr>
            <a:spLocks noGrp="1"/>
          </p:cNvSpPr>
          <p:nvPr/>
        </p:nvSpPr>
        <p:spPr>
          <a:xfrm>
            <a:off x="4729958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01_find_only_1038">
            <a:extLst>
              <a:ext uri="{FF2B5EF4-FFF2-40B4-BE49-F238E27FC236}">
                <a16:creationId xmlns:a16="http://schemas.microsoft.com/office/drawing/2014/main" id="{B51A8485-DB1E-4FD8-9166-677A22AD121D}"/>
              </a:ext>
            </a:extLst>
          </p:cNvPr>
          <p:cNvSpPr>
            <a:spLocks noGrp="1"/>
          </p:cNvSpPr>
          <p:nvPr/>
        </p:nvSpPr>
        <p:spPr>
          <a:xfrm>
            <a:off x="466846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01_find_only_1039">
            <a:extLst>
              <a:ext uri="{FF2B5EF4-FFF2-40B4-BE49-F238E27FC236}">
                <a16:creationId xmlns:a16="http://schemas.microsoft.com/office/drawing/2014/main" id="{F3073B04-43EC-4ACA-8340-CCB438763F9E}"/>
              </a:ext>
            </a:extLst>
          </p:cNvPr>
          <p:cNvSpPr>
            <a:spLocks noGrp="1"/>
          </p:cNvSpPr>
          <p:nvPr/>
        </p:nvSpPr>
        <p:spPr>
          <a:xfrm>
            <a:off x="4686727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01_find_only_1040">
            <a:extLst>
              <a:ext uri="{FF2B5EF4-FFF2-40B4-BE49-F238E27FC236}">
                <a16:creationId xmlns:a16="http://schemas.microsoft.com/office/drawing/2014/main" id="{E8A3E5B2-9C72-4D87-9CB1-4367AE1CFB7F}"/>
              </a:ext>
            </a:extLst>
          </p:cNvPr>
          <p:cNvSpPr>
            <a:spLocks noGrp="1"/>
          </p:cNvSpPr>
          <p:nvPr/>
        </p:nvSpPr>
        <p:spPr>
          <a:xfrm>
            <a:off x="473063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01_find_only_1041">
            <a:extLst>
              <a:ext uri="{FF2B5EF4-FFF2-40B4-BE49-F238E27FC236}">
                <a16:creationId xmlns:a16="http://schemas.microsoft.com/office/drawing/2014/main" id="{2DBCE5C4-F154-400F-9E07-DBC872CEC934}"/>
              </a:ext>
            </a:extLst>
          </p:cNvPr>
          <p:cNvSpPr>
            <a:spLocks noGrp="1"/>
          </p:cNvSpPr>
          <p:nvPr/>
        </p:nvSpPr>
        <p:spPr>
          <a:xfrm>
            <a:off x="473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01_find_only_1042">
            <a:extLst>
              <a:ext uri="{FF2B5EF4-FFF2-40B4-BE49-F238E27FC236}">
                <a16:creationId xmlns:a16="http://schemas.microsoft.com/office/drawing/2014/main" id="{A1C0DEB9-A495-4343-AE1C-5002927797FB}"/>
              </a:ext>
            </a:extLst>
          </p:cNvPr>
          <p:cNvSpPr>
            <a:spLocks noGrp="1"/>
          </p:cNvSpPr>
          <p:nvPr/>
        </p:nvSpPr>
        <p:spPr>
          <a:xfrm>
            <a:off x="4724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01_find_only_1043">
            <a:extLst>
              <a:ext uri="{FF2B5EF4-FFF2-40B4-BE49-F238E27FC236}">
                <a16:creationId xmlns:a16="http://schemas.microsoft.com/office/drawing/2014/main" id="{B5A5C2F0-BB95-47DE-8A6C-3306AD11FAB0}"/>
              </a:ext>
            </a:extLst>
          </p:cNvPr>
          <p:cNvSpPr>
            <a:spLocks noGrp="1"/>
          </p:cNvSpPr>
          <p:nvPr/>
        </p:nvSpPr>
        <p:spPr>
          <a:xfrm>
            <a:off x="4733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01_find_only_1044">
            <a:extLst>
              <a:ext uri="{FF2B5EF4-FFF2-40B4-BE49-F238E27FC236}">
                <a16:creationId xmlns:a16="http://schemas.microsoft.com/office/drawing/2014/main" id="{5417F565-F6F2-4174-9A39-FA975E06DA09}"/>
              </a:ext>
            </a:extLst>
          </p:cNvPr>
          <p:cNvSpPr>
            <a:spLocks noGrp="1"/>
          </p:cNvSpPr>
          <p:nvPr/>
        </p:nvSpPr>
        <p:spPr>
          <a:xfrm>
            <a:off x="4677400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01_find_only_1045">
            <a:extLst>
              <a:ext uri="{FF2B5EF4-FFF2-40B4-BE49-F238E27FC236}">
                <a16:creationId xmlns:a16="http://schemas.microsoft.com/office/drawing/2014/main" id="{30682A0B-231B-4E42-A862-C48FF1A7F0BB}"/>
              </a:ext>
            </a:extLst>
          </p:cNvPr>
          <p:cNvSpPr>
            <a:spLocks noGrp="1"/>
          </p:cNvSpPr>
          <p:nvPr/>
        </p:nvSpPr>
        <p:spPr>
          <a:xfrm>
            <a:off x="46627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01_find_only_1046">
            <a:extLst>
              <a:ext uri="{FF2B5EF4-FFF2-40B4-BE49-F238E27FC236}">
                <a16:creationId xmlns:a16="http://schemas.microsoft.com/office/drawing/2014/main" id="{1F9F2B29-B4E9-4CBC-86B6-0AA9FC601246}"/>
              </a:ext>
            </a:extLst>
          </p:cNvPr>
          <p:cNvSpPr>
            <a:spLocks noGrp="1"/>
          </p:cNvSpPr>
          <p:nvPr/>
        </p:nvSpPr>
        <p:spPr>
          <a:xfrm>
            <a:off x="471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01_find_only_1047">
            <a:extLst>
              <a:ext uri="{FF2B5EF4-FFF2-40B4-BE49-F238E27FC236}">
                <a16:creationId xmlns:a16="http://schemas.microsoft.com/office/drawing/2014/main" id="{F038B7C9-6BCE-4223-AC7C-6730FC6F71AC}"/>
              </a:ext>
            </a:extLst>
          </p:cNvPr>
          <p:cNvSpPr>
            <a:spLocks noGrp="1"/>
          </p:cNvSpPr>
          <p:nvPr/>
        </p:nvSpPr>
        <p:spPr>
          <a:xfrm>
            <a:off x="46581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01_find_only_1048">
            <a:extLst>
              <a:ext uri="{FF2B5EF4-FFF2-40B4-BE49-F238E27FC236}">
                <a16:creationId xmlns:a16="http://schemas.microsoft.com/office/drawing/2014/main" id="{390CED8A-1603-4CD9-9E49-6597533797BD}"/>
              </a:ext>
            </a:extLst>
          </p:cNvPr>
          <p:cNvSpPr>
            <a:spLocks noGrp="1"/>
          </p:cNvSpPr>
          <p:nvPr/>
        </p:nvSpPr>
        <p:spPr>
          <a:xfrm>
            <a:off x="46642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01_find_only_1049">
            <a:extLst>
              <a:ext uri="{FF2B5EF4-FFF2-40B4-BE49-F238E27FC236}">
                <a16:creationId xmlns:a16="http://schemas.microsoft.com/office/drawing/2014/main" id="{58F4A363-474D-4859-8AA9-E1695B089555}"/>
              </a:ext>
            </a:extLst>
          </p:cNvPr>
          <p:cNvSpPr>
            <a:spLocks noGrp="1"/>
          </p:cNvSpPr>
          <p:nvPr/>
        </p:nvSpPr>
        <p:spPr>
          <a:xfrm>
            <a:off x="472170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01_find_only_1050">
            <a:extLst>
              <a:ext uri="{FF2B5EF4-FFF2-40B4-BE49-F238E27FC236}">
                <a16:creationId xmlns:a16="http://schemas.microsoft.com/office/drawing/2014/main" id="{534984EE-C940-4A5D-BC18-0334FE1C017F}"/>
              </a:ext>
            </a:extLst>
          </p:cNvPr>
          <p:cNvSpPr>
            <a:spLocks noGrp="1"/>
          </p:cNvSpPr>
          <p:nvPr/>
        </p:nvSpPr>
        <p:spPr>
          <a:xfrm>
            <a:off x="46590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01_find_only_1051">
            <a:extLst>
              <a:ext uri="{FF2B5EF4-FFF2-40B4-BE49-F238E27FC236}">
                <a16:creationId xmlns:a16="http://schemas.microsoft.com/office/drawing/2014/main" id="{A0BCA4A0-4895-4AA3-9643-00623DF647B7}"/>
              </a:ext>
            </a:extLst>
          </p:cNvPr>
          <p:cNvSpPr>
            <a:spLocks noGrp="1"/>
          </p:cNvSpPr>
          <p:nvPr/>
        </p:nvSpPr>
        <p:spPr>
          <a:xfrm>
            <a:off x="47403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01_find_only_1052">
            <a:extLst>
              <a:ext uri="{FF2B5EF4-FFF2-40B4-BE49-F238E27FC236}">
                <a16:creationId xmlns:a16="http://schemas.microsoft.com/office/drawing/2014/main" id="{671FC14E-4A5E-41FC-B4D2-46AC28A97E84}"/>
              </a:ext>
            </a:extLst>
          </p:cNvPr>
          <p:cNvSpPr>
            <a:spLocks noGrp="1"/>
          </p:cNvSpPr>
          <p:nvPr/>
        </p:nvSpPr>
        <p:spPr>
          <a:xfrm>
            <a:off x="47254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01_find_only_1053">
            <a:extLst>
              <a:ext uri="{FF2B5EF4-FFF2-40B4-BE49-F238E27FC236}">
                <a16:creationId xmlns:a16="http://schemas.microsoft.com/office/drawing/2014/main" id="{468DF765-5C80-40B4-9DAE-DABCCB1CA347}"/>
              </a:ext>
            </a:extLst>
          </p:cNvPr>
          <p:cNvSpPr>
            <a:spLocks noGrp="1"/>
          </p:cNvSpPr>
          <p:nvPr/>
        </p:nvSpPr>
        <p:spPr>
          <a:xfrm>
            <a:off x="46903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01_find_only_1054">
            <a:extLst>
              <a:ext uri="{FF2B5EF4-FFF2-40B4-BE49-F238E27FC236}">
                <a16:creationId xmlns:a16="http://schemas.microsoft.com/office/drawing/2014/main" id="{841BF906-BB26-4C85-A955-F521682CE975}"/>
              </a:ext>
            </a:extLst>
          </p:cNvPr>
          <p:cNvSpPr>
            <a:spLocks noGrp="1"/>
          </p:cNvSpPr>
          <p:nvPr/>
        </p:nvSpPr>
        <p:spPr>
          <a:xfrm>
            <a:off x="46739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01_find_only_1055">
            <a:extLst>
              <a:ext uri="{FF2B5EF4-FFF2-40B4-BE49-F238E27FC236}">
                <a16:creationId xmlns:a16="http://schemas.microsoft.com/office/drawing/2014/main" id="{D7F52177-BA69-4ED5-A18F-54D97E129C31}"/>
              </a:ext>
            </a:extLst>
          </p:cNvPr>
          <p:cNvSpPr>
            <a:spLocks noGrp="1"/>
          </p:cNvSpPr>
          <p:nvPr/>
        </p:nvSpPr>
        <p:spPr>
          <a:xfrm>
            <a:off x="4738896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01_find_only_1056">
            <a:extLst>
              <a:ext uri="{FF2B5EF4-FFF2-40B4-BE49-F238E27FC236}">
                <a16:creationId xmlns:a16="http://schemas.microsoft.com/office/drawing/2014/main" id="{F7A8B031-144E-48C1-B8FD-32B5318AAA9D}"/>
              </a:ext>
            </a:extLst>
          </p:cNvPr>
          <p:cNvSpPr>
            <a:spLocks noGrp="1"/>
          </p:cNvSpPr>
          <p:nvPr/>
        </p:nvSpPr>
        <p:spPr>
          <a:xfrm>
            <a:off x="474307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01_find_only_1057">
            <a:extLst>
              <a:ext uri="{FF2B5EF4-FFF2-40B4-BE49-F238E27FC236}">
                <a16:creationId xmlns:a16="http://schemas.microsoft.com/office/drawing/2014/main" id="{9965F1F5-FC64-406F-A068-EF0A1294194C}"/>
              </a:ext>
            </a:extLst>
          </p:cNvPr>
          <p:cNvSpPr>
            <a:spLocks noGrp="1"/>
          </p:cNvSpPr>
          <p:nvPr/>
        </p:nvSpPr>
        <p:spPr>
          <a:xfrm>
            <a:off x="47078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01_find_only_1058">
            <a:extLst>
              <a:ext uri="{FF2B5EF4-FFF2-40B4-BE49-F238E27FC236}">
                <a16:creationId xmlns:a16="http://schemas.microsoft.com/office/drawing/2014/main" id="{33878A90-96CA-426B-A3E1-33BBBDA8E0F5}"/>
              </a:ext>
            </a:extLst>
          </p:cNvPr>
          <p:cNvSpPr>
            <a:spLocks noGrp="1"/>
          </p:cNvSpPr>
          <p:nvPr/>
        </p:nvSpPr>
        <p:spPr>
          <a:xfrm>
            <a:off x="47299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01_find_only_1059">
            <a:extLst>
              <a:ext uri="{FF2B5EF4-FFF2-40B4-BE49-F238E27FC236}">
                <a16:creationId xmlns:a16="http://schemas.microsoft.com/office/drawing/2014/main" id="{DCDA06DB-63FD-45BD-8FE7-237F77A56428}"/>
              </a:ext>
            </a:extLst>
          </p:cNvPr>
          <p:cNvSpPr>
            <a:spLocks noGrp="1"/>
          </p:cNvSpPr>
          <p:nvPr/>
        </p:nvSpPr>
        <p:spPr>
          <a:xfrm>
            <a:off x="466185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01_find_only_1060">
            <a:extLst>
              <a:ext uri="{FF2B5EF4-FFF2-40B4-BE49-F238E27FC236}">
                <a16:creationId xmlns:a16="http://schemas.microsoft.com/office/drawing/2014/main" id="{192B33B8-DBD0-4872-B30B-31DCF0FE157A}"/>
              </a:ext>
            </a:extLst>
          </p:cNvPr>
          <p:cNvSpPr>
            <a:spLocks noGrp="1"/>
          </p:cNvSpPr>
          <p:nvPr/>
        </p:nvSpPr>
        <p:spPr>
          <a:xfrm>
            <a:off x="4689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01_find_only_1061">
            <a:extLst>
              <a:ext uri="{FF2B5EF4-FFF2-40B4-BE49-F238E27FC236}">
                <a16:creationId xmlns:a16="http://schemas.microsoft.com/office/drawing/2014/main" id="{72F4F59C-15EF-4E91-9952-A25C6D88E357}"/>
              </a:ext>
            </a:extLst>
          </p:cNvPr>
          <p:cNvSpPr>
            <a:spLocks noGrp="1"/>
          </p:cNvSpPr>
          <p:nvPr/>
        </p:nvSpPr>
        <p:spPr>
          <a:xfrm>
            <a:off x="47239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01_find_only_1062">
            <a:extLst>
              <a:ext uri="{FF2B5EF4-FFF2-40B4-BE49-F238E27FC236}">
                <a16:creationId xmlns:a16="http://schemas.microsoft.com/office/drawing/2014/main" id="{A9390857-50D3-4D98-91B9-05F87E7AF8ED}"/>
              </a:ext>
            </a:extLst>
          </p:cNvPr>
          <p:cNvSpPr>
            <a:spLocks noGrp="1"/>
          </p:cNvSpPr>
          <p:nvPr/>
        </p:nvSpPr>
        <p:spPr>
          <a:xfrm>
            <a:off x="46559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01_find_only_1063">
            <a:extLst>
              <a:ext uri="{FF2B5EF4-FFF2-40B4-BE49-F238E27FC236}">
                <a16:creationId xmlns:a16="http://schemas.microsoft.com/office/drawing/2014/main" id="{F0876C2B-9D1D-40C8-8EEA-AD0FFBA22C51}"/>
              </a:ext>
            </a:extLst>
          </p:cNvPr>
          <p:cNvSpPr>
            <a:spLocks noGrp="1"/>
          </p:cNvSpPr>
          <p:nvPr/>
        </p:nvSpPr>
        <p:spPr>
          <a:xfrm>
            <a:off x="46524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01_find_only_1064">
            <a:extLst>
              <a:ext uri="{FF2B5EF4-FFF2-40B4-BE49-F238E27FC236}">
                <a16:creationId xmlns:a16="http://schemas.microsoft.com/office/drawing/2014/main" id="{BD92F2C8-9EF4-455C-8951-B5856E806629}"/>
              </a:ext>
            </a:extLst>
          </p:cNvPr>
          <p:cNvSpPr>
            <a:spLocks noGrp="1"/>
          </p:cNvSpPr>
          <p:nvPr/>
        </p:nvSpPr>
        <p:spPr>
          <a:xfrm>
            <a:off x="47098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01_find_only_1065">
            <a:extLst>
              <a:ext uri="{FF2B5EF4-FFF2-40B4-BE49-F238E27FC236}">
                <a16:creationId xmlns:a16="http://schemas.microsoft.com/office/drawing/2014/main" id="{1E1B262E-8067-4019-B79B-999D4E2FA57D}"/>
              </a:ext>
            </a:extLst>
          </p:cNvPr>
          <p:cNvSpPr>
            <a:spLocks noGrp="1"/>
          </p:cNvSpPr>
          <p:nvPr/>
        </p:nvSpPr>
        <p:spPr>
          <a:xfrm>
            <a:off x="47383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01_find_only_1066">
            <a:extLst>
              <a:ext uri="{FF2B5EF4-FFF2-40B4-BE49-F238E27FC236}">
                <a16:creationId xmlns:a16="http://schemas.microsoft.com/office/drawing/2014/main" id="{F836731B-0E09-4233-934C-BEBE73B75691}"/>
              </a:ext>
            </a:extLst>
          </p:cNvPr>
          <p:cNvSpPr>
            <a:spLocks noGrp="1"/>
          </p:cNvSpPr>
          <p:nvPr/>
        </p:nvSpPr>
        <p:spPr>
          <a:xfrm>
            <a:off x="4648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01_find_only_1067">
            <a:extLst>
              <a:ext uri="{FF2B5EF4-FFF2-40B4-BE49-F238E27FC236}">
                <a16:creationId xmlns:a16="http://schemas.microsoft.com/office/drawing/2014/main" id="{42E5130A-F3A8-4C7A-A158-E11C0F4FBC9E}"/>
              </a:ext>
            </a:extLst>
          </p:cNvPr>
          <p:cNvSpPr>
            <a:spLocks noGrp="1"/>
          </p:cNvSpPr>
          <p:nvPr/>
        </p:nvSpPr>
        <p:spPr>
          <a:xfrm>
            <a:off x="46861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01_find_only_1068">
            <a:extLst>
              <a:ext uri="{FF2B5EF4-FFF2-40B4-BE49-F238E27FC236}">
                <a16:creationId xmlns:a16="http://schemas.microsoft.com/office/drawing/2014/main" id="{0B42ABCD-8E51-487D-94DE-47195DD292F7}"/>
              </a:ext>
            </a:extLst>
          </p:cNvPr>
          <p:cNvSpPr>
            <a:spLocks noGrp="1"/>
          </p:cNvSpPr>
          <p:nvPr/>
        </p:nvSpPr>
        <p:spPr>
          <a:xfrm>
            <a:off x="4717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01_find_only_1069">
            <a:extLst>
              <a:ext uri="{FF2B5EF4-FFF2-40B4-BE49-F238E27FC236}">
                <a16:creationId xmlns:a16="http://schemas.microsoft.com/office/drawing/2014/main" id="{3812386B-FC32-4191-8F3E-C8447F0F90B9}"/>
              </a:ext>
            </a:extLst>
          </p:cNvPr>
          <p:cNvSpPr>
            <a:spLocks noGrp="1"/>
          </p:cNvSpPr>
          <p:nvPr/>
        </p:nvSpPr>
        <p:spPr>
          <a:xfrm>
            <a:off x="46881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01_find_only_1070">
            <a:extLst>
              <a:ext uri="{FF2B5EF4-FFF2-40B4-BE49-F238E27FC236}">
                <a16:creationId xmlns:a16="http://schemas.microsoft.com/office/drawing/2014/main" id="{C21C812E-9191-4ECA-847C-9CC6D951B82B}"/>
              </a:ext>
            </a:extLst>
          </p:cNvPr>
          <p:cNvSpPr>
            <a:spLocks noGrp="1"/>
          </p:cNvSpPr>
          <p:nvPr/>
        </p:nvSpPr>
        <p:spPr>
          <a:xfrm>
            <a:off x="4671765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01_find_only_1071">
            <a:extLst>
              <a:ext uri="{FF2B5EF4-FFF2-40B4-BE49-F238E27FC236}">
                <a16:creationId xmlns:a16="http://schemas.microsoft.com/office/drawing/2014/main" id="{B26EDBAF-67AE-49E4-9402-25EC2A0C4266}"/>
              </a:ext>
            </a:extLst>
          </p:cNvPr>
          <p:cNvSpPr>
            <a:spLocks noGrp="1"/>
          </p:cNvSpPr>
          <p:nvPr/>
        </p:nvSpPr>
        <p:spPr>
          <a:xfrm>
            <a:off x="470946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01_find_only_1072">
            <a:extLst>
              <a:ext uri="{FF2B5EF4-FFF2-40B4-BE49-F238E27FC236}">
                <a16:creationId xmlns:a16="http://schemas.microsoft.com/office/drawing/2014/main" id="{88442AC9-10E1-42A9-AF3B-018BD8840FAB}"/>
              </a:ext>
            </a:extLst>
          </p:cNvPr>
          <p:cNvSpPr>
            <a:spLocks noGrp="1"/>
          </p:cNvSpPr>
          <p:nvPr/>
        </p:nvSpPr>
        <p:spPr>
          <a:xfrm>
            <a:off x="47063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01_find_only_1073">
            <a:extLst>
              <a:ext uri="{FF2B5EF4-FFF2-40B4-BE49-F238E27FC236}">
                <a16:creationId xmlns:a16="http://schemas.microsoft.com/office/drawing/2014/main" id="{0F7FA416-7C38-465C-BACA-5D1EC8BF9DE4}"/>
              </a:ext>
            </a:extLst>
          </p:cNvPr>
          <p:cNvSpPr>
            <a:spLocks noGrp="1"/>
          </p:cNvSpPr>
          <p:nvPr/>
        </p:nvSpPr>
        <p:spPr>
          <a:xfrm>
            <a:off x="46945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01_find_only_1074">
            <a:extLst>
              <a:ext uri="{FF2B5EF4-FFF2-40B4-BE49-F238E27FC236}">
                <a16:creationId xmlns:a16="http://schemas.microsoft.com/office/drawing/2014/main" id="{AAE37275-B7C0-4CF2-B81E-8E4C8450796F}"/>
              </a:ext>
            </a:extLst>
          </p:cNvPr>
          <p:cNvSpPr>
            <a:spLocks noGrp="1"/>
          </p:cNvSpPr>
          <p:nvPr/>
        </p:nvSpPr>
        <p:spPr>
          <a:xfrm>
            <a:off x="47040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01_find_only_1075">
            <a:extLst>
              <a:ext uri="{FF2B5EF4-FFF2-40B4-BE49-F238E27FC236}">
                <a16:creationId xmlns:a16="http://schemas.microsoft.com/office/drawing/2014/main" id="{6E6DCC54-61DB-4055-B459-404BCCF0BE8F}"/>
              </a:ext>
            </a:extLst>
          </p:cNvPr>
          <p:cNvSpPr>
            <a:spLocks noGrp="1"/>
          </p:cNvSpPr>
          <p:nvPr/>
        </p:nvSpPr>
        <p:spPr>
          <a:xfrm>
            <a:off x="4676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01_find_only_1076">
            <a:extLst>
              <a:ext uri="{FF2B5EF4-FFF2-40B4-BE49-F238E27FC236}">
                <a16:creationId xmlns:a16="http://schemas.microsoft.com/office/drawing/2014/main" id="{351A0482-6D37-43AB-BF01-28E5D465D8B9}"/>
              </a:ext>
            </a:extLst>
          </p:cNvPr>
          <p:cNvSpPr>
            <a:spLocks noGrp="1"/>
          </p:cNvSpPr>
          <p:nvPr/>
        </p:nvSpPr>
        <p:spPr>
          <a:xfrm>
            <a:off x="46978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01_find_only_1077">
            <a:extLst>
              <a:ext uri="{FF2B5EF4-FFF2-40B4-BE49-F238E27FC236}">
                <a16:creationId xmlns:a16="http://schemas.microsoft.com/office/drawing/2014/main" id="{550FF756-1AD2-4088-A7CC-C17CAFFDA85D}"/>
              </a:ext>
            </a:extLst>
          </p:cNvPr>
          <p:cNvSpPr>
            <a:spLocks noGrp="1"/>
          </p:cNvSpPr>
          <p:nvPr/>
        </p:nvSpPr>
        <p:spPr>
          <a:xfrm>
            <a:off x="4677108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01_find_only_1078">
            <a:extLst>
              <a:ext uri="{FF2B5EF4-FFF2-40B4-BE49-F238E27FC236}">
                <a16:creationId xmlns:a16="http://schemas.microsoft.com/office/drawing/2014/main" id="{D015106F-244E-472D-AB14-01D53681FE71}"/>
              </a:ext>
            </a:extLst>
          </p:cNvPr>
          <p:cNvSpPr>
            <a:spLocks noGrp="1"/>
          </p:cNvSpPr>
          <p:nvPr/>
        </p:nvSpPr>
        <p:spPr>
          <a:xfrm>
            <a:off x="46856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01_find_only_1079">
            <a:extLst>
              <a:ext uri="{FF2B5EF4-FFF2-40B4-BE49-F238E27FC236}">
                <a16:creationId xmlns:a16="http://schemas.microsoft.com/office/drawing/2014/main" id="{4A48EEC6-2157-4945-88DA-2E6B106B533E}"/>
              </a:ext>
            </a:extLst>
          </p:cNvPr>
          <p:cNvSpPr>
            <a:spLocks noGrp="1"/>
          </p:cNvSpPr>
          <p:nvPr/>
        </p:nvSpPr>
        <p:spPr>
          <a:xfrm>
            <a:off x="4727627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01_find_only_1080">
            <a:extLst>
              <a:ext uri="{FF2B5EF4-FFF2-40B4-BE49-F238E27FC236}">
                <a16:creationId xmlns:a16="http://schemas.microsoft.com/office/drawing/2014/main" id="{D42FDAE9-5EAE-4E62-AB52-65186B0C8A7C}"/>
              </a:ext>
            </a:extLst>
          </p:cNvPr>
          <p:cNvSpPr>
            <a:spLocks noGrp="1"/>
          </p:cNvSpPr>
          <p:nvPr/>
        </p:nvSpPr>
        <p:spPr>
          <a:xfrm>
            <a:off x="46588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01_find_only_1081">
            <a:extLst>
              <a:ext uri="{FF2B5EF4-FFF2-40B4-BE49-F238E27FC236}">
                <a16:creationId xmlns:a16="http://schemas.microsoft.com/office/drawing/2014/main" id="{26273B81-3122-416C-BCD9-601A212DB508}"/>
              </a:ext>
            </a:extLst>
          </p:cNvPr>
          <p:cNvSpPr>
            <a:spLocks noGrp="1"/>
          </p:cNvSpPr>
          <p:nvPr/>
        </p:nvSpPr>
        <p:spPr>
          <a:xfrm>
            <a:off x="466331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01_find_only_1082">
            <a:extLst>
              <a:ext uri="{FF2B5EF4-FFF2-40B4-BE49-F238E27FC236}">
                <a16:creationId xmlns:a16="http://schemas.microsoft.com/office/drawing/2014/main" id="{6EF4B5B0-893D-4046-B4DD-DB4E48550B87}"/>
              </a:ext>
            </a:extLst>
          </p:cNvPr>
          <p:cNvSpPr>
            <a:spLocks noGrp="1"/>
          </p:cNvSpPr>
          <p:nvPr/>
        </p:nvSpPr>
        <p:spPr>
          <a:xfrm>
            <a:off x="47037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01_find_only_1083">
            <a:extLst>
              <a:ext uri="{FF2B5EF4-FFF2-40B4-BE49-F238E27FC236}">
                <a16:creationId xmlns:a16="http://schemas.microsoft.com/office/drawing/2014/main" id="{265E2C89-D552-4A11-A914-C35A3D496BBB}"/>
              </a:ext>
            </a:extLst>
          </p:cNvPr>
          <p:cNvSpPr>
            <a:spLocks noGrp="1"/>
          </p:cNvSpPr>
          <p:nvPr/>
        </p:nvSpPr>
        <p:spPr>
          <a:xfrm>
            <a:off x="47028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01_find_only_1084">
            <a:extLst>
              <a:ext uri="{FF2B5EF4-FFF2-40B4-BE49-F238E27FC236}">
                <a16:creationId xmlns:a16="http://schemas.microsoft.com/office/drawing/2014/main" id="{BB9B41B8-316D-41FC-9CCA-A0BB4E83E0B1}"/>
              </a:ext>
            </a:extLst>
          </p:cNvPr>
          <p:cNvSpPr>
            <a:spLocks noGrp="1"/>
          </p:cNvSpPr>
          <p:nvPr/>
        </p:nvSpPr>
        <p:spPr>
          <a:xfrm>
            <a:off x="4734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01_find_only_1085">
            <a:extLst>
              <a:ext uri="{FF2B5EF4-FFF2-40B4-BE49-F238E27FC236}">
                <a16:creationId xmlns:a16="http://schemas.microsoft.com/office/drawing/2014/main" id="{D5CCEC74-6C2B-44A6-A4FB-F484352C1372}"/>
              </a:ext>
            </a:extLst>
          </p:cNvPr>
          <p:cNvSpPr>
            <a:spLocks noGrp="1"/>
          </p:cNvSpPr>
          <p:nvPr/>
        </p:nvSpPr>
        <p:spPr>
          <a:xfrm>
            <a:off x="47197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01_find_only_1086">
            <a:extLst>
              <a:ext uri="{FF2B5EF4-FFF2-40B4-BE49-F238E27FC236}">
                <a16:creationId xmlns:a16="http://schemas.microsoft.com/office/drawing/2014/main" id="{B485F006-8544-4650-800E-376E0B1D5CE1}"/>
              </a:ext>
            </a:extLst>
          </p:cNvPr>
          <p:cNvSpPr>
            <a:spLocks noGrp="1"/>
          </p:cNvSpPr>
          <p:nvPr/>
        </p:nvSpPr>
        <p:spPr>
          <a:xfrm>
            <a:off x="4659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01_find_only_1087">
            <a:extLst>
              <a:ext uri="{FF2B5EF4-FFF2-40B4-BE49-F238E27FC236}">
                <a16:creationId xmlns:a16="http://schemas.microsoft.com/office/drawing/2014/main" id="{F0FAE3F4-343F-466A-917D-93932CA6BBCB}"/>
              </a:ext>
            </a:extLst>
          </p:cNvPr>
          <p:cNvSpPr>
            <a:spLocks noGrp="1"/>
          </p:cNvSpPr>
          <p:nvPr/>
        </p:nvSpPr>
        <p:spPr>
          <a:xfrm>
            <a:off x="4673902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01_find_only_1088">
            <a:extLst>
              <a:ext uri="{FF2B5EF4-FFF2-40B4-BE49-F238E27FC236}">
                <a16:creationId xmlns:a16="http://schemas.microsoft.com/office/drawing/2014/main" id="{763D83A7-F25B-49F4-8438-3B4019025675}"/>
              </a:ext>
            </a:extLst>
          </p:cNvPr>
          <p:cNvSpPr>
            <a:spLocks noGrp="1"/>
          </p:cNvSpPr>
          <p:nvPr/>
        </p:nvSpPr>
        <p:spPr>
          <a:xfrm>
            <a:off x="47124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01_find_only_1089">
            <a:extLst>
              <a:ext uri="{FF2B5EF4-FFF2-40B4-BE49-F238E27FC236}">
                <a16:creationId xmlns:a16="http://schemas.microsoft.com/office/drawing/2014/main" id="{CA4C1234-EA56-4462-9244-1C7CF896AB69}"/>
              </a:ext>
            </a:extLst>
          </p:cNvPr>
          <p:cNvSpPr>
            <a:spLocks noGrp="1"/>
          </p:cNvSpPr>
          <p:nvPr/>
        </p:nvSpPr>
        <p:spPr>
          <a:xfrm>
            <a:off x="46541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01_find_only_1090">
            <a:extLst>
              <a:ext uri="{FF2B5EF4-FFF2-40B4-BE49-F238E27FC236}">
                <a16:creationId xmlns:a16="http://schemas.microsoft.com/office/drawing/2014/main" id="{ABEDDF5B-B2E9-460E-AB27-7C2A07376F8B}"/>
              </a:ext>
            </a:extLst>
          </p:cNvPr>
          <p:cNvSpPr>
            <a:spLocks noGrp="1"/>
          </p:cNvSpPr>
          <p:nvPr/>
        </p:nvSpPr>
        <p:spPr>
          <a:xfrm>
            <a:off x="472170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01_find_only_1091">
            <a:extLst>
              <a:ext uri="{FF2B5EF4-FFF2-40B4-BE49-F238E27FC236}">
                <a16:creationId xmlns:a16="http://schemas.microsoft.com/office/drawing/2014/main" id="{8446E2FB-ACDF-438B-B782-74A693D792C9}"/>
              </a:ext>
            </a:extLst>
          </p:cNvPr>
          <p:cNvSpPr>
            <a:spLocks noGrp="1"/>
          </p:cNvSpPr>
          <p:nvPr/>
        </p:nvSpPr>
        <p:spPr>
          <a:xfrm>
            <a:off x="47250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01_find_only_1092">
            <a:extLst>
              <a:ext uri="{FF2B5EF4-FFF2-40B4-BE49-F238E27FC236}">
                <a16:creationId xmlns:a16="http://schemas.microsoft.com/office/drawing/2014/main" id="{7F1BCE23-6D2D-4CD6-83BE-978CAF801349}"/>
              </a:ext>
            </a:extLst>
          </p:cNvPr>
          <p:cNvSpPr>
            <a:spLocks noGrp="1"/>
          </p:cNvSpPr>
          <p:nvPr/>
        </p:nvSpPr>
        <p:spPr>
          <a:xfrm>
            <a:off x="471470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01_find_only_1093">
            <a:extLst>
              <a:ext uri="{FF2B5EF4-FFF2-40B4-BE49-F238E27FC236}">
                <a16:creationId xmlns:a16="http://schemas.microsoft.com/office/drawing/2014/main" id="{AB53E035-EB87-4CA9-AA24-AE372C47F535}"/>
              </a:ext>
            </a:extLst>
          </p:cNvPr>
          <p:cNvSpPr>
            <a:spLocks noGrp="1"/>
          </p:cNvSpPr>
          <p:nvPr/>
        </p:nvSpPr>
        <p:spPr>
          <a:xfrm>
            <a:off x="471383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01_find_only_1094">
            <a:extLst>
              <a:ext uri="{FF2B5EF4-FFF2-40B4-BE49-F238E27FC236}">
                <a16:creationId xmlns:a16="http://schemas.microsoft.com/office/drawing/2014/main" id="{04020494-D95D-4196-9401-D211D84726A1}"/>
              </a:ext>
            </a:extLst>
          </p:cNvPr>
          <p:cNvSpPr>
            <a:spLocks noGrp="1"/>
          </p:cNvSpPr>
          <p:nvPr/>
        </p:nvSpPr>
        <p:spPr>
          <a:xfrm>
            <a:off x="47180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01_find_only_1095">
            <a:extLst>
              <a:ext uri="{FF2B5EF4-FFF2-40B4-BE49-F238E27FC236}">
                <a16:creationId xmlns:a16="http://schemas.microsoft.com/office/drawing/2014/main" id="{7332588C-3D6B-4310-B193-1FA5847AFC5E}"/>
              </a:ext>
            </a:extLst>
          </p:cNvPr>
          <p:cNvSpPr>
            <a:spLocks noGrp="1"/>
          </p:cNvSpPr>
          <p:nvPr/>
        </p:nvSpPr>
        <p:spPr>
          <a:xfrm>
            <a:off x="46996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01_find_only_1096">
            <a:extLst>
              <a:ext uri="{FF2B5EF4-FFF2-40B4-BE49-F238E27FC236}">
                <a16:creationId xmlns:a16="http://schemas.microsoft.com/office/drawing/2014/main" id="{31776D0E-38BB-4400-8125-7A7B1BD9460C}"/>
              </a:ext>
            </a:extLst>
          </p:cNvPr>
          <p:cNvSpPr>
            <a:spLocks noGrp="1"/>
          </p:cNvSpPr>
          <p:nvPr/>
        </p:nvSpPr>
        <p:spPr>
          <a:xfrm>
            <a:off x="46492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01_find_only_1097">
            <a:extLst>
              <a:ext uri="{FF2B5EF4-FFF2-40B4-BE49-F238E27FC236}">
                <a16:creationId xmlns:a16="http://schemas.microsoft.com/office/drawing/2014/main" id="{E646629C-6E39-44C9-A50A-FEEDB78268EF}"/>
              </a:ext>
            </a:extLst>
          </p:cNvPr>
          <p:cNvSpPr>
            <a:spLocks noGrp="1"/>
          </p:cNvSpPr>
          <p:nvPr/>
        </p:nvSpPr>
        <p:spPr>
          <a:xfrm>
            <a:off x="46994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01_find_only_1098">
            <a:extLst>
              <a:ext uri="{FF2B5EF4-FFF2-40B4-BE49-F238E27FC236}">
                <a16:creationId xmlns:a16="http://schemas.microsoft.com/office/drawing/2014/main" id="{2491655E-8986-476E-A2F5-08200EFC0A3F}"/>
              </a:ext>
            </a:extLst>
          </p:cNvPr>
          <p:cNvSpPr>
            <a:spLocks noGrp="1"/>
          </p:cNvSpPr>
          <p:nvPr/>
        </p:nvSpPr>
        <p:spPr>
          <a:xfrm>
            <a:off x="4662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01_find_only_1099">
            <a:extLst>
              <a:ext uri="{FF2B5EF4-FFF2-40B4-BE49-F238E27FC236}">
                <a16:creationId xmlns:a16="http://schemas.microsoft.com/office/drawing/2014/main" id="{DD38BAF7-C3AE-4B1B-9C75-8F2AC34F084F}"/>
              </a:ext>
            </a:extLst>
          </p:cNvPr>
          <p:cNvSpPr>
            <a:spLocks noGrp="1"/>
          </p:cNvSpPr>
          <p:nvPr/>
        </p:nvSpPr>
        <p:spPr>
          <a:xfrm>
            <a:off x="4714220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01_find_only_1100">
            <a:extLst>
              <a:ext uri="{FF2B5EF4-FFF2-40B4-BE49-F238E27FC236}">
                <a16:creationId xmlns:a16="http://schemas.microsoft.com/office/drawing/2014/main" id="{88F413F1-3C50-4CC8-8593-7556F4292492}"/>
              </a:ext>
            </a:extLst>
          </p:cNvPr>
          <p:cNvSpPr>
            <a:spLocks noGrp="1"/>
          </p:cNvSpPr>
          <p:nvPr/>
        </p:nvSpPr>
        <p:spPr>
          <a:xfrm>
            <a:off x="47270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01_find_only_1101">
            <a:extLst>
              <a:ext uri="{FF2B5EF4-FFF2-40B4-BE49-F238E27FC236}">
                <a16:creationId xmlns:a16="http://schemas.microsoft.com/office/drawing/2014/main" id="{D5A95C5F-68F2-4262-8B94-21DE7472C84E}"/>
              </a:ext>
            </a:extLst>
          </p:cNvPr>
          <p:cNvSpPr>
            <a:spLocks noGrp="1"/>
          </p:cNvSpPr>
          <p:nvPr/>
        </p:nvSpPr>
        <p:spPr>
          <a:xfrm>
            <a:off x="46604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01_find_only_1102">
            <a:extLst>
              <a:ext uri="{FF2B5EF4-FFF2-40B4-BE49-F238E27FC236}">
                <a16:creationId xmlns:a16="http://schemas.microsoft.com/office/drawing/2014/main" id="{0486AC41-5C6D-4242-91EF-C59710B429D9}"/>
              </a:ext>
            </a:extLst>
          </p:cNvPr>
          <p:cNvSpPr>
            <a:spLocks noGrp="1"/>
          </p:cNvSpPr>
          <p:nvPr/>
        </p:nvSpPr>
        <p:spPr>
          <a:xfrm>
            <a:off x="4715094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01_find_only_1103">
            <a:extLst>
              <a:ext uri="{FF2B5EF4-FFF2-40B4-BE49-F238E27FC236}">
                <a16:creationId xmlns:a16="http://schemas.microsoft.com/office/drawing/2014/main" id="{B9360AE9-2739-4BA2-AAE2-C4B29A434382}"/>
              </a:ext>
            </a:extLst>
          </p:cNvPr>
          <p:cNvSpPr>
            <a:spLocks noGrp="1"/>
          </p:cNvSpPr>
          <p:nvPr/>
        </p:nvSpPr>
        <p:spPr>
          <a:xfrm>
            <a:off x="46653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01_find_only_1104">
            <a:extLst>
              <a:ext uri="{FF2B5EF4-FFF2-40B4-BE49-F238E27FC236}">
                <a16:creationId xmlns:a16="http://schemas.microsoft.com/office/drawing/2014/main" id="{0EC02F43-5A10-4C7F-839B-9216E4BB8EE7}"/>
              </a:ext>
            </a:extLst>
          </p:cNvPr>
          <p:cNvSpPr>
            <a:spLocks noGrp="1"/>
          </p:cNvSpPr>
          <p:nvPr/>
        </p:nvSpPr>
        <p:spPr>
          <a:xfrm>
            <a:off x="46696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01_find_only_1105">
            <a:extLst>
              <a:ext uri="{FF2B5EF4-FFF2-40B4-BE49-F238E27FC236}">
                <a16:creationId xmlns:a16="http://schemas.microsoft.com/office/drawing/2014/main" id="{EB39137C-AB96-4F08-9BC8-64B5DBB650FB}"/>
              </a:ext>
            </a:extLst>
          </p:cNvPr>
          <p:cNvSpPr>
            <a:spLocks noGrp="1"/>
          </p:cNvSpPr>
          <p:nvPr/>
        </p:nvSpPr>
        <p:spPr>
          <a:xfrm>
            <a:off x="46580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01_find_only_1106">
            <a:extLst>
              <a:ext uri="{FF2B5EF4-FFF2-40B4-BE49-F238E27FC236}">
                <a16:creationId xmlns:a16="http://schemas.microsoft.com/office/drawing/2014/main" id="{167A716D-7493-4FEF-9F56-521458B09842}"/>
              </a:ext>
            </a:extLst>
          </p:cNvPr>
          <p:cNvSpPr>
            <a:spLocks noGrp="1"/>
          </p:cNvSpPr>
          <p:nvPr/>
        </p:nvSpPr>
        <p:spPr>
          <a:xfrm>
            <a:off x="471402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01_find_only_1107">
            <a:extLst>
              <a:ext uri="{FF2B5EF4-FFF2-40B4-BE49-F238E27FC236}">
                <a16:creationId xmlns:a16="http://schemas.microsoft.com/office/drawing/2014/main" id="{189584DC-7429-4C9D-8D5C-4546BD3F9253}"/>
              </a:ext>
            </a:extLst>
          </p:cNvPr>
          <p:cNvSpPr>
            <a:spLocks noGrp="1"/>
          </p:cNvSpPr>
          <p:nvPr/>
        </p:nvSpPr>
        <p:spPr>
          <a:xfrm>
            <a:off x="47390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01_find_only_1108">
            <a:extLst>
              <a:ext uri="{FF2B5EF4-FFF2-40B4-BE49-F238E27FC236}">
                <a16:creationId xmlns:a16="http://schemas.microsoft.com/office/drawing/2014/main" id="{1E35BB8A-E215-4282-B5BC-4AEAED1CFEAE}"/>
              </a:ext>
            </a:extLst>
          </p:cNvPr>
          <p:cNvSpPr>
            <a:spLocks noGrp="1"/>
          </p:cNvSpPr>
          <p:nvPr/>
        </p:nvSpPr>
        <p:spPr>
          <a:xfrm>
            <a:off x="474326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01_find_only_1109">
            <a:extLst>
              <a:ext uri="{FF2B5EF4-FFF2-40B4-BE49-F238E27FC236}">
                <a16:creationId xmlns:a16="http://schemas.microsoft.com/office/drawing/2014/main" id="{AD0D3E51-9112-4340-91FA-92BAC0D0A318}"/>
              </a:ext>
            </a:extLst>
          </p:cNvPr>
          <p:cNvSpPr>
            <a:spLocks noGrp="1"/>
          </p:cNvSpPr>
          <p:nvPr/>
        </p:nvSpPr>
        <p:spPr>
          <a:xfrm>
            <a:off x="46832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01_find_only_1110">
            <a:extLst>
              <a:ext uri="{FF2B5EF4-FFF2-40B4-BE49-F238E27FC236}">
                <a16:creationId xmlns:a16="http://schemas.microsoft.com/office/drawing/2014/main" id="{3C166DAE-7AE4-4829-99DA-FC93EB158B91}"/>
              </a:ext>
            </a:extLst>
          </p:cNvPr>
          <p:cNvSpPr>
            <a:spLocks noGrp="1"/>
          </p:cNvSpPr>
          <p:nvPr/>
        </p:nvSpPr>
        <p:spPr>
          <a:xfrm>
            <a:off x="47188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01_find_only_1111">
            <a:extLst>
              <a:ext uri="{FF2B5EF4-FFF2-40B4-BE49-F238E27FC236}">
                <a16:creationId xmlns:a16="http://schemas.microsoft.com/office/drawing/2014/main" id="{FFB85862-4338-47F2-9848-86D59404A496}"/>
              </a:ext>
            </a:extLst>
          </p:cNvPr>
          <p:cNvSpPr>
            <a:spLocks noGrp="1"/>
          </p:cNvSpPr>
          <p:nvPr/>
        </p:nvSpPr>
        <p:spPr>
          <a:xfrm>
            <a:off x="47377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01_find_only_1112">
            <a:extLst>
              <a:ext uri="{FF2B5EF4-FFF2-40B4-BE49-F238E27FC236}">
                <a16:creationId xmlns:a16="http://schemas.microsoft.com/office/drawing/2014/main" id="{A34D54C9-BA4D-4FC2-8D89-75A90D7AB496}"/>
              </a:ext>
            </a:extLst>
          </p:cNvPr>
          <p:cNvSpPr>
            <a:spLocks noGrp="1"/>
          </p:cNvSpPr>
          <p:nvPr/>
        </p:nvSpPr>
        <p:spPr>
          <a:xfrm>
            <a:off x="472626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01_find_only_1113">
            <a:extLst>
              <a:ext uri="{FF2B5EF4-FFF2-40B4-BE49-F238E27FC236}">
                <a16:creationId xmlns:a16="http://schemas.microsoft.com/office/drawing/2014/main" id="{8BE1451B-FF45-423B-A525-D492FEDE3F3F}"/>
              </a:ext>
            </a:extLst>
          </p:cNvPr>
          <p:cNvSpPr>
            <a:spLocks noGrp="1"/>
          </p:cNvSpPr>
          <p:nvPr/>
        </p:nvSpPr>
        <p:spPr>
          <a:xfrm>
            <a:off x="4715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01_find_only_1114">
            <a:extLst>
              <a:ext uri="{FF2B5EF4-FFF2-40B4-BE49-F238E27FC236}">
                <a16:creationId xmlns:a16="http://schemas.microsoft.com/office/drawing/2014/main" id="{C3D157B3-7440-4A5C-9674-2DD86DC28CE2}"/>
              </a:ext>
            </a:extLst>
          </p:cNvPr>
          <p:cNvSpPr>
            <a:spLocks noGrp="1"/>
          </p:cNvSpPr>
          <p:nvPr/>
        </p:nvSpPr>
        <p:spPr>
          <a:xfrm>
            <a:off x="46921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01_find_only_1115">
            <a:extLst>
              <a:ext uri="{FF2B5EF4-FFF2-40B4-BE49-F238E27FC236}">
                <a16:creationId xmlns:a16="http://schemas.microsoft.com/office/drawing/2014/main" id="{22651E26-6395-4949-97F4-56768A0D0B96}"/>
              </a:ext>
            </a:extLst>
          </p:cNvPr>
          <p:cNvSpPr>
            <a:spLocks noGrp="1"/>
          </p:cNvSpPr>
          <p:nvPr/>
        </p:nvSpPr>
        <p:spPr>
          <a:xfrm>
            <a:off x="4689252" y="34730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01_find_only_1116">
            <a:extLst>
              <a:ext uri="{FF2B5EF4-FFF2-40B4-BE49-F238E27FC236}">
                <a16:creationId xmlns:a16="http://schemas.microsoft.com/office/drawing/2014/main" id="{5ABD7DB3-3047-47EB-A606-E5640C50F0A7}"/>
              </a:ext>
            </a:extLst>
          </p:cNvPr>
          <p:cNvSpPr>
            <a:spLocks noGrp="1"/>
          </p:cNvSpPr>
          <p:nvPr/>
        </p:nvSpPr>
        <p:spPr>
          <a:xfrm>
            <a:off x="4656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01_find_only_1117">
            <a:extLst>
              <a:ext uri="{FF2B5EF4-FFF2-40B4-BE49-F238E27FC236}">
                <a16:creationId xmlns:a16="http://schemas.microsoft.com/office/drawing/2014/main" id="{D5A33166-149D-4992-B925-6BF33B718D3A}"/>
              </a:ext>
            </a:extLst>
          </p:cNvPr>
          <p:cNvSpPr>
            <a:spLocks noGrp="1"/>
          </p:cNvSpPr>
          <p:nvPr/>
        </p:nvSpPr>
        <p:spPr>
          <a:xfrm>
            <a:off x="47380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01_find_only_1118">
            <a:extLst>
              <a:ext uri="{FF2B5EF4-FFF2-40B4-BE49-F238E27FC236}">
                <a16:creationId xmlns:a16="http://schemas.microsoft.com/office/drawing/2014/main" id="{FC70C4BE-925D-4F9F-A94A-DD90D5730A7F}"/>
              </a:ext>
            </a:extLst>
          </p:cNvPr>
          <p:cNvSpPr>
            <a:spLocks noGrp="1"/>
          </p:cNvSpPr>
          <p:nvPr/>
        </p:nvSpPr>
        <p:spPr>
          <a:xfrm>
            <a:off x="4727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01_find_only_1119">
            <a:extLst>
              <a:ext uri="{FF2B5EF4-FFF2-40B4-BE49-F238E27FC236}">
                <a16:creationId xmlns:a16="http://schemas.microsoft.com/office/drawing/2014/main" id="{B967A8D1-DA6B-4004-9B64-0011AF98EAE3}"/>
              </a:ext>
            </a:extLst>
          </p:cNvPr>
          <p:cNvSpPr>
            <a:spLocks noGrp="1"/>
          </p:cNvSpPr>
          <p:nvPr/>
        </p:nvSpPr>
        <p:spPr>
          <a:xfrm>
            <a:off x="47130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01_find_only_1120">
            <a:extLst>
              <a:ext uri="{FF2B5EF4-FFF2-40B4-BE49-F238E27FC236}">
                <a16:creationId xmlns:a16="http://schemas.microsoft.com/office/drawing/2014/main" id="{1F0C7C7B-FA02-43C4-8633-B3461F2DECA1}"/>
              </a:ext>
            </a:extLst>
          </p:cNvPr>
          <p:cNvSpPr>
            <a:spLocks noGrp="1"/>
          </p:cNvSpPr>
          <p:nvPr/>
        </p:nvSpPr>
        <p:spPr>
          <a:xfrm>
            <a:off x="46535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01_find_only_1121">
            <a:extLst>
              <a:ext uri="{FF2B5EF4-FFF2-40B4-BE49-F238E27FC236}">
                <a16:creationId xmlns:a16="http://schemas.microsoft.com/office/drawing/2014/main" id="{07991CB0-473B-4A2A-AB71-B4D5BCCD07E3}"/>
              </a:ext>
            </a:extLst>
          </p:cNvPr>
          <p:cNvSpPr>
            <a:spLocks noGrp="1"/>
          </p:cNvSpPr>
          <p:nvPr/>
        </p:nvSpPr>
        <p:spPr>
          <a:xfrm>
            <a:off x="4662924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01_find_only_1122">
            <a:extLst>
              <a:ext uri="{FF2B5EF4-FFF2-40B4-BE49-F238E27FC236}">
                <a16:creationId xmlns:a16="http://schemas.microsoft.com/office/drawing/2014/main" id="{811F896E-6A54-4438-B0B5-BD80172C3F03}"/>
              </a:ext>
            </a:extLst>
          </p:cNvPr>
          <p:cNvSpPr>
            <a:spLocks noGrp="1"/>
          </p:cNvSpPr>
          <p:nvPr/>
        </p:nvSpPr>
        <p:spPr>
          <a:xfrm>
            <a:off x="46723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01_find_only_1123">
            <a:extLst>
              <a:ext uri="{FF2B5EF4-FFF2-40B4-BE49-F238E27FC236}">
                <a16:creationId xmlns:a16="http://schemas.microsoft.com/office/drawing/2014/main" id="{87CA167E-1038-42BA-AFBD-C7B12C8EBCC6}"/>
              </a:ext>
            </a:extLst>
          </p:cNvPr>
          <p:cNvSpPr>
            <a:spLocks noGrp="1"/>
          </p:cNvSpPr>
          <p:nvPr/>
        </p:nvSpPr>
        <p:spPr>
          <a:xfrm>
            <a:off x="47140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01_find_only_1124">
            <a:extLst>
              <a:ext uri="{FF2B5EF4-FFF2-40B4-BE49-F238E27FC236}">
                <a16:creationId xmlns:a16="http://schemas.microsoft.com/office/drawing/2014/main" id="{1DCA939D-BA93-4D6F-B7D7-231EA5504C38}"/>
              </a:ext>
            </a:extLst>
          </p:cNvPr>
          <p:cNvSpPr>
            <a:spLocks noGrp="1"/>
          </p:cNvSpPr>
          <p:nvPr/>
        </p:nvSpPr>
        <p:spPr>
          <a:xfrm>
            <a:off x="4704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01_find_only_1125">
            <a:extLst>
              <a:ext uri="{FF2B5EF4-FFF2-40B4-BE49-F238E27FC236}">
                <a16:creationId xmlns:a16="http://schemas.microsoft.com/office/drawing/2014/main" id="{D737EF48-6654-4F91-8F67-F9D665D93B2F}"/>
              </a:ext>
            </a:extLst>
          </p:cNvPr>
          <p:cNvSpPr>
            <a:spLocks noGrp="1"/>
          </p:cNvSpPr>
          <p:nvPr/>
        </p:nvSpPr>
        <p:spPr>
          <a:xfrm>
            <a:off x="46670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01_find_only_1126">
            <a:extLst>
              <a:ext uri="{FF2B5EF4-FFF2-40B4-BE49-F238E27FC236}">
                <a16:creationId xmlns:a16="http://schemas.microsoft.com/office/drawing/2014/main" id="{52F386EA-EFA7-43C5-9FAC-9D3AC707B670}"/>
              </a:ext>
            </a:extLst>
          </p:cNvPr>
          <p:cNvSpPr>
            <a:spLocks noGrp="1"/>
          </p:cNvSpPr>
          <p:nvPr/>
        </p:nvSpPr>
        <p:spPr>
          <a:xfrm>
            <a:off x="46845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01_find_only_1127">
            <a:extLst>
              <a:ext uri="{FF2B5EF4-FFF2-40B4-BE49-F238E27FC236}">
                <a16:creationId xmlns:a16="http://schemas.microsoft.com/office/drawing/2014/main" id="{927FC731-46F5-47B3-A088-FBA26240CDD0}"/>
              </a:ext>
            </a:extLst>
          </p:cNvPr>
          <p:cNvSpPr>
            <a:spLocks noGrp="1"/>
          </p:cNvSpPr>
          <p:nvPr/>
        </p:nvSpPr>
        <p:spPr>
          <a:xfrm>
            <a:off x="4650197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01_find_only_1128">
            <a:extLst>
              <a:ext uri="{FF2B5EF4-FFF2-40B4-BE49-F238E27FC236}">
                <a16:creationId xmlns:a16="http://schemas.microsoft.com/office/drawing/2014/main" id="{C14C794F-49F1-4742-AFA3-BAF119C06C80}"/>
              </a:ext>
            </a:extLst>
          </p:cNvPr>
          <p:cNvSpPr>
            <a:spLocks noGrp="1"/>
          </p:cNvSpPr>
          <p:nvPr/>
        </p:nvSpPr>
        <p:spPr>
          <a:xfrm>
            <a:off x="51806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01_find_only_1129">
            <a:extLst>
              <a:ext uri="{FF2B5EF4-FFF2-40B4-BE49-F238E27FC236}">
                <a16:creationId xmlns:a16="http://schemas.microsoft.com/office/drawing/2014/main" id="{FE21B94B-6401-406C-A00A-327D87EC8914}"/>
              </a:ext>
            </a:extLst>
          </p:cNvPr>
          <p:cNvSpPr>
            <a:spLocks noGrp="1"/>
          </p:cNvSpPr>
          <p:nvPr/>
        </p:nvSpPr>
        <p:spPr>
          <a:xfrm>
            <a:off x="51620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01_find_only_1130">
            <a:extLst>
              <a:ext uri="{FF2B5EF4-FFF2-40B4-BE49-F238E27FC236}">
                <a16:creationId xmlns:a16="http://schemas.microsoft.com/office/drawing/2014/main" id="{BAC08835-E8CA-4D86-93DF-F1A718C9403F}"/>
              </a:ext>
            </a:extLst>
          </p:cNvPr>
          <p:cNvSpPr>
            <a:spLocks noGrp="1"/>
          </p:cNvSpPr>
          <p:nvPr/>
        </p:nvSpPr>
        <p:spPr>
          <a:xfrm>
            <a:off x="5177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01_find_only_1131">
            <a:extLst>
              <a:ext uri="{FF2B5EF4-FFF2-40B4-BE49-F238E27FC236}">
                <a16:creationId xmlns:a16="http://schemas.microsoft.com/office/drawing/2014/main" id="{51188A4A-CB3A-414A-BD10-14F7F7468C72}"/>
              </a:ext>
            </a:extLst>
          </p:cNvPr>
          <p:cNvSpPr>
            <a:spLocks noGrp="1"/>
          </p:cNvSpPr>
          <p:nvPr/>
        </p:nvSpPr>
        <p:spPr>
          <a:xfrm>
            <a:off x="5176768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01_find_only_1132">
            <a:extLst>
              <a:ext uri="{FF2B5EF4-FFF2-40B4-BE49-F238E27FC236}">
                <a16:creationId xmlns:a16="http://schemas.microsoft.com/office/drawing/2014/main" id="{9CFC3C68-F37C-4981-9E00-89D72164F33E}"/>
              </a:ext>
            </a:extLst>
          </p:cNvPr>
          <p:cNvSpPr>
            <a:spLocks noGrp="1"/>
          </p:cNvSpPr>
          <p:nvPr/>
        </p:nvSpPr>
        <p:spPr>
          <a:xfrm>
            <a:off x="51932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01_find_only_1133">
            <a:extLst>
              <a:ext uri="{FF2B5EF4-FFF2-40B4-BE49-F238E27FC236}">
                <a16:creationId xmlns:a16="http://schemas.microsoft.com/office/drawing/2014/main" id="{67FD86C8-260E-4940-950E-5381F1C83016}"/>
              </a:ext>
            </a:extLst>
          </p:cNvPr>
          <p:cNvSpPr>
            <a:spLocks noGrp="1"/>
          </p:cNvSpPr>
          <p:nvPr/>
        </p:nvSpPr>
        <p:spPr>
          <a:xfrm>
            <a:off x="522155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01_find_only_1134">
            <a:extLst>
              <a:ext uri="{FF2B5EF4-FFF2-40B4-BE49-F238E27FC236}">
                <a16:creationId xmlns:a16="http://schemas.microsoft.com/office/drawing/2014/main" id="{EF2D8ACE-EF37-48CC-ABEF-937D4BBC4028}"/>
              </a:ext>
            </a:extLst>
          </p:cNvPr>
          <p:cNvSpPr>
            <a:spLocks noGrp="1"/>
          </p:cNvSpPr>
          <p:nvPr/>
        </p:nvSpPr>
        <p:spPr>
          <a:xfrm>
            <a:off x="52393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01_find_only_1135">
            <a:extLst>
              <a:ext uri="{FF2B5EF4-FFF2-40B4-BE49-F238E27FC236}">
                <a16:creationId xmlns:a16="http://schemas.microsoft.com/office/drawing/2014/main" id="{8ADC0F03-0103-4A05-844B-732E1D2CF372}"/>
              </a:ext>
            </a:extLst>
          </p:cNvPr>
          <p:cNvSpPr>
            <a:spLocks noGrp="1"/>
          </p:cNvSpPr>
          <p:nvPr/>
        </p:nvSpPr>
        <p:spPr>
          <a:xfrm>
            <a:off x="51671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01_find_only_1136">
            <a:extLst>
              <a:ext uri="{FF2B5EF4-FFF2-40B4-BE49-F238E27FC236}">
                <a16:creationId xmlns:a16="http://schemas.microsoft.com/office/drawing/2014/main" id="{4E2A4B01-AD56-41FB-A979-5F79A23754A7}"/>
              </a:ext>
            </a:extLst>
          </p:cNvPr>
          <p:cNvSpPr>
            <a:spLocks noGrp="1"/>
          </p:cNvSpPr>
          <p:nvPr/>
        </p:nvSpPr>
        <p:spPr>
          <a:xfrm>
            <a:off x="52115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01_find_only_1137">
            <a:extLst>
              <a:ext uri="{FF2B5EF4-FFF2-40B4-BE49-F238E27FC236}">
                <a16:creationId xmlns:a16="http://schemas.microsoft.com/office/drawing/2014/main" id="{BEC28523-C13D-44B7-8146-FC8ACA5F8EB0}"/>
              </a:ext>
            </a:extLst>
          </p:cNvPr>
          <p:cNvSpPr>
            <a:spLocks noGrp="1"/>
          </p:cNvSpPr>
          <p:nvPr/>
        </p:nvSpPr>
        <p:spPr>
          <a:xfrm>
            <a:off x="51674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01_find_only_1138">
            <a:extLst>
              <a:ext uri="{FF2B5EF4-FFF2-40B4-BE49-F238E27FC236}">
                <a16:creationId xmlns:a16="http://schemas.microsoft.com/office/drawing/2014/main" id="{546FC062-614D-49F2-ACE5-830BC7CC5350}"/>
              </a:ext>
            </a:extLst>
          </p:cNvPr>
          <p:cNvSpPr>
            <a:spLocks noGrp="1"/>
          </p:cNvSpPr>
          <p:nvPr/>
        </p:nvSpPr>
        <p:spPr>
          <a:xfrm>
            <a:off x="5156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01_find_only_1139">
            <a:extLst>
              <a:ext uri="{FF2B5EF4-FFF2-40B4-BE49-F238E27FC236}">
                <a16:creationId xmlns:a16="http://schemas.microsoft.com/office/drawing/2014/main" id="{E65854CC-1B6F-42DC-9424-7EBBE4D17478}"/>
              </a:ext>
            </a:extLst>
          </p:cNvPr>
          <p:cNvSpPr>
            <a:spLocks noGrp="1"/>
          </p:cNvSpPr>
          <p:nvPr/>
        </p:nvSpPr>
        <p:spPr>
          <a:xfrm>
            <a:off x="523156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01_find_only_1140">
            <a:extLst>
              <a:ext uri="{FF2B5EF4-FFF2-40B4-BE49-F238E27FC236}">
                <a16:creationId xmlns:a16="http://schemas.microsoft.com/office/drawing/2014/main" id="{295DBF99-5275-42DB-8668-51C6A995CCEF}"/>
              </a:ext>
            </a:extLst>
          </p:cNvPr>
          <p:cNvSpPr>
            <a:spLocks noGrp="1"/>
          </p:cNvSpPr>
          <p:nvPr/>
        </p:nvSpPr>
        <p:spPr>
          <a:xfrm>
            <a:off x="52514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01_find_only_1141">
            <a:extLst>
              <a:ext uri="{FF2B5EF4-FFF2-40B4-BE49-F238E27FC236}">
                <a16:creationId xmlns:a16="http://schemas.microsoft.com/office/drawing/2014/main" id="{DB64C877-FBC6-45CD-B5F9-013B23F181B5}"/>
              </a:ext>
            </a:extLst>
          </p:cNvPr>
          <p:cNvSpPr>
            <a:spLocks noGrp="1"/>
          </p:cNvSpPr>
          <p:nvPr/>
        </p:nvSpPr>
        <p:spPr>
          <a:xfrm>
            <a:off x="51929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01_find_only_1142">
            <a:extLst>
              <a:ext uri="{FF2B5EF4-FFF2-40B4-BE49-F238E27FC236}">
                <a16:creationId xmlns:a16="http://schemas.microsoft.com/office/drawing/2014/main" id="{11A390B2-8A24-4AFD-8337-F390EEA0CA08}"/>
              </a:ext>
            </a:extLst>
          </p:cNvPr>
          <p:cNvSpPr>
            <a:spLocks noGrp="1"/>
          </p:cNvSpPr>
          <p:nvPr/>
        </p:nvSpPr>
        <p:spPr>
          <a:xfrm>
            <a:off x="52462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01_find_only_1143">
            <a:extLst>
              <a:ext uri="{FF2B5EF4-FFF2-40B4-BE49-F238E27FC236}">
                <a16:creationId xmlns:a16="http://schemas.microsoft.com/office/drawing/2014/main" id="{AE683825-FB38-43DF-B823-B84FF102543E}"/>
              </a:ext>
            </a:extLst>
          </p:cNvPr>
          <p:cNvSpPr>
            <a:spLocks noGrp="1"/>
          </p:cNvSpPr>
          <p:nvPr/>
        </p:nvSpPr>
        <p:spPr>
          <a:xfrm>
            <a:off x="517705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01_find_only_1144">
            <a:extLst>
              <a:ext uri="{FF2B5EF4-FFF2-40B4-BE49-F238E27FC236}">
                <a16:creationId xmlns:a16="http://schemas.microsoft.com/office/drawing/2014/main" id="{6A33ACDF-BBB1-4D3C-824A-8CD33123232E}"/>
              </a:ext>
            </a:extLst>
          </p:cNvPr>
          <p:cNvSpPr>
            <a:spLocks noGrp="1"/>
          </p:cNvSpPr>
          <p:nvPr/>
        </p:nvSpPr>
        <p:spPr>
          <a:xfrm>
            <a:off x="5195519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01_find_only_1145">
            <a:extLst>
              <a:ext uri="{FF2B5EF4-FFF2-40B4-BE49-F238E27FC236}">
                <a16:creationId xmlns:a16="http://schemas.microsoft.com/office/drawing/2014/main" id="{374CE679-B79A-4CCA-B4C0-9D0C35B43066}"/>
              </a:ext>
            </a:extLst>
          </p:cNvPr>
          <p:cNvSpPr>
            <a:spLocks noGrp="1"/>
          </p:cNvSpPr>
          <p:nvPr/>
        </p:nvSpPr>
        <p:spPr>
          <a:xfrm>
            <a:off x="5224469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01_find_only_1146">
            <a:extLst>
              <a:ext uri="{FF2B5EF4-FFF2-40B4-BE49-F238E27FC236}">
                <a16:creationId xmlns:a16="http://schemas.microsoft.com/office/drawing/2014/main" id="{73453101-7440-49D2-9423-E11FA080CEA1}"/>
              </a:ext>
            </a:extLst>
          </p:cNvPr>
          <p:cNvSpPr>
            <a:spLocks noGrp="1"/>
          </p:cNvSpPr>
          <p:nvPr/>
        </p:nvSpPr>
        <p:spPr>
          <a:xfrm>
            <a:off x="5241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01_find_only_1147">
            <a:extLst>
              <a:ext uri="{FF2B5EF4-FFF2-40B4-BE49-F238E27FC236}">
                <a16:creationId xmlns:a16="http://schemas.microsoft.com/office/drawing/2014/main" id="{75C1F1B1-30B5-4449-90C0-431DD2A1371D}"/>
              </a:ext>
            </a:extLst>
          </p:cNvPr>
          <p:cNvSpPr>
            <a:spLocks noGrp="1"/>
          </p:cNvSpPr>
          <p:nvPr/>
        </p:nvSpPr>
        <p:spPr>
          <a:xfrm>
            <a:off x="52512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01_find_only_1148">
            <a:extLst>
              <a:ext uri="{FF2B5EF4-FFF2-40B4-BE49-F238E27FC236}">
                <a16:creationId xmlns:a16="http://schemas.microsoft.com/office/drawing/2014/main" id="{7F4B9088-45FC-48AA-88F9-FCEA477B05F8}"/>
              </a:ext>
            </a:extLst>
          </p:cNvPr>
          <p:cNvSpPr>
            <a:spLocks noGrp="1"/>
          </p:cNvSpPr>
          <p:nvPr/>
        </p:nvSpPr>
        <p:spPr>
          <a:xfrm>
            <a:off x="52177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01_find_only_1149">
            <a:extLst>
              <a:ext uri="{FF2B5EF4-FFF2-40B4-BE49-F238E27FC236}">
                <a16:creationId xmlns:a16="http://schemas.microsoft.com/office/drawing/2014/main" id="{3817BC47-D69B-4797-B90A-DF566766A661}"/>
              </a:ext>
            </a:extLst>
          </p:cNvPr>
          <p:cNvSpPr>
            <a:spLocks noGrp="1"/>
          </p:cNvSpPr>
          <p:nvPr/>
        </p:nvSpPr>
        <p:spPr>
          <a:xfrm>
            <a:off x="5160155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01_find_only_1150">
            <a:extLst>
              <a:ext uri="{FF2B5EF4-FFF2-40B4-BE49-F238E27FC236}">
                <a16:creationId xmlns:a16="http://schemas.microsoft.com/office/drawing/2014/main" id="{CF8CBD25-C5C6-4699-A750-7FF5C0F9EFE5}"/>
              </a:ext>
            </a:extLst>
          </p:cNvPr>
          <p:cNvSpPr>
            <a:spLocks noGrp="1"/>
          </p:cNvSpPr>
          <p:nvPr/>
        </p:nvSpPr>
        <p:spPr>
          <a:xfrm>
            <a:off x="517453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01_find_only_1151">
            <a:extLst>
              <a:ext uri="{FF2B5EF4-FFF2-40B4-BE49-F238E27FC236}">
                <a16:creationId xmlns:a16="http://schemas.microsoft.com/office/drawing/2014/main" id="{B71C1212-D4B7-4941-AB73-BE26D5E88001}"/>
              </a:ext>
            </a:extLst>
          </p:cNvPr>
          <p:cNvSpPr>
            <a:spLocks noGrp="1"/>
          </p:cNvSpPr>
          <p:nvPr/>
        </p:nvSpPr>
        <p:spPr>
          <a:xfrm>
            <a:off x="5180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01_find_only_1152">
            <a:extLst>
              <a:ext uri="{FF2B5EF4-FFF2-40B4-BE49-F238E27FC236}">
                <a16:creationId xmlns:a16="http://schemas.microsoft.com/office/drawing/2014/main" id="{EAC806A4-2FE5-4A88-9991-92755B6B962E}"/>
              </a:ext>
            </a:extLst>
          </p:cNvPr>
          <p:cNvSpPr>
            <a:spLocks noGrp="1"/>
          </p:cNvSpPr>
          <p:nvPr/>
        </p:nvSpPr>
        <p:spPr>
          <a:xfrm>
            <a:off x="51599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01_find_only_1153">
            <a:extLst>
              <a:ext uri="{FF2B5EF4-FFF2-40B4-BE49-F238E27FC236}">
                <a16:creationId xmlns:a16="http://schemas.microsoft.com/office/drawing/2014/main" id="{E406C5BB-68F5-435F-B240-A856DED0ECA4}"/>
              </a:ext>
            </a:extLst>
          </p:cNvPr>
          <p:cNvSpPr>
            <a:spLocks noGrp="1"/>
          </p:cNvSpPr>
          <p:nvPr/>
        </p:nvSpPr>
        <p:spPr>
          <a:xfrm>
            <a:off x="515937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01_find_only_1154">
            <a:extLst>
              <a:ext uri="{FF2B5EF4-FFF2-40B4-BE49-F238E27FC236}">
                <a16:creationId xmlns:a16="http://schemas.microsoft.com/office/drawing/2014/main" id="{4756446C-EF96-4CE9-AA62-C1403CCF47C8}"/>
              </a:ext>
            </a:extLst>
          </p:cNvPr>
          <p:cNvSpPr>
            <a:spLocks noGrp="1"/>
          </p:cNvSpPr>
          <p:nvPr/>
        </p:nvSpPr>
        <p:spPr>
          <a:xfrm>
            <a:off x="5178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01_find_only_1155">
            <a:extLst>
              <a:ext uri="{FF2B5EF4-FFF2-40B4-BE49-F238E27FC236}">
                <a16:creationId xmlns:a16="http://schemas.microsoft.com/office/drawing/2014/main" id="{7C6F535D-7116-4949-BBDE-9A23FB5CAE1F}"/>
              </a:ext>
            </a:extLst>
          </p:cNvPr>
          <p:cNvSpPr>
            <a:spLocks noGrp="1"/>
          </p:cNvSpPr>
          <p:nvPr/>
        </p:nvSpPr>
        <p:spPr>
          <a:xfrm>
            <a:off x="52148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01_find_only_1156">
            <a:extLst>
              <a:ext uri="{FF2B5EF4-FFF2-40B4-BE49-F238E27FC236}">
                <a16:creationId xmlns:a16="http://schemas.microsoft.com/office/drawing/2014/main" id="{51FDB4BC-2179-4E7B-96CF-8EC54F1F15B5}"/>
              </a:ext>
            </a:extLst>
          </p:cNvPr>
          <p:cNvSpPr>
            <a:spLocks noGrp="1"/>
          </p:cNvSpPr>
          <p:nvPr/>
        </p:nvSpPr>
        <p:spPr>
          <a:xfrm>
            <a:off x="51730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01_find_only_1157">
            <a:extLst>
              <a:ext uri="{FF2B5EF4-FFF2-40B4-BE49-F238E27FC236}">
                <a16:creationId xmlns:a16="http://schemas.microsoft.com/office/drawing/2014/main" id="{6C9EA615-6A4D-42FE-8AF3-8D9017CA5EE0}"/>
              </a:ext>
            </a:extLst>
          </p:cNvPr>
          <p:cNvSpPr>
            <a:spLocks noGrp="1"/>
          </p:cNvSpPr>
          <p:nvPr/>
        </p:nvSpPr>
        <p:spPr>
          <a:xfrm>
            <a:off x="52022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01_find_only_1158">
            <a:extLst>
              <a:ext uri="{FF2B5EF4-FFF2-40B4-BE49-F238E27FC236}">
                <a16:creationId xmlns:a16="http://schemas.microsoft.com/office/drawing/2014/main" id="{99D0914B-0D70-467D-943F-D66B034E5194}"/>
              </a:ext>
            </a:extLst>
          </p:cNvPr>
          <p:cNvSpPr>
            <a:spLocks noGrp="1"/>
          </p:cNvSpPr>
          <p:nvPr/>
        </p:nvSpPr>
        <p:spPr>
          <a:xfrm>
            <a:off x="5191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01_find_only_1159">
            <a:extLst>
              <a:ext uri="{FF2B5EF4-FFF2-40B4-BE49-F238E27FC236}">
                <a16:creationId xmlns:a16="http://schemas.microsoft.com/office/drawing/2014/main" id="{657EB740-ADDC-4261-AE22-0A784275645B}"/>
              </a:ext>
            </a:extLst>
          </p:cNvPr>
          <p:cNvSpPr>
            <a:spLocks noGrp="1"/>
          </p:cNvSpPr>
          <p:nvPr/>
        </p:nvSpPr>
        <p:spPr>
          <a:xfrm>
            <a:off x="5240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01_find_only_1160">
            <a:extLst>
              <a:ext uri="{FF2B5EF4-FFF2-40B4-BE49-F238E27FC236}">
                <a16:creationId xmlns:a16="http://schemas.microsoft.com/office/drawing/2014/main" id="{365B85A5-D2DB-4415-BC79-442E621A6C00}"/>
              </a:ext>
            </a:extLst>
          </p:cNvPr>
          <p:cNvSpPr>
            <a:spLocks noGrp="1"/>
          </p:cNvSpPr>
          <p:nvPr/>
        </p:nvSpPr>
        <p:spPr>
          <a:xfrm>
            <a:off x="5182306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01_find_only_1161">
            <a:extLst>
              <a:ext uri="{FF2B5EF4-FFF2-40B4-BE49-F238E27FC236}">
                <a16:creationId xmlns:a16="http://schemas.microsoft.com/office/drawing/2014/main" id="{AC601FA7-F788-46B7-973F-4D94ABA7F14C}"/>
              </a:ext>
            </a:extLst>
          </p:cNvPr>
          <p:cNvSpPr>
            <a:spLocks noGrp="1"/>
          </p:cNvSpPr>
          <p:nvPr/>
        </p:nvSpPr>
        <p:spPr>
          <a:xfrm>
            <a:off x="522223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01_find_only_1162">
            <a:extLst>
              <a:ext uri="{FF2B5EF4-FFF2-40B4-BE49-F238E27FC236}">
                <a16:creationId xmlns:a16="http://schemas.microsoft.com/office/drawing/2014/main" id="{4A57EFB4-8254-4E54-9888-EFB246EF8265}"/>
              </a:ext>
            </a:extLst>
          </p:cNvPr>
          <p:cNvSpPr>
            <a:spLocks noGrp="1"/>
          </p:cNvSpPr>
          <p:nvPr/>
        </p:nvSpPr>
        <p:spPr>
          <a:xfrm>
            <a:off x="52246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01_find_only_1163">
            <a:extLst>
              <a:ext uri="{FF2B5EF4-FFF2-40B4-BE49-F238E27FC236}">
                <a16:creationId xmlns:a16="http://schemas.microsoft.com/office/drawing/2014/main" id="{36739264-BA35-44E3-8735-B9608C94A5B0}"/>
              </a:ext>
            </a:extLst>
          </p:cNvPr>
          <p:cNvSpPr>
            <a:spLocks noGrp="1"/>
          </p:cNvSpPr>
          <p:nvPr/>
        </p:nvSpPr>
        <p:spPr>
          <a:xfrm>
            <a:off x="515967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01_find_only_1164">
            <a:extLst>
              <a:ext uri="{FF2B5EF4-FFF2-40B4-BE49-F238E27FC236}">
                <a16:creationId xmlns:a16="http://schemas.microsoft.com/office/drawing/2014/main" id="{9CE32CD0-551E-4471-B997-59F39416D7B2}"/>
              </a:ext>
            </a:extLst>
          </p:cNvPr>
          <p:cNvSpPr>
            <a:spLocks noGrp="1"/>
          </p:cNvSpPr>
          <p:nvPr/>
        </p:nvSpPr>
        <p:spPr>
          <a:xfrm>
            <a:off x="5238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01_find_only_1165">
            <a:extLst>
              <a:ext uri="{FF2B5EF4-FFF2-40B4-BE49-F238E27FC236}">
                <a16:creationId xmlns:a16="http://schemas.microsoft.com/office/drawing/2014/main" id="{B267B2F5-362B-4350-99F8-1A646F8AC37E}"/>
              </a:ext>
            </a:extLst>
          </p:cNvPr>
          <p:cNvSpPr>
            <a:spLocks noGrp="1"/>
          </p:cNvSpPr>
          <p:nvPr/>
        </p:nvSpPr>
        <p:spPr>
          <a:xfrm>
            <a:off x="51573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01_find_only_1166">
            <a:extLst>
              <a:ext uri="{FF2B5EF4-FFF2-40B4-BE49-F238E27FC236}">
                <a16:creationId xmlns:a16="http://schemas.microsoft.com/office/drawing/2014/main" id="{4C1F4AD4-D1D2-47CA-B6F5-7F67EB2A0FB0}"/>
              </a:ext>
            </a:extLst>
          </p:cNvPr>
          <p:cNvSpPr>
            <a:spLocks noGrp="1"/>
          </p:cNvSpPr>
          <p:nvPr/>
        </p:nvSpPr>
        <p:spPr>
          <a:xfrm>
            <a:off x="52386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01_find_only_1167">
            <a:extLst>
              <a:ext uri="{FF2B5EF4-FFF2-40B4-BE49-F238E27FC236}">
                <a16:creationId xmlns:a16="http://schemas.microsoft.com/office/drawing/2014/main" id="{5F3710E7-78F5-442C-BD13-D8650D11BC8F}"/>
              </a:ext>
            </a:extLst>
          </p:cNvPr>
          <p:cNvSpPr>
            <a:spLocks noGrp="1"/>
          </p:cNvSpPr>
          <p:nvPr/>
        </p:nvSpPr>
        <p:spPr>
          <a:xfrm>
            <a:off x="52480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01_find_only_1168">
            <a:extLst>
              <a:ext uri="{FF2B5EF4-FFF2-40B4-BE49-F238E27FC236}">
                <a16:creationId xmlns:a16="http://schemas.microsoft.com/office/drawing/2014/main" id="{BFB099BE-8E58-4DD9-A052-E54DA7161CB6}"/>
              </a:ext>
            </a:extLst>
          </p:cNvPr>
          <p:cNvSpPr>
            <a:spLocks noGrp="1"/>
          </p:cNvSpPr>
          <p:nvPr/>
        </p:nvSpPr>
        <p:spPr>
          <a:xfrm>
            <a:off x="52154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01_find_only_1169">
            <a:extLst>
              <a:ext uri="{FF2B5EF4-FFF2-40B4-BE49-F238E27FC236}">
                <a16:creationId xmlns:a16="http://schemas.microsoft.com/office/drawing/2014/main" id="{E382683A-9849-4876-9561-C6A5BD7C2D24}"/>
              </a:ext>
            </a:extLst>
          </p:cNvPr>
          <p:cNvSpPr>
            <a:spLocks noGrp="1"/>
          </p:cNvSpPr>
          <p:nvPr/>
        </p:nvSpPr>
        <p:spPr>
          <a:xfrm>
            <a:off x="51862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01_find_only_1170">
            <a:extLst>
              <a:ext uri="{FF2B5EF4-FFF2-40B4-BE49-F238E27FC236}">
                <a16:creationId xmlns:a16="http://schemas.microsoft.com/office/drawing/2014/main" id="{F50F2580-17DE-45E1-8C1B-80366CA42130}"/>
              </a:ext>
            </a:extLst>
          </p:cNvPr>
          <p:cNvSpPr>
            <a:spLocks noGrp="1"/>
          </p:cNvSpPr>
          <p:nvPr/>
        </p:nvSpPr>
        <p:spPr>
          <a:xfrm>
            <a:off x="5226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01_find_only_1171">
            <a:extLst>
              <a:ext uri="{FF2B5EF4-FFF2-40B4-BE49-F238E27FC236}">
                <a16:creationId xmlns:a16="http://schemas.microsoft.com/office/drawing/2014/main" id="{EF96423A-F656-4002-B4AC-76CCB0BD3946}"/>
              </a:ext>
            </a:extLst>
          </p:cNvPr>
          <p:cNvSpPr>
            <a:spLocks noGrp="1"/>
          </p:cNvSpPr>
          <p:nvPr/>
        </p:nvSpPr>
        <p:spPr>
          <a:xfrm>
            <a:off x="51775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01_find_only_1172">
            <a:extLst>
              <a:ext uri="{FF2B5EF4-FFF2-40B4-BE49-F238E27FC236}">
                <a16:creationId xmlns:a16="http://schemas.microsoft.com/office/drawing/2014/main" id="{5E82C6DD-205C-4222-9512-EE61D738183F}"/>
              </a:ext>
            </a:extLst>
          </p:cNvPr>
          <p:cNvSpPr>
            <a:spLocks noGrp="1"/>
          </p:cNvSpPr>
          <p:nvPr/>
        </p:nvSpPr>
        <p:spPr>
          <a:xfrm>
            <a:off x="52025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01_find_only_1173">
            <a:extLst>
              <a:ext uri="{FF2B5EF4-FFF2-40B4-BE49-F238E27FC236}">
                <a16:creationId xmlns:a16="http://schemas.microsoft.com/office/drawing/2014/main" id="{0E6BB4D3-CA89-4F52-94E1-A23D6B7B10C4}"/>
              </a:ext>
            </a:extLst>
          </p:cNvPr>
          <p:cNvSpPr>
            <a:spLocks noGrp="1"/>
          </p:cNvSpPr>
          <p:nvPr/>
        </p:nvSpPr>
        <p:spPr>
          <a:xfrm>
            <a:off x="52025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01_find_only_1174">
            <a:extLst>
              <a:ext uri="{FF2B5EF4-FFF2-40B4-BE49-F238E27FC236}">
                <a16:creationId xmlns:a16="http://schemas.microsoft.com/office/drawing/2014/main" id="{A7FB8342-CE40-4F73-BD7A-98507696413C}"/>
              </a:ext>
            </a:extLst>
          </p:cNvPr>
          <p:cNvSpPr>
            <a:spLocks noGrp="1"/>
          </p:cNvSpPr>
          <p:nvPr/>
        </p:nvSpPr>
        <p:spPr>
          <a:xfrm>
            <a:off x="5173368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01_find_only_1175">
            <a:extLst>
              <a:ext uri="{FF2B5EF4-FFF2-40B4-BE49-F238E27FC236}">
                <a16:creationId xmlns:a16="http://schemas.microsoft.com/office/drawing/2014/main" id="{DA345CED-997A-43E0-A85F-14CA61558240}"/>
              </a:ext>
            </a:extLst>
          </p:cNvPr>
          <p:cNvSpPr>
            <a:spLocks noGrp="1"/>
          </p:cNvSpPr>
          <p:nvPr/>
        </p:nvSpPr>
        <p:spPr>
          <a:xfrm>
            <a:off x="5241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01_find_only_1176">
            <a:extLst>
              <a:ext uri="{FF2B5EF4-FFF2-40B4-BE49-F238E27FC236}">
                <a16:creationId xmlns:a16="http://schemas.microsoft.com/office/drawing/2014/main" id="{5DF16DA6-0C77-41B1-BA8C-257F628FC852}"/>
              </a:ext>
            </a:extLst>
          </p:cNvPr>
          <p:cNvSpPr>
            <a:spLocks noGrp="1"/>
          </p:cNvSpPr>
          <p:nvPr/>
        </p:nvSpPr>
        <p:spPr>
          <a:xfrm>
            <a:off x="51879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01_find_only_1177">
            <a:extLst>
              <a:ext uri="{FF2B5EF4-FFF2-40B4-BE49-F238E27FC236}">
                <a16:creationId xmlns:a16="http://schemas.microsoft.com/office/drawing/2014/main" id="{20E3227E-C297-473F-82B3-6B23A8613359}"/>
              </a:ext>
            </a:extLst>
          </p:cNvPr>
          <p:cNvSpPr>
            <a:spLocks noGrp="1"/>
          </p:cNvSpPr>
          <p:nvPr/>
        </p:nvSpPr>
        <p:spPr>
          <a:xfrm>
            <a:off x="51973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01_find_only_1178">
            <a:extLst>
              <a:ext uri="{FF2B5EF4-FFF2-40B4-BE49-F238E27FC236}">
                <a16:creationId xmlns:a16="http://schemas.microsoft.com/office/drawing/2014/main" id="{4C8149AE-AC3E-4B50-AC6C-D5D8A62EBF32}"/>
              </a:ext>
            </a:extLst>
          </p:cNvPr>
          <p:cNvSpPr>
            <a:spLocks noGrp="1"/>
          </p:cNvSpPr>
          <p:nvPr/>
        </p:nvSpPr>
        <p:spPr>
          <a:xfrm>
            <a:off x="52504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01_find_only_1179">
            <a:extLst>
              <a:ext uri="{FF2B5EF4-FFF2-40B4-BE49-F238E27FC236}">
                <a16:creationId xmlns:a16="http://schemas.microsoft.com/office/drawing/2014/main" id="{63582FC4-09BE-4EE2-904C-2E6F779EA0C1}"/>
              </a:ext>
            </a:extLst>
          </p:cNvPr>
          <p:cNvSpPr>
            <a:spLocks noGrp="1"/>
          </p:cNvSpPr>
          <p:nvPr/>
        </p:nvSpPr>
        <p:spPr>
          <a:xfrm>
            <a:off x="52212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01_find_only_1180">
            <a:extLst>
              <a:ext uri="{FF2B5EF4-FFF2-40B4-BE49-F238E27FC236}">
                <a16:creationId xmlns:a16="http://schemas.microsoft.com/office/drawing/2014/main" id="{0AA56CC2-0460-4E86-BDAA-D4B1A32F898D}"/>
              </a:ext>
            </a:extLst>
          </p:cNvPr>
          <p:cNvSpPr>
            <a:spLocks noGrp="1"/>
          </p:cNvSpPr>
          <p:nvPr/>
        </p:nvSpPr>
        <p:spPr>
          <a:xfrm>
            <a:off x="524691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01_find_only_1181">
            <a:extLst>
              <a:ext uri="{FF2B5EF4-FFF2-40B4-BE49-F238E27FC236}">
                <a16:creationId xmlns:a16="http://schemas.microsoft.com/office/drawing/2014/main" id="{6BDAC259-0561-407B-B5AB-49728D0918EF}"/>
              </a:ext>
            </a:extLst>
          </p:cNvPr>
          <p:cNvSpPr>
            <a:spLocks noGrp="1"/>
          </p:cNvSpPr>
          <p:nvPr/>
        </p:nvSpPr>
        <p:spPr>
          <a:xfrm>
            <a:off x="51610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01_find_only_1182">
            <a:extLst>
              <a:ext uri="{FF2B5EF4-FFF2-40B4-BE49-F238E27FC236}">
                <a16:creationId xmlns:a16="http://schemas.microsoft.com/office/drawing/2014/main" id="{6CF92A79-7FF0-4E8F-8BC2-C15B36EDF4C8}"/>
              </a:ext>
            </a:extLst>
          </p:cNvPr>
          <p:cNvSpPr>
            <a:spLocks noGrp="1"/>
          </p:cNvSpPr>
          <p:nvPr/>
        </p:nvSpPr>
        <p:spPr>
          <a:xfrm>
            <a:off x="52397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01_find_only_1183">
            <a:extLst>
              <a:ext uri="{FF2B5EF4-FFF2-40B4-BE49-F238E27FC236}">
                <a16:creationId xmlns:a16="http://schemas.microsoft.com/office/drawing/2014/main" id="{38A44FB3-D6C4-4F5F-80DC-2D7F1B26F4B5}"/>
              </a:ext>
            </a:extLst>
          </p:cNvPr>
          <p:cNvSpPr>
            <a:spLocks noGrp="1"/>
          </p:cNvSpPr>
          <p:nvPr/>
        </p:nvSpPr>
        <p:spPr>
          <a:xfrm>
            <a:off x="5226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01_find_only_1184">
            <a:extLst>
              <a:ext uri="{FF2B5EF4-FFF2-40B4-BE49-F238E27FC236}">
                <a16:creationId xmlns:a16="http://schemas.microsoft.com/office/drawing/2014/main" id="{EC88FE19-0A31-4884-8E00-3C456D81C8F6}"/>
              </a:ext>
            </a:extLst>
          </p:cNvPr>
          <p:cNvSpPr>
            <a:spLocks noGrp="1"/>
          </p:cNvSpPr>
          <p:nvPr/>
        </p:nvSpPr>
        <p:spPr>
          <a:xfrm>
            <a:off x="51933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01_find_only_1185">
            <a:extLst>
              <a:ext uri="{FF2B5EF4-FFF2-40B4-BE49-F238E27FC236}">
                <a16:creationId xmlns:a16="http://schemas.microsoft.com/office/drawing/2014/main" id="{F31C6655-AE1D-4B62-AF42-ECAFDF4EB42E}"/>
              </a:ext>
            </a:extLst>
          </p:cNvPr>
          <p:cNvSpPr>
            <a:spLocks noGrp="1"/>
          </p:cNvSpPr>
          <p:nvPr/>
        </p:nvSpPr>
        <p:spPr>
          <a:xfrm>
            <a:off x="523068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01_find_only_1186">
            <a:extLst>
              <a:ext uri="{FF2B5EF4-FFF2-40B4-BE49-F238E27FC236}">
                <a16:creationId xmlns:a16="http://schemas.microsoft.com/office/drawing/2014/main" id="{68D7C537-BF19-4451-AC58-B3A26BF23B85}"/>
              </a:ext>
            </a:extLst>
          </p:cNvPr>
          <p:cNvSpPr>
            <a:spLocks noGrp="1"/>
          </p:cNvSpPr>
          <p:nvPr/>
        </p:nvSpPr>
        <p:spPr>
          <a:xfrm>
            <a:off x="5250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01_find_only_1187">
            <a:extLst>
              <a:ext uri="{FF2B5EF4-FFF2-40B4-BE49-F238E27FC236}">
                <a16:creationId xmlns:a16="http://schemas.microsoft.com/office/drawing/2014/main" id="{964D8D1B-4CD5-46C8-B5EE-4BF1AF46ED37}"/>
              </a:ext>
            </a:extLst>
          </p:cNvPr>
          <p:cNvSpPr>
            <a:spLocks noGrp="1"/>
          </p:cNvSpPr>
          <p:nvPr/>
        </p:nvSpPr>
        <p:spPr>
          <a:xfrm>
            <a:off x="52204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01_find_only_1188">
            <a:extLst>
              <a:ext uri="{FF2B5EF4-FFF2-40B4-BE49-F238E27FC236}">
                <a16:creationId xmlns:a16="http://schemas.microsoft.com/office/drawing/2014/main" id="{73B534BA-D494-4756-84B3-B61D5CA22EDE}"/>
              </a:ext>
            </a:extLst>
          </p:cNvPr>
          <p:cNvSpPr>
            <a:spLocks noGrp="1"/>
          </p:cNvSpPr>
          <p:nvPr/>
        </p:nvSpPr>
        <p:spPr>
          <a:xfrm>
            <a:off x="52279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01_find_only_1189">
            <a:extLst>
              <a:ext uri="{FF2B5EF4-FFF2-40B4-BE49-F238E27FC236}">
                <a16:creationId xmlns:a16="http://schemas.microsoft.com/office/drawing/2014/main" id="{5B27CBB2-F291-4645-A886-05094919D955}"/>
              </a:ext>
            </a:extLst>
          </p:cNvPr>
          <p:cNvSpPr>
            <a:spLocks noGrp="1"/>
          </p:cNvSpPr>
          <p:nvPr/>
        </p:nvSpPr>
        <p:spPr>
          <a:xfrm>
            <a:off x="522709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01_find_only_1190">
            <a:extLst>
              <a:ext uri="{FF2B5EF4-FFF2-40B4-BE49-F238E27FC236}">
                <a16:creationId xmlns:a16="http://schemas.microsoft.com/office/drawing/2014/main" id="{E1DFC827-9783-4878-882B-793F77C3D493}"/>
              </a:ext>
            </a:extLst>
          </p:cNvPr>
          <p:cNvSpPr>
            <a:spLocks noGrp="1"/>
          </p:cNvSpPr>
          <p:nvPr/>
        </p:nvSpPr>
        <p:spPr>
          <a:xfrm>
            <a:off x="521154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01_find_only_1191">
            <a:extLst>
              <a:ext uri="{FF2B5EF4-FFF2-40B4-BE49-F238E27FC236}">
                <a16:creationId xmlns:a16="http://schemas.microsoft.com/office/drawing/2014/main" id="{E1978932-E42A-45C1-B315-565C1797A3AE}"/>
              </a:ext>
            </a:extLst>
          </p:cNvPr>
          <p:cNvSpPr>
            <a:spLocks noGrp="1"/>
          </p:cNvSpPr>
          <p:nvPr/>
        </p:nvSpPr>
        <p:spPr>
          <a:xfrm>
            <a:off x="5184443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01_find_only_1192">
            <a:extLst>
              <a:ext uri="{FF2B5EF4-FFF2-40B4-BE49-F238E27FC236}">
                <a16:creationId xmlns:a16="http://schemas.microsoft.com/office/drawing/2014/main" id="{AFEA4B5D-9938-415D-B199-5A1B301D1A3A}"/>
              </a:ext>
            </a:extLst>
          </p:cNvPr>
          <p:cNvSpPr>
            <a:spLocks noGrp="1"/>
          </p:cNvSpPr>
          <p:nvPr/>
        </p:nvSpPr>
        <p:spPr>
          <a:xfrm>
            <a:off x="524409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01_find_only_1193">
            <a:extLst>
              <a:ext uri="{FF2B5EF4-FFF2-40B4-BE49-F238E27FC236}">
                <a16:creationId xmlns:a16="http://schemas.microsoft.com/office/drawing/2014/main" id="{FEF614D4-C947-4B83-AF43-ED4C9A2D1C88}"/>
              </a:ext>
            </a:extLst>
          </p:cNvPr>
          <p:cNvSpPr>
            <a:spLocks noGrp="1"/>
          </p:cNvSpPr>
          <p:nvPr/>
        </p:nvSpPr>
        <p:spPr>
          <a:xfrm>
            <a:off x="5174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01_find_only_1194">
            <a:extLst>
              <a:ext uri="{FF2B5EF4-FFF2-40B4-BE49-F238E27FC236}">
                <a16:creationId xmlns:a16="http://schemas.microsoft.com/office/drawing/2014/main" id="{335F410A-61DB-48A8-8CA6-A24D9F15F831}"/>
              </a:ext>
            </a:extLst>
          </p:cNvPr>
          <p:cNvSpPr>
            <a:spLocks noGrp="1"/>
          </p:cNvSpPr>
          <p:nvPr/>
        </p:nvSpPr>
        <p:spPr>
          <a:xfrm>
            <a:off x="5173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01_find_only_1195">
            <a:extLst>
              <a:ext uri="{FF2B5EF4-FFF2-40B4-BE49-F238E27FC236}">
                <a16:creationId xmlns:a16="http://schemas.microsoft.com/office/drawing/2014/main" id="{7C78E3DA-DE91-4F64-AE31-99155F61967A}"/>
              </a:ext>
            </a:extLst>
          </p:cNvPr>
          <p:cNvSpPr>
            <a:spLocks noGrp="1"/>
          </p:cNvSpPr>
          <p:nvPr/>
        </p:nvSpPr>
        <p:spPr>
          <a:xfrm>
            <a:off x="5177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01_find_only_1196">
            <a:extLst>
              <a:ext uri="{FF2B5EF4-FFF2-40B4-BE49-F238E27FC236}">
                <a16:creationId xmlns:a16="http://schemas.microsoft.com/office/drawing/2014/main" id="{72A75D54-DFCE-401D-8A64-7794E8358622}"/>
              </a:ext>
            </a:extLst>
          </p:cNvPr>
          <p:cNvSpPr>
            <a:spLocks noGrp="1"/>
          </p:cNvSpPr>
          <p:nvPr/>
        </p:nvSpPr>
        <p:spPr>
          <a:xfrm>
            <a:off x="524545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01_find_only_1197">
            <a:extLst>
              <a:ext uri="{FF2B5EF4-FFF2-40B4-BE49-F238E27FC236}">
                <a16:creationId xmlns:a16="http://schemas.microsoft.com/office/drawing/2014/main" id="{75BFB1C7-55A0-4946-A026-D075AD0E6564}"/>
              </a:ext>
            </a:extLst>
          </p:cNvPr>
          <p:cNvSpPr>
            <a:spLocks noGrp="1"/>
          </p:cNvSpPr>
          <p:nvPr/>
        </p:nvSpPr>
        <p:spPr>
          <a:xfrm>
            <a:off x="523515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01_find_only_1198">
            <a:extLst>
              <a:ext uri="{FF2B5EF4-FFF2-40B4-BE49-F238E27FC236}">
                <a16:creationId xmlns:a16="http://schemas.microsoft.com/office/drawing/2014/main" id="{D13D0232-D6E4-4176-A8BE-CB83070D6DA5}"/>
              </a:ext>
            </a:extLst>
          </p:cNvPr>
          <p:cNvSpPr>
            <a:spLocks noGrp="1"/>
          </p:cNvSpPr>
          <p:nvPr/>
        </p:nvSpPr>
        <p:spPr>
          <a:xfrm>
            <a:off x="5239334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01_find_only_1199">
            <a:extLst>
              <a:ext uri="{FF2B5EF4-FFF2-40B4-BE49-F238E27FC236}">
                <a16:creationId xmlns:a16="http://schemas.microsoft.com/office/drawing/2014/main" id="{3EEA78B2-F429-4D20-B725-313A817F9326}"/>
              </a:ext>
            </a:extLst>
          </p:cNvPr>
          <p:cNvSpPr>
            <a:spLocks noGrp="1"/>
          </p:cNvSpPr>
          <p:nvPr/>
        </p:nvSpPr>
        <p:spPr>
          <a:xfrm>
            <a:off x="52272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01_find_only_1200">
            <a:extLst>
              <a:ext uri="{FF2B5EF4-FFF2-40B4-BE49-F238E27FC236}">
                <a16:creationId xmlns:a16="http://schemas.microsoft.com/office/drawing/2014/main" id="{FFFAEB7B-5F37-4229-A5C1-C5E227F62442}"/>
              </a:ext>
            </a:extLst>
          </p:cNvPr>
          <p:cNvSpPr>
            <a:spLocks noGrp="1"/>
          </p:cNvSpPr>
          <p:nvPr/>
        </p:nvSpPr>
        <p:spPr>
          <a:xfrm>
            <a:off x="5234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01_find_only_1201">
            <a:extLst>
              <a:ext uri="{FF2B5EF4-FFF2-40B4-BE49-F238E27FC236}">
                <a16:creationId xmlns:a16="http://schemas.microsoft.com/office/drawing/2014/main" id="{76C20C6E-08B6-4C9E-9BB0-FB84BC898368}"/>
              </a:ext>
            </a:extLst>
          </p:cNvPr>
          <p:cNvSpPr>
            <a:spLocks noGrp="1"/>
          </p:cNvSpPr>
          <p:nvPr/>
        </p:nvSpPr>
        <p:spPr>
          <a:xfrm>
            <a:off x="52431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01_find_only_1202">
            <a:extLst>
              <a:ext uri="{FF2B5EF4-FFF2-40B4-BE49-F238E27FC236}">
                <a16:creationId xmlns:a16="http://schemas.microsoft.com/office/drawing/2014/main" id="{0B283C5D-507B-402A-B00F-891FF370B262}"/>
              </a:ext>
            </a:extLst>
          </p:cNvPr>
          <p:cNvSpPr>
            <a:spLocks noGrp="1"/>
          </p:cNvSpPr>
          <p:nvPr/>
        </p:nvSpPr>
        <p:spPr>
          <a:xfrm>
            <a:off x="51718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01_find_only_1203">
            <a:extLst>
              <a:ext uri="{FF2B5EF4-FFF2-40B4-BE49-F238E27FC236}">
                <a16:creationId xmlns:a16="http://schemas.microsoft.com/office/drawing/2014/main" id="{3574E9DB-8354-4F34-BD86-0064C9C9FBF0}"/>
              </a:ext>
            </a:extLst>
          </p:cNvPr>
          <p:cNvSpPr>
            <a:spLocks noGrp="1"/>
          </p:cNvSpPr>
          <p:nvPr/>
        </p:nvSpPr>
        <p:spPr>
          <a:xfrm>
            <a:off x="5179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01_find_only_1204">
            <a:extLst>
              <a:ext uri="{FF2B5EF4-FFF2-40B4-BE49-F238E27FC236}">
                <a16:creationId xmlns:a16="http://schemas.microsoft.com/office/drawing/2014/main" id="{66637C13-599B-4BDC-AD18-86BB4BA2E4C6}"/>
              </a:ext>
            </a:extLst>
          </p:cNvPr>
          <p:cNvSpPr>
            <a:spLocks noGrp="1"/>
          </p:cNvSpPr>
          <p:nvPr/>
        </p:nvSpPr>
        <p:spPr>
          <a:xfrm>
            <a:off x="5225635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01_find_only_1205">
            <a:extLst>
              <a:ext uri="{FF2B5EF4-FFF2-40B4-BE49-F238E27FC236}">
                <a16:creationId xmlns:a16="http://schemas.microsoft.com/office/drawing/2014/main" id="{A25103F9-F756-4041-824D-CAD4E9ED5891}"/>
              </a:ext>
            </a:extLst>
          </p:cNvPr>
          <p:cNvSpPr>
            <a:spLocks noGrp="1"/>
          </p:cNvSpPr>
          <p:nvPr/>
        </p:nvSpPr>
        <p:spPr>
          <a:xfrm>
            <a:off x="5176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01_find_only_1206">
            <a:extLst>
              <a:ext uri="{FF2B5EF4-FFF2-40B4-BE49-F238E27FC236}">
                <a16:creationId xmlns:a16="http://schemas.microsoft.com/office/drawing/2014/main" id="{111AAE25-0778-4827-8C29-0C328001FD9E}"/>
              </a:ext>
            </a:extLst>
          </p:cNvPr>
          <p:cNvSpPr>
            <a:spLocks noGrp="1"/>
          </p:cNvSpPr>
          <p:nvPr/>
        </p:nvSpPr>
        <p:spPr>
          <a:xfrm>
            <a:off x="5186192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01_find_only_1207">
            <a:extLst>
              <a:ext uri="{FF2B5EF4-FFF2-40B4-BE49-F238E27FC236}">
                <a16:creationId xmlns:a16="http://schemas.microsoft.com/office/drawing/2014/main" id="{2957991F-7A78-4539-A702-6FA3BB544850}"/>
              </a:ext>
            </a:extLst>
          </p:cNvPr>
          <p:cNvSpPr>
            <a:spLocks noGrp="1"/>
          </p:cNvSpPr>
          <p:nvPr/>
        </p:nvSpPr>
        <p:spPr>
          <a:xfrm>
            <a:off x="51702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01_find_only_1208">
            <a:extLst>
              <a:ext uri="{FF2B5EF4-FFF2-40B4-BE49-F238E27FC236}">
                <a16:creationId xmlns:a16="http://schemas.microsoft.com/office/drawing/2014/main" id="{4C37B5C5-BF5D-4692-BBA2-F1B6BC67FD74}"/>
              </a:ext>
            </a:extLst>
          </p:cNvPr>
          <p:cNvSpPr>
            <a:spLocks noGrp="1"/>
          </p:cNvSpPr>
          <p:nvPr/>
        </p:nvSpPr>
        <p:spPr>
          <a:xfrm>
            <a:off x="518055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01_find_only_1209">
            <a:extLst>
              <a:ext uri="{FF2B5EF4-FFF2-40B4-BE49-F238E27FC236}">
                <a16:creationId xmlns:a16="http://schemas.microsoft.com/office/drawing/2014/main" id="{0281BA5E-C607-483F-9CE5-1B064C046A0C}"/>
              </a:ext>
            </a:extLst>
          </p:cNvPr>
          <p:cNvSpPr>
            <a:spLocks noGrp="1"/>
          </p:cNvSpPr>
          <p:nvPr/>
        </p:nvSpPr>
        <p:spPr>
          <a:xfrm>
            <a:off x="518434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01_find_only_1210">
            <a:extLst>
              <a:ext uri="{FF2B5EF4-FFF2-40B4-BE49-F238E27FC236}">
                <a16:creationId xmlns:a16="http://schemas.microsoft.com/office/drawing/2014/main" id="{7A15CB1A-3425-4242-A19A-F0CDE4D8EAAA}"/>
              </a:ext>
            </a:extLst>
          </p:cNvPr>
          <p:cNvSpPr>
            <a:spLocks noGrp="1"/>
          </p:cNvSpPr>
          <p:nvPr/>
        </p:nvSpPr>
        <p:spPr>
          <a:xfrm>
            <a:off x="524467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01_find_only_1211">
            <a:extLst>
              <a:ext uri="{FF2B5EF4-FFF2-40B4-BE49-F238E27FC236}">
                <a16:creationId xmlns:a16="http://schemas.microsoft.com/office/drawing/2014/main" id="{7A65103E-78D7-4A6D-BAFB-1CC3DD1DAD63}"/>
              </a:ext>
            </a:extLst>
          </p:cNvPr>
          <p:cNvSpPr>
            <a:spLocks noGrp="1"/>
          </p:cNvSpPr>
          <p:nvPr/>
        </p:nvSpPr>
        <p:spPr>
          <a:xfrm>
            <a:off x="5203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01_find_only_1212">
            <a:extLst>
              <a:ext uri="{FF2B5EF4-FFF2-40B4-BE49-F238E27FC236}">
                <a16:creationId xmlns:a16="http://schemas.microsoft.com/office/drawing/2014/main" id="{74985E60-2FFD-4B56-BA48-F67C012A570C}"/>
              </a:ext>
            </a:extLst>
          </p:cNvPr>
          <p:cNvSpPr>
            <a:spLocks noGrp="1"/>
          </p:cNvSpPr>
          <p:nvPr/>
        </p:nvSpPr>
        <p:spPr>
          <a:xfrm>
            <a:off x="517181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01_find_only_1213">
            <a:extLst>
              <a:ext uri="{FF2B5EF4-FFF2-40B4-BE49-F238E27FC236}">
                <a16:creationId xmlns:a16="http://schemas.microsoft.com/office/drawing/2014/main" id="{1DA9913C-58E6-44E1-88FB-798ABEFC4B88}"/>
              </a:ext>
            </a:extLst>
          </p:cNvPr>
          <p:cNvSpPr>
            <a:spLocks noGrp="1"/>
          </p:cNvSpPr>
          <p:nvPr/>
        </p:nvSpPr>
        <p:spPr>
          <a:xfrm>
            <a:off x="51859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01_find_only_1214">
            <a:extLst>
              <a:ext uri="{FF2B5EF4-FFF2-40B4-BE49-F238E27FC236}">
                <a16:creationId xmlns:a16="http://schemas.microsoft.com/office/drawing/2014/main" id="{19C8D582-A0E5-417B-B7FD-653CE33F0BA6}"/>
              </a:ext>
            </a:extLst>
          </p:cNvPr>
          <p:cNvSpPr>
            <a:spLocks noGrp="1"/>
          </p:cNvSpPr>
          <p:nvPr/>
        </p:nvSpPr>
        <p:spPr>
          <a:xfrm>
            <a:off x="5239625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01_find_only_1215">
            <a:extLst>
              <a:ext uri="{FF2B5EF4-FFF2-40B4-BE49-F238E27FC236}">
                <a16:creationId xmlns:a16="http://schemas.microsoft.com/office/drawing/2014/main" id="{C26A162A-4D5D-4DAC-B62E-E013871B7450}"/>
              </a:ext>
            </a:extLst>
          </p:cNvPr>
          <p:cNvSpPr>
            <a:spLocks noGrp="1"/>
          </p:cNvSpPr>
          <p:nvPr/>
        </p:nvSpPr>
        <p:spPr>
          <a:xfrm>
            <a:off x="52212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01_find_only_1216">
            <a:extLst>
              <a:ext uri="{FF2B5EF4-FFF2-40B4-BE49-F238E27FC236}">
                <a16:creationId xmlns:a16="http://schemas.microsoft.com/office/drawing/2014/main" id="{1AAC8AEE-113B-4F95-B905-672C5F7F360B}"/>
              </a:ext>
            </a:extLst>
          </p:cNvPr>
          <p:cNvSpPr>
            <a:spLocks noGrp="1"/>
          </p:cNvSpPr>
          <p:nvPr/>
        </p:nvSpPr>
        <p:spPr>
          <a:xfrm>
            <a:off x="5239236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01_find_only_1217">
            <a:extLst>
              <a:ext uri="{FF2B5EF4-FFF2-40B4-BE49-F238E27FC236}">
                <a16:creationId xmlns:a16="http://schemas.microsoft.com/office/drawing/2014/main" id="{0A68A0A7-88F0-457C-8005-0F22E32C6464}"/>
              </a:ext>
            </a:extLst>
          </p:cNvPr>
          <p:cNvSpPr>
            <a:spLocks noGrp="1"/>
          </p:cNvSpPr>
          <p:nvPr/>
        </p:nvSpPr>
        <p:spPr>
          <a:xfrm>
            <a:off x="517774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01_find_only_1218">
            <a:extLst>
              <a:ext uri="{FF2B5EF4-FFF2-40B4-BE49-F238E27FC236}">
                <a16:creationId xmlns:a16="http://schemas.microsoft.com/office/drawing/2014/main" id="{3B16FBBE-62D6-43C0-81C3-2E8C668FF7B4}"/>
              </a:ext>
            </a:extLst>
          </p:cNvPr>
          <p:cNvSpPr>
            <a:spLocks noGrp="1"/>
          </p:cNvSpPr>
          <p:nvPr/>
        </p:nvSpPr>
        <p:spPr>
          <a:xfrm>
            <a:off x="5196005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01_find_only_1219">
            <a:extLst>
              <a:ext uri="{FF2B5EF4-FFF2-40B4-BE49-F238E27FC236}">
                <a16:creationId xmlns:a16="http://schemas.microsoft.com/office/drawing/2014/main" id="{10D7EE3F-E6EB-4B77-99E7-34E36F85770F}"/>
              </a:ext>
            </a:extLst>
          </p:cNvPr>
          <p:cNvSpPr>
            <a:spLocks noGrp="1"/>
          </p:cNvSpPr>
          <p:nvPr/>
        </p:nvSpPr>
        <p:spPr>
          <a:xfrm>
            <a:off x="5239916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01_find_only_1220">
            <a:extLst>
              <a:ext uri="{FF2B5EF4-FFF2-40B4-BE49-F238E27FC236}">
                <a16:creationId xmlns:a16="http://schemas.microsoft.com/office/drawing/2014/main" id="{4520A63D-2365-48A3-B4BC-1A4BF1E23E1D}"/>
              </a:ext>
            </a:extLst>
          </p:cNvPr>
          <p:cNvSpPr>
            <a:spLocks noGrp="1"/>
          </p:cNvSpPr>
          <p:nvPr/>
        </p:nvSpPr>
        <p:spPr>
          <a:xfrm>
            <a:off x="52400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01_find_only_1221">
            <a:extLst>
              <a:ext uri="{FF2B5EF4-FFF2-40B4-BE49-F238E27FC236}">
                <a16:creationId xmlns:a16="http://schemas.microsoft.com/office/drawing/2014/main" id="{CA38C8F6-76E8-4CA1-8917-DCFAA4BCAB2A}"/>
              </a:ext>
            </a:extLst>
          </p:cNvPr>
          <p:cNvSpPr>
            <a:spLocks noGrp="1"/>
          </p:cNvSpPr>
          <p:nvPr/>
        </p:nvSpPr>
        <p:spPr>
          <a:xfrm>
            <a:off x="5233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01_find_only_1222">
            <a:extLst>
              <a:ext uri="{FF2B5EF4-FFF2-40B4-BE49-F238E27FC236}">
                <a16:creationId xmlns:a16="http://schemas.microsoft.com/office/drawing/2014/main" id="{84947922-D1A3-472A-8FB4-77C798BAEFAA}"/>
              </a:ext>
            </a:extLst>
          </p:cNvPr>
          <p:cNvSpPr>
            <a:spLocks noGrp="1"/>
          </p:cNvSpPr>
          <p:nvPr/>
        </p:nvSpPr>
        <p:spPr>
          <a:xfrm>
            <a:off x="524253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01_find_only_1223">
            <a:extLst>
              <a:ext uri="{FF2B5EF4-FFF2-40B4-BE49-F238E27FC236}">
                <a16:creationId xmlns:a16="http://schemas.microsoft.com/office/drawing/2014/main" id="{070A232B-FAEB-432A-8B83-232C86FC1A4A}"/>
              </a:ext>
            </a:extLst>
          </p:cNvPr>
          <p:cNvSpPr>
            <a:spLocks noGrp="1"/>
          </p:cNvSpPr>
          <p:nvPr/>
        </p:nvSpPr>
        <p:spPr>
          <a:xfrm>
            <a:off x="518667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01_find_only_1224">
            <a:extLst>
              <a:ext uri="{FF2B5EF4-FFF2-40B4-BE49-F238E27FC236}">
                <a16:creationId xmlns:a16="http://schemas.microsoft.com/office/drawing/2014/main" id="{DD5ACF9D-19CF-4BEC-81CD-0D046D93417F}"/>
              </a:ext>
            </a:extLst>
          </p:cNvPr>
          <p:cNvSpPr>
            <a:spLocks noGrp="1"/>
          </p:cNvSpPr>
          <p:nvPr/>
        </p:nvSpPr>
        <p:spPr>
          <a:xfrm>
            <a:off x="5172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01_find_only_1225">
            <a:extLst>
              <a:ext uri="{FF2B5EF4-FFF2-40B4-BE49-F238E27FC236}">
                <a16:creationId xmlns:a16="http://schemas.microsoft.com/office/drawing/2014/main" id="{8C3CAAEF-FB17-4FDC-874D-91BDB0B3447F}"/>
              </a:ext>
            </a:extLst>
          </p:cNvPr>
          <p:cNvSpPr>
            <a:spLocks noGrp="1"/>
          </p:cNvSpPr>
          <p:nvPr/>
        </p:nvSpPr>
        <p:spPr>
          <a:xfrm>
            <a:off x="52285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01_find_only_1226">
            <a:extLst>
              <a:ext uri="{FF2B5EF4-FFF2-40B4-BE49-F238E27FC236}">
                <a16:creationId xmlns:a16="http://schemas.microsoft.com/office/drawing/2014/main" id="{D24F90D6-519E-4AFE-92A5-1E347936BD76}"/>
              </a:ext>
            </a:extLst>
          </p:cNvPr>
          <p:cNvSpPr>
            <a:spLocks noGrp="1"/>
          </p:cNvSpPr>
          <p:nvPr/>
        </p:nvSpPr>
        <p:spPr>
          <a:xfrm>
            <a:off x="51674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01_find_only_1227">
            <a:extLst>
              <a:ext uri="{FF2B5EF4-FFF2-40B4-BE49-F238E27FC236}">
                <a16:creationId xmlns:a16="http://schemas.microsoft.com/office/drawing/2014/main" id="{28BB9B48-7A33-4051-89A6-3335289A2F54}"/>
              </a:ext>
            </a:extLst>
          </p:cNvPr>
          <p:cNvSpPr>
            <a:spLocks noGrp="1"/>
          </p:cNvSpPr>
          <p:nvPr/>
        </p:nvSpPr>
        <p:spPr>
          <a:xfrm>
            <a:off x="51735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01_find_only_1228">
            <a:extLst>
              <a:ext uri="{FF2B5EF4-FFF2-40B4-BE49-F238E27FC236}">
                <a16:creationId xmlns:a16="http://schemas.microsoft.com/office/drawing/2014/main" id="{D238397B-539F-4325-986C-95D6E3D87A43}"/>
              </a:ext>
            </a:extLst>
          </p:cNvPr>
          <p:cNvSpPr>
            <a:spLocks noGrp="1"/>
          </p:cNvSpPr>
          <p:nvPr/>
        </p:nvSpPr>
        <p:spPr>
          <a:xfrm>
            <a:off x="523097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01_find_only_1229">
            <a:extLst>
              <a:ext uri="{FF2B5EF4-FFF2-40B4-BE49-F238E27FC236}">
                <a16:creationId xmlns:a16="http://schemas.microsoft.com/office/drawing/2014/main" id="{2554B3BC-C50A-4589-B535-A6AC1B99543E}"/>
              </a:ext>
            </a:extLst>
          </p:cNvPr>
          <p:cNvSpPr>
            <a:spLocks noGrp="1"/>
          </p:cNvSpPr>
          <p:nvPr/>
        </p:nvSpPr>
        <p:spPr>
          <a:xfrm>
            <a:off x="51683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01_find_only_1230">
            <a:extLst>
              <a:ext uri="{FF2B5EF4-FFF2-40B4-BE49-F238E27FC236}">
                <a16:creationId xmlns:a16="http://schemas.microsoft.com/office/drawing/2014/main" id="{263A48E0-4FEA-4351-A7D9-61CC94AE9612}"/>
              </a:ext>
            </a:extLst>
          </p:cNvPr>
          <p:cNvSpPr>
            <a:spLocks noGrp="1"/>
          </p:cNvSpPr>
          <p:nvPr/>
        </p:nvSpPr>
        <p:spPr>
          <a:xfrm>
            <a:off x="5249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01_find_only_1231">
            <a:extLst>
              <a:ext uri="{FF2B5EF4-FFF2-40B4-BE49-F238E27FC236}">
                <a16:creationId xmlns:a16="http://schemas.microsoft.com/office/drawing/2014/main" id="{E248BCF1-ECC5-4611-822D-0C8780CC27AE}"/>
              </a:ext>
            </a:extLst>
          </p:cNvPr>
          <p:cNvSpPr>
            <a:spLocks noGrp="1"/>
          </p:cNvSpPr>
          <p:nvPr/>
        </p:nvSpPr>
        <p:spPr>
          <a:xfrm>
            <a:off x="52347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01_find_only_1232">
            <a:extLst>
              <a:ext uri="{FF2B5EF4-FFF2-40B4-BE49-F238E27FC236}">
                <a16:creationId xmlns:a16="http://schemas.microsoft.com/office/drawing/2014/main" id="{DC2498BD-55E0-402A-9144-EE2216DB9F3A}"/>
              </a:ext>
            </a:extLst>
          </p:cNvPr>
          <p:cNvSpPr>
            <a:spLocks noGrp="1"/>
          </p:cNvSpPr>
          <p:nvPr/>
        </p:nvSpPr>
        <p:spPr>
          <a:xfrm>
            <a:off x="51995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01_find_only_1233">
            <a:extLst>
              <a:ext uri="{FF2B5EF4-FFF2-40B4-BE49-F238E27FC236}">
                <a16:creationId xmlns:a16="http://schemas.microsoft.com/office/drawing/2014/main" id="{0FFA30A9-9A59-414A-B0D4-AEED0F98CDE3}"/>
              </a:ext>
            </a:extLst>
          </p:cNvPr>
          <p:cNvSpPr>
            <a:spLocks noGrp="1"/>
          </p:cNvSpPr>
          <p:nvPr/>
        </p:nvSpPr>
        <p:spPr>
          <a:xfrm>
            <a:off x="51831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01_find_only_1234">
            <a:extLst>
              <a:ext uri="{FF2B5EF4-FFF2-40B4-BE49-F238E27FC236}">
                <a16:creationId xmlns:a16="http://schemas.microsoft.com/office/drawing/2014/main" id="{54C33186-F05F-4F47-A997-CF93E46B5A05}"/>
              </a:ext>
            </a:extLst>
          </p:cNvPr>
          <p:cNvSpPr>
            <a:spLocks noGrp="1"/>
          </p:cNvSpPr>
          <p:nvPr/>
        </p:nvSpPr>
        <p:spPr>
          <a:xfrm>
            <a:off x="5248174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01_find_only_1235">
            <a:extLst>
              <a:ext uri="{FF2B5EF4-FFF2-40B4-BE49-F238E27FC236}">
                <a16:creationId xmlns:a16="http://schemas.microsoft.com/office/drawing/2014/main" id="{09D6D423-17B5-4DF0-A69B-62F4364BEFCA}"/>
              </a:ext>
            </a:extLst>
          </p:cNvPr>
          <p:cNvSpPr>
            <a:spLocks noGrp="1"/>
          </p:cNvSpPr>
          <p:nvPr/>
        </p:nvSpPr>
        <p:spPr>
          <a:xfrm>
            <a:off x="5252352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01_find_only_1236">
            <a:extLst>
              <a:ext uri="{FF2B5EF4-FFF2-40B4-BE49-F238E27FC236}">
                <a16:creationId xmlns:a16="http://schemas.microsoft.com/office/drawing/2014/main" id="{9C4C759E-E2FB-42D1-88C2-B1FEBF2C55F8}"/>
              </a:ext>
            </a:extLst>
          </p:cNvPr>
          <p:cNvSpPr>
            <a:spLocks noGrp="1"/>
          </p:cNvSpPr>
          <p:nvPr/>
        </p:nvSpPr>
        <p:spPr>
          <a:xfrm>
            <a:off x="52170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01_find_only_1237">
            <a:extLst>
              <a:ext uri="{FF2B5EF4-FFF2-40B4-BE49-F238E27FC236}">
                <a16:creationId xmlns:a16="http://schemas.microsoft.com/office/drawing/2014/main" id="{D6407AC3-4366-46EA-AE7D-5AE9F3755BE1}"/>
              </a:ext>
            </a:extLst>
          </p:cNvPr>
          <p:cNvSpPr>
            <a:spLocks noGrp="1"/>
          </p:cNvSpPr>
          <p:nvPr/>
        </p:nvSpPr>
        <p:spPr>
          <a:xfrm>
            <a:off x="52392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01_find_only_1238">
            <a:extLst>
              <a:ext uri="{FF2B5EF4-FFF2-40B4-BE49-F238E27FC236}">
                <a16:creationId xmlns:a16="http://schemas.microsoft.com/office/drawing/2014/main" id="{1BA23E23-AC63-47A4-B2B7-09043B4AD76B}"/>
              </a:ext>
            </a:extLst>
          </p:cNvPr>
          <p:cNvSpPr>
            <a:spLocks noGrp="1"/>
          </p:cNvSpPr>
          <p:nvPr/>
        </p:nvSpPr>
        <p:spPr>
          <a:xfrm>
            <a:off x="5171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01_find_only_1239">
            <a:extLst>
              <a:ext uri="{FF2B5EF4-FFF2-40B4-BE49-F238E27FC236}">
                <a16:creationId xmlns:a16="http://schemas.microsoft.com/office/drawing/2014/main" id="{96E7163E-0BAF-4E69-AC70-2F982CCA087E}"/>
              </a:ext>
            </a:extLst>
          </p:cNvPr>
          <p:cNvSpPr>
            <a:spLocks noGrp="1"/>
          </p:cNvSpPr>
          <p:nvPr/>
        </p:nvSpPr>
        <p:spPr>
          <a:xfrm>
            <a:off x="5198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01_find_only_1240">
            <a:extLst>
              <a:ext uri="{FF2B5EF4-FFF2-40B4-BE49-F238E27FC236}">
                <a16:creationId xmlns:a16="http://schemas.microsoft.com/office/drawing/2014/main" id="{9349D9C5-7B90-4C2A-9307-1342B4578C2D}"/>
              </a:ext>
            </a:extLst>
          </p:cNvPr>
          <p:cNvSpPr>
            <a:spLocks noGrp="1"/>
          </p:cNvSpPr>
          <p:nvPr/>
        </p:nvSpPr>
        <p:spPr>
          <a:xfrm>
            <a:off x="5233213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01_find_only_1241">
            <a:extLst>
              <a:ext uri="{FF2B5EF4-FFF2-40B4-BE49-F238E27FC236}">
                <a16:creationId xmlns:a16="http://schemas.microsoft.com/office/drawing/2014/main" id="{F44BD1BB-2C9C-44F9-82B5-93CDB134C541}"/>
              </a:ext>
            </a:extLst>
          </p:cNvPr>
          <p:cNvSpPr>
            <a:spLocks noGrp="1"/>
          </p:cNvSpPr>
          <p:nvPr/>
        </p:nvSpPr>
        <p:spPr>
          <a:xfrm>
            <a:off x="51652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01_find_only_1242">
            <a:extLst>
              <a:ext uri="{FF2B5EF4-FFF2-40B4-BE49-F238E27FC236}">
                <a16:creationId xmlns:a16="http://schemas.microsoft.com/office/drawing/2014/main" id="{6A97892D-B336-4374-BDDA-B8486C36424A}"/>
              </a:ext>
            </a:extLst>
          </p:cNvPr>
          <p:cNvSpPr>
            <a:spLocks noGrp="1"/>
          </p:cNvSpPr>
          <p:nvPr/>
        </p:nvSpPr>
        <p:spPr>
          <a:xfrm>
            <a:off x="51617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01_find_only_1243">
            <a:extLst>
              <a:ext uri="{FF2B5EF4-FFF2-40B4-BE49-F238E27FC236}">
                <a16:creationId xmlns:a16="http://schemas.microsoft.com/office/drawing/2014/main" id="{74DBD69A-F1F7-4A10-8B52-F64B4F29C92B}"/>
              </a:ext>
            </a:extLst>
          </p:cNvPr>
          <p:cNvSpPr>
            <a:spLocks noGrp="1"/>
          </p:cNvSpPr>
          <p:nvPr/>
        </p:nvSpPr>
        <p:spPr>
          <a:xfrm>
            <a:off x="52191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01_find_only_1244">
            <a:extLst>
              <a:ext uri="{FF2B5EF4-FFF2-40B4-BE49-F238E27FC236}">
                <a16:creationId xmlns:a16="http://schemas.microsoft.com/office/drawing/2014/main" id="{F9EC7E91-BF79-4F2B-8DAE-E02998B3EA13}"/>
              </a:ext>
            </a:extLst>
          </p:cNvPr>
          <p:cNvSpPr>
            <a:spLocks noGrp="1"/>
          </p:cNvSpPr>
          <p:nvPr/>
        </p:nvSpPr>
        <p:spPr>
          <a:xfrm>
            <a:off x="5247591" y="29514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01_find_only_1245">
            <a:extLst>
              <a:ext uri="{FF2B5EF4-FFF2-40B4-BE49-F238E27FC236}">
                <a16:creationId xmlns:a16="http://schemas.microsoft.com/office/drawing/2014/main" id="{D227056B-C97E-455F-9E29-212885DADD96}"/>
              </a:ext>
            </a:extLst>
          </p:cNvPr>
          <p:cNvSpPr>
            <a:spLocks noGrp="1"/>
          </p:cNvSpPr>
          <p:nvPr/>
        </p:nvSpPr>
        <p:spPr>
          <a:xfrm>
            <a:off x="51574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01_find_only_1246">
            <a:extLst>
              <a:ext uri="{FF2B5EF4-FFF2-40B4-BE49-F238E27FC236}">
                <a16:creationId xmlns:a16="http://schemas.microsoft.com/office/drawing/2014/main" id="{A9B26296-43FD-4558-9B93-8C643CCB9D2E}"/>
              </a:ext>
            </a:extLst>
          </p:cNvPr>
          <p:cNvSpPr>
            <a:spLocks noGrp="1"/>
          </p:cNvSpPr>
          <p:nvPr/>
        </p:nvSpPr>
        <p:spPr>
          <a:xfrm>
            <a:off x="51954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01_find_only_1247">
            <a:extLst>
              <a:ext uri="{FF2B5EF4-FFF2-40B4-BE49-F238E27FC236}">
                <a16:creationId xmlns:a16="http://schemas.microsoft.com/office/drawing/2014/main" id="{F627716B-C357-4EE1-A917-521BEFC50C7A}"/>
              </a:ext>
            </a:extLst>
          </p:cNvPr>
          <p:cNvSpPr>
            <a:spLocks noGrp="1"/>
          </p:cNvSpPr>
          <p:nvPr/>
        </p:nvSpPr>
        <p:spPr>
          <a:xfrm>
            <a:off x="5226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01_find_only_1248">
            <a:extLst>
              <a:ext uri="{FF2B5EF4-FFF2-40B4-BE49-F238E27FC236}">
                <a16:creationId xmlns:a16="http://schemas.microsoft.com/office/drawing/2014/main" id="{20BC2972-72D8-4CBC-8CE4-78B9478A421E}"/>
              </a:ext>
            </a:extLst>
          </p:cNvPr>
          <p:cNvSpPr>
            <a:spLocks noGrp="1"/>
          </p:cNvSpPr>
          <p:nvPr/>
        </p:nvSpPr>
        <p:spPr>
          <a:xfrm>
            <a:off x="51974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01_find_only_1249">
            <a:extLst>
              <a:ext uri="{FF2B5EF4-FFF2-40B4-BE49-F238E27FC236}">
                <a16:creationId xmlns:a16="http://schemas.microsoft.com/office/drawing/2014/main" id="{B9F068AB-F492-4CFD-B44B-B3D29C8C5881}"/>
              </a:ext>
            </a:extLst>
          </p:cNvPr>
          <p:cNvSpPr>
            <a:spLocks noGrp="1"/>
          </p:cNvSpPr>
          <p:nvPr/>
        </p:nvSpPr>
        <p:spPr>
          <a:xfrm>
            <a:off x="5181043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01_find_only_1250">
            <a:extLst>
              <a:ext uri="{FF2B5EF4-FFF2-40B4-BE49-F238E27FC236}">
                <a16:creationId xmlns:a16="http://schemas.microsoft.com/office/drawing/2014/main" id="{46645D76-D4F1-4688-AADF-419A31B917F1}"/>
              </a:ext>
            </a:extLst>
          </p:cNvPr>
          <p:cNvSpPr>
            <a:spLocks noGrp="1"/>
          </p:cNvSpPr>
          <p:nvPr/>
        </p:nvSpPr>
        <p:spPr>
          <a:xfrm>
            <a:off x="521873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01_find_only_1251">
            <a:extLst>
              <a:ext uri="{FF2B5EF4-FFF2-40B4-BE49-F238E27FC236}">
                <a16:creationId xmlns:a16="http://schemas.microsoft.com/office/drawing/2014/main" id="{7388E9A7-67C0-4850-B8C1-B6149F899BEB}"/>
              </a:ext>
            </a:extLst>
          </p:cNvPr>
          <p:cNvSpPr>
            <a:spLocks noGrp="1"/>
          </p:cNvSpPr>
          <p:nvPr/>
        </p:nvSpPr>
        <p:spPr>
          <a:xfrm>
            <a:off x="5215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01_find_only_1252">
            <a:extLst>
              <a:ext uri="{FF2B5EF4-FFF2-40B4-BE49-F238E27FC236}">
                <a16:creationId xmlns:a16="http://schemas.microsoft.com/office/drawing/2014/main" id="{4AED7634-5A06-406E-AB26-944C7FBCBDBB}"/>
              </a:ext>
            </a:extLst>
          </p:cNvPr>
          <p:cNvSpPr>
            <a:spLocks noGrp="1"/>
          </p:cNvSpPr>
          <p:nvPr/>
        </p:nvSpPr>
        <p:spPr>
          <a:xfrm>
            <a:off x="52038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01_find_only_1253">
            <a:extLst>
              <a:ext uri="{FF2B5EF4-FFF2-40B4-BE49-F238E27FC236}">
                <a16:creationId xmlns:a16="http://schemas.microsoft.com/office/drawing/2014/main" id="{5E482121-0823-49F5-92AF-F71DB69E6C49}"/>
              </a:ext>
            </a:extLst>
          </p:cNvPr>
          <p:cNvSpPr>
            <a:spLocks noGrp="1"/>
          </p:cNvSpPr>
          <p:nvPr/>
        </p:nvSpPr>
        <p:spPr>
          <a:xfrm>
            <a:off x="52132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01_find_only_1254">
            <a:extLst>
              <a:ext uri="{FF2B5EF4-FFF2-40B4-BE49-F238E27FC236}">
                <a16:creationId xmlns:a16="http://schemas.microsoft.com/office/drawing/2014/main" id="{40E75442-889E-4E19-BFD7-CC3B8E241657}"/>
              </a:ext>
            </a:extLst>
          </p:cNvPr>
          <p:cNvSpPr>
            <a:spLocks noGrp="1"/>
          </p:cNvSpPr>
          <p:nvPr/>
        </p:nvSpPr>
        <p:spPr>
          <a:xfrm>
            <a:off x="5185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01_find_only_1255">
            <a:extLst>
              <a:ext uri="{FF2B5EF4-FFF2-40B4-BE49-F238E27FC236}">
                <a16:creationId xmlns:a16="http://schemas.microsoft.com/office/drawing/2014/main" id="{12F2A8DC-145E-4F8C-A4C8-1E1EF382C336}"/>
              </a:ext>
            </a:extLst>
          </p:cNvPr>
          <p:cNvSpPr>
            <a:spLocks noGrp="1"/>
          </p:cNvSpPr>
          <p:nvPr/>
        </p:nvSpPr>
        <p:spPr>
          <a:xfrm>
            <a:off x="52071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01_find_only_1256">
            <a:extLst>
              <a:ext uri="{FF2B5EF4-FFF2-40B4-BE49-F238E27FC236}">
                <a16:creationId xmlns:a16="http://schemas.microsoft.com/office/drawing/2014/main" id="{655639EB-2D31-45D4-B1E7-881EEDCBA664}"/>
              </a:ext>
            </a:extLst>
          </p:cNvPr>
          <p:cNvSpPr>
            <a:spLocks noGrp="1"/>
          </p:cNvSpPr>
          <p:nvPr/>
        </p:nvSpPr>
        <p:spPr>
          <a:xfrm>
            <a:off x="518638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01_find_only_1257">
            <a:extLst>
              <a:ext uri="{FF2B5EF4-FFF2-40B4-BE49-F238E27FC236}">
                <a16:creationId xmlns:a16="http://schemas.microsoft.com/office/drawing/2014/main" id="{7684D068-C386-4098-A8E9-FE2DAF0CAC6B}"/>
              </a:ext>
            </a:extLst>
          </p:cNvPr>
          <p:cNvSpPr>
            <a:spLocks noGrp="1"/>
          </p:cNvSpPr>
          <p:nvPr/>
        </p:nvSpPr>
        <p:spPr>
          <a:xfrm>
            <a:off x="51949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01_find_only_1258">
            <a:extLst>
              <a:ext uri="{FF2B5EF4-FFF2-40B4-BE49-F238E27FC236}">
                <a16:creationId xmlns:a16="http://schemas.microsoft.com/office/drawing/2014/main" id="{8F8ACEB0-6013-4D48-BD69-61860828C8B3}"/>
              </a:ext>
            </a:extLst>
          </p:cNvPr>
          <p:cNvSpPr>
            <a:spLocks noGrp="1"/>
          </p:cNvSpPr>
          <p:nvPr/>
        </p:nvSpPr>
        <p:spPr>
          <a:xfrm>
            <a:off x="5236905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01_find_only_1259">
            <a:extLst>
              <a:ext uri="{FF2B5EF4-FFF2-40B4-BE49-F238E27FC236}">
                <a16:creationId xmlns:a16="http://schemas.microsoft.com/office/drawing/2014/main" id="{C33C68B6-0D45-45E5-B723-AFFF63541F71}"/>
              </a:ext>
            </a:extLst>
          </p:cNvPr>
          <p:cNvSpPr>
            <a:spLocks noGrp="1"/>
          </p:cNvSpPr>
          <p:nvPr/>
        </p:nvSpPr>
        <p:spPr>
          <a:xfrm>
            <a:off x="51681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01_find_only_1260">
            <a:extLst>
              <a:ext uri="{FF2B5EF4-FFF2-40B4-BE49-F238E27FC236}">
                <a16:creationId xmlns:a16="http://schemas.microsoft.com/office/drawing/2014/main" id="{90A3F83F-BB35-4F85-B0FD-38D3341B999C}"/>
              </a:ext>
            </a:extLst>
          </p:cNvPr>
          <p:cNvSpPr>
            <a:spLocks noGrp="1"/>
          </p:cNvSpPr>
          <p:nvPr/>
        </p:nvSpPr>
        <p:spPr>
          <a:xfrm>
            <a:off x="517259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01_find_only_1261">
            <a:extLst>
              <a:ext uri="{FF2B5EF4-FFF2-40B4-BE49-F238E27FC236}">
                <a16:creationId xmlns:a16="http://schemas.microsoft.com/office/drawing/2014/main" id="{EF5A1C3D-E840-46B6-81CD-4AA173FBA243}"/>
              </a:ext>
            </a:extLst>
          </p:cNvPr>
          <p:cNvSpPr>
            <a:spLocks noGrp="1"/>
          </p:cNvSpPr>
          <p:nvPr/>
        </p:nvSpPr>
        <p:spPr>
          <a:xfrm>
            <a:off x="52130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01_find_only_1262">
            <a:extLst>
              <a:ext uri="{FF2B5EF4-FFF2-40B4-BE49-F238E27FC236}">
                <a16:creationId xmlns:a16="http://schemas.microsoft.com/office/drawing/2014/main" id="{5B15677C-6FBB-46C0-A6C9-0BC12DAD918D}"/>
              </a:ext>
            </a:extLst>
          </p:cNvPr>
          <p:cNvSpPr>
            <a:spLocks noGrp="1"/>
          </p:cNvSpPr>
          <p:nvPr/>
        </p:nvSpPr>
        <p:spPr>
          <a:xfrm>
            <a:off x="52121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01_find_only_1263">
            <a:extLst>
              <a:ext uri="{FF2B5EF4-FFF2-40B4-BE49-F238E27FC236}">
                <a16:creationId xmlns:a16="http://schemas.microsoft.com/office/drawing/2014/main" id="{ACD29539-2EC1-4BB7-95C3-984138A8CDA0}"/>
              </a:ext>
            </a:extLst>
          </p:cNvPr>
          <p:cNvSpPr>
            <a:spLocks noGrp="1"/>
          </p:cNvSpPr>
          <p:nvPr/>
        </p:nvSpPr>
        <p:spPr>
          <a:xfrm>
            <a:off x="5243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01_find_only_1264">
            <a:extLst>
              <a:ext uri="{FF2B5EF4-FFF2-40B4-BE49-F238E27FC236}">
                <a16:creationId xmlns:a16="http://schemas.microsoft.com/office/drawing/2014/main" id="{16EC27FC-6C44-40E6-8783-7C157D24C991}"/>
              </a:ext>
            </a:extLst>
          </p:cNvPr>
          <p:cNvSpPr>
            <a:spLocks noGrp="1"/>
          </p:cNvSpPr>
          <p:nvPr/>
        </p:nvSpPr>
        <p:spPr>
          <a:xfrm>
            <a:off x="52290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01_find_only_1265">
            <a:extLst>
              <a:ext uri="{FF2B5EF4-FFF2-40B4-BE49-F238E27FC236}">
                <a16:creationId xmlns:a16="http://schemas.microsoft.com/office/drawing/2014/main" id="{40BB62B9-D2CF-4312-9596-B11FBA11205D}"/>
              </a:ext>
            </a:extLst>
          </p:cNvPr>
          <p:cNvSpPr>
            <a:spLocks noGrp="1"/>
          </p:cNvSpPr>
          <p:nvPr/>
        </p:nvSpPr>
        <p:spPr>
          <a:xfrm>
            <a:off x="5169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01_find_only_1266">
            <a:extLst>
              <a:ext uri="{FF2B5EF4-FFF2-40B4-BE49-F238E27FC236}">
                <a16:creationId xmlns:a16="http://schemas.microsoft.com/office/drawing/2014/main" id="{9E94DEA1-A690-4635-BE38-1DD8D7FBE11A}"/>
              </a:ext>
            </a:extLst>
          </p:cNvPr>
          <p:cNvSpPr>
            <a:spLocks noGrp="1"/>
          </p:cNvSpPr>
          <p:nvPr/>
        </p:nvSpPr>
        <p:spPr>
          <a:xfrm>
            <a:off x="518318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01_find_only_1267">
            <a:extLst>
              <a:ext uri="{FF2B5EF4-FFF2-40B4-BE49-F238E27FC236}">
                <a16:creationId xmlns:a16="http://schemas.microsoft.com/office/drawing/2014/main" id="{D33DEDA8-8357-4C1B-9F0B-AF9A19E8255E}"/>
              </a:ext>
            </a:extLst>
          </p:cNvPr>
          <p:cNvSpPr>
            <a:spLocks noGrp="1"/>
          </p:cNvSpPr>
          <p:nvPr/>
        </p:nvSpPr>
        <p:spPr>
          <a:xfrm>
            <a:off x="522175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01_find_only_1268">
            <a:extLst>
              <a:ext uri="{FF2B5EF4-FFF2-40B4-BE49-F238E27FC236}">
                <a16:creationId xmlns:a16="http://schemas.microsoft.com/office/drawing/2014/main" id="{55F9944E-CCCA-4658-A52C-85C00CD85303}"/>
              </a:ext>
            </a:extLst>
          </p:cNvPr>
          <p:cNvSpPr>
            <a:spLocks noGrp="1"/>
          </p:cNvSpPr>
          <p:nvPr/>
        </p:nvSpPr>
        <p:spPr>
          <a:xfrm>
            <a:off x="5163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01_find_only_1269">
            <a:extLst>
              <a:ext uri="{FF2B5EF4-FFF2-40B4-BE49-F238E27FC236}">
                <a16:creationId xmlns:a16="http://schemas.microsoft.com/office/drawing/2014/main" id="{2EFD71D3-70EA-4277-83A7-6A5F38FD39CF}"/>
              </a:ext>
            </a:extLst>
          </p:cNvPr>
          <p:cNvSpPr>
            <a:spLocks noGrp="1"/>
          </p:cNvSpPr>
          <p:nvPr/>
        </p:nvSpPr>
        <p:spPr>
          <a:xfrm>
            <a:off x="523097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01_find_only_1270">
            <a:extLst>
              <a:ext uri="{FF2B5EF4-FFF2-40B4-BE49-F238E27FC236}">
                <a16:creationId xmlns:a16="http://schemas.microsoft.com/office/drawing/2014/main" id="{3F5AE31B-A99B-4AF8-BFE9-5A1DF8A8968F}"/>
              </a:ext>
            </a:extLst>
          </p:cNvPr>
          <p:cNvSpPr>
            <a:spLocks noGrp="1"/>
          </p:cNvSpPr>
          <p:nvPr/>
        </p:nvSpPr>
        <p:spPr>
          <a:xfrm>
            <a:off x="52342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01_find_only_1271">
            <a:extLst>
              <a:ext uri="{FF2B5EF4-FFF2-40B4-BE49-F238E27FC236}">
                <a16:creationId xmlns:a16="http://schemas.microsoft.com/office/drawing/2014/main" id="{3CEBE938-E5EC-4483-8EF9-0BBFA045C095}"/>
              </a:ext>
            </a:extLst>
          </p:cNvPr>
          <p:cNvSpPr>
            <a:spLocks noGrp="1"/>
          </p:cNvSpPr>
          <p:nvPr/>
        </p:nvSpPr>
        <p:spPr>
          <a:xfrm>
            <a:off x="52239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01_find_only_1272">
            <a:extLst>
              <a:ext uri="{FF2B5EF4-FFF2-40B4-BE49-F238E27FC236}">
                <a16:creationId xmlns:a16="http://schemas.microsoft.com/office/drawing/2014/main" id="{902AC863-CCA7-411F-872D-ED8CFF161550}"/>
              </a:ext>
            </a:extLst>
          </p:cNvPr>
          <p:cNvSpPr>
            <a:spLocks noGrp="1"/>
          </p:cNvSpPr>
          <p:nvPr/>
        </p:nvSpPr>
        <p:spPr>
          <a:xfrm>
            <a:off x="5223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01_find_only_1273">
            <a:extLst>
              <a:ext uri="{FF2B5EF4-FFF2-40B4-BE49-F238E27FC236}">
                <a16:creationId xmlns:a16="http://schemas.microsoft.com/office/drawing/2014/main" id="{306DA2A9-8240-467F-B6C8-993CD1461709}"/>
              </a:ext>
            </a:extLst>
          </p:cNvPr>
          <p:cNvSpPr>
            <a:spLocks noGrp="1"/>
          </p:cNvSpPr>
          <p:nvPr/>
        </p:nvSpPr>
        <p:spPr>
          <a:xfrm>
            <a:off x="52272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01_find_only_1274">
            <a:extLst>
              <a:ext uri="{FF2B5EF4-FFF2-40B4-BE49-F238E27FC236}">
                <a16:creationId xmlns:a16="http://schemas.microsoft.com/office/drawing/2014/main" id="{D5904AC4-EA02-4D55-803A-3E7CF45B901D}"/>
              </a:ext>
            </a:extLst>
          </p:cNvPr>
          <p:cNvSpPr>
            <a:spLocks noGrp="1"/>
          </p:cNvSpPr>
          <p:nvPr/>
        </p:nvSpPr>
        <p:spPr>
          <a:xfrm>
            <a:off x="5208925" y="2989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01_find_only_1275">
            <a:extLst>
              <a:ext uri="{FF2B5EF4-FFF2-40B4-BE49-F238E27FC236}">
                <a16:creationId xmlns:a16="http://schemas.microsoft.com/office/drawing/2014/main" id="{391C850B-6C12-4572-B64F-B913875CADF0}"/>
              </a:ext>
            </a:extLst>
          </p:cNvPr>
          <p:cNvSpPr>
            <a:spLocks noGrp="1"/>
          </p:cNvSpPr>
          <p:nvPr/>
        </p:nvSpPr>
        <p:spPr>
          <a:xfrm>
            <a:off x="51585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01_find_only_1276">
            <a:extLst>
              <a:ext uri="{FF2B5EF4-FFF2-40B4-BE49-F238E27FC236}">
                <a16:creationId xmlns:a16="http://schemas.microsoft.com/office/drawing/2014/main" id="{45CCB8EE-A4CE-4109-A0A1-5F973AF30DEF}"/>
              </a:ext>
            </a:extLst>
          </p:cNvPr>
          <p:cNvSpPr>
            <a:spLocks noGrp="1"/>
          </p:cNvSpPr>
          <p:nvPr/>
        </p:nvSpPr>
        <p:spPr>
          <a:xfrm>
            <a:off x="52087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01_find_only_1277">
            <a:extLst>
              <a:ext uri="{FF2B5EF4-FFF2-40B4-BE49-F238E27FC236}">
                <a16:creationId xmlns:a16="http://schemas.microsoft.com/office/drawing/2014/main" id="{19BA5539-A056-4F8B-9426-099BD54AAE86}"/>
              </a:ext>
            </a:extLst>
          </p:cNvPr>
          <p:cNvSpPr>
            <a:spLocks noGrp="1"/>
          </p:cNvSpPr>
          <p:nvPr/>
        </p:nvSpPr>
        <p:spPr>
          <a:xfrm>
            <a:off x="51713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01_find_only_1278">
            <a:extLst>
              <a:ext uri="{FF2B5EF4-FFF2-40B4-BE49-F238E27FC236}">
                <a16:creationId xmlns:a16="http://schemas.microsoft.com/office/drawing/2014/main" id="{D239EDEE-8556-41A0-88AA-13EF4AA4EB0E}"/>
              </a:ext>
            </a:extLst>
          </p:cNvPr>
          <p:cNvSpPr>
            <a:spLocks noGrp="1"/>
          </p:cNvSpPr>
          <p:nvPr/>
        </p:nvSpPr>
        <p:spPr>
          <a:xfrm>
            <a:off x="52234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01_find_only_1279">
            <a:extLst>
              <a:ext uri="{FF2B5EF4-FFF2-40B4-BE49-F238E27FC236}">
                <a16:creationId xmlns:a16="http://schemas.microsoft.com/office/drawing/2014/main" id="{BA71D564-4CE3-401A-B794-B8A550196C82}"/>
              </a:ext>
            </a:extLst>
          </p:cNvPr>
          <p:cNvSpPr>
            <a:spLocks noGrp="1"/>
          </p:cNvSpPr>
          <p:nvPr/>
        </p:nvSpPr>
        <p:spPr>
          <a:xfrm>
            <a:off x="52363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01_find_only_1280">
            <a:extLst>
              <a:ext uri="{FF2B5EF4-FFF2-40B4-BE49-F238E27FC236}">
                <a16:creationId xmlns:a16="http://schemas.microsoft.com/office/drawing/2014/main" id="{F81D6F26-6B21-4708-99B3-659D5BA5F585}"/>
              </a:ext>
            </a:extLst>
          </p:cNvPr>
          <p:cNvSpPr>
            <a:spLocks noGrp="1"/>
          </p:cNvSpPr>
          <p:nvPr/>
        </p:nvSpPr>
        <p:spPr>
          <a:xfrm>
            <a:off x="51697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01_find_only_1281">
            <a:extLst>
              <a:ext uri="{FF2B5EF4-FFF2-40B4-BE49-F238E27FC236}">
                <a16:creationId xmlns:a16="http://schemas.microsoft.com/office/drawing/2014/main" id="{EE56F2E4-4062-47F8-A2C3-36942E52B3DA}"/>
              </a:ext>
            </a:extLst>
          </p:cNvPr>
          <p:cNvSpPr>
            <a:spLocks noGrp="1"/>
          </p:cNvSpPr>
          <p:nvPr/>
        </p:nvSpPr>
        <p:spPr>
          <a:xfrm>
            <a:off x="52243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01_find_only_1282">
            <a:extLst>
              <a:ext uri="{FF2B5EF4-FFF2-40B4-BE49-F238E27FC236}">
                <a16:creationId xmlns:a16="http://schemas.microsoft.com/office/drawing/2014/main" id="{E3C6B18E-E256-49DA-888E-93E5EEE5B868}"/>
              </a:ext>
            </a:extLst>
          </p:cNvPr>
          <p:cNvSpPr>
            <a:spLocks noGrp="1"/>
          </p:cNvSpPr>
          <p:nvPr/>
        </p:nvSpPr>
        <p:spPr>
          <a:xfrm>
            <a:off x="5174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01_find_only_1283">
            <a:extLst>
              <a:ext uri="{FF2B5EF4-FFF2-40B4-BE49-F238E27FC236}">
                <a16:creationId xmlns:a16="http://schemas.microsoft.com/office/drawing/2014/main" id="{37AD86E4-66F0-4066-A337-F2EC051A2688}"/>
              </a:ext>
            </a:extLst>
          </p:cNvPr>
          <p:cNvSpPr>
            <a:spLocks noGrp="1"/>
          </p:cNvSpPr>
          <p:nvPr/>
        </p:nvSpPr>
        <p:spPr>
          <a:xfrm>
            <a:off x="517890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01_find_only_1284">
            <a:extLst>
              <a:ext uri="{FF2B5EF4-FFF2-40B4-BE49-F238E27FC236}">
                <a16:creationId xmlns:a16="http://schemas.microsoft.com/office/drawing/2014/main" id="{C474A213-21E1-4727-A3D3-0280A4C76BA5}"/>
              </a:ext>
            </a:extLst>
          </p:cNvPr>
          <p:cNvSpPr>
            <a:spLocks noGrp="1"/>
          </p:cNvSpPr>
          <p:nvPr/>
        </p:nvSpPr>
        <p:spPr>
          <a:xfrm>
            <a:off x="51673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01_find_only_1285">
            <a:extLst>
              <a:ext uri="{FF2B5EF4-FFF2-40B4-BE49-F238E27FC236}">
                <a16:creationId xmlns:a16="http://schemas.microsoft.com/office/drawing/2014/main" id="{FF645DE3-7878-4DCA-9ED6-6A854AF5E21F}"/>
              </a:ext>
            </a:extLst>
          </p:cNvPr>
          <p:cNvSpPr>
            <a:spLocks noGrp="1"/>
          </p:cNvSpPr>
          <p:nvPr/>
        </p:nvSpPr>
        <p:spPr>
          <a:xfrm>
            <a:off x="522330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01_find_only_1286">
            <a:extLst>
              <a:ext uri="{FF2B5EF4-FFF2-40B4-BE49-F238E27FC236}">
                <a16:creationId xmlns:a16="http://schemas.microsoft.com/office/drawing/2014/main" id="{D57F8BBA-9BC4-4C42-9091-20D2B7FBE511}"/>
              </a:ext>
            </a:extLst>
          </p:cNvPr>
          <p:cNvSpPr>
            <a:spLocks noGrp="1"/>
          </p:cNvSpPr>
          <p:nvPr/>
        </p:nvSpPr>
        <p:spPr>
          <a:xfrm>
            <a:off x="52483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01_find_only_1287">
            <a:extLst>
              <a:ext uri="{FF2B5EF4-FFF2-40B4-BE49-F238E27FC236}">
                <a16:creationId xmlns:a16="http://schemas.microsoft.com/office/drawing/2014/main" id="{D9C8B837-5B0D-45E9-B30D-072479132B09}"/>
              </a:ext>
            </a:extLst>
          </p:cNvPr>
          <p:cNvSpPr>
            <a:spLocks noGrp="1"/>
          </p:cNvSpPr>
          <p:nvPr/>
        </p:nvSpPr>
        <p:spPr>
          <a:xfrm>
            <a:off x="525254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01_find_only_1288">
            <a:extLst>
              <a:ext uri="{FF2B5EF4-FFF2-40B4-BE49-F238E27FC236}">
                <a16:creationId xmlns:a16="http://schemas.microsoft.com/office/drawing/2014/main" id="{F543F85C-4366-4F43-816E-78DBDF093098}"/>
              </a:ext>
            </a:extLst>
          </p:cNvPr>
          <p:cNvSpPr>
            <a:spLocks noGrp="1"/>
          </p:cNvSpPr>
          <p:nvPr/>
        </p:nvSpPr>
        <p:spPr>
          <a:xfrm>
            <a:off x="5192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01_find_only_1289">
            <a:extLst>
              <a:ext uri="{FF2B5EF4-FFF2-40B4-BE49-F238E27FC236}">
                <a16:creationId xmlns:a16="http://schemas.microsoft.com/office/drawing/2014/main" id="{3D254881-B3AB-4C15-85B3-3B53A0F7FCD4}"/>
              </a:ext>
            </a:extLst>
          </p:cNvPr>
          <p:cNvSpPr>
            <a:spLocks noGrp="1"/>
          </p:cNvSpPr>
          <p:nvPr/>
        </p:nvSpPr>
        <p:spPr>
          <a:xfrm>
            <a:off x="52281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01_find_only_1290">
            <a:extLst>
              <a:ext uri="{FF2B5EF4-FFF2-40B4-BE49-F238E27FC236}">
                <a16:creationId xmlns:a16="http://schemas.microsoft.com/office/drawing/2014/main" id="{A5C0BC99-4430-4C8A-B577-1F7B94BE6D5F}"/>
              </a:ext>
            </a:extLst>
          </p:cNvPr>
          <p:cNvSpPr>
            <a:spLocks noGrp="1"/>
          </p:cNvSpPr>
          <p:nvPr/>
        </p:nvSpPr>
        <p:spPr>
          <a:xfrm>
            <a:off x="52470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01_find_only_1291">
            <a:extLst>
              <a:ext uri="{FF2B5EF4-FFF2-40B4-BE49-F238E27FC236}">
                <a16:creationId xmlns:a16="http://schemas.microsoft.com/office/drawing/2014/main" id="{17704B6C-7AC5-4CC1-BAE3-31BCE0E05304}"/>
              </a:ext>
            </a:extLst>
          </p:cNvPr>
          <p:cNvSpPr>
            <a:spLocks noGrp="1"/>
          </p:cNvSpPr>
          <p:nvPr/>
        </p:nvSpPr>
        <p:spPr>
          <a:xfrm>
            <a:off x="523554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01_find_only_1292">
            <a:extLst>
              <a:ext uri="{FF2B5EF4-FFF2-40B4-BE49-F238E27FC236}">
                <a16:creationId xmlns:a16="http://schemas.microsoft.com/office/drawing/2014/main" id="{78D466C0-2929-48D9-B353-569156D36F43}"/>
              </a:ext>
            </a:extLst>
          </p:cNvPr>
          <p:cNvSpPr>
            <a:spLocks noGrp="1"/>
          </p:cNvSpPr>
          <p:nvPr/>
        </p:nvSpPr>
        <p:spPr>
          <a:xfrm>
            <a:off x="52252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01_find_only_1293">
            <a:extLst>
              <a:ext uri="{FF2B5EF4-FFF2-40B4-BE49-F238E27FC236}">
                <a16:creationId xmlns:a16="http://schemas.microsoft.com/office/drawing/2014/main" id="{8F38F7F4-FD63-43D6-9EE4-E2E4A9BF8693}"/>
              </a:ext>
            </a:extLst>
          </p:cNvPr>
          <p:cNvSpPr>
            <a:spLocks noGrp="1"/>
          </p:cNvSpPr>
          <p:nvPr/>
        </p:nvSpPr>
        <p:spPr>
          <a:xfrm>
            <a:off x="52014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01_find_only_1294">
            <a:extLst>
              <a:ext uri="{FF2B5EF4-FFF2-40B4-BE49-F238E27FC236}">
                <a16:creationId xmlns:a16="http://schemas.microsoft.com/office/drawing/2014/main" id="{83C9E5B0-3611-41A0-AA51-9FC215A1BD80}"/>
              </a:ext>
            </a:extLst>
          </p:cNvPr>
          <p:cNvSpPr>
            <a:spLocks noGrp="1"/>
          </p:cNvSpPr>
          <p:nvPr/>
        </p:nvSpPr>
        <p:spPr>
          <a:xfrm>
            <a:off x="5198530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01_find_only_1295">
            <a:extLst>
              <a:ext uri="{FF2B5EF4-FFF2-40B4-BE49-F238E27FC236}">
                <a16:creationId xmlns:a16="http://schemas.microsoft.com/office/drawing/2014/main" id="{95C98CAB-F298-4E73-BE83-66274ABF8297}"/>
              </a:ext>
            </a:extLst>
          </p:cNvPr>
          <p:cNvSpPr>
            <a:spLocks noGrp="1"/>
          </p:cNvSpPr>
          <p:nvPr/>
        </p:nvSpPr>
        <p:spPr>
          <a:xfrm>
            <a:off x="51661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01_find_only_1296">
            <a:extLst>
              <a:ext uri="{FF2B5EF4-FFF2-40B4-BE49-F238E27FC236}">
                <a16:creationId xmlns:a16="http://schemas.microsoft.com/office/drawing/2014/main" id="{2A12DF97-6763-475F-B1FE-4EB2C3836F37}"/>
              </a:ext>
            </a:extLst>
          </p:cNvPr>
          <p:cNvSpPr>
            <a:spLocks noGrp="1"/>
          </p:cNvSpPr>
          <p:nvPr/>
        </p:nvSpPr>
        <p:spPr>
          <a:xfrm>
            <a:off x="5247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01_find_only_1297">
            <a:extLst>
              <a:ext uri="{FF2B5EF4-FFF2-40B4-BE49-F238E27FC236}">
                <a16:creationId xmlns:a16="http://schemas.microsoft.com/office/drawing/2014/main" id="{43364ED7-7FA4-4B82-941A-DEA09AEE5AF7}"/>
              </a:ext>
            </a:extLst>
          </p:cNvPr>
          <p:cNvSpPr>
            <a:spLocks noGrp="1"/>
          </p:cNvSpPr>
          <p:nvPr/>
        </p:nvSpPr>
        <p:spPr>
          <a:xfrm>
            <a:off x="5237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01_find_only_1298">
            <a:extLst>
              <a:ext uri="{FF2B5EF4-FFF2-40B4-BE49-F238E27FC236}">
                <a16:creationId xmlns:a16="http://schemas.microsoft.com/office/drawing/2014/main" id="{ED1C5C4D-89D9-4024-9C3F-A0369B2CED9D}"/>
              </a:ext>
            </a:extLst>
          </p:cNvPr>
          <p:cNvSpPr>
            <a:spLocks noGrp="1"/>
          </p:cNvSpPr>
          <p:nvPr/>
        </p:nvSpPr>
        <p:spPr>
          <a:xfrm>
            <a:off x="52223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01_find_only_1299">
            <a:extLst>
              <a:ext uri="{FF2B5EF4-FFF2-40B4-BE49-F238E27FC236}">
                <a16:creationId xmlns:a16="http://schemas.microsoft.com/office/drawing/2014/main" id="{0749B6C0-96FB-4809-BA10-1532DE0AD4FF}"/>
              </a:ext>
            </a:extLst>
          </p:cNvPr>
          <p:cNvSpPr>
            <a:spLocks noGrp="1"/>
          </p:cNvSpPr>
          <p:nvPr/>
        </p:nvSpPr>
        <p:spPr>
          <a:xfrm>
            <a:off x="51627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01_find_only_1300">
            <a:extLst>
              <a:ext uri="{FF2B5EF4-FFF2-40B4-BE49-F238E27FC236}">
                <a16:creationId xmlns:a16="http://schemas.microsoft.com/office/drawing/2014/main" id="{980BCFBE-E136-4C04-AE19-19D74A5D1B48}"/>
              </a:ext>
            </a:extLst>
          </p:cNvPr>
          <p:cNvSpPr>
            <a:spLocks noGrp="1"/>
          </p:cNvSpPr>
          <p:nvPr/>
        </p:nvSpPr>
        <p:spPr>
          <a:xfrm>
            <a:off x="5172202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01_find_only_1301">
            <a:extLst>
              <a:ext uri="{FF2B5EF4-FFF2-40B4-BE49-F238E27FC236}">
                <a16:creationId xmlns:a16="http://schemas.microsoft.com/office/drawing/2014/main" id="{C4483E7D-6BB1-435B-A75A-F2978EB9A572}"/>
              </a:ext>
            </a:extLst>
          </p:cNvPr>
          <p:cNvSpPr>
            <a:spLocks noGrp="1"/>
          </p:cNvSpPr>
          <p:nvPr/>
        </p:nvSpPr>
        <p:spPr>
          <a:xfrm>
            <a:off x="51816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01_find_only_1302">
            <a:extLst>
              <a:ext uri="{FF2B5EF4-FFF2-40B4-BE49-F238E27FC236}">
                <a16:creationId xmlns:a16="http://schemas.microsoft.com/office/drawing/2014/main" id="{8618C236-9CD7-4757-A6AA-7C6CB7A40686}"/>
              </a:ext>
            </a:extLst>
          </p:cNvPr>
          <p:cNvSpPr>
            <a:spLocks noGrp="1"/>
          </p:cNvSpPr>
          <p:nvPr/>
        </p:nvSpPr>
        <p:spPr>
          <a:xfrm>
            <a:off x="5223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01_find_only_1303">
            <a:extLst>
              <a:ext uri="{FF2B5EF4-FFF2-40B4-BE49-F238E27FC236}">
                <a16:creationId xmlns:a16="http://schemas.microsoft.com/office/drawing/2014/main" id="{290BA35F-D3AE-47C3-9730-E7F0C4942CAE}"/>
              </a:ext>
            </a:extLst>
          </p:cNvPr>
          <p:cNvSpPr>
            <a:spLocks noGrp="1"/>
          </p:cNvSpPr>
          <p:nvPr/>
        </p:nvSpPr>
        <p:spPr>
          <a:xfrm>
            <a:off x="52134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01_find_only_1304">
            <a:extLst>
              <a:ext uri="{FF2B5EF4-FFF2-40B4-BE49-F238E27FC236}">
                <a16:creationId xmlns:a16="http://schemas.microsoft.com/office/drawing/2014/main" id="{F2581C4E-50EB-41AF-A0D0-5C10501B7221}"/>
              </a:ext>
            </a:extLst>
          </p:cNvPr>
          <p:cNvSpPr>
            <a:spLocks noGrp="1"/>
          </p:cNvSpPr>
          <p:nvPr/>
        </p:nvSpPr>
        <p:spPr>
          <a:xfrm>
            <a:off x="51762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01_find_only_1305">
            <a:extLst>
              <a:ext uri="{FF2B5EF4-FFF2-40B4-BE49-F238E27FC236}">
                <a16:creationId xmlns:a16="http://schemas.microsoft.com/office/drawing/2014/main" id="{2F9DC535-5CA3-441D-84C7-E065D7484C47}"/>
              </a:ext>
            </a:extLst>
          </p:cNvPr>
          <p:cNvSpPr>
            <a:spLocks noGrp="1"/>
          </p:cNvSpPr>
          <p:nvPr/>
        </p:nvSpPr>
        <p:spPr>
          <a:xfrm>
            <a:off x="51938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01_find_only_1306">
            <a:extLst>
              <a:ext uri="{FF2B5EF4-FFF2-40B4-BE49-F238E27FC236}">
                <a16:creationId xmlns:a16="http://schemas.microsoft.com/office/drawing/2014/main" id="{7A9457E5-02FE-43CC-AC34-C85A1198107E}"/>
              </a:ext>
            </a:extLst>
          </p:cNvPr>
          <p:cNvSpPr>
            <a:spLocks noGrp="1"/>
          </p:cNvSpPr>
          <p:nvPr/>
        </p:nvSpPr>
        <p:spPr>
          <a:xfrm>
            <a:off x="5159475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01_find_only_1307">
            <a:extLst>
              <a:ext uri="{FF2B5EF4-FFF2-40B4-BE49-F238E27FC236}">
                <a16:creationId xmlns:a16="http://schemas.microsoft.com/office/drawing/2014/main" id="{897005BE-99C4-42A1-9C73-9FA94571ACED}"/>
              </a:ext>
            </a:extLst>
          </p:cNvPr>
          <p:cNvSpPr>
            <a:spLocks noGrp="1"/>
          </p:cNvSpPr>
          <p:nvPr/>
        </p:nvSpPr>
        <p:spPr>
          <a:xfrm>
            <a:off x="56899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01_find_only_1308">
            <a:extLst>
              <a:ext uri="{FF2B5EF4-FFF2-40B4-BE49-F238E27FC236}">
                <a16:creationId xmlns:a16="http://schemas.microsoft.com/office/drawing/2014/main" id="{AD452880-0A8B-4F10-A712-5C333F43E3DC}"/>
              </a:ext>
            </a:extLst>
          </p:cNvPr>
          <p:cNvSpPr>
            <a:spLocks noGrp="1"/>
          </p:cNvSpPr>
          <p:nvPr/>
        </p:nvSpPr>
        <p:spPr>
          <a:xfrm>
            <a:off x="56712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01_find_only_1309">
            <a:extLst>
              <a:ext uri="{FF2B5EF4-FFF2-40B4-BE49-F238E27FC236}">
                <a16:creationId xmlns:a16="http://schemas.microsoft.com/office/drawing/2014/main" id="{17889EEB-91DA-46FA-92CD-7BFAE6CAD5B5}"/>
              </a:ext>
            </a:extLst>
          </p:cNvPr>
          <p:cNvSpPr>
            <a:spLocks noGrp="1"/>
          </p:cNvSpPr>
          <p:nvPr/>
        </p:nvSpPr>
        <p:spPr>
          <a:xfrm>
            <a:off x="56864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01_find_only_1310">
            <a:extLst>
              <a:ext uri="{FF2B5EF4-FFF2-40B4-BE49-F238E27FC236}">
                <a16:creationId xmlns:a16="http://schemas.microsoft.com/office/drawing/2014/main" id="{9E966056-4B29-48CE-9794-94EB48F4B8CD}"/>
              </a:ext>
            </a:extLst>
          </p:cNvPr>
          <p:cNvSpPr>
            <a:spLocks noGrp="1"/>
          </p:cNvSpPr>
          <p:nvPr/>
        </p:nvSpPr>
        <p:spPr>
          <a:xfrm>
            <a:off x="5686046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01_find_only_1311">
            <a:extLst>
              <a:ext uri="{FF2B5EF4-FFF2-40B4-BE49-F238E27FC236}">
                <a16:creationId xmlns:a16="http://schemas.microsoft.com/office/drawing/2014/main" id="{6BD7B9C4-687D-471F-BCE3-D1FB9CC140FD}"/>
              </a:ext>
            </a:extLst>
          </p:cNvPr>
          <p:cNvSpPr>
            <a:spLocks noGrp="1"/>
          </p:cNvSpPr>
          <p:nvPr/>
        </p:nvSpPr>
        <p:spPr>
          <a:xfrm>
            <a:off x="57025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01_find_only_1312">
            <a:extLst>
              <a:ext uri="{FF2B5EF4-FFF2-40B4-BE49-F238E27FC236}">
                <a16:creationId xmlns:a16="http://schemas.microsoft.com/office/drawing/2014/main" id="{CF5DBDDF-1CB2-4E4B-BF25-527271360BF0}"/>
              </a:ext>
            </a:extLst>
          </p:cNvPr>
          <p:cNvSpPr>
            <a:spLocks noGrp="1"/>
          </p:cNvSpPr>
          <p:nvPr/>
        </p:nvSpPr>
        <p:spPr>
          <a:xfrm>
            <a:off x="57308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01_find_only_1313">
            <a:extLst>
              <a:ext uri="{FF2B5EF4-FFF2-40B4-BE49-F238E27FC236}">
                <a16:creationId xmlns:a16="http://schemas.microsoft.com/office/drawing/2014/main" id="{228B8E77-868B-4A07-B3A4-6FDEDE1BB095}"/>
              </a:ext>
            </a:extLst>
          </p:cNvPr>
          <p:cNvSpPr>
            <a:spLocks noGrp="1"/>
          </p:cNvSpPr>
          <p:nvPr/>
        </p:nvSpPr>
        <p:spPr>
          <a:xfrm>
            <a:off x="57486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01_find_only_1314">
            <a:extLst>
              <a:ext uri="{FF2B5EF4-FFF2-40B4-BE49-F238E27FC236}">
                <a16:creationId xmlns:a16="http://schemas.microsoft.com/office/drawing/2014/main" id="{71F0C87C-D1D6-4888-80C6-32FD0BA05A62}"/>
              </a:ext>
            </a:extLst>
          </p:cNvPr>
          <p:cNvSpPr>
            <a:spLocks noGrp="1"/>
          </p:cNvSpPr>
          <p:nvPr/>
        </p:nvSpPr>
        <p:spPr>
          <a:xfrm>
            <a:off x="56764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01_find_only_1315">
            <a:extLst>
              <a:ext uri="{FF2B5EF4-FFF2-40B4-BE49-F238E27FC236}">
                <a16:creationId xmlns:a16="http://schemas.microsoft.com/office/drawing/2014/main" id="{F947E25D-2302-4B83-BD16-DDAB5FC7275D}"/>
              </a:ext>
            </a:extLst>
          </p:cNvPr>
          <p:cNvSpPr>
            <a:spLocks noGrp="1"/>
          </p:cNvSpPr>
          <p:nvPr/>
        </p:nvSpPr>
        <p:spPr>
          <a:xfrm>
            <a:off x="57208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01_find_only_1316">
            <a:extLst>
              <a:ext uri="{FF2B5EF4-FFF2-40B4-BE49-F238E27FC236}">
                <a16:creationId xmlns:a16="http://schemas.microsoft.com/office/drawing/2014/main" id="{4929F2A0-42F5-429B-BBF4-460BE4ADF38B}"/>
              </a:ext>
            </a:extLst>
          </p:cNvPr>
          <p:cNvSpPr>
            <a:spLocks noGrp="1"/>
          </p:cNvSpPr>
          <p:nvPr/>
        </p:nvSpPr>
        <p:spPr>
          <a:xfrm>
            <a:off x="56767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01_find_only_1317">
            <a:extLst>
              <a:ext uri="{FF2B5EF4-FFF2-40B4-BE49-F238E27FC236}">
                <a16:creationId xmlns:a16="http://schemas.microsoft.com/office/drawing/2014/main" id="{BA992096-62C7-47BF-8C3C-BA6D1C93EEED}"/>
              </a:ext>
            </a:extLst>
          </p:cNvPr>
          <p:cNvSpPr>
            <a:spLocks noGrp="1"/>
          </p:cNvSpPr>
          <p:nvPr/>
        </p:nvSpPr>
        <p:spPr>
          <a:xfrm>
            <a:off x="5666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01_find_only_1318">
            <a:extLst>
              <a:ext uri="{FF2B5EF4-FFF2-40B4-BE49-F238E27FC236}">
                <a16:creationId xmlns:a16="http://schemas.microsoft.com/office/drawing/2014/main" id="{5CD17590-767E-49D3-BC36-CF9A9316AB95}"/>
              </a:ext>
            </a:extLst>
          </p:cNvPr>
          <p:cNvSpPr>
            <a:spLocks noGrp="1"/>
          </p:cNvSpPr>
          <p:nvPr/>
        </p:nvSpPr>
        <p:spPr>
          <a:xfrm>
            <a:off x="5740839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01_find_only_1319">
            <a:extLst>
              <a:ext uri="{FF2B5EF4-FFF2-40B4-BE49-F238E27FC236}">
                <a16:creationId xmlns:a16="http://schemas.microsoft.com/office/drawing/2014/main" id="{F4095572-27EC-4329-9F95-94BE94A1DAD1}"/>
              </a:ext>
            </a:extLst>
          </p:cNvPr>
          <p:cNvSpPr>
            <a:spLocks noGrp="1"/>
          </p:cNvSpPr>
          <p:nvPr/>
        </p:nvSpPr>
        <p:spPr>
          <a:xfrm>
            <a:off x="576075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01_find_only_1320">
            <a:extLst>
              <a:ext uri="{FF2B5EF4-FFF2-40B4-BE49-F238E27FC236}">
                <a16:creationId xmlns:a16="http://schemas.microsoft.com/office/drawing/2014/main" id="{FC10FE9D-AF8D-49F7-A0F3-D550B02C55A3}"/>
              </a:ext>
            </a:extLst>
          </p:cNvPr>
          <p:cNvSpPr>
            <a:spLocks noGrp="1"/>
          </p:cNvSpPr>
          <p:nvPr/>
        </p:nvSpPr>
        <p:spPr>
          <a:xfrm>
            <a:off x="5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01_find_only_1321">
            <a:extLst>
              <a:ext uri="{FF2B5EF4-FFF2-40B4-BE49-F238E27FC236}">
                <a16:creationId xmlns:a16="http://schemas.microsoft.com/office/drawing/2014/main" id="{7F9C3031-D4A5-47B6-BC7C-C102FD83508C}"/>
              </a:ext>
            </a:extLst>
          </p:cNvPr>
          <p:cNvSpPr>
            <a:spLocks noGrp="1"/>
          </p:cNvSpPr>
          <p:nvPr/>
        </p:nvSpPr>
        <p:spPr>
          <a:xfrm>
            <a:off x="57555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01_find_only_1322">
            <a:extLst>
              <a:ext uri="{FF2B5EF4-FFF2-40B4-BE49-F238E27FC236}">
                <a16:creationId xmlns:a16="http://schemas.microsoft.com/office/drawing/2014/main" id="{6E924DA8-4C40-4F2E-9E72-57E6D945D803}"/>
              </a:ext>
            </a:extLst>
          </p:cNvPr>
          <p:cNvSpPr>
            <a:spLocks noGrp="1"/>
          </p:cNvSpPr>
          <p:nvPr/>
        </p:nvSpPr>
        <p:spPr>
          <a:xfrm>
            <a:off x="568633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01_find_only_1323">
            <a:extLst>
              <a:ext uri="{FF2B5EF4-FFF2-40B4-BE49-F238E27FC236}">
                <a16:creationId xmlns:a16="http://schemas.microsoft.com/office/drawing/2014/main" id="{A7729632-9777-4AE6-B571-F7A9C624D118}"/>
              </a:ext>
            </a:extLst>
          </p:cNvPr>
          <p:cNvSpPr>
            <a:spLocks noGrp="1"/>
          </p:cNvSpPr>
          <p:nvPr/>
        </p:nvSpPr>
        <p:spPr>
          <a:xfrm>
            <a:off x="5704797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01_find_only_1324">
            <a:extLst>
              <a:ext uri="{FF2B5EF4-FFF2-40B4-BE49-F238E27FC236}">
                <a16:creationId xmlns:a16="http://schemas.microsoft.com/office/drawing/2014/main" id="{D951C918-68C6-4CFB-8F95-EFD009F1154A}"/>
              </a:ext>
            </a:extLst>
          </p:cNvPr>
          <p:cNvSpPr>
            <a:spLocks noGrp="1"/>
          </p:cNvSpPr>
          <p:nvPr/>
        </p:nvSpPr>
        <p:spPr>
          <a:xfrm>
            <a:off x="5733747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01_find_only_1325">
            <a:extLst>
              <a:ext uri="{FF2B5EF4-FFF2-40B4-BE49-F238E27FC236}">
                <a16:creationId xmlns:a16="http://schemas.microsoft.com/office/drawing/2014/main" id="{D3B378C6-24A4-4C33-A195-F64FCF17F18B}"/>
              </a:ext>
            </a:extLst>
          </p:cNvPr>
          <p:cNvSpPr>
            <a:spLocks noGrp="1"/>
          </p:cNvSpPr>
          <p:nvPr/>
        </p:nvSpPr>
        <p:spPr>
          <a:xfrm>
            <a:off x="5751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01_find_only_1326">
            <a:extLst>
              <a:ext uri="{FF2B5EF4-FFF2-40B4-BE49-F238E27FC236}">
                <a16:creationId xmlns:a16="http://schemas.microsoft.com/office/drawing/2014/main" id="{57DBDF7A-D0B4-406B-B630-8C2C2192F194}"/>
              </a:ext>
            </a:extLst>
          </p:cNvPr>
          <p:cNvSpPr>
            <a:spLocks noGrp="1"/>
          </p:cNvSpPr>
          <p:nvPr/>
        </p:nvSpPr>
        <p:spPr>
          <a:xfrm>
            <a:off x="57605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01_find_only_1327">
            <a:extLst>
              <a:ext uri="{FF2B5EF4-FFF2-40B4-BE49-F238E27FC236}">
                <a16:creationId xmlns:a16="http://schemas.microsoft.com/office/drawing/2014/main" id="{70D48603-F143-4C01-8E25-08ED19E8BA33}"/>
              </a:ext>
            </a:extLst>
          </p:cNvPr>
          <p:cNvSpPr>
            <a:spLocks noGrp="1"/>
          </p:cNvSpPr>
          <p:nvPr/>
        </p:nvSpPr>
        <p:spPr>
          <a:xfrm>
            <a:off x="57270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01_find_only_1328">
            <a:extLst>
              <a:ext uri="{FF2B5EF4-FFF2-40B4-BE49-F238E27FC236}">
                <a16:creationId xmlns:a16="http://schemas.microsoft.com/office/drawing/2014/main" id="{B71BAEC6-AEF6-48FF-A9EC-526EB8E4DE88}"/>
              </a:ext>
            </a:extLst>
          </p:cNvPr>
          <p:cNvSpPr>
            <a:spLocks noGrp="1"/>
          </p:cNvSpPr>
          <p:nvPr/>
        </p:nvSpPr>
        <p:spPr>
          <a:xfrm>
            <a:off x="5669433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01_find_only_1329">
            <a:extLst>
              <a:ext uri="{FF2B5EF4-FFF2-40B4-BE49-F238E27FC236}">
                <a16:creationId xmlns:a16="http://schemas.microsoft.com/office/drawing/2014/main" id="{EAE1E3CE-15AF-4570-B050-168EB29D9882}"/>
              </a:ext>
            </a:extLst>
          </p:cNvPr>
          <p:cNvSpPr>
            <a:spLocks noGrp="1"/>
          </p:cNvSpPr>
          <p:nvPr/>
        </p:nvSpPr>
        <p:spPr>
          <a:xfrm>
            <a:off x="568381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01_find_only_1330">
            <a:extLst>
              <a:ext uri="{FF2B5EF4-FFF2-40B4-BE49-F238E27FC236}">
                <a16:creationId xmlns:a16="http://schemas.microsoft.com/office/drawing/2014/main" id="{3B884AA3-70A0-4247-B6E1-10EC45CA4496}"/>
              </a:ext>
            </a:extLst>
          </p:cNvPr>
          <p:cNvSpPr>
            <a:spLocks noGrp="1"/>
          </p:cNvSpPr>
          <p:nvPr/>
        </p:nvSpPr>
        <p:spPr>
          <a:xfrm>
            <a:off x="5690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01_find_only_1331">
            <a:extLst>
              <a:ext uri="{FF2B5EF4-FFF2-40B4-BE49-F238E27FC236}">
                <a16:creationId xmlns:a16="http://schemas.microsoft.com/office/drawing/2014/main" id="{4897DC53-2AE0-4400-894F-B8AD684B69DD}"/>
              </a:ext>
            </a:extLst>
          </p:cNvPr>
          <p:cNvSpPr>
            <a:spLocks noGrp="1"/>
          </p:cNvSpPr>
          <p:nvPr/>
        </p:nvSpPr>
        <p:spPr>
          <a:xfrm>
            <a:off x="56692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01_find_only_1332">
            <a:extLst>
              <a:ext uri="{FF2B5EF4-FFF2-40B4-BE49-F238E27FC236}">
                <a16:creationId xmlns:a16="http://schemas.microsoft.com/office/drawing/2014/main" id="{5437D693-2826-40DE-9D1D-4D15FDFCF6AA}"/>
              </a:ext>
            </a:extLst>
          </p:cNvPr>
          <p:cNvSpPr>
            <a:spLocks noGrp="1"/>
          </p:cNvSpPr>
          <p:nvPr/>
        </p:nvSpPr>
        <p:spPr>
          <a:xfrm>
            <a:off x="566865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01_find_only_1333">
            <a:extLst>
              <a:ext uri="{FF2B5EF4-FFF2-40B4-BE49-F238E27FC236}">
                <a16:creationId xmlns:a16="http://schemas.microsoft.com/office/drawing/2014/main" id="{A8611F20-6B10-4270-A14A-B68076D94FD8}"/>
              </a:ext>
            </a:extLst>
          </p:cNvPr>
          <p:cNvSpPr>
            <a:spLocks noGrp="1"/>
          </p:cNvSpPr>
          <p:nvPr/>
        </p:nvSpPr>
        <p:spPr>
          <a:xfrm>
            <a:off x="5687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01_find_only_1334">
            <a:extLst>
              <a:ext uri="{FF2B5EF4-FFF2-40B4-BE49-F238E27FC236}">
                <a16:creationId xmlns:a16="http://schemas.microsoft.com/office/drawing/2014/main" id="{B07E03AE-B3B1-4F64-8EF8-C8DE20DE703E}"/>
              </a:ext>
            </a:extLst>
          </p:cNvPr>
          <p:cNvSpPr>
            <a:spLocks noGrp="1"/>
          </p:cNvSpPr>
          <p:nvPr/>
        </p:nvSpPr>
        <p:spPr>
          <a:xfrm>
            <a:off x="57241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01_find_only_1335">
            <a:extLst>
              <a:ext uri="{FF2B5EF4-FFF2-40B4-BE49-F238E27FC236}">
                <a16:creationId xmlns:a16="http://schemas.microsoft.com/office/drawing/2014/main" id="{FF831C73-661B-413F-A0BE-7A416275D32C}"/>
              </a:ext>
            </a:extLst>
          </p:cNvPr>
          <p:cNvSpPr>
            <a:spLocks noGrp="1"/>
          </p:cNvSpPr>
          <p:nvPr/>
        </p:nvSpPr>
        <p:spPr>
          <a:xfrm>
            <a:off x="56823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01_find_only_1336">
            <a:extLst>
              <a:ext uri="{FF2B5EF4-FFF2-40B4-BE49-F238E27FC236}">
                <a16:creationId xmlns:a16="http://schemas.microsoft.com/office/drawing/2014/main" id="{244DE95B-DE46-4E93-8EEF-0E10103B83E1}"/>
              </a:ext>
            </a:extLst>
          </p:cNvPr>
          <p:cNvSpPr>
            <a:spLocks noGrp="1"/>
          </p:cNvSpPr>
          <p:nvPr/>
        </p:nvSpPr>
        <p:spPr>
          <a:xfrm>
            <a:off x="57115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01_find_only_1337">
            <a:extLst>
              <a:ext uri="{FF2B5EF4-FFF2-40B4-BE49-F238E27FC236}">
                <a16:creationId xmlns:a16="http://schemas.microsoft.com/office/drawing/2014/main" id="{BFAD0DD3-EB05-4C8F-B722-4EF71B80F040}"/>
              </a:ext>
            </a:extLst>
          </p:cNvPr>
          <p:cNvSpPr>
            <a:spLocks noGrp="1"/>
          </p:cNvSpPr>
          <p:nvPr/>
        </p:nvSpPr>
        <p:spPr>
          <a:xfrm>
            <a:off x="5701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01_find_only_1338">
            <a:extLst>
              <a:ext uri="{FF2B5EF4-FFF2-40B4-BE49-F238E27FC236}">
                <a16:creationId xmlns:a16="http://schemas.microsoft.com/office/drawing/2014/main" id="{31B2A378-E539-4D60-AB96-DB669045DC55}"/>
              </a:ext>
            </a:extLst>
          </p:cNvPr>
          <p:cNvSpPr>
            <a:spLocks noGrp="1"/>
          </p:cNvSpPr>
          <p:nvPr/>
        </p:nvSpPr>
        <p:spPr>
          <a:xfrm>
            <a:off x="5749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01_find_only_1339">
            <a:extLst>
              <a:ext uri="{FF2B5EF4-FFF2-40B4-BE49-F238E27FC236}">
                <a16:creationId xmlns:a16="http://schemas.microsoft.com/office/drawing/2014/main" id="{341BA005-4E49-42AB-B5F7-E3FEA29134C1}"/>
              </a:ext>
            </a:extLst>
          </p:cNvPr>
          <p:cNvSpPr>
            <a:spLocks noGrp="1"/>
          </p:cNvSpPr>
          <p:nvPr/>
        </p:nvSpPr>
        <p:spPr>
          <a:xfrm>
            <a:off x="5691584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01_find_only_1340">
            <a:extLst>
              <a:ext uri="{FF2B5EF4-FFF2-40B4-BE49-F238E27FC236}">
                <a16:creationId xmlns:a16="http://schemas.microsoft.com/office/drawing/2014/main" id="{16AB33F2-51C2-4B1C-BE9E-93DCEB4A4C70}"/>
              </a:ext>
            </a:extLst>
          </p:cNvPr>
          <p:cNvSpPr>
            <a:spLocks noGrp="1"/>
          </p:cNvSpPr>
          <p:nvPr/>
        </p:nvSpPr>
        <p:spPr>
          <a:xfrm>
            <a:off x="57315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01_find_only_1341">
            <a:extLst>
              <a:ext uri="{FF2B5EF4-FFF2-40B4-BE49-F238E27FC236}">
                <a16:creationId xmlns:a16="http://schemas.microsoft.com/office/drawing/2014/main" id="{C265FC63-EF53-422F-BEEF-EA2F32600834}"/>
              </a:ext>
            </a:extLst>
          </p:cNvPr>
          <p:cNvSpPr>
            <a:spLocks noGrp="1"/>
          </p:cNvSpPr>
          <p:nvPr/>
        </p:nvSpPr>
        <p:spPr>
          <a:xfrm>
            <a:off x="57339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01_find_only_1342">
            <a:extLst>
              <a:ext uri="{FF2B5EF4-FFF2-40B4-BE49-F238E27FC236}">
                <a16:creationId xmlns:a16="http://schemas.microsoft.com/office/drawing/2014/main" id="{280373C9-7A35-4EEE-BA90-01A802D2EF5D}"/>
              </a:ext>
            </a:extLst>
          </p:cNvPr>
          <p:cNvSpPr>
            <a:spLocks noGrp="1"/>
          </p:cNvSpPr>
          <p:nvPr/>
        </p:nvSpPr>
        <p:spPr>
          <a:xfrm>
            <a:off x="56689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01_find_only_1343">
            <a:extLst>
              <a:ext uri="{FF2B5EF4-FFF2-40B4-BE49-F238E27FC236}">
                <a16:creationId xmlns:a16="http://schemas.microsoft.com/office/drawing/2014/main" id="{E28D1952-F929-41AB-AAD7-8425A52218E6}"/>
              </a:ext>
            </a:extLst>
          </p:cNvPr>
          <p:cNvSpPr>
            <a:spLocks noGrp="1"/>
          </p:cNvSpPr>
          <p:nvPr/>
        </p:nvSpPr>
        <p:spPr>
          <a:xfrm>
            <a:off x="5748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01_find_only_1344">
            <a:extLst>
              <a:ext uri="{FF2B5EF4-FFF2-40B4-BE49-F238E27FC236}">
                <a16:creationId xmlns:a16="http://schemas.microsoft.com/office/drawing/2014/main" id="{C40F18B3-F07D-4EB8-945F-5305DAEDF919}"/>
              </a:ext>
            </a:extLst>
          </p:cNvPr>
          <p:cNvSpPr>
            <a:spLocks noGrp="1"/>
          </p:cNvSpPr>
          <p:nvPr/>
        </p:nvSpPr>
        <p:spPr>
          <a:xfrm>
            <a:off x="56666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01_find_only_1345">
            <a:extLst>
              <a:ext uri="{FF2B5EF4-FFF2-40B4-BE49-F238E27FC236}">
                <a16:creationId xmlns:a16="http://schemas.microsoft.com/office/drawing/2014/main" id="{BF3078B3-ACD8-45A7-A9A8-E3AE8EC6F309}"/>
              </a:ext>
            </a:extLst>
          </p:cNvPr>
          <p:cNvSpPr>
            <a:spLocks noGrp="1"/>
          </p:cNvSpPr>
          <p:nvPr/>
        </p:nvSpPr>
        <p:spPr>
          <a:xfrm>
            <a:off x="57479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01_find_only_1346">
            <a:extLst>
              <a:ext uri="{FF2B5EF4-FFF2-40B4-BE49-F238E27FC236}">
                <a16:creationId xmlns:a16="http://schemas.microsoft.com/office/drawing/2014/main" id="{0BA55F54-9D59-4072-86EA-B98F0F1B22D2}"/>
              </a:ext>
            </a:extLst>
          </p:cNvPr>
          <p:cNvSpPr>
            <a:spLocks noGrp="1"/>
          </p:cNvSpPr>
          <p:nvPr/>
        </p:nvSpPr>
        <p:spPr>
          <a:xfrm>
            <a:off x="57573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01_find_only_1347">
            <a:extLst>
              <a:ext uri="{FF2B5EF4-FFF2-40B4-BE49-F238E27FC236}">
                <a16:creationId xmlns:a16="http://schemas.microsoft.com/office/drawing/2014/main" id="{A1C1954B-E6AD-4BEA-8605-49A908BD74DB}"/>
              </a:ext>
            </a:extLst>
          </p:cNvPr>
          <p:cNvSpPr>
            <a:spLocks noGrp="1"/>
          </p:cNvSpPr>
          <p:nvPr/>
        </p:nvSpPr>
        <p:spPr>
          <a:xfrm>
            <a:off x="57247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01_find_only_1348">
            <a:extLst>
              <a:ext uri="{FF2B5EF4-FFF2-40B4-BE49-F238E27FC236}">
                <a16:creationId xmlns:a16="http://schemas.microsoft.com/office/drawing/2014/main" id="{77F2E192-75C5-40CF-B657-699216EA2AEF}"/>
              </a:ext>
            </a:extLst>
          </p:cNvPr>
          <p:cNvSpPr>
            <a:spLocks noGrp="1"/>
          </p:cNvSpPr>
          <p:nvPr/>
        </p:nvSpPr>
        <p:spPr>
          <a:xfrm>
            <a:off x="56955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01_find_only_1349">
            <a:extLst>
              <a:ext uri="{FF2B5EF4-FFF2-40B4-BE49-F238E27FC236}">
                <a16:creationId xmlns:a16="http://schemas.microsoft.com/office/drawing/2014/main" id="{1E7402CA-BC04-475F-8A78-F8D8ED621400}"/>
              </a:ext>
            </a:extLst>
          </p:cNvPr>
          <p:cNvSpPr>
            <a:spLocks noGrp="1"/>
          </p:cNvSpPr>
          <p:nvPr/>
        </p:nvSpPr>
        <p:spPr>
          <a:xfrm>
            <a:off x="57362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01_find_only_1350">
            <a:extLst>
              <a:ext uri="{FF2B5EF4-FFF2-40B4-BE49-F238E27FC236}">
                <a16:creationId xmlns:a16="http://schemas.microsoft.com/office/drawing/2014/main" id="{236D1476-2ECD-455C-BDFB-E390863AE97D}"/>
              </a:ext>
            </a:extLst>
          </p:cNvPr>
          <p:cNvSpPr>
            <a:spLocks noGrp="1"/>
          </p:cNvSpPr>
          <p:nvPr/>
        </p:nvSpPr>
        <p:spPr>
          <a:xfrm>
            <a:off x="56868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01_find_only_1351">
            <a:extLst>
              <a:ext uri="{FF2B5EF4-FFF2-40B4-BE49-F238E27FC236}">
                <a16:creationId xmlns:a16="http://schemas.microsoft.com/office/drawing/2014/main" id="{7DB31407-85CC-47EC-98AF-BADE99245AB9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01_find_only_1352">
            <a:extLst>
              <a:ext uri="{FF2B5EF4-FFF2-40B4-BE49-F238E27FC236}">
                <a16:creationId xmlns:a16="http://schemas.microsoft.com/office/drawing/2014/main" id="{0D590ED9-BE00-4D96-B6F0-6E5AB9C8F8B4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01_find_only_1353">
            <a:extLst>
              <a:ext uri="{FF2B5EF4-FFF2-40B4-BE49-F238E27FC236}">
                <a16:creationId xmlns:a16="http://schemas.microsoft.com/office/drawing/2014/main" id="{AED96A5E-6597-4702-B94D-6B6F32D95FFF}"/>
              </a:ext>
            </a:extLst>
          </p:cNvPr>
          <p:cNvSpPr>
            <a:spLocks noGrp="1"/>
          </p:cNvSpPr>
          <p:nvPr/>
        </p:nvSpPr>
        <p:spPr>
          <a:xfrm>
            <a:off x="5682646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01_find_only_1354">
            <a:extLst>
              <a:ext uri="{FF2B5EF4-FFF2-40B4-BE49-F238E27FC236}">
                <a16:creationId xmlns:a16="http://schemas.microsoft.com/office/drawing/2014/main" id="{B9D85F62-D461-4ED4-852A-0DDC9F51EEC7}"/>
              </a:ext>
            </a:extLst>
          </p:cNvPr>
          <p:cNvSpPr>
            <a:spLocks noGrp="1"/>
          </p:cNvSpPr>
          <p:nvPr/>
        </p:nvSpPr>
        <p:spPr>
          <a:xfrm>
            <a:off x="57503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01_find_only_1355">
            <a:extLst>
              <a:ext uri="{FF2B5EF4-FFF2-40B4-BE49-F238E27FC236}">
                <a16:creationId xmlns:a16="http://schemas.microsoft.com/office/drawing/2014/main" id="{6BCAF62E-8A99-4AF8-AB92-B4A42C679744}"/>
              </a:ext>
            </a:extLst>
          </p:cNvPr>
          <p:cNvSpPr>
            <a:spLocks noGrp="1"/>
          </p:cNvSpPr>
          <p:nvPr/>
        </p:nvSpPr>
        <p:spPr>
          <a:xfrm>
            <a:off x="56972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01_find_only_1356">
            <a:extLst>
              <a:ext uri="{FF2B5EF4-FFF2-40B4-BE49-F238E27FC236}">
                <a16:creationId xmlns:a16="http://schemas.microsoft.com/office/drawing/2014/main" id="{4E0EB5D1-F6E6-4E18-B7C8-BA20BCC58538}"/>
              </a:ext>
            </a:extLst>
          </p:cNvPr>
          <p:cNvSpPr>
            <a:spLocks noGrp="1"/>
          </p:cNvSpPr>
          <p:nvPr/>
        </p:nvSpPr>
        <p:spPr>
          <a:xfrm>
            <a:off x="57066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01_find_only_1357">
            <a:extLst>
              <a:ext uri="{FF2B5EF4-FFF2-40B4-BE49-F238E27FC236}">
                <a16:creationId xmlns:a16="http://schemas.microsoft.com/office/drawing/2014/main" id="{FB1A0D81-EC23-4429-B75D-B34AA48A034F}"/>
              </a:ext>
            </a:extLst>
          </p:cNvPr>
          <p:cNvSpPr>
            <a:spLocks noGrp="1"/>
          </p:cNvSpPr>
          <p:nvPr/>
        </p:nvSpPr>
        <p:spPr>
          <a:xfrm>
            <a:off x="57596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01_find_only_1358">
            <a:extLst>
              <a:ext uri="{FF2B5EF4-FFF2-40B4-BE49-F238E27FC236}">
                <a16:creationId xmlns:a16="http://schemas.microsoft.com/office/drawing/2014/main" id="{ECB1577B-0629-4A33-BA8C-2932C14DBDD9}"/>
              </a:ext>
            </a:extLst>
          </p:cNvPr>
          <p:cNvSpPr>
            <a:spLocks noGrp="1"/>
          </p:cNvSpPr>
          <p:nvPr/>
        </p:nvSpPr>
        <p:spPr>
          <a:xfrm>
            <a:off x="57305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01_find_only_1359">
            <a:extLst>
              <a:ext uri="{FF2B5EF4-FFF2-40B4-BE49-F238E27FC236}">
                <a16:creationId xmlns:a16="http://schemas.microsoft.com/office/drawing/2014/main" id="{B97F5889-589B-40CB-AC29-214D7E3B22AD}"/>
              </a:ext>
            </a:extLst>
          </p:cNvPr>
          <p:cNvSpPr>
            <a:spLocks noGrp="1"/>
          </p:cNvSpPr>
          <p:nvPr/>
        </p:nvSpPr>
        <p:spPr>
          <a:xfrm>
            <a:off x="575618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01_find_only_1360">
            <a:extLst>
              <a:ext uri="{FF2B5EF4-FFF2-40B4-BE49-F238E27FC236}">
                <a16:creationId xmlns:a16="http://schemas.microsoft.com/office/drawing/2014/main" id="{B4EA57A9-DDF1-4C6D-95DF-B02AEDCE49F6}"/>
              </a:ext>
            </a:extLst>
          </p:cNvPr>
          <p:cNvSpPr>
            <a:spLocks noGrp="1"/>
          </p:cNvSpPr>
          <p:nvPr/>
        </p:nvSpPr>
        <p:spPr>
          <a:xfrm>
            <a:off x="56703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01_find_only_1361">
            <a:extLst>
              <a:ext uri="{FF2B5EF4-FFF2-40B4-BE49-F238E27FC236}">
                <a16:creationId xmlns:a16="http://schemas.microsoft.com/office/drawing/2014/main" id="{C943739C-4994-4EF8-9F00-74520B9B5397}"/>
              </a:ext>
            </a:extLst>
          </p:cNvPr>
          <p:cNvSpPr>
            <a:spLocks noGrp="1"/>
          </p:cNvSpPr>
          <p:nvPr/>
        </p:nvSpPr>
        <p:spPr>
          <a:xfrm>
            <a:off x="57490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01_find_only_1362">
            <a:extLst>
              <a:ext uri="{FF2B5EF4-FFF2-40B4-BE49-F238E27FC236}">
                <a16:creationId xmlns:a16="http://schemas.microsoft.com/office/drawing/2014/main" id="{029A4C5E-7384-4490-9F5A-FDA7CE156B72}"/>
              </a:ext>
            </a:extLst>
          </p:cNvPr>
          <p:cNvSpPr>
            <a:spLocks noGrp="1"/>
          </p:cNvSpPr>
          <p:nvPr/>
        </p:nvSpPr>
        <p:spPr>
          <a:xfrm>
            <a:off x="5736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01_find_only_1363">
            <a:extLst>
              <a:ext uri="{FF2B5EF4-FFF2-40B4-BE49-F238E27FC236}">
                <a16:creationId xmlns:a16="http://schemas.microsoft.com/office/drawing/2014/main" id="{B232E04A-BE7C-43E6-916F-88F2C91A846E}"/>
              </a:ext>
            </a:extLst>
          </p:cNvPr>
          <p:cNvSpPr>
            <a:spLocks noGrp="1"/>
          </p:cNvSpPr>
          <p:nvPr/>
        </p:nvSpPr>
        <p:spPr>
          <a:xfrm>
            <a:off x="57026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01_find_only_1364">
            <a:extLst>
              <a:ext uri="{FF2B5EF4-FFF2-40B4-BE49-F238E27FC236}">
                <a16:creationId xmlns:a16="http://schemas.microsoft.com/office/drawing/2014/main" id="{CAF158DB-9313-4A73-BCAD-1FA8E24E8557}"/>
              </a:ext>
            </a:extLst>
          </p:cNvPr>
          <p:cNvSpPr>
            <a:spLocks noGrp="1"/>
          </p:cNvSpPr>
          <p:nvPr/>
        </p:nvSpPr>
        <p:spPr>
          <a:xfrm>
            <a:off x="573996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01_find_only_1365">
            <a:extLst>
              <a:ext uri="{FF2B5EF4-FFF2-40B4-BE49-F238E27FC236}">
                <a16:creationId xmlns:a16="http://schemas.microsoft.com/office/drawing/2014/main" id="{241394CC-8146-4178-9441-19F2B56DD3CA}"/>
              </a:ext>
            </a:extLst>
          </p:cNvPr>
          <p:cNvSpPr>
            <a:spLocks noGrp="1"/>
          </p:cNvSpPr>
          <p:nvPr/>
        </p:nvSpPr>
        <p:spPr>
          <a:xfrm>
            <a:off x="57601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01_find_only_1366">
            <a:extLst>
              <a:ext uri="{FF2B5EF4-FFF2-40B4-BE49-F238E27FC236}">
                <a16:creationId xmlns:a16="http://schemas.microsoft.com/office/drawing/2014/main" id="{AD8DDF93-8DA5-43FD-9B65-529F98707ADA}"/>
              </a:ext>
            </a:extLst>
          </p:cNvPr>
          <p:cNvSpPr>
            <a:spLocks noGrp="1"/>
          </p:cNvSpPr>
          <p:nvPr/>
        </p:nvSpPr>
        <p:spPr>
          <a:xfrm>
            <a:off x="57297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01_find_only_1367">
            <a:extLst>
              <a:ext uri="{FF2B5EF4-FFF2-40B4-BE49-F238E27FC236}">
                <a16:creationId xmlns:a16="http://schemas.microsoft.com/office/drawing/2014/main" id="{35896856-7E17-4ED8-8245-1B3A60C7437F}"/>
              </a:ext>
            </a:extLst>
          </p:cNvPr>
          <p:cNvSpPr>
            <a:spLocks noGrp="1"/>
          </p:cNvSpPr>
          <p:nvPr/>
        </p:nvSpPr>
        <p:spPr>
          <a:xfrm>
            <a:off x="57372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01_find_only_1368">
            <a:extLst>
              <a:ext uri="{FF2B5EF4-FFF2-40B4-BE49-F238E27FC236}">
                <a16:creationId xmlns:a16="http://schemas.microsoft.com/office/drawing/2014/main" id="{43E8FC3C-0BAE-41AD-8E29-047CCEFD5B8A}"/>
              </a:ext>
            </a:extLst>
          </p:cNvPr>
          <p:cNvSpPr>
            <a:spLocks noGrp="1"/>
          </p:cNvSpPr>
          <p:nvPr/>
        </p:nvSpPr>
        <p:spPr>
          <a:xfrm>
            <a:off x="573637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01_find_only_1369">
            <a:extLst>
              <a:ext uri="{FF2B5EF4-FFF2-40B4-BE49-F238E27FC236}">
                <a16:creationId xmlns:a16="http://schemas.microsoft.com/office/drawing/2014/main" id="{2D6B7B06-5844-4E68-9A28-57EE8035E486}"/>
              </a:ext>
            </a:extLst>
          </p:cNvPr>
          <p:cNvSpPr>
            <a:spLocks noGrp="1"/>
          </p:cNvSpPr>
          <p:nvPr/>
        </p:nvSpPr>
        <p:spPr>
          <a:xfrm>
            <a:off x="57208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01_find_only_1370">
            <a:extLst>
              <a:ext uri="{FF2B5EF4-FFF2-40B4-BE49-F238E27FC236}">
                <a16:creationId xmlns:a16="http://schemas.microsoft.com/office/drawing/2014/main" id="{A64136C3-11EE-4529-A7FC-58D3128DA31F}"/>
              </a:ext>
            </a:extLst>
          </p:cNvPr>
          <p:cNvSpPr>
            <a:spLocks noGrp="1"/>
          </p:cNvSpPr>
          <p:nvPr/>
        </p:nvSpPr>
        <p:spPr>
          <a:xfrm>
            <a:off x="569372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01_find_only_1371">
            <a:extLst>
              <a:ext uri="{FF2B5EF4-FFF2-40B4-BE49-F238E27FC236}">
                <a16:creationId xmlns:a16="http://schemas.microsoft.com/office/drawing/2014/main" id="{3AFC42DD-BF98-479D-99B0-35A2E16DDA2D}"/>
              </a:ext>
            </a:extLst>
          </p:cNvPr>
          <p:cNvSpPr>
            <a:spLocks noGrp="1"/>
          </p:cNvSpPr>
          <p:nvPr/>
        </p:nvSpPr>
        <p:spPr>
          <a:xfrm>
            <a:off x="57533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01_find_only_1372">
            <a:extLst>
              <a:ext uri="{FF2B5EF4-FFF2-40B4-BE49-F238E27FC236}">
                <a16:creationId xmlns:a16="http://schemas.microsoft.com/office/drawing/2014/main" id="{EB3AD9D4-BAE2-4EB0-A7A0-E1CB18B9A871}"/>
              </a:ext>
            </a:extLst>
          </p:cNvPr>
          <p:cNvSpPr>
            <a:spLocks noGrp="1"/>
          </p:cNvSpPr>
          <p:nvPr/>
        </p:nvSpPr>
        <p:spPr>
          <a:xfrm>
            <a:off x="5683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01_find_only_1373">
            <a:extLst>
              <a:ext uri="{FF2B5EF4-FFF2-40B4-BE49-F238E27FC236}">
                <a16:creationId xmlns:a16="http://schemas.microsoft.com/office/drawing/2014/main" id="{DD8332EB-6158-46BE-A7C7-1188C80570F1}"/>
              </a:ext>
            </a:extLst>
          </p:cNvPr>
          <p:cNvSpPr>
            <a:spLocks noGrp="1"/>
          </p:cNvSpPr>
          <p:nvPr/>
        </p:nvSpPr>
        <p:spPr>
          <a:xfrm>
            <a:off x="5682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01_find_only_1374">
            <a:extLst>
              <a:ext uri="{FF2B5EF4-FFF2-40B4-BE49-F238E27FC236}">
                <a16:creationId xmlns:a16="http://schemas.microsoft.com/office/drawing/2014/main" id="{D6CA5030-6634-4465-A39E-04E872BA6299}"/>
              </a:ext>
            </a:extLst>
          </p:cNvPr>
          <p:cNvSpPr>
            <a:spLocks noGrp="1"/>
          </p:cNvSpPr>
          <p:nvPr/>
        </p:nvSpPr>
        <p:spPr>
          <a:xfrm>
            <a:off x="56870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01_find_only_1375">
            <a:extLst>
              <a:ext uri="{FF2B5EF4-FFF2-40B4-BE49-F238E27FC236}">
                <a16:creationId xmlns:a16="http://schemas.microsoft.com/office/drawing/2014/main" id="{A578992C-00B2-4C78-AB65-6C4C88D18465}"/>
              </a:ext>
            </a:extLst>
          </p:cNvPr>
          <p:cNvSpPr>
            <a:spLocks noGrp="1"/>
          </p:cNvSpPr>
          <p:nvPr/>
        </p:nvSpPr>
        <p:spPr>
          <a:xfrm>
            <a:off x="57547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01_find_only_1376">
            <a:extLst>
              <a:ext uri="{FF2B5EF4-FFF2-40B4-BE49-F238E27FC236}">
                <a16:creationId xmlns:a16="http://schemas.microsoft.com/office/drawing/2014/main" id="{889FAF86-774F-4212-B23B-646D5DE3F2DB}"/>
              </a:ext>
            </a:extLst>
          </p:cNvPr>
          <p:cNvSpPr>
            <a:spLocks noGrp="1"/>
          </p:cNvSpPr>
          <p:nvPr/>
        </p:nvSpPr>
        <p:spPr>
          <a:xfrm>
            <a:off x="574443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01_find_only_1377">
            <a:extLst>
              <a:ext uri="{FF2B5EF4-FFF2-40B4-BE49-F238E27FC236}">
                <a16:creationId xmlns:a16="http://schemas.microsoft.com/office/drawing/2014/main" id="{265DF77A-EA8D-4938-8E2E-B93B3C4FC636}"/>
              </a:ext>
            </a:extLst>
          </p:cNvPr>
          <p:cNvSpPr>
            <a:spLocks noGrp="1"/>
          </p:cNvSpPr>
          <p:nvPr/>
        </p:nvSpPr>
        <p:spPr>
          <a:xfrm>
            <a:off x="5748612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01_find_only_1378">
            <a:extLst>
              <a:ext uri="{FF2B5EF4-FFF2-40B4-BE49-F238E27FC236}">
                <a16:creationId xmlns:a16="http://schemas.microsoft.com/office/drawing/2014/main" id="{924EB11E-56A8-4FC7-9A46-25BD7349FDFA}"/>
              </a:ext>
            </a:extLst>
          </p:cNvPr>
          <p:cNvSpPr>
            <a:spLocks noGrp="1"/>
          </p:cNvSpPr>
          <p:nvPr/>
        </p:nvSpPr>
        <p:spPr>
          <a:xfrm>
            <a:off x="57365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01_find_only_1379">
            <a:extLst>
              <a:ext uri="{FF2B5EF4-FFF2-40B4-BE49-F238E27FC236}">
                <a16:creationId xmlns:a16="http://schemas.microsoft.com/office/drawing/2014/main" id="{D598D318-E9EA-415A-9CEF-15A1AF96436F}"/>
              </a:ext>
            </a:extLst>
          </p:cNvPr>
          <p:cNvSpPr>
            <a:spLocks noGrp="1"/>
          </p:cNvSpPr>
          <p:nvPr/>
        </p:nvSpPr>
        <p:spPr>
          <a:xfrm>
            <a:off x="57440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01_find_only_1380">
            <a:extLst>
              <a:ext uri="{FF2B5EF4-FFF2-40B4-BE49-F238E27FC236}">
                <a16:creationId xmlns:a16="http://schemas.microsoft.com/office/drawing/2014/main" id="{E6765037-1BA6-4986-82CB-7DEFE3993A7C}"/>
              </a:ext>
            </a:extLst>
          </p:cNvPr>
          <p:cNvSpPr>
            <a:spLocks noGrp="1"/>
          </p:cNvSpPr>
          <p:nvPr/>
        </p:nvSpPr>
        <p:spPr>
          <a:xfrm>
            <a:off x="57524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01_find_only_1381">
            <a:extLst>
              <a:ext uri="{FF2B5EF4-FFF2-40B4-BE49-F238E27FC236}">
                <a16:creationId xmlns:a16="http://schemas.microsoft.com/office/drawing/2014/main" id="{04E25B89-A662-4F88-A5EB-625B8805E02E}"/>
              </a:ext>
            </a:extLst>
          </p:cNvPr>
          <p:cNvSpPr>
            <a:spLocks noGrp="1"/>
          </p:cNvSpPr>
          <p:nvPr/>
        </p:nvSpPr>
        <p:spPr>
          <a:xfrm>
            <a:off x="5681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01_find_only_1382">
            <a:extLst>
              <a:ext uri="{FF2B5EF4-FFF2-40B4-BE49-F238E27FC236}">
                <a16:creationId xmlns:a16="http://schemas.microsoft.com/office/drawing/2014/main" id="{0D16BDD9-48EB-492C-9401-43B06D8D2793}"/>
              </a:ext>
            </a:extLst>
          </p:cNvPr>
          <p:cNvSpPr>
            <a:spLocks noGrp="1"/>
          </p:cNvSpPr>
          <p:nvPr/>
        </p:nvSpPr>
        <p:spPr>
          <a:xfrm>
            <a:off x="5688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01_find_only_1383">
            <a:extLst>
              <a:ext uri="{FF2B5EF4-FFF2-40B4-BE49-F238E27FC236}">
                <a16:creationId xmlns:a16="http://schemas.microsoft.com/office/drawing/2014/main" id="{E7F3866F-1D93-4DC8-9341-C0F0E3D7C71A}"/>
              </a:ext>
            </a:extLst>
          </p:cNvPr>
          <p:cNvSpPr>
            <a:spLocks noGrp="1"/>
          </p:cNvSpPr>
          <p:nvPr/>
        </p:nvSpPr>
        <p:spPr>
          <a:xfrm>
            <a:off x="5734913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01_find_only_1384">
            <a:extLst>
              <a:ext uri="{FF2B5EF4-FFF2-40B4-BE49-F238E27FC236}">
                <a16:creationId xmlns:a16="http://schemas.microsoft.com/office/drawing/2014/main" id="{32C78615-4CF0-401B-84C4-5D3165427F65}"/>
              </a:ext>
            </a:extLst>
          </p:cNvPr>
          <p:cNvSpPr>
            <a:spLocks noGrp="1"/>
          </p:cNvSpPr>
          <p:nvPr/>
        </p:nvSpPr>
        <p:spPr>
          <a:xfrm>
            <a:off x="5686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01_find_only_1385">
            <a:extLst>
              <a:ext uri="{FF2B5EF4-FFF2-40B4-BE49-F238E27FC236}">
                <a16:creationId xmlns:a16="http://schemas.microsoft.com/office/drawing/2014/main" id="{0F38565E-5B8D-43AD-A74E-3E2C2D0712BB}"/>
              </a:ext>
            </a:extLst>
          </p:cNvPr>
          <p:cNvSpPr>
            <a:spLocks noGrp="1"/>
          </p:cNvSpPr>
          <p:nvPr/>
        </p:nvSpPr>
        <p:spPr>
          <a:xfrm>
            <a:off x="5695470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01_find_only_1386">
            <a:extLst>
              <a:ext uri="{FF2B5EF4-FFF2-40B4-BE49-F238E27FC236}">
                <a16:creationId xmlns:a16="http://schemas.microsoft.com/office/drawing/2014/main" id="{930FFD39-0AC5-46B2-A0C4-F04D40691E91}"/>
              </a:ext>
            </a:extLst>
          </p:cNvPr>
          <p:cNvSpPr>
            <a:spLocks noGrp="1"/>
          </p:cNvSpPr>
          <p:nvPr/>
        </p:nvSpPr>
        <p:spPr>
          <a:xfrm>
            <a:off x="56795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01_find_only_1387">
            <a:extLst>
              <a:ext uri="{FF2B5EF4-FFF2-40B4-BE49-F238E27FC236}">
                <a16:creationId xmlns:a16="http://schemas.microsoft.com/office/drawing/2014/main" id="{7C923442-CBF2-47AF-BE72-48EF126D1DD9}"/>
              </a:ext>
            </a:extLst>
          </p:cNvPr>
          <p:cNvSpPr>
            <a:spLocks noGrp="1"/>
          </p:cNvSpPr>
          <p:nvPr/>
        </p:nvSpPr>
        <p:spPr>
          <a:xfrm>
            <a:off x="5689835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01_find_only_1388">
            <a:extLst>
              <a:ext uri="{FF2B5EF4-FFF2-40B4-BE49-F238E27FC236}">
                <a16:creationId xmlns:a16="http://schemas.microsoft.com/office/drawing/2014/main" id="{822583FE-29F3-43AE-BA6D-C5629A69B02C}"/>
              </a:ext>
            </a:extLst>
          </p:cNvPr>
          <p:cNvSpPr>
            <a:spLocks noGrp="1"/>
          </p:cNvSpPr>
          <p:nvPr/>
        </p:nvSpPr>
        <p:spPr>
          <a:xfrm>
            <a:off x="5693624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01_find_only_1389">
            <a:extLst>
              <a:ext uri="{FF2B5EF4-FFF2-40B4-BE49-F238E27FC236}">
                <a16:creationId xmlns:a16="http://schemas.microsoft.com/office/drawing/2014/main" id="{F91E993D-62BD-4492-B915-1C2FA44E5413}"/>
              </a:ext>
            </a:extLst>
          </p:cNvPr>
          <p:cNvSpPr>
            <a:spLocks noGrp="1"/>
          </p:cNvSpPr>
          <p:nvPr/>
        </p:nvSpPr>
        <p:spPr>
          <a:xfrm>
            <a:off x="575395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01_find_only_1390">
            <a:extLst>
              <a:ext uri="{FF2B5EF4-FFF2-40B4-BE49-F238E27FC236}">
                <a16:creationId xmlns:a16="http://schemas.microsoft.com/office/drawing/2014/main" id="{F4406F7A-CA30-4724-AC9B-8918BD3458D9}"/>
              </a:ext>
            </a:extLst>
          </p:cNvPr>
          <p:cNvSpPr>
            <a:spLocks noGrp="1"/>
          </p:cNvSpPr>
          <p:nvPr/>
        </p:nvSpPr>
        <p:spPr>
          <a:xfrm>
            <a:off x="57127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01_find_only_1391">
            <a:extLst>
              <a:ext uri="{FF2B5EF4-FFF2-40B4-BE49-F238E27FC236}">
                <a16:creationId xmlns:a16="http://schemas.microsoft.com/office/drawing/2014/main" id="{493C250A-7375-4366-B3CA-ED6E593AD9EF}"/>
              </a:ext>
            </a:extLst>
          </p:cNvPr>
          <p:cNvSpPr>
            <a:spLocks noGrp="1"/>
          </p:cNvSpPr>
          <p:nvPr/>
        </p:nvSpPr>
        <p:spPr>
          <a:xfrm>
            <a:off x="568109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01_find_only_1392">
            <a:extLst>
              <a:ext uri="{FF2B5EF4-FFF2-40B4-BE49-F238E27FC236}">
                <a16:creationId xmlns:a16="http://schemas.microsoft.com/office/drawing/2014/main" id="{494A5D99-1565-476D-AB99-A3E1FA33595B}"/>
              </a:ext>
            </a:extLst>
          </p:cNvPr>
          <p:cNvSpPr>
            <a:spLocks noGrp="1"/>
          </p:cNvSpPr>
          <p:nvPr/>
        </p:nvSpPr>
        <p:spPr>
          <a:xfrm>
            <a:off x="5695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01_find_only_1393">
            <a:extLst>
              <a:ext uri="{FF2B5EF4-FFF2-40B4-BE49-F238E27FC236}">
                <a16:creationId xmlns:a16="http://schemas.microsoft.com/office/drawing/2014/main" id="{360AC5B3-CA43-4CCD-BD6C-57186DEA998C}"/>
              </a:ext>
            </a:extLst>
          </p:cNvPr>
          <p:cNvSpPr>
            <a:spLocks noGrp="1"/>
          </p:cNvSpPr>
          <p:nvPr/>
        </p:nvSpPr>
        <p:spPr>
          <a:xfrm>
            <a:off x="5748903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01_find_only_1394">
            <a:extLst>
              <a:ext uri="{FF2B5EF4-FFF2-40B4-BE49-F238E27FC236}">
                <a16:creationId xmlns:a16="http://schemas.microsoft.com/office/drawing/2014/main" id="{C15B4A72-9F60-43FA-A2B9-2DD66B566BD4}"/>
              </a:ext>
            </a:extLst>
          </p:cNvPr>
          <p:cNvSpPr>
            <a:spLocks noGrp="1"/>
          </p:cNvSpPr>
          <p:nvPr/>
        </p:nvSpPr>
        <p:spPr>
          <a:xfrm>
            <a:off x="57305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01_find_only_1395">
            <a:extLst>
              <a:ext uri="{FF2B5EF4-FFF2-40B4-BE49-F238E27FC236}">
                <a16:creationId xmlns:a16="http://schemas.microsoft.com/office/drawing/2014/main" id="{A9B78432-7155-466D-BBD3-A49042374437}"/>
              </a:ext>
            </a:extLst>
          </p:cNvPr>
          <p:cNvSpPr>
            <a:spLocks noGrp="1"/>
          </p:cNvSpPr>
          <p:nvPr/>
        </p:nvSpPr>
        <p:spPr>
          <a:xfrm>
            <a:off x="5748514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01_find_only_1396">
            <a:extLst>
              <a:ext uri="{FF2B5EF4-FFF2-40B4-BE49-F238E27FC236}">
                <a16:creationId xmlns:a16="http://schemas.microsoft.com/office/drawing/2014/main" id="{A365EA64-6E2C-414B-BD5D-DC9B64D50D56}"/>
              </a:ext>
            </a:extLst>
          </p:cNvPr>
          <p:cNvSpPr>
            <a:spLocks noGrp="1"/>
          </p:cNvSpPr>
          <p:nvPr/>
        </p:nvSpPr>
        <p:spPr>
          <a:xfrm>
            <a:off x="568701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01_find_only_1397">
            <a:extLst>
              <a:ext uri="{FF2B5EF4-FFF2-40B4-BE49-F238E27FC236}">
                <a16:creationId xmlns:a16="http://schemas.microsoft.com/office/drawing/2014/main" id="{5F7F9516-8778-4E9B-922F-1E12E7A82EF4}"/>
              </a:ext>
            </a:extLst>
          </p:cNvPr>
          <p:cNvSpPr>
            <a:spLocks noGrp="1"/>
          </p:cNvSpPr>
          <p:nvPr/>
        </p:nvSpPr>
        <p:spPr>
          <a:xfrm>
            <a:off x="5705282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01_find_only_1398">
            <a:extLst>
              <a:ext uri="{FF2B5EF4-FFF2-40B4-BE49-F238E27FC236}">
                <a16:creationId xmlns:a16="http://schemas.microsoft.com/office/drawing/2014/main" id="{6A242B45-F2C4-4671-99F0-186968331515}"/>
              </a:ext>
            </a:extLst>
          </p:cNvPr>
          <p:cNvSpPr>
            <a:spLocks noGrp="1"/>
          </p:cNvSpPr>
          <p:nvPr/>
        </p:nvSpPr>
        <p:spPr>
          <a:xfrm>
            <a:off x="5749194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01_find_only_1399">
            <a:extLst>
              <a:ext uri="{FF2B5EF4-FFF2-40B4-BE49-F238E27FC236}">
                <a16:creationId xmlns:a16="http://schemas.microsoft.com/office/drawing/2014/main" id="{4194D5AB-F2F4-4A1D-8919-45FFEF2473E0}"/>
              </a:ext>
            </a:extLst>
          </p:cNvPr>
          <p:cNvSpPr>
            <a:spLocks noGrp="1"/>
          </p:cNvSpPr>
          <p:nvPr/>
        </p:nvSpPr>
        <p:spPr>
          <a:xfrm>
            <a:off x="5749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01_find_only_1400">
            <a:extLst>
              <a:ext uri="{FF2B5EF4-FFF2-40B4-BE49-F238E27FC236}">
                <a16:creationId xmlns:a16="http://schemas.microsoft.com/office/drawing/2014/main" id="{5E3DC014-CE45-40F4-A5DC-9279F10E6B76}"/>
              </a:ext>
            </a:extLst>
          </p:cNvPr>
          <p:cNvSpPr>
            <a:spLocks noGrp="1"/>
          </p:cNvSpPr>
          <p:nvPr/>
        </p:nvSpPr>
        <p:spPr>
          <a:xfrm>
            <a:off x="5743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01_find_only_1401">
            <a:extLst>
              <a:ext uri="{FF2B5EF4-FFF2-40B4-BE49-F238E27FC236}">
                <a16:creationId xmlns:a16="http://schemas.microsoft.com/office/drawing/2014/main" id="{3D05DD76-EE3E-4485-96D9-6678AA0B4D14}"/>
              </a:ext>
            </a:extLst>
          </p:cNvPr>
          <p:cNvSpPr>
            <a:spLocks noGrp="1"/>
          </p:cNvSpPr>
          <p:nvPr/>
        </p:nvSpPr>
        <p:spPr>
          <a:xfrm>
            <a:off x="57518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01_find_only_1402">
            <a:extLst>
              <a:ext uri="{FF2B5EF4-FFF2-40B4-BE49-F238E27FC236}">
                <a16:creationId xmlns:a16="http://schemas.microsoft.com/office/drawing/2014/main" id="{36476626-121C-44C8-B2BF-37A3414A7C06}"/>
              </a:ext>
            </a:extLst>
          </p:cNvPr>
          <p:cNvSpPr>
            <a:spLocks noGrp="1"/>
          </p:cNvSpPr>
          <p:nvPr/>
        </p:nvSpPr>
        <p:spPr>
          <a:xfrm>
            <a:off x="569595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01_find_only_1403">
            <a:extLst>
              <a:ext uri="{FF2B5EF4-FFF2-40B4-BE49-F238E27FC236}">
                <a16:creationId xmlns:a16="http://schemas.microsoft.com/office/drawing/2014/main" id="{D00EE22E-5A7B-4635-9CD2-1AB3E86FC69D}"/>
              </a:ext>
            </a:extLst>
          </p:cNvPr>
          <p:cNvSpPr>
            <a:spLocks noGrp="1"/>
          </p:cNvSpPr>
          <p:nvPr/>
        </p:nvSpPr>
        <p:spPr>
          <a:xfrm>
            <a:off x="5681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01_find_only_1404">
            <a:extLst>
              <a:ext uri="{FF2B5EF4-FFF2-40B4-BE49-F238E27FC236}">
                <a16:creationId xmlns:a16="http://schemas.microsoft.com/office/drawing/2014/main" id="{61701392-42C9-45CE-B89B-D77D40C92AF8}"/>
              </a:ext>
            </a:extLst>
          </p:cNvPr>
          <p:cNvSpPr>
            <a:spLocks noGrp="1"/>
          </p:cNvSpPr>
          <p:nvPr/>
        </p:nvSpPr>
        <p:spPr>
          <a:xfrm>
            <a:off x="57378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01_find_only_1405">
            <a:extLst>
              <a:ext uri="{FF2B5EF4-FFF2-40B4-BE49-F238E27FC236}">
                <a16:creationId xmlns:a16="http://schemas.microsoft.com/office/drawing/2014/main" id="{AEC3B0C7-025C-4B2B-95C6-E45C870BFCEF}"/>
              </a:ext>
            </a:extLst>
          </p:cNvPr>
          <p:cNvSpPr>
            <a:spLocks noGrp="1"/>
          </p:cNvSpPr>
          <p:nvPr/>
        </p:nvSpPr>
        <p:spPr>
          <a:xfrm>
            <a:off x="56767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01_find_only_1406">
            <a:extLst>
              <a:ext uri="{FF2B5EF4-FFF2-40B4-BE49-F238E27FC236}">
                <a16:creationId xmlns:a16="http://schemas.microsoft.com/office/drawing/2014/main" id="{391AABCD-EF5D-445D-B105-DF9E32E9EE4D}"/>
              </a:ext>
            </a:extLst>
          </p:cNvPr>
          <p:cNvSpPr>
            <a:spLocks noGrp="1"/>
          </p:cNvSpPr>
          <p:nvPr/>
        </p:nvSpPr>
        <p:spPr>
          <a:xfrm>
            <a:off x="56828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01_find_only_1407">
            <a:extLst>
              <a:ext uri="{FF2B5EF4-FFF2-40B4-BE49-F238E27FC236}">
                <a16:creationId xmlns:a16="http://schemas.microsoft.com/office/drawing/2014/main" id="{51DBF055-72AC-4781-9E6E-6B2B59ABB1C9}"/>
              </a:ext>
            </a:extLst>
          </p:cNvPr>
          <p:cNvSpPr>
            <a:spLocks noGrp="1"/>
          </p:cNvSpPr>
          <p:nvPr/>
        </p:nvSpPr>
        <p:spPr>
          <a:xfrm>
            <a:off x="574025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01_find_only_1408">
            <a:extLst>
              <a:ext uri="{FF2B5EF4-FFF2-40B4-BE49-F238E27FC236}">
                <a16:creationId xmlns:a16="http://schemas.microsoft.com/office/drawing/2014/main" id="{5E6821FF-E4C7-4764-A0E4-069731044184}"/>
              </a:ext>
            </a:extLst>
          </p:cNvPr>
          <p:cNvSpPr>
            <a:spLocks noGrp="1"/>
          </p:cNvSpPr>
          <p:nvPr/>
        </p:nvSpPr>
        <p:spPr>
          <a:xfrm>
            <a:off x="56775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01_find_only_1409">
            <a:extLst>
              <a:ext uri="{FF2B5EF4-FFF2-40B4-BE49-F238E27FC236}">
                <a16:creationId xmlns:a16="http://schemas.microsoft.com/office/drawing/2014/main" id="{4934BDD0-2EFC-44FD-B544-F8229850A3DB}"/>
              </a:ext>
            </a:extLst>
          </p:cNvPr>
          <p:cNvSpPr>
            <a:spLocks noGrp="1"/>
          </p:cNvSpPr>
          <p:nvPr/>
        </p:nvSpPr>
        <p:spPr>
          <a:xfrm>
            <a:off x="5758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01_find_only_1410">
            <a:extLst>
              <a:ext uri="{FF2B5EF4-FFF2-40B4-BE49-F238E27FC236}">
                <a16:creationId xmlns:a16="http://schemas.microsoft.com/office/drawing/2014/main" id="{C5DBE8AF-B9B6-4DCF-88D5-FB441C2B780B}"/>
              </a:ext>
            </a:extLst>
          </p:cNvPr>
          <p:cNvSpPr>
            <a:spLocks noGrp="1"/>
          </p:cNvSpPr>
          <p:nvPr/>
        </p:nvSpPr>
        <p:spPr>
          <a:xfrm>
            <a:off x="57440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01_find_only_1411">
            <a:extLst>
              <a:ext uri="{FF2B5EF4-FFF2-40B4-BE49-F238E27FC236}">
                <a16:creationId xmlns:a16="http://schemas.microsoft.com/office/drawing/2014/main" id="{EF1748D4-A881-49C1-8E28-0F7D6435452B}"/>
              </a:ext>
            </a:extLst>
          </p:cNvPr>
          <p:cNvSpPr>
            <a:spLocks noGrp="1"/>
          </p:cNvSpPr>
          <p:nvPr/>
        </p:nvSpPr>
        <p:spPr>
          <a:xfrm>
            <a:off x="57088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01_find_only_1412">
            <a:extLst>
              <a:ext uri="{FF2B5EF4-FFF2-40B4-BE49-F238E27FC236}">
                <a16:creationId xmlns:a16="http://schemas.microsoft.com/office/drawing/2014/main" id="{E6608C8C-3DB6-4EE6-93BD-E6F2F5538A7A}"/>
              </a:ext>
            </a:extLst>
          </p:cNvPr>
          <p:cNvSpPr>
            <a:spLocks noGrp="1"/>
          </p:cNvSpPr>
          <p:nvPr/>
        </p:nvSpPr>
        <p:spPr>
          <a:xfrm>
            <a:off x="56924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01_find_only_1413">
            <a:extLst>
              <a:ext uri="{FF2B5EF4-FFF2-40B4-BE49-F238E27FC236}">
                <a16:creationId xmlns:a16="http://schemas.microsoft.com/office/drawing/2014/main" id="{96F63A57-06F3-46CD-8B61-EE5E73F3CFCA}"/>
              </a:ext>
            </a:extLst>
          </p:cNvPr>
          <p:cNvSpPr>
            <a:spLocks noGrp="1"/>
          </p:cNvSpPr>
          <p:nvPr/>
        </p:nvSpPr>
        <p:spPr>
          <a:xfrm>
            <a:off x="5757452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01_find_only_1414">
            <a:extLst>
              <a:ext uri="{FF2B5EF4-FFF2-40B4-BE49-F238E27FC236}">
                <a16:creationId xmlns:a16="http://schemas.microsoft.com/office/drawing/2014/main" id="{F8B3E4A4-2583-4BCB-BB98-B9ADC4FD20CC}"/>
              </a:ext>
            </a:extLst>
          </p:cNvPr>
          <p:cNvSpPr>
            <a:spLocks noGrp="1"/>
          </p:cNvSpPr>
          <p:nvPr/>
        </p:nvSpPr>
        <p:spPr>
          <a:xfrm>
            <a:off x="5761630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01_find_only_1415">
            <a:extLst>
              <a:ext uri="{FF2B5EF4-FFF2-40B4-BE49-F238E27FC236}">
                <a16:creationId xmlns:a16="http://schemas.microsoft.com/office/drawing/2014/main" id="{B00A10CE-1FD1-4F07-81D2-168249BD0C31}"/>
              </a:ext>
            </a:extLst>
          </p:cNvPr>
          <p:cNvSpPr>
            <a:spLocks noGrp="1"/>
          </p:cNvSpPr>
          <p:nvPr/>
        </p:nvSpPr>
        <p:spPr>
          <a:xfrm>
            <a:off x="5726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01_find_only_1416">
            <a:extLst>
              <a:ext uri="{FF2B5EF4-FFF2-40B4-BE49-F238E27FC236}">
                <a16:creationId xmlns:a16="http://schemas.microsoft.com/office/drawing/2014/main" id="{0BDB444D-C24F-47CA-BCF7-0A863EED8F88}"/>
              </a:ext>
            </a:extLst>
          </p:cNvPr>
          <p:cNvSpPr>
            <a:spLocks noGrp="1"/>
          </p:cNvSpPr>
          <p:nvPr/>
        </p:nvSpPr>
        <p:spPr>
          <a:xfrm>
            <a:off x="57485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01_find_only_1417">
            <a:extLst>
              <a:ext uri="{FF2B5EF4-FFF2-40B4-BE49-F238E27FC236}">
                <a16:creationId xmlns:a16="http://schemas.microsoft.com/office/drawing/2014/main" id="{90452EB2-08F0-4A22-92AD-4A744C55F69A}"/>
              </a:ext>
            </a:extLst>
          </p:cNvPr>
          <p:cNvSpPr>
            <a:spLocks noGrp="1"/>
          </p:cNvSpPr>
          <p:nvPr/>
        </p:nvSpPr>
        <p:spPr>
          <a:xfrm>
            <a:off x="5680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01_find_only_1418">
            <a:extLst>
              <a:ext uri="{FF2B5EF4-FFF2-40B4-BE49-F238E27FC236}">
                <a16:creationId xmlns:a16="http://schemas.microsoft.com/office/drawing/2014/main" id="{9D97109C-E715-4E66-BF92-639BA3822E00}"/>
              </a:ext>
            </a:extLst>
          </p:cNvPr>
          <p:cNvSpPr>
            <a:spLocks noGrp="1"/>
          </p:cNvSpPr>
          <p:nvPr/>
        </p:nvSpPr>
        <p:spPr>
          <a:xfrm>
            <a:off x="57078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01_find_only_1419">
            <a:extLst>
              <a:ext uri="{FF2B5EF4-FFF2-40B4-BE49-F238E27FC236}">
                <a16:creationId xmlns:a16="http://schemas.microsoft.com/office/drawing/2014/main" id="{60D4A873-4A5F-478B-954F-95B339FDB2CA}"/>
              </a:ext>
            </a:extLst>
          </p:cNvPr>
          <p:cNvSpPr>
            <a:spLocks noGrp="1"/>
          </p:cNvSpPr>
          <p:nvPr/>
        </p:nvSpPr>
        <p:spPr>
          <a:xfrm>
            <a:off x="574249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01_find_only_1420">
            <a:extLst>
              <a:ext uri="{FF2B5EF4-FFF2-40B4-BE49-F238E27FC236}">
                <a16:creationId xmlns:a16="http://schemas.microsoft.com/office/drawing/2014/main" id="{11112DC7-93DD-402F-B40B-9A0FC1CDF002}"/>
              </a:ext>
            </a:extLst>
          </p:cNvPr>
          <p:cNvSpPr>
            <a:spLocks noGrp="1"/>
          </p:cNvSpPr>
          <p:nvPr/>
        </p:nvSpPr>
        <p:spPr>
          <a:xfrm>
            <a:off x="5674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01_find_only_1421">
            <a:extLst>
              <a:ext uri="{FF2B5EF4-FFF2-40B4-BE49-F238E27FC236}">
                <a16:creationId xmlns:a16="http://schemas.microsoft.com/office/drawing/2014/main" id="{54E42D27-3DBA-41DA-A348-F96E497282AD}"/>
              </a:ext>
            </a:extLst>
          </p:cNvPr>
          <p:cNvSpPr>
            <a:spLocks noGrp="1"/>
          </p:cNvSpPr>
          <p:nvPr/>
        </p:nvSpPr>
        <p:spPr>
          <a:xfrm>
            <a:off x="56709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01_find_only_1422">
            <a:extLst>
              <a:ext uri="{FF2B5EF4-FFF2-40B4-BE49-F238E27FC236}">
                <a16:creationId xmlns:a16="http://schemas.microsoft.com/office/drawing/2014/main" id="{3565DDB4-059B-4BC1-9ECC-A91A2F72EE5E}"/>
              </a:ext>
            </a:extLst>
          </p:cNvPr>
          <p:cNvSpPr>
            <a:spLocks noGrp="1"/>
          </p:cNvSpPr>
          <p:nvPr/>
        </p:nvSpPr>
        <p:spPr>
          <a:xfrm>
            <a:off x="57284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01_find_only_1423">
            <a:extLst>
              <a:ext uri="{FF2B5EF4-FFF2-40B4-BE49-F238E27FC236}">
                <a16:creationId xmlns:a16="http://schemas.microsoft.com/office/drawing/2014/main" id="{A2876AED-46B0-43B3-9DBC-AE8ECE24A055}"/>
              </a:ext>
            </a:extLst>
          </p:cNvPr>
          <p:cNvSpPr>
            <a:spLocks noGrp="1"/>
          </p:cNvSpPr>
          <p:nvPr/>
        </p:nvSpPr>
        <p:spPr>
          <a:xfrm>
            <a:off x="57568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01_find_only_1424">
            <a:extLst>
              <a:ext uri="{FF2B5EF4-FFF2-40B4-BE49-F238E27FC236}">
                <a16:creationId xmlns:a16="http://schemas.microsoft.com/office/drawing/2014/main" id="{57BB15A3-8AF9-464D-8953-372008A6BC44}"/>
              </a:ext>
            </a:extLst>
          </p:cNvPr>
          <p:cNvSpPr>
            <a:spLocks noGrp="1"/>
          </p:cNvSpPr>
          <p:nvPr/>
        </p:nvSpPr>
        <p:spPr>
          <a:xfrm>
            <a:off x="56667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01_find_only_1425">
            <a:extLst>
              <a:ext uri="{FF2B5EF4-FFF2-40B4-BE49-F238E27FC236}">
                <a16:creationId xmlns:a16="http://schemas.microsoft.com/office/drawing/2014/main" id="{24C9EB03-15A8-4C1A-9B27-15CED16274A4}"/>
              </a:ext>
            </a:extLst>
          </p:cNvPr>
          <p:cNvSpPr>
            <a:spLocks noGrp="1"/>
          </p:cNvSpPr>
          <p:nvPr/>
        </p:nvSpPr>
        <p:spPr>
          <a:xfrm>
            <a:off x="57046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01_find_only_1426">
            <a:extLst>
              <a:ext uri="{FF2B5EF4-FFF2-40B4-BE49-F238E27FC236}">
                <a16:creationId xmlns:a16="http://schemas.microsoft.com/office/drawing/2014/main" id="{C3967B54-64DC-4555-82A3-73B38DFEBF01}"/>
              </a:ext>
            </a:extLst>
          </p:cNvPr>
          <p:cNvSpPr>
            <a:spLocks noGrp="1"/>
          </p:cNvSpPr>
          <p:nvPr/>
        </p:nvSpPr>
        <p:spPr>
          <a:xfrm>
            <a:off x="57358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01_find_only_1427">
            <a:extLst>
              <a:ext uri="{FF2B5EF4-FFF2-40B4-BE49-F238E27FC236}">
                <a16:creationId xmlns:a16="http://schemas.microsoft.com/office/drawing/2014/main" id="{DC3A954A-D286-4F45-BD48-27E9BC22C4CC}"/>
              </a:ext>
            </a:extLst>
          </p:cNvPr>
          <p:cNvSpPr>
            <a:spLocks noGrp="1"/>
          </p:cNvSpPr>
          <p:nvPr/>
        </p:nvSpPr>
        <p:spPr>
          <a:xfrm>
            <a:off x="57067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01_find_only_1428">
            <a:extLst>
              <a:ext uri="{FF2B5EF4-FFF2-40B4-BE49-F238E27FC236}">
                <a16:creationId xmlns:a16="http://schemas.microsoft.com/office/drawing/2014/main" id="{9A6C300B-E07E-400B-85C5-7B75E4253AD1}"/>
              </a:ext>
            </a:extLst>
          </p:cNvPr>
          <p:cNvSpPr>
            <a:spLocks noGrp="1"/>
          </p:cNvSpPr>
          <p:nvPr/>
        </p:nvSpPr>
        <p:spPr>
          <a:xfrm>
            <a:off x="569032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01_find_only_1429">
            <a:extLst>
              <a:ext uri="{FF2B5EF4-FFF2-40B4-BE49-F238E27FC236}">
                <a16:creationId xmlns:a16="http://schemas.microsoft.com/office/drawing/2014/main" id="{BCD4B461-132B-4B0C-89D1-FC66C73CE15E}"/>
              </a:ext>
            </a:extLst>
          </p:cNvPr>
          <p:cNvSpPr>
            <a:spLocks noGrp="1"/>
          </p:cNvSpPr>
          <p:nvPr/>
        </p:nvSpPr>
        <p:spPr>
          <a:xfrm>
            <a:off x="5728016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01_find_only_1430">
            <a:extLst>
              <a:ext uri="{FF2B5EF4-FFF2-40B4-BE49-F238E27FC236}">
                <a16:creationId xmlns:a16="http://schemas.microsoft.com/office/drawing/2014/main" id="{478E6A5A-0CF8-48DE-BB59-239B56770662}"/>
              </a:ext>
            </a:extLst>
          </p:cNvPr>
          <p:cNvSpPr>
            <a:spLocks noGrp="1"/>
          </p:cNvSpPr>
          <p:nvPr/>
        </p:nvSpPr>
        <p:spPr>
          <a:xfrm>
            <a:off x="57249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01_find_only_1431">
            <a:extLst>
              <a:ext uri="{FF2B5EF4-FFF2-40B4-BE49-F238E27FC236}">
                <a16:creationId xmlns:a16="http://schemas.microsoft.com/office/drawing/2014/main" id="{BDAE67CD-9A14-4050-BA01-55996A240621}"/>
              </a:ext>
            </a:extLst>
          </p:cNvPr>
          <p:cNvSpPr>
            <a:spLocks noGrp="1"/>
          </p:cNvSpPr>
          <p:nvPr/>
        </p:nvSpPr>
        <p:spPr>
          <a:xfrm>
            <a:off x="5713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01_find_only_1432">
            <a:extLst>
              <a:ext uri="{FF2B5EF4-FFF2-40B4-BE49-F238E27FC236}">
                <a16:creationId xmlns:a16="http://schemas.microsoft.com/office/drawing/2014/main" id="{76B954C0-B4A7-4B7E-9B39-89A11B52E853}"/>
              </a:ext>
            </a:extLst>
          </p:cNvPr>
          <p:cNvSpPr>
            <a:spLocks noGrp="1"/>
          </p:cNvSpPr>
          <p:nvPr/>
        </p:nvSpPr>
        <p:spPr>
          <a:xfrm>
            <a:off x="57225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01_find_only_1433">
            <a:extLst>
              <a:ext uri="{FF2B5EF4-FFF2-40B4-BE49-F238E27FC236}">
                <a16:creationId xmlns:a16="http://schemas.microsoft.com/office/drawing/2014/main" id="{2FE78D98-9B36-43DF-ACDA-530E22F5AEC6}"/>
              </a:ext>
            </a:extLst>
          </p:cNvPr>
          <p:cNvSpPr>
            <a:spLocks noGrp="1"/>
          </p:cNvSpPr>
          <p:nvPr/>
        </p:nvSpPr>
        <p:spPr>
          <a:xfrm>
            <a:off x="56946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01_find_only_1434">
            <a:extLst>
              <a:ext uri="{FF2B5EF4-FFF2-40B4-BE49-F238E27FC236}">
                <a16:creationId xmlns:a16="http://schemas.microsoft.com/office/drawing/2014/main" id="{5C47EC54-CBB2-42AB-97E3-8EA7035B17BB}"/>
              </a:ext>
            </a:extLst>
          </p:cNvPr>
          <p:cNvSpPr>
            <a:spLocks noGrp="1"/>
          </p:cNvSpPr>
          <p:nvPr/>
        </p:nvSpPr>
        <p:spPr>
          <a:xfrm>
            <a:off x="57164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01_find_only_1435">
            <a:extLst>
              <a:ext uri="{FF2B5EF4-FFF2-40B4-BE49-F238E27FC236}">
                <a16:creationId xmlns:a16="http://schemas.microsoft.com/office/drawing/2014/main" id="{22EBFADC-014A-47E2-9709-BE8C53257FCA}"/>
              </a:ext>
            </a:extLst>
          </p:cNvPr>
          <p:cNvSpPr>
            <a:spLocks noGrp="1"/>
          </p:cNvSpPr>
          <p:nvPr/>
        </p:nvSpPr>
        <p:spPr>
          <a:xfrm>
            <a:off x="569566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01_find_only_1436">
            <a:extLst>
              <a:ext uri="{FF2B5EF4-FFF2-40B4-BE49-F238E27FC236}">
                <a16:creationId xmlns:a16="http://schemas.microsoft.com/office/drawing/2014/main" id="{98BB2ACD-B99E-47BA-8FDF-EA88BE1E5696}"/>
              </a:ext>
            </a:extLst>
          </p:cNvPr>
          <p:cNvSpPr>
            <a:spLocks noGrp="1"/>
          </p:cNvSpPr>
          <p:nvPr/>
        </p:nvSpPr>
        <p:spPr>
          <a:xfrm>
            <a:off x="570421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01_find_only_1437">
            <a:extLst>
              <a:ext uri="{FF2B5EF4-FFF2-40B4-BE49-F238E27FC236}">
                <a16:creationId xmlns:a16="http://schemas.microsoft.com/office/drawing/2014/main" id="{BA5890CB-87D0-484B-B414-AF6ECA0B509D}"/>
              </a:ext>
            </a:extLst>
          </p:cNvPr>
          <p:cNvSpPr>
            <a:spLocks noGrp="1"/>
          </p:cNvSpPr>
          <p:nvPr/>
        </p:nvSpPr>
        <p:spPr>
          <a:xfrm>
            <a:off x="5746183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01_find_only_1438">
            <a:extLst>
              <a:ext uri="{FF2B5EF4-FFF2-40B4-BE49-F238E27FC236}">
                <a16:creationId xmlns:a16="http://schemas.microsoft.com/office/drawing/2014/main" id="{2D36E780-54E7-4A76-882C-B40C122121F3}"/>
              </a:ext>
            </a:extLst>
          </p:cNvPr>
          <p:cNvSpPr>
            <a:spLocks noGrp="1"/>
          </p:cNvSpPr>
          <p:nvPr/>
        </p:nvSpPr>
        <p:spPr>
          <a:xfrm>
            <a:off x="56774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01_find_only_1439">
            <a:extLst>
              <a:ext uri="{FF2B5EF4-FFF2-40B4-BE49-F238E27FC236}">
                <a16:creationId xmlns:a16="http://schemas.microsoft.com/office/drawing/2014/main" id="{40E8F97E-F086-401A-BADC-BF903CC612B1}"/>
              </a:ext>
            </a:extLst>
          </p:cNvPr>
          <p:cNvSpPr>
            <a:spLocks noGrp="1"/>
          </p:cNvSpPr>
          <p:nvPr/>
        </p:nvSpPr>
        <p:spPr>
          <a:xfrm>
            <a:off x="56818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01_find_only_1440">
            <a:extLst>
              <a:ext uri="{FF2B5EF4-FFF2-40B4-BE49-F238E27FC236}">
                <a16:creationId xmlns:a16="http://schemas.microsoft.com/office/drawing/2014/main" id="{7353241F-D6A9-4906-836F-F6769C90A1BB}"/>
              </a:ext>
            </a:extLst>
          </p:cNvPr>
          <p:cNvSpPr>
            <a:spLocks noGrp="1"/>
          </p:cNvSpPr>
          <p:nvPr/>
        </p:nvSpPr>
        <p:spPr>
          <a:xfrm>
            <a:off x="57222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01_find_only_1441">
            <a:extLst>
              <a:ext uri="{FF2B5EF4-FFF2-40B4-BE49-F238E27FC236}">
                <a16:creationId xmlns:a16="http://schemas.microsoft.com/office/drawing/2014/main" id="{2CC2F39D-9BF3-4D17-B9ED-0168E7EC7D4D}"/>
              </a:ext>
            </a:extLst>
          </p:cNvPr>
          <p:cNvSpPr>
            <a:spLocks noGrp="1"/>
          </p:cNvSpPr>
          <p:nvPr/>
        </p:nvSpPr>
        <p:spPr>
          <a:xfrm>
            <a:off x="57214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01_find_only_1442">
            <a:extLst>
              <a:ext uri="{FF2B5EF4-FFF2-40B4-BE49-F238E27FC236}">
                <a16:creationId xmlns:a16="http://schemas.microsoft.com/office/drawing/2014/main" id="{CAA11967-0A4F-4B41-B8A2-C50A8CFAE14D}"/>
              </a:ext>
            </a:extLst>
          </p:cNvPr>
          <p:cNvSpPr>
            <a:spLocks noGrp="1"/>
          </p:cNvSpPr>
          <p:nvPr/>
        </p:nvSpPr>
        <p:spPr>
          <a:xfrm>
            <a:off x="5752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01_find_only_1443">
            <a:extLst>
              <a:ext uri="{FF2B5EF4-FFF2-40B4-BE49-F238E27FC236}">
                <a16:creationId xmlns:a16="http://schemas.microsoft.com/office/drawing/2014/main" id="{6B95027A-5E69-47BC-B7A6-B111789D474A}"/>
              </a:ext>
            </a:extLst>
          </p:cNvPr>
          <p:cNvSpPr>
            <a:spLocks noGrp="1"/>
          </p:cNvSpPr>
          <p:nvPr/>
        </p:nvSpPr>
        <p:spPr>
          <a:xfrm>
            <a:off x="57383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01_find_only_1444">
            <a:extLst>
              <a:ext uri="{FF2B5EF4-FFF2-40B4-BE49-F238E27FC236}">
                <a16:creationId xmlns:a16="http://schemas.microsoft.com/office/drawing/2014/main" id="{45A3445D-61B7-4BA2-A544-25A6E2B589A0}"/>
              </a:ext>
            </a:extLst>
          </p:cNvPr>
          <p:cNvSpPr>
            <a:spLocks noGrp="1"/>
          </p:cNvSpPr>
          <p:nvPr/>
        </p:nvSpPr>
        <p:spPr>
          <a:xfrm>
            <a:off x="56783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01_find_only_1445">
            <a:extLst>
              <a:ext uri="{FF2B5EF4-FFF2-40B4-BE49-F238E27FC236}">
                <a16:creationId xmlns:a16="http://schemas.microsoft.com/office/drawing/2014/main" id="{F1A0E0A7-2687-45A5-8E1C-93EE66A21D13}"/>
              </a:ext>
            </a:extLst>
          </p:cNvPr>
          <p:cNvSpPr>
            <a:spLocks noGrp="1"/>
          </p:cNvSpPr>
          <p:nvPr/>
        </p:nvSpPr>
        <p:spPr>
          <a:xfrm>
            <a:off x="5692458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01_find_only_1446">
            <a:extLst>
              <a:ext uri="{FF2B5EF4-FFF2-40B4-BE49-F238E27FC236}">
                <a16:creationId xmlns:a16="http://schemas.microsoft.com/office/drawing/2014/main" id="{AB0DD939-DC15-481B-A946-FBABD98326CB}"/>
              </a:ext>
            </a:extLst>
          </p:cNvPr>
          <p:cNvSpPr>
            <a:spLocks noGrp="1"/>
          </p:cNvSpPr>
          <p:nvPr/>
        </p:nvSpPr>
        <p:spPr>
          <a:xfrm>
            <a:off x="573102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01_find_only_1447">
            <a:extLst>
              <a:ext uri="{FF2B5EF4-FFF2-40B4-BE49-F238E27FC236}">
                <a16:creationId xmlns:a16="http://schemas.microsoft.com/office/drawing/2014/main" id="{4061ADFE-20EE-4A86-9D78-C6AA57E3916E}"/>
              </a:ext>
            </a:extLst>
          </p:cNvPr>
          <p:cNvSpPr>
            <a:spLocks noGrp="1"/>
          </p:cNvSpPr>
          <p:nvPr/>
        </p:nvSpPr>
        <p:spPr>
          <a:xfrm>
            <a:off x="5672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01_find_only_1448">
            <a:extLst>
              <a:ext uri="{FF2B5EF4-FFF2-40B4-BE49-F238E27FC236}">
                <a16:creationId xmlns:a16="http://schemas.microsoft.com/office/drawing/2014/main" id="{26D4CD1F-D3CC-484B-A7FD-C74796C66DF2}"/>
              </a:ext>
            </a:extLst>
          </p:cNvPr>
          <p:cNvSpPr>
            <a:spLocks noGrp="1"/>
          </p:cNvSpPr>
          <p:nvPr/>
        </p:nvSpPr>
        <p:spPr>
          <a:xfrm>
            <a:off x="57402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01_find_only_1449">
            <a:extLst>
              <a:ext uri="{FF2B5EF4-FFF2-40B4-BE49-F238E27FC236}">
                <a16:creationId xmlns:a16="http://schemas.microsoft.com/office/drawing/2014/main" id="{13BB352F-5254-4F32-9458-72E168D618F7}"/>
              </a:ext>
            </a:extLst>
          </p:cNvPr>
          <p:cNvSpPr>
            <a:spLocks noGrp="1"/>
          </p:cNvSpPr>
          <p:nvPr/>
        </p:nvSpPr>
        <p:spPr>
          <a:xfrm>
            <a:off x="57435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01_find_only_1450">
            <a:extLst>
              <a:ext uri="{FF2B5EF4-FFF2-40B4-BE49-F238E27FC236}">
                <a16:creationId xmlns:a16="http://schemas.microsoft.com/office/drawing/2014/main" id="{5E62E3D8-CC95-4719-9B64-1F4D4BCD7CB7}"/>
              </a:ext>
            </a:extLst>
          </p:cNvPr>
          <p:cNvSpPr>
            <a:spLocks noGrp="1"/>
          </p:cNvSpPr>
          <p:nvPr/>
        </p:nvSpPr>
        <p:spPr>
          <a:xfrm>
            <a:off x="573326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01_find_only_1451">
            <a:extLst>
              <a:ext uri="{FF2B5EF4-FFF2-40B4-BE49-F238E27FC236}">
                <a16:creationId xmlns:a16="http://schemas.microsoft.com/office/drawing/2014/main" id="{46DAF2F3-724A-4CFA-AB37-BEB262DBDFBC}"/>
              </a:ext>
            </a:extLst>
          </p:cNvPr>
          <p:cNvSpPr>
            <a:spLocks noGrp="1"/>
          </p:cNvSpPr>
          <p:nvPr/>
        </p:nvSpPr>
        <p:spPr>
          <a:xfrm>
            <a:off x="5732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01_find_only_1452">
            <a:extLst>
              <a:ext uri="{FF2B5EF4-FFF2-40B4-BE49-F238E27FC236}">
                <a16:creationId xmlns:a16="http://schemas.microsoft.com/office/drawing/2014/main" id="{65882875-E9AF-4153-B4FE-F0B24F8D66B7}"/>
              </a:ext>
            </a:extLst>
          </p:cNvPr>
          <p:cNvSpPr>
            <a:spLocks noGrp="1"/>
          </p:cNvSpPr>
          <p:nvPr/>
        </p:nvSpPr>
        <p:spPr>
          <a:xfrm>
            <a:off x="57365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01_find_only_1453">
            <a:extLst>
              <a:ext uri="{FF2B5EF4-FFF2-40B4-BE49-F238E27FC236}">
                <a16:creationId xmlns:a16="http://schemas.microsoft.com/office/drawing/2014/main" id="{F8A918AB-0FD8-439B-BDDF-9D36C6AB4048}"/>
              </a:ext>
            </a:extLst>
          </p:cNvPr>
          <p:cNvSpPr>
            <a:spLocks noGrp="1"/>
          </p:cNvSpPr>
          <p:nvPr/>
        </p:nvSpPr>
        <p:spPr>
          <a:xfrm>
            <a:off x="57182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01_find_only_1454">
            <a:extLst>
              <a:ext uri="{FF2B5EF4-FFF2-40B4-BE49-F238E27FC236}">
                <a16:creationId xmlns:a16="http://schemas.microsoft.com/office/drawing/2014/main" id="{DC23E70D-D281-43D0-B1C0-CBFD1BBDD17C}"/>
              </a:ext>
            </a:extLst>
          </p:cNvPr>
          <p:cNvSpPr>
            <a:spLocks noGrp="1"/>
          </p:cNvSpPr>
          <p:nvPr/>
        </p:nvSpPr>
        <p:spPr>
          <a:xfrm>
            <a:off x="566778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01_find_only_1455">
            <a:extLst>
              <a:ext uri="{FF2B5EF4-FFF2-40B4-BE49-F238E27FC236}">
                <a16:creationId xmlns:a16="http://schemas.microsoft.com/office/drawing/2014/main" id="{AFA8F0EB-65C4-4F37-8C8D-D72F7308F1CF}"/>
              </a:ext>
            </a:extLst>
          </p:cNvPr>
          <p:cNvSpPr>
            <a:spLocks noGrp="1"/>
          </p:cNvSpPr>
          <p:nvPr/>
        </p:nvSpPr>
        <p:spPr>
          <a:xfrm>
            <a:off x="57180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01_find_only_1456">
            <a:extLst>
              <a:ext uri="{FF2B5EF4-FFF2-40B4-BE49-F238E27FC236}">
                <a16:creationId xmlns:a16="http://schemas.microsoft.com/office/drawing/2014/main" id="{B05F5AE6-6453-4629-8182-925D60D6B494}"/>
              </a:ext>
            </a:extLst>
          </p:cNvPr>
          <p:cNvSpPr>
            <a:spLocks noGrp="1"/>
          </p:cNvSpPr>
          <p:nvPr/>
        </p:nvSpPr>
        <p:spPr>
          <a:xfrm>
            <a:off x="56806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01_find_only_1457">
            <a:extLst>
              <a:ext uri="{FF2B5EF4-FFF2-40B4-BE49-F238E27FC236}">
                <a16:creationId xmlns:a16="http://schemas.microsoft.com/office/drawing/2014/main" id="{3C432365-C629-46DC-8B08-486707652A03}"/>
              </a:ext>
            </a:extLst>
          </p:cNvPr>
          <p:cNvSpPr>
            <a:spLocks noGrp="1"/>
          </p:cNvSpPr>
          <p:nvPr/>
        </p:nvSpPr>
        <p:spPr>
          <a:xfrm>
            <a:off x="57327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01_find_only_1458">
            <a:extLst>
              <a:ext uri="{FF2B5EF4-FFF2-40B4-BE49-F238E27FC236}">
                <a16:creationId xmlns:a16="http://schemas.microsoft.com/office/drawing/2014/main" id="{157844C2-71E7-4E2E-80F0-11AEBCA0F2BE}"/>
              </a:ext>
            </a:extLst>
          </p:cNvPr>
          <p:cNvSpPr>
            <a:spLocks noGrp="1"/>
          </p:cNvSpPr>
          <p:nvPr/>
        </p:nvSpPr>
        <p:spPr>
          <a:xfrm>
            <a:off x="57456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01_find_only_1459">
            <a:extLst>
              <a:ext uri="{FF2B5EF4-FFF2-40B4-BE49-F238E27FC236}">
                <a16:creationId xmlns:a16="http://schemas.microsoft.com/office/drawing/2014/main" id="{F7361622-0AD2-4E41-A8B4-B6C6CAA7372A}"/>
              </a:ext>
            </a:extLst>
          </p:cNvPr>
          <p:cNvSpPr>
            <a:spLocks noGrp="1"/>
          </p:cNvSpPr>
          <p:nvPr/>
        </p:nvSpPr>
        <p:spPr>
          <a:xfrm>
            <a:off x="56790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01_find_only_1460">
            <a:extLst>
              <a:ext uri="{FF2B5EF4-FFF2-40B4-BE49-F238E27FC236}">
                <a16:creationId xmlns:a16="http://schemas.microsoft.com/office/drawing/2014/main" id="{F09CEE74-8C69-4C68-9030-79DF491E0DCA}"/>
              </a:ext>
            </a:extLst>
          </p:cNvPr>
          <p:cNvSpPr>
            <a:spLocks noGrp="1"/>
          </p:cNvSpPr>
          <p:nvPr/>
        </p:nvSpPr>
        <p:spPr>
          <a:xfrm>
            <a:off x="57336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01_find_only_1461">
            <a:extLst>
              <a:ext uri="{FF2B5EF4-FFF2-40B4-BE49-F238E27FC236}">
                <a16:creationId xmlns:a16="http://schemas.microsoft.com/office/drawing/2014/main" id="{A80EC69B-A7E8-4F68-B942-70FDAD1537CA}"/>
              </a:ext>
            </a:extLst>
          </p:cNvPr>
          <p:cNvSpPr>
            <a:spLocks noGrp="1"/>
          </p:cNvSpPr>
          <p:nvPr/>
        </p:nvSpPr>
        <p:spPr>
          <a:xfrm>
            <a:off x="5683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01_find_only_1462">
            <a:extLst>
              <a:ext uri="{FF2B5EF4-FFF2-40B4-BE49-F238E27FC236}">
                <a16:creationId xmlns:a16="http://schemas.microsoft.com/office/drawing/2014/main" id="{07B2EE98-8131-4103-BF9C-83D3D03C07C9}"/>
              </a:ext>
            </a:extLst>
          </p:cNvPr>
          <p:cNvSpPr>
            <a:spLocks noGrp="1"/>
          </p:cNvSpPr>
          <p:nvPr/>
        </p:nvSpPr>
        <p:spPr>
          <a:xfrm>
            <a:off x="568818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01_find_only_1463">
            <a:extLst>
              <a:ext uri="{FF2B5EF4-FFF2-40B4-BE49-F238E27FC236}">
                <a16:creationId xmlns:a16="http://schemas.microsoft.com/office/drawing/2014/main" id="{BF13527D-0EA6-4AAD-A6D8-5B99D14E2312}"/>
              </a:ext>
            </a:extLst>
          </p:cNvPr>
          <p:cNvSpPr>
            <a:spLocks noGrp="1"/>
          </p:cNvSpPr>
          <p:nvPr/>
        </p:nvSpPr>
        <p:spPr>
          <a:xfrm>
            <a:off x="56766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01_find_only_1464">
            <a:extLst>
              <a:ext uri="{FF2B5EF4-FFF2-40B4-BE49-F238E27FC236}">
                <a16:creationId xmlns:a16="http://schemas.microsoft.com/office/drawing/2014/main" id="{0830EE26-B0D5-45A2-A517-8EE29122F78C}"/>
              </a:ext>
            </a:extLst>
          </p:cNvPr>
          <p:cNvSpPr>
            <a:spLocks noGrp="1"/>
          </p:cNvSpPr>
          <p:nvPr/>
        </p:nvSpPr>
        <p:spPr>
          <a:xfrm>
            <a:off x="57325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01_find_only_1465">
            <a:extLst>
              <a:ext uri="{FF2B5EF4-FFF2-40B4-BE49-F238E27FC236}">
                <a16:creationId xmlns:a16="http://schemas.microsoft.com/office/drawing/2014/main" id="{0B463FC6-8A03-442A-B17F-C5313B3822F3}"/>
              </a:ext>
            </a:extLst>
          </p:cNvPr>
          <p:cNvSpPr>
            <a:spLocks noGrp="1"/>
          </p:cNvSpPr>
          <p:nvPr/>
        </p:nvSpPr>
        <p:spPr>
          <a:xfrm>
            <a:off x="5757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01_find_only_1466">
            <a:extLst>
              <a:ext uri="{FF2B5EF4-FFF2-40B4-BE49-F238E27FC236}">
                <a16:creationId xmlns:a16="http://schemas.microsoft.com/office/drawing/2014/main" id="{816C8E1E-30DD-46A8-8361-2472244F5A6D}"/>
              </a:ext>
            </a:extLst>
          </p:cNvPr>
          <p:cNvSpPr>
            <a:spLocks noGrp="1"/>
          </p:cNvSpPr>
          <p:nvPr/>
        </p:nvSpPr>
        <p:spPr>
          <a:xfrm>
            <a:off x="576182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01_find_only_1467">
            <a:extLst>
              <a:ext uri="{FF2B5EF4-FFF2-40B4-BE49-F238E27FC236}">
                <a16:creationId xmlns:a16="http://schemas.microsoft.com/office/drawing/2014/main" id="{51130641-F632-4F8E-893C-0540623AF132}"/>
              </a:ext>
            </a:extLst>
          </p:cNvPr>
          <p:cNvSpPr>
            <a:spLocks noGrp="1"/>
          </p:cNvSpPr>
          <p:nvPr/>
        </p:nvSpPr>
        <p:spPr>
          <a:xfrm>
            <a:off x="5701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01_find_only_1468">
            <a:extLst>
              <a:ext uri="{FF2B5EF4-FFF2-40B4-BE49-F238E27FC236}">
                <a16:creationId xmlns:a16="http://schemas.microsoft.com/office/drawing/2014/main" id="{36C3C6DB-109A-4E96-8CFA-6D10364B396D}"/>
              </a:ext>
            </a:extLst>
          </p:cNvPr>
          <p:cNvSpPr>
            <a:spLocks noGrp="1"/>
          </p:cNvSpPr>
          <p:nvPr/>
        </p:nvSpPr>
        <p:spPr>
          <a:xfrm>
            <a:off x="573743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01_find_only_1469">
            <a:extLst>
              <a:ext uri="{FF2B5EF4-FFF2-40B4-BE49-F238E27FC236}">
                <a16:creationId xmlns:a16="http://schemas.microsoft.com/office/drawing/2014/main" id="{8CB8B2A6-A8AE-42D1-BF74-7BC409BDD13B}"/>
              </a:ext>
            </a:extLst>
          </p:cNvPr>
          <p:cNvSpPr>
            <a:spLocks noGrp="1"/>
          </p:cNvSpPr>
          <p:nvPr/>
        </p:nvSpPr>
        <p:spPr>
          <a:xfrm>
            <a:off x="57562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01_find_only_1470">
            <a:extLst>
              <a:ext uri="{FF2B5EF4-FFF2-40B4-BE49-F238E27FC236}">
                <a16:creationId xmlns:a16="http://schemas.microsoft.com/office/drawing/2014/main" id="{19408ED2-EA7D-4512-B088-D7CA5F44DBAD}"/>
              </a:ext>
            </a:extLst>
          </p:cNvPr>
          <p:cNvSpPr>
            <a:spLocks noGrp="1"/>
          </p:cNvSpPr>
          <p:nvPr/>
        </p:nvSpPr>
        <p:spPr>
          <a:xfrm>
            <a:off x="574482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01_find_only_1471">
            <a:extLst>
              <a:ext uri="{FF2B5EF4-FFF2-40B4-BE49-F238E27FC236}">
                <a16:creationId xmlns:a16="http://schemas.microsoft.com/office/drawing/2014/main" id="{F87A9FB6-1734-486B-A73D-9084641FF512}"/>
              </a:ext>
            </a:extLst>
          </p:cNvPr>
          <p:cNvSpPr>
            <a:spLocks noGrp="1"/>
          </p:cNvSpPr>
          <p:nvPr/>
        </p:nvSpPr>
        <p:spPr>
          <a:xfrm>
            <a:off x="5734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01_find_only_1472">
            <a:extLst>
              <a:ext uri="{FF2B5EF4-FFF2-40B4-BE49-F238E27FC236}">
                <a16:creationId xmlns:a16="http://schemas.microsoft.com/office/drawing/2014/main" id="{E9F90CEF-C2F0-4BC1-A3AD-93EFF4D3FB44}"/>
              </a:ext>
            </a:extLst>
          </p:cNvPr>
          <p:cNvSpPr>
            <a:spLocks noGrp="1"/>
          </p:cNvSpPr>
          <p:nvPr/>
        </p:nvSpPr>
        <p:spPr>
          <a:xfrm>
            <a:off x="57107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01_find_only_1473">
            <a:extLst>
              <a:ext uri="{FF2B5EF4-FFF2-40B4-BE49-F238E27FC236}">
                <a16:creationId xmlns:a16="http://schemas.microsoft.com/office/drawing/2014/main" id="{9B123927-833A-4339-A0D6-FE61B87F761C}"/>
              </a:ext>
            </a:extLst>
          </p:cNvPr>
          <p:cNvSpPr>
            <a:spLocks noGrp="1"/>
          </p:cNvSpPr>
          <p:nvPr/>
        </p:nvSpPr>
        <p:spPr>
          <a:xfrm>
            <a:off x="5707807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01_find_only_1474">
            <a:extLst>
              <a:ext uri="{FF2B5EF4-FFF2-40B4-BE49-F238E27FC236}">
                <a16:creationId xmlns:a16="http://schemas.microsoft.com/office/drawing/2014/main" id="{C38DAB1F-18BE-4A34-9AA0-81AA34D2BFEE}"/>
              </a:ext>
            </a:extLst>
          </p:cNvPr>
          <p:cNvSpPr>
            <a:spLocks noGrp="1"/>
          </p:cNvSpPr>
          <p:nvPr/>
        </p:nvSpPr>
        <p:spPr>
          <a:xfrm>
            <a:off x="5675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01_find_only_1475">
            <a:extLst>
              <a:ext uri="{FF2B5EF4-FFF2-40B4-BE49-F238E27FC236}">
                <a16:creationId xmlns:a16="http://schemas.microsoft.com/office/drawing/2014/main" id="{C1D29A15-2F88-4602-A0E7-6222B4EE0DBF}"/>
              </a:ext>
            </a:extLst>
          </p:cNvPr>
          <p:cNvSpPr>
            <a:spLocks noGrp="1"/>
          </p:cNvSpPr>
          <p:nvPr/>
        </p:nvSpPr>
        <p:spPr>
          <a:xfrm>
            <a:off x="5756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01_find_only_1476">
            <a:extLst>
              <a:ext uri="{FF2B5EF4-FFF2-40B4-BE49-F238E27FC236}">
                <a16:creationId xmlns:a16="http://schemas.microsoft.com/office/drawing/2014/main" id="{2033AF56-FC7C-4247-8FBB-6990AFB8877B}"/>
              </a:ext>
            </a:extLst>
          </p:cNvPr>
          <p:cNvSpPr>
            <a:spLocks noGrp="1"/>
          </p:cNvSpPr>
          <p:nvPr/>
        </p:nvSpPr>
        <p:spPr>
          <a:xfrm>
            <a:off x="5746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01_find_only_1477">
            <a:extLst>
              <a:ext uri="{FF2B5EF4-FFF2-40B4-BE49-F238E27FC236}">
                <a16:creationId xmlns:a16="http://schemas.microsoft.com/office/drawing/2014/main" id="{D5662078-684A-4846-9A42-386A4D5443AF}"/>
              </a:ext>
            </a:extLst>
          </p:cNvPr>
          <p:cNvSpPr>
            <a:spLocks noGrp="1"/>
          </p:cNvSpPr>
          <p:nvPr/>
        </p:nvSpPr>
        <p:spPr>
          <a:xfrm>
            <a:off x="57316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01_find_only_1478">
            <a:extLst>
              <a:ext uri="{FF2B5EF4-FFF2-40B4-BE49-F238E27FC236}">
                <a16:creationId xmlns:a16="http://schemas.microsoft.com/office/drawing/2014/main" id="{EF4F83D7-F18D-4EB3-9B86-D3F44085E966}"/>
              </a:ext>
            </a:extLst>
          </p:cNvPr>
          <p:cNvSpPr>
            <a:spLocks noGrp="1"/>
          </p:cNvSpPr>
          <p:nvPr/>
        </p:nvSpPr>
        <p:spPr>
          <a:xfrm>
            <a:off x="5672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01_find_only_1479">
            <a:extLst>
              <a:ext uri="{FF2B5EF4-FFF2-40B4-BE49-F238E27FC236}">
                <a16:creationId xmlns:a16="http://schemas.microsoft.com/office/drawing/2014/main" id="{E224C98E-1358-4EDC-84EB-F742430C1AEC}"/>
              </a:ext>
            </a:extLst>
          </p:cNvPr>
          <p:cNvSpPr>
            <a:spLocks noGrp="1"/>
          </p:cNvSpPr>
          <p:nvPr/>
        </p:nvSpPr>
        <p:spPr>
          <a:xfrm>
            <a:off x="5681480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01_find_only_1480">
            <a:extLst>
              <a:ext uri="{FF2B5EF4-FFF2-40B4-BE49-F238E27FC236}">
                <a16:creationId xmlns:a16="http://schemas.microsoft.com/office/drawing/2014/main" id="{75A9B149-9EA7-448B-8744-0518A0DB7087}"/>
              </a:ext>
            </a:extLst>
          </p:cNvPr>
          <p:cNvSpPr>
            <a:spLocks noGrp="1"/>
          </p:cNvSpPr>
          <p:nvPr/>
        </p:nvSpPr>
        <p:spPr>
          <a:xfrm>
            <a:off x="56909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01_find_only_1481">
            <a:extLst>
              <a:ext uri="{FF2B5EF4-FFF2-40B4-BE49-F238E27FC236}">
                <a16:creationId xmlns:a16="http://schemas.microsoft.com/office/drawing/2014/main" id="{A85CF83D-A661-4EFC-A3C7-783AA39DCC6A}"/>
              </a:ext>
            </a:extLst>
          </p:cNvPr>
          <p:cNvSpPr>
            <a:spLocks noGrp="1"/>
          </p:cNvSpPr>
          <p:nvPr/>
        </p:nvSpPr>
        <p:spPr>
          <a:xfrm>
            <a:off x="5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01_find_only_1482">
            <a:extLst>
              <a:ext uri="{FF2B5EF4-FFF2-40B4-BE49-F238E27FC236}">
                <a16:creationId xmlns:a16="http://schemas.microsoft.com/office/drawing/2014/main" id="{E7A12FD6-EC15-4D86-A481-7579EE5C6BBE}"/>
              </a:ext>
            </a:extLst>
          </p:cNvPr>
          <p:cNvSpPr>
            <a:spLocks noGrp="1"/>
          </p:cNvSpPr>
          <p:nvPr/>
        </p:nvSpPr>
        <p:spPr>
          <a:xfrm>
            <a:off x="57227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01_find_only_1483">
            <a:extLst>
              <a:ext uri="{FF2B5EF4-FFF2-40B4-BE49-F238E27FC236}">
                <a16:creationId xmlns:a16="http://schemas.microsoft.com/office/drawing/2014/main" id="{B9FBD070-7584-43AE-8F73-EAFB3CD2968F}"/>
              </a:ext>
            </a:extLst>
          </p:cNvPr>
          <p:cNvSpPr>
            <a:spLocks noGrp="1"/>
          </p:cNvSpPr>
          <p:nvPr/>
        </p:nvSpPr>
        <p:spPr>
          <a:xfrm>
            <a:off x="56855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01_find_only_1484">
            <a:extLst>
              <a:ext uri="{FF2B5EF4-FFF2-40B4-BE49-F238E27FC236}">
                <a16:creationId xmlns:a16="http://schemas.microsoft.com/office/drawing/2014/main" id="{8EF0EAD6-DF6B-418E-9644-82C4BC1AC975}"/>
              </a:ext>
            </a:extLst>
          </p:cNvPr>
          <p:cNvSpPr>
            <a:spLocks noGrp="1"/>
          </p:cNvSpPr>
          <p:nvPr/>
        </p:nvSpPr>
        <p:spPr>
          <a:xfrm>
            <a:off x="5703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01_find_only_1485">
            <a:extLst>
              <a:ext uri="{FF2B5EF4-FFF2-40B4-BE49-F238E27FC236}">
                <a16:creationId xmlns:a16="http://schemas.microsoft.com/office/drawing/2014/main" id="{93BB951C-C484-4A36-99AD-C251BA82EBF4}"/>
              </a:ext>
            </a:extLst>
          </p:cNvPr>
          <p:cNvSpPr>
            <a:spLocks noGrp="1"/>
          </p:cNvSpPr>
          <p:nvPr/>
        </p:nvSpPr>
        <p:spPr>
          <a:xfrm>
            <a:off x="5668753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01_find_only_1486">
            <a:extLst>
              <a:ext uri="{FF2B5EF4-FFF2-40B4-BE49-F238E27FC236}">
                <a16:creationId xmlns:a16="http://schemas.microsoft.com/office/drawing/2014/main" id="{DBFB5DA9-D914-42A9-A273-383E6473FA03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1_find_only_1487">
            <a:extLst>
              <a:ext uri="{FF2B5EF4-FFF2-40B4-BE49-F238E27FC236}">
                <a16:creationId xmlns:a16="http://schemas.microsoft.com/office/drawing/2014/main" id="{3EDD909C-F9A9-4560-9FBF-C7BBAAE19722}"/>
              </a:ext>
            </a:extLst>
          </p:cNvPr>
          <p:cNvSpPr>
            <a:spLocks noGrp="1"/>
          </p:cNvSpPr>
          <p:nvPr/>
        </p:nvSpPr>
        <p:spPr>
          <a:xfrm>
            <a:off x="4184890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9" name="text_1488">
            <a:extLst>
              <a:ext uri="{FF2B5EF4-FFF2-40B4-BE49-F238E27FC236}">
                <a16:creationId xmlns:a16="http://schemas.microsoft.com/office/drawing/2014/main" id="{144595BB-D138-4DA9-A1D1-26CDC12F7A9A}"/>
              </a:ext>
            </a:extLst>
          </p:cNvPr>
          <p:cNvSpPr>
            <a:spLocks noGrp="1"/>
          </p:cNvSpPr>
          <p:nvPr/>
        </p:nvSpPr>
        <p:spPr>
          <a:xfrm>
            <a:off x="3953882" y="2663980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b</a:t>
            </a:r>
          </a:p>
        </p:txBody>
      </p:sp>
      <p:sp>
        <p:nvSpPr>
          <p:cNvPr id="1490" name="text_1489">
            <a:extLst>
              <a:ext uri="{FF2B5EF4-FFF2-40B4-BE49-F238E27FC236}">
                <a16:creationId xmlns:a16="http://schemas.microsoft.com/office/drawing/2014/main" id="{9D5DAE44-14C9-4E32-BA43-42616A0F18C4}"/>
              </a:ext>
            </a:extLst>
          </p:cNvPr>
          <p:cNvSpPr>
            <a:spLocks noGrp="1"/>
          </p:cNvSpPr>
          <p:nvPr/>
        </p:nvSpPr>
        <p:spPr>
          <a:xfrm>
            <a:off x="4184890" y="2654988"/>
            <a:ext cx="788985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CA2</a:t>
            </a:r>
          </a:p>
        </p:txBody>
      </p:sp>
      <p:sp>
        <p:nvSpPr>
          <p:cNvPr id="1491" name="01_find_only_1490">
            <a:extLst>
              <a:ext uri="{FF2B5EF4-FFF2-40B4-BE49-F238E27FC236}">
                <a16:creationId xmlns:a16="http://schemas.microsoft.com/office/drawing/2014/main" id="{0BCA3B29-D190-4C19-B37B-BA3D0B46EEAE}"/>
              </a:ext>
            </a:extLst>
          </p:cNvPr>
          <p:cNvSpPr>
            <a:spLocks noGrp="1"/>
          </p:cNvSpPr>
          <p:nvPr/>
        </p:nvSpPr>
        <p:spPr>
          <a:xfrm>
            <a:off x="4200168" y="3396949"/>
            <a:ext cx="1527834" cy="817446"/>
          </a:xfrm>
          <a:custGeom>
            <a:avLst/>
            <a:gdLst/>
            <a:ahLst/>
            <a:cxnLst/>
            <a:rect l="0" t="0" r="0" b="0"/>
            <a:pathLst>
              <a:path w="1500000" h="802554">
                <a:moveTo>
                  <a:pt x="0" y="802554"/>
                </a:moveTo>
                <a:lnTo>
                  <a:pt x="14493" y="801176"/>
                </a:lnTo>
                <a:lnTo>
                  <a:pt x="15217" y="801028"/>
                </a:lnTo>
                <a:lnTo>
                  <a:pt x="19231" y="800233"/>
                </a:lnTo>
                <a:lnTo>
                  <a:pt x="19565" y="798734"/>
                </a:lnTo>
                <a:lnTo>
                  <a:pt x="25000" y="797701"/>
                </a:lnTo>
                <a:lnTo>
                  <a:pt x="26316" y="796349"/>
                </a:lnTo>
                <a:lnTo>
                  <a:pt x="27778" y="796257"/>
                </a:lnTo>
                <a:lnTo>
                  <a:pt x="28986" y="793916"/>
                </a:lnTo>
                <a:lnTo>
                  <a:pt x="32051" y="792511"/>
                </a:lnTo>
                <a:lnTo>
                  <a:pt x="33333" y="791355"/>
                </a:lnTo>
                <a:lnTo>
                  <a:pt x="35714" y="791324"/>
                </a:lnTo>
                <a:lnTo>
                  <a:pt x="36957" y="788883"/>
                </a:lnTo>
                <a:lnTo>
                  <a:pt x="40984" y="787549"/>
                </a:lnTo>
                <a:lnTo>
                  <a:pt x="42391" y="782676"/>
                </a:lnTo>
                <a:lnTo>
                  <a:pt x="48387" y="781286"/>
                </a:lnTo>
                <a:lnTo>
                  <a:pt x="49180" y="781079"/>
                </a:lnTo>
                <a:lnTo>
                  <a:pt x="50000" y="781079"/>
                </a:lnTo>
                <a:lnTo>
                  <a:pt x="51282" y="779453"/>
                </a:lnTo>
                <a:lnTo>
                  <a:pt x="55556" y="778430"/>
                </a:lnTo>
                <a:lnTo>
                  <a:pt x="56522" y="775069"/>
                </a:lnTo>
                <a:lnTo>
                  <a:pt x="62500" y="774170"/>
                </a:lnTo>
                <a:lnTo>
                  <a:pt x="63043" y="764531"/>
                </a:lnTo>
                <a:lnTo>
                  <a:pt x="68966" y="763211"/>
                </a:lnTo>
                <a:lnTo>
                  <a:pt x="69565" y="762755"/>
                </a:lnTo>
                <a:lnTo>
                  <a:pt x="71429" y="762649"/>
                </a:lnTo>
                <a:lnTo>
                  <a:pt x="72826" y="756328"/>
                </a:lnTo>
                <a:lnTo>
                  <a:pt x="76923" y="754939"/>
                </a:lnTo>
                <a:lnTo>
                  <a:pt x="78261" y="753455"/>
                </a:lnTo>
                <a:lnTo>
                  <a:pt x="83333" y="752771"/>
                </a:lnTo>
                <a:lnTo>
                  <a:pt x="83696" y="734149"/>
                </a:lnTo>
                <a:lnTo>
                  <a:pt x="90909" y="733261"/>
                </a:lnTo>
                <a:lnTo>
                  <a:pt x="91667" y="732376"/>
                </a:lnTo>
                <a:lnTo>
                  <a:pt x="96154" y="731401"/>
                </a:lnTo>
                <a:lnTo>
                  <a:pt x="97222" y="730205"/>
                </a:lnTo>
                <a:lnTo>
                  <a:pt x="100000" y="730027"/>
                </a:lnTo>
                <a:lnTo>
                  <a:pt x="101087" y="719725"/>
                </a:lnTo>
                <a:lnTo>
                  <a:pt x="107143" y="718395"/>
                </a:lnTo>
                <a:lnTo>
                  <a:pt x="108333" y="716162"/>
                </a:lnTo>
                <a:lnTo>
                  <a:pt x="111111" y="715938"/>
                </a:lnTo>
                <a:lnTo>
                  <a:pt x="111111" y="712592"/>
                </a:lnTo>
                <a:lnTo>
                  <a:pt x="115385" y="712439"/>
                </a:lnTo>
                <a:lnTo>
                  <a:pt x="116304" y="710868"/>
                </a:lnTo>
                <a:lnTo>
                  <a:pt x="125000" y="710047"/>
                </a:lnTo>
                <a:lnTo>
                  <a:pt x="126087" y="674736"/>
                </a:lnTo>
                <a:lnTo>
                  <a:pt x="134409" y="673334"/>
                </a:lnTo>
                <a:lnTo>
                  <a:pt x="134615" y="671805"/>
                </a:lnTo>
                <a:lnTo>
                  <a:pt x="138889" y="670809"/>
                </a:lnTo>
                <a:lnTo>
                  <a:pt x="140217" y="668947"/>
                </a:lnTo>
                <a:lnTo>
                  <a:pt x="142857" y="668676"/>
                </a:lnTo>
                <a:lnTo>
                  <a:pt x="143478" y="662474"/>
                </a:lnTo>
                <a:lnTo>
                  <a:pt x="150000" y="661771"/>
                </a:lnTo>
                <a:lnTo>
                  <a:pt x="151087" y="660837"/>
                </a:lnTo>
                <a:lnTo>
                  <a:pt x="153846" y="660579"/>
                </a:lnTo>
                <a:lnTo>
                  <a:pt x="155172" y="659139"/>
                </a:lnTo>
                <a:lnTo>
                  <a:pt x="156250" y="659017"/>
                </a:lnTo>
                <a:lnTo>
                  <a:pt x="157609" y="657657"/>
                </a:lnTo>
                <a:lnTo>
                  <a:pt x="166667" y="656815"/>
                </a:lnTo>
                <a:lnTo>
                  <a:pt x="167391" y="618983"/>
                </a:lnTo>
                <a:lnTo>
                  <a:pt x="173077" y="618555"/>
                </a:lnTo>
                <a:lnTo>
                  <a:pt x="173913" y="617225"/>
                </a:lnTo>
                <a:lnTo>
                  <a:pt x="178571" y="616246"/>
                </a:lnTo>
                <a:lnTo>
                  <a:pt x="179487" y="614622"/>
                </a:lnTo>
                <a:lnTo>
                  <a:pt x="187500" y="613825"/>
                </a:lnTo>
                <a:lnTo>
                  <a:pt x="188406" y="605336"/>
                </a:lnTo>
                <a:lnTo>
                  <a:pt x="192308" y="604559"/>
                </a:lnTo>
                <a:lnTo>
                  <a:pt x="193478" y="603636"/>
                </a:lnTo>
                <a:lnTo>
                  <a:pt x="200000" y="602441"/>
                </a:lnTo>
                <a:lnTo>
                  <a:pt x="201299" y="591990"/>
                </a:lnTo>
                <a:lnTo>
                  <a:pt x="208333" y="591322"/>
                </a:lnTo>
                <a:lnTo>
                  <a:pt x="209677" y="587098"/>
                </a:lnTo>
                <a:lnTo>
                  <a:pt x="211538" y="586577"/>
                </a:lnTo>
                <a:lnTo>
                  <a:pt x="212121" y="585093"/>
                </a:lnTo>
                <a:lnTo>
                  <a:pt x="214286" y="585078"/>
                </a:lnTo>
                <a:lnTo>
                  <a:pt x="215217" y="580095"/>
                </a:lnTo>
                <a:lnTo>
                  <a:pt x="222222" y="579630"/>
                </a:lnTo>
                <a:lnTo>
                  <a:pt x="222222" y="577269"/>
                </a:lnTo>
                <a:lnTo>
                  <a:pt x="227174" y="575867"/>
                </a:lnTo>
                <a:lnTo>
                  <a:pt x="228261" y="575192"/>
                </a:lnTo>
                <a:lnTo>
                  <a:pt x="231884" y="573866"/>
                </a:lnTo>
                <a:lnTo>
                  <a:pt x="231884" y="573764"/>
                </a:lnTo>
                <a:lnTo>
                  <a:pt x="241379" y="572481"/>
                </a:lnTo>
                <a:lnTo>
                  <a:pt x="242424" y="571997"/>
                </a:lnTo>
                <a:lnTo>
                  <a:pt x="250000" y="571619"/>
                </a:lnTo>
                <a:lnTo>
                  <a:pt x="251087" y="444126"/>
                </a:lnTo>
                <a:lnTo>
                  <a:pt x="262821" y="442717"/>
                </a:lnTo>
                <a:lnTo>
                  <a:pt x="264130" y="442146"/>
                </a:lnTo>
                <a:lnTo>
                  <a:pt x="269231" y="441757"/>
                </a:lnTo>
                <a:lnTo>
                  <a:pt x="269565" y="440289"/>
                </a:lnTo>
                <a:lnTo>
                  <a:pt x="275000" y="439227"/>
                </a:lnTo>
                <a:lnTo>
                  <a:pt x="275862" y="438066"/>
                </a:lnTo>
                <a:lnTo>
                  <a:pt x="277778" y="438050"/>
                </a:lnTo>
                <a:lnTo>
                  <a:pt x="277778" y="435295"/>
                </a:lnTo>
                <a:lnTo>
                  <a:pt x="285714" y="434445"/>
                </a:lnTo>
                <a:lnTo>
                  <a:pt x="286957" y="432053"/>
                </a:lnTo>
                <a:lnTo>
                  <a:pt x="291667" y="430889"/>
                </a:lnTo>
                <a:lnTo>
                  <a:pt x="292391" y="427596"/>
                </a:lnTo>
                <a:lnTo>
                  <a:pt x="300000" y="426929"/>
                </a:lnTo>
                <a:lnTo>
                  <a:pt x="301282" y="421095"/>
                </a:lnTo>
                <a:lnTo>
                  <a:pt x="306452" y="419688"/>
                </a:lnTo>
                <a:lnTo>
                  <a:pt x="307692" y="418915"/>
                </a:lnTo>
                <a:lnTo>
                  <a:pt x="312500" y="418235"/>
                </a:lnTo>
                <a:lnTo>
                  <a:pt x="313853" y="413761"/>
                </a:lnTo>
                <a:lnTo>
                  <a:pt x="321429" y="412516"/>
                </a:lnTo>
                <a:lnTo>
                  <a:pt x="322826" y="411366"/>
                </a:lnTo>
                <a:lnTo>
                  <a:pt x="327586" y="410197"/>
                </a:lnTo>
                <a:lnTo>
                  <a:pt x="327957" y="409876"/>
                </a:lnTo>
                <a:lnTo>
                  <a:pt x="333333" y="409769"/>
                </a:lnTo>
                <a:lnTo>
                  <a:pt x="333333" y="366556"/>
                </a:lnTo>
                <a:lnTo>
                  <a:pt x="346154" y="365566"/>
                </a:lnTo>
                <a:lnTo>
                  <a:pt x="346739" y="364914"/>
                </a:lnTo>
                <a:lnTo>
                  <a:pt x="357143" y="364343"/>
                </a:lnTo>
                <a:lnTo>
                  <a:pt x="358333" y="359794"/>
                </a:lnTo>
                <a:lnTo>
                  <a:pt x="363636" y="358675"/>
                </a:lnTo>
                <a:lnTo>
                  <a:pt x="364130" y="357985"/>
                </a:lnTo>
                <a:lnTo>
                  <a:pt x="375000" y="357153"/>
                </a:lnTo>
                <a:lnTo>
                  <a:pt x="376344" y="340119"/>
                </a:lnTo>
                <a:lnTo>
                  <a:pt x="388889" y="339071"/>
                </a:lnTo>
                <a:lnTo>
                  <a:pt x="390217" y="338253"/>
                </a:lnTo>
                <a:lnTo>
                  <a:pt x="397436" y="336848"/>
                </a:lnTo>
                <a:lnTo>
                  <a:pt x="398268" y="336635"/>
                </a:lnTo>
                <a:lnTo>
                  <a:pt x="400000" y="336635"/>
                </a:lnTo>
                <a:lnTo>
                  <a:pt x="401087" y="331173"/>
                </a:lnTo>
                <a:lnTo>
                  <a:pt x="409091" y="330369"/>
                </a:lnTo>
                <a:lnTo>
                  <a:pt x="410256" y="329634"/>
                </a:lnTo>
                <a:lnTo>
                  <a:pt x="416667" y="329512"/>
                </a:lnTo>
                <a:lnTo>
                  <a:pt x="417749" y="318962"/>
                </a:lnTo>
                <a:lnTo>
                  <a:pt x="428571" y="317685"/>
                </a:lnTo>
                <a:lnTo>
                  <a:pt x="429487" y="316582"/>
                </a:lnTo>
                <a:lnTo>
                  <a:pt x="437500" y="316327"/>
                </a:lnTo>
                <a:lnTo>
                  <a:pt x="437500" y="314556"/>
                </a:lnTo>
                <a:lnTo>
                  <a:pt x="454545" y="313675"/>
                </a:lnTo>
                <a:lnTo>
                  <a:pt x="455128" y="312910"/>
                </a:lnTo>
                <a:lnTo>
                  <a:pt x="458333" y="312910"/>
                </a:lnTo>
                <a:lnTo>
                  <a:pt x="458874" y="310400"/>
                </a:lnTo>
                <a:lnTo>
                  <a:pt x="464286" y="309975"/>
                </a:lnTo>
                <a:lnTo>
                  <a:pt x="465368" y="308933"/>
                </a:lnTo>
                <a:lnTo>
                  <a:pt x="480769" y="307692"/>
                </a:lnTo>
                <a:lnTo>
                  <a:pt x="480769" y="307329"/>
                </a:lnTo>
                <a:lnTo>
                  <a:pt x="500000" y="307025"/>
                </a:lnTo>
                <a:lnTo>
                  <a:pt x="500000" y="98098"/>
                </a:lnTo>
                <a:lnTo>
                  <a:pt x="541667" y="97107"/>
                </a:lnTo>
                <a:lnTo>
                  <a:pt x="541667" y="96517"/>
                </a:lnTo>
                <a:lnTo>
                  <a:pt x="583333" y="95430"/>
                </a:lnTo>
                <a:lnTo>
                  <a:pt x="583333" y="87048"/>
                </a:lnTo>
                <a:lnTo>
                  <a:pt x="600000" y="86487"/>
                </a:lnTo>
                <a:lnTo>
                  <a:pt x="600000" y="83535"/>
                </a:lnTo>
                <a:lnTo>
                  <a:pt x="625000" y="83417"/>
                </a:lnTo>
                <a:lnTo>
                  <a:pt x="625000" y="76481"/>
                </a:lnTo>
                <a:lnTo>
                  <a:pt x="666667" y="75684"/>
                </a:lnTo>
                <a:lnTo>
                  <a:pt x="666667" y="66711"/>
                </a:lnTo>
                <a:lnTo>
                  <a:pt x="700000" y="65383"/>
                </a:lnTo>
                <a:lnTo>
                  <a:pt x="700000" y="65265"/>
                </a:lnTo>
                <a:lnTo>
                  <a:pt x="714286" y="64674"/>
                </a:lnTo>
                <a:lnTo>
                  <a:pt x="714286" y="63662"/>
                </a:lnTo>
                <a:lnTo>
                  <a:pt x="750000" y="63101"/>
                </a:lnTo>
                <a:lnTo>
                  <a:pt x="750000" y="38898"/>
                </a:lnTo>
                <a:lnTo>
                  <a:pt x="785714" y="38780"/>
                </a:lnTo>
                <a:lnTo>
                  <a:pt x="785714" y="36756"/>
                </a:lnTo>
                <a:lnTo>
                  <a:pt x="875000" y="36284"/>
                </a:lnTo>
                <a:lnTo>
                  <a:pt x="875000" y="33923"/>
                </a:lnTo>
                <a:lnTo>
                  <a:pt x="958333" y="32624"/>
                </a:lnTo>
                <a:lnTo>
                  <a:pt x="958333" y="32506"/>
                </a:lnTo>
                <a:lnTo>
                  <a:pt x="1000000" y="32388"/>
                </a:lnTo>
                <a:lnTo>
                  <a:pt x="1000000" y="17039"/>
                </a:lnTo>
                <a:lnTo>
                  <a:pt x="1083333" y="15791"/>
                </a:lnTo>
                <a:lnTo>
                  <a:pt x="1083333" y="14611"/>
                </a:lnTo>
                <a:lnTo>
                  <a:pt x="1125000" y="14611"/>
                </a:lnTo>
                <a:lnTo>
                  <a:pt x="1125000" y="12840"/>
                </a:lnTo>
                <a:lnTo>
                  <a:pt x="1500000" y="1239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492" name="01_find_only_1491">
            <a:extLst>
              <a:ext uri="{FF2B5EF4-FFF2-40B4-BE49-F238E27FC236}">
                <a16:creationId xmlns:a16="http://schemas.microsoft.com/office/drawing/2014/main" id="{77A2C8A2-EB33-49B6-B95F-DB5809818EFE}"/>
              </a:ext>
            </a:extLst>
          </p:cNvPr>
          <p:cNvSpPr>
            <a:spLocks noGrp="1"/>
          </p:cNvSpPr>
          <p:nvPr/>
        </p:nvSpPr>
        <p:spPr>
          <a:xfrm>
            <a:off x="4200168" y="3353365"/>
            <a:ext cx="1527834" cy="861030"/>
          </a:xfrm>
          <a:custGeom>
            <a:avLst/>
            <a:gdLst/>
            <a:ahLst/>
            <a:cxnLst/>
            <a:rect l="0" t="0" r="0" b="0"/>
            <a:pathLst>
              <a:path w="1500000" h="845344">
                <a:moveTo>
                  <a:pt x="0" y="845344"/>
                </a:moveTo>
                <a:lnTo>
                  <a:pt x="142857" y="845344"/>
                </a:lnTo>
                <a:lnTo>
                  <a:pt x="142857" y="800058"/>
                </a:lnTo>
                <a:lnTo>
                  <a:pt x="143478" y="800058"/>
                </a:lnTo>
                <a:lnTo>
                  <a:pt x="166667" y="800058"/>
                </a:lnTo>
                <a:lnTo>
                  <a:pt x="166667" y="634008"/>
                </a:lnTo>
                <a:lnTo>
                  <a:pt x="167391" y="634008"/>
                </a:lnTo>
                <a:lnTo>
                  <a:pt x="250000" y="634008"/>
                </a:lnTo>
                <a:lnTo>
                  <a:pt x="250000" y="422672"/>
                </a:lnTo>
                <a:lnTo>
                  <a:pt x="251087" y="422672"/>
                </a:lnTo>
                <a:lnTo>
                  <a:pt x="333333" y="422672"/>
                </a:lnTo>
                <a:lnTo>
                  <a:pt x="333333" y="301909"/>
                </a:lnTo>
                <a:lnTo>
                  <a:pt x="375000" y="301909"/>
                </a:lnTo>
                <a:lnTo>
                  <a:pt x="375000" y="268973"/>
                </a:lnTo>
                <a:lnTo>
                  <a:pt x="376344" y="268973"/>
                </a:lnTo>
                <a:lnTo>
                  <a:pt x="378788" y="268973"/>
                </a:lnTo>
                <a:lnTo>
                  <a:pt x="378788" y="263484"/>
                </a:lnTo>
                <a:lnTo>
                  <a:pt x="385281" y="263484"/>
                </a:lnTo>
                <a:lnTo>
                  <a:pt x="385281" y="257995"/>
                </a:lnTo>
                <a:lnTo>
                  <a:pt x="391775" y="257995"/>
                </a:lnTo>
                <a:lnTo>
                  <a:pt x="391775" y="252505"/>
                </a:lnTo>
                <a:lnTo>
                  <a:pt x="392857" y="252505"/>
                </a:lnTo>
                <a:lnTo>
                  <a:pt x="393939" y="252505"/>
                </a:lnTo>
                <a:lnTo>
                  <a:pt x="393939" y="247016"/>
                </a:lnTo>
                <a:lnTo>
                  <a:pt x="394565" y="247016"/>
                </a:lnTo>
                <a:lnTo>
                  <a:pt x="398268" y="247016"/>
                </a:lnTo>
                <a:lnTo>
                  <a:pt x="398268" y="241527"/>
                </a:lnTo>
                <a:lnTo>
                  <a:pt x="400000" y="241527"/>
                </a:lnTo>
                <a:lnTo>
                  <a:pt x="400000" y="211336"/>
                </a:lnTo>
                <a:lnTo>
                  <a:pt x="401087" y="211336"/>
                </a:lnTo>
                <a:lnTo>
                  <a:pt x="666667" y="211336"/>
                </a:lnTo>
                <a:lnTo>
                  <a:pt x="666667" y="145749"/>
                </a:lnTo>
                <a:lnTo>
                  <a:pt x="750000" y="145749"/>
                </a:lnTo>
                <a:lnTo>
                  <a:pt x="750000" y="1838"/>
                </a:lnTo>
                <a:lnTo>
                  <a:pt x="916667" y="1838"/>
                </a:lnTo>
                <a:lnTo>
                  <a:pt x="916667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493" name="01_find_only_1492">
            <a:extLst>
              <a:ext uri="{FF2B5EF4-FFF2-40B4-BE49-F238E27FC236}">
                <a16:creationId xmlns:a16="http://schemas.microsoft.com/office/drawing/2014/main" id="{78FC753B-F586-4503-849F-BC1C52A84448}"/>
              </a:ext>
            </a:extLst>
          </p:cNvPr>
          <p:cNvSpPr>
            <a:spLocks noGrp="1"/>
          </p:cNvSpPr>
          <p:nvPr/>
        </p:nvSpPr>
        <p:spPr>
          <a:xfrm>
            <a:off x="4432817" y="382734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4" name="01_find_only_1493">
            <a:extLst>
              <a:ext uri="{FF2B5EF4-FFF2-40B4-BE49-F238E27FC236}">
                <a16:creationId xmlns:a16="http://schemas.microsoft.com/office/drawing/2014/main" id="{95C9F7DB-D243-4099-A016-21E12EB110D0}"/>
              </a:ext>
            </a:extLst>
          </p:cNvPr>
          <p:cNvSpPr>
            <a:spLocks noGrp="1"/>
          </p:cNvSpPr>
          <p:nvPr/>
        </p:nvSpPr>
        <p:spPr>
          <a:xfrm>
            <a:off x="4687456" y="3474877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5" name="01_find_only_1494">
            <a:extLst>
              <a:ext uri="{FF2B5EF4-FFF2-40B4-BE49-F238E27FC236}">
                <a16:creationId xmlns:a16="http://schemas.microsoft.com/office/drawing/2014/main" id="{21CECF89-85F5-4C28-ADFF-C5D4413EDC12}"/>
              </a:ext>
            </a:extLst>
          </p:cNvPr>
          <p:cNvSpPr>
            <a:spLocks noGrp="1"/>
          </p:cNvSpPr>
          <p:nvPr/>
        </p:nvSpPr>
        <p:spPr>
          <a:xfrm>
            <a:off x="5196734" y="339231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6" name="01_find_only_1495">
            <a:extLst>
              <a:ext uri="{FF2B5EF4-FFF2-40B4-BE49-F238E27FC236}">
                <a16:creationId xmlns:a16="http://schemas.microsoft.com/office/drawing/2014/main" id="{C8A32DAC-5234-44E9-8C67-E4A9D9B62490}"/>
              </a:ext>
            </a:extLst>
          </p:cNvPr>
          <p:cNvSpPr>
            <a:spLocks noGrp="1"/>
          </p:cNvSpPr>
          <p:nvPr/>
        </p:nvSpPr>
        <p:spPr>
          <a:xfrm>
            <a:off x="5706012" y="337495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7" name="01_find_only_1496">
            <a:extLst>
              <a:ext uri="{FF2B5EF4-FFF2-40B4-BE49-F238E27FC236}">
                <a16:creationId xmlns:a16="http://schemas.microsoft.com/office/drawing/2014/main" id="{2EFA459F-A47C-47E9-BF43-3D1391FAC56E}"/>
              </a:ext>
            </a:extLst>
          </p:cNvPr>
          <p:cNvSpPr>
            <a:spLocks noGrp="1"/>
          </p:cNvSpPr>
          <p:nvPr/>
        </p:nvSpPr>
        <p:spPr>
          <a:xfrm>
            <a:off x="4418220" y="3747292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8" name="01_find_only_1497">
            <a:extLst>
              <a:ext uri="{FF2B5EF4-FFF2-40B4-BE49-F238E27FC236}">
                <a16:creationId xmlns:a16="http://schemas.microsoft.com/office/drawing/2014/main" id="{3A52A5EF-6E0C-4330-9CA5-289FA468ECCE}"/>
              </a:ext>
            </a:extLst>
          </p:cNvPr>
          <p:cNvSpPr>
            <a:spLocks noGrp="1"/>
          </p:cNvSpPr>
          <p:nvPr/>
        </p:nvSpPr>
        <p:spPr>
          <a:xfrm>
            <a:off x="4672859" y="353203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9" name="01_find_only_1498">
            <a:extLst>
              <a:ext uri="{FF2B5EF4-FFF2-40B4-BE49-F238E27FC236}">
                <a16:creationId xmlns:a16="http://schemas.microsoft.com/office/drawing/2014/main" id="{6007867A-F565-4E03-B689-BD80E3B3FFE3}"/>
              </a:ext>
            </a:extLst>
          </p:cNvPr>
          <p:cNvSpPr>
            <a:spLocks noGrp="1"/>
          </p:cNvSpPr>
          <p:nvPr/>
        </p:nvSpPr>
        <p:spPr>
          <a:xfrm>
            <a:off x="5182137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0" name="01_find_only_1499">
            <a:extLst>
              <a:ext uri="{FF2B5EF4-FFF2-40B4-BE49-F238E27FC236}">
                <a16:creationId xmlns:a16="http://schemas.microsoft.com/office/drawing/2014/main" id="{9BF91A9F-BDFD-4C93-AB7A-99DB33E58803}"/>
              </a:ext>
            </a:extLst>
          </p:cNvPr>
          <p:cNvSpPr>
            <a:spLocks noGrp="1"/>
          </p:cNvSpPr>
          <p:nvPr/>
        </p:nvSpPr>
        <p:spPr>
          <a:xfrm>
            <a:off x="5691415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1" name="01_find_only_1500">
            <a:extLst>
              <a:ext uri="{FF2B5EF4-FFF2-40B4-BE49-F238E27FC236}">
                <a16:creationId xmlns:a16="http://schemas.microsoft.com/office/drawing/2014/main" id="{A1BF0658-55C8-4D5D-AB74-D2FA28B982CC}"/>
              </a:ext>
            </a:extLst>
          </p:cNvPr>
          <p:cNvSpPr>
            <a:spLocks noGrp="1"/>
          </p:cNvSpPr>
          <p:nvPr/>
        </p:nvSpPr>
        <p:spPr>
          <a:xfrm>
            <a:off x="6346469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01_find_only_1501">
            <a:extLst>
              <a:ext uri="{FF2B5EF4-FFF2-40B4-BE49-F238E27FC236}">
                <a16:creationId xmlns:a16="http://schemas.microsoft.com/office/drawing/2014/main" id="{779A701F-2B45-4A45-AF4C-CB87DB732750}"/>
              </a:ext>
            </a:extLst>
          </p:cNvPr>
          <p:cNvSpPr>
            <a:spLocks noGrp="1"/>
          </p:cNvSpPr>
          <p:nvPr/>
        </p:nvSpPr>
        <p:spPr>
          <a:xfrm>
            <a:off x="655018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1" y="1257449"/>
                </a:lnTo>
                <a:lnTo>
                  <a:pt x="2836" y="1246883"/>
                </a:lnTo>
                <a:lnTo>
                  <a:pt x="6201" y="1236316"/>
                </a:lnTo>
                <a:lnTo>
                  <a:pt x="10594" y="1225749"/>
                </a:lnTo>
                <a:lnTo>
                  <a:pt x="15741" y="1215182"/>
                </a:lnTo>
                <a:lnTo>
                  <a:pt x="21340" y="1204615"/>
                </a:lnTo>
                <a:lnTo>
                  <a:pt x="27093" y="1194049"/>
                </a:lnTo>
                <a:lnTo>
                  <a:pt x="32730" y="1183482"/>
                </a:lnTo>
                <a:lnTo>
                  <a:pt x="38026" y="1172915"/>
                </a:lnTo>
                <a:lnTo>
                  <a:pt x="42818" y="1162348"/>
                </a:lnTo>
                <a:lnTo>
                  <a:pt x="47003" y="1151781"/>
                </a:lnTo>
                <a:lnTo>
                  <a:pt x="50537" y="1141215"/>
                </a:lnTo>
                <a:lnTo>
                  <a:pt x="53427" y="1130648"/>
                </a:lnTo>
                <a:lnTo>
                  <a:pt x="55717" y="1120081"/>
                </a:lnTo>
                <a:lnTo>
                  <a:pt x="57477" y="1109514"/>
                </a:lnTo>
                <a:lnTo>
                  <a:pt x="58790" y="1098947"/>
                </a:lnTo>
                <a:lnTo>
                  <a:pt x="59742" y="1088381"/>
                </a:lnTo>
                <a:lnTo>
                  <a:pt x="60413" y="1077814"/>
                </a:lnTo>
                <a:lnTo>
                  <a:pt x="60873" y="1067247"/>
                </a:lnTo>
                <a:lnTo>
                  <a:pt x="61180" y="1056680"/>
                </a:lnTo>
                <a:lnTo>
                  <a:pt x="61378" y="1046113"/>
                </a:lnTo>
                <a:lnTo>
                  <a:pt x="61499" y="1035547"/>
                </a:lnTo>
                <a:lnTo>
                  <a:pt x="61562" y="1024980"/>
                </a:lnTo>
                <a:lnTo>
                  <a:pt x="61582" y="1014413"/>
                </a:lnTo>
                <a:lnTo>
                  <a:pt x="61565" y="1003846"/>
                </a:lnTo>
                <a:lnTo>
                  <a:pt x="61514" y="993279"/>
                </a:lnTo>
                <a:lnTo>
                  <a:pt x="61429" y="982713"/>
                </a:lnTo>
                <a:lnTo>
                  <a:pt x="61311" y="972146"/>
                </a:lnTo>
                <a:lnTo>
                  <a:pt x="61159" y="961579"/>
                </a:lnTo>
                <a:lnTo>
                  <a:pt x="60973" y="951012"/>
                </a:lnTo>
                <a:lnTo>
                  <a:pt x="60758" y="940445"/>
                </a:lnTo>
                <a:lnTo>
                  <a:pt x="60516" y="929879"/>
                </a:lnTo>
                <a:lnTo>
                  <a:pt x="60253" y="919312"/>
                </a:lnTo>
                <a:lnTo>
                  <a:pt x="59977" y="908745"/>
                </a:lnTo>
                <a:lnTo>
                  <a:pt x="59694" y="898178"/>
                </a:lnTo>
                <a:lnTo>
                  <a:pt x="59414" y="887611"/>
                </a:lnTo>
                <a:lnTo>
                  <a:pt x="59145" y="877045"/>
                </a:lnTo>
                <a:lnTo>
                  <a:pt x="58893" y="866478"/>
                </a:lnTo>
                <a:lnTo>
                  <a:pt x="58664" y="855911"/>
                </a:lnTo>
                <a:lnTo>
                  <a:pt x="58460" y="845344"/>
                </a:lnTo>
                <a:lnTo>
                  <a:pt x="58281" y="834777"/>
                </a:lnTo>
                <a:lnTo>
                  <a:pt x="58122" y="824211"/>
                </a:lnTo>
                <a:lnTo>
                  <a:pt x="57978" y="813644"/>
                </a:lnTo>
                <a:lnTo>
                  <a:pt x="57837" y="803077"/>
                </a:lnTo>
                <a:lnTo>
                  <a:pt x="57690" y="792510"/>
                </a:lnTo>
                <a:lnTo>
                  <a:pt x="57524" y="781943"/>
                </a:lnTo>
                <a:lnTo>
                  <a:pt x="57328" y="771377"/>
                </a:lnTo>
                <a:lnTo>
                  <a:pt x="57093" y="760810"/>
                </a:lnTo>
                <a:lnTo>
                  <a:pt x="56813" y="750243"/>
                </a:lnTo>
                <a:lnTo>
                  <a:pt x="56487" y="739676"/>
                </a:lnTo>
                <a:lnTo>
                  <a:pt x="56120" y="729109"/>
                </a:lnTo>
                <a:lnTo>
                  <a:pt x="55722" y="718543"/>
                </a:lnTo>
                <a:lnTo>
                  <a:pt x="55314" y="707976"/>
                </a:lnTo>
                <a:lnTo>
                  <a:pt x="54918" y="697409"/>
                </a:lnTo>
                <a:lnTo>
                  <a:pt x="54565" y="686842"/>
                </a:lnTo>
                <a:lnTo>
                  <a:pt x="54285" y="676275"/>
                </a:lnTo>
                <a:lnTo>
                  <a:pt x="54110" y="665709"/>
                </a:lnTo>
                <a:lnTo>
                  <a:pt x="54067" y="655142"/>
                </a:lnTo>
                <a:lnTo>
                  <a:pt x="54178" y="644575"/>
                </a:lnTo>
                <a:lnTo>
                  <a:pt x="54453" y="634008"/>
                </a:lnTo>
                <a:lnTo>
                  <a:pt x="54892" y="623441"/>
                </a:lnTo>
                <a:lnTo>
                  <a:pt x="55486" y="612874"/>
                </a:lnTo>
                <a:lnTo>
                  <a:pt x="56212" y="602308"/>
                </a:lnTo>
                <a:lnTo>
                  <a:pt x="57039" y="591741"/>
                </a:lnTo>
                <a:lnTo>
                  <a:pt x="57932" y="581174"/>
                </a:lnTo>
                <a:lnTo>
                  <a:pt x="58854" y="570607"/>
                </a:lnTo>
                <a:lnTo>
                  <a:pt x="59766" y="560040"/>
                </a:lnTo>
                <a:lnTo>
                  <a:pt x="60637" y="549474"/>
                </a:lnTo>
                <a:lnTo>
                  <a:pt x="61441" y="538907"/>
                </a:lnTo>
                <a:lnTo>
                  <a:pt x="62159" y="528340"/>
                </a:lnTo>
                <a:lnTo>
                  <a:pt x="62782" y="517773"/>
                </a:lnTo>
                <a:lnTo>
                  <a:pt x="63306" y="507206"/>
                </a:lnTo>
                <a:lnTo>
                  <a:pt x="63735" y="496640"/>
                </a:lnTo>
                <a:lnTo>
                  <a:pt x="64076" y="486073"/>
                </a:lnTo>
                <a:lnTo>
                  <a:pt x="64341" y="475506"/>
                </a:lnTo>
                <a:lnTo>
                  <a:pt x="64540" y="464939"/>
                </a:lnTo>
                <a:lnTo>
                  <a:pt x="64686" y="454372"/>
                </a:lnTo>
                <a:lnTo>
                  <a:pt x="64790" y="443806"/>
                </a:lnTo>
                <a:lnTo>
                  <a:pt x="64863" y="433239"/>
                </a:lnTo>
                <a:lnTo>
                  <a:pt x="64913" y="422672"/>
                </a:lnTo>
                <a:lnTo>
                  <a:pt x="64946" y="412105"/>
                </a:lnTo>
                <a:lnTo>
                  <a:pt x="64967" y="401538"/>
                </a:lnTo>
                <a:lnTo>
                  <a:pt x="64980" y="390972"/>
                </a:lnTo>
                <a:lnTo>
                  <a:pt x="64989" y="380405"/>
                </a:lnTo>
                <a:lnTo>
                  <a:pt x="64993" y="369838"/>
                </a:lnTo>
                <a:lnTo>
                  <a:pt x="64996" y="359271"/>
                </a:lnTo>
                <a:lnTo>
                  <a:pt x="64998" y="348704"/>
                </a:lnTo>
                <a:lnTo>
                  <a:pt x="64999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1" y="338138"/>
                </a:lnTo>
                <a:lnTo>
                  <a:pt x="65002" y="348704"/>
                </a:lnTo>
                <a:lnTo>
                  <a:pt x="65004" y="359271"/>
                </a:lnTo>
                <a:lnTo>
                  <a:pt x="65007" y="369838"/>
                </a:lnTo>
                <a:lnTo>
                  <a:pt x="65011" y="380405"/>
                </a:lnTo>
                <a:lnTo>
                  <a:pt x="65020" y="390972"/>
                </a:lnTo>
                <a:lnTo>
                  <a:pt x="65033" y="401538"/>
                </a:lnTo>
                <a:lnTo>
                  <a:pt x="65054" y="412105"/>
                </a:lnTo>
                <a:lnTo>
                  <a:pt x="65087" y="422672"/>
                </a:lnTo>
                <a:lnTo>
                  <a:pt x="65137" y="433239"/>
                </a:lnTo>
                <a:lnTo>
                  <a:pt x="65210" y="443806"/>
                </a:lnTo>
                <a:lnTo>
                  <a:pt x="65314" y="454372"/>
                </a:lnTo>
                <a:lnTo>
                  <a:pt x="65460" y="464939"/>
                </a:lnTo>
                <a:lnTo>
                  <a:pt x="65659" y="475506"/>
                </a:lnTo>
                <a:lnTo>
                  <a:pt x="65924" y="486073"/>
                </a:lnTo>
                <a:lnTo>
                  <a:pt x="66265" y="496640"/>
                </a:lnTo>
                <a:lnTo>
                  <a:pt x="66694" y="507206"/>
                </a:lnTo>
                <a:lnTo>
                  <a:pt x="67218" y="517773"/>
                </a:lnTo>
                <a:lnTo>
                  <a:pt x="67841" y="528340"/>
                </a:lnTo>
                <a:lnTo>
                  <a:pt x="68559" y="538907"/>
                </a:lnTo>
                <a:lnTo>
                  <a:pt x="69363" y="549474"/>
                </a:lnTo>
                <a:lnTo>
                  <a:pt x="70234" y="560040"/>
                </a:lnTo>
                <a:lnTo>
                  <a:pt x="71146" y="570607"/>
                </a:lnTo>
                <a:lnTo>
                  <a:pt x="72068" y="581174"/>
                </a:lnTo>
                <a:lnTo>
                  <a:pt x="72961" y="591741"/>
                </a:lnTo>
                <a:lnTo>
                  <a:pt x="73788" y="602308"/>
                </a:lnTo>
                <a:lnTo>
                  <a:pt x="74514" y="612874"/>
                </a:lnTo>
                <a:lnTo>
                  <a:pt x="75108" y="623441"/>
                </a:lnTo>
                <a:lnTo>
                  <a:pt x="75547" y="634008"/>
                </a:lnTo>
                <a:lnTo>
                  <a:pt x="75822" y="644575"/>
                </a:lnTo>
                <a:lnTo>
                  <a:pt x="75933" y="655142"/>
                </a:lnTo>
                <a:lnTo>
                  <a:pt x="75890" y="665709"/>
                </a:lnTo>
                <a:lnTo>
                  <a:pt x="75715" y="676275"/>
                </a:lnTo>
                <a:lnTo>
                  <a:pt x="75435" y="686842"/>
                </a:lnTo>
                <a:lnTo>
                  <a:pt x="75082" y="697409"/>
                </a:lnTo>
                <a:lnTo>
                  <a:pt x="74686" y="707976"/>
                </a:lnTo>
                <a:lnTo>
                  <a:pt x="74277" y="718543"/>
                </a:lnTo>
                <a:lnTo>
                  <a:pt x="73880" y="729109"/>
                </a:lnTo>
                <a:lnTo>
                  <a:pt x="73513" y="739676"/>
                </a:lnTo>
                <a:lnTo>
                  <a:pt x="73187" y="750243"/>
                </a:lnTo>
                <a:lnTo>
                  <a:pt x="72907" y="760810"/>
                </a:lnTo>
                <a:lnTo>
                  <a:pt x="72672" y="771377"/>
                </a:lnTo>
                <a:lnTo>
                  <a:pt x="72476" y="781943"/>
                </a:lnTo>
                <a:lnTo>
                  <a:pt x="72310" y="792510"/>
                </a:lnTo>
                <a:lnTo>
                  <a:pt x="72163" y="803077"/>
                </a:lnTo>
                <a:lnTo>
                  <a:pt x="72022" y="813644"/>
                </a:lnTo>
                <a:lnTo>
                  <a:pt x="71878" y="824211"/>
                </a:lnTo>
                <a:lnTo>
                  <a:pt x="71719" y="834777"/>
                </a:lnTo>
                <a:lnTo>
                  <a:pt x="71540" y="845344"/>
                </a:lnTo>
                <a:lnTo>
                  <a:pt x="71336" y="855911"/>
                </a:lnTo>
                <a:lnTo>
                  <a:pt x="71107" y="866478"/>
                </a:lnTo>
                <a:lnTo>
                  <a:pt x="70855" y="877045"/>
                </a:lnTo>
                <a:lnTo>
                  <a:pt x="70586" y="887611"/>
                </a:lnTo>
                <a:lnTo>
                  <a:pt x="70306" y="898178"/>
                </a:lnTo>
                <a:lnTo>
                  <a:pt x="70023" y="908745"/>
                </a:lnTo>
                <a:lnTo>
                  <a:pt x="69747" y="919312"/>
                </a:lnTo>
                <a:lnTo>
                  <a:pt x="69484" y="929879"/>
                </a:lnTo>
                <a:lnTo>
                  <a:pt x="69242" y="940445"/>
                </a:lnTo>
                <a:lnTo>
                  <a:pt x="69027" y="951012"/>
                </a:lnTo>
                <a:lnTo>
                  <a:pt x="68841" y="961579"/>
                </a:lnTo>
                <a:lnTo>
                  <a:pt x="68689" y="972146"/>
                </a:lnTo>
                <a:lnTo>
                  <a:pt x="68571" y="982713"/>
                </a:lnTo>
                <a:lnTo>
                  <a:pt x="68486" y="993279"/>
                </a:lnTo>
                <a:lnTo>
                  <a:pt x="68434" y="1003846"/>
                </a:lnTo>
                <a:lnTo>
                  <a:pt x="68418" y="1014413"/>
                </a:lnTo>
                <a:lnTo>
                  <a:pt x="68438" y="1024980"/>
                </a:lnTo>
                <a:lnTo>
                  <a:pt x="68501" y="1035547"/>
                </a:lnTo>
                <a:lnTo>
                  <a:pt x="68622" y="1046113"/>
                </a:lnTo>
                <a:lnTo>
                  <a:pt x="68820" y="1056680"/>
                </a:lnTo>
                <a:lnTo>
                  <a:pt x="69127" y="1067247"/>
                </a:lnTo>
                <a:lnTo>
                  <a:pt x="69587" y="1077814"/>
                </a:lnTo>
                <a:lnTo>
                  <a:pt x="70258" y="1088381"/>
                </a:lnTo>
                <a:lnTo>
                  <a:pt x="71210" y="1098947"/>
                </a:lnTo>
                <a:lnTo>
                  <a:pt x="72523" y="1109514"/>
                </a:lnTo>
                <a:lnTo>
                  <a:pt x="74283" y="1120081"/>
                </a:lnTo>
                <a:lnTo>
                  <a:pt x="76573" y="1130648"/>
                </a:lnTo>
                <a:lnTo>
                  <a:pt x="79463" y="1141215"/>
                </a:lnTo>
                <a:lnTo>
                  <a:pt x="82997" y="1151781"/>
                </a:lnTo>
                <a:lnTo>
                  <a:pt x="87182" y="1162348"/>
                </a:lnTo>
                <a:lnTo>
                  <a:pt x="91974" y="1172915"/>
                </a:lnTo>
                <a:lnTo>
                  <a:pt x="97270" y="1183482"/>
                </a:lnTo>
                <a:lnTo>
                  <a:pt x="102907" y="1194049"/>
                </a:lnTo>
                <a:lnTo>
                  <a:pt x="108660" y="1204615"/>
                </a:lnTo>
                <a:lnTo>
                  <a:pt x="114259" y="1215182"/>
                </a:lnTo>
                <a:lnTo>
                  <a:pt x="119406" y="1225749"/>
                </a:lnTo>
                <a:lnTo>
                  <a:pt x="123799" y="1236316"/>
                </a:lnTo>
                <a:lnTo>
                  <a:pt x="127164" y="1246883"/>
                </a:lnTo>
                <a:lnTo>
                  <a:pt x="129279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3" name="01_find_only_1502">
            <a:extLst>
              <a:ext uri="{FF2B5EF4-FFF2-40B4-BE49-F238E27FC236}">
                <a16:creationId xmlns:a16="http://schemas.microsoft.com/office/drawing/2014/main" id="{96CEB1DB-330C-41EC-B437-B3C5315E190B}"/>
              </a:ext>
            </a:extLst>
          </p:cNvPr>
          <p:cNvSpPr>
            <a:spLocks noGrp="1"/>
          </p:cNvSpPr>
          <p:nvPr/>
        </p:nvSpPr>
        <p:spPr>
          <a:xfrm>
            <a:off x="680482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4" y="1257449"/>
                </a:lnTo>
                <a:lnTo>
                  <a:pt x="2846" y="1246883"/>
                </a:lnTo>
                <a:lnTo>
                  <a:pt x="6222" y="1236316"/>
                </a:lnTo>
                <a:lnTo>
                  <a:pt x="10630" y="1225749"/>
                </a:lnTo>
                <a:lnTo>
                  <a:pt x="15792" y="1215182"/>
                </a:lnTo>
                <a:lnTo>
                  <a:pt x="21405" y="1204615"/>
                </a:lnTo>
                <a:lnTo>
                  <a:pt x="27169" y="1194049"/>
                </a:lnTo>
                <a:lnTo>
                  <a:pt x="32812" y="1183482"/>
                </a:lnTo>
                <a:lnTo>
                  <a:pt x="38109" y="1172915"/>
                </a:lnTo>
                <a:lnTo>
                  <a:pt x="42896" y="1162348"/>
                </a:lnTo>
                <a:lnTo>
                  <a:pt x="47069" y="1151781"/>
                </a:lnTo>
                <a:lnTo>
                  <a:pt x="50585" y="1141215"/>
                </a:lnTo>
                <a:lnTo>
                  <a:pt x="53451" y="1130648"/>
                </a:lnTo>
                <a:lnTo>
                  <a:pt x="55715" y="1120081"/>
                </a:lnTo>
                <a:lnTo>
                  <a:pt x="57447" y="1109514"/>
                </a:lnTo>
                <a:lnTo>
                  <a:pt x="58733" y="1098947"/>
                </a:lnTo>
                <a:lnTo>
                  <a:pt x="59660" y="1088381"/>
                </a:lnTo>
                <a:lnTo>
                  <a:pt x="60310" y="1077814"/>
                </a:lnTo>
                <a:lnTo>
                  <a:pt x="60755" y="1067247"/>
                </a:lnTo>
                <a:lnTo>
                  <a:pt x="61052" y="1056680"/>
                </a:lnTo>
                <a:lnTo>
                  <a:pt x="61247" y="1046113"/>
                </a:lnTo>
                <a:lnTo>
                  <a:pt x="61370" y="1035547"/>
                </a:lnTo>
                <a:lnTo>
                  <a:pt x="61441" y="1024980"/>
                </a:lnTo>
                <a:lnTo>
                  <a:pt x="61473" y="1014413"/>
                </a:lnTo>
                <a:lnTo>
                  <a:pt x="61470" y="1003846"/>
                </a:lnTo>
                <a:lnTo>
                  <a:pt x="61436" y="993279"/>
                </a:lnTo>
                <a:lnTo>
                  <a:pt x="61369" y="982713"/>
                </a:lnTo>
                <a:lnTo>
                  <a:pt x="61269" y="972146"/>
                </a:lnTo>
                <a:lnTo>
                  <a:pt x="61136" y="961579"/>
                </a:lnTo>
                <a:lnTo>
                  <a:pt x="60972" y="951012"/>
                </a:lnTo>
                <a:lnTo>
                  <a:pt x="60780" y="940445"/>
                </a:lnTo>
                <a:lnTo>
                  <a:pt x="60564" y="929879"/>
                </a:lnTo>
                <a:lnTo>
                  <a:pt x="60333" y="919312"/>
                </a:lnTo>
                <a:lnTo>
                  <a:pt x="60094" y="908745"/>
                </a:lnTo>
                <a:lnTo>
                  <a:pt x="59859" y="898178"/>
                </a:lnTo>
                <a:lnTo>
                  <a:pt x="59639" y="887611"/>
                </a:lnTo>
                <a:lnTo>
                  <a:pt x="59445" y="877045"/>
                </a:lnTo>
                <a:lnTo>
                  <a:pt x="59287" y="866478"/>
                </a:lnTo>
                <a:lnTo>
                  <a:pt x="59173" y="855911"/>
                </a:lnTo>
                <a:lnTo>
                  <a:pt x="59108" y="845344"/>
                </a:lnTo>
                <a:lnTo>
                  <a:pt x="59091" y="834777"/>
                </a:lnTo>
                <a:lnTo>
                  <a:pt x="59119" y="824211"/>
                </a:lnTo>
                <a:lnTo>
                  <a:pt x="59181" y="813644"/>
                </a:lnTo>
                <a:lnTo>
                  <a:pt x="59263" y="803077"/>
                </a:lnTo>
                <a:lnTo>
                  <a:pt x="59348" y="792510"/>
                </a:lnTo>
                <a:lnTo>
                  <a:pt x="59415" y="781943"/>
                </a:lnTo>
                <a:lnTo>
                  <a:pt x="59443" y="771377"/>
                </a:lnTo>
                <a:lnTo>
                  <a:pt x="59414" y="760810"/>
                </a:lnTo>
                <a:lnTo>
                  <a:pt x="59312" y="750243"/>
                </a:lnTo>
                <a:lnTo>
                  <a:pt x="59128" y="739676"/>
                </a:lnTo>
                <a:lnTo>
                  <a:pt x="58858" y="729109"/>
                </a:lnTo>
                <a:lnTo>
                  <a:pt x="58508" y="718543"/>
                </a:lnTo>
                <a:lnTo>
                  <a:pt x="58094" y="707976"/>
                </a:lnTo>
                <a:lnTo>
                  <a:pt x="57637" y="697409"/>
                </a:lnTo>
                <a:lnTo>
                  <a:pt x="57166" y="686842"/>
                </a:lnTo>
                <a:lnTo>
                  <a:pt x="56716" y="676275"/>
                </a:lnTo>
                <a:lnTo>
                  <a:pt x="56321" y="665709"/>
                </a:lnTo>
                <a:lnTo>
                  <a:pt x="56012" y="655142"/>
                </a:lnTo>
                <a:lnTo>
                  <a:pt x="55816" y="644575"/>
                </a:lnTo>
                <a:lnTo>
                  <a:pt x="55751" y="634008"/>
                </a:lnTo>
                <a:lnTo>
                  <a:pt x="55824" y="623441"/>
                </a:lnTo>
                <a:lnTo>
                  <a:pt x="56032" y="612874"/>
                </a:lnTo>
                <a:lnTo>
                  <a:pt x="56361" y="602308"/>
                </a:lnTo>
                <a:lnTo>
                  <a:pt x="56787" y="591741"/>
                </a:lnTo>
                <a:lnTo>
                  <a:pt x="57283" y="581174"/>
                </a:lnTo>
                <a:lnTo>
                  <a:pt x="57817" y="570607"/>
                </a:lnTo>
                <a:lnTo>
                  <a:pt x="58359" y="560040"/>
                </a:lnTo>
                <a:lnTo>
                  <a:pt x="58883" y="549474"/>
                </a:lnTo>
                <a:lnTo>
                  <a:pt x="59367" y="538907"/>
                </a:lnTo>
                <a:lnTo>
                  <a:pt x="59797" y="528340"/>
                </a:lnTo>
                <a:lnTo>
                  <a:pt x="60166" y="517773"/>
                </a:lnTo>
                <a:lnTo>
                  <a:pt x="60471" y="507206"/>
                </a:lnTo>
                <a:lnTo>
                  <a:pt x="60717" y="496640"/>
                </a:lnTo>
                <a:lnTo>
                  <a:pt x="60910" y="486073"/>
                </a:lnTo>
                <a:lnTo>
                  <a:pt x="61059" y="475506"/>
                </a:lnTo>
                <a:lnTo>
                  <a:pt x="61173" y="464939"/>
                </a:lnTo>
                <a:lnTo>
                  <a:pt x="61261" y="454372"/>
                </a:lnTo>
                <a:lnTo>
                  <a:pt x="61329" y="443806"/>
                </a:lnTo>
                <a:lnTo>
                  <a:pt x="61384" y="433239"/>
                </a:lnTo>
                <a:lnTo>
                  <a:pt x="61428" y="422672"/>
                </a:lnTo>
                <a:lnTo>
                  <a:pt x="61466" y="412105"/>
                </a:lnTo>
                <a:lnTo>
                  <a:pt x="61499" y="401538"/>
                </a:lnTo>
                <a:lnTo>
                  <a:pt x="61531" y="390972"/>
                </a:lnTo>
                <a:lnTo>
                  <a:pt x="61563" y="380405"/>
                </a:lnTo>
                <a:lnTo>
                  <a:pt x="61599" y="369838"/>
                </a:lnTo>
                <a:lnTo>
                  <a:pt x="61643" y="359271"/>
                </a:lnTo>
                <a:lnTo>
                  <a:pt x="61698" y="348704"/>
                </a:lnTo>
                <a:lnTo>
                  <a:pt x="61768" y="338138"/>
                </a:lnTo>
                <a:lnTo>
                  <a:pt x="61857" y="327571"/>
                </a:lnTo>
                <a:lnTo>
                  <a:pt x="61967" y="317004"/>
                </a:lnTo>
                <a:lnTo>
                  <a:pt x="62100" y="306437"/>
                </a:lnTo>
                <a:lnTo>
                  <a:pt x="62254" y="295870"/>
                </a:lnTo>
                <a:lnTo>
                  <a:pt x="62430" y="285304"/>
                </a:lnTo>
                <a:lnTo>
                  <a:pt x="62622" y="274737"/>
                </a:lnTo>
                <a:lnTo>
                  <a:pt x="62827" y="264170"/>
                </a:lnTo>
                <a:lnTo>
                  <a:pt x="63039" y="253603"/>
                </a:lnTo>
                <a:lnTo>
                  <a:pt x="63250" y="243036"/>
                </a:lnTo>
                <a:lnTo>
                  <a:pt x="63453" y="232470"/>
                </a:lnTo>
                <a:lnTo>
                  <a:pt x="63640" y="221903"/>
                </a:lnTo>
                <a:lnTo>
                  <a:pt x="63803" y="211336"/>
                </a:lnTo>
                <a:lnTo>
                  <a:pt x="63933" y="200769"/>
                </a:lnTo>
                <a:lnTo>
                  <a:pt x="64021" y="190202"/>
                </a:lnTo>
                <a:lnTo>
                  <a:pt x="64057" y="179636"/>
                </a:lnTo>
                <a:lnTo>
                  <a:pt x="64030" y="169069"/>
                </a:lnTo>
                <a:lnTo>
                  <a:pt x="63929" y="158502"/>
                </a:lnTo>
                <a:lnTo>
                  <a:pt x="63744" y="147935"/>
                </a:lnTo>
                <a:lnTo>
                  <a:pt x="63466" y="137368"/>
                </a:lnTo>
                <a:lnTo>
                  <a:pt x="63086" y="126802"/>
                </a:lnTo>
                <a:lnTo>
                  <a:pt x="62601" y="116235"/>
                </a:lnTo>
                <a:lnTo>
                  <a:pt x="62014" y="105668"/>
                </a:lnTo>
                <a:lnTo>
                  <a:pt x="61333" y="95101"/>
                </a:lnTo>
                <a:lnTo>
                  <a:pt x="60574" y="84534"/>
                </a:lnTo>
                <a:lnTo>
                  <a:pt x="59763" y="73968"/>
                </a:lnTo>
                <a:lnTo>
                  <a:pt x="58934" y="63401"/>
                </a:lnTo>
                <a:lnTo>
                  <a:pt x="58127" y="52834"/>
                </a:lnTo>
                <a:lnTo>
                  <a:pt x="57384" y="42267"/>
                </a:lnTo>
                <a:lnTo>
                  <a:pt x="56750" y="31700"/>
                </a:lnTo>
                <a:lnTo>
                  <a:pt x="56265" y="21134"/>
                </a:lnTo>
                <a:lnTo>
                  <a:pt x="55960" y="10567"/>
                </a:lnTo>
                <a:lnTo>
                  <a:pt x="55856" y="0"/>
                </a:lnTo>
                <a:lnTo>
                  <a:pt x="74144" y="0"/>
                </a:lnTo>
                <a:lnTo>
                  <a:pt x="74144" y="0"/>
                </a:lnTo>
                <a:lnTo>
                  <a:pt x="74040" y="10567"/>
                </a:lnTo>
                <a:lnTo>
                  <a:pt x="73735" y="21134"/>
                </a:lnTo>
                <a:lnTo>
                  <a:pt x="73250" y="31700"/>
                </a:lnTo>
                <a:lnTo>
                  <a:pt x="72616" y="42267"/>
                </a:lnTo>
                <a:lnTo>
                  <a:pt x="71873" y="52834"/>
                </a:lnTo>
                <a:lnTo>
                  <a:pt x="71066" y="63401"/>
                </a:lnTo>
                <a:lnTo>
                  <a:pt x="70237" y="73968"/>
                </a:lnTo>
                <a:lnTo>
                  <a:pt x="69426" y="84534"/>
                </a:lnTo>
                <a:lnTo>
                  <a:pt x="68667" y="95101"/>
                </a:lnTo>
                <a:lnTo>
                  <a:pt x="67986" y="105668"/>
                </a:lnTo>
                <a:lnTo>
                  <a:pt x="67399" y="116235"/>
                </a:lnTo>
                <a:lnTo>
                  <a:pt x="66914" y="126802"/>
                </a:lnTo>
                <a:lnTo>
                  <a:pt x="66534" y="137368"/>
                </a:lnTo>
                <a:lnTo>
                  <a:pt x="66256" y="147935"/>
                </a:lnTo>
                <a:lnTo>
                  <a:pt x="66071" y="158502"/>
                </a:lnTo>
                <a:lnTo>
                  <a:pt x="65970" y="169069"/>
                </a:lnTo>
                <a:lnTo>
                  <a:pt x="65943" y="179636"/>
                </a:lnTo>
                <a:lnTo>
                  <a:pt x="65979" y="190202"/>
                </a:lnTo>
                <a:lnTo>
                  <a:pt x="66067" y="200769"/>
                </a:lnTo>
                <a:lnTo>
                  <a:pt x="66197" y="211336"/>
                </a:lnTo>
                <a:lnTo>
                  <a:pt x="66360" y="221903"/>
                </a:lnTo>
                <a:lnTo>
                  <a:pt x="66547" y="232470"/>
                </a:lnTo>
                <a:lnTo>
                  <a:pt x="66750" y="243036"/>
                </a:lnTo>
                <a:lnTo>
                  <a:pt x="66961" y="253603"/>
                </a:lnTo>
                <a:lnTo>
                  <a:pt x="67173" y="264170"/>
                </a:lnTo>
                <a:lnTo>
                  <a:pt x="67378" y="274737"/>
                </a:lnTo>
                <a:lnTo>
                  <a:pt x="67570" y="285304"/>
                </a:lnTo>
                <a:lnTo>
                  <a:pt x="67746" y="295870"/>
                </a:lnTo>
                <a:lnTo>
                  <a:pt x="67900" y="306437"/>
                </a:lnTo>
                <a:lnTo>
                  <a:pt x="68033" y="317004"/>
                </a:lnTo>
                <a:lnTo>
                  <a:pt x="68143" y="327571"/>
                </a:lnTo>
                <a:lnTo>
                  <a:pt x="68232" y="338138"/>
                </a:lnTo>
                <a:lnTo>
                  <a:pt x="68302" y="348704"/>
                </a:lnTo>
                <a:lnTo>
                  <a:pt x="68357" y="359271"/>
                </a:lnTo>
                <a:lnTo>
                  <a:pt x="68401" y="369838"/>
                </a:lnTo>
                <a:lnTo>
                  <a:pt x="68437" y="380405"/>
                </a:lnTo>
                <a:lnTo>
                  <a:pt x="68469" y="390972"/>
                </a:lnTo>
                <a:lnTo>
                  <a:pt x="68501" y="401538"/>
                </a:lnTo>
                <a:lnTo>
                  <a:pt x="68534" y="412105"/>
                </a:lnTo>
                <a:lnTo>
                  <a:pt x="68572" y="422672"/>
                </a:lnTo>
                <a:lnTo>
                  <a:pt x="68616" y="433239"/>
                </a:lnTo>
                <a:lnTo>
                  <a:pt x="68671" y="443806"/>
                </a:lnTo>
                <a:lnTo>
                  <a:pt x="68739" y="454372"/>
                </a:lnTo>
                <a:lnTo>
                  <a:pt x="68826" y="464939"/>
                </a:lnTo>
                <a:lnTo>
                  <a:pt x="68941" y="475506"/>
                </a:lnTo>
                <a:lnTo>
                  <a:pt x="69090" y="486073"/>
                </a:lnTo>
                <a:lnTo>
                  <a:pt x="69283" y="496640"/>
                </a:lnTo>
                <a:lnTo>
                  <a:pt x="69529" y="507206"/>
                </a:lnTo>
                <a:lnTo>
                  <a:pt x="69834" y="517773"/>
                </a:lnTo>
                <a:lnTo>
                  <a:pt x="70203" y="528340"/>
                </a:lnTo>
                <a:lnTo>
                  <a:pt x="70633" y="538907"/>
                </a:lnTo>
                <a:lnTo>
                  <a:pt x="71117" y="549474"/>
                </a:lnTo>
                <a:lnTo>
                  <a:pt x="71641" y="560040"/>
                </a:lnTo>
                <a:lnTo>
                  <a:pt x="72183" y="570607"/>
                </a:lnTo>
                <a:lnTo>
                  <a:pt x="72717" y="581174"/>
                </a:lnTo>
                <a:lnTo>
                  <a:pt x="73213" y="591741"/>
                </a:lnTo>
                <a:lnTo>
                  <a:pt x="73639" y="602308"/>
                </a:lnTo>
                <a:lnTo>
                  <a:pt x="73968" y="612874"/>
                </a:lnTo>
                <a:lnTo>
                  <a:pt x="74176" y="623441"/>
                </a:lnTo>
                <a:lnTo>
                  <a:pt x="74249" y="634008"/>
                </a:lnTo>
                <a:lnTo>
                  <a:pt x="74184" y="644575"/>
                </a:lnTo>
                <a:lnTo>
                  <a:pt x="73988" y="655142"/>
                </a:lnTo>
                <a:lnTo>
                  <a:pt x="73679" y="665709"/>
                </a:lnTo>
                <a:lnTo>
                  <a:pt x="73284" y="676275"/>
                </a:lnTo>
                <a:lnTo>
                  <a:pt x="72834" y="686842"/>
                </a:lnTo>
                <a:lnTo>
                  <a:pt x="72363" y="697409"/>
                </a:lnTo>
                <a:lnTo>
                  <a:pt x="71906" y="707976"/>
                </a:lnTo>
                <a:lnTo>
                  <a:pt x="71492" y="718543"/>
                </a:lnTo>
                <a:lnTo>
                  <a:pt x="71142" y="729109"/>
                </a:lnTo>
                <a:lnTo>
                  <a:pt x="70872" y="739676"/>
                </a:lnTo>
                <a:lnTo>
                  <a:pt x="70688" y="750243"/>
                </a:lnTo>
                <a:lnTo>
                  <a:pt x="70586" y="760810"/>
                </a:lnTo>
                <a:lnTo>
                  <a:pt x="70557" y="771377"/>
                </a:lnTo>
                <a:lnTo>
                  <a:pt x="70585" y="781943"/>
                </a:lnTo>
                <a:lnTo>
                  <a:pt x="70652" y="792510"/>
                </a:lnTo>
                <a:lnTo>
                  <a:pt x="70737" y="803077"/>
                </a:lnTo>
                <a:lnTo>
                  <a:pt x="70819" y="813644"/>
                </a:lnTo>
                <a:lnTo>
                  <a:pt x="70881" y="824211"/>
                </a:lnTo>
                <a:lnTo>
                  <a:pt x="70909" y="834777"/>
                </a:lnTo>
                <a:lnTo>
                  <a:pt x="70892" y="845344"/>
                </a:lnTo>
                <a:lnTo>
                  <a:pt x="70827" y="855911"/>
                </a:lnTo>
                <a:lnTo>
                  <a:pt x="70713" y="866478"/>
                </a:lnTo>
                <a:lnTo>
                  <a:pt x="70555" y="877045"/>
                </a:lnTo>
                <a:lnTo>
                  <a:pt x="70361" y="887611"/>
                </a:lnTo>
                <a:lnTo>
                  <a:pt x="70141" y="898178"/>
                </a:lnTo>
                <a:lnTo>
                  <a:pt x="69906" y="908745"/>
                </a:lnTo>
                <a:lnTo>
                  <a:pt x="69667" y="919312"/>
                </a:lnTo>
                <a:lnTo>
                  <a:pt x="69436" y="929879"/>
                </a:lnTo>
                <a:lnTo>
                  <a:pt x="69220" y="940445"/>
                </a:lnTo>
                <a:lnTo>
                  <a:pt x="69028" y="951012"/>
                </a:lnTo>
                <a:lnTo>
                  <a:pt x="68864" y="961579"/>
                </a:lnTo>
                <a:lnTo>
                  <a:pt x="68731" y="972146"/>
                </a:lnTo>
                <a:lnTo>
                  <a:pt x="68631" y="982713"/>
                </a:lnTo>
                <a:lnTo>
                  <a:pt x="68564" y="993279"/>
                </a:lnTo>
                <a:lnTo>
                  <a:pt x="68530" y="1003846"/>
                </a:lnTo>
                <a:lnTo>
                  <a:pt x="68527" y="1014413"/>
                </a:lnTo>
                <a:lnTo>
                  <a:pt x="68559" y="1024980"/>
                </a:lnTo>
                <a:lnTo>
                  <a:pt x="68630" y="1035547"/>
                </a:lnTo>
                <a:lnTo>
                  <a:pt x="68753" y="1046113"/>
                </a:lnTo>
                <a:lnTo>
                  <a:pt x="68948" y="1056680"/>
                </a:lnTo>
                <a:lnTo>
                  <a:pt x="69245" y="1067247"/>
                </a:lnTo>
                <a:lnTo>
                  <a:pt x="69690" y="1077814"/>
                </a:lnTo>
                <a:lnTo>
                  <a:pt x="70340" y="1088381"/>
                </a:lnTo>
                <a:lnTo>
                  <a:pt x="71267" y="1098947"/>
                </a:lnTo>
                <a:lnTo>
                  <a:pt x="72553" y="1109514"/>
                </a:lnTo>
                <a:lnTo>
                  <a:pt x="74285" y="1120081"/>
                </a:lnTo>
                <a:lnTo>
                  <a:pt x="76549" y="1130648"/>
                </a:lnTo>
                <a:lnTo>
                  <a:pt x="79415" y="1141215"/>
                </a:lnTo>
                <a:lnTo>
                  <a:pt x="82931" y="1151781"/>
                </a:lnTo>
                <a:lnTo>
                  <a:pt x="87104" y="1162348"/>
                </a:lnTo>
                <a:lnTo>
                  <a:pt x="91891" y="1172915"/>
                </a:lnTo>
                <a:lnTo>
                  <a:pt x="97188" y="1183482"/>
                </a:lnTo>
                <a:lnTo>
                  <a:pt x="102831" y="1194049"/>
                </a:lnTo>
                <a:lnTo>
                  <a:pt x="108595" y="1204615"/>
                </a:lnTo>
                <a:lnTo>
                  <a:pt x="114208" y="1215182"/>
                </a:lnTo>
                <a:lnTo>
                  <a:pt x="119370" y="1225749"/>
                </a:lnTo>
                <a:lnTo>
                  <a:pt x="123778" y="1236316"/>
                </a:lnTo>
                <a:lnTo>
                  <a:pt x="127154" y="1246883"/>
                </a:lnTo>
                <a:lnTo>
                  <a:pt x="12927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4" name="01_find_only_1503">
            <a:extLst>
              <a:ext uri="{FF2B5EF4-FFF2-40B4-BE49-F238E27FC236}">
                <a16:creationId xmlns:a16="http://schemas.microsoft.com/office/drawing/2014/main" id="{1621B154-3DDF-4D27-84F0-CA200FB11A4C}"/>
              </a:ext>
            </a:extLst>
          </p:cNvPr>
          <p:cNvSpPr>
            <a:spLocks noGrp="1"/>
          </p:cNvSpPr>
          <p:nvPr/>
        </p:nvSpPr>
        <p:spPr>
          <a:xfrm>
            <a:off x="731409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40" y="1246883"/>
                </a:lnTo>
                <a:lnTo>
                  <a:pt x="6208" y="1236316"/>
                </a:lnTo>
                <a:lnTo>
                  <a:pt x="10608" y="1225749"/>
                </a:lnTo>
                <a:lnTo>
                  <a:pt x="15762" y="1215182"/>
                </a:lnTo>
                <a:lnTo>
                  <a:pt x="21370" y="1204615"/>
                </a:lnTo>
                <a:lnTo>
                  <a:pt x="27133" y="1194049"/>
                </a:lnTo>
                <a:lnTo>
                  <a:pt x="32780" y="1183482"/>
                </a:lnTo>
                <a:lnTo>
                  <a:pt x="38088" y="1172915"/>
                </a:lnTo>
                <a:lnTo>
                  <a:pt x="42890" y="1162348"/>
                </a:lnTo>
                <a:lnTo>
                  <a:pt x="47084" y="1151781"/>
                </a:lnTo>
                <a:lnTo>
                  <a:pt x="50626" y="1141215"/>
                </a:lnTo>
                <a:lnTo>
                  <a:pt x="53521" y="1130648"/>
                </a:lnTo>
                <a:lnTo>
                  <a:pt x="55813" y="1120081"/>
                </a:lnTo>
                <a:lnTo>
                  <a:pt x="57572" y="1109514"/>
                </a:lnTo>
                <a:lnTo>
                  <a:pt x="58879" y="1098947"/>
                </a:lnTo>
                <a:lnTo>
                  <a:pt x="59820" y="1088381"/>
                </a:lnTo>
                <a:lnTo>
                  <a:pt x="60475" y="1077814"/>
                </a:lnTo>
                <a:lnTo>
                  <a:pt x="60915" y="1067247"/>
                </a:lnTo>
                <a:lnTo>
                  <a:pt x="61197" y="1056680"/>
                </a:lnTo>
                <a:lnTo>
                  <a:pt x="61366" y="1046113"/>
                </a:lnTo>
                <a:lnTo>
                  <a:pt x="61456" y="1035547"/>
                </a:lnTo>
                <a:lnTo>
                  <a:pt x="61487" y="1024980"/>
                </a:lnTo>
                <a:lnTo>
                  <a:pt x="61477" y="1014413"/>
                </a:lnTo>
                <a:lnTo>
                  <a:pt x="61432" y="1003846"/>
                </a:lnTo>
                <a:lnTo>
                  <a:pt x="61359" y="993279"/>
                </a:lnTo>
                <a:lnTo>
                  <a:pt x="61259" y="982713"/>
                </a:lnTo>
                <a:lnTo>
                  <a:pt x="61133" y="972146"/>
                </a:lnTo>
                <a:lnTo>
                  <a:pt x="60981" y="961579"/>
                </a:lnTo>
                <a:lnTo>
                  <a:pt x="60806" y="951012"/>
                </a:lnTo>
                <a:lnTo>
                  <a:pt x="60609" y="940445"/>
                </a:lnTo>
                <a:lnTo>
                  <a:pt x="60394" y="929879"/>
                </a:lnTo>
                <a:lnTo>
                  <a:pt x="60167" y="919312"/>
                </a:lnTo>
                <a:lnTo>
                  <a:pt x="59937" y="908745"/>
                </a:lnTo>
                <a:lnTo>
                  <a:pt x="59714" y="898178"/>
                </a:lnTo>
                <a:lnTo>
                  <a:pt x="59509" y="887611"/>
                </a:lnTo>
                <a:lnTo>
                  <a:pt x="59335" y="877045"/>
                </a:lnTo>
                <a:lnTo>
                  <a:pt x="59201" y="866478"/>
                </a:lnTo>
                <a:lnTo>
                  <a:pt x="59116" y="855911"/>
                </a:lnTo>
                <a:lnTo>
                  <a:pt x="59085" y="845344"/>
                </a:lnTo>
                <a:lnTo>
                  <a:pt x="59107" y="834777"/>
                </a:lnTo>
                <a:lnTo>
                  <a:pt x="59177" y="824211"/>
                </a:lnTo>
                <a:lnTo>
                  <a:pt x="59283" y="813644"/>
                </a:lnTo>
                <a:lnTo>
                  <a:pt x="59410" y="803077"/>
                </a:lnTo>
                <a:lnTo>
                  <a:pt x="59540" y="792510"/>
                </a:lnTo>
                <a:lnTo>
                  <a:pt x="59650" y="781943"/>
                </a:lnTo>
                <a:lnTo>
                  <a:pt x="59721" y="771377"/>
                </a:lnTo>
                <a:lnTo>
                  <a:pt x="59735" y="760810"/>
                </a:lnTo>
                <a:lnTo>
                  <a:pt x="59680" y="750243"/>
                </a:lnTo>
                <a:lnTo>
                  <a:pt x="59548" y="739676"/>
                </a:lnTo>
                <a:lnTo>
                  <a:pt x="59339" y="729109"/>
                </a:lnTo>
                <a:lnTo>
                  <a:pt x="59063" y="718543"/>
                </a:lnTo>
                <a:lnTo>
                  <a:pt x="58734" y="707976"/>
                </a:lnTo>
                <a:lnTo>
                  <a:pt x="58376" y="697409"/>
                </a:lnTo>
                <a:lnTo>
                  <a:pt x="58014" y="686842"/>
                </a:lnTo>
                <a:lnTo>
                  <a:pt x="57679" y="676275"/>
                </a:lnTo>
                <a:lnTo>
                  <a:pt x="57400" y="665709"/>
                </a:lnTo>
                <a:lnTo>
                  <a:pt x="57200" y="655142"/>
                </a:lnTo>
                <a:lnTo>
                  <a:pt x="57101" y="644575"/>
                </a:lnTo>
                <a:lnTo>
                  <a:pt x="57112" y="634008"/>
                </a:lnTo>
                <a:lnTo>
                  <a:pt x="57236" y="623441"/>
                </a:lnTo>
                <a:lnTo>
                  <a:pt x="57464" y="612874"/>
                </a:lnTo>
                <a:lnTo>
                  <a:pt x="57781" y="602308"/>
                </a:lnTo>
                <a:lnTo>
                  <a:pt x="58164" y="591741"/>
                </a:lnTo>
                <a:lnTo>
                  <a:pt x="58585" y="581174"/>
                </a:lnTo>
                <a:lnTo>
                  <a:pt x="59019" y="570607"/>
                </a:lnTo>
                <a:lnTo>
                  <a:pt x="59438" y="560040"/>
                </a:lnTo>
                <a:lnTo>
                  <a:pt x="59822" y="549474"/>
                </a:lnTo>
                <a:lnTo>
                  <a:pt x="60156" y="538907"/>
                </a:lnTo>
                <a:lnTo>
                  <a:pt x="60429" y="528340"/>
                </a:lnTo>
                <a:lnTo>
                  <a:pt x="60639" y="517773"/>
                </a:lnTo>
                <a:lnTo>
                  <a:pt x="60788" y="507206"/>
                </a:lnTo>
                <a:lnTo>
                  <a:pt x="60884" y="496640"/>
                </a:lnTo>
                <a:lnTo>
                  <a:pt x="60934" y="486073"/>
                </a:lnTo>
                <a:lnTo>
                  <a:pt x="60950" y="475506"/>
                </a:lnTo>
                <a:lnTo>
                  <a:pt x="60940" y="464939"/>
                </a:lnTo>
                <a:lnTo>
                  <a:pt x="60915" y="454372"/>
                </a:lnTo>
                <a:lnTo>
                  <a:pt x="60880" y="443806"/>
                </a:lnTo>
                <a:lnTo>
                  <a:pt x="60842" y="433239"/>
                </a:lnTo>
                <a:lnTo>
                  <a:pt x="60805" y="422672"/>
                </a:lnTo>
                <a:lnTo>
                  <a:pt x="60770" y="412105"/>
                </a:lnTo>
                <a:lnTo>
                  <a:pt x="60742" y="401538"/>
                </a:lnTo>
                <a:lnTo>
                  <a:pt x="60722" y="390972"/>
                </a:lnTo>
                <a:lnTo>
                  <a:pt x="60713" y="380405"/>
                </a:lnTo>
                <a:lnTo>
                  <a:pt x="60718" y="369838"/>
                </a:lnTo>
                <a:lnTo>
                  <a:pt x="60739" y="359271"/>
                </a:lnTo>
                <a:lnTo>
                  <a:pt x="60781" y="348704"/>
                </a:lnTo>
                <a:lnTo>
                  <a:pt x="60845" y="338138"/>
                </a:lnTo>
                <a:lnTo>
                  <a:pt x="60934" y="327571"/>
                </a:lnTo>
                <a:lnTo>
                  <a:pt x="61049" y="317004"/>
                </a:lnTo>
                <a:lnTo>
                  <a:pt x="61189" y="306437"/>
                </a:lnTo>
                <a:lnTo>
                  <a:pt x="61353" y="295870"/>
                </a:lnTo>
                <a:lnTo>
                  <a:pt x="61536" y="285304"/>
                </a:lnTo>
                <a:lnTo>
                  <a:pt x="61735" y="274737"/>
                </a:lnTo>
                <a:lnTo>
                  <a:pt x="61945" y="264170"/>
                </a:lnTo>
                <a:lnTo>
                  <a:pt x="62158" y="253603"/>
                </a:lnTo>
                <a:lnTo>
                  <a:pt x="62369" y="243036"/>
                </a:lnTo>
                <a:lnTo>
                  <a:pt x="62570" y="232470"/>
                </a:lnTo>
                <a:lnTo>
                  <a:pt x="62755" y="221903"/>
                </a:lnTo>
                <a:lnTo>
                  <a:pt x="62916" y="211336"/>
                </a:lnTo>
                <a:lnTo>
                  <a:pt x="63043" y="200769"/>
                </a:lnTo>
                <a:lnTo>
                  <a:pt x="63126" y="190202"/>
                </a:lnTo>
                <a:lnTo>
                  <a:pt x="63152" y="179636"/>
                </a:lnTo>
                <a:lnTo>
                  <a:pt x="63106" y="169069"/>
                </a:lnTo>
                <a:lnTo>
                  <a:pt x="62971" y="158502"/>
                </a:lnTo>
                <a:lnTo>
                  <a:pt x="62730" y="147935"/>
                </a:lnTo>
                <a:lnTo>
                  <a:pt x="62367" y="137368"/>
                </a:lnTo>
                <a:lnTo>
                  <a:pt x="61866" y="126802"/>
                </a:lnTo>
                <a:lnTo>
                  <a:pt x="61221" y="116235"/>
                </a:lnTo>
                <a:lnTo>
                  <a:pt x="60429" y="105668"/>
                </a:lnTo>
                <a:lnTo>
                  <a:pt x="59501" y="95101"/>
                </a:lnTo>
                <a:lnTo>
                  <a:pt x="58460" y="84534"/>
                </a:lnTo>
                <a:lnTo>
                  <a:pt x="57339" y="73968"/>
                </a:lnTo>
                <a:lnTo>
                  <a:pt x="56186" y="63401"/>
                </a:lnTo>
                <a:lnTo>
                  <a:pt x="55058" y="52834"/>
                </a:lnTo>
                <a:lnTo>
                  <a:pt x="54017" y="42267"/>
                </a:lnTo>
                <a:lnTo>
                  <a:pt x="53126" y="31700"/>
                </a:lnTo>
                <a:lnTo>
                  <a:pt x="52442" y="21134"/>
                </a:lnTo>
                <a:lnTo>
                  <a:pt x="52012" y="10567"/>
                </a:lnTo>
                <a:lnTo>
                  <a:pt x="51865" y="0"/>
                </a:lnTo>
                <a:lnTo>
                  <a:pt x="78135" y="0"/>
                </a:lnTo>
                <a:lnTo>
                  <a:pt x="78135" y="0"/>
                </a:lnTo>
                <a:lnTo>
                  <a:pt x="77988" y="10567"/>
                </a:lnTo>
                <a:lnTo>
                  <a:pt x="77558" y="21134"/>
                </a:lnTo>
                <a:lnTo>
                  <a:pt x="76874" y="31700"/>
                </a:lnTo>
                <a:lnTo>
                  <a:pt x="75983" y="42267"/>
                </a:lnTo>
                <a:lnTo>
                  <a:pt x="74942" y="52834"/>
                </a:lnTo>
                <a:lnTo>
                  <a:pt x="73814" y="63401"/>
                </a:lnTo>
                <a:lnTo>
                  <a:pt x="72661" y="73968"/>
                </a:lnTo>
                <a:lnTo>
                  <a:pt x="71540" y="84534"/>
                </a:lnTo>
                <a:lnTo>
                  <a:pt x="70499" y="95101"/>
                </a:lnTo>
                <a:lnTo>
                  <a:pt x="69571" y="105668"/>
                </a:lnTo>
                <a:lnTo>
                  <a:pt x="68779" y="116235"/>
                </a:lnTo>
                <a:lnTo>
                  <a:pt x="68134" y="126802"/>
                </a:lnTo>
                <a:lnTo>
                  <a:pt x="67633" y="137368"/>
                </a:lnTo>
                <a:lnTo>
                  <a:pt x="67270" y="147935"/>
                </a:lnTo>
                <a:lnTo>
                  <a:pt x="67029" y="158502"/>
                </a:lnTo>
                <a:lnTo>
                  <a:pt x="66894" y="169069"/>
                </a:lnTo>
                <a:lnTo>
                  <a:pt x="66848" y="179636"/>
                </a:lnTo>
                <a:lnTo>
                  <a:pt x="66874" y="190202"/>
                </a:lnTo>
                <a:lnTo>
                  <a:pt x="66957" y="200769"/>
                </a:lnTo>
                <a:lnTo>
                  <a:pt x="67084" y="211336"/>
                </a:lnTo>
                <a:lnTo>
                  <a:pt x="67245" y="221903"/>
                </a:lnTo>
                <a:lnTo>
                  <a:pt x="67430" y="232470"/>
                </a:lnTo>
                <a:lnTo>
                  <a:pt x="67631" y="243036"/>
                </a:lnTo>
                <a:lnTo>
                  <a:pt x="67842" y="253603"/>
                </a:lnTo>
                <a:lnTo>
                  <a:pt x="68055" y="264170"/>
                </a:lnTo>
                <a:lnTo>
                  <a:pt x="68265" y="274737"/>
                </a:lnTo>
                <a:lnTo>
                  <a:pt x="68464" y="285304"/>
                </a:lnTo>
                <a:lnTo>
                  <a:pt x="68647" y="295870"/>
                </a:lnTo>
                <a:lnTo>
                  <a:pt x="68811" y="306437"/>
                </a:lnTo>
                <a:lnTo>
                  <a:pt x="68951" y="317004"/>
                </a:lnTo>
                <a:lnTo>
                  <a:pt x="69066" y="327571"/>
                </a:lnTo>
                <a:lnTo>
                  <a:pt x="69155" y="338138"/>
                </a:lnTo>
                <a:lnTo>
                  <a:pt x="69219" y="348704"/>
                </a:lnTo>
                <a:lnTo>
                  <a:pt x="69261" y="359271"/>
                </a:lnTo>
                <a:lnTo>
                  <a:pt x="69282" y="369838"/>
                </a:lnTo>
                <a:lnTo>
                  <a:pt x="69287" y="380405"/>
                </a:lnTo>
                <a:lnTo>
                  <a:pt x="69278" y="390972"/>
                </a:lnTo>
                <a:lnTo>
                  <a:pt x="69258" y="401538"/>
                </a:lnTo>
                <a:lnTo>
                  <a:pt x="69230" y="412105"/>
                </a:lnTo>
                <a:lnTo>
                  <a:pt x="69195" y="422672"/>
                </a:lnTo>
                <a:lnTo>
                  <a:pt x="69158" y="433239"/>
                </a:lnTo>
                <a:lnTo>
                  <a:pt x="69120" y="443806"/>
                </a:lnTo>
                <a:lnTo>
                  <a:pt x="69085" y="454372"/>
                </a:lnTo>
                <a:lnTo>
                  <a:pt x="69060" y="464939"/>
                </a:lnTo>
                <a:lnTo>
                  <a:pt x="69050" y="475506"/>
                </a:lnTo>
                <a:lnTo>
                  <a:pt x="69066" y="486073"/>
                </a:lnTo>
                <a:lnTo>
                  <a:pt x="69116" y="496640"/>
                </a:lnTo>
                <a:lnTo>
                  <a:pt x="69212" y="507206"/>
                </a:lnTo>
                <a:lnTo>
                  <a:pt x="69361" y="517773"/>
                </a:lnTo>
                <a:lnTo>
                  <a:pt x="69571" y="528340"/>
                </a:lnTo>
                <a:lnTo>
                  <a:pt x="69844" y="538907"/>
                </a:lnTo>
                <a:lnTo>
                  <a:pt x="70178" y="549474"/>
                </a:lnTo>
                <a:lnTo>
                  <a:pt x="70562" y="560040"/>
                </a:lnTo>
                <a:lnTo>
                  <a:pt x="70981" y="570607"/>
                </a:lnTo>
                <a:lnTo>
                  <a:pt x="71415" y="581174"/>
                </a:lnTo>
                <a:lnTo>
                  <a:pt x="71836" y="591741"/>
                </a:lnTo>
                <a:lnTo>
                  <a:pt x="72219" y="602308"/>
                </a:lnTo>
                <a:lnTo>
                  <a:pt x="72536" y="612874"/>
                </a:lnTo>
                <a:lnTo>
                  <a:pt x="72764" y="623441"/>
                </a:lnTo>
                <a:lnTo>
                  <a:pt x="72888" y="634008"/>
                </a:lnTo>
                <a:lnTo>
                  <a:pt x="72899" y="644575"/>
                </a:lnTo>
                <a:lnTo>
                  <a:pt x="72800" y="655142"/>
                </a:lnTo>
                <a:lnTo>
                  <a:pt x="72600" y="665709"/>
                </a:lnTo>
                <a:lnTo>
                  <a:pt x="72321" y="676275"/>
                </a:lnTo>
                <a:lnTo>
                  <a:pt x="71986" y="686842"/>
                </a:lnTo>
                <a:lnTo>
                  <a:pt x="71624" y="697409"/>
                </a:lnTo>
                <a:lnTo>
                  <a:pt x="71266" y="707976"/>
                </a:lnTo>
                <a:lnTo>
                  <a:pt x="70937" y="718543"/>
                </a:lnTo>
                <a:lnTo>
                  <a:pt x="70661" y="729109"/>
                </a:lnTo>
                <a:lnTo>
                  <a:pt x="70452" y="739676"/>
                </a:lnTo>
                <a:lnTo>
                  <a:pt x="70320" y="750243"/>
                </a:lnTo>
                <a:lnTo>
                  <a:pt x="70265" y="760810"/>
                </a:lnTo>
                <a:lnTo>
                  <a:pt x="70279" y="771377"/>
                </a:lnTo>
                <a:lnTo>
                  <a:pt x="70350" y="781943"/>
                </a:lnTo>
                <a:lnTo>
                  <a:pt x="70460" y="792510"/>
                </a:lnTo>
                <a:lnTo>
                  <a:pt x="70590" y="803077"/>
                </a:lnTo>
                <a:lnTo>
                  <a:pt x="70717" y="813644"/>
                </a:lnTo>
                <a:lnTo>
                  <a:pt x="70823" y="824211"/>
                </a:lnTo>
                <a:lnTo>
                  <a:pt x="70893" y="834777"/>
                </a:lnTo>
                <a:lnTo>
                  <a:pt x="70915" y="845344"/>
                </a:lnTo>
                <a:lnTo>
                  <a:pt x="70884" y="855911"/>
                </a:lnTo>
                <a:lnTo>
                  <a:pt x="70799" y="866478"/>
                </a:lnTo>
                <a:lnTo>
                  <a:pt x="70665" y="877045"/>
                </a:lnTo>
                <a:lnTo>
                  <a:pt x="70491" y="887611"/>
                </a:lnTo>
                <a:lnTo>
                  <a:pt x="70286" y="898178"/>
                </a:lnTo>
                <a:lnTo>
                  <a:pt x="70063" y="908745"/>
                </a:lnTo>
                <a:lnTo>
                  <a:pt x="69833" y="919312"/>
                </a:lnTo>
                <a:lnTo>
                  <a:pt x="69606" y="929879"/>
                </a:lnTo>
                <a:lnTo>
                  <a:pt x="69391" y="940445"/>
                </a:lnTo>
                <a:lnTo>
                  <a:pt x="69194" y="951012"/>
                </a:lnTo>
                <a:lnTo>
                  <a:pt x="69019" y="961579"/>
                </a:lnTo>
                <a:lnTo>
                  <a:pt x="68867" y="972146"/>
                </a:lnTo>
                <a:lnTo>
                  <a:pt x="68741" y="982713"/>
                </a:lnTo>
                <a:lnTo>
                  <a:pt x="68641" y="993279"/>
                </a:lnTo>
                <a:lnTo>
                  <a:pt x="68568" y="1003846"/>
                </a:lnTo>
                <a:lnTo>
                  <a:pt x="68523" y="1014413"/>
                </a:lnTo>
                <a:lnTo>
                  <a:pt x="68513" y="1024980"/>
                </a:lnTo>
                <a:lnTo>
                  <a:pt x="68544" y="1035547"/>
                </a:lnTo>
                <a:lnTo>
                  <a:pt x="68634" y="1046113"/>
                </a:lnTo>
                <a:lnTo>
                  <a:pt x="68803" y="1056680"/>
                </a:lnTo>
                <a:lnTo>
                  <a:pt x="69085" y="1067247"/>
                </a:lnTo>
                <a:lnTo>
                  <a:pt x="69525" y="1077814"/>
                </a:lnTo>
                <a:lnTo>
                  <a:pt x="70180" y="1088381"/>
                </a:lnTo>
                <a:lnTo>
                  <a:pt x="71121" y="1098947"/>
                </a:lnTo>
                <a:lnTo>
                  <a:pt x="72428" y="1109514"/>
                </a:lnTo>
                <a:lnTo>
                  <a:pt x="74187" y="1120081"/>
                </a:lnTo>
                <a:lnTo>
                  <a:pt x="76479" y="1130648"/>
                </a:lnTo>
                <a:lnTo>
                  <a:pt x="79374" y="1141215"/>
                </a:lnTo>
                <a:lnTo>
                  <a:pt x="82916" y="1151781"/>
                </a:lnTo>
                <a:lnTo>
                  <a:pt x="87110" y="1162348"/>
                </a:lnTo>
                <a:lnTo>
                  <a:pt x="91912" y="1172915"/>
                </a:lnTo>
                <a:lnTo>
                  <a:pt x="97220" y="1183482"/>
                </a:lnTo>
                <a:lnTo>
                  <a:pt x="102867" y="1194049"/>
                </a:lnTo>
                <a:lnTo>
                  <a:pt x="108630" y="1204615"/>
                </a:lnTo>
                <a:lnTo>
                  <a:pt x="114238" y="1215182"/>
                </a:lnTo>
                <a:lnTo>
                  <a:pt x="119392" y="1225749"/>
                </a:lnTo>
                <a:lnTo>
                  <a:pt x="123792" y="1236316"/>
                </a:lnTo>
                <a:lnTo>
                  <a:pt x="127160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5" name="01_find_only_1504">
            <a:extLst>
              <a:ext uri="{FF2B5EF4-FFF2-40B4-BE49-F238E27FC236}">
                <a16:creationId xmlns:a16="http://schemas.microsoft.com/office/drawing/2014/main" id="{AED729A6-8332-4FA8-8438-ED474DF23D5E}"/>
              </a:ext>
            </a:extLst>
          </p:cNvPr>
          <p:cNvSpPr>
            <a:spLocks noGrp="1"/>
          </p:cNvSpPr>
          <p:nvPr/>
        </p:nvSpPr>
        <p:spPr>
          <a:xfrm>
            <a:off x="782337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9" y="1246883"/>
                </a:lnTo>
                <a:lnTo>
                  <a:pt x="6207" y="1236316"/>
                </a:lnTo>
                <a:lnTo>
                  <a:pt x="10604" y="1225749"/>
                </a:lnTo>
                <a:lnTo>
                  <a:pt x="15757" y="1215182"/>
                </a:lnTo>
                <a:lnTo>
                  <a:pt x="21363" y="1204615"/>
                </a:lnTo>
                <a:lnTo>
                  <a:pt x="27124" y="1194049"/>
                </a:lnTo>
                <a:lnTo>
                  <a:pt x="32770" y="1183482"/>
                </a:lnTo>
                <a:lnTo>
                  <a:pt x="38076" y="1172915"/>
                </a:lnTo>
                <a:lnTo>
                  <a:pt x="42877" y="1162348"/>
                </a:lnTo>
                <a:lnTo>
                  <a:pt x="47071" y="1151781"/>
                </a:lnTo>
                <a:lnTo>
                  <a:pt x="50613" y="1141215"/>
                </a:lnTo>
                <a:lnTo>
                  <a:pt x="53510" y="1130648"/>
                </a:lnTo>
                <a:lnTo>
                  <a:pt x="55806" y="1120081"/>
                </a:lnTo>
                <a:lnTo>
                  <a:pt x="57571" y="1109514"/>
                </a:lnTo>
                <a:lnTo>
                  <a:pt x="58888" y="1098947"/>
                </a:lnTo>
                <a:lnTo>
                  <a:pt x="59842" y="1088381"/>
                </a:lnTo>
                <a:lnTo>
                  <a:pt x="60514" y="1077814"/>
                </a:lnTo>
                <a:lnTo>
                  <a:pt x="60975" y="1067247"/>
                </a:lnTo>
                <a:lnTo>
                  <a:pt x="61282" y="1056680"/>
                </a:lnTo>
                <a:lnTo>
                  <a:pt x="61481" y="1046113"/>
                </a:lnTo>
                <a:lnTo>
                  <a:pt x="61604" y="1035547"/>
                </a:lnTo>
                <a:lnTo>
                  <a:pt x="61672" y="1024980"/>
                </a:lnTo>
                <a:lnTo>
                  <a:pt x="61701" y="1014413"/>
                </a:lnTo>
                <a:lnTo>
                  <a:pt x="61697" y="1003846"/>
                </a:lnTo>
                <a:lnTo>
                  <a:pt x="61663" y="993279"/>
                </a:lnTo>
                <a:lnTo>
                  <a:pt x="61601" y="982713"/>
                </a:lnTo>
                <a:lnTo>
                  <a:pt x="61511" y="972146"/>
                </a:lnTo>
                <a:lnTo>
                  <a:pt x="61391" y="961579"/>
                </a:lnTo>
                <a:lnTo>
                  <a:pt x="61243" y="951012"/>
                </a:lnTo>
                <a:lnTo>
                  <a:pt x="61068" y="940445"/>
                </a:lnTo>
                <a:lnTo>
                  <a:pt x="60869" y="929879"/>
                </a:lnTo>
                <a:lnTo>
                  <a:pt x="60654" y="919312"/>
                </a:lnTo>
                <a:lnTo>
                  <a:pt x="60429" y="908745"/>
                </a:lnTo>
                <a:lnTo>
                  <a:pt x="60206" y="898178"/>
                </a:lnTo>
                <a:lnTo>
                  <a:pt x="59996" y="887611"/>
                </a:lnTo>
                <a:lnTo>
                  <a:pt x="59811" y="877045"/>
                </a:lnTo>
                <a:lnTo>
                  <a:pt x="59662" y="866478"/>
                </a:lnTo>
                <a:lnTo>
                  <a:pt x="59556" y="855911"/>
                </a:lnTo>
                <a:lnTo>
                  <a:pt x="59499" y="845344"/>
                </a:lnTo>
                <a:lnTo>
                  <a:pt x="59490" y="834777"/>
                </a:lnTo>
                <a:lnTo>
                  <a:pt x="59524" y="824211"/>
                </a:lnTo>
                <a:lnTo>
                  <a:pt x="59590" y="813644"/>
                </a:lnTo>
                <a:lnTo>
                  <a:pt x="59673" y="803077"/>
                </a:lnTo>
                <a:lnTo>
                  <a:pt x="59754" y="792510"/>
                </a:lnTo>
                <a:lnTo>
                  <a:pt x="59813" y="781943"/>
                </a:lnTo>
                <a:lnTo>
                  <a:pt x="59831" y="771377"/>
                </a:lnTo>
                <a:lnTo>
                  <a:pt x="59791" y="760810"/>
                </a:lnTo>
                <a:lnTo>
                  <a:pt x="59679" y="750243"/>
                </a:lnTo>
                <a:lnTo>
                  <a:pt x="59490" y="739676"/>
                </a:lnTo>
                <a:lnTo>
                  <a:pt x="59224" y="729109"/>
                </a:lnTo>
                <a:lnTo>
                  <a:pt x="58891" y="718543"/>
                </a:lnTo>
                <a:lnTo>
                  <a:pt x="58508" y="707976"/>
                </a:lnTo>
                <a:lnTo>
                  <a:pt x="58098" y="697409"/>
                </a:lnTo>
                <a:lnTo>
                  <a:pt x="57690" y="686842"/>
                </a:lnTo>
                <a:lnTo>
                  <a:pt x="57314" y="676275"/>
                </a:lnTo>
                <a:lnTo>
                  <a:pt x="57001" y="665709"/>
                </a:lnTo>
                <a:lnTo>
                  <a:pt x="56779" y="655142"/>
                </a:lnTo>
                <a:lnTo>
                  <a:pt x="56667" y="644575"/>
                </a:lnTo>
                <a:lnTo>
                  <a:pt x="56678" y="634008"/>
                </a:lnTo>
                <a:lnTo>
                  <a:pt x="56814" y="623441"/>
                </a:lnTo>
                <a:lnTo>
                  <a:pt x="57067" y="612874"/>
                </a:lnTo>
                <a:lnTo>
                  <a:pt x="57419" y="602308"/>
                </a:lnTo>
                <a:lnTo>
                  <a:pt x="57847" y="591741"/>
                </a:lnTo>
                <a:lnTo>
                  <a:pt x="58323" y="581174"/>
                </a:lnTo>
                <a:lnTo>
                  <a:pt x="58817" y="570607"/>
                </a:lnTo>
                <a:lnTo>
                  <a:pt x="59301" y="560040"/>
                </a:lnTo>
                <a:lnTo>
                  <a:pt x="59753" y="549474"/>
                </a:lnTo>
                <a:lnTo>
                  <a:pt x="60154" y="538907"/>
                </a:lnTo>
                <a:lnTo>
                  <a:pt x="60495" y="528340"/>
                </a:lnTo>
                <a:lnTo>
                  <a:pt x="60770" y="517773"/>
                </a:lnTo>
                <a:lnTo>
                  <a:pt x="60982" y="507206"/>
                </a:lnTo>
                <a:lnTo>
                  <a:pt x="61137" y="496640"/>
                </a:lnTo>
                <a:lnTo>
                  <a:pt x="61242" y="486073"/>
                </a:lnTo>
                <a:lnTo>
                  <a:pt x="61307" y="475506"/>
                </a:lnTo>
                <a:lnTo>
                  <a:pt x="61341" y="464939"/>
                </a:lnTo>
                <a:lnTo>
                  <a:pt x="61353" y="454372"/>
                </a:lnTo>
                <a:lnTo>
                  <a:pt x="61348" y="443806"/>
                </a:lnTo>
                <a:lnTo>
                  <a:pt x="61329" y="433239"/>
                </a:lnTo>
                <a:lnTo>
                  <a:pt x="61301" y="422672"/>
                </a:lnTo>
                <a:lnTo>
                  <a:pt x="61263" y="412105"/>
                </a:lnTo>
                <a:lnTo>
                  <a:pt x="61218" y="401538"/>
                </a:lnTo>
                <a:lnTo>
                  <a:pt x="61166" y="390972"/>
                </a:lnTo>
                <a:lnTo>
                  <a:pt x="61109" y="380405"/>
                </a:lnTo>
                <a:lnTo>
                  <a:pt x="61050" y="369838"/>
                </a:lnTo>
                <a:lnTo>
                  <a:pt x="60994" y="359271"/>
                </a:lnTo>
                <a:lnTo>
                  <a:pt x="60945" y="348704"/>
                </a:lnTo>
                <a:lnTo>
                  <a:pt x="60908" y="338138"/>
                </a:lnTo>
                <a:lnTo>
                  <a:pt x="60889" y="327571"/>
                </a:lnTo>
                <a:lnTo>
                  <a:pt x="60891" y="317004"/>
                </a:lnTo>
                <a:lnTo>
                  <a:pt x="60919" y="306437"/>
                </a:lnTo>
                <a:lnTo>
                  <a:pt x="60972" y="295870"/>
                </a:lnTo>
                <a:lnTo>
                  <a:pt x="61052" y="285304"/>
                </a:lnTo>
                <a:lnTo>
                  <a:pt x="61156" y="274737"/>
                </a:lnTo>
                <a:lnTo>
                  <a:pt x="61280" y="264170"/>
                </a:lnTo>
                <a:lnTo>
                  <a:pt x="61421" y="253603"/>
                </a:lnTo>
                <a:lnTo>
                  <a:pt x="61573" y="243036"/>
                </a:lnTo>
                <a:lnTo>
                  <a:pt x="61730" y="232470"/>
                </a:lnTo>
                <a:lnTo>
                  <a:pt x="61885" y="221903"/>
                </a:lnTo>
                <a:lnTo>
                  <a:pt x="62029" y="211336"/>
                </a:lnTo>
                <a:lnTo>
                  <a:pt x="62153" y="200769"/>
                </a:lnTo>
                <a:lnTo>
                  <a:pt x="62245" y="190202"/>
                </a:lnTo>
                <a:lnTo>
                  <a:pt x="62288" y="179636"/>
                </a:lnTo>
                <a:lnTo>
                  <a:pt x="62268" y="169069"/>
                </a:lnTo>
                <a:lnTo>
                  <a:pt x="62163" y="158502"/>
                </a:lnTo>
                <a:lnTo>
                  <a:pt x="61954" y="147935"/>
                </a:lnTo>
                <a:lnTo>
                  <a:pt x="61620" y="137368"/>
                </a:lnTo>
                <a:lnTo>
                  <a:pt x="61145" y="126802"/>
                </a:lnTo>
                <a:lnTo>
                  <a:pt x="60517" y="116235"/>
                </a:lnTo>
                <a:lnTo>
                  <a:pt x="59732" y="105668"/>
                </a:lnTo>
                <a:lnTo>
                  <a:pt x="58800" y="95101"/>
                </a:lnTo>
                <a:lnTo>
                  <a:pt x="57743" y="84534"/>
                </a:lnTo>
                <a:lnTo>
                  <a:pt x="56596" y="73968"/>
                </a:lnTo>
                <a:lnTo>
                  <a:pt x="55409" y="63401"/>
                </a:lnTo>
                <a:lnTo>
                  <a:pt x="54242" y="52834"/>
                </a:lnTo>
                <a:lnTo>
                  <a:pt x="53161" y="42267"/>
                </a:lnTo>
                <a:lnTo>
                  <a:pt x="52233" y="31700"/>
                </a:lnTo>
                <a:lnTo>
                  <a:pt x="51520" y="21134"/>
                </a:lnTo>
                <a:lnTo>
                  <a:pt x="51070" y="10567"/>
                </a:lnTo>
                <a:lnTo>
                  <a:pt x="50917" y="0"/>
                </a:lnTo>
                <a:lnTo>
                  <a:pt x="79083" y="0"/>
                </a:lnTo>
                <a:lnTo>
                  <a:pt x="79083" y="0"/>
                </a:lnTo>
                <a:lnTo>
                  <a:pt x="78930" y="10567"/>
                </a:lnTo>
                <a:lnTo>
                  <a:pt x="78480" y="21134"/>
                </a:lnTo>
                <a:lnTo>
                  <a:pt x="77767" y="31700"/>
                </a:lnTo>
                <a:lnTo>
                  <a:pt x="76839" y="42267"/>
                </a:lnTo>
                <a:lnTo>
                  <a:pt x="75758" y="52834"/>
                </a:lnTo>
                <a:lnTo>
                  <a:pt x="74591" y="63401"/>
                </a:lnTo>
                <a:lnTo>
                  <a:pt x="73404" y="73968"/>
                </a:lnTo>
                <a:lnTo>
                  <a:pt x="72257" y="84534"/>
                </a:lnTo>
                <a:lnTo>
                  <a:pt x="71200" y="95101"/>
                </a:lnTo>
                <a:lnTo>
                  <a:pt x="70268" y="105668"/>
                </a:lnTo>
                <a:lnTo>
                  <a:pt x="69483" y="116235"/>
                </a:lnTo>
                <a:lnTo>
                  <a:pt x="68855" y="126802"/>
                </a:lnTo>
                <a:lnTo>
                  <a:pt x="68380" y="137368"/>
                </a:lnTo>
                <a:lnTo>
                  <a:pt x="68046" y="147935"/>
                </a:lnTo>
                <a:lnTo>
                  <a:pt x="67837" y="158502"/>
                </a:lnTo>
                <a:lnTo>
                  <a:pt x="67732" y="169069"/>
                </a:lnTo>
                <a:lnTo>
                  <a:pt x="67712" y="179636"/>
                </a:lnTo>
                <a:lnTo>
                  <a:pt x="67755" y="190202"/>
                </a:lnTo>
                <a:lnTo>
                  <a:pt x="67847" y="200769"/>
                </a:lnTo>
                <a:lnTo>
                  <a:pt x="67971" y="211336"/>
                </a:lnTo>
                <a:lnTo>
                  <a:pt x="68115" y="221903"/>
                </a:lnTo>
                <a:lnTo>
                  <a:pt x="68270" y="232470"/>
                </a:lnTo>
                <a:lnTo>
                  <a:pt x="68427" y="243036"/>
                </a:lnTo>
                <a:lnTo>
                  <a:pt x="68579" y="253603"/>
                </a:lnTo>
                <a:lnTo>
                  <a:pt x="68720" y="264170"/>
                </a:lnTo>
                <a:lnTo>
                  <a:pt x="68845" y="274737"/>
                </a:lnTo>
                <a:lnTo>
                  <a:pt x="68948" y="285304"/>
                </a:lnTo>
                <a:lnTo>
                  <a:pt x="69028" y="295870"/>
                </a:lnTo>
                <a:lnTo>
                  <a:pt x="69081" y="306437"/>
                </a:lnTo>
                <a:lnTo>
                  <a:pt x="69109" y="317004"/>
                </a:lnTo>
                <a:lnTo>
                  <a:pt x="69111" y="327571"/>
                </a:lnTo>
                <a:lnTo>
                  <a:pt x="69092" y="338138"/>
                </a:lnTo>
                <a:lnTo>
                  <a:pt x="69056" y="348704"/>
                </a:lnTo>
                <a:lnTo>
                  <a:pt x="69006" y="359271"/>
                </a:lnTo>
                <a:lnTo>
                  <a:pt x="68950" y="369838"/>
                </a:lnTo>
                <a:lnTo>
                  <a:pt x="68891" y="380405"/>
                </a:lnTo>
                <a:lnTo>
                  <a:pt x="68834" y="390972"/>
                </a:lnTo>
                <a:lnTo>
                  <a:pt x="68782" y="401538"/>
                </a:lnTo>
                <a:lnTo>
                  <a:pt x="68737" y="412105"/>
                </a:lnTo>
                <a:lnTo>
                  <a:pt x="68699" y="422672"/>
                </a:lnTo>
                <a:lnTo>
                  <a:pt x="68671" y="433239"/>
                </a:lnTo>
                <a:lnTo>
                  <a:pt x="68652" y="443806"/>
                </a:lnTo>
                <a:lnTo>
                  <a:pt x="68647" y="454372"/>
                </a:lnTo>
                <a:lnTo>
                  <a:pt x="68659" y="464939"/>
                </a:lnTo>
                <a:lnTo>
                  <a:pt x="68693" y="475506"/>
                </a:lnTo>
                <a:lnTo>
                  <a:pt x="68758" y="486073"/>
                </a:lnTo>
                <a:lnTo>
                  <a:pt x="68863" y="496640"/>
                </a:lnTo>
                <a:lnTo>
                  <a:pt x="69018" y="507206"/>
                </a:lnTo>
                <a:lnTo>
                  <a:pt x="69230" y="517773"/>
                </a:lnTo>
                <a:lnTo>
                  <a:pt x="69505" y="528340"/>
                </a:lnTo>
                <a:lnTo>
                  <a:pt x="69846" y="538907"/>
                </a:lnTo>
                <a:lnTo>
                  <a:pt x="70247" y="549474"/>
                </a:lnTo>
                <a:lnTo>
                  <a:pt x="70699" y="560040"/>
                </a:lnTo>
                <a:lnTo>
                  <a:pt x="71183" y="570607"/>
                </a:lnTo>
                <a:lnTo>
                  <a:pt x="71677" y="581174"/>
                </a:lnTo>
                <a:lnTo>
                  <a:pt x="72153" y="591741"/>
                </a:lnTo>
                <a:lnTo>
                  <a:pt x="72581" y="602308"/>
                </a:lnTo>
                <a:lnTo>
                  <a:pt x="72933" y="612874"/>
                </a:lnTo>
                <a:lnTo>
                  <a:pt x="73186" y="623441"/>
                </a:lnTo>
                <a:lnTo>
                  <a:pt x="73322" y="634008"/>
                </a:lnTo>
                <a:lnTo>
                  <a:pt x="73333" y="644575"/>
                </a:lnTo>
                <a:lnTo>
                  <a:pt x="73221" y="655142"/>
                </a:lnTo>
                <a:lnTo>
                  <a:pt x="72999" y="665709"/>
                </a:lnTo>
                <a:lnTo>
                  <a:pt x="72686" y="676275"/>
                </a:lnTo>
                <a:lnTo>
                  <a:pt x="72310" y="686842"/>
                </a:lnTo>
                <a:lnTo>
                  <a:pt x="71902" y="697409"/>
                </a:lnTo>
                <a:lnTo>
                  <a:pt x="71492" y="707976"/>
                </a:lnTo>
                <a:lnTo>
                  <a:pt x="71109" y="718543"/>
                </a:lnTo>
                <a:lnTo>
                  <a:pt x="70776" y="729109"/>
                </a:lnTo>
                <a:lnTo>
                  <a:pt x="70510" y="739676"/>
                </a:lnTo>
                <a:lnTo>
                  <a:pt x="70321" y="750243"/>
                </a:lnTo>
                <a:lnTo>
                  <a:pt x="70209" y="760810"/>
                </a:lnTo>
                <a:lnTo>
                  <a:pt x="70169" y="771377"/>
                </a:lnTo>
                <a:lnTo>
                  <a:pt x="70187" y="781943"/>
                </a:lnTo>
                <a:lnTo>
                  <a:pt x="70246" y="792510"/>
                </a:lnTo>
                <a:lnTo>
                  <a:pt x="70327" y="803077"/>
                </a:lnTo>
                <a:lnTo>
                  <a:pt x="70410" y="813644"/>
                </a:lnTo>
                <a:lnTo>
                  <a:pt x="70476" y="824211"/>
                </a:lnTo>
                <a:lnTo>
                  <a:pt x="70510" y="834777"/>
                </a:lnTo>
                <a:lnTo>
                  <a:pt x="70501" y="845344"/>
                </a:lnTo>
                <a:lnTo>
                  <a:pt x="70444" y="855911"/>
                </a:lnTo>
                <a:lnTo>
                  <a:pt x="70338" y="866478"/>
                </a:lnTo>
                <a:lnTo>
                  <a:pt x="70189" y="877045"/>
                </a:lnTo>
                <a:lnTo>
                  <a:pt x="70004" y="887611"/>
                </a:lnTo>
                <a:lnTo>
                  <a:pt x="69794" y="898178"/>
                </a:lnTo>
                <a:lnTo>
                  <a:pt x="69571" y="908745"/>
                </a:lnTo>
                <a:lnTo>
                  <a:pt x="69346" y="919312"/>
                </a:lnTo>
                <a:lnTo>
                  <a:pt x="69131" y="929879"/>
                </a:lnTo>
                <a:lnTo>
                  <a:pt x="68932" y="940445"/>
                </a:lnTo>
                <a:lnTo>
                  <a:pt x="68757" y="951012"/>
                </a:lnTo>
                <a:lnTo>
                  <a:pt x="68609" y="961579"/>
                </a:lnTo>
                <a:lnTo>
                  <a:pt x="68489" y="972146"/>
                </a:lnTo>
                <a:lnTo>
                  <a:pt x="68399" y="982713"/>
                </a:lnTo>
                <a:lnTo>
                  <a:pt x="68337" y="993279"/>
                </a:lnTo>
                <a:lnTo>
                  <a:pt x="68303" y="1003846"/>
                </a:lnTo>
                <a:lnTo>
                  <a:pt x="68299" y="1014413"/>
                </a:lnTo>
                <a:lnTo>
                  <a:pt x="68328" y="1024980"/>
                </a:lnTo>
                <a:lnTo>
                  <a:pt x="68396" y="1035547"/>
                </a:lnTo>
                <a:lnTo>
                  <a:pt x="68519" y="1046113"/>
                </a:lnTo>
                <a:lnTo>
                  <a:pt x="68718" y="1056680"/>
                </a:lnTo>
                <a:lnTo>
                  <a:pt x="69025" y="1067247"/>
                </a:lnTo>
                <a:lnTo>
                  <a:pt x="69486" y="1077814"/>
                </a:lnTo>
                <a:lnTo>
                  <a:pt x="70158" y="1088381"/>
                </a:lnTo>
                <a:lnTo>
                  <a:pt x="71112" y="1098947"/>
                </a:lnTo>
                <a:lnTo>
                  <a:pt x="72429" y="1109514"/>
                </a:lnTo>
                <a:lnTo>
                  <a:pt x="74194" y="1120081"/>
                </a:lnTo>
                <a:lnTo>
                  <a:pt x="76490" y="1130648"/>
                </a:lnTo>
                <a:lnTo>
                  <a:pt x="79387" y="1141215"/>
                </a:lnTo>
                <a:lnTo>
                  <a:pt x="82929" y="1151781"/>
                </a:lnTo>
                <a:lnTo>
                  <a:pt x="87123" y="1162348"/>
                </a:lnTo>
                <a:lnTo>
                  <a:pt x="91924" y="1172915"/>
                </a:lnTo>
                <a:lnTo>
                  <a:pt x="97230" y="1183482"/>
                </a:lnTo>
                <a:lnTo>
                  <a:pt x="102876" y="1194049"/>
                </a:lnTo>
                <a:lnTo>
                  <a:pt x="108637" y="1204615"/>
                </a:lnTo>
                <a:lnTo>
                  <a:pt x="114243" y="1215182"/>
                </a:lnTo>
                <a:lnTo>
                  <a:pt x="119396" y="1225749"/>
                </a:lnTo>
                <a:lnTo>
                  <a:pt x="123793" y="1236316"/>
                </a:lnTo>
                <a:lnTo>
                  <a:pt x="127161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6" name="01_find_only_1505">
            <a:extLst>
              <a:ext uri="{FF2B5EF4-FFF2-40B4-BE49-F238E27FC236}">
                <a16:creationId xmlns:a16="http://schemas.microsoft.com/office/drawing/2014/main" id="{02579330-B994-4CEE-9033-7C25D8CA46DC}"/>
              </a:ext>
            </a:extLst>
          </p:cNvPr>
          <p:cNvSpPr>
            <a:spLocks noGrp="1"/>
          </p:cNvSpPr>
          <p:nvPr/>
        </p:nvSpPr>
        <p:spPr>
          <a:xfrm>
            <a:off x="636174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7" name="01_find_only_1506">
            <a:extLst>
              <a:ext uri="{FF2B5EF4-FFF2-40B4-BE49-F238E27FC236}">
                <a16:creationId xmlns:a16="http://schemas.microsoft.com/office/drawing/2014/main" id="{9A30C598-4CB8-4D01-9279-3EA9427F8D52}"/>
              </a:ext>
            </a:extLst>
          </p:cNvPr>
          <p:cNvSpPr>
            <a:spLocks noGrp="1"/>
          </p:cNvSpPr>
          <p:nvPr/>
        </p:nvSpPr>
        <p:spPr>
          <a:xfrm>
            <a:off x="661638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8" name="01_find_only_1507">
            <a:extLst>
              <a:ext uri="{FF2B5EF4-FFF2-40B4-BE49-F238E27FC236}">
                <a16:creationId xmlns:a16="http://schemas.microsoft.com/office/drawing/2014/main" id="{0A0C02B3-83D3-4D24-8D44-A1F25C5F7EAA}"/>
              </a:ext>
            </a:extLst>
          </p:cNvPr>
          <p:cNvSpPr>
            <a:spLocks noGrp="1"/>
          </p:cNvSpPr>
          <p:nvPr/>
        </p:nvSpPr>
        <p:spPr>
          <a:xfrm>
            <a:off x="6871026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9" name="01_find_only_1508">
            <a:extLst>
              <a:ext uri="{FF2B5EF4-FFF2-40B4-BE49-F238E27FC236}">
                <a16:creationId xmlns:a16="http://schemas.microsoft.com/office/drawing/2014/main" id="{A5F4D421-C325-46E0-94CA-FC2EBCE7482A}"/>
              </a:ext>
            </a:extLst>
          </p:cNvPr>
          <p:cNvSpPr>
            <a:spLocks noGrp="1"/>
          </p:cNvSpPr>
          <p:nvPr/>
        </p:nvSpPr>
        <p:spPr>
          <a:xfrm>
            <a:off x="7380304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0" name="01_find_only_1509">
            <a:extLst>
              <a:ext uri="{FF2B5EF4-FFF2-40B4-BE49-F238E27FC236}">
                <a16:creationId xmlns:a16="http://schemas.microsoft.com/office/drawing/2014/main" id="{92951ED4-EAF0-4B47-8933-98DCEB8EF18D}"/>
              </a:ext>
            </a:extLst>
          </p:cNvPr>
          <p:cNvSpPr>
            <a:spLocks noGrp="1"/>
          </p:cNvSpPr>
          <p:nvPr/>
        </p:nvSpPr>
        <p:spPr>
          <a:xfrm>
            <a:off x="7889582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1" name="01_find_only_1510">
            <a:extLst>
              <a:ext uri="{FF2B5EF4-FFF2-40B4-BE49-F238E27FC236}">
                <a16:creationId xmlns:a16="http://schemas.microsoft.com/office/drawing/2014/main" id="{FDB3F3F5-5266-44A4-9564-EC475DD9FF9F}"/>
              </a:ext>
            </a:extLst>
          </p:cNvPr>
          <p:cNvSpPr>
            <a:spLocks noGrp="1"/>
          </p:cNvSpPr>
          <p:nvPr/>
        </p:nvSpPr>
        <p:spPr>
          <a:xfrm>
            <a:off x="6346469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2" name="01_find_only_1511">
            <a:extLst>
              <a:ext uri="{FF2B5EF4-FFF2-40B4-BE49-F238E27FC236}">
                <a16:creationId xmlns:a16="http://schemas.microsoft.com/office/drawing/2014/main" id="{CBFE8E6F-2D34-4B69-A66F-2CD100F582D6}"/>
              </a:ext>
            </a:extLst>
          </p:cNvPr>
          <p:cNvSpPr>
            <a:spLocks noGrp="1"/>
          </p:cNvSpPr>
          <p:nvPr/>
        </p:nvSpPr>
        <p:spPr>
          <a:xfrm>
            <a:off x="630766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3" name="text_1512">
            <a:extLst>
              <a:ext uri="{FF2B5EF4-FFF2-40B4-BE49-F238E27FC236}">
                <a16:creationId xmlns:a16="http://schemas.microsoft.com/office/drawing/2014/main" id="{3DC7B16A-3614-43C6-9827-3BAD7B0D1FFF}"/>
              </a:ext>
            </a:extLst>
          </p:cNvPr>
          <p:cNvSpPr>
            <a:spLocks noGrp="1"/>
          </p:cNvSpPr>
          <p:nvPr/>
        </p:nvSpPr>
        <p:spPr>
          <a:xfrm>
            <a:off x="621635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14" name="01_find_only_1513">
            <a:extLst>
              <a:ext uri="{FF2B5EF4-FFF2-40B4-BE49-F238E27FC236}">
                <a16:creationId xmlns:a16="http://schemas.microsoft.com/office/drawing/2014/main" id="{AF0849E8-CEB4-43DE-9A76-D9C69C52B398}"/>
              </a:ext>
            </a:extLst>
          </p:cNvPr>
          <p:cNvSpPr>
            <a:spLocks noGrp="1"/>
          </p:cNvSpPr>
          <p:nvPr/>
        </p:nvSpPr>
        <p:spPr>
          <a:xfrm>
            <a:off x="6346469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5" name="01_find_only_1514">
            <a:extLst>
              <a:ext uri="{FF2B5EF4-FFF2-40B4-BE49-F238E27FC236}">
                <a16:creationId xmlns:a16="http://schemas.microsoft.com/office/drawing/2014/main" id="{FA723A30-2C69-4287-9383-0616651A39BA}"/>
              </a:ext>
            </a:extLst>
          </p:cNvPr>
          <p:cNvSpPr>
            <a:spLocks noGrp="1"/>
          </p:cNvSpPr>
          <p:nvPr/>
        </p:nvSpPr>
        <p:spPr>
          <a:xfrm>
            <a:off x="630766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6" name="text_1515">
            <a:extLst>
              <a:ext uri="{FF2B5EF4-FFF2-40B4-BE49-F238E27FC236}">
                <a16:creationId xmlns:a16="http://schemas.microsoft.com/office/drawing/2014/main" id="{13E36258-0A30-4FA3-8278-02E635233650}"/>
              </a:ext>
            </a:extLst>
          </p:cNvPr>
          <p:cNvSpPr>
            <a:spLocks noGrp="1"/>
          </p:cNvSpPr>
          <p:nvPr/>
        </p:nvSpPr>
        <p:spPr>
          <a:xfrm>
            <a:off x="6163848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517" name="01_find_only_1516">
            <a:extLst>
              <a:ext uri="{FF2B5EF4-FFF2-40B4-BE49-F238E27FC236}">
                <a16:creationId xmlns:a16="http://schemas.microsoft.com/office/drawing/2014/main" id="{05177BB5-723C-49E2-9E51-6C6F527A1BD4}"/>
              </a:ext>
            </a:extLst>
          </p:cNvPr>
          <p:cNvSpPr>
            <a:spLocks noGrp="1"/>
          </p:cNvSpPr>
          <p:nvPr/>
        </p:nvSpPr>
        <p:spPr>
          <a:xfrm>
            <a:off x="6346469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8" name="01_find_only_1517">
            <a:extLst>
              <a:ext uri="{FF2B5EF4-FFF2-40B4-BE49-F238E27FC236}">
                <a16:creationId xmlns:a16="http://schemas.microsoft.com/office/drawing/2014/main" id="{28FCF425-B92A-482C-BEF2-D8855DCA1688}"/>
              </a:ext>
            </a:extLst>
          </p:cNvPr>
          <p:cNvSpPr>
            <a:spLocks noGrp="1"/>
          </p:cNvSpPr>
          <p:nvPr/>
        </p:nvSpPr>
        <p:spPr>
          <a:xfrm>
            <a:off x="630766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9" name="text_1518">
            <a:extLst>
              <a:ext uri="{FF2B5EF4-FFF2-40B4-BE49-F238E27FC236}">
                <a16:creationId xmlns:a16="http://schemas.microsoft.com/office/drawing/2014/main" id="{7EB53064-6D2E-4687-8466-7D20E9FBAC6A}"/>
              </a:ext>
            </a:extLst>
          </p:cNvPr>
          <p:cNvSpPr>
            <a:spLocks noGrp="1"/>
          </p:cNvSpPr>
          <p:nvPr/>
        </p:nvSpPr>
        <p:spPr>
          <a:xfrm>
            <a:off x="6111346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1520" name="01_find_only_1519">
            <a:extLst>
              <a:ext uri="{FF2B5EF4-FFF2-40B4-BE49-F238E27FC236}">
                <a16:creationId xmlns:a16="http://schemas.microsoft.com/office/drawing/2014/main" id="{CD7BBAD4-8F1A-4CB3-8B12-AAFC4ECAA560}"/>
              </a:ext>
            </a:extLst>
          </p:cNvPr>
          <p:cNvSpPr>
            <a:spLocks noGrp="1"/>
          </p:cNvSpPr>
          <p:nvPr/>
        </p:nvSpPr>
        <p:spPr>
          <a:xfrm>
            <a:off x="657831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01_find_only_1520">
            <a:extLst>
              <a:ext uri="{FF2B5EF4-FFF2-40B4-BE49-F238E27FC236}">
                <a16:creationId xmlns:a16="http://schemas.microsoft.com/office/drawing/2014/main" id="{2F6E4D76-A2A4-493A-B2D1-7790BD167AB5}"/>
              </a:ext>
            </a:extLst>
          </p:cNvPr>
          <p:cNvSpPr>
            <a:spLocks noGrp="1"/>
          </p:cNvSpPr>
          <p:nvPr/>
        </p:nvSpPr>
        <p:spPr>
          <a:xfrm>
            <a:off x="6559664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01_find_only_1521">
            <a:extLst>
              <a:ext uri="{FF2B5EF4-FFF2-40B4-BE49-F238E27FC236}">
                <a16:creationId xmlns:a16="http://schemas.microsoft.com/office/drawing/2014/main" id="{CC609F71-4970-4906-9C62-B3A5F758AD57}"/>
              </a:ext>
            </a:extLst>
          </p:cNvPr>
          <p:cNvSpPr>
            <a:spLocks noGrp="1"/>
          </p:cNvSpPr>
          <p:nvPr/>
        </p:nvSpPr>
        <p:spPr>
          <a:xfrm>
            <a:off x="6574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01_find_only_1522">
            <a:extLst>
              <a:ext uri="{FF2B5EF4-FFF2-40B4-BE49-F238E27FC236}">
                <a16:creationId xmlns:a16="http://schemas.microsoft.com/office/drawing/2014/main" id="{5466C486-DFDF-4EA6-B7CC-8384D23DB680}"/>
              </a:ext>
            </a:extLst>
          </p:cNvPr>
          <p:cNvSpPr>
            <a:spLocks noGrp="1"/>
          </p:cNvSpPr>
          <p:nvPr/>
        </p:nvSpPr>
        <p:spPr>
          <a:xfrm>
            <a:off x="6574431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01_find_only_1523">
            <a:extLst>
              <a:ext uri="{FF2B5EF4-FFF2-40B4-BE49-F238E27FC236}">
                <a16:creationId xmlns:a16="http://schemas.microsoft.com/office/drawing/2014/main" id="{C883A4F4-E44D-43EF-A140-9382BE24C2F5}"/>
              </a:ext>
            </a:extLst>
          </p:cNvPr>
          <p:cNvSpPr>
            <a:spLocks noGrp="1"/>
          </p:cNvSpPr>
          <p:nvPr/>
        </p:nvSpPr>
        <p:spPr>
          <a:xfrm>
            <a:off x="65909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01_find_only_1524">
            <a:extLst>
              <a:ext uri="{FF2B5EF4-FFF2-40B4-BE49-F238E27FC236}">
                <a16:creationId xmlns:a16="http://schemas.microsoft.com/office/drawing/2014/main" id="{F33CC3E1-5E01-4F25-AF5F-6E211B769758}"/>
              </a:ext>
            </a:extLst>
          </p:cNvPr>
          <p:cNvSpPr>
            <a:spLocks noGrp="1"/>
          </p:cNvSpPr>
          <p:nvPr/>
        </p:nvSpPr>
        <p:spPr>
          <a:xfrm>
            <a:off x="66192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01_find_only_1525">
            <a:extLst>
              <a:ext uri="{FF2B5EF4-FFF2-40B4-BE49-F238E27FC236}">
                <a16:creationId xmlns:a16="http://schemas.microsoft.com/office/drawing/2014/main" id="{6CFDEA4D-530D-44F3-B238-0B52E3EE8B08}"/>
              </a:ext>
            </a:extLst>
          </p:cNvPr>
          <p:cNvSpPr>
            <a:spLocks noGrp="1"/>
          </p:cNvSpPr>
          <p:nvPr/>
        </p:nvSpPr>
        <p:spPr>
          <a:xfrm>
            <a:off x="6636996" y="36700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01_find_only_1526">
            <a:extLst>
              <a:ext uri="{FF2B5EF4-FFF2-40B4-BE49-F238E27FC236}">
                <a16:creationId xmlns:a16="http://schemas.microsoft.com/office/drawing/2014/main" id="{3786CAEE-B6E7-4CDD-BF37-ACFD8F7C1927}"/>
              </a:ext>
            </a:extLst>
          </p:cNvPr>
          <p:cNvSpPr>
            <a:spLocks noGrp="1"/>
          </p:cNvSpPr>
          <p:nvPr/>
        </p:nvSpPr>
        <p:spPr>
          <a:xfrm>
            <a:off x="65648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01_find_only_1527">
            <a:extLst>
              <a:ext uri="{FF2B5EF4-FFF2-40B4-BE49-F238E27FC236}">
                <a16:creationId xmlns:a16="http://schemas.microsoft.com/office/drawing/2014/main" id="{A3AFE284-3877-42CC-AAD2-9344AA332E2C}"/>
              </a:ext>
            </a:extLst>
          </p:cNvPr>
          <p:cNvSpPr>
            <a:spLocks noGrp="1"/>
          </p:cNvSpPr>
          <p:nvPr/>
        </p:nvSpPr>
        <p:spPr>
          <a:xfrm>
            <a:off x="6609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01_find_only_1528">
            <a:extLst>
              <a:ext uri="{FF2B5EF4-FFF2-40B4-BE49-F238E27FC236}">
                <a16:creationId xmlns:a16="http://schemas.microsoft.com/office/drawing/2014/main" id="{1908E2F0-86C7-42FE-B4EB-DD7202397A8A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01_find_only_1529">
            <a:extLst>
              <a:ext uri="{FF2B5EF4-FFF2-40B4-BE49-F238E27FC236}">
                <a16:creationId xmlns:a16="http://schemas.microsoft.com/office/drawing/2014/main" id="{5ED163A9-CD7C-4D79-99E0-D0202FC5680B}"/>
              </a:ext>
            </a:extLst>
          </p:cNvPr>
          <p:cNvSpPr>
            <a:spLocks noGrp="1"/>
          </p:cNvSpPr>
          <p:nvPr/>
        </p:nvSpPr>
        <p:spPr>
          <a:xfrm>
            <a:off x="65544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01_find_only_1530">
            <a:extLst>
              <a:ext uri="{FF2B5EF4-FFF2-40B4-BE49-F238E27FC236}">
                <a16:creationId xmlns:a16="http://schemas.microsoft.com/office/drawing/2014/main" id="{D4D2D40F-A54A-41EB-ACEC-3287013908BF}"/>
              </a:ext>
            </a:extLst>
          </p:cNvPr>
          <p:cNvSpPr>
            <a:spLocks noGrp="1"/>
          </p:cNvSpPr>
          <p:nvPr/>
        </p:nvSpPr>
        <p:spPr>
          <a:xfrm>
            <a:off x="662922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01_find_only_1531">
            <a:extLst>
              <a:ext uri="{FF2B5EF4-FFF2-40B4-BE49-F238E27FC236}">
                <a16:creationId xmlns:a16="http://schemas.microsoft.com/office/drawing/2014/main" id="{3204F205-CB5E-405D-B550-7E115EF57D0A}"/>
              </a:ext>
            </a:extLst>
          </p:cNvPr>
          <p:cNvSpPr>
            <a:spLocks noGrp="1"/>
          </p:cNvSpPr>
          <p:nvPr/>
        </p:nvSpPr>
        <p:spPr>
          <a:xfrm>
            <a:off x="66491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01_find_only_1532">
            <a:extLst>
              <a:ext uri="{FF2B5EF4-FFF2-40B4-BE49-F238E27FC236}">
                <a16:creationId xmlns:a16="http://schemas.microsoft.com/office/drawing/2014/main" id="{0D3561FE-1A7E-4FB1-91E0-50CAD757BE01}"/>
              </a:ext>
            </a:extLst>
          </p:cNvPr>
          <p:cNvSpPr>
            <a:spLocks noGrp="1"/>
          </p:cNvSpPr>
          <p:nvPr/>
        </p:nvSpPr>
        <p:spPr>
          <a:xfrm>
            <a:off x="65906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01_find_only_1533">
            <a:extLst>
              <a:ext uri="{FF2B5EF4-FFF2-40B4-BE49-F238E27FC236}">
                <a16:creationId xmlns:a16="http://schemas.microsoft.com/office/drawing/2014/main" id="{7A8F1E10-B84F-492B-BBE1-653FD98E5BB2}"/>
              </a:ext>
            </a:extLst>
          </p:cNvPr>
          <p:cNvSpPr>
            <a:spLocks noGrp="1"/>
          </p:cNvSpPr>
          <p:nvPr/>
        </p:nvSpPr>
        <p:spPr>
          <a:xfrm>
            <a:off x="6643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01_find_only_1534">
            <a:extLst>
              <a:ext uri="{FF2B5EF4-FFF2-40B4-BE49-F238E27FC236}">
                <a16:creationId xmlns:a16="http://schemas.microsoft.com/office/drawing/2014/main" id="{8C9C8C65-17D4-403B-9A0F-3812504F0E37}"/>
              </a:ext>
            </a:extLst>
          </p:cNvPr>
          <p:cNvSpPr>
            <a:spLocks noGrp="1"/>
          </p:cNvSpPr>
          <p:nvPr/>
        </p:nvSpPr>
        <p:spPr>
          <a:xfrm>
            <a:off x="657472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01_find_only_1535">
            <a:extLst>
              <a:ext uri="{FF2B5EF4-FFF2-40B4-BE49-F238E27FC236}">
                <a16:creationId xmlns:a16="http://schemas.microsoft.com/office/drawing/2014/main" id="{FB2FC725-7E9D-4739-A240-3F76CAF451C9}"/>
              </a:ext>
            </a:extLst>
          </p:cNvPr>
          <p:cNvSpPr>
            <a:spLocks noGrp="1"/>
          </p:cNvSpPr>
          <p:nvPr/>
        </p:nvSpPr>
        <p:spPr>
          <a:xfrm>
            <a:off x="65931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01_find_only_1536">
            <a:extLst>
              <a:ext uri="{FF2B5EF4-FFF2-40B4-BE49-F238E27FC236}">
                <a16:creationId xmlns:a16="http://schemas.microsoft.com/office/drawing/2014/main" id="{C1875097-95CA-48C0-B496-C56FD0715C44}"/>
              </a:ext>
            </a:extLst>
          </p:cNvPr>
          <p:cNvSpPr>
            <a:spLocks noGrp="1"/>
          </p:cNvSpPr>
          <p:nvPr/>
        </p:nvSpPr>
        <p:spPr>
          <a:xfrm>
            <a:off x="662213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01_find_only_1537">
            <a:extLst>
              <a:ext uri="{FF2B5EF4-FFF2-40B4-BE49-F238E27FC236}">
                <a16:creationId xmlns:a16="http://schemas.microsoft.com/office/drawing/2014/main" id="{22F6BA22-BFF1-492D-8642-E994FB0D58AB}"/>
              </a:ext>
            </a:extLst>
          </p:cNvPr>
          <p:cNvSpPr>
            <a:spLocks noGrp="1"/>
          </p:cNvSpPr>
          <p:nvPr/>
        </p:nvSpPr>
        <p:spPr>
          <a:xfrm>
            <a:off x="66395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01_find_only_1538">
            <a:extLst>
              <a:ext uri="{FF2B5EF4-FFF2-40B4-BE49-F238E27FC236}">
                <a16:creationId xmlns:a16="http://schemas.microsoft.com/office/drawing/2014/main" id="{ED38E62F-E7ED-4CAF-94F4-566BA806B9D9}"/>
              </a:ext>
            </a:extLst>
          </p:cNvPr>
          <p:cNvSpPr>
            <a:spLocks noGrp="1"/>
          </p:cNvSpPr>
          <p:nvPr/>
        </p:nvSpPr>
        <p:spPr>
          <a:xfrm>
            <a:off x="66489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01_find_only_1539">
            <a:extLst>
              <a:ext uri="{FF2B5EF4-FFF2-40B4-BE49-F238E27FC236}">
                <a16:creationId xmlns:a16="http://schemas.microsoft.com/office/drawing/2014/main" id="{873BD3CD-33C7-42A7-B662-7A7C3E45267D}"/>
              </a:ext>
            </a:extLst>
          </p:cNvPr>
          <p:cNvSpPr>
            <a:spLocks noGrp="1"/>
          </p:cNvSpPr>
          <p:nvPr/>
        </p:nvSpPr>
        <p:spPr>
          <a:xfrm>
            <a:off x="6615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01_find_only_1540">
            <a:extLst>
              <a:ext uri="{FF2B5EF4-FFF2-40B4-BE49-F238E27FC236}">
                <a16:creationId xmlns:a16="http://schemas.microsoft.com/office/drawing/2014/main" id="{A560A109-B010-4581-A720-3236A58314C6}"/>
              </a:ext>
            </a:extLst>
          </p:cNvPr>
          <p:cNvSpPr>
            <a:spLocks noGrp="1"/>
          </p:cNvSpPr>
          <p:nvPr/>
        </p:nvSpPr>
        <p:spPr>
          <a:xfrm>
            <a:off x="6557818" y="36561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01_find_only_1541">
            <a:extLst>
              <a:ext uri="{FF2B5EF4-FFF2-40B4-BE49-F238E27FC236}">
                <a16:creationId xmlns:a16="http://schemas.microsoft.com/office/drawing/2014/main" id="{FEA8A4B1-C93A-46B0-884A-BE60E0E391C4}"/>
              </a:ext>
            </a:extLst>
          </p:cNvPr>
          <p:cNvSpPr>
            <a:spLocks noGrp="1"/>
          </p:cNvSpPr>
          <p:nvPr/>
        </p:nvSpPr>
        <p:spPr>
          <a:xfrm>
            <a:off x="65721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01_find_only_1542">
            <a:extLst>
              <a:ext uri="{FF2B5EF4-FFF2-40B4-BE49-F238E27FC236}">
                <a16:creationId xmlns:a16="http://schemas.microsoft.com/office/drawing/2014/main" id="{A986AB60-6566-48D2-8CAE-A8C3C4AC562A}"/>
              </a:ext>
            </a:extLst>
          </p:cNvPr>
          <p:cNvSpPr>
            <a:spLocks noGrp="1"/>
          </p:cNvSpPr>
          <p:nvPr/>
        </p:nvSpPr>
        <p:spPr>
          <a:xfrm>
            <a:off x="6578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01_find_only_1543">
            <a:extLst>
              <a:ext uri="{FF2B5EF4-FFF2-40B4-BE49-F238E27FC236}">
                <a16:creationId xmlns:a16="http://schemas.microsoft.com/office/drawing/2014/main" id="{8D82852E-8334-4890-B377-76EAE881552B}"/>
              </a:ext>
            </a:extLst>
          </p:cNvPr>
          <p:cNvSpPr>
            <a:spLocks noGrp="1"/>
          </p:cNvSpPr>
          <p:nvPr/>
        </p:nvSpPr>
        <p:spPr>
          <a:xfrm>
            <a:off x="6557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01_find_only_1544">
            <a:extLst>
              <a:ext uri="{FF2B5EF4-FFF2-40B4-BE49-F238E27FC236}">
                <a16:creationId xmlns:a16="http://schemas.microsoft.com/office/drawing/2014/main" id="{020352ED-A7D5-4A99-A811-21E8D79BCFAC}"/>
              </a:ext>
            </a:extLst>
          </p:cNvPr>
          <p:cNvSpPr>
            <a:spLocks noGrp="1"/>
          </p:cNvSpPr>
          <p:nvPr/>
        </p:nvSpPr>
        <p:spPr>
          <a:xfrm>
            <a:off x="655704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01_find_only_1545">
            <a:extLst>
              <a:ext uri="{FF2B5EF4-FFF2-40B4-BE49-F238E27FC236}">
                <a16:creationId xmlns:a16="http://schemas.microsoft.com/office/drawing/2014/main" id="{C481C1CC-6BC4-40C2-87F2-B721205C539A}"/>
              </a:ext>
            </a:extLst>
          </p:cNvPr>
          <p:cNvSpPr>
            <a:spLocks noGrp="1"/>
          </p:cNvSpPr>
          <p:nvPr/>
        </p:nvSpPr>
        <p:spPr>
          <a:xfrm>
            <a:off x="65758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01_find_only_1546">
            <a:extLst>
              <a:ext uri="{FF2B5EF4-FFF2-40B4-BE49-F238E27FC236}">
                <a16:creationId xmlns:a16="http://schemas.microsoft.com/office/drawing/2014/main" id="{AB1B2CFC-8CCD-434C-AE33-637EEA231117}"/>
              </a:ext>
            </a:extLst>
          </p:cNvPr>
          <p:cNvSpPr>
            <a:spLocks noGrp="1"/>
          </p:cNvSpPr>
          <p:nvPr/>
        </p:nvSpPr>
        <p:spPr>
          <a:xfrm>
            <a:off x="6612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01_find_only_1547">
            <a:extLst>
              <a:ext uri="{FF2B5EF4-FFF2-40B4-BE49-F238E27FC236}">
                <a16:creationId xmlns:a16="http://schemas.microsoft.com/office/drawing/2014/main" id="{BE6DAB3E-8F94-4680-AC51-9F64C39D226A}"/>
              </a:ext>
            </a:extLst>
          </p:cNvPr>
          <p:cNvSpPr>
            <a:spLocks noGrp="1"/>
          </p:cNvSpPr>
          <p:nvPr/>
        </p:nvSpPr>
        <p:spPr>
          <a:xfrm>
            <a:off x="65707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01_find_only_1548">
            <a:extLst>
              <a:ext uri="{FF2B5EF4-FFF2-40B4-BE49-F238E27FC236}">
                <a16:creationId xmlns:a16="http://schemas.microsoft.com/office/drawing/2014/main" id="{2B2D1E64-BFFB-49E9-9481-5450AC69F523}"/>
              </a:ext>
            </a:extLst>
          </p:cNvPr>
          <p:cNvSpPr>
            <a:spLocks noGrp="1"/>
          </p:cNvSpPr>
          <p:nvPr/>
        </p:nvSpPr>
        <p:spPr>
          <a:xfrm>
            <a:off x="6599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01_find_only_1549">
            <a:extLst>
              <a:ext uri="{FF2B5EF4-FFF2-40B4-BE49-F238E27FC236}">
                <a16:creationId xmlns:a16="http://schemas.microsoft.com/office/drawing/2014/main" id="{FA8EC274-4A59-46EA-8E1D-7CE3A9DF7275}"/>
              </a:ext>
            </a:extLst>
          </p:cNvPr>
          <p:cNvSpPr>
            <a:spLocks noGrp="1"/>
          </p:cNvSpPr>
          <p:nvPr/>
        </p:nvSpPr>
        <p:spPr>
          <a:xfrm>
            <a:off x="6589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01_find_only_1550">
            <a:extLst>
              <a:ext uri="{FF2B5EF4-FFF2-40B4-BE49-F238E27FC236}">
                <a16:creationId xmlns:a16="http://schemas.microsoft.com/office/drawing/2014/main" id="{D7EF2052-B368-4A58-8543-7B80276BF006}"/>
              </a:ext>
            </a:extLst>
          </p:cNvPr>
          <p:cNvSpPr>
            <a:spLocks noGrp="1"/>
          </p:cNvSpPr>
          <p:nvPr/>
        </p:nvSpPr>
        <p:spPr>
          <a:xfrm>
            <a:off x="66377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01_find_only_1551">
            <a:extLst>
              <a:ext uri="{FF2B5EF4-FFF2-40B4-BE49-F238E27FC236}">
                <a16:creationId xmlns:a16="http://schemas.microsoft.com/office/drawing/2014/main" id="{4ACAC366-C26E-49DC-861E-F4C34A7A68DA}"/>
              </a:ext>
            </a:extLst>
          </p:cNvPr>
          <p:cNvSpPr>
            <a:spLocks noGrp="1"/>
          </p:cNvSpPr>
          <p:nvPr/>
        </p:nvSpPr>
        <p:spPr>
          <a:xfrm>
            <a:off x="6579968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01_find_only_1552">
            <a:extLst>
              <a:ext uri="{FF2B5EF4-FFF2-40B4-BE49-F238E27FC236}">
                <a16:creationId xmlns:a16="http://schemas.microsoft.com/office/drawing/2014/main" id="{37FC003F-531D-4703-AF85-8B10CE5C55EF}"/>
              </a:ext>
            </a:extLst>
          </p:cNvPr>
          <p:cNvSpPr>
            <a:spLocks noGrp="1"/>
          </p:cNvSpPr>
          <p:nvPr/>
        </p:nvSpPr>
        <p:spPr>
          <a:xfrm>
            <a:off x="66198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01_find_only_1553">
            <a:extLst>
              <a:ext uri="{FF2B5EF4-FFF2-40B4-BE49-F238E27FC236}">
                <a16:creationId xmlns:a16="http://schemas.microsoft.com/office/drawing/2014/main" id="{E8A4E70B-0C42-41DA-B2FB-B1AFD4A1830B}"/>
              </a:ext>
            </a:extLst>
          </p:cNvPr>
          <p:cNvSpPr>
            <a:spLocks noGrp="1"/>
          </p:cNvSpPr>
          <p:nvPr/>
        </p:nvSpPr>
        <p:spPr>
          <a:xfrm>
            <a:off x="66223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01_find_only_1554">
            <a:extLst>
              <a:ext uri="{FF2B5EF4-FFF2-40B4-BE49-F238E27FC236}">
                <a16:creationId xmlns:a16="http://schemas.microsoft.com/office/drawing/2014/main" id="{E7380294-B2C6-4B25-AAAB-4D05FFC76FFC}"/>
              </a:ext>
            </a:extLst>
          </p:cNvPr>
          <p:cNvSpPr>
            <a:spLocks noGrp="1"/>
          </p:cNvSpPr>
          <p:nvPr/>
        </p:nvSpPr>
        <p:spPr>
          <a:xfrm>
            <a:off x="65573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01_find_only_1555">
            <a:extLst>
              <a:ext uri="{FF2B5EF4-FFF2-40B4-BE49-F238E27FC236}">
                <a16:creationId xmlns:a16="http://schemas.microsoft.com/office/drawing/2014/main" id="{3BFF4073-0260-41B4-A78C-254B5359E77F}"/>
              </a:ext>
            </a:extLst>
          </p:cNvPr>
          <p:cNvSpPr>
            <a:spLocks noGrp="1"/>
          </p:cNvSpPr>
          <p:nvPr/>
        </p:nvSpPr>
        <p:spPr>
          <a:xfrm>
            <a:off x="66365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01_find_only_1556">
            <a:extLst>
              <a:ext uri="{FF2B5EF4-FFF2-40B4-BE49-F238E27FC236}">
                <a16:creationId xmlns:a16="http://schemas.microsoft.com/office/drawing/2014/main" id="{6637560E-5984-49D3-88A3-852626CAB0A9}"/>
              </a:ext>
            </a:extLst>
          </p:cNvPr>
          <p:cNvSpPr>
            <a:spLocks noGrp="1"/>
          </p:cNvSpPr>
          <p:nvPr/>
        </p:nvSpPr>
        <p:spPr>
          <a:xfrm>
            <a:off x="65550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01_find_only_1557">
            <a:extLst>
              <a:ext uri="{FF2B5EF4-FFF2-40B4-BE49-F238E27FC236}">
                <a16:creationId xmlns:a16="http://schemas.microsoft.com/office/drawing/2014/main" id="{A74D8028-DFC3-4F67-9013-4B32DFB705C1}"/>
              </a:ext>
            </a:extLst>
          </p:cNvPr>
          <p:cNvSpPr>
            <a:spLocks noGrp="1"/>
          </p:cNvSpPr>
          <p:nvPr/>
        </p:nvSpPr>
        <p:spPr>
          <a:xfrm>
            <a:off x="6636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01_find_only_1558">
            <a:extLst>
              <a:ext uri="{FF2B5EF4-FFF2-40B4-BE49-F238E27FC236}">
                <a16:creationId xmlns:a16="http://schemas.microsoft.com/office/drawing/2014/main" id="{3AEBB5E2-FB39-4782-A742-58997E985EC7}"/>
              </a:ext>
            </a:extLst>
          </p:cNvPr>
          <p:cNvSpPr>
            <a:spLocks noGrp="1"/>
          </p:cNvSpPr>
          <p:nvPr/>
        </p:nvSpPr>
        <p:spPr>
          <a:xfrm>
            <a:off x="6645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01_find_only_1559">
            <a:extLst>
              <a:ext uri="{FF2B5EF4-FFF2-40B4-BE49-F238E27FC236}">
                <a16:creationId xmlns:a16="http://schemas.microsoft.com/office/drawing/2014/main" id="{B7D216B8-E47D-418F-8233-BC25BEFC303A}"/>
              </a:ext>
            </a:extLst>
          </p:cNvPr>
          <p:cNvSpPr>
            <a:spLocks noGrp="1"/>
          </p:cNvSpPr>
          <p:nvPr/>
        </p:nvSpPr>
        <p:spPr>
          <a:xfrm>
            <a:off x="66130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01_find_only_1560">
            <a:extLst>
              <a:ext uri="{FF2B5EF4-FFF2-40B4-BE49-F238E27FC236}">
                <a16:creationId xmlns:a16="http://schemas.microsoft.com/office/drawing/2014/main" id="{2114FDBC-AAF5-4CDF-B9B6-979F9EE85AEE}"/>
              </a:ext>
            </a:extLst>
          </p:cNvPr>
          <p:cNvSpPr>
            <a:spLocks noGrp="1"/>
          </p:cNvSpPr>
          <p:nvPr/>
        </p:nvSpPr>
        <p:spPr>
          <a:xfrm>
            <a:off x="6583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01_find_only_1561">
            <a:extLst>
              <a:ext uri="{FF2B5EF4-FFF2-40B4-BE49-F238E27FC236}">
                <a16:creationId xmlns:a16="http://schemas.microsoft.com/office/drawing/2014/main" id="{F312ECD0-E620-4B62-9DCF-75EE22E24FFB}"/>
              </a:ext>
            </a:extLst>
          </p:cNvPr>
          <p:cNvSpPr>
            <a:spLocks noGrp="1"/>
          </p:cNvSpPr>
          <p:nvPr/>
        </p:nvSpPr>
        <p:spPr>
          <a:xfrm>
            <a:off x="66246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01_find_only_1562">
            <a:extLst>
              <a:ext uri="{FF2B5EF4-FFF2-40B4-BE49-F238E27FC236}">
                <a16:creationId xmlns:a16="http://schemas.microsoft.com/office/drawing/2014/main" id="{E5FA5484-BE3B-4D39-AB87-93EC6CFC92DE}"/>
              </a:ext>
            </a:extLst>
          </p:cNvPr>
          <p:cNvSpPr>
            <a:spLocks noGrp="1"/>
          </p:cNvSpPr>
          <p:nvPr/>
        </p:nvSpPr>
        <p:spPr>
          <a:xfrm>
            <a:off x="6575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01_find_only_1563">
            <a:extLst>
              <a:ext uri="{FF2B5EF4-FFF2-40B4-BE49-F238E27FC236}">
                <a16:creationId xmlns:a16="http://schemas.microsoft.com/office/drawing/2014/main" id="{AE5F9175-27BA-4DB6-9A8D-9252A5C3F6D2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01_find_only_1564">
            <a:extLst>
              <a:ext uri="{FF2B5EF4-FFF2-40B4-BE49-F238E27FC236}">
                <a16:creationId xmlns:a16="http://schemas.microsoft.com/office/drawing/2014/main" id="{072E8CF9-4F49-440C-A755-F4CBE1A4A04D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01_find_only_1565">
            <a:extLst>
              <a:ext uri="{FF2B5EF4-FFF2-40B4-BE49-F238E27FC236}">
                <a16:creationId xmlns:a16="http://schemas.microsoft.com/office/drawing/2014/main" id="{0BE2F6D3-95CD-432F-84F8-AFF7DDC37A8B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01_find_only_1566">
            <a:extLst>
              <a:ext uri="{FF2B5EF4-FFF2-40B4-BE49-F238E27FC236}">
                <a16:creationId xmlns:a16="http://schemas.microsoft.com/office/drawing/2014/main" id="{505138F3-D935-4821-BE1E-C3B524B3D70A}"/>
              </a:ext>
            </a:extLst>
          </p:cNvPr>
          <p:cNvSpPr>
            <a:spLocks noGrp="1"/>
          </p:cNvSpPr>
          <p:nvPr/>
        </p:nvSpPr>
        <p:spPr>
          <a:xfrm>
            <a:off x="66387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01_find_only_1567">
            <a:extLst>
              <a:ext uri="{FF2B5EF4-FFF2-40B4-BE49-F238E27FC236}">
                <a16:creationId xmlns:a16="http://schemas.microsoft.com/office/drawing/2014/main" id="{E579A8E7-BC2D-436D-8530-988BD728E501}"/>
              </a:ext>
            </a:extLst>
          </p:cNvPr>
          <p:cNvSpPr>
            <a:spLocks noGrp="1"/>
          </p:cNvSpPr>
          <p:nvPr/>
        </p:nvSpPr>
        <p:spPr>
          <a:xfrm>
            <a:off x="65856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01_find_only_1568">
            <a:extLst>
              <a:ext uri="{FF2B5EF4-FFF2-40B4-BE49-F238E27FC236}">
                <a16:creationId xmlns:a16="http://schemas.microsoft.com/office/drawing/2014/main" id="{03482C76-FCB8-4FE3-BBC2-929FB6A6DC0E}"/>
              </a:ext>
            </a:extLst>
          </p:cNvPr>
          <p:cNvSpPr>
            <a:spLocks noGrp="1"/>
          </p:cNvSpPr>
          <p:nvPr/>
        </p:nvSpPr>
        <p:spPr>
          <a:xfrm>
            <a:off x="65950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01_find_only_1569">
            <a:extLst>
              <a:ext uri="{FF2B5EF4-FFF2-40B4-BE49-F238E27FC236}">
                <a16:creationId xmlns:a16="http://schemas.microsoft.com/office/drawing/2014/main" id="{A7552A18-69CE-4DDD-AED0-96FEB2102FB8}"/>
              </a:ext>
            </a:extLst>
          </p:cNvPr>
          <p:cNvSpPr>
            <a:spLocks noGrp="1"/>
          </p:cNvSpPr>
          <p:nvPr/>
        </p:nvSpPr>
        <p:spPr>
          <a:xfrm>
            <a:off x="6648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01_find_only_1570">
            <a:extLst>
              <a:ext uri="{FF2B5EF4-FFF2-40B4-BE49-F238E27FC236}">
                <a16:creationId xmlns:a16="http://schemas.microsoft.com/office/drawing/2014/main" id="{3C5BE689-FE1A-4E1E-B882-A0B825CA92E8}"/>
              </a:ext>
            </a:extLst>
          </p:cNvPr>
          <p:cNvSpPr>
            <a:spLocks noGrp="1"/>
          </p:cNvSpPr>
          <p:nvPr/>
        </p:nvSpPr>
        <p:spPr>
          <a:xfrm>
            <a:off x="66189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01_find_only_1571">
            <a:extLst>
              <a:ext uri="{FF2B5EF4-FFF2-40B4-BE49-F238E27FC236}">
                <a16:creationId xmlns:a16="http://schemas.microsoft.com/office/drawing/2014/main" id="{DD9462BD-06BA-44C3-987A-E3E52DBEF49D}"/>
              </a:ext>
            </a:extLst>
          </p:cNvPr>
          <p:cNvSpPr>
            <a:spLocks noGrp="1"/>
          </p:cNvSpPr>
          <p:nvPr/>
        </p:nvSpPr>
        <p:spPr>
          <a:xfrm>
            <a:off x="66445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01_find_only_1572">
            <a:extLst>
              <a:ext uri="{FF2B5EF4-FFF2-40B4-BE49-F238E27FC236}">
                <a16:creationId xmlns:a16="http://schemas.microsoft.com/office/drawing/2014/main" id="{C4634DE8-E67A-42D2-9770-70635F25A027}"/>
              </a:ext>
            </a:extLst>
          </p:cNvPr>
          <p:cNvSpPr>
            <a:spLocks noGrp="1"/>
          </p:cNvSpPr>
          <p:nvPr/>
        </p:nvSpPr>
        <p:spPr>
          <a:xfrm>
            <a:off x="65586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01_find_only_1573">
            <a:extLst>
              <a:ext uri="{FF2B5EF4-FFF2-40B4-BE49-F238E27FC236}">
                <a16:creationId xmlns:a16="http://schemas.microsoft.com/office/drawing/2014/main" id="{40936605-A8E2-4C70-A2B1-B1F02BA19583}"/>
              </a:ext>
            </a:extLst>
          </p:cNvPr>
          <p:cNvSpPr>
            <a:spLocks noGrp="1"/>
          </p:cNvSpPr>
          <p:nvPr/>
        </p:nvSpPr>
        <p:spPr>
          <a:xfrm>
            <a:off x="6637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01_find_only_1574">
            <a:extLst>
              <a:ext uri="{FF2B5EF4-FFF2-40B4-BE49-F238E27FC236}">
                <a16:creationId xmlns:a16="http://schemas.microsoft.com/office/drawing/2014/main" id="{DE977B93-1F96-4775-916B-70FB519C3FB7}"/>
              </a:ext>
            </a:extLst>
          </p:cNvPr>
          <p:cNvSpPr>
            <a:spLocks noGrp="1"/>
          </p:cNvSpPr>
          <p:nvPr/>
        </p:nvSpPr>
        <p:spPr>
          <a:xfrm>
            <a:off x="66245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01_find_only_1575">
            <a:extLst>
              <a:ext uri="{FF2B5EF4-FFF2-40B4-BE49-F238E27FC236}">
                <a16:creationId xmlns:a16="http://schemas.microsoft.com/office/drawing/2014/main" id="{CD33D72C-1EE0-4A8B-BB50-DBF28935730A}"/>
              </a:ext>
            </a:extLst>
          </p:cNvPr>
          <p:cNvSpPr>
            <a:spLocks noGrp="1"/>
          </p:cNvSpPr>
          <p:nvPr/>
        </p:nvSpPr>
        <p:spPr>
          <a:xfrm>
            <a:off x="65910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01_find_only_1576">
            <a:extLst>
              <a:ext uri="{FF2B5EF4-FFF2-40B4-BE49-F238E27FC236}">
                <a16:creationId xmlns:a16="http://schemas.microsoft.com/office/drawing/2014/main" id="{5CC83F4F-94D6-4F3E-B8C4-E457A6F30EC1}"/>
              </a:ext>
            </a:extLst>
          </p:cNvPr>
          <p:cNvSpPr>
            <a:spLocks noGrp="1"/>
          </p:cNvSpPr>
          <p:nvPr/>
        </p:nvSpPr>
        <p:spPr>
          <a:xfrm>
            <a:off x="66283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01_find_only_1577">
            <a:extLst>
              <a:ext uri="{FF2B5EF4-FFF2-40B4-BE49-F238E27FC236}">
                <a16:creationId xmlns:a16="http://schemas.microsoft.com/office/drawing/2014/main" id="{02D1B69D-4C5C-491D-819B-4C0FF8E7206F}"/>
              </a:ext>
            </a:extLst>
          </p:cNvPr>
          <p:cNvSpPr>
            <a:spLocks noGrp="1"/>
          </p:cNvSpPr>
          <p:nvPr/>
        </p:nvSpPr>
        <p:spPr>
          <a:xfrm>
            <a:off x="66485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01_find_only_1578">
            <a:extLst>
              <a:ext uri="{FF2B5EF4-FFF2-40B4-BE49-F238E27FC236}">
                <a16:creationId xmlns:a16="http://schemas.microsoft.com/office/drawing/2014/main" id="{8B87B8AB-1238-4EEF-899C-D6CF37070E19}"/>
              </a:ext>
            </a:extLst>
          </p:cNvPr>
          <p:cNvSpPr>
            <a:spLocks noGrp="1"/>
          </p:cNvSpPr>
          <p:nvPr/>
        </p:nvSpPr>
        <p:spPr>
          <a:xfrm>
            <a:off x="66181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01_find_only_1579">
            <a:extLst>
              <a:ext uri="{FF2B5EF4-FFF2-40B4-BE49-F238E27FC236}">
                <a16:creationId xmlns:a16="http://schemas.microsoft.com/office/drawing/2014/main" id="{03B33D5C-B09A-410B-A776-52212F16E9EA}"/>
              </a:ext>
            </a:extLst>
          </p:cNvPr>
          <p:cNvSpPr>
            <a:spLocks noGrp="1"/>
          </p:cNvSpPr>
          <p:nvPr/>
        </p:nvSpPr>
        <p:spPr>
          <a:xfrm>
            <a:off x="6625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01_find_only_1580">
            <a:extLst>
              <a:ext uri="{FF2B5EF4-FFF2-40B4-BE49-F238E27FC236}">
                <a16:creationId xmlns:a16="http://schemas.microsoft.com/office/drawing/2014/main" id="{688F0669-3964-461F-A181-C7417F7CD77C}"/>
              </a:ext>
            </a:extLst>
          </p:cNvPr>
          <p:cNvSpPr>
            <a:spLocks noGrp="1"/>
          </p:cNvSpPr>
          <p:nvPr/>
        </p:nvSpPr>
        <p:spPr>
          <a:xfrm>
            <a:off x="66247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01_find_only_1581">
            <a:extLst>
              <a:ext uri="{FF2B5EF4-FFF2-40B4-BE49-F238E27FC236}">
                <a16:creationId xmlns:a16="http://schemas.microsoft.com/office/drawing/2014/main" id="{CF0374F6-EE76-4DCB-A4EB-37D03D496EBD}"/>
              </a:ext>
            </a:extLst>
          </p:cNvPr>
          <p:cNvSpPr>
            <a:spLocks noGrp="1"/>
          </p:cNvSpPr>
          <p:nvPr/>
        </p:nvSpPr>
        <p:spPr>
          <a:xfrm>
            <a:off x="66092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01_find_only_1582">
            <a:extLst>
              <a:ext uri="{FF2B5EF4-FFF2-40B4-BE49-F238E27FC236}">
                <a16:creationId xmlns:a16="http://schemas.microsoft.com/office/drawing/2014/main" id="{7BF42223-5E98-4616-B959-0181DB1D51E5}"/>
              </a:ext>
            </a:extLst>
          </p:cNvPr>
          <p:cNvSpPr>
            <a:spLocks noGrp="1"/>
          </p:cNvSpPr>
          <p:nvPr/>
        </p:nvSpPr>
        <p:spPr>
          <a:xfrm>
            <a:off x="658210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01_find_only_1583">
            <a:extLst>
              <a:ext uri="{FF2B5EF4-FFF2-40B4-BE49-F238E27FC236}">
                <a16:creationId xmlns:a16="http://schemas.microsoft.com/office/drawing/2014/main" id="{D2769C27-60F1-40A4-A030-98049FC74EAB}"/>
              </a:ext>
            </a:extLst>
          </p:cNvPr>
          <p:cNvSpPr>
            <a:spLocks noGrp="1"/>
          </p:cNvSpPr>
          <p:nvPr/>
        </p:nvSpPr>
        <p:spPr>
          <a:xfrm>
            <a:off x="6641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01_find_only_1584">
            <a:extLst>
              <a:ext uri="{FF2B5EF4-FFF2-40B4-BE49-F238E27FC236}">
                <a16:creationId xmlns:a16="http://schemas.microsoft.com/office/drawing/2014/main" id="{9BD40047-972D-4C84-A56E-49D36886401A}"/>
              </a:ext>
            </a:extLst>
          </p:cNvPr>
          <p:cNvSpPr>
            <a:spLocks noGrp="1"/>
          </p:cNvSpPr>
          <p:nvPr/>
        </p:nvSpPr>
        <p:spPr>
          <a:xfrm>
            <a:off x="657180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01_find_only_1585">
            <a:extLst>
              <a:ext uri="{FF2B5EF4-FFF2-40B4-BE49-F238E27FC236}">
                <a16:creationId xmlns:a16="http://schemas.microsoft.com/office/drawing/2014/main" id="{6BC055DA-F971-4481-B487-F9389A34F284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01_find_only_1586">
            <a:extLst>
              <a:ext uri="{FF2B5EF4-FFF2-40B4-BE49-F238E27FC236}">
                <a16:creationId xmlns:a16="http://schemas.microsoft.com/office/drawing/2014/main" id="{EB03B157-630B-42F8-B87F-4C462EDAA9BF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01_find_only_1587">
            <a:extLst>
              <a:ext uri="{FF2B5EF4-FFF2-40B4-BE49-F238E27FC236}">
                <a16:creationId xmlns:a16="http://schemas.microsoft.com/office/drawing/2014/main" id="{144B2901-1F3B-4FA4-A250-30C0DDCD57FD}"/>
              </a:ext>
            </a:extLst>
          </p:cNvPr>
          <p:cNvSpPr>
            <a:spLocks noGrp="1"/>
          </p:cNvSpPr>
          <p:nvPr/>
        </p:nvSpPr>
        <p:spPr>
          <a:xfrm>
            <a:off x="664311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01_find_only_1588">
            <a:extLst>
              <a:ext uri="{FF2B5EF4-FFF2-40B4-BE49-F238E27FC236}">
                <a16:creationId xmlns:a16="http://schemas.microsoft.com/office/drawing/2014/main" id="{B44287A5-D44B-4E9F-8506-D69EA4801D6C}"/>
              </a:ext>
            </a:extLst>
          </p:cNvPr>
          <p:cNvSpPr>
            <a:spLocks noGrp="1"/>
          </p:cNvSpPr>
          <p:nvPr/>
        </p:nvSpPr>
        <p:spPr>
          <a:xfrm>
            <a:off x="66328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01_find_only_1589">
            <a:extLst>
              <a:ext uri="{FF2B5EF4-FFF2-40B4-BE49-F238E27FC236}">
                <a16:creationId xmlns:a16="http://schemas.microsoft.com/office/drawing/2014/main" id="{CCAD33FC-0522-4598-B6CD-DA507F6367FC}"/>
              </a:ext>
            </a:extLst>
          </p:cNvPr>
          <p:cNvSpPr>
            <a:spLocks noGrp="1"/>
          </p:cNvSpPr>
          <p:nvPr/>
        </p:nvSpPr>
        <p:spPr>
          <a:xfrm>
            <a:off x="66369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01_find_only_1590">
            <a:extLst>
              <a:ext uri="{FF2B5EF4-FFF2-40B4-BE49-F238E27FC236}">
                <a16:creationId xmlns:a16="http://schemas.microsoft.com/office/drawing/2014/main" id="{30B75EE0-B938-4103-9E82-4EB61E15F244}"/>
              </a:ext>
            </a:extLst>
          </p:cNvPr>
          <p:cNvSpPr>
            <a:spLocks noGrp="1"/>
          </p:cNvSpPr>
          <p:nvPr/>
        </p:nvSpPr>
        <p:spPr>
          <a:xfrm>
            <a:off x="662494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01_find_only_1591">
            <a:extLst>
              <a:ext uri="{FF2B5EF4-FFF2-40B4-BE49-F238E27FC236}">
                <a16:creationId xmlns:a16="http://schemas.microsoft.com/office/drawing/2014/main" id="{4B6229EF-5AF2-418E-8691-2D5C568C109D}"/>
              </a:ext>
            </a:extLst>
          </p:cNvPr>
          <p:cNvSpPr>
            <a:spLocks noGrp="1"/>
          </p:cNvSpPr>
          <p:nvPr/>
        </p:nvSpPr>
        <p:spPr>
          <a:xfrm>
            <a:off x="66324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01_find_only_1592">
            <a:extLst>
              <a:ext uri="{FF2B5EF4-FFF2-40B4-BE49-F238E27FC236}">
                <a16:creationId xmlns:a16="http://schemas.microsoft.com/office/drawing/2014/main" id="{FBAE1D83-B4AE-448E-BE77-3E4D711E89AA}"/>
              </a:ext>
            </a:extLst>
          </p:cNvPr>
          <p:cNvSpPr>
            <a:spLocks noGrp="1"/>
          </p:cNvSpPr>
          <p:nvPr/>
        </p:nvSpPr>
        <p:spPr>
          <a:xfrm>
            <a:off x="66407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01_find_only_1593">
            <a:extLst>
              <a:ext uri="{FF2B5EF4-FFF2-40B4-BE49-F238E27FC236}">
                <a16:creationId xmlns:a16="http://schemas.microsoft.com/office/drawing/2014/main" id="{BAF27644-B825-4F84-AD0B-432E882E98C9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01_find_only_1594">
            <a:extLst>
              <a:ext uri="{FF2B5EF4-FFF2-40B4-BE49-F238E27FC236}">
                <a16:creationId xmlns:a16="http://schemas.microsoft.com/office/drawing/2014/main" id="{C3AFE72F-F723-44FD-821A-D5EA82F30DE7}"/>
              </a:ext>
            </a:extLst>
          </p:cNvPr>
          <p:cNvSpPr>
            <a:spLocks noGrp="1"/>
          </p:cNvSpPr>
          <p:nvPr/>
        </p:nvSpPr>
        <p:spPr>
          <a:xfrm>
            <a:off x="65771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01_find_only_1595">
            <a:extLst>
              <a:ext uri="{FF2B5EF4-FFF2-40B4-BE49-F238E27FC236}">
                <a16:creationId xmlns:a16="http://schemas.microsoft.com/office/drawing/2014/main" id="{DB93FE92-483E-4BAD-8E8E-28E1D01995E9}"/>
              </a:ext>
            </a:extLst>
          </p:cNvPr>
          <p:cNvSpPr>
            <a:spLocks noGrp="1"/>
          </p:cNvSpPr>
          <p:nvPr/>
        </p:nvSpPr>
        <p:spPr>
          <a:xfrm>
            <a:off x="6623298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01_find_only_1596">
            <a:extLst>
              <a:ext uri="{FF2B5EF4-FFF2-40B4-BE49-F238E27FC236}">
                <a16:creationId xmlns:a16="http://schemas.microsoft.com/office/drawing/2014/main" id="{404C5293-AE10-4352-870F-08479DCDFCF9}"/>
              </a:ext>
            </a:extLst>
          </p:cNvPr>
          <p:cNvSpPr>
            <a:spLocks noGrp="1"/>
          </p:cNvSpPr>
          <p:nvPr/>
        </p:nvSpPr>
        <p:spPr>
          <a:xfrm>
            <a:off x="65744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01_find_only_1597">
            <a:extLst>
              <a:ext uri="{FF2B5EF4-FFF2-40B4-BE49-F238E27FC236}">
                <a16:creationId xmlns:a16="http://schemas.microsoft.com/office/drawing/2014/main" id="{2D5AD165-2ABF-4F27-90CD-6E5F74D3E64B}"/>
              </a:ext>
            </a:extLst>
          </p:cNvPr>
          <p:cNvSpPr>
            <a:spLocks noGrp="1"/>
          </p:cNvSpPr>
          <p:nvPr/>
        </p:nvSpPr>
        <p:spPr>
          <a:xfrm>
            <a:off x="6583854" y="36758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01_find_only_1598">
            <a:extLst>
              <a:ext uri="{FF2B5EF4-FFF2-40B4-BE49-F238E27FC236}">
                <a16:creationId xmlns:a16="http://schemas.microsoft.com/office/drawing/2014/main" id="{FA1F7A90-504C-4FDD-8BD2-D7BF05FC0953}"/>
              </a:ext>
            </a:extLst>
          </p:cNvPr>
          <p:cNvSpPr>
            <a:spLocks noGrp="1"/>
          </p:cNvSpPr>
          <p:nvPr/>
        </p:nvSpPr>
        <p:spPr>
          <a:xfrm>
            <a:off x="65679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01_find_only_1599">
            <a:extLst>
              <a:ext uri="{FF2B5EF4-FFF2-40B4-BE49-F238E27FC236}">
                <a16:creationId xmlns:a16="http://schemas.microsoft.com/office/drawing/2014/main" id="{AB1863BA-B029-474B-9815-51F152FF66C6}"/>
              </a:ext>
            </a:extLst>
          </p:cNvPr>
          <p:cNvSpPr>
            <a:spLocks noGrp="1"/>
          </p:cNvSpPr>
          <p:nvPr/>
        </p:nvSpPr>
        <p:spPr>
          <a:xfrm>
            <a:off x="65782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01_find_only_1600">
            <a:extLst>
              <a:ext uri="{FF2B5EF4-FFF2-40B4-BE49-F238E27FC236}">
                <a16:creationId xmlns:a16="http://schemas.microsoft.com/office/drawing/2014/main" id="{80F6B3EA-206C-4FD8-B863-30FBB49A3AEC}"/>
              </a:ext>
            </a:extLst>
          </p:cNvPr>
          <p:cNvSpPr>
            <a:spLocks noGrp="1"/>
          </p:cNvSpPr>
          <p:nvPr/>
        </p:nvSpPr>
        <p:spPr>
          <a:xfrm>
            <a:off x="65820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01_find_only_1601">
            <a:extLst>
              <a:ext uri="{FF2B5EF4-FFF2-40B4-BE49-F238E27FC236}">
                <a16:creationId xmlns:a16="http://schemas.microsoft.com/office/drawing/2014/main" id="{D163C168-9478-478A-96F5-78C1A86E2A3D}"/>
              </a:ext>
            </a:extLst>
          </p:cNvPr>
          <p:cNvSpPr>
            <a:spLocks noGrp="1"/>
          </p:cNvSpPr>
          <p:nvPr/>
        </p:nvSpPr>
        <p:spPr>
          <a:xfrm>
            <a:off x="66423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01_find_only_1602">
            <a:extLst>
              <a:ext uri="{FF2B5EF4-FFF2-40B4-BE49-F238E27FC236}">
                <a16:creationId xmlns:a16="http://schemas.microsoft.com/office/drawing/2014/main" id="{ECF6547C-3032-4A3F-8057-15778B6F7275}"/>
              </a:ext>
            </a:extLst>
          </p:cNvPr>
          <p:cNvSpPr>
            <a:spLocks noGrp="1"/>
          </p:cNvSpPr>
          <p:nvPr/>
        </p:nvSpPr>
        <p:spPr>
          <a:xfrm>
            <a:off x="66011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01_find_only_1603">
            <a:extLst>
              <a:ext uri="{FF2B5EF4-FFF2-40B4-BE49-F238E27FC236}">
                <a16:creationId xmlns:a16="http://schemas.microsoft.com/office/drawing/2014/main" id="{976E0442-D38F-4821-B316-044F98A16B8D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01_find_only_1604">
            <a:extLst>
              <a:ext uri="{FF2B5EF4-FFF2-40B4-BE49-F238E27FC236}">
                <a16:creationId xmlns:a16="http://schemas.microsoft.com/office/drawing/2014/main" id="{CBE488C9-37FB-40D9-982F-0FFC3FCA1EBD}"/>
              </a:ext>
            </a:extLst>
          </p:cNvPr>
          <p:cNvSpPr>
            <a:spLocks noGrp="1"/>
          </p:cNvSpPr>
          <p:nvPr/>
        </p:nvSpPr>
        <p:spPr>
          <a:xfrm>
            <a:off x="658356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01_find_only_1605">
            <a:extLst>
              <a:ext uri="{FF2B5EF4-FFF2-40B4-BE49-F238E27FC236}">
                <a16:creationId xmlns:a16="http://schemas.microsoft.com/office/drawing/2014/main" id="{A45522B2-7455-4D9C-8B48-3F67EAF048B6}"/>
              </a:ext>
            </a:extLst>
          </p:cNvPr>
          <p:cNvSpPr>
            <a:spLocks noGrp="1"/>
          </p:cNvSpPr>
          <p:nvPr/>
        </p:nvSpPr>
        <p:spPr>
          <a:xfrm>
            <a:off x="6637288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01_find_only_1606">
            <a:extLst>
              <a:ext uri="{FF2B5EF4-FFF2-40B4-BE49-F238E27FC236}">
                <a16:creationId xmlns:a16="http://schemas.microsoft.com/office/drawing/2014/main" id="{E23431F4-2F8E-485D-B4DA-DB40B3357323}"/>
              </a:ext>
            </a:extLst>
          </p:cNvPr>
          <p:cNvSpPr>
            <a:spLocks noGrp="1"/>
          </p:cNvSpPr>
          <p:nvPr/>
        </p:nvSpPr>
        <p:spPr>
          <a:xfrm>
            <a:off x="66189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01_find_only_1607">
            <a:extLst>
              <a:ext uri="{FF2B5EF4-FFF2-40B4-BE49-F238E27FC236}">
                <a16:creationId xmlns:a16="http://schemas.microsoft.com/office/drawing/2014/main" id="{06063970-F447-4616-8138-D5B078AE1735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01_find_only_1608">
            <a:extLst>
              <a:ext uri="{FF2B5EF4-FFF2-40B4-BE49-F238E27FC236}">
                <a16:creationId xmlns:a16="http://schemas.microsoft.com/office/drawing/2014/main" id="{B252C730-D04B-4661-BF21-9B72B09A8DC4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01_find_only_1609">
            <a:extLst>
              <a:ext uri="{FF2B5EF4-FFF2-40B4-BE49-F238E27FC236}">
                <a16:creationId xmlns:a16="http://schemas.microsoft.com/office/drawing/2014/main" id="{AE1FFEE4-36DF-4ACD-B3BC-6C0CAFC9C78A}"/>
              </a:ext>
            </a:extLst>
          </p:cNvPr>
          <p:cNvSpPr>
            <a:spLocks noGrp="1"/>
          </p:cNvSpPr>
          <p:nvPr/>
        </p:nvSpPr>
        <p:spPr>
          <a:xfrm>
            <a:off x="6593667" y="402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01_find_only_1610">
            <a:extLst>
              <a:ext uri="{FF2B5EF4-FFF2-40B4-BE49-F238E27FC236}">
                <a16:creationId xmlns:a16="http://schemas.microsoft.com/office/drawing/2014/main" id="{E7D64FA3-068B-4F51-A22A-1FE15451B26F}"/>
              </a:ext>
            </a:extLst>
          </p:cNvPr>
          <p:cNvSpPr>
            <a:spLocks noGrp="1"/>
          </p:cNvSpPr>
          <p:nvPr/>
        </p:nvSpPr>
        <p:spPr>
          <a:xfrm>
            <a:off x="6637579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01_find_only_1611">
            <a:extLst>
              <a:ext uri="{FF2B5EF4-FFF2-40B4-BE49-F238E27FC236}">
                <a16:creationId xmlns:a16="http://schemas.microsoft.com/office/drawing/2014/main" id="{5699C4CB-B798-4A5E-A2D8-7BAC12CC3E06}"/>
              </a:ext>
            </a:extLst>
          </p:cNvPr>
          <p:cNvSpPr>
            <a:spLocks noGrp="1"/>
          </p:cNvSpPr>
          <p:nvPr/>
        </p:nvSpPr>
        <p:spPr>
          <a:xfrm>
            <a:off x="66376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01_find_only_1612">
            <a:extLst>
              <a:ext uri="{FF2B5EF4-FFF2-40B4-BE49-F238E27FC236}">
                <a16:creationId xmlns:a16="http://schemas.microsoft.com/office/drawing/2014/main" id="{B9ABD39F-5A2B-40FD-8F40-009B82EAF95C}"/>
              </a:ext>
            </a:extLst>
          </p:cNvPr>
          <p:cNvSpPr>
            <a:spLocks noGrp="1"/>
          </p:cNvSpPr>
          <p:nvPr/>
        </p:nvSpPr>
        <p:spPr>
          <a:xfrm>
            <a:off x="66316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01_find_only_1613">
            <a:extLst>
              <a:ext uri="{FF2B5EF4-FFF2-40B4-BE49-F238E27FC236}">
                <a16:creationId xmlns:a16="http://schemas.microsoft.com/office/drawing/2014/main" id="{8A20AA94-5F6D-4F4A-BFD3-46CFFD1D8A82}"/>
              </a:ext>
            </a:extLst>
          </p:cNvPr>
          <p:cNvSpPr>
            <a:spLocks noGrp="1"/>
          </p:cNvSpPr>
          <p:nvPr/>
        </p:nvSpPr>
        <p:spPr>
          <a:xfrm>
            <a:off x="6640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01_find_only_1614">
            <a:extLst>
              <a:ext uri="{FF2B5EF4-FFF2-40B4-BE49-F238E27FC236}">
                <a16:creationId xmlns:a16="http://schemas.microsoft.com/office/drawing/2014/main" id="{92EEFD37-70C5-4430-A6C0-CABFF773E94E}"/>
              </a:ext>
            </a:extLst>
          </p:cNvPr>
          <p:cNvSpPr>
            <a:spLocks noGrp="1"/>
          </p:cNvSpPr>
          <p:nvPr/>
        </p:nvSpPr>
        <p:spPr>
          <a:xfrm>
            <a:off x="658434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01_find_only_1615">
            <a:extLst>
              <a:ext uri="{FF2B5EF4-FFF2-40B4-BE49-F238E27FC236}">
                <a16:creationId xmlns:a16="http://schemas.microsoft.com/office/drawing/2014/main" id="{9EB14FBA-D7EF-4C2B-850C-7CA683AA296B}"/>
              </a:ext>
            </a:extLst>
          </p:cNvPr>
          <p:cNvSpPr>
            <a:spLocks noGrp="1"/>
          </p:cNvSpPr>
          <p:nvPr/>
        </p:nvSpPr>
        <p:spPr>
          <a:xfrm>
            <a:off x="65696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01_find_only_1616">
            <a:extLst>
              <a:ext uri="{FF2B5EF4-FFF2-40B4-BE49-F238E27FC236}">
                <a16:creationId xmlns:a16="http://schemas.microsoft.com/office/drawing/2014/main" id="{491E29C1-F12E-4C6E-B541-892165344A27}"/>
              </a:ext>
            </a:extLst>
          </p:cNvPr>
          <p:cNvSpPr>
            <a:spLocks noGrp="1"/>
          </p:cNvSpPr>
          <p:nvPr/>
        </p:nvSpPr>
        <p:spPr>
          <a:xfrm>
            <a:off x="6626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01_find_only_1617">
            <a:extLst>
              <a:ext uri="{FF2B5EF4-FFF2-40B4-BE49-F238E27FC236}">
                <a16:creationId xmlns:a16="http://schemas.microsoft.com/office/drawing/2014/main" id="{5CADC7DA-BF2F-4398-A442-97E69E3A88E5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01_find_only_1618">
            <a:extLst>
              <a:ext uri="{FF2B5EF4-FFF2-40B4-BE49-F238E27FC236}">
                <a16:creationId xmlns:a16="http://schemas.microsoft.com/office/drawing/2014/main" id="{0E9BB555-24AA-4F17-A6EA-F4ADF65E7FC2}"/>
              </a:ext>
            </a:extLst>
          </p:cNvPr>
          <p:cNvSpPr>
            <a:spLocks noGrp="1"/>
          </p:cNvSpPr>
          <p:nvPr/>
        </p:nvSpPr>
        <p:spPr>
          <a:xfrm>
            <a:off x="65712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01_find_only_1619">
            <a:extLst>
              <a:ext uri="{FF2B5EF4-FFF2-40B4-BE49-F238E27FC236}">
                <a16:creationId xmlns:a16="http://schemas.microsoft.com/office/drawing/2014/main" id="{265A79AF-A33A-40F3-A818-CCD95D829572}"/>
              </a:ext>
            </a:extLst>
          </p:cNvPr>
          <p:cNvSpPr>
            <a:spLocks noGrp="1"/>
          </p:cNvSpPr>
          <p:nvPr/>
        </p:nvSpPr>
        <p:spPr>
          <a:xfrm>
            <a:off x="66286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01_find_only_1620">
            <a:extLst>
              <a:ext uri="{FF2B5EF4-FFF2-40B4-BE49-F238E27FC236}">
                <a16:creationId xmlns:a16="http://schemas.microsoft.com/office/drawing/2014/main" id="{05A84546-FCA4-4A1D-AF20-3CF9D76C186D}"/>
              </a:ext>
            </a:extLst>
          </p:cNvPr>
          <p:cNvSpPr>
            <a:spLocks noGrp="1"/>
          </p:cNvSpPr>
          <p:nvPr/>
        </p:nvSpPr>
        <p:spPr>
          <a:xfrm>
            <a:off x="6565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01_find_only_1621">
            <a:extLst>
              <a:ext uri="{FF2B5EF4-FFF2-40B4-BE49-F238E27FC236}">
                <a16:creationId xmlns:a16="http://schemas.microsoft.com/office/drawing/2014/main" id="{B2DCBEC1-586F-4155-8AAF-672A55DEDB19}"/>
              </a:ext>
            </a:extLst>
          </p:cNvPr>
          <p:cNvSpPr>
            <a:spLocks noGrp="1"/>
          </p:cNvSpPr>
          <p:nvPr/>
        </p:nvSpPr>
        <p:spPr>
          <a:xfrm>
            <a:off x="6647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01_find_only_1622">
            <a:extLst>
              <a:ext uri="{FF2B5EF4-FFF2-40B4-BE49-F238E27FC236}">
                <a16:creationId xmlns:a16="http://schemas.microsoft.com/office/drawing/2014/main" id="{AFDA986B-1DAA-446F-8614-0239A2B340D0}"/>
              </a:ext>
            </a:extLst>
          </p:cNvPr>
          <p:cNvSpPr>
            <a:spLocks noGrp="1"/>
          </p:cNvSpPr>
          <p:nvPr/>
        </p:nvSpPr>
        <p:spPr>
          <a:xfrm>
            <a:off x="663243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01_find_only_1623">
            <a:extLst>
              <a:ext uri="{FF2B5EF4-FFF2-40B4-BE49-F238E27FC236}">
                <a16:creationId xmlns:a16="http://schemas.microsoft.com/office/drawing/2014/main" id="{9377F567-0986-4D96-8792-45736423E229}"/>
              </a:ext>
            </a:extLst>
          </p:cNvPr>
          <p:cNvSpPr>
            <a:spLocks noGrp="1"/>
          </p:cNvSpPr>
          <p:nvPr/>
        </p:nvSpPr>
        <p:spPr>
          <a:xfrm>
            <a:off x="6597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01_find_only_1624">
            <a:extLst>
              <a:ext uri="{FF2B5EF4-FFF2-40B4-BE49-F238E27FC236}">
                <a16:creationId xmlns:a16="http://schemas.microsoft.com/office/drawing/2014/main" id="{050FA39B-F4BA-4BFA-9D2A-40A9E735D0D3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01_find_only_1625">
            <a:extLst>
              <a:ext uri="{FF2B5EF4-FFF2-40B4-BE49-F238E27FC236}">
                <a16:creationId xmlns:a16="http://schemas.microsoft.com/office/drawing/2014/main" id="{1F51D3BF-A9CE-4412-9241-3EB4AD8A9117}"/>
              </a:ext>
            </a:extLst>
          </p:cNvPr>
          <p:cNvSpPr>
            <a:spLocks noGrp="1"/>
          </p:cNvSpPr>
          <p:nvPr/>
        </p:nvSpPr>
        <p:spPr>
          <a:xfrm>
            <a:off x="6645836" y="35749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01_find_only_1626">
            <a:extLst>
              <a:ext uri="{FF2B5EF4-FFF2-40B4-BE49-F238E27FC236}">
                <a16:creationId xmlns:a16="http://schemas.microsoft.com/office/drawing/2014/main" id="{ED356846-ED86-441F-A802-CF8C665A4CC3}"/>
              </a:ext>
            </a:extLst>
          </p:cNvPr>
          <p:cNvSpPr>
            <a:spLocks noGrp="1"/>
          </p:cNvSpPr>
          <p:nvPr/>
        </p:nvSpPr>
        <p:spPr>
          <a:xfrm>
            <a:off x="665001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01_find_only_1627">
            <a:extLst>
              <a:ext uri="{FF2B5EF4-FFF2-40B4-BE49-F238E27FC236}">
                <a16:creationId xmlns:a16="http://schemas.microsoft.com/office/drawing/2014/main" id="{599808F7-678E-40E9-97F4-4E238C12EC34}"/>
              </a:ext>
            </a:extLst>
          </p:cNvPr>
          <p:cNvSpPr>
            <a:spLocks noGrp="1"/>
          </p:cNvSpPr>
          <p:nvPr/>
        </p:nvSpPr>
        <p:spPr>
          <a:xfrm>
            <a:off x="66147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01_find_only_1628">
            <a:extLst>
              <a:ext uri="{FF2B5EF4-FFF2-40B4-BE49-F238E27FC236}">
                <a16:creationId xmlns:a16="http://schemas.microsoft.com/office/drawing/2014/main" id="{F52EE82E-C41D-4AFE-9575-A0CBF7CB33AE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01_find_only_1629">
            <a:extLst>
              <a:ext uri="{FF2B5EF4-FFF2-40B4-BE49-F238E27FC236}">
                <a16:creationId xmlns:a16="http://schemas.microsoft.com/office/drawing/2014/main" id="{D490122F-2425-4BE1-B0CE-477BCAAFC862}"/>
              </a:ext>
            </a:extLst>
          </p:cNvPr>
          <p:cNvSpPr>
            <a:spLocks noGrp="1"/>
          </p:cNvSpPr>
          <p:nvPr/>
        </p:nvSpPr>
        <p:spPr>
          <a:xfrm>
            <a:off x="656879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01_find_only_1630">
            <a:extLst>
              <a:ext uri="{FF2B5EF4-FFF2-40B4-BE49-F238E27FC236}">
                <a16:creationId xmlns:a16="http://schemas.microsoft.com/office/drawing/2014/main" id="{A16D29B3-AC09-4CB4-B7F7-441C95D40F79}"/>
              </a:ext>
            </a:extLst>
          </p:cNvPr>
          <p:cNvSpPr>
            <a:spLocks noGrp="1"/>
          </p:cNvSpPr>
          <p:nvPr/>
        </p:nvSpPr>
        <p:spPr>
          <a:xfrm>
            <a:off x="65961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01_find_only_1631">
            <a:extLst>
              <a:ext uri="{FF2B5EF4-FFF2-40B4-BE49-F238E27FC236}">
                <a16:creationId xmlns:a16="http://schemas.microsoft.com/office/drawing/2014/main" id="{6E846E20-8916-40E2-966B-22AC70C5CE57}"/>
              </a:ext>
            </a:extLst>
          </p:cNvPr>
          <p:cNvSpPr>
            <a:spLocks noGrp="1"/>
          </p:cNvSpPr>
          <p:nvPr/>
        </p:nvSpPr>
        <p:spPr>
          <a:xfrm>
            <a:off x="6630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01_find_only_1632">
            <a:extLst>
              <a:ext uri="{FF2B5EF4-FFF2-40B4-BE49-F238E27FC236}">
                <a16:creationId xmlns:a16="http://schemas.microsoft.com/office/drawing/2014/main" id="{617B0CBC-EF66-4313-8592-CDD6DAB6F7CC}"/>
              </a:ext>
            </a:extLst>
          </p:cNvPr>
          <p:cNvSpPr>
            <a:spLocks noGrp="1"/>
          </p:cNvSpPr>
          <p:nvPr/>
        </p:nvSpPr>
        <p:spPr>
          <a:xfrm>
            <a:off x="656287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01_find_only_1633">
            <a:extLst>
              <a:ext uri="{FF2B5EF4-FFF2-40B4-BE49-F238E27FC236}">
                <a16:creationId xmlns:a16="http://schemas.microsoft.com/office/drawing/2014/main" id="{60BCDE7E-B725-42A3-9733-ACA84D9D87A3}"/>
              </a:ext>
            </a:extLst>
          </p:cNvPr>
          <p:cNvSpPr>
            <a:spLocks noGrp="1"/>
          </p:cNvSpPr>
          <p:nvPr/>
        </p:nvSpPr>
        <p:spPr>
          <a:xfrm>
            <a:off x="6559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01_find_only_1634">
            <a:extLst>
              <a:ext uri="{FF2B5EF4-FFF2-40B4-BE49-F238E27FC236}">
                <a16:creationId xmlns:a16="http://schemas.microsoft.com/office/drawing/2014/main" id="{42C057AB-7990-49EF-920A-04413AA336C3}"/>
              </a:ext>
            </a:extLst>
          </p:cNvPr>
          <p:cNvSpPr>
            <a:spLocks noGrp="1"/>
          </p:cNvSpPr>
          <p:nvPr/>
        </p:nvSpPr>
        <p:spPr>
          <a:xfrm>
            <a:off x="66167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01_find_only_1635">
            <a:extLst>
              <a:ext uri="{FF2B5EF4-FFF2-40B4-BE49-F238E27FC236}">
                <a16:creationId xmlns:a16="http://schemas.microsoft.com/office/drawing/2014/main" id="{77218052-FAD7-4B63-A661-68E4BD733DF3}"/>
              </a:ext>
            </a:extLst>
          </p:cNvPr>
          <p:cNvSpPr>
            <a:spLocks noGrp="1"/>
          </p:cNvSpPr>
          <p:nvPr/>
        </p:nvSpPr>
        <p:spPr>
          <a:xfrm>
            <a:off x="6645254" y="3575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01_find_only_1636">
            <a:extLst>
              <a:ext uri="{FF2B5EF4-FFF2-40B4-BE49-F238E27FC236}">
                <a16:creationId xmlns:a16="http://schemas.microsoft.com/office/drawing/2014/main" id="{F3FB349D-C89B-41E6-9F98-F1C323DD6FDC}"/>
              </a:ext>
            </a:extLst>
          </p:cNvPr>
          <p:cNvSpPr>
            <a:spLocks noGrp="1"/>
          </p:cNvSpPr>
          <p:nvPr/>
        </p:nvSpPr>
        <p:spPr>
          <a:xfrm>
            <a:off x="65550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01_find_only_1637">
            <a:extLst>
              <a:ext uri="{FF2B5EF4-FFF2-40B4-BE49-F238E27FC236}">
                <a16:creationId xmlns:a16="http://schemas.microsoft.com/office/drawing/2014/main" id="{7189E5F3-8AA5-4BC4-B7CC-02393D1288AE}"/>
              </a:ext>
            </a:extLst>
          </p:cNvPr>
          <p:cNvSpPr>
            <a:spLocks noGrp="1"/>
          </p:cNvSpPr>
          <p:nvPr/>
        </p:nvSpPr>
        <p:spPr>
          <a:xfrm>
            <a:off x="6593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01_find_only_1638">
            <a:extLst>
              <a:ext uri="{FF2B5EF4-FFF2-40B4-BE49-F238E27FC236}">
                <a16:creationId xmlns:a16="http://schemas.microsoft.com/office/drawing/2014/main" id="{E8E47EB0-4F07-47B5-88A8-B03F7AEF1E3C}"/>
              </a:ext>
            </a:extLst>
          </p:cNvPr>
          <p:cNvSpPr>
            <a:spLocks noGrp="1"/>
          </p:cNvSpPr>
          <p:nvPr/>
        </p:nvSpPr>
        <p:spPr>
          <a:xfrm>
            <a:off x="66242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01_find_only_1639">
            <a:extLst>
              <a:ext uri="{FF2B5EF4-FFF2-40B4-BE49-F238E27FC236}">
                <a16:creationId xmlns:a16="http://schemas.microsoft.com/office/drawing/2014/main" id="{77EC6303-29DE-4E18-BF84-1BA8689E3958}"/>
              </a:ext>
            </a:extLst>
          </p:cNvPr>
          <p:cNvSpPr>
            <a:spLocks noGrp="1"/>
          </p:cNvSpPr>
          <p:nvPr/>
        </p:nvSpPr>
        <p:spPr>
          <a:xfrm>
            <a:off x="65951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01_find_only_1640">
            <a:extLst>
              <a:ext uri="{FF2B5EF4-FFF2-40B4-BE49-F238E27FC236}">
                <a16:creationId xmlns:a16="http://schemas.microsoft.com/office/drawing/2014/main" id="{E8300E6C-FD04-4508-B475-7553CAC42F4B}"/>
              </a:ext>
            </a:extLst>
          </p:cNvPr>
          <p:cNvSpPr>
            <a:spLocks noGrp="1"/>
          </p:cNvSpPr>
          <p:nvPr/>
        </p:nvSpPr>
        <p:spPr>
          <a:xfrm>
            <a:off x="6578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01_find_only_1641">
            <a:extLst>
              <a:ext uri="{FF2B5EF4-FFF2-40B4-BE49-F238E27FC236}">
                <a16:creationId xmlns:a16="http://schemas.microsoft.com/office/drawing/2014/main" id="{53222E32-1A3D-482D-A006-63BF7A60F5F8}"/>
              </a:ext>
            </a:extLst>
          </p:cNvPr>
          <p:cNvSpPr>
            <a:spLocks noGrp="1"/>
          </p:cNvSpPr>
          <p:nvPr/>
        </p:nvSpPr>
        <p:spPr>
          <a:xfrm>
            <a:off x="66164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01_find_only_1642">
            <a:extLst>
              <a:ext uri="{FF2B5EF4-FFF2-40B4-BE49-F238E27FC236}">
                <a16:creationId xmlns:a16="http://schemas.microsoft.com/office/drawing/2014/main" id="{FF561817-CE0F-455A-8156-24F7CC46B18E}"/>
              </a:ext>
            </a:extLst>
          </p:cNvPr>
          <p:cNvSpPr>
            <a:spLocks noGrp="1"/>
          </p:cNvSpPr>
          <p:nvPr/>
        </p:nvSpPr>
        <p:spPr>
          <a:xfrm>
            <a:off x="66132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01_find_only_1643">
            <a:extLst>
              <a:ext uri="{FF2B5EF4-FFF2-40B4-BE49-F238E27FC236}">
                <a16:creationId xmlns:a16="http://schemas.microsoft.com/office/drawing/2014/main" id="{2471AAAD-2BD3-480F-9827-4BF6410B87CA}"/>
              </a:ext>
            </a:extLst>
          </p:cNvPr>
          <p:cNvSpPr>
            <a:spLocks noGrp="1"/>
          </p:cNvSpPr>
          <p:nvPr/>
        </p:nvSpPr>
        <p:spPr>
          <a:xfrm>
            <a:off x="6601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01_find_only_1644">
            <a:extLst>
              <a:ext uri="{FF2B5EF4-FFF2-40B4-BE49-F238E27FC236}">
                <a16:creationId xmlns:a16="http://schemas.microsoft.com/office/drawing/2014/main" id="{15EFE4D7-665E-4967-A8F1-D94751064DC3}"/>
              </a:ext>
            </a:extLst>
          </p:cNvPr>
          <p:cNvSpPr>
            <a:spLocks noGrp="1"/>
          </p:cNvSpPr>
          <p:nvPr/>
        </p:nvSpPr>
        <p:spPr>
          <a:xfrm>
            <a:off x="66109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01_find_only_1645">
            <a:extLst>
              <a:ext uri="{FF2B5EF4-FFF2-40B4-BE49-F238E27FC236}">
                <a16:creationId xmlns:a16="http://schemas.microsoft.com/office/drawing/2014/main" id="{F2AD9532-6DBC-4729-91BF-30131AF65109}"/>
              </a:ext>
            </a:extLst>
          </p:cNvPr>
          <p:cNvSpPr>
            <a:spLocks noGrp="1"/>
          </p:cNvSpPr>
          <p:nvPr/>
        </p:nvSpPr>
        <p:spPr>
          <a:xfrm>
            <a:off x="65830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01_find_only_1646">
            <a:extLst>
              <a:ext uri="{FF2B5EF4-FFF2-40B4-BE49-F238E27FC236}">
                <a16:creationId xmlns:a16="http://schemas.microsoft.com/office/drawing/2014/main" id="{4899CB66-BF7F-49E0-A028-6594EC911B54}"/>
              </a:ext>
            </a:extLst>
          </p:cNvPr>
          <p:cNvSpPr>
            <a:spLocks noGrp="1"/>
          </p:cNvSpPr>
          <p:nvPr/>
        </p:nvSpPr>
        <p:spPr>
          <a:xfrm>
            <a:off x="6604839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01_find_only_1647">
            <a:extLst>
              <a:ext uri="{FF2B5EF4-FFF2-40B4-BE49-F238E27FC236}">
                <a16:creationId xmlns:a16="http://schemas.microsoft.com/office/drawing/2014/main" id="{CEB9349E-2E9A-42F4-A487-01D9036C373C}"/>
              </a:ext>
            </a:extLst>
          </p:cNvPr>
          <p:cNvSpPr>
            <a:spLocks noGrp="1"/>
          </p:cNvSpPr>
          <p:nvPr/>
        </p:nvSpPr>
        <p:spPr>
          <a:xfrm>
            <a:off x="658404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01_find_only_1648">
            <a:extLst>
              <a:ext uri="{FF2B5EF4-FFF2-40B4-BE49-F238E27FC236}">
                <a16:creationId xmlns:a16="http://schemas.microsoft.com/office/drawing/2014/main" id="{AF387625-CDB6-4EB6-AE9B-C4901E209D6E}"/>
              </a:ext>
            </a:extLst>
          </p:cNvPr>
          <p:cNvSpPr>
            <a:spLocks noGrp="1"/>
          </p:cNvSpPr>
          <p:nvPr/>
        </p:nvSpPr>
        <p:spPr>
          <a:xfrm>
            <a:off x="659259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01_find_only_1649">
            <a:extLst>
              <a:ext uri="{FF2B5EF4-FFF2-40B4-BE49-F238E27FC236}">
                <a16:creationId xmlns:a16="http://schemas.microsoft.com/office/drawing/2014/main" id="{90AE57FA-C1DE-4133-8996-E0641E03A975}"/>
              </a:ext>
            </a:extLst>
          </p:cNvPr>
          <p:cNvSpPr>
            <a:spLocks noGrp="1"/>
          </p:cNvSpPr>
          <p:nvPr/>
        </p:nvSpPr>
        <p:spPr>
          <a:xfrm>
            <a:off x="663456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01_find_only_1650">
            <a:extLst>
              <a:ext uri="{FF2B5EF4-FFF2-40B4-BE49-F238E27FC236}">
                <a16:creationId xmlns:a16="http://schemas.microsoft.com/office/drawing/2014/main" id="{E68F1450-3599-47DB-AEB0-AB3BD32F0BEC}"/>
              </a:ext>
            </a:extLst>
          </p:cNvPr>
          <p:cNvSpPr>
            <a:spLocks noGrp="1"/>
          </p:cNvSpPr>
          <p:nvPr/>
        </p:nvSpPr>
        <p:spPr>
          <a:xfrm>
            <a:off x="6565784" y="361873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01_find_only_1651">
            <a:extLst>
              <a:ext uri="{FF2B5EF4-FFF2-40B4-BE49-F238E27FC236}">
                <a16:creationId xmlns:a16="http://schemas.microsoft.com/office/drawing/2014/main" id="{B55AE275-66A9-4CC6-84BA-3651C53DE8D8}"/>
              </a:ext>
            </a:extLst>
          </p:cNvPr>
          <p:cNvSpPr>
            <a:spLocks noGrp="1"/>
          </p:cNvSpPr>
          <p:nvPr/>
        </p:nvSpPr>
        <p:spPr>
          <a:xfrm>
            <a:off x="65702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01_find_only_1652">
            <a:extLst>
              <a:ext uri="{FF2B5EF4-FFF2-40B4-BE49-F238E27FC236}">
                <a16:creationId xmlns:a16="http://schemas.microsoft.com/office/drawing/2014/main" id="{AB1F5F03-BBF9-4CA2-8B4D-EBE30980175E}"/>
              </a:ext>
            </a:extLst>
          </p:cNvPr>
          <p:cNvSpPr>
            <a:spLocks noGrp="1"/>
          </p:cNvSpPr>
          <p:nvPr/>
        </p:nvSpPr>
        <p:spPr>
          <a:xfrm>
            <a:off x="66106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01_find_only_1653">
            <a:extLst>
              <a:ext uri="{FF2B5EF4-FFF2-40B4-BE49-F238E27FC236}">
                <a16:creationId xmlns:a16="http://schemas.microsoft.com/office/drawing/2014/main" id="{E8512390-BF6E-4941-9891-FF8597B748D6}"/>
              </a:ext>
            </a:extLst>
          </p:cNvPr>
          <p:cNvSpPr>
            <a:spLocks noGrp="1"/>
          </p:cNvSpPr>
          <p:nvPr/>
        </p:nvSpPr>
        <p:spPr>
          <a:xfrm>
            <a:off x="660979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01_find_only_1654">
            <a:extLst>
              <a:ext uri="{FF2B5EF4-FFF2-40B4-BE49-F238E27FC236}">
                <a16:creationId xmlns:a16="http://schemas.microsoft.com/office/drawing/2014/main" id="{5B83A8CA-1FAD-45EA-9942-83A1FD914EB7}"/>
              </a:ext>
            </a:extLst>
          </p:cNvPr>
          <p:cNvSpPr>
            <a:spLocks noGrp="1"/>
          </p:cNvSpPr>
          <p:nvPr/>
        </p:nvSpPr>
        <p:spPr>
          <a:xfrm>
            <a:off x="66413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01_find_only_1655">
            <a:extLst>
              <a:ext uri="{FF2B5EF4-FFF2-40B4-BE49-F238E27FC236}">
                <a16:creationId xmlns:a16="http://schemas.microsoft.com/office/drawing/2014/main" id="{FFCCE06E-8A3D-4399-A24A-78CBB3930713}"/>
              </a:ext>
            </a:extLst>
          </p:cNvPr>
          <p:cNvSpPr>
            <a:spLocks noGrp="1"/>
          </p:cNvSpPr>
          <p:nvPr/>
        </p:nvSpPr>
        <p:spPr>
          <a:xfrm>
            <a:off x="66266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01_find_only_1656">
            <a:extLst>
              <a:ext uri="{FF2B5EF4-FFF2-40B4-BE49-F238E27FC236}">
                <a16:creationId xmlns:a16="http://schemas.microsoft.com/office/drawing/2014/main" id="{13C06B3A-4D99-4721-9E11-7FE330B8E669}"/>
              </a:ext>
            </a:extLst>
          </p:cNvPr>
          <p:cNvSpPr>
            <a:spLocks noGrp="1"/>
          </p:cNvSpPr>
          <p:nvPr/>
        </p:nvSpPr>
        <p:spPr>
          <a:xfrm>
            <a:off x="6566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01_find_only_1657">
            <a:extLst>
              <a:ext uri="{FF2B5EF4-FFF2-40B4-BE49-F238E27FC236}">
                <a16:creationId xmlns:a16="http://schemas.microsoft.com/office/drawing/2014/main" id="{0727AD34-9D1E-491D-9A37-B0B6AD0D15A6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01_find_only_1658">
            <a:extLst>
              <a:ext uri="{FF2B5EF4-FFF2-40B4-BE49-F238E27FC236}">
                <a16:creationId xmlns:a16="http://schemas.microsoft.com/office/drawing/2014/main" id="{468CB652-36EC-4789-A26E-3AAB7EE20348}"/>
              </a:ext>
            </a:extLst>
          </p:cNvPr>
          <p:cNvSpPr>
            <a:spLocks noGrp="1"/>
          </p:cNvSpPr>
          <p:nvPr/>
        </p:nvSpPr>
        <p:spPr>
          <a:xfrm>
            <a:off x="6619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01_find_only_1659">
            <a:extLst>
              <a:ext uri="{FF2B5EF4-FFF2-40B4-BE49-F238E27FC236}">
                <a16:creationId xmlns:a16="http://schemas.microsoft.com/office/drawing/2014/main" id="{9634112C-3C46-44FB-8F72-AB00A61769E5}"/>
              </a:ext>
            </a:extLst>
          </p:cNvPr>
          <p:cNvSpPr>
            <a:spLocks noGrp="1"/>
          </p:cNvSpPr>
          <p:nvPr/>
        </p:nvSpPr>
        <p:spPr>
          <a:xfrm>
            <a:off x="6561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01_find_only_1660">
            <a:extLst>
              <a:ext uri="{FF2B5EF4-FFF2-40B4-BE49-F238E27FC236}">
                <a16:creationId xmlns:a16="http://schemas.microsoft.com/office/drawing/2014/main" id="{1597CA66-1FA8-4C97-B411-4EC3BCCBE6D3}"/>
              </a:ext>
            </a:extLst>
          </p:cNvPr>
          <p:cNvSpPr>
            <a:spLocks noGrp="1"/>
          </p:cNvSpPr>
          <p:nvPr/>
        </p:nvSpPr>
        <p:spPr>
          <a:xfrm>
            <a:off x="6628641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01_find_only_1661">
            <a:extLst>
              <a:ext uri="{FF2B5EF4-FFF2-40B4-BE49-F238E27FC236}">
                <a16:creationId xmlns:a16="http://schemas.microsoft.com/office/drawing/2014/main" id="{3BFF2D5D-840C-434F-AE3D-A4F36286FD2F}"/>
              </a:ext>
            </a:extLst>
          </p:cNvPr>
          <p:cNvSpPr>
            <a:spLocks noGrp="1"/>
          </p:cNvSpPr>
          <p:nvPr/>
        </p:nvSpPr>
        <p:spPr>
          <a:xfrm>
            <a:off x="6631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01_find_only_1662">
            <a:extLst>
              <a:ext uri="{FF2B5EF4-FFF2-40B4-BE49-F238E27FC236}">
                <a16:creationId xmlns:a16="http://schemas.microsoft.com/office/drawing/2014/main" id="{AACB64F0-08C8-4A70-93A7-53D2484F9E71}"/>
              </a:ext>
            </a:extLst>
          </p:cNvPr>
          <p:cNvSpPr>
            <a:spLocks noGrp="1"/>
          </p:cNvSpPr>
          <p:nvPr/>
        </p:nvSpPr>
        <p:spPr>
          <a:xfrm>
            <a:off x="6621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01_find_only_1663">
            <a:extLst>
              <a:ext uri="{FF2B5EF4-FFF2-40B4-BE49-F238E27FC236}">
                <a16:creationId xmlns:a16="http://schemas.microsoft.com/office/drawing/2014/main" id="{7F24E813-FA41-4C93-BED6-808B6CBEA9EB}"/>
              </a:ext>
            </a:extLst>
          </p:cNvPr>
          <p:cNvSpPr>
            <a:spLocks noGrp="1"/>
          </p:cNvSpPr>
          <p:nvPr/>
        </p:nvSpPr>
        <p:spPr>
          <a:xfrm>
            <a:off x="6620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01_find_only_1664">
            <a:extLst>
              <a:ext uri="{FF2B5EF4-FFF2-40B4-BE49-F238E27FC236}">
                <a16:creationId xmlns:a16="http://schemas.microsoft.com/office/drawing/2014/main" id="{8E11AE71-8F19-4647-BB4C-FE533A412693}"/>
              </a:ext>
            </a:extLst>
          </p:cNvPr>
          <p:cNvSpPr>
            <a:spLocks noGrp="1"/>
          </p:cNvSpPr>
          <p:nvPr/>
        </p:nvSpPr>
        <p:spPr>
          <a:xfrm>
            <a:off x="66249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01_find_only_1665">
            <a:extLst>
              <a:ext uri="{FF2B5EF4-FFF2-40B4-BE49-F238E27FC236}">
                <a16:creationId xmlns:a16="http://schemas.microsoft.com/office/drawing/2014/main" id="{00540144-0B9A-45B4-984A-644551DCCCDA}"/>
              </a:ext>
            </a:extLst>
          </p:cNvPr>
          <p:cNvSpPr>
            <a:spLocks noGrp="1"/>
          </p:cNvSpPr>
          <p:nvPr/>
        </p:nvSpPr>
        <p:spPr>
          <a:xfrm>
            <a:off x="6606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01_find_only_1666">
            <a:extLst>
              <a:ext uri="{FF2B5EF4-FFF2-40B4-BE49-F238E27FC236}">
                <a16:creationId xmlns:a16="http://schemas.microsoft.com/office/drawing/2014/main" id="{2D5B5BE3-AB10-4A9C-BF3C-6C8B38BE03D5}"/>
              </a:ext>
            </a:extLst>
          </p:cNvPr>
          <p:cNvSpPr>
            <a:spLocks noGrp="1"/>
          </p:cNvSpPr>
          <p:nvPr/>
        </p:nvSpPr>
        <p:spPr>
          <a:xfrm>
            <a:off x="65561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01_find_only_1667">
            <a:extLst>
              <a:ext uri="{FF2B5EF4-FFF2-40B4-BE49-F238E27FC236}">
                <a16:creationId xmlns:a16="http://schemas.microsoft.com/office/drawing/2014/main" id="{4501905F-3A12-4FE2-B724-CA3A9B47EFB9}"/>
              </a:ext>
            </a:extLst>
          </p:cNvPr>
          <p:cNvSpPr>
            <a:spLocks noGrp="1"/>
          </p:cNvSpPr>
          <p:nvPr/>
        </p:nvSpPr>
        <p:spPr>
          <a:xfrm>
            <a:off x="6606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01_find_only_1668">
            <a:extLst>
              <a:ext uri="{FF2B5EF4-FFF2-40B4-BE49-F238E27FC236}">
                <a16:creationId xmlns:a16="http://schemas.microsoft.com/office/drawing/2014/main" id="{6CE875EF-0656-4FBF-9A46-07FBADB78C85}"/>
              </a:ext>
            </a:extLst>
          </p:cNvPr>
          <p:cNvSpPr>
            <a:spLocks noGrp="1"/>
          </p:cNvSpPr>
          <p:nvPr/>
        </p:nvSpPr>
        <p:spPr>
          <a:xfrm>
            <a:off x="65689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01_find_only_1669">
            <a:extLst>
              <a:ext uri="{FF2B5EF4-FFF2-40B4-BE49-F238E27FC236}">
                <a16:creationId xmlns:a16="http://schemas.microsoft.com/office/drawing/2014/main" id="{1F44DE09-C799-4AE6-B86C-7A3BBE24B959}"/>
              </a:ext>
            </a:extLst>
          </p:cNvPr>
          <p:cNvSpPr>
            <a:spLocks noGrp="1"/>
          </p:cNvSpPr>
          <p:nvPr/>
        </p:nvSpPr>
        <p:spPr>
          <a:xfrm>
            <a:off x="6621161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01_find_only_1670">
            <a:extLst>
              <a:ext uri="{FF2B5EF4-FFF2-40B4-BE49-F238E27FC236}">
                <a16:creationId xmlns:a16="http://schemas.microsoft.com/office/drawing/2014/main" id="{81E56336-2503-409F-A3BA-F3C2CF22A9D4}"/>
              </a:ext>
            </a:extLst>
          </p:cNvPr>
          <p:cNvSpPr>
            <a:spLocks noGrp="1"/>
          </p:cNvSpPr>
          <p:nvPr/>
        </p:nvSpPr>
        <p:spPr>
          <a:xfrm>
            <a:off x="6633984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01_find_only_1671">
            <a:extLst>
              <a:ext uri="{FF2B5EF4-FFF2-40B4-BE49-F238E27FC236}">
                <a16:creationId xmlns:a16="http://schemas.microsoft.com/office/drawing/2014/main" id="{925B3DB2-F079-4C4C-B0E5-38442782552A}"/>
              </a:ext>
            </a:extLst>
          </p:cNvPr>
          <p:cNvSpPr>
            <a:spLocks noGrp="1"/>
          </p:cNvSpPr>
          <p:nvPr/>
        </p:nvSpPr>
        <p:spPr>
          <a:xfrm>
            <a:off x="6567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01_find_only_1672">
            <a:extLst>
              <a:ext uri="{FF2B5EF4-FFF2-40B4-BE49-F238E27FC236}">
                <a16:creationId xmlns:a16="http://schemas.microsoft.com/office/drawing/2014/main" id="{D056B5DE-7270-4CD5-8CD0-4405F10A187F}"/>
              </a:ext>
            </a:extLst>
          </p:cNvPr>
          <p:cNvSpPr>
            <a:spLocks noGrp="1"/>
          </p:cNvSpPr>
          <p:nvPr/>
        </p:nvSpPr>
        <p:spPr>
          <a:xfrm>
            <a:off x="662203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01_find_only_1673">
            <a:extLst>
              <a:ext uri="{FF2B5EF4-FFF2-40B4-BE49-F238E27FC236}">
                <a16:creationId xmlns:a16="http://schemas.microsoft.com/office/drawing/2014/main" id="{BBB0BED2-8EAC-40AD-B9C7-A43770FD902F}"/>
              </a:ext>
            </a:extLst>
          </p:cNvPr>
          <p:cNvSpPr>
            <a:spLocks noGrp="1"/>
          </p:cNvSpPr>
          <p:nvPr/>
        </p:nvSpPr>
        <p:spPr>
          <a:xfrm>
            <a:off x="6572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01_find_only_1674">
            <a:extLst>
              <a:ext uri="{FF2B5EF4-FFF2-40B4-BE49-F238E27FC236}">
                <a16:creationId xmlns:a16="http://schemas.microsoft.com/office/drawing/2014/main" id="{2999CB63-966E-4B90-8D51-2B7153F58FA8}"/>
              </a:ext>
            </a:extLst>
          </p:cNvPr>
          <p:cNvSpPr>
            <a:spLocks noGrp="1"/>
          </p:cNvSpPr>
          <p:nvPr/>
        </p:nvSpPr>
        <p:spPr>
          <a:xfrm>
            <a:off x="65765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01_find_only_1675">
            <a:extLst>
              <a:ext uri="{FF2B5EF4-FFF2-40B4-BE49-F238E27FC236}">
                <a16:creationId xmlns:a16="http://schemas.microsoft.com/office/drawing/2014/main" id="{B0E0C1FF-0BA3-45B0-8F7C-768D906E17F0}"/>
              </a:ext>
            </a:extLst>
          </p:cNvPr>
          <p:cNvSpPr>
            <a:spLocks noGrp="1"/>
          </p:cNvSpPr>
          <p:nvPr/>
        </p:nvSpPr>
        <p:spPr>
          <a:xfrm>
            <a:off x="6565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01_find_only_1676">
            <a:extLst>
              <a:ext uri="{FF2B5EF4-FFF2-40B4-BE49-F238E27FC236}">
                <a16:creationId xmlns:a16="http://schemas.microsoft.com/office/drawing/2014/main" id="{9D77B387-F20A-44CC-9D1D-DEE490894EF3}"/>
              </a:ext>
            </a:extLst>
          </p:cNvPr>
          <p:cNvSpPr>
            <a:spLocks noGrp="1"/>
          </p:cNvSpPr>
          <p:nvPr/>
        </p:nvSpPr>
        <p:spPr>
          <a:xfrm>
            <a:off x="662096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01_find_only_1677">
            <a:extLst>
              <a:ext uri="{FF2B5EF4-FFF2-40B4-BE49-F238E27FC236}">
                <a16:creationId xmlns:a16="http://schemas.microsoft.com/office/drawing/2014/main" id="{E08DA3A6-400A-4FE5-BE0F-28D991B683DD}"/>
              </a:ext>
            </a:extLst>
          </p:cNvPr>
          <p:cNvSpPr>
            <a:spLocks noGrp="1"/>
          </p:cNvSpPr>
          <p:nvPr/>
        </p:nvSpPr>
        <p:spPr>
          <a:xfrm>
            <a:off x="6646031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01_find_only_1678">
            <a:extLst>
              <a:ext uri="{FF2B5EF4-FFF2-40B4-BE49-F238E27FC236}">
                <a16:creationId xmlns:a16="http://schemas.microsoft.com/office/drawing/2014/main" id="{FA808F16-9147-4FF4-BC6E-71BFAB68193C}"/>
              </a:ext>
            </a:extLst>
          </p:cNvPr>
          <p:cNvSpPr>
            <a:spLocks noGrp="1"/>
          </p:cNvSpPr>
          <p:nvPr/>
        </p:nvSpPr>
        <p:spPr>
          <a:xfrm>
            <a:off x="66502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01_find_only_1679">
            <a:extLst>
              <a:ext uri="{FF2B5EF4-FFF2-40B4-BE49-F238E27FC236}">
                <a16:creationId xmlns:a16="http://schemas.microsoft.com/office/drawing/2014/main" id="{372966AA-3337-4C67-B7EA-F0A2AEA99BC2}"/>
              </a:ext>
            </a:extLst>
          </p:cNvPr>
          <p:cNvSpPr>
            <a:spLocks noGrp="1"/>
          </p:cNvSpPr>
          <p:nvPr/>
        </p:nvSpPr>
        <p:spPr>
          <a:xfrm>
            <a:off x="65901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01_find_only_1680">
            <a:extLst>
              <a:ext uri="{FF2B5EF4-FFF2-40B4-BE49-F238E27FC236}">
                <a16:creationId xmlns:a16="http://schemas.microsoft.com/office/drawing/2014/main" id="{C1E65863-99D9-4110-B47C-A0028DB6895B}"/>
              </a:ext>
            </a:extLst>
          </p:cNvPr>
          <p:cNvSpPr>
            <a:spLocks noGrp="1"/>
          </p:cNvSpPr>
          <p:nvPr/>
        </p:nvSpPr>
        <p:spPr>
          <a:xfrm>
            <a:off x="6625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01_find_only_1681">
            <a:extLst>
              <a:ext uri="{FF2B5EF4-FFF2-40B4-BE49-F238E27FC236}">
                <a16:creationId xmlns:a16="http://schemas.microsoft.com/office/drawing/2014/main" id="{0971D461-1E30-4CF9-B489-44AAEDF18637}"/>
              </a:ext>
            </a:extLst>
          </p:cNvPr>
          <p:cNvSpPr>
            <a:spLocks noGrp="1"/>
          </p:cNvSpPr>
          <p:nvPr/>
        </p:nvSpPr>
        <p:spPr>
          <a:xfrm>
            <a:off x="6644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01_find_only_1682">
            <a:extLst>
              <a:ext uri="{FF2B5EF4-FFF2-40B4-BE49-F238E27FC236}">
                <a16:creationId xmlns:a16="http://schemas.microsoft.com/office/drawing/2014/main" id="{86CCD656-08BC-4BD1-AE38-C8213E1DD4C6}"/>
              </a:ext>
            </a:extLst>
          </p:cNvPr>
          <p:cNvSpPr>
            <a:spLocks noGrp="1"/>
          </p:cNvSpPr>
          <p:nvPr/>
        </p:nvSpPr>
        <p:spPr>
          <a:xfrm>
            <a:off x="663320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01_find_only_1683">
            <a:extLst>
              <a:ext uri="{FF2B5EF4-FFF2-40B4-BE49-F238E27FC236}">
                <a16:creationId xmlns:a16="http://schemas.microsoft.com/office/drawing/2014/main" id="{8297E631-3EC5-440F-9F38-291D7474FEF7}"/>
              </a:ext>
            </a:extLst>
          </p:cNvPr>
          <p:cNvSpPr>
            <a:spLocks noGrp="1"/>
          </p:cNvSpPr>
          <p:nvPr/>
        </p:nvSpPr>
        <p:spPr>
          <a:xfrm>
            <a:off x="66229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01_find_only_1684">
            <a:extLst>
              <a:ext uri="{FF2B5EF4-FFF2-40B4-BE49-F238E27FC236}">
                <a16:creationId xmlns:a16="http://schemas.microsoft.com/office/drawing/2014/main" id="{8830580E-F32D-46AB-96CD-C5554CBCF8A9}"/>
              </a:ext>
            </a:extLst>
          </p:cNvPr>
          <p:cNvSpPr>
            <a:spLocks noGrp="1"/>
          </p:cNvSpPr>
          <p:nvPr/>
        </p:nvSpPr>
        <p:spPr>
          <a:xfrm>
            <a:off x="65991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01_find_only_1685">
            <a:extLst>
              <a:ext uri="{FF2B5EF4-FFF2-40B4-BE49-F238E27FC236}">
                <a16:creationId xmlns:a16="http://schemas.microsoft.com/office/drawing/2014/main" id="{3230B464-FB82-4261-82BB-373B1329A5F9}"/>
              </a:ext>
            </a:extLst>
          </p:cNvPr>
          <p:cNvSpPr>
            <a:spLocks noGrp="1"/>
          </p:cNvSpPr>
          <p:nvPr/>
        </p:nvSpPr>
        <p:spPr>
          <a:xfrm>
            <a:off x="6596192" y="38029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01_find_only_1686">
            <a:extLst>
              <a:ext uri="{FF2B5EF4-FFF2-40B4-BE49-F238E27FC236}">
                <a16:creationId xmlns:a16="http://schemas.microsoft.com/office/drawing/2014/main" id="{B9D308B1-F0F1-4744-B9DA-E72430DB967C}"/>
              </a:ext>
            </a:extLst>
          </p:cNvPr>
          <p:cNvSpPr>
            <a:spLocks noGrp="1"/>
          </p:cNvSpPr>
          <p:nvPr/>
        </p:nvSpPr>
        <p:spPr>
          <a:xfrm>
            <a:off x="65638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01_find_only_1687">
            <a:extLst>
              <a:ext uri="{FF2B5EF4-FFF2-40B4-BE49-F238E27FC236}">
                <a16:creationId xmlns:a16="http://schemas.microsoft.com/office/drawing/2014/main" id="{C85CF9A2-1F34-44E9-B3DB-9574DAB36F75}"/>
              </a:ext>
            </a:extLst>
          </p:cNvPr>
          <p:cNvSpPr>
            <a:spLocks noGrp="1"/>
          </p:cNvSpPr>
          <p:nvPr/>
        </p:nvSpPr>
        <p:spPr>
          <a:xfrm>
            <a:off x="6644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01_find_only_1688">
            <a:extLst>
              <a:ext uri="{FF2B5EF4-FFF2-40B4-BE49-F238E27FC236}">
                <a16:creationId xmlns:a16="http://schemas.microsoft.com/office/drawing/2014/main" id="{56BD83B9-343B-4226-857F-C8D63F2DB4B9}"/>
              </a:ext>
            </a:extLst>
          </p:cNvPr>
          <p:cNvSpPr>
            <a:spLocks noGrp="1"/>
          </p:cNvSpPr>
          <p:nvPr/>
        </p:nvSpPr>
        <p:spPr>
          <a:xfrm>
            <a:off x="6634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01_find_only_1689">
            <a:extLst>
              <a:ext uri="{FF2B5EF4-FFF2-40B4-BE49-F238E27FC236}">
                <a16:creationId xmlns:a16="http://schemas.microsoft.com/office/drawing/2014/main" id="{28AA4877-606B-4DEC-8679-700C5CF31FA0}"/>
              </a:ext>
            </a:extLst>
          </p:cNvPr>
          <p:cNvSpPr>
            <a:spLocks noGrp="1"/>
          </p:cNvSpPr>
          <p:nvPr/>
        </p:nvSpPr>
        <p:spPr>
          <a:xfrm>
            <a:off x="66199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01_find_only_1690">
            <a:extLst>
              <a:ext uri="{FF2B5EF4-FFF2-40B4-BE49-F238E27FC236}">
                <a16:creationId xmlns:a16="http://schemas.microsoft.com/office/drawing/2014/main" id="{9A8FA164-7B4A-4686-AFB3-24E6082638DF}"/>
              </a:ext>
            </a:extLst>
          </p:cNvPr>
          <p:cNvSpPr>
            <a:spLocks noGrp="1"/>
          </p:cNvSpPr>
          <p:nvPr/>
        </p:nvSpPr>
        <p:spPr>
          <a:xfrm>
            <a:off x="65604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01_find_only_1691">
            <a:extLst>
              <a:ext uri="{FF2B5EF4-FFF2-40B4-BE49-F238E27FC236}">
                <a16:creationId xmlns:a16="http://schemas.microsoft.com/office/drawing/2014/main" id="{D9477C5C-84D3-4567-A433-10447B435517}"/>
              </a:ext>
            </a:extLst>
          </p:cNvPr>
          <p:cNvSpPr>
            <a:spLocks noGrp="1"/>
          </p:cNvSpPr>
          <p:nvPr/>
        </p:nvSpPr>
        <p:spPr>
          <a:xfrm>
            <a:off x="65698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01_find_only_1692">
            <a:extLst>
              <a:ext uri="{FF2B5EF4-FFF2-40B4-BE49-F238E27FC236}">
                <a16:creationId xmlns:a16="http://schemas.microsoft.com/office/drawing/2014/main" id="{C0095359-D1FA-4FB9-8FC2-4CE5E72FFE47}"/>
              </a:ext>
            </a:extLst>
          </p:cNvPr>
          <p:cNvSpPr>
            <a:spLocks noGrp="1"/>
          </p:cNvSpPr>
          <p:nvPr/>
        </p:nvSpPr>
        <p:spPr>
          <a:xfrm>
            <a:off x="65792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01_find_only_1693">
            <a:extLst>
              <a:ext uri="{FF2B5EF4-FFF2-40B4-BE49-F238E27FC236}">
                <a16:creationId xmlns:a16="http://schemas.microsoft.com/office/drawing/2014/main" id="{E0DD29AB-861F-47D5-9E1D-90E6EAA11597}"/>
              </a:ext>
            </a:extLst>
          </p:cNvPr>
          <p:cNvSpPr>
            <a:spLocks noGrp="1"/>
          </p:cNvSpPr>
          <p:nvPr/>
        </p:nvSpPr>
        <p:spPr>
          <a:xfrm>
            <a:off x="66209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01_find_only_1694">
            <a:extLst>
              <a:ext uri="{FF2B5EF4-FFF2-40B4-BE49-F238E27FC236}">
                <a16:creationId xmlns:a16="http://schemas.microsoft.com/office/drawing/2014/main" id="{F1022F3E-4E7B-461D-A7B1-82D8926A2C8A}"/>
              </a:ext>
            </a:extLst>
          </p:cNvPr>
          <p:cNvSpPr>
            <a:spLocks noGrp="1"/>
          </p:cNvSpPr>
          <p:nvPr/>
        </p:nvSpPr>
        <p:spPr>
          <a:xfrm>
            <a:off x="66111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01_find_only_1695">
            <a:extLst>
              <a:ext uri="{FF2B5EF4-FFF2-40B4-BE49-F238E27FC236}">
                <a16:creationId xmlns:a16="http://schemas.microsoft.com/office/drawing/2014/main" id="{BD0D80D7-F14C-498F-A4D5-D1CC95861D03}"/>
              </a:ext>
            </a:extLst>
          </p:cNvPr>
          <p:cNvSpPr>
            <a:spLocks noGrp="1"/>
          </p:cNvSpPr>
          <p:nvPr/>
        </p:nvSpPr>
        <p:spPr>
          <a:xfrm>
            <a:off x="657394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01_find_only_1696">
            <a:extLst>
              <a:ext uri="{FF2B5EF4-FFF2-40B4-BE49-F238E27FC236}">
                <a16:creationId xmlns:a16="http://schemas.microsoft.com/office/drawing/2014/main" id="{0C856F4D-F9EB-4C76-9575-A76D7FBE18CB}"/>
              </a:ext>
            </a:extLst>
          </p:cNvPr>
          <p:cNvSpPr>
            <a:spLocks noGrp="1"/>
          </p:cNvSpPr>
          <p:nvPr/>
        </p:nvSpPr>
        <p:spPr>
          <a:xfrm>
            <a:off x="65915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01_find_only_1697">
            <a:extLst>
              <a:ext uri="{FF2B5EF4-FFF2-40B4-BE49-F238E27FC236}">
                <a16:creationId xmlns:a16="http://schemas.microsoft.com/office/drawing/2014/main" id="{0FBD531B-7835-4F3E-9BB5-E342FDB03263}"/>
              </a:ext>
            </a:extLst>
          </p:cNvPr>
          <p:cNvSpPr>
            <a:spLocks noGrp="1"/>
          </p:cNvSpPr>
          <p:nvPr/>
        </p:nvSpPr>
        <p:spPr>
          <a:xfrm>
            <a:off x="6557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01_find_only_1698">
            <a:extLst>
              <a:ext uri="{FF2B5EF4-FFF2-40B4-BE49-F238E27FC236}">
                <a16:creationId xmlns:a16="http://schemas.microsoft.com/office/drawing/2014/main" id="{2B905854-0A4C-41CD-BD33-82A5CEF07758}"/>
              </a:ext>
            </a:extLst>
          </p:cNvPr>
          <p:cNvSpPr>
            <a:spLocks noGrp="1"/>
          </p:cNvSpPr>
          <p:nvPr/>
        </p:nvSpPr>
        <p:spPr>
          <a:xfrm>
            <a:off x="68329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01_find_only_1699">
            <a:extLst>
              <a:ext uri="{FF2B5EF4-FFF2-40B4-BE49-F238E27FC236}">
                <a16:creationId xmlns:a16="http://schemas.microsoft.com/office/drawing/2014/main" id="{9821ECFA-E439-454A-9366-82EA8E2EE594}"/>
              </a:ext>
            </a:extLst>
          </p:cNvPr>
          <p:cNvSpPr>
            <a:spLocks noGrp="1"/>
          </p:cNvSpPr>
          <p:nvPr/>
        </p:nvSpPr>
        <p:spPr>
          <a:xfrm>
            <a:off x="6814302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01_find_only_1700">
            <a:extLst>
              <a:ext uri="{FF2B5EF4-FFF2-40B4-BE49-F238E27FC236}">
                <a16:creationId xmlns:a16="http://schemas.microsoft.com/office/drawing/2014/main" id="{2B694F16-2B67-4134-AB51-C31FEA45255D}"/>
              </a:ext>
            </a:extLst>
          </p:cNvPr>
          <p:cNvSpPr>
            <a:spLocks noGrp="1"/>
          </p:cNvSpPr>
          <p:nvPr/>
        </p:nvSpPr>
        <p:spPr>
          <a:xfrm>
            <a:off x="68294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01_find_only_1701">
            <a:extLst>
              <a:ext uri="{FF2B5EF4-FFF2-40B4-BE49-F238E27FC236}">
                <a16:creationId xmlns:a16="http://schemas.microsoft.com/office/drawing/2014/main" id="{46EB3829-1BFF-4CEA-9A75-FD0AE5924A1F}"/>
              </a:ext>
            </a:extLst>
          </p:cNvPr>
          <p:cNvSpPr>
            <a:spLocks noGrp="1"/>
          </p:cNvSpPr>
          <p:nvPr/>
        </p:nvSpPr>
        <p:spPr>
          <a:xfrm>
            <a:off x="68290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01_find_only_1702">
            <a:extLst>
              <a:ext uri="{FF2B5EF4-FFF2-40B4-BE49-F238E27FC236}">
                <a16:creationId xmlns:a16="http://schemas.microsoft.com/office/drawing/2014/main" id="{DC82F9D0-A0BA-4E53-9EA2-A5CAEAB4C7A9}"/>
              </a:ext>
            </a:extLst>
          </p:cNvPr>
          <p:cNvSpPr>
            <a:spLocks noGrp="1"/>
          </p:cNvSpPr>
          <p:nvPr/>
        </p:nvSpPr>
        <p:spPr>
          <a:xfrm>
            <a:off x="684558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01_find_only_1703">
            <a:extLst>
              <a:ext uri="{FF2B5EF4-FFF2-40B4-BE49-F238E27FC236}">
                <a16:creationId xmlns:a16="http://schemas.microsoft.com/office/drawing/2014/main" id="{55D0E5D0-2945-4E5F-AC5C-A1BE0C4A5D58}"/>
              </a:ext>
            </a:extLst>
          </p:cNvPr>
          <p:cNvSpPr>
            <a:spLocks noGrp="1"/>
          </p:cNvSpPr>
          <p:nvPr/>
        </p:nvSpPr>
        <p:spPr>
          <a:xfrm>
            <a:off x="68738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01_find_only_1704">
            <a:extLst>
              <a:ext uri="{FF2B5EF4-FFF2-40B4-BE49-F238E27FC236}">
                <a16:creationId xmlns:a16="http://schemas.microsoft.com/office/drawing/2014/main" id="{0E151563-5C77-4A99-8817-6AB2C1F9415B}"/>
              </a:ext>
            </a:extLst>
          </p:cNvPr>
          <p:cNvSpPr>
            <a:spLocks noGrp="1"/>
          </p:cNvSpPr>
          <p:nvPr/>
        </p:nvSpPr>
        <p:spPr>
          <a:xfrm>
            <a:off x="6891635" y="35210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01_find_only_1705">
            <a:extLst>
              <a:ext uri="{FF2B5EF4-FFF2-40B4-BE49-F238E27FC236}">
                <a16:creationId xmlns:a16="http://schemas.microsoft.com/office/drawing/2014/main" id="{9CF59FBD-12B0-49D2-B5F2-ACFCCA2EA226}"/>
              </a:ext>
            </a:extLst>
          </p:cNvPr>
          <p:cNvSpPr>
            <a:spLocks noGrp="1"/>
          </p:cNvSpPr>
          <p:nvPr/>
        </p:nvSpPr>
        <p:spPr>
          <a:xfrm>
            <a:off x="681945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01_find_only_1706">
            <a:extLst>
              <a:ext uri="{FF2B5EF4-FFF2-40B4-BE49-F238E27FC236}">
                <a16:creationId xmlns:a16="http://schemas.microsoft.com/office/drawing/2014/main" id="{F21BA5D4-CB8E-4657-9CAD-0EDD685BA3F5}"/>
              </a:ext>
            </a:extLst>
          </p:cNvPr>
          <p:cNvSpPr>
            <a:spLocks noGrp="1"/>
          </p:cNvSpPr>
          <p:nvPr/>
        </p:nvSpPr>
        <p:spPr>
          <a:xfrm>
            <a:off x="68638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01_find_only_1707">
            <a:extLst>
              <a:ext uri="{FF2B5EF4-FFF2-40B4-BE49-F238E27FC236}">
                <a16:creationId xmlns:a16="http://schemas.microsoft.com/office/drawing/2014/main" id="{7E938EF8-FDE8-4860-A8DB-6C0D3760DE96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01_find_only_1708">
            <a:extLst>
              <a:ext uri="{FF2B5EF4-FFF2-40B4-BE49-F238E27FC236}">
                <a16:creationId xmlns:a16="http://schemas.microsoft.com/office/drawing/2014/main" id="{285EBF08-2D6A-4297-9613-E1C8065F00A4}"/>
              </a:ext>
            </a:extLst>
          </p:cNvPr>
          <p:cNvSpPr>
            <a:spLocks noGrp="1"/>
          </p:cNvSpPr>
          <p:nvPr/>
        </p:nvSpPr>
        <p:spPr>
          <a:xfrm>
            <a:off x="6809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01_find_only_1709">
            <a:extLst>
              <a:ext uri="{FF2B5EF4-FFF2-40B4-BE49-F238E27FC236}">
                <a16:creationId xmlns:a16="http://schemas.microsoft.com/office/drawing/2014/main" id="{3DCDE989-DE1A-4BC4-8AC0-C28AEE5C52D3}"/>
              </a:ext>
            </a:extLst>
          </p:cNvPr>
          <p:cNvSpPr>
            <a:spLocks noGrp="1"/>
          </p:cNvSpPr>
          <p:nvPr/>
        </p:nvSpPr>
        <p:spPr>
          <a:xfrm>
            <a:off x="68838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01_find_only_1710">
            <a:extLst>
              <a:ext uri="{FF2B5EF4-FFF2-40B4-BE49-F238E27FC236}">
                <a16:creationId xmlns:a16="http://schemas.microsoft.com/office/drawing/2014/main" id="{72C572AE-9D13-4145-B286-CC555020CABC}"/>
              </a:ext>
            </a:extLst>
          </p:cNvPr>
          <p:cNvSpPr>
            <a:spLocks noGrp="1"/>
          </p:cNvSpPr>
          <p:nvPr/>
        </p:nvSpPr>
        <p:spPr>
          <a:xfrm>
            <a:off x="69037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01_find_only_1711">
            <a:extLst>
              <a:ext uri="{FF2B5EF4-FFF2-40B4-BE49-F238E27FC236}">
                <a16:creationId xmlns:a16="http://schemas.microsoft.com/office/drawing/2014/main" id="{BBA7D447-18AA-4C6F-9697-C5A123CFAE64}"/>
              </a:ext>
            </a:extLst>
          </p:cNvPr>
          <p:cNvSpPr>
            <a:spLocks noGrp="1"/>
          </p:cNvSpPr>
          <p:nvPr/>
        </p:nvSpPr>
        <p:spPr>
          <a:xfrm>
            <a:off x="68452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01_find_only_1712">
            <a:extLst>
              <a:ext uri="{FF2B5EF4-FFF2-40B4-BE49-F238E27FC236}">
                <a16:creationId xmlns:a16="http://schemas.microsoft.com/office/drawing/2014/main" id="{C9C673A6-3C79-423E-88B8-2148DB44C779}"/>
              </a:ext>
            </a:extLst>
          </p:cNvPr>
          <p:cNvSpPr>
            <a:spLocks noGrp="1"/>
          </p:cNvSpPr>
          <p:nvPr/>
        </p:nvSpPr>
        <p:spPr>
          <a:xfrm>
            <a:off x="68985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01_find_only_1713">
            <a:extLst>
              <a:ext uri="{FF2B5EF4-FFF2-40B4-BE49-F238E27FC236}">
                <a16:creationId xmlns:a16="http://schemas.microsoft.com/office/drawing/2014/main" id="{753855F2-46A4-477A-8587-464DC062CB73}"/>
              </a:ext>
            </a:extLst>
          </p:cNvPr>
          <p:cNvSpPr>
            <a:spLocks noGrp="1"/>
          </p:cNvSpPr>
          <p:nvPr/>
        </p:nvSpPr>
        <p:spPr>
          <a:xfrm>
            <a:off x="68293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01_find_only_1714">
            <a:extLst>
              <a:ext uri="{FF2B5EF4-FFF2-40B4-BE49-F238E27FC236}">
                <a16:creationId xmlns:a16="http://schemas.microsoft.com/office/drawing/2014/main" id="{78EF2034-CF78-4EBF-B128-59B57D4B0ECA}"/>
              </a:ext>
            </a:extLst>
          </p:cNvPr>
          <p:cNvSpPr>
            <a:spLocks noGrp="1"/>
          </p:cNvSpPr>
          <p:nvPr/>
        </p:nvSpPr>
        <p:spPr>
          <a:xfrm>
            <a:off x="6847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01_find_only_1715">
            <a:extLst>
              <a:ext uri="{FF2B5EF4-FFF2-40B4-BE49-F238E27FC236}">
                <a16:creationId xmlns:a16="http://schemas.microsoft.com/office/drawing/2014/main" id="{DCD38102-5AA7-467F-BA74-202B15D5C9D1}"/>
              </a:ext>
            </a:extLst>
          </p:cNvPr>
          <p:cNvSpPr>
            <a:spLocks noGrp="1"/>
          </p:cNvSpPr>
          <p:nvPr/>
        </p:nvSpPr>
        <p:spPr>
          <a:xfrm>
            <a:off x="687677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01_find_only_1716">
            <a:extLst>
              <a:ext uri="{FF2B5EF4-FFF2-40B4-BE49-F238E27FC236}">
                <a16:creationId xmlns:a16="http://schemas.microsoft.com/office/drawing/2014/main" id="{2529C073-D7DE-468D-B9D6-A4EBB70EC10A}"/>
              </a:ext>
            </a:extLst>
          </p:cNvPr>
          <p:cNvSpPr>
            <a:spLocks noGrp="1"/>
          </p:cNvSpPr>
          <p:nvPr/>
        </p:nvSpPr>
        <p:spPr>
          <a:xfrm>
            <a:off x="68941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01_find_only_1717">
            <a:extLst>
              <a:ext uri="{FF2B5EF4-FFF2-40B4-BE49-F238E27FC236}">
                <a16:creationId xmlns:a16="http://schemas.microsoft.com/office/drawing/2014/main" id="{5CF559A4-0A68-4F13-B1E9-CE491CF5E8A6}"/>
              </a:ext>
            </a:extLst>
          </p:cNvPr>
          <p:cNvSpPr>
            <a:spLocks noGrp="1"/>
          </p:cNvSpPr>
          <p:nvPr/>
        </p:nvSpPr>
        <p:spPr>
          <a:xfrm>
            <a:off x="69035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01_find_only_1718">
            <a:extLst>
              <a:ext uri="{FF2B5EF4-FFF2-40B4-BE49-F238E27FC236}">
                <a16:creationId xmlns:a16="http://schemas.microsoft.com/office/drawing/2014/main" id="{DD48732A-340D-492E-9680-D245DD8FD0B2}"/>
              </a:ext>
            </a:extLst>
          </p:cNvPr>
          <p:cNvSpPr>
            <a:spLocks noGrp="1"/>
          </p:cNvSpPr>
          <p:nvPr/>
        </p:nvSpPr>
        <p:spPr>
          <a:xfrm>
            <a:off x="68700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01_find_only_1719">
            <a:extLst>
              <a:ext uri="{FF2B5EF4-FFF2-40B4-BE49-F238E27FC236}">
                <a16:creationId xmlns:a16="http://schemas.microsoft.com/office/drawing/2014/main" id="{31DF6E45-E96F-414D-AD3D-A23E8AB2E948}"/>
              </a:ext>
            </a:extLst>
          </p:cNvPr>
          <p:cNvSpPr>
            <a:spLocks noGrp="1"/>
          </p:cNvSpPr>
          <p:nvPr/>
        </p:nvSpPr>
        <p:spPr>
          <a:xfrm>
            <a:off x="6812457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01_find_only_1720">
            <a:extLst>
              <a:ext uri="{FF2B5EF4-FFF2-40B4-BE49-F238E27FC236}">
                <a16:creationId xmlns:a16="http://schemas.microsoft.com/office/drawing/2014/main" id="{4020DE52-3786-49BB-9040-9225C6C60E20}"/>
              </a:ext>
            </a:extLst>
          </p:cNvPr>
          <p:cNvSpPr>
            <a:spLocks noGrp="1"/>
          </p:cNvSpPr>
          <p:nvPr/>
        </p:nvSpPr>
        <p:spPr>
          <a:xfrm>
            <a:off x="6826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01_find_only_1721">
            <a:extLst>
              <a:ext uri="{FF2B5EF4-FFF2-40B4-BE49-F238E27FC236}">
                <a16:creationId xmlns:a16="http://schemas.microsoft.com/office/drawing/2014/main" id="{AEB33458-F22A-4DAC-A182-449CF8C4D45E}"/>
              </a:ext>
            </a:extLst>
          </p:cNvPr>
          <p:cNvSpPr>
            <a:spLocks noGrp="1"/>
          </p:cNvSpPr>
          <p:nvPr/>
        </p:nvSpPr>
        <p:spPr>
          <a:xfrm>
            <a:off x="68331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01_find_only_1722">
            <a:extLst>
              <a:ext uri="{FF2B5EF4-FFF2-40B4-BE49-F238E27FC236}">
                <a16:creationId xmlns:a16="http://schemas.microsoft.com/office/drawing/2014/main" id="{335C9EC7-5800-4F84-AC41-9BF21F179E28}"/>
              </a:ext>
            </a:extLst>
          </p:cNvPr>
          <p:cNvSpPr>
            <a:spLocks noGrp="1"/>
          </p:cNvSpPr>
          <p:nvPr/>
        </p:nvSpPr>
        <p:spPr>
          <a:xfrm>
            <a:off x="68122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01_find_only_1723">
            <a:extLst>
              <a:ext uri="{FF2B5EF4-FFF2-40B4-BE49-F238E27FC236}">
                <a16:creationId xmlns:a16="http://schemas.microsoft.com/office/drawing/2014/main" id="{507EA1A9-212B-47EC-86D2-69266821543D}"/>
              </a:ext>
            </a:extLst>
          </p:cNvPr>
          <p:cNvSpPr>
            <a:spLocks noGrp="1"/>
          </p:cNvSpPr>
          <p:nvPr/>
        </p:nvSpPr>
        <p:spPr>
          <a:xfrm>
            <a:off x="681168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01_find_only_1724">
            <a:extLst>
              <a:ext uri="{FF2B5EF4-FFF2-40B4-BE49-F238E27FC236}">
                <a16:creationId xmlns:a16="http://schemas.microsoft.com/office/drawing/2014/main" id="{94F79DA1-A8CD-4F7F-B926-AC12D9A6F945}"/>
              </a:ext>
            </a:extLst>
          </p:cNvPr>
          <p:cNvSpPr>
            <a:spLocks noGrp="1"/>
          </p:cNvSpPr>
          <p:nvPr/>
        </p:nvSpPr>
        <p:spPr>
          <a:xfrm>
            <a:off x="68305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01_find_only_1725">
            <a:extLst>
              <a:ext uri="{FF2B5EF4-FFF2-40B4-BE49-F238E27FC236}">
                <a16:creationId xmlns:a16="http://schemas.microsoft.com/office/drawing/2014/main" id="{47DCDB21-465D-4594-AE53-42349105145B}"/>
              </a:ext>
            </a:extLst>
          </p:cNvPr>
          <p:cNvSpPr>
            <a:spLocks noGrp="1"/>
          </p:cNvSpPr>
          <p:nvPr/>
        </p:nvSpPr>
        <p:spPr>
          <a:xfrm>
            <a:off x="68671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01_find_only_1726">
            <a:extLst>
              <a:ext uri="{FF2B5EF4-FFF2-40B4-BE49-F238E27FC236}">
                <a16:creationId xmlns:a16="http://schemas.microsoft.com/office/drawing/2014/main" id="{0967F6FC-491E-43F6-9201-BCDC4BB56381}"/>
              </a:ext>
            </a:extLst>
          </p:cNvPr>
          <p:cNvSpPr>
            <a:spLocks noGrp="1"/>
          </p:cNvSpPr>
          <p:nvPr/>
        </p:nvSpPr>
        <p:spPr>
          <a:xfrm>
            <a:off x="68253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01_find_only_1727">
            <a:extLst>
              <a:ext uri="{FF2B5EF4-FFF2-40B4-BE49-F238E27FC236}">
                <a16:creationId xmlns:a16="http://schemas.microsoft.com/office/drawing/2014/main" id="{CB88FA6B-A3E7-4011-95F2-ADD472D5FE57}"/>
              </a:ext>
            </a:extLst>
          </p:cNvPr>
          <p:cNvSpPr>
            <a:spLocks noGrp="1"/>
          </p:cNvSpPr>
          <p:nvPr/>
        </p:nvSpPr>
        <p:spPr>
          <a:xfrm>
            <a:off x="68545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01_find_only_1728">
            <a:extLst>
              <a:ext uri="{FF2B5EF4-FFF2-40B4-BE49-F238E27FC236}">
                <a16:creationId xmlns:a16="http://schemas.microsoft.com/office/drawing/2014/main" id="{C0322D73-C2D2-44A1-9C68-0182CC11BB15}"/>
              </a:ext>
            </a:extLst>
          </p:cNvPr>
          <p:cNvSpPr>
            <a:spLocks noGrp="1"/>
          </p:cNvSpPr>
          <p:nvPr/>
        </p:nvSpPr>
        <p:spPr>
          <a:xfrm>
            <a:off x="6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01_find_only_1729">
            <a:extLst>
              <a:ext uri="{FF2B5EF4-FFF2-40B4-BE49-F238E27FC236}">
                <a16:creationId xmlns:a16="http://schemas.microsoft.com/office/drawing/2014/main" id="{892FD432-D998-4991-8CEC-923D17477692}"/>
              </a:ext>
            </a:extLst>
          </p:cNvPr>
          <p:cNvSpPr>
            <a:spLocks noGrp="1"/>
          </p:cNvSpPr>
          <p:nvPr/>
        </p:nvSpPr>
        <p:spPr>
          <a:xfrm>
            <a:off x="6892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01_find_only_1730">
            <a:extLst>
              <a:ext uri="{FF2B5EF4-FFF2-40B4-BE49-F238E27FC236}">
                <a16:creationId xmlns:a16="http://schemas.microsoft.com/office/drawing/2014/main" id="{6F16FEB4-BECF-4591-8FDC-2B5036C7067E}"/>
              </a:ext>
            </a:extLst>
          </p:cNvPr>
          <p:cNvSpPr>
            <a:spLocks noGrp="1"/>
          </p:cNvSpPr>
          <p:nvPr/>
        </p:nvSpPr>
        <p:spPr>
          <a:xfrm>
            <a:off x="6834607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01_find_only_1731">
            <a:extLst>
              <a:ext uri="{FF2B5EF4-FFF2-40B4-BE49-F238E27FC236}">
                <a16:creationId xmlns:a16="http://schemas.microsoft.com/office/drawing/2014/main" id="{4E4EF58F-BB60-4548-A490-20AA779E77A8}"/>
              </a:ext>
            </a:extLst>
          </p:cNvPr>
          <p:cNvSpPr>
            <a:spLocks noGrp="1"/>
          </p:cNvSpPr>
          <p:nvPr/>
        </p:nvSpPr>
        <p:spPr>
          <a:xfrm>
            <a:off x="68745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01_find_only_1732">
            <a:extLst>
              <a:ext uri="{FF2B5EF4-FFF2-40B4-BE49-F238E27FC236}">
                <a16:creationId xmlns:a16="http://schemas.microsoft.com/office/drawing/2014/main" id="{6C7339FB-3EA7-4211-ABA9-A3C435CD1C1C}"/>
              </a:ext>
            </a:extLst>
          </p:cNvPr>
          <p:cNvSpPr>
            <a:spLocks noGrp="1"/>
          </p:cNvSpPr>
          <p:nvPr/>
        </p:nvSpPr>
        <p:spPr>
          <a:xfrm>
            <a:off x="68769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01_find_only_1733">
            <a:extLst>
              <a:ext uri="{FF2B5EF4-FFF2-40B4-BE49-F238E27FC236}">
                <a16:creationId xmlns:a16="http://schemas.microsoft.com/office/drawing/2014/main" id="{5DAA3EE4-3018-46A4-8A9D-C6D3903C8FC9}"/>
              </a:ext>
            </a:extLst>
          </p:cNvPr>
          <p:cNvSpPr>
            <a:spLocks noGrp="1"/>
          </p:cNvSpPr>
          <p:nvPr/>
        </p:nvSpPr>
        <p:spPr>
          <a:xfrm>
            <a:off x="68119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01_find_only_1734">
            <a:extLst>
              <a:ext uri="{FF2B5EF4-FFF2-40B4-BE49-F238E27FC236}">
                <a16:creationId xmlns:a16="http://schemas.microsoft.com/office/drawing/2014/main" id="{66061713-77E1-4DB8-B6C3-B5EF92589700}"/>
              </a:ext>
            </a:extLst>
          </p:cNvPr>
          <p:cNvSpPr>
            <a:spLocks noGrp="1"/>
          </p:cNvSpPr>
          <p:nvPr/>
        </p:nvSpPr>
        <p:spPr>
          <a:xfrm>
            <a:off x="68911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01_find_only_1735">
            <a:extLst>
              <a:ext uri="{FF2B5EF4-FFF2-40B4-BE49-F238E27FC236}">
                <a16:creationId xmlns:a16="http://schemas.microsoft.com/office/drawing/2014/main" id="{E321701E-F5CE-4F32-BB38-CA55CCEA3825}"/>
              </a:ext>
            </a:extLst>
          </p:cNvPr>
          <p:cNvSpPr>
            <a:spLocks noGrp="1"/>
          </p:cNvSpPr>
          <p:nvPr/>
        </p:nvSpPr>
        <p:spPr>
          <a:xfrm>
            <a:off x="68096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01_find_only_1736">
            <a:extLst>
              <a:ext uri="{FF2B5EF4-FFF2-40B4-BE49-F238E27FC236}">
                <a16:creationId xmlns:a16="http://schemas.microsoft.com/office/drawing/2014/main" id="{C3FAD381-D4CC-4EC3-A53D-A317D1B2A303}"/>
              </a:ext>
            </a:extLst>
          </p:cNvPr>
          <p:cNvSpPr>
            <a:spLocks noGrp="1"/>
          </p:cNvSpPr>
          <p:nvPr/>
        </p:nvSpPr>
        <p:spPr>
          <a:xfrm>
            <a:off x="68909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01_find_only_1737">
            <a:extLst>
              <a:ext uri="{FF2B5EF4-FFF2-40B4-BE49-F238E27FC236}">
                <a16:creationId xmlns:a16="http://schemas.microsoft.com/office/drawing/2014/main" id="{BC83A925-E2FA-4951-9716-4B442A289765}"/>
              </a:ext>
            </a:extLst>
          </p:cNvPr>
          <p:cNvSpPr>
            <a:spLocks noGrp="1"/>
          </p:cNvSpPr>
          <p:nvPr/>
        </p:nvSpPr>
        <p:spPr>
          <a:xfrm>
            <a:off x="69003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01_find_only_1738">
            <a:extLst>
              <a:ext uri="{FF2B5EF4-FFF2-40B4-BE49-F238E27FC236}">
                <a16:creationId xmlns:a16="http://schemas.microsoft.com/office/drawing/2014/main" id="{D9F20D67-7447-47AA-9ADE-83EF66780613}"/>
              </a:ext>
            </a:extLst>
          </p:cNvPr>
          <p:cNvSpPr>
            <a:spLocks noGrp="1"/>
          </p:cNvSpPr>
          <p:nvPr/>
        </p:nvSpPr>
        <p:spPr>
          <a:xfrm>
            <a:off x="68677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01_find_only_1739">
            <a:extLst>
              <a:ext uri="{FF2B5EF4-FFF2-40B4-BE49-F238E27FC236}">
                <a16:creationId xmlns:a16="http://schemas.microsoft.com/office/drawing/2014/main" id="{B0F4E55D-71E8-48A6-A650-9FAE98CB8995}"/>
              </a:ext>
            </a:extLst>
          </p:cNvPr>
          <p:cNvSpPr>
            <a:spLocks noGrp="1"/>
          </p:cNvSpPr>
          <p:nvPr/>
        </p:nvSpPr>
        <p:spPr>
          <a:xfrm>
            <a:off x="68385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01_find_only_1740">
            <a:extLst>
              <a:ext uri="{FF2B5EF4-FFF2-40B4-BE49-F238E27FC236}">
                <a16:creationId xmlns:a16="http://schemas.microsoft.com/office/drawing/2014/main" id="{F6F9BFED-1102-4F84-BDD7-BD552F3E6FDC}"/>
              </a:ext>
            </a:extLst>
          </p:cNvPr>
          <p:cNvSpPr>
            <a:spLocks noGrp="1"/>
          </p:cNvSpPr>
          <p:nvPr/>
        </p:nvSpPr>
        <p:spPr>
          <a:xfrm>
            <a:off x="68792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01_find_only_1741">
            <a:extLst>
              <a:ext uri="{FF2B5EF4-FFF2-40B4-BE49-F238E27FC236}">
                <a16:creationId xmlns:a16="http://schemas.microsoft.com/office/drawing/2014/main" id="{AFCE2325-24BD-4F19-8D82-6A98C2B0615D}"/>
              </a:ext>
            </a:extLst>
          </p:cNvPr>
          <p:cNvSpPr>
            <a:spLocks noGrp="1"/>
          </p:cNvSpPr>
          <p:nvPr/>
        </p:nvSpPr>
        <p:spPr>
          <a:xfrm>
            <a:off x="68298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01_find_only_1742">
            <a:extLst>
              <a:ext uri="{FF2B5EF4-FFF2-40B4-BE49-F238E27FC236}">
                <a16:creationId xmlns:a16="http://schemas.microsoft.com/office/drawing/2014/main" id="{90FB2A74-32B2-4791-937F-941AF2D34BB3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01_find_only_1743">
            <a:extLst>
              <a:ext uri="{FF2B5EF4-FFF2-40B4-BE49-F238E27FC236}">
                <a16:creationId xmlns:a16="http://schemas.microsoft.com/office/drawing/2014/main" id="{86153B10-A4BC-409B-9A62-E170C81D0D3E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01_find_only_1744">
            <a:extLst>
              <a:ext uri="{FF2B5EF4-FFF2-40B4-BE49-F238E27FC236}">
                <a16:creationId xmlns:a16="http://schemas.microsoft.com/office/drawing/2014/main" id="{CA668C80-9514-42CD-8AF6-AB8CB97CB666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01_find_only_1745">
            <a:extLst>
              <a:ext uri="{FF2B5EF4-FFF2-40B4-BE49-F238E27FC236}">
                <a16:creationId xmlns:a16="http://schemas.microsoft.com/office/drawing/2014/main" id="{047889E7-FEA2-4F13-8038-17531499CC16}"/>
              </a:ext>
            </a:extLst>
          </p:cNvPr>
          <p:cNvSpPr>
            <a:spLocks noGrp="1"/>
          </p:cNvSpPr>
          <p:nvPr/>
        </p:nvSpPr>
        <p:spPr>
          <a:xfrm>
            <a:off x="6893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01_find_only_1746">
            <a:extLst>
              <a:ext uri="{FF2B5EF4-FFF2-40B4-BE49-F238E27FC236}">
                <a16:creationId xmlns:a16="http://schemas.microsoft.com/office/drawing/2014/main" id="{D1048904-2A0D-4F53-BE75-4075F312374E}"/>
              </a:ext>
            </a:extLst>
          </p:cNvPr>
          <p:cNvSpPr>
            <a:spLocks noGrp="1"/>
          </p:cNvSpPr>
          <p:nvPr/>
        </p:nvSpPr>
        <p:spPr>
          <a:xfrm>
            <a:off x="68402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01_find_only_1747">
            <a:extLst>
              <a:ext uri="{FF2B5EF4-FFF2-40B4-BE49-F238E27FC236}">
                <a16:creationId xmlns:a16="http://schemas.microsoft.com/office/drawing/2014/main" id="{6EF24DEB-4A0F-4B7C-9C84-C8A48CF62162}"/>
              </a:ext>
            </a:extLst>
          </p:cNvPr>
          <p:cNvSpPr>
            <a:spLocks noGrp="1"/>
          </p:cNvSpPr>
          <p:nvPr/>
        </p:nvSpPr>
        <p:spPr>
          <a:xfrm>
            <a:off x="68496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01_find_only_1748">
            <a:extLst>
              <a:ext uri="{FF2B5EF4-FFF2-40B4-BE49-F238E27FC236}">
                <a16:creationId xmlns:a16="http://schemas.microsoft.com/office/drawing/2014/main" id="{7A9A4D83-4B30-4BB8-B0B2-33F3DEA27098}"/>
              </a:ext>
            </a:extLst>
          </p:cNvPr>
          <p:cNvSpPr>
            <a:spLocks noGrp="1"/>
          </p:cNvSpPr>
          <p:nvPr/>
        </p:nvSpPr>
        <p:spPr>
          <a:xfrm>
            <a:off x="69027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01_find_only_1749">
            <a:extLst>
              <a:ext uri="{FF2B5EF4-FFF2-40B4-BE49-F238E27FC236}">
                <a16:creationId xmlns:a16="http://schemas.microsoft.com/office/drawing/2014/main" id="{965CD55A-F760-45A3-9B94-410406F67FE1}"/>
              </a:ext>
            </a:extLst>
          </p:cNvPr>
          <p:cNvSpPr>
            <a:spLocks noGrp="1"/>
          </p:cNvSpPr>
          <p:nvPr/>
        </p:nvSpPr>
        <p:spPr>
          <a:xfrm>
            <a:off x="68735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01_find_only_1750">
            <a:extLst>
              <a:ext uri="{FF2B5EF4-FFF2-40B4-BE49-F238E27FC236}">
                <a16:creationId xmlns:a16="http://schemas.microsoft.com/office/drawing/2014/main" id="{AB6BA385-ECDE-4EF7-B377-FE9E9985B104}"/>
              </a:ext>
            </a:extLst>
          </p:cNvPr>
          <p:cNvSpPr>
            <a:spLocks noGrp="1"/>
          </p:cNvSpPr>
          <p:nvPr/>
        </p:nvSpPr>
        <p:spPr>
          <a:xfrm>
            <a:off x="6899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01_find_only_1751">
            <a:extLst>
              <a:ext uri="{FF2B5EF4-FFF2-40B4-BE49-F238E27FC236}">
                <a16:creationId xmlns:a16="http://schemas.microsoft.com/office/drawing/2014/main" id="{F81FBD6B-0239-475B-B9EF-AAA8554E05CA}"/>
              </a:ext>
            </a:extLst>
          </p:cNvPr>
          <p:cNvSpPr>
            <a:spLocks noGrp="1"/>
          </p:cNvSpPr>
          <p:nvPr/>
        </p:nvSpPr>
        <p:spPr>
          <a:xfrm>
            <a:off x="6813331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01_find_only_1752">
            <a:extLst>
              <a:ext uri="{FF2B5EF4-FFF2-40B4-BE49-F238E27FC236}">
                <a16:creationId xmlns:a16="http://schemas.microsoft.com/office/drawing/2014/main" id="{23074B81-CBBA-42B8-AF9D-31F604FE00BC}"/>
              </a:ext>
            </a:extLst>
          </p:cNvPr>
          <p:cNvSpPr>
            <a:spLocks noGrp="1"/>
          </p:cNvSpPr>
          <p:nvPr/>
        </p:nvSpPr>
        <p:spPr>
          <a:xfrm>
            <a:off x="68920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01_find_only_1753">
            <a:extLst>
              <a:ext uri="{FF2B5EF4-FFF2-40B4-BE49-F238E27FC236}">
                <a16:creationId xmlns:a16="http://schemas.microsoft.com/office/drawing/2014/main" id="{062B4940-34F3-4CA7-B5DA-9B4B2E3B6207}"/>
              </a:ext>
            </a:extLst>
          </p:cNvPr>
          <p:cNvSpPr>
            <a:spLocks noGrp="1"/>
          </p:cNvSpPr>
          <p:nvPr/>
        </p:nvSpPr>
        <p:spPr>
          <a:xfrm>
            <a:off x="68792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01_find_only_1754">
            <a:extLst>
              <a:ext uri="{FF2B5EF4-FFF2-40B4-BE49-F238E27FC236}">
                <a16:creationId xmlns:a16="http://schemas.microsoft.com/office/drawing/2014/main" id="{64194ED8-7F81-477B-9802-BCB40A536DD0}"/>
              </a:ext>
            </a:extLst>
          </p:cNvPr>
          <p:cNvSpPr>
            <a:spLocks noGrp="1"/>
          </p:cNvSpPr>
          <p:nvPr/>
        </p:nvSpPr>
        <p:spPr>
          <a:xfrm>
            <a:off x="6845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01_find_only_1755">
            <a:extLst>
              <a:ext uri="{FF2B5EF4-FFF2-40B4-BE49-F238E27FC236}">
                <a16:creationId xmlns:a16="http://schemas.microsoft.com/office/drawing/2014/main" id="{EBDEF400-2F8E-410F-B6F5-5987088AE9B2}"/>
              </a:ext>
            </a:extLst>
          </p:cNvPr>
          <p:cNvSpPr>
            <a:spLocks noGrp="1"/>
          </p:cNvSpPr>
          <p:nvPr/>
        </p:nvSpPr>
        <p:spPr>
          <a:xfrm>
            <a:off x="68829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01_find_only_1756">
            <a:extLst>
              <a:ext uri="{FF2B5EF4-FFF2-40B4-BE49-F238E27FC236}">
                <a16:creationId xmlns:a16="http://schemas.microsoft.com/office/drawing/2014/main" id="{586A795F-8383-4112-B26B-C0973EBA77B7}"/>
              </a:ext>
            </a:extLst>
          </p:cNvPr>
          <p:cNvSpPr>
            <a:spLocks noGrp="1"/>
          </p:cNvSpPr>
          <p:nvPr/>
        </p:nvSpPr>
        <p:spPr>
          <a:xfrm>
            <a:off x="690319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01_find_only_1757">
            <a:extLst>
              <a:ext uri="{FF2B5EF4-FFF2-40B4-BE49-F238E27FC236}">
                <a16:creationId xmlns:a16="http://schemas.microsoft.com/office/drawing/2014/main" id="{7CC6F930-1460-4DDF-92A6-8C5E28E414B1}"/>
              </a:ext>
            </a:extLst>
          </p:cNvPr>
          <p:cNvSpPr>
            <a:spLocks noGrp="1"/>
          </p:cNvSpPr>
          <p:nvPr/>
        </p:nvSpPr>
        <p:spPr>
          <a:xfrm>
            <a:off x="68727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01_find_only_1758">
            <a:extLst>
              <a:ext uri="{FF2B5EF4-FFF2-40B4-BE49-F238E27FC236}">
                <a16:creationId xmlns:a16="http://schemas.microsoft.com/office/drawing/2014/main" id="{4680CEB2-FCC4-4B4F-BEBD-698C31A95CB7}"/>
              </a:ext>
            </a:extLst>
          </p:cNvPr>
          <p:cNvSpPr>
            <a:spLocks noGrp="1"/>
          </p:cNvSpPr>
          <p:nvPr/>
        </p:nvSpPr>
        <p:spPr>
          <a:xfrm>
            <a:off x="68802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01_find_only_1759">
            <a:extLst>
              <a:ext uri="{FF2B5EF4-FFF2-40B4-BE49-F238E27FC236}">
                <a16:creationId xmlns:a16="http://schemas.microsoft.com/office/drawing/2014/main" id="{9CD7CEAF-1678-41CB-8B4E-F4F65AA05399}"/>
              </a:ext>
            </a:extLst>
          </p:cNvPr>
          <p:cNvSpPr>
            <a:spLocks noGrp="1"/>
          </p:cNvSpPr>
          <p:nvPr/>
        </p:nvSpPr>
        <p:spPr>
          <a:xfrm>
            <a:off x="6879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01_find_only_1760">
            <a:extLst>
              <a:ext uri="{FF2B5EF4-FFF2-40B4-BE49-F238E27FC236}">
                <a16:creationId xmlns:a16="http://schemas.microsoft.com/office/drawing/2014/main" id="{7F5619D5-EB1A-433A-97AB-BA956F092B66}"/>
              </a:ext>
            </a:extLst>
          </p:cNvPr>
          <p:cNvSpPr>
            <a:spLocks noGrp="1"/>
          </p:cNvSpPr>
          <p:nvPr/>
        </p:nvSpPr>
        <p:spPr>
          <a:xfrm>
            <a:off x="6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01_find_only_1761">
            <a:extLst>
              <a:ext uri="{FF2B5EF4-FFF2-40B4-BE49-F238E27FC236}">
                <a16:creationId xmlns:a16="http://schemas.microsoft.com/office/drawing/2014/main" id="{7B1CADB8-14B7-482F-8CBD-4ADA63C293EF}"/>
              </a:ext>
            </a:extLst>
          </p:cNvPr>
          <p:cNvSpPr>
            <a:spLocks noGrp="1"/>
          </p:cNvSpPr>
          <p:nvPr/>
        </p:nvSpPr>
        <p:spPr>
          <a:xfrm>
            <a:off x="683674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01_find_only_1762">
            <a:extLst>
              <a:ext uri="{FF2B5EF4-FFF2-40B4-BE49-F238E27FC236}">
                <a16:creationId xmlns:a16="http://schemas.microsoft.com/office/drawing/2014/main" id="{DF3893CC-D394-4E50-95FB-824A607D7AC2}"/>
              </a:ext>
            </a:extLst>
          </p:cNvPr>
          <p:cNvSpPr>
            <a:spLocks noGrp="1"/>
          </p:cNvSpPr>
          <p:nvPr/>
        </p:nvSpPr>
        <p:spPr>
          <a:xfrm>
            <a:off x="6896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01_find_only_1763">
            <a:extLst>
              <a:ext uri="{FF2B5EF4-FFF2-40B4-BE49-F238E27FC236}">
                <a16:creationId xmlns:a16="http://schemas.microsoft.com/office/drawing/2014/main" id="{98769760-DAF5-4551-A023-FBA40D20AA58}"/>
              </a:ext>
            </a:extLst>
          </p:cNvPr>
          <p:cNvSpPr>
            <a:spLocks noGrp="1"/>
          </p:cNvSpPr>
          <p:nvPr/>
        </p:nvSpPr>
        <p:spPr>
          <a:xfrm>
            <a:off x="68264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01_find_only_1764">
            <a:extLst>
              <a:ext uri="{FF2B5EF4-FFF2-40B4-BE49-F238E27FC236}">
                <a16:creationId xmlns:a16="http://schemas.microsoft.com/office/drawing/2014/main" id="{BAF3A0DE-19DF-4500-B53B-9024E33489B2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01_find_only_1765">
            <a:extLst>
              <a:ext uri="{FF2B5EF4-FFF2-40B4-BE49-F238E27FC236}">
                <a16:creationId xmlns:a16="http://schemas.microsoft.com/office/drawing/2014/main" id="{9615C1E6-BE93-4CBB-BDDE-130AB704735E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01_find_only_1766">
            <a:extLst>
              <a:ext uri="{FF2B5EF4-FFF2-40B4-BE49-F238E27FC236}">
                <a16:creationId xmlns:a16="http://schemas.microsoft.com/office/drawing/2014/main" id="{5AF68C21-EB10-49AD-AFA6-ED746F126050}"/>
              </a:ext>
            </a:extLst>
          </p:cNvPr>
          <p:cNvSpPr>
            <a:spLocks noGrp="1"/>
          </p:cNvSpPr>
          <p:nvPr/>
        </p:nvSpPr>
        <p:spPr>
          <a:xfrm>
            <a:off x="68977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01_find_only_1767">
            <a:extLst>
              <a:ext uri="{FF2B5EF4-FFF2-40B4-BE49-F238E27FC236}">
                <a16:creationId xmlns:a16="http://schemas.microsoft.com/office/drawing/2014/main" id="{F950E816-0A34-4FE7-9BC6-5F9D1509F811}"/>
              </a:ext>
            </a:extLst>
          </p:cNvPr>
          <p:cNvSpPr>
            <a:spLocks noGrp="1"/>
          </p:cNvSpPr>
          <p:nvPr/>
        </p:nvSpPr>
        <p:spPr>
          <a:xfrm>
            <a:off x="68874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01_find_only_1768">
            <a:extLst>
              <a:ext uri="{FF2B5EF4-FFF2-40B4-BE49-F238E27FC236}">
                <a16:creationId xmlns:a16="http://schemas.microsoft.com/office/drawing/2014/main" id="{E4299AD7-5812-488D-AE7C-A5C9E6186222}"/>
              </a:ext>
            </a:extLst>
          </p:cNvPr>
          <p:cNvSpPr>
            <a:spLocks noGrp="1"/>
          </p:cNvSpPr>
          <p:nvPr/>
        </p:nvSpPr>
        <p:spPr>
          <a:xfrm>
            <a:off x="68916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01_find_only_1769">
            <a:extLst>
              <a:ext uri="{FF2B5EF4-FFF2-40B4-BE49-F238E27FC236}">
                <a16:creationId xmlns:a16="http://schemas.microsoft.com/office/drawing/2014/main" id="{EAB48912-B0AC-4281-8231-4C130B39C1E6}"/>
              </a:ext>
            </a:extLst>
          </p:cNvPr>
          <p:cNvSpPr>
            <a:spLocks noGrp="1"/>
          </p:cNvSpPr>
          <p:nvPr/>
        </p:nvSpPr>
        <p:spPr>
          <a:xfrm>
            <a:off x="6879588" y="32606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01_find_only_1770">
            <a:extLst>
              <a:ext uri="{FF2B5EF4-FFF2-40B4-BE49-F238E27FC236}">
                <a16:creationId xmlns:a16="http://schemas.microsoft.com/office/drawing/2014/main" id="{0B48654C-0097-48A4-9C11-23235973E06E}"/>
              </a:ext>
            </a:extLst>
          </p:cNvPr>
          <p:cNvSpPr>
            <a:spLocks noGrp="1"/>
          </p:cNvSpPr>
          <p:nvPr/>
        </p:nvSpPr>
        <p:spPr>
          <a:xfrm>
            <a:off x="68870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01_find_only_1771">
            <a:extLst>
              <a:ext uri="{FF2B5EF4-FFF2-40B4-BE49-F238E27FC236}">
                <a16:creationId xmlns:a16="http://schemas.microsoft.com/office/drawing/2014/main" id="{85F811BC-FE10-4778-B778-5B5A63EC8DB9}"/>
              </a:ext>
            </a:extLst>
          </p:cNvPr>
          <p:cNvSpPr>
            <a:spLocks noGrp="1"/>
          </p:cNvSpPr>
          <p:nvPr/>
        </p:nvSpPr>
        <p:spPr>
          <a:xfrm>
            <a:off x="68954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01_find_only_1772">
            <a:extLst>
              <a:ext uri="{FF2B5EF4-FFF2-40B4-BE49-F238E27FC236}">
                <a16:creationId xmlns:a16="http://schemas.microsoft.com/office/drawing/2014/main" id="{51E906D6-91AB-41FC-8EF9-D3CBC497A1CB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01_find_only_1773">
            <a:extLst>
              <a:ext uri="{FF2B5EF4-FFF2-40B4-BE49-F238E27FC236}">
                <a16:creationId xmlns:a16="http://schemas.microsoft.com/office/drawing/2014/main" id="{55F5DE7A-4BD2-4861-AAE9-F04F55026338}"/>
              </a:ext>
            </a:extLst>
          </p:cNvPr>
          <p:cNvSpPr>
            <a:spLocks noGrp="1"/>
          </p:cNvSpPr>
          <p:nvPr/>
        </p:nvSpPr>
        <p:spPr>
          <a:xfrm>
            <a:off x="68317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01_find_only_1774">
            <a:extLst>
              <a:ext uri="{FF2B5EF4-FFF2-40B4-BE49-F238E27FC236}">
                <a16:creationId xmlns:a16="http://schemas.microsoft.com/office/drawing/2014/main" id="{9A0533A4-4DF4-400A-BEEC-050FB2278EFA}"/>
              </a:ext>
            </a:extLst>
          </p:cNvPr>
          <p:cNvSpPr>
            <a:spLocks noGrp="1"/>
          </p:cNvSpPr>
          <p:nvPr/>
        </p:nvSpPr>
        <p:spPr>
          <a:xfrm>
            <a:off x="6877937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01_find_only_1775">
            <a:extLst>
              <a:ext uri="{FF2B5EF4-FFF2-40B4-BE49-F238E27FC236}">
                <a16:creationId xmlns:a16="http://schemas.microsoft.com/office/drawing/2014/main" id="{25784EDC-EA36-4064-A84D-AF45D7822736}"/>
              </a:ext>
            </a:extLst>
          </p:cNvPr>
          <p:cNvSpPr>
            <a:spLocks noGrp="1"/>
          </p:cNvSpPr>
          <p:nvPr/>
        </p:nvSpPr>
        <p:spPr>
          <a:xfrm>
            <a:off x="68290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01_find_only_1776">
            <a:extLst>
              <a:ext uri="{FF2B5EF4-FFF2-40B4-BE49-F238E27FC236}">
                <a16:creationId xmlns:a16="http://schemas.microsoft.com/office/drawing/2014/main" id="{8E1EBDBC-83EE-4F4A-8A68-5C70A9E0C9DC}"/>
              </a:ext>
            </a:extLst>
          </p:cNvPr>
          <p:cNvSpPr>
            <a:spLocks noGrp="1"/>
          </p:cNvSpPr>
          <p:nvPr/>
        </p:nvSpPr>
        <p:spPr>
          <a:xfrm>
            <a:off x="6838493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01_find_only_1777">
            <a:extLst>
              <a:ext uri="{FF2B5EF4-FFF2-40B4-BE49-F238E27FC236}">
                <a16:creationId xmlns:a16="http://schemas.microsoft.com/office/drawing/2014/main" id="{1FDFF9BC-88CF-4D19-842C-72917C9733C0}"/>
              </a:ext>
            </a:extLst>
          </p:cNvPr>
          <p:cNvSpPr>
            <a:spLocks noGrp="1"/>
          </p:cNvSpPr>
          <p:nvPr/>
        </p:nvSpPr>
        <p:spPr>
          <a:xfrm>
            <a:off x="6822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01_find_only_1778">
            <a:extLst>
              <a:ext uri="{FF2B5EF4-FFF2-40B4-BE49-F238E27FC236}">
                <a16:creationId xmlns:a16="http://schemas.microsoft.com/office/drawing/2014/main" id="{68865238-0CD2-4C0F-80DB-2F4D477CA93B}"/>
              </a:ext>
            </a:extLst>
          </p:cNvPr>
          <p:cNvSpPr>
            <a:spLocks noGrp="1"/>
          </p:cNvSpPr>
          <p:nvPr/>
        </p:nvSpPr>
        <p:spPr>
          <a:xfrm>
            <a:off x="68328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01_find_only_1779">
            <a:extLst>
              <a:ext uri="{FF2B5EF4-FFF2-40B4-BE49-F238E27FC236}">
                <a16:creationId xmlns:a16="http://schemas.microsoft.com/office/drawing/2014/main" id="{5CEB71CD-90E5-4FC2-A153-DC9B37346652}"/>
              </a:ext>
            </a:extLst>
          </p:cNvPr>
          <p:cNvSpPr>
            <a:spLocks noGrp="1"/>
          </p:cNvSpPr>
          <p:nvPr/>
        </p:nvSpPr>
        <p:spPr>
          <a:xfrm>
            <a:off x="683664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01_find_only_1780">
            <a:extLst>
              <a:ext uri="{FF2B5EF4-FFF2-40B4-BE49-F238E27FC236}">
                <a16:creationId xmlns:a16="http://schemas.microsoft.com/office/drawing/2014/main" id="{92A7BC7C-FDD9-4F9F-B9CF-C89054FF70D0}"/>
              </a:ext>
            </a:extLst>
          </p:cNvPr>
          <p:cNvSpPr>
            <a:spLocks noGrp="1"/>
          </p:cNvSpPr>
          <p:nvPr/>
        </p:nvSpPr>
        <p:spPr>
          <a:xfrm>
            <a:off x="68969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01_find_only_1781">
            <a:extLst>
              <a:ext uri="{FF2B5EF4-FFF2-40B4-BE49-F238E27FC236}">
                <a16:creationId xmlns:a16="http://schemas.microsoft.com/office/drawing/2014/main" id="{BDDA5B54-1393-462B-9F8F-883B5E2455E9}"/>
              </a:ext>
            </a:extLst>
          </p:cNvPr>
          <p:cNvSpPr>
            <a:spLocks noGrp="1"/>
          </p:cNvSpPr>
          <p:nvPr/>
        </p:nvSpPr>
        <p:spPr>
          <a:xfrm>
            <a:off x="68557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01_find_only_1782">
            <a:extLst>
              <a:ext uri="{FF2B5EF4-FFF2-40B4-BE49-F238E27FC236}">
                <a16:creationId xmlns:a16="http://schemas.microsoft.com/office/drawing/2014/main" id="{D8AFC0A5-6DDB-4E26-A174-58103B3EB595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01_find_only_1783">
            <a:extLst>
              <a:ext uri="{FF2B5EF4-FFF2-40B4-BE49-F238E27FC236}">
                <a16:creationId xmlns:a16="http://schemas.microsoft.com/office/drawing/2014/main" id="{DC64C32B-E61B-40ED-BA87-4C08061DB399}"/>
              </a:ext>
            </a:extLst>
          </p:cNvPr>
          <p:cNvSpPr>
            <a:spLocks noGrp="1"/>
          </p:cNvSpPr>
          <p:nvPr/>
        </p:nvSpPr>
        <p:spPr>
          <a:xfrm>
            <a:off x="6838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01_find_only_1784">
            <a:extLst>
              <a:ext uri="{FF2B5EF4-FFF2-40B4-BE49-F238E27FC236}">
                <a16:creationId xmlns:a16="http://schemas.microsoft.com/office/drawing/2014/main" id="{5FFD98D4-6697-47C7-B362-9083C3682DE0}"/>
              </a:ext>
            </a:extLst>
          </p:cNvPr>
          <p:cNvSpPr>
            <a:spLocks noGrp="1"/>
          </p:cNvSpPr>
          <p:nvPr/>
        </p:nvSpPr>
        <p:spPr>
          <a:xfrm>
            <a:off x="689192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01_find_only_1785">
            <a:extLst>
              <a:ext uri="{FF2B5EF4-FFF2-40B4-BE49-F238E27FC236}">
                <a16:creationId xmlns:a16="http://schemas.microsoft.com/office/drawing/2014/main" id="{A5AF49A2-016A-4F92-B1AC-765522D5115A}"/>
              </a:ext>
            </a:extLst>
          </p:cNvPr>
          <p:cNvSpPr>
            <a:spLocks noGrp="1"/>
          </p:cNvSpPr>
          <p:nvPr/>
        </p:nvSpPr>
        <p:spPr>
          <a:xfrm>
            <a:off x="6873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01_find_only_1786">
            <a:extLst>
              <a:ext uri="{FF2B5EF4-FFF2-40B4-BE49-F238E27FC236}">
                <a16:creationId xmlns:a16="http://schemas.microsoft.com/office/drawing/2014/main" id="{3C8416C7-9FCB-43B0-A720-521746B49DE8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01_find_only_1787">
            <a:extLst>
              <a:ext uri="{FF2B5EF4-FFF2-40B4-BE49-F238E27FC236}">
                <a16:creationId xmlns:a16="http://schemas.microsoft.com/office/drawing/2014/main" id="{D269ED94-653A-45EB-B807-6622866F04A0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01_find_only_1788">
            <a:extLst>
              <a:ext uri="{FF2B5EF4-FFF2-40B4-BE49-F238E27FC236}">
                <a16:creationId xmlns:a16="http://schemas.microsoft.com/office/drawing/2014/main" id="{1C6A47C8-B48D-415E-B351-935A2EBCE558}"/>
              </a:ext>
            </a:extLst>
          </p:cNvPr>
          <p:cNvSpPr>
            <a:spLocks noGrp="1"/>
          </p:cNvSpPr>
          <p:nvPr/>
        </p:nvSpPr>
        <p:spPr>
          <a:xfrm>
            <a:off x="6848306" y="39772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01_find_only_1789">
            <a:extLst>
              <a:ext uri="{FF2B5EF4-FFF2-40B4-BE49-F238E27FC236}">
                <a16:creationId xmlns:a16="http://schemas.microsoft.com/office/drawing/2014/main" id="{55809DFE-6945-466E-B0AB-99639AD62C0C}"/>
              </a:ext>
            </a:extLst>
          </p:cNvPr>
          <p:cNvSpPr>
            <a:spLocks noGrp="1"/>
          </p:cNvSpPr>
          <p:nvPr/>
        </p:nvSpPr>
        <p:spPr>
          <a:xfrm>
            <a:off x="6892218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01_find_only_1790">
            <a:extLst>
              <a:ext uri="{FF2B5EF4-FFF2-40B4-BE49-F238E27FC236}">
                <a16:creationId xmlns:a16="http://schemas.microsoft.com/office/drawing/2014/main" id="{C248D17E-60C8-4832-BE5C-B1EA4ABD548F}"/>
              </a:ext>
            </a:extLst>
          </p:cNvPr>
          <p:cNvSpPr>
            <a:spLocks noGrp="1"/>
          </p:cNvSpPr>
          <p:nvPr/>
        </p:nvSpPr>
        <p:spPr>
          <a:xfrm>
            <a:off x="689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01_find_only_1791">
            <a:extLst>
              <a:ext uri="{FF2B5EF4-FFF2-40B4-BE49-F238E27FC236}">
                <a16:creationId xmlns:a16="http://schemas.microsoft.com/office/drawing/2014/main" id="{68E07BB0-C92D-47C6-A3B2-DAAE35639858}"/>
              </a:ext>
            </a:extLst>
          </p:cNvPr>
          <p:cNvSpPr>
            <a:spLocks noGrp="1"/>
          </p:cNvSpPr>
          <p:nvPr/>
        </p:nvSpPr>
        <p:spPr>
          <a:xfrm>
            <a:off x="6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01_find_only_1792">
            <a:extLst>
              <a:ext uri="{FF2B5EF4-FFF2-40B4-BE49-F238E27FC236}">
                <a16:creationId xmlns:a16="http://schemas.microsoft.com/office/drawing/2014/main" id="{F080CC35-10D7-4469-B221-E72E57F48AA4}"/>
              </a:ext>
            </a:extLst>
          </p:cNvPr>
          <p:cNvSpPr>
            <a:spLocks noGrp="1"/>
          </p:cNvSpPr>
          <p:nvPr/>
        </p:nvSpPr>
        <p:spPr>
          <a:xfrm>
            <a:off x="689484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01_find_only_1793">
            <a:extLst>
              <a:ext uri="{FF2B5EF4-FFF2-40B4-BE49-F238E27FC236}">
                <a16:creationId xmlns:a16="http://schemas.microsoft.com/office/drawing/2014/main" id="{06904741-EA5D-49F7-8812-6D2855CF7603}"/>
              </a:ext>
            </a:extLst>
          </p:cNvPr>
          <p:cNvSpPr>
            <a:spLocks noGrp="1"/>
          </p:cNvSpPr>
          <p:nvPr/>
        </p:nvSpPr>
        <p:spPr>
          <a:xfrm>
            <a:off x="683897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01_find_only_1794">
            <a:extLst>
              <a:ext uri="{FF2B5EF4-FFF2-40B4-BE49-F238E27FC236}">
                <a16:creationId xmlns:a16="http://schemas.microsoft.com/office/drawing/2014/main" id="{FE03800F-8200-41AF-9E20-3FDB2E636974}"/>
              </a:ext>
            </a:extLst>
          </p:cNvPr>
          <p:cNvSpPr>
            <a:spLocks noGrp="1"/>
          </p:cNvSpPr>
          <p:nvPr/>
        </p:nvSpPr>
        <p:spPr>
          <a:xfrm>
            <a:off x="68243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01_find_only_1795">
            <a:extLst>
              <a:ext uri="{FF2B5EF4-FFF2-40B4-BE49-F238E27FC236}">
                <a16:creationId xmlns:a16="http://schemas.microsoft.com/office/drawing/2014/main" id="{1E7BB4CD-D057-453E-B127-DB936EC4EA18}"/>
              </a:ext>
            </a:extLst>
          </p:cNvPr>
          <p:cNvSpPr>
            <a:spLocks noGrp="1"/>
          </p:cNvSpPr>
          <p:nvPr/>
        </p:nvSpPr>
        <p:spPr>
          <a:xfrm>
            <a:off x="688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01_find_only_1796">
            <a:extLst>
              <a:ext uri="{FF2B5EF4-FFF2-40B4-BE49-F238E27FC236}">
                <a16:creationId xmlns:a16="http://schemas.microsoft.com/office/drawing/2014/main" id="{8D7780C0-FFDD-442D-BDE9-6A80850664FB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01_find_only_1797">
            <a:extLst>
              <a:ext uri="{FF2B5EF4-FFF2-40B4-BE49-F238E27FC236}">
                <a16:creationId xmlns:a16="http://schemas.microsoft.com/office/drawing/2014/main" id="{94A2249A-1A2F-499C-BDE9-E45C4106E9C7}"/>
              </a:ext>
            </a:extLst>
          </p:cNvPr>
          <p:cNvSpPr>
            <a:spLocks noGrp="1"/>
          </p:cNvSpPr>
          <p:nvPr/>
        </p:nvSpPr>
        <p:spPr>
          <a:xfrm>
            <a:off x="6825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01_find_only_1798">
            <a:extLst>
              <a:ext uri="{FF2B5EF4-FFF2-40B4-BE49-F238E27FC236}">
                <a16:creationId xmlns:a16="http://schemas.microsoft.com/office/drawing/2014/main" id="{F3B92B89-475B-414E-B28A-FC5673D70970}"/>
              </a:ext>
            </a:extLst>
          </p:cNvPr>
          <p:cNvSpPr>
            <a:spLocks noGrp="1"/>
          </p:cNvSpPr>
          <p:nvPr/>
        </p:nvSpPr>
        <p:spPr>
          <a:xfrm>
            <a:off x="6883280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01_find_only_1799">
            <a:extLst>
              <a:ext uri="{FF2B5EF4-FFF2-40B4-BE49-F238E27FC236}">
                <a16:creationId xmlns:a16="http://schemas.microsoft.com/office/drawing/2014/main" id="{17EE95E3-00FB-41A3-B50A-F80794A3C3CA}"/>
              </a:ext>
            </a:extLst>
          </p:cNvPr>
          <p:cNvSpPr>
            <a:spLocks noGrp="1"/>
          </p:cNvSpPr>
          <p:nvPr/>
        </p:nvSpPr>
        <p:spPr>
          <a:xfrm>
            <a:off x="682061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01_find_only_1800">
            <a:extLst>
              <a:ext uri="{FF2B5EF4-FFF2-40B4-BE49-F238E27FC236}">
                <a16:creationId xmlns:a16="http://schemas.microsoft.com/office/drawing/2014/main" id="{8B6688DA-B24A-4B54-9570-860BB430D119}"/>
              </a:ext>
            </a:extLst>
          </p:cNvPr>
          <p:cNvSpPr>
            <a:spLocks noGrp="1"/>
          </p:cNvSpPr>
          <p:nvPr/>
        </p:nvSpPr>
        <p:spPr>
          <a:xfrm>
            <a:off x="6901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01_find_only_1801">
            <a:extLst>
              <a:ext uri="{FF2B5EF4-FFF2-40B4-BE49-F238E27FC236}">
                <a16:creationId xmlns:a16="http://schemas.microsoft.com/office/drawing/2014/main" id="{CCD14943-9DCE-4420-91A8-C1A6C6B2E049}"/>
              </a:ext>
            </a:extLst>
          </p:cNvPr>
          <p:cNvSpPr>
            <a:spLocks noGrp="1"/>
          </p:cNvSpPr>
          <p:nvPr/>
        </p:nvSpPr>
        <p:spPr>
          <a:xfrm>
            <a:off x="68870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01_find_only_1802">
            <a:extLst>
              <a:ext uri="{FF2B5EF4-FFF2-40B4-BE49-F238E27FC236}">
                <a16:creationId xmlns:a16="http://schemas.microsoft.com/office/drawing/2014/main" id="{CD7A4530-F799-4C8B-B376-11F775B525AC}"/>
              </a:ext>
            </a:extLst>
          </p:cNvPr>
          <p:cNvSpPr>
            <a:spLocks noGrp="1"/>
          </p:cNvSpPr>
          <p:nvPr/>
        </p:nvSpPr>
        <p:spPr>
          <a:xfrm>
            <a:off x="6851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01_find_only_1803">
            <a:extLst>
              <a:ext uri="{FF2B5EF4-FFF2-40B4-BE49-F238E27FC236}">
                <a16:creationId xmlns:a16="http://schemas.microsoft.com/office/drawing/2014/main" id="{BEE0B3B2-360C-492B-B880-BFC4AC7C204B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01_find_only_1804">
            <a:extLst>
              <a:ext uri="{FF2B5EF4-FFF2-40B4-BE49-F238E27FC236}">
                <a16:creationId xmlns:a16="http://schemas.microsoft.com/office/drawing/2014/main" id="{7645E4F8-5AB1-4A59-89E4-467ABC570FCC}"/>
              </a:ext>
            </a:extLst>
          </p:cNvPr>
          <p:cNvSpPr>
            <a:spLocks noGrp="1"/>
          </p:cNvSpPr>
          <p:nvPr/>
        </p:nvSpPr>
        <p:spPr>
          <a:xfrm>
            <a:off x="6900475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01_find_only_1805">
            <a:extLst>
              <a:ext uri="{FF2B5EF4-FFF2-40B4-BE49-F238E27FC236}">
                <a16:creationId xmlns:a16="http://schemas.microsoft.com/office/drawing/2014/main" id="{D15C6E9B-DD07-42A1-8CF8-226C93D0398B}"/>
              </a:ext>
            </a:extLst>
          </p:cNvPr>
          <p:cNvSpPr>
            <a:spLocks noGrp="1"/>
          </p:cNvSpPr>
          <p:nvPr/>
        </p:nvSpPr>
        <p:spPr>
          <a:xfrm>
            <a:off x="690465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01_find_only_1806">
            <a:extLst>
              <a:ext uri="{FF2B5EF4-FFF2-40B4-BE49-F238E27FC236}">
                <a16:creationId xmlns:a16="http://schemas.microsoft.com/office/drawing/2014/main" id="{39FDD699-F09D-4946-A983-D9CAF3E29664}"/>
              </a:ext>
            </a:extLst>
          </p:cNvPr>
          <p:cNvSpPr>
            <a:spLocks noGrp="1"/>
          </p:cNvSpPr>
          <p:nvPr/>
        </p:nvSpPr>
        <p:spPr>
          <a:xfrm>
            <a:off x="6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01_find_only_1807">
            <a:extLst>
              <a:ext uri="{FF2B5EF4-FFF2-40B4-BE49-F238E27FC236}">
                <a16:creationId xmlns:a16="http://schemas.microsoft.com/office/drawing/2014/main" id="{AC21011B-67EC-48EE-B8D1-D0E5E72F8E27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01_find_only_1808">
            <a:extLst>
              <a:ext uri="{FF2B5EF4-FFF2-40B4-BE49-F238E27FC236}">
                <a16:creationId xmlns:a16="http://schemas.microsoft.com/office/drawing/2014/main" id="{1226AAC0-5054-4A0D-B4B5-AEDA18099AC8}"/>
              </a:ext>
            </a:extLst>
          </p:cNvPr>
          <p:cNvSpPr>
            <a:spLocks noGrp="1"/>
          </p:cNvSpPr>
          <p:nvPr/>
        </p:nvSpPr>
        <p:spPr>
          <a:xfrm>
            <a:off x="68234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01_find_only_1809">
            <a:extLst>
              <a:ext uri="{FF2B5EF4-FFF2-40B4-BE49-F238E27FC236}">
                <a16:creationId xmlns:a16="http://schemas.microsoft.com/office/drawing/2014/main" id="{A517270C-6E1E-41B3-B32D-A1053C03AEC2}"/>
              </a:ext>
            </a:extLst>
          </p:cNvPr>
          <p:cNvSpPr>
            <a:spLocks noGrp="1"/>
          </p:cNvSpPr>
          <p:nvPr/>
        </p:nvSpPr>
        <p:spPr>
          <a:xfrm>
            <a:off x="68508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01_find_only_1810">
            <a:extLst>
              <a:ext uri="{FF2B5EF4-FFF2-40B4-BE49-F238E27FC236}">
                <a16:creationId xmlns:a16="http://schemas.microsoft.com/office/drawing/2014/main" id="{03E28E15-B2E4-4B6E-9FCA-56D0B91F1640}"/>
              </a:ext>
            </a:extLst>
          </p:cNvPr>
          <p:cNvSpPr>
            <a:spLocks noGrp="1"/>
          </p:cNvSpPr>
          <p:nvPr/>
        </p:nvSpPr>
        <p:spPr>
          <a:xfrm>
            <a:off x="68855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01_find_only_1811">
            <a:extLst>
              <a:ext uri="{FF2B5EF4-FFF2-40B4-BE49-F238E27FC236}">
                <a16:creationId xmlns:a16="http://schemas.microsoft.com/office/drawing/2014/main" id="{A29E09EB-2029-449D-8B61-CAA852659D37}"/>
              </a:ext>
            </a:extLst>
          </p:cNvPr>
          <p:cNvSpPr>
            <a:spLocks noGrp="1"/>
          </p:cNvSpPr>
          <p:nvPr/>
        </p:nvSpPr>
        <p:spPr>
          <a:xfrm>
            <a:off x="68175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01_find_only_1812">
            <a:extLst>
              <a:ext uri="{FF2B5EF4-FFF2-40B4-BE49-F238E27FC236}">
                <a16:creationId xmlns:a16="http://schemas.microsoft.com/office/drawing/2014/main" id="{B7AA90CD-7900-4936-B68A-46B2B4A6308D}"/>
              </a:ext>
            </a:extLst>
          </p:cNvPr>
          <p:cNvSpPr>
            <a:spLocks noGrp="1"/>
          </p:cNvSpPr>
          <p:nvPr/>
        </p:nvSpPr>
        <p:spPr>
          <a:xfrm>
            <a:off x="68140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01_find_only_1813">
            <a:extLst>
              <a:ext uri="{FF2B5EF4-FFF2-40B4-BE49-F238E27FC236}">
                <a16:creationId xmlns:a16="http://schemas.microsoft.com/office/drawing/2014/main" id="{97E1DAD7-D438-450C-ABF5-69E926D5B7A4}"/>
              </a:ext>
            </a:extLst>
          </p:cNvPr>
          <p:cNvSpPr>
            <a:spLocks noGrp="1"/>
          </p:cNvSpPr>
          <p:nvPr/>
        </p:nvSpPr>
        <p:spPr>
          <a:xfrm>
            <a:off x="687142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01_find_only_1814">
            <a:extLst>
              <a:ext uri="{FF2B5EF4-FFF2-40B4-BE49-F238E27FC236}">
                <a16:creationId xmlns:a16="http://schemas.microsoft.com/office/drawing/2014/main" id="{6D12C987-1704-49BD-818E-C7AA9A4A2732}"/>
              </a:ext>
            </a:extLst>
          </p:cNvPr>
          <p:cNvSpPr>
            <a:spLocks noGrp="1"/>
          </p:cNvSpPr>
          <p:nvPr/>
        </p:nvSpPr>
        <p:spPr>
          <a:xfrm>
            <a:off x="6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01_find_only_1815">
            <a:extLst>
              <a:ext uri="{FF2B5EF4-FFF2-40B4-BE49-F238E27FC236}">
                <a16:creationId xmlns:a16="http://schemas.microsoft.com/office/drawing/2014/main" id="{95D67580-F1E7-412A-BA41-FC398B5FD865}"/>
              </a:ext>
            </a:extLst>
          </p:cNvPr>
          <p:cNvSpPr>
            <a:spLocks noGrp="1"/>
          </p:cNvSpPr>
          <p:nvPr/>
        </p:nvSpPr>
        <p:spPr>
          <a:xfrm>
            <a:off x="68097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01_find_only_1816">
            <a:extLst>
              <a:ext uri="{FF2B5EF4-FFF2-40B4-BE49-F238E27FC236}">
                <a16:creationId xmlns:a16="http://schemas.microsoft.com/office/drawing/2014/main" id="{E9BC2EB1-376F-4CE5-96FD-ACAD2C9E2F96}"/>
              </a:ext>
            </a:extLst>
          </p:cNvPr>
          <p:cNvSpPr>
            <a:spLocks noGrp="1"/>
          </p:cNvSpPr>
          <p:nvPr/>
        </p:nvSpPr>
        <p:spPr>
          <a:xfrm>
            <a:off x="68477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01_find_only_1817">
            <a:extLst>
              <a:ext uri="{FF2B5EF4-FFF2-40B4-BE49-F238E27FC236}">
                <a16:creationId xmlns:a16="http://schemas.microsoft.com/office/drawing/2014/main" id="{E6AB1EA3-F2CD-4E8F-B83F-28E40E8586B1}"/>
              </a:ext>
            </a:extLst>
          </p:cNvPr>
          <p:cNvSpPr>
            <a:spLocks noGrp="1"/>
          </p:cNvSpPr>
          <p:nvPr/>
        </p:nvSpPr>
        <p:spPr>
          <a:xfrm>
            <a:off x="68789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01_find_only_1818">
            <a:extLst>
              <a:ext uri="{FF2B5EF4-FFF2-40B4-BE49-F238E27FC236}">
                <a16:creationId xmlns:a16="http://schemas.microsoft.com/office/drawing/2014/main" id="{ACC173EE-85C8-4A8C-A436-EE5B42EF8880}"/>
              </a:ext>
            </a:extLst>
          </p:cNvPr>
          <p:cNvSpPr>
            <a:spLocks noGrp="1"/>
          </p:cNvSpPr>
          <p:nvPr/>
        </p:nvSpPr>
        <p:spPr>
          <a:xfrm>
            <a:off x="68497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01_find_only_1819">
            <a:extLst>
              <a:ext uri="{FF2B5EF4-FFF2-40B4-BE49-F238E27FC236}">
                <a16:creationId xmlns:a16="http://schemas.microsoft.com/office/drawing/2014/main" id="{A67D5275-0B7D-43C4-9489-FAA65414295E}"/>
              </a:ext>
            </a:extLst>
          </p:cNvPr>
          <p:cNvSpPr>
            <a:spLocks noGrp="1"/>
          </p:cNvSpPr>
          <p:nvPr/>
        </p:nvSpPr>
        <p:spPr>
          <a:xfrm>
            <a:off x="68333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01_find_only_1820">
            <a:extLst>
              <a:ext uri="{FF2B5EF4-FFF2-40B4-BE49-F238E27FC236}">
                <a16:creationId xmlns:a16="http://schemas.microsoft.com/office/drawing/2014/main" id="{877C3685-DCB8-4D9F-B260-C1BC4B0A17AB}"/>
              </a:ext>
            </a:extLst>
          </p:cNvPr>
          <p:cNvSpPr>
            <a:spLocks noGrp="1"/>
          </p:cNvSpPr>
          <p:nvPr/>
        </p:nvSpPr>
        <p:spPr>
          <a:xfrm>
            <a:off x="68710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01_find_only_1821">
            <a:extLst>
              <a:ext uri="{FF2B5EF4-FFF2-40B4-BE49-F238E27FC236}">
                <a16:creationId xmlns:a16="http://schemas.microsoft.com/office/drawing/2014/main" id="{557E71E4-29AA-4431-BE6B-3FFC2E678ACB}"/>
              </a:ext>
            </a:extLst>
          </p:cNvPr>
          <p:cNvSpPr>
            <a:spLocks noGrp="1"/>
          </p:cNvSpPr>
          <p:nvPr/>
        </p:nvSpPr>
        <p:spPr>
          <a:xfrm>
            <a:off x="68679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01_find_only_1822">
            <a:extLst>
              <a:ext uri="{FF2B5EF4-FFF2-40B4-BE49-F238E27FC236}">
                <a16:creationId xmlns:a16="http://schemas.microsoft.com/office/drawing/2014/main" id="{6C44E816-081E-4ED2-BFB7-B44F0A8C58D6}"/>
              </a:ext>
            </a:extLst>
          </p:cNvPr>
          <p:cNvSpPr>
            <a:spLocks noGrp="1"/>
          </p:cNvSpPr>
          <p:nvPr/>
        </p:nvSpPr>
        <p:spPr>
          <a:xfrm>
            <a:off x="68561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01_find_only_1823">
            <a:extLst>
              <a:ext uri="{FF2B5EF4-FFF2-40B4-BE49-F238E27FC236}">
                <a16:creationId xmlns:a16="http://schemas.microsoft.com/office/drawing/2014/main" id="{3E17DD84-5FFE-4CB9-B45F-ED5EE011CC98}"/>
              </a:ext>
            </a:extLst>
          </p:cNvPr>
          <p:cNvSpPr>
            <a:spLocks noGrp="1"/>
          </p:cNvSpPr>
          <p:nvPr/>
        </p:nvSpPr>
        <p:spPr>
          <a:xfrm>
            <a:off x="68655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01_find_only_1824">
            <a:extLst>
              <a:ext uri="{FF2B5EF4-FFF2-40B4-BE49-F238E27FC236}">
                <a16:creationId xmlns:a16="http://schemas.microsoft.com/office/drawing/2014/main" id="{F9DFDE13-FA63-4215-9ACE-20142D55C012}"/>
              </a:ext>
            </a:extLst>
          </p:cNvPr>
          <p:cNvSpPr>
            <a:spLocks noGrp="1"/>
          </p:cNvSpPr>
          <p:nvPr/>
        </p:nvSpPr>
        <p:spPr>
          <a:xfrm>
            <a:off x="68377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01_find_only_1825">
            <a:extLst>
              <a:ext uri="{FF2B5EF4-FFF2-40B4-BE49-F238E27FC236}">
                <a16:creationId xmlns:a16="http://schemas.microsoft.com/office/drawing/2014/main" id="{6177EC96-CBBD-479F-8D7F-A9FCBAA08A1E}"/>
              </a:ext>
            </a:extLst>
          </p:cNvPr>
          <p:cNvSpPr>
            <a:spLocks noGrp="1"/>
          </p:cNvSpPr>
          <p:nvPr/>
        </p:nvSpPr>
        <p:spPr>
          <a:xfrm>
            <a:off x="68594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01_find_only_1826">
            <a:extLst>
              <a:ext uri="{FF2B5EF4-FFF2-40B4-BE49-F238E27FC236}">
                <a16:creationId xmlns:a16="http://schemas.microsoft.com/office/drawing/2014/main" id="{FFCB0C52-244A-4E51-A961-C6056F48E467}"/>
              </a:ext>
            </a:extLst>
          </p:cNvPr>
          <p:cNvSpPr>
            <a:spLocks noGrp="1"/>
          </p:cNvSpPr>
          <p:nvPr/>
        </p:nvSpPr>
        <p:spPr>
          <a:xfrm>
            <a:off x="683868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01_find_only_1827">
            <a:extLst>
              <a:ext uri="{FF2B5EF4-FFF2-40B4-BE49-F238E27FC236}">
                <a16:creationId xmlns:a16="http://schemas.microsoft.com/office/drawing/2014/main" id="{1A95013D-DC98-443F-BCC3-85D4A5440ECD}"/>
              </a:ext>
            </a:extLst>
          </p:cNvPr>
          <p:cNvSpPr>
            <a:spLocks noGrp="1"/>
          </p:cNvSpPr>
          <p:nvPr/>
        </p:nvSpPr>
        <p:spPr>
          <a:xfrm>
            <a:off x="684723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01_find_only_1828">
            <a:extLst>
              <a:ext uri="{FF2B5EF4-FFF2-40B4-BE49-F238E27FC236}">
                <a16:creationId xmlns:a16="http://schemas.microsoft.com/office/drawing/2014/main" id="{EBEC07CC-ABE2-42B5-BBDF-4F22F347BE9F}"/>
              </a:ext>
            </a:extLst>
          </p:cNvPr>
          <p:cNvSpPr>
            <a:spLocks noGrp="1"/>
          </p:cNvSpPr>
          <p:nvPr/>
        </p:nvSpPr>
        <p:spPr>
          <a:xfrm>
            <a:off x="688920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01_find_only_1829">
            <a:extLst>
              <a:ext uri="{FF2B5EF4-FFF2-40B4-BE49-F238E27FC236}">
                <a16:creationId xmlns:a16="http://schemas.microsoft.com/office/drawing/2014/main" id="{739BD357-C551-46EE-8026-903D29E9790F}"/>
              </a:ext>
            </a:extLst>
          </p:cNvPr>
          <p:cNvSpPr>
            <a:spLocks noGrp="1"/>
          </p:cNvSpPr>
          <p:nvPr/>
        </p:nvSpPr>
        <p:spPr>
          <a:xfrm>
            <a:off x="6820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01_find_only_1830">
            <a:extLst>
              <a:ext uri="{FF2B5EF4-FFF2-40B4-BE49-F238E27FC236}">
                <a16:creationId xmlns:a16="http://schemas.microsoft.com/office/drawing/2014/main" id="{0B283309-BF23-480D-AEC9-03A87E961C01}"/>
              </a:ext>
            </a:extLst>
          </p:cNvPr>
          <p:cNvSpPr>
            <a:spLocks noGrp="1"/>
          </p:cNvSpPr>
          <p:nvPr/>
        </p:nvSpPr>
        <p:spPr>
          <a:xfrm>
            <a:off x="68248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01_find_only_1831">
            <a:extLst>
              <a:ext uri="{FF2B5EF4-FFF2-40B4-BE49-F238E27FC236}">
                <a16:creationId xmlns:a16="http://schemas.microsoft.com/office/drawing/2014/main" id="{97155508-BCD7-4DDB-A3C3-CF30CD97BCBD}"/>
              </a:ext>
            </a:extLst>
          </p:cNvPr>
          <p:cNvSpPr>
            <a:spLocks noGrp="1"/>
          </p:cNvSpPr>
          <p:nvPr/>
        </p:nvSpPr>
        <p:spPr>
          <a:xfrm>
            <a:off x="68653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01_find_only_1832">
            <a:extLst>
              <a:ext uri="{FF2B5EF4-FFF2-40B4-BE49-F238E27FC236}">
                <a16:creationId xmlns:a16="http://schemas.microsoft.com/office/drawing/2014/main" id="{C20AAD2D-780D-41D2-AA0E-5FCA5819A118}"/>
              </a:ext>
            </a:extLst>
          </p:cNvPr>
          <p:cNvSpPr>
            <a:spLocks noGrp="1"/>
          </p:cNvSpPr>
          <p:nvPr/>
        </p:nvSpPr>
        <p:spPr>
          <a:xfrm>
            <a:off x="68644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01_find_only_1833">
            <a:extLst>
              <a:ext uri="{FF2B5EF4-FFF2-40B4-BE49-F238E27FC236}">
                <a16:creationId xmlns:a16="http://schemas.microsoft.com/office/drawing/2014/main" id="{C3AB0023-384C-4826-AF05-19E78F05E6EC}"/>
              </a:ext>
            </a:extLst>
          </p:cNvPr>
          <p:cNvSpPr>
            <a:spLocks noGrp="1"/>
          </p:cNvSpPr>
          <p:nvPr/>
        </p:nvSpPr>
        <p:spPr>
          <a:xfrm>
            <a:off x="6896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01_find_only_1834">
            <a:extLst>
              <a:ext uri="{FF2B5EF4-FFF2-40B4-BE49-F238E27FC236}">
                <a16:creationId xmlns:a16="http://schemas.microsoft.com/office/drawing/2014/main" id="{886D580D-2608-4291-85A8-0333C75E0D55}"/>
              </a:ext>
            </a:extLst>
          </p:cNvPr>
          <p:cNvSpPr>
            <a:spLocks noGrp="1"/>
          </p:cNvSpPr>
          <p:nvPr/>
        </p:nvSpPr>
        <p:spPr>
          <a:xfrm>
            <a:off x="68813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01_find_only_1835">
            <a:extLst>
              <a:ext uri="{FF2B5EF4-FFF2-40B4-BE49-F238E27FC236}">
                <a16:creationId xmlns:a16="http://schemas.microsoft.com/office/drawing/2014/main" id="{E9FF38F3-1778-423D-8C15-4F6DAB4475B7}"/>
              </a:ext>
            </a:extLst>
          </p:cNvPr>
          <p:cNvSpPr>
            <a:spLocks noGrp="1"/>
          </p:cNvSpPr>
          <p:nvPr/>
        </p:nvSpPr>
        <p:spPr>
          <a:xfrm>
            <a:off x="6821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01_find_only_1836">
            <a:extLst>
              <a:ext uri="{FF2B5EF4-FFF2-40B4-BE49-F238E27FC236}">
                <a16:creationId xmlns:a16="http://schemas.microsoft.com/office/drawing/2014/main" id="{54FFDB37-3574-4F3E-AFE8-2B57EC509D60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01_find_only_1837">
            <a:extLst>
              <a:ext uri="{FF2B5EF4-FFF2-40B4-BE49-F238E27FC236}">
                <a16:creationId xmlns:a16="http://schemas.microsoft.com/office/drawing/2014/main" id="{3614F15D-6C8C-48EB-B358-ECE95968CF09}"/>
              </a:ext>
            </a:extLst>
          </p:cNvPr>
          <p:cNvSpPr>
            <a:spLocks noGrp="1"/>
          </p:cNvSpPr>
          <p:nvPr/>
        </p:nvSpPr>
        <p:spPr>
          <a:xfrm>
            <a:off x="68740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01_find_only_1838">
            <a:extLst>
              <a:ext uri="{FF2B5EF4-FFF2-40B4-BE49-F238E27FC236}">
                <a16:creationId xmlns:a16="http://schemas.microsoft.com/office/drawing/2014/main" id="{C3D4E3C2-1590-4608-A7DF-749925F57CE8}"/>
              </a:ext>
            </a:extLst>
          </p:cNvPr>
          <p:cNvSpPr>
            <a:spLocks noGrp="1"/>
          </p:cNvSpPr>
          <p:nvPr/>
        </p:nvSpPr>
        <p:spPr>
          <a:xfrm>
            <a:off x="68157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01_find_only_1839">
            <a:extLst>
              <a:ext uri="{FF2B5EF4-FFF2-40B4-BE49-F238E27FC236}">
                <a16:creationId xmlns:a16="http://schemas.microsoft.com/office/drawing/2014/main" id="{35781170-2DFF-4CAB-988D-EE62265C00AF}"/>
              </a:ext>
            </a:extLst>
          </p:cNvPr>
          <p:cNvSpPr>
            <a:spLocks noGrp="1"/>
          </p:cNvSpPr>
          <p:nvPr/>
        </p:nvSpPr>
        <p:spPr>
          <a:xfrm>
            <a:off x="688328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01_find_only_1840">
            <a:extLst>
              <a:ext uri="{FF2B5EF4-FFF2-40B4-BE49-F238E27FC236}">
                <a16:creationId xmlns:a16="http://schemas.microsoft.com/office/drawing/2014/main" id="{5629F0E8-3A64-4F91-82B6-3D9E127C846F}"/>
              </a:ext>
            </a:extLst>
          </p:cNvPr>
          <p:cNvSpPr>
            <a:spLocks noGrp="1"/>
          </p:cNvSpPr>
          <p:nvPr/>
        </p:nvSpPr>
        <p:spPr>
          <a:xfrm>
            <a:off x="68865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01_find_only_1841">
            <a:extLst>
              <a:ext uri="{FF2B5EF4-FFF2-40B4-BE49-F238E27FC236}">
                <a16:creationId xmlns:a16="http://schemas.microsoft.com/office/drawing/2014/main" id="{715983AC-188D-4094-9F6E-DB9E6ADBFD89}"/>
              </a:ext>
            </a:extLst>
          </p:cNvPr>
          <p:cNvSpPr>
            <a:spLocks noGrp="1"/>
          </p:cNvSpPr>
          <p:nvPr/>
        </p:nvSpPr>
        <p:spPr>
          <a:xfrm>
            <a:off x="6876285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01_find_only_1842">
            <a:extLst>
              <a:ext uri="{FF2B5EF4-FFF2-40B4-BE49-F238E27FC236}">
                <a16:creationId xmlns:a16="http://schemas.microsoft.com/office/drawing/2014/main" id="{DACD18C8-5CF2-4BA0-8A97-FCBF942F3BED}"/>
              </a:ext>
            </a:extLst>
          </p:cNvPr>
          <p:cNvSpPr>
            <a:spLocks noGrp="1"/>
          </p:cNvSpPr>
          <p:nvPr/>
        </p:nvSpPr>
        <p:spPr>
          <a:xfrm>
            <a:off x="6875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01_find_only_1843">
            <a:extLst>
              <a:ext uri="{FF2B5EF4-FFF2-40B4-BE49-F238E27FC236}">
                <a16:creationId xmlns:a16="http://schemas.microsoft.com/office/drawing/2014/main" id="{16AEADAB-F226-47CF-ABC1-D40E7B05EB57}"/>
              </a:ext>
            </a:extLst>
          </p:cNvPr>
          <p:cNvSpPr>
            <a:spLocks noGrp="1"/>
          </p:cNvSpPr>
          <p:nvPr/>
        </p:nvSpPr>
        <p:spPr>
          <a:xfrm>
            <a:off x="6879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01_find_only_1844">
            <a:extLst>
              <a:ext uri="{FF2B5EF4-FFF2-40B4-BE49-F238E27FC236}">
                <a16:creationId xmlns:a16="http://schemas.microsoft.com/office/drawing/2014/main" id="{CDA76E87-F17F-499F-9F78-14CA4759345C}"/>
              </a:ext>
            </a:extLst>
          </p:cNvPr>
          <p:cNvSpPr>
            <a:spLocks noGrp="1"/>
          </p:cNvSpPr>
          <p:nvPr/>
        </p:nvSpPr>
        <p:spPr>
          <a:xfrm>
            <a:off x="6861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01_find_only_1845">
            <a:extLst>
              <a:ext uri="{FF2B5EF4-FFF2-40B4-BE49-F238E27FC236}">
                <a16:creationId xmlns:a16="http://schemas.microsoft.com/office/drawing/2014/main" id="{7B744368-22CB-46F0-9778-2E95A1187B78}"/>
              </a:ext>
            </a:extLst>
          </p:cNvPr>
          <p:cNvSpPr>
            <a:spLocks noGrp="1"/>
          </p:cNvSpPr>
          <p:nvPr/>
        </p:nvSpPr>
        <p:spPr>
          <a:xfrm>
            <a:off x="68108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01_find_only_1846">
            <a:extLst>
              <a:ext uri="{FF2B5EF4-FFF2-40B4-BE49-F238E27FC236}">
                <a16:creationId xmlns:a16="http://schemas.microsoft.com/office/drawing/2014/main" id="{D435CCBF-1418-4A6A-BE7A-D76C90002873}"/>
              </a:ext>
            </a:extLst>
          </p:cNvPr>
          <p:cNvSpPr>
            <a:spLocks noGrp="1"/>
          </p:cNvSpPr>
          <p:nvPr/>
        </p:nvSpPr>
        <p:spPr>
          <a:xfrm>
            <a:off x="6861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01_find_only_1847">
            <a:extLst>
              <a:ext uri="{FF2B5EF4-FFF2-40B4-BE49-F238E27FC236}">
                <a16:creationId xmlns:a16="http://schemas.microsoft.com/office/drawing/2014/main" id="{11A2A62C-A4AC-4BFE-A0CD-9D01D8B4CC65}"/>
              </a:ext>
            </a:extLst>
          </p:cNvPr>
          <p:cNvSpPr>
            <a:spLocks noGrp="1"/>
          </p:cNvSpPr>
          <p:nvPr/>
        </p:nvSpPr>
        <p:spPr>
          <a:xfrm>
            <a:off x="6823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01_find_only_1848">
            <a:extLst>
              <a:ext uri="{FF2B5EF4-FFF2-40B4-BE49-F238E27FC236}">
                <a16:creationId xmlns:a16="http://schemas.microsoft.com/office/drawing/2014/main" id="{42FCD6C7-43A1-4889-812F-46EB89BC0718}"/>
              </a:ext>
            </a:extLst>
          </p:cNvPr>
          <p:cNvSpPr>
            <a:spLocks noGrp="1"/>
          </p:cNvSpPr>
          <p:nvPr/>
        </p:nvSpPr>
        <p:spPr>
          <a:xfrm>
            <a:off x="6875800" y="39515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01_find_only_1849">
            <a:extLst>
              <a:ext uri="{FF2B5EF4-FFF2-40B4-BE49-F238E27FC236}">
                <a16:creationId xmlns:a16="http://schemas.microsoft.com/office/drawing/2014/main" id="{9760EC5B-E73B-46C8-A4B5-59BE4C722644}"/>
              </a:ext>
            </a:extLst>
          </p:cNvPr>
          <p:cNvSpPr>
            <a:spLocks noGrp="1"/>
          </p:cNvSpPr>
          <p:nvPr/>
        </p:nvSpPr>
        <p:spPr>
          <a:xfrm>
            <a:off x="6888623" y="38411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01_find_only_1850">
            <a:extLst>
              <a:ext uri="{FF2B5EF4-FFF2-40B4-BE49-F238E27FC236}">
                <a16:creationId xmlns:a16="http://schemas.microsoft.com/office/drawing/2014/main" id="{CD08E3C4-F0C9-441C-887A-B09BE0BEBE36}"/>
              </a:ext>
            </a:extLst>
          </p:cNvPr>
          <p:cNvSpPr>
            <a:spLocks noGrp="1"/>
          </p:cNvSpPr>
          <p:nvPr/>
        </p:nvSpPr>
        <p:spPr>
          <a:xfrm>
            <a:off x="68220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01_find_only_1851">
            <a:extLst>
              <a:ext uri="{FF2B5EF4-FFF2-40B4-BE49-F238E27FC236}">
                <a16:creationId xmlns:a16="http://schemas.microsoft.com/office/drawing/2014/main" id="{A45761C8-7068-4BF3-9577-0323E92E2F69}"/>
              </a:ext>
            </a:extLst>
          </p:cNvPr>
          <p:cNvSpPr>
            <a:spLocks noGrp="1"/>
          </p:cNvSpPr>
          <p:nvPr/>
        </p:nvSpPr>
        <p:spPr>
          <a:xfrm>
            <a:off x="6876674" y="31567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01_find_only_1852">
            <a:extLst>
              <a:ext uri="{FF2B5EF4-FFF2-40B4-BE49-F238E27FC236}">
                <a16:creationId xmlns:a16="http://schemas.microsoft.com/office/drawing/2014/main" id="{ABDC0BB9-DCAF-455C-BF8D-E4DE71178AFD}"/>
              </a:ext>
            </a:extLst>
          </p:cNvPr>
          <p:cNvSpPr>
            <a:spLocks noGrp="1"/>
          </p:cNvSpPr>
          <p:nvPr/>
        </p:nvSpPr>
        <p:spPr>
          <a:xfrm>
            <a:off x="6826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01_find_only_1853">
            <a:extLst>
              <a:ext uri="{FF2B5EF4-FFF2-40B4-BE49-F238E27FC236}">
                <a16:creationId xmlns:a16="http://schemas.microsoft.com/office/drawing/2014/main" id="{82FA3386-245C-450B-BEC9-C95A167F6C8D}"/>
              </a:ext>
            </a:extLst>
          </p:cNvPr>
          <p:cNvSpPr>
            <a:spLocks noGrp="1"/>
          </p:cNvSpPr>
          <p:nvPr/>
        </p:nvSpPr>
        <p:spPr>
          <a:xfrm>
            <a:off x="6831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01_find_only_1854">
            <a:extLst>
              <a:ext uri="{FF2B5EF4-FFF2-40B4-BE49-F238E27FC236}">
                <a16:creationId xmlns:a16="http://schemas.microsoft.com/office/drawing/2014/main" id="{2B237978-74CC-4EAA-89E8-638C3FD74EE0}"/>
              </a:ext>
            </a:extLst>
          </p:cNvPr>
          <p:cNvSpPr>
            <a:spLocks noGrp="1"/>
          </p:cNvSpPr>
          <p:nvPr/>
        </p:nvSpPr>
        <p:spPr>
          <a:xfrm>
            <a:off x="6819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01_find_only_1855">
            <a:extLst>
              <a:ext uri="{FF2B5EF4-FFF2-40B4-BE49-F238E27FC236}">
                <a16:creationId xmlns:a16="http://schemas.microsoft.com/office/drawing/2014/main" id="{DD97EAB9-D743-49C1-A8D9-896351818CB9}"/>
              </a:ext>
            </a:extLst>
          </p:cNvPr>
          <p:cNvSpPr>
            <a:spLocks noGrp="1"/>
          </p:cNvSpPr>
          <p:nvPr/>
        </p:nvSpPr>
        <p:spPr>
          <a:xfrm>
            <a:off x="68756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01_find_only_1856">
            <a:extLst>
              <a:ext uri="{FF2B5EF4-FFF2-40B4-BE49-F238E27FC236}">
                <a16:creationId xmlns:a16="http://schemas.microsoft.com/office/drawing/2014/main" id="{B469CFF5-D16F-4E15-AA55-727BAF4301E6}"/>
              </a:ext>
            </a:extLst>
          </p:cNvPr>
          <p:cNvSpPr>
            <a:spLocks noGrp="1"/>
          </p:cNvSpPr>
          <p:nvPr/>
        </p:nvSpPr>
        <p:spPr>
          <a:xfrm>
            <a:off x="690067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01_find_only_1857">
            <a:extLst>
              <a:ext uri="{FF2B5EF4-FFF2-40B4-BE49-F238E27FC236}">
                <a16:creationId xmlns:a16="http://schemas.microsoft.com/office/drawing/2014/main" id="{78D0B76C-0450-484C-93A0-162F9D4C25CE}"/>
              </a:ext>
            </a:extLst>
          </p:cNvPr>
          <p:cNvSpPr>
            <a:spLocks noGrp="1"/>
          </p:cNvSpPr>
          <p:nvPr/>
        </p:nvSpPr>
        <p:spPr>
          <a:xfrm>
            <a:off x="6904848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01_find_only_1858">
            <a:extLst>
              <a:ext uri="{FF2B5EF4-FFF2-40B4-BE49-F238E27FC236}">
                <a16:creationId xmlns:a16="http://schemas.microsoft.com/office/drawing/2014/main" id="{C63BC064-EF5F-408F-B562-8D66C56634FA}"/>
              </a:ext>
            </a:extLst>
          </p:cNvPr>
          <p:cNvSpPr>
            <a:spLocks noGrp="1"/>
          </p:cNvSpPr>
          <p:nvPr/>
        </p:nvSpPr>
        <p:spPr>
          <a:xfrm>
            <a:off x="6844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01_find_only_1859">
            <a:extLst>
              <a:ext uri="{FF2B5EF4-FFF2-40B4-BE49-F238E27FC236}">
                <a16:creationId xmlns:a16="http://schemas.microsoft.com/office/drawing/2014/main" id="{294B7FF6-16A8-406B-9777-2B02DCA87227}"/>
              </a:ext>
            </a:extLst>
          </p:cNvPr>
          <p:cNvSpPr>
            <a:spLocks noGrp="1"/>
          </p:cNvSpPr>
          <p:nvPr/>
        </p:nvSpPr>
        <p:spPr>
          <a:xfrm>
            <a:off x="68804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01_find_only_1860">
            <a:extLst>
              <a:ext uri="{FF2B5EF4-FFF2-40B4-BE49-F238E27FC236}">
                <a16:creationId xmlns:a16="http://schemas.microsoft.com/office/drawing/2014/main" id="{38C1EC8F-F556-4FD2-BD78-8452246A7F95}"/>
              </a:ext>
            </a:extLst>
          </p:cNvPr>
          <p:cNvSpPr>
            <a:spLocks noGrp="1"/>
          </p:cNvSpPr>
          <p:nvPr/>
        </p:nvSpPr>
        <p:spPr>
          <a:xfrm>
            <a:off x="68993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01_find_only_1861">
            <a:extLst>
              <a:ext uri="{FF2B5EF4-FFF2-40B4-BE49-F238E27FC236}">
                <a16:creationId xmlns:a16="http://schemas.microsoft.com/office/drawing/2014/main" id="{19E4751C-F79B-4F1E-B9F4-2D5C5A5A6351}"/>
              </a:ext>
            </a:extLst>
          </p:cNvPr>
          <p:cNvSpPr>
            <a:spLocks noGrp="1"/>
          </p:cNvSpPr>
          <p:nvPr/>
        </p:nvSpPr>
        <p:spPr>
          <a:xfrm>
            <a:off x="68878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01_find_only_1862">
            <a:extLst>
              <a:ext uri="{FF2B5EF4-FFF2-40B4-BE49-F238E27FC236}">
                <a16:creationId xmlns:a16="http://schemas.microsoft.com/office/drawing/2014/main" id="{DB4630D3-FB83-4C38-A1C8-30FBB8CD6AD2}"/>
              </a:ext>
            </a:extLst>
          </p:cNvPr>
          <p:cNvSpPr>
            <a:spLocks noGrp="1"/>
          </p:cNvSpPr>
          <p:nvPr/>
        </p:nvSpPr>
        <p:spPr>
          <a:xfrm>
            <a:off x="68775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01_find_only_1863">
            <a:extLst>
              <a:ext uri="{FF2B5EF4-FFF2-40B4-BE49-F238E27FC236}">
                <a16:creationId xmlns:a16="http://schemas.microsoft.com/office/drawing/2014/main" id="{416DA707-B589-438A-8C88-5D64083F25CC}"/>
              </a:ext>
            </a:extLst>
          </p:cNvPr>
          <p:cNvSpPr>
            <a:spLocks noGrp="1"/>
          </p:cNvSpPr>
          <p:nvPr/>
        </p:nvSpPr>
        <p:spPr>
          <a:xfrm>
            <a:off x="68537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01_find_only_1864">
            <a:extLst>
              <a:ext uri="{FF2B5EF4-FFF2-40B4-BE49-F238E27FC236}">
                <a16:creationId xmlns:a16="http://schemas.microsoft.com/office/drawing/2014/main" id="{E4EC1683-09C2-4CA5-BA6A-4669B98E798C}"/>
              </a:ext>
            </a:extLst>
          </p:cNvPr>
          <p:cNvSpPr>
            <a:spLocks noGrp="1"/>
          </p:cNvSpPr>
          <p:nvPr/>
        </p:nvSpPr>
        <p:spPr>
          <a:xfrm>
            <a:off x="6850831" y="35178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01_find_only_1865">
            <a:extLst>
              <a:ext uri="{FF2B5EF4-FFF2-40B4-BE49-F238E27FC236}">
                <a16:creationId xmlns:a16="http://schemas.microsoft.com/office/drawing/2014/main" id="{4E453A8E-673A-4090-8FDB-FD521BF3CBAA}"/>
              </a:ext>
            </a:extLst>
          </p:cNvPr>
          <p:cNvSpPr>
            <a:spLocks noGrp="1"/>
          </p:cNvSpPr>
          <p:nvPr/>
        </p:nvSpPr>
        <p:spPr>
          <a:xfrm>
            <a:off x="68184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01_find_only_1866">
            <a:extLst>
              <a:ext uri="{FF2B5EF4-FFF2-40B4-BE49-F238E27FC236}">
                <a16:creationId xmlns:a16="http://schemas.microsoft.com/office/drawing/2014/main" id="{21D4B0EC-FBFD-43E2-B1BD-E5F550EB75F7}"/>
              </a:ext>
            </a:extLst>
          </p:cNvPr>
          <p:cNvSpPr>
            <a:spLocks noGrp="1"/>
          </p:cNvSpPr>
          <p:nvPr/>
        </p:nvSpPr>
        <p:spPr>
          <a:xfrm>
            <a:off x="6899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01_find_only_1867">
            <a:extLst>
              <a:ext uri="{FF2B5EF4-FFF2-40B4-BE49-F238E27FC236}">
                <a16:creationId xmlns:a16="http://schemas.microsoft.com/office/drawing/2014/main" id="{7C9582BB-F84C-4FFE-B6F8-F5F984BE70FA}"/>
              </a:ext>
            </a:extLst>
          </p:cNvPr>
          <p:cNvSpPr>
            <a:spLocks noGrp="1"/>
          </p:cNvSpPr>
          <p:nvPr/>
        </p:nvSpPr>
        <p:spPr>
          <a:xfrm>
            <a:off x="6889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01_find_only_1868">
            <a:extLst>
              <a:ext uri="{FF2B5EF4-FFF2-40B4-BE49-F238E27FC236}">
                <a16:creationId xmlns:a16="http://schemas.microsoft.com/office/drawing/2014/main" id="{88C1A82E-5941-477F-B774-C3BE679966D8}"/>
              </a:ext>
            </a:extLst>
          </p:cNvPr>
          <p:cNvSpPr>
            <a:spLocks noGrp="1"/>
          </p:cNvSpPr>
          <p:nvPr/>
        </p:nvSpPr>
        <p:spPr>
          <a:xfrm>
            <a:off x="68746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01_find_only_1869">
            <a:extLst>
              <a:ext uri="{FF2B5EF4-FFF2-40B4-BE49-F238E27FC236}">
                <a16:creationId xmlns:a16="http://schemas.microsoft.com/office/drawing/2014/main" id="{DBE0C05B-5273-4A7C-AEA0-41F73D0D5AF7}"/>
              </a:ext>
            </a:extLst>
          </p:cNvPr>
          <p:cNvSpPr>
            <a:spLocks noGrp="1"/>
          </p:cNvSpPr>
          <p:nvPr/>
        </p:nvSpPr>
        <p:spPr>
          <a:xfrm>
            <a:off x="68150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01_find_only_1870">
            <a:extLst>
              <a:ext uri="{FF2B5EF4-FFF2-40B4-BE49-F238E27FC236}">
                <a16:creationId xmlns:a16="http://schemas.microsoft.com/office/drawing/2014/main" id="{2F40CED4-246D-49D3-8ECF-DE5A36AA2DA6}"/>
              </a:ext>
            </a:extLst>
          </p:cNvPr>
          <p:cNvSpPr>
            <a:spLocks noGrp="1"/>
          </p:cNvSpPr>
          <p:nvPr/>
        </p:nvSpPr>
        <p:spPr>
          <a:xfrm>
            <a:off x="68245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01_find_only_1871">
            <a:extLst>
              <a:ext uri="{FF2B5EF4-FFF2-40B4-BE49-F238E27FC236}">
                <a16:creationId xmlns:a16="http://schemas.microsoft.com/office/drawing/2014/main" id="{87CACFC8-9169-4657-9FE5-88DCED0827D4}"/>
              </a:ext>
            </a:extLst>
          </p:cNvPr>
          <p:cNvSpPr>
            <a:spLocks noGrp="1"/>
          </p:cNvSpPr>
          <p:nvPr/>
        </p:nvSpPr>
        <p:spPr>
          <a:xfrm>
            <a:off x="68339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01_find_only_1872">
            <a:extLst>
              <a:ext uri="{FF2B5EF4-FFF2-40B4-BE49-F238E27FC236}">
                <a16:creationId xmlns:a16="http://schemas.microsoft.com/office/drawing/2014/main" id="{91B77AED-1B49-43AC-A6FF-134A16AD933F}"/>
              </a:ext>
            </a:extLst>
          </p:cNvPr>
          <p:cNvSpPr>
            <a:spLocks noGrp="1"/>
          </p:cNvSpPr>
          <p:nvPr/>
        </p:nvSpPr>
        <p:spPr>
          <a:xfrm>
            <a:off x="68756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01_find_only_1873">
            <a:extLst>
              <a:ext uri="{FF2B5EF4-FFF2-40B4-BE49-F238E27FC236}">
                <a16:creationId xmlns:a16="http://schemas.microsoft.com/office/drawing/2014/main" id="{6F42D10C-BFF4-4F9F-A0E0-C75581A4DC14}"/>
              </a:ext>
            </a:extLst>
          </p:cNvPr>
          <p:cNvSpPr>
            <a:spLocks noGrp="1"/>
          </p:cNvSpPr>
          <p:nvPr/>
        </p:nvSpPr>
        <p:spPr>
          <a:xfrm>
            <a:off x="6865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01_find_only_1874">
            <a:extLst>
              <a:ext uri="{FF2B5EF4-FFF2-40B4-BE49-F238E27FC236}">
                <a16:creationId xmlns:a16="http://schemas.microsoft.com/office/drawing/2014/main" id="{ED409CF5-3577-4DF1-B006-6DBB76BD6E11}"/>
              </a:ext>
            </a:extLst>
          </p:cNvPr>
          <p:cNvSpPr>
            <a:spLocks noGrp="1"/>
          </p:cNvSpPr>
          <p:nvPr/>
        </p:nvSpPr>
        <p:spPr>
          <a:xfrm>
            <a:off x="682858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01_find_only_1875">
            <a:extLst>
              <a:ext uri="{FF2B5EF4-FFF2-40B4-BE49-F238E27FC236}">
                <a16:creationId xmlns:a16="http://schemas.microsoft.com/office/drawing/2014/main" id="{99894241-8FE3-407E-91EA-C389CE4DD2EA}"/>
              </a:ext>
            </a:extLst>
          </p:cNvPr>
          <p:cNvSpPr>
            <a:spLocks noGrp="1"/>
          </p:cNvSpPr>
          <p:nvPr/>
        </p:nvSpPr>
        <p:spPr>
          <a:xfrm>
            <a:off x="68461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01_find_only_1876">
            <a:extLst>
              <a:ext uri="{FF2B5EF4-FFF2-40B4-BE49-F238E27FC236}">
                <a16:creationId xmlns:a16="http://schemas.microsoft.com/office/drawing/2014/main" id="{6BF9170D-B364-4FC3-A009-CB581757B288}"/>
              </a:ext>
            </a:extLst>
          </p:cNvPr>
          <p:cNvSpPr>
            <a:spLocks noGrp="1"/>
          </p:cNvSpPr>
          <p:nvPr/>
        </p:nvSpPr>
        <p:spPr>
          <a:xfrm>
            <a:off x="68117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01_find_only_1877">
            <a:extLst>
              <a:ext uri="{FF2B5EF4-FFF2-40B4-BE49-F238E27FC236}">
                <a16:creationId xmlns:a16="http://schemas.microsoft.com/office/drawing/2014/main" id="{C08FF90E-8D1E-42E6-AA90-86EC567AEC37}"/>
              </a:ext>
            </a:extLst>
          </p:cNvPr>
          <p:cNvSpPr>
            <a:spLocks noGrp="1"/>
          </p:cNvSpPr>
          <p:nvPr/>
        </p:nvSpPr>
        <p:spPr>
          <a:xfrm>
            <a:off x="73422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01_find_only_1878">
            <a:extLst>
              <a:ext uri="{FF2B5EF4-FFF2-40B4-BE49-F238E27FC236}">
                <a16:creationId xmlns:a16="http://schemas.microsoft.com/office/drawing/2014/main" id="{7B2E8C76-1D60-4FA0-A328-FE6683DF3A78}"/>
              </a:ext>
            </a:extLst>
          </p:cNvPr>
          <p:cNvSpPr>
            <a:spLocks noGrp="1"/>
          </p:cNvSpPr>
          <p:nvPr/>
        </p:nvSpPr>
        <p:spPr>
          <a:xfrm>
            <a:off x="732358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01_find_only_1879">
            <a:extLst>
              <a:ext uri="{FF2B5EF4-FFF2-40B4-BE49-F238E27FC236}">
                <a16:creationId xmlns:a16="http://schemas.microsoft.com/office/drawing/2014/main" id="{F06D15E9-8648-4935-9D97-0B7283151E76}"/>
              </a:ext>
            </a:extLst>
          </p:cNvPr>
          <p:cNvSpPr>
            <a:spLocks noGrp="1"/>
          </p:cNvSpPr>
          <p:nvPr/>
        </p:nvSpPr>
        <p:spPr>
          <a:xfrm>
            <a:off x="73387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01_find_only_1880">
            <a:extLst>
              <a:ext uri="{FF2B5EF4-FFF2-40B4-BE49-F238E27FC236}">
                <a16:creationId xmlns:a16="http://schemas.microsoft.com/office/drawing/2014/main" id="{FF0E903C-CA93-4C08-9E98-2960C49AA562}"/>
              </a:ext>
            </a:extLst>
          </p:cNvPr>
          <p:cNvSpPr>
            <a:spLocks noGrp="1"/>
          </p:cNvSpPr>
          <p:nvPr/>
        </p:nvSpPr>
        <p:spPr>
          <a:xfrm>
            <a:off x="7338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01_find_only_1881">
            <a:extLst>
              <a:ext uri="{FF2B5EF4-FFF2-40B4-BE49-F238E27FC236}">
                <a16:creationId xmlns:a16="http://schemas.microsoft.com/office/drawing/2014/main" id="{707D986B-4E98-47BB-8B7B-5D3267D83226}"/>
              </a:ext>
            </a:extLst>
          </p:cNvPr>
          <p:cNvSpPr>
            <a:spLocks noGrp="1"/>
          </p:cNvSpPr>
          <p:nvPr/>
        </p:nvSpPr>
        <p:spPr>
          <a:xfrm>
            <a:off x="73548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01_find_only_1882">
            <a:extLst>
              <a:ext uri="{FF2B5EF4-FFF2-40B4-BE49-F238E27FC236}">
                <a16:creationId xmlns:a16="http://schemas.microsoft.com/office/drawing/2014/main" id="{E7C78013-E521-4E1A-A83F-CD726AE93907}"/>
              </a:ext>
            </a:extLst>
          </p:cNvPr>
          <p:cNvSpPr>
            <a:spLocks noGrp="1"/>
          </p:cNvSpPr>
          <p:nvPr/>
        </p:nvSpPr>
        <p:spPr>
          <a:xfrm>
            <a:off x="73831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01_find_only_1883">
            <a:extLst>
              <a:ext uri="{FF2B5EF4-FFF2-40B4-BE49-F238E27FC236}">
                <a16:creationId xmlns:a16="http://schemas.microsoft.com/office/drawing/2014/main" id="{B56B338E-93C1-47EE-880E-5251BCE10E4C}"/>
              </a:ext>
            </a:extLst>
          </p:cNvPr>
          <p:cNvSpPr>
            <a:spLocks noGrp="1"/>
          </p:cNvSpPr>
          <p:nvPr/>
        </p:nvSpPr>
        <p:spPr>
          <a:xfrm>
            <a:off x="7400913" y="32892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01_find_only_1884">
            <a:extLst>
              <a:ext uri="{FF2B5EF4-FFF2-40B4-BE49-F238E27FC236}">
                <a16:creationId xmlns:a16="http://schemas.microsoft.com/office/drawing/2014/main" id="{53ED29BF-0A6E-4D26-81EA-B703ECFFEC6A}"/>
              </a:ext>
            </a:extLst>
          </p:cNvPr>
          <p:cNvSpPr>
            <a:spLocks noGrp="1"/>
          </p:cNvSpPr>
          <p:nvPr/>
        </p:nvSpPr>
        <p:spPr>
          <a:xfrm>
            <a:off x="73287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01_find_only_1885">
            <a:extLst>
              <a:ext uri="{FF2B5EF4-FFF2-40B4-BE49-F238E27FC236}">
                <a16:creationId xmlns:a16="http://schemas.microsoft.com/office/drawing/2014/main" id="{FB8F6D9B-B8E9-41CA-97CF-CD91CBF71119}"/>
              </a:ext>
            </a:extLst>
          </p:cNvPr>
          <p:cNvSpPr>
            <a:spLocks noGrp="1"/>
          </p:cNvSpPr>
          <p:nvPr/>
        </p:nvSpPr>
        <p:spPr>
          <a:xfrm>
            <a:off x="73731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01_find_only_1886">
            <a:extLst>
              <a:ext uri="{FF2B5EF4-FFF2-40B4-BE49-F238E27FC236}">
                <a16:creationId xmlns:a16="http://schemas.microsoft.com/office/drawing/2014/main" id="{D8FE2693-E793-4626-8651-73766B7579E0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01_find_only_1887">
            <a:extLst>
              <a:ext uri="{FF2B5EF4-FFF2-40B4-BE49-F238E27FC236}">
                <a16:creationId xmlns:a16="http://schemas.microsoft.com/office/drawing/2014/main" id="{C45A4C07-73DE-4111-ABC2-A1CA8052AE95}"/>
              </a:ext>
            </a:extLst>
          </p:cNvPr>
          <p:cNvSpPr>
            <a:spLocks noGrp="1"/>
          </p:cNvSpPr>
          <p:nvPr/>
        </p:nvSpPr>
        <p:spPr>
          <a:xfrm>
            <a:off x="7318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01_find_only_1888">
            <a:extLst>
              <a:ext uri="{FF2B5EF4-FFF2-40B4-BE49-F238E27FC236}">
                <a16:creationId xmlns:a16="http://schemas.microsoft.com/office/drawing/2014/main" id="{4AC84714-CE1F-4FA3-9273-0069675CAC7B}"/>
              </a:ext>
            </a:extLst>
          </p:cNvPr>
          <p:cNvSpPr>
            <a:spLocks noGrp="1"/>
          </p:cNvSpPr>
          <p:nvPr/>
        </p:nvSpPr>
        <p:spPr>
          <a:xfrm>
            <a:off x="739314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01_find_only_1889">
            <a:extLst>
              <a:ext uri="{FF2B5EF4-FFF2-40B4-BE49-F238E27FC236}">
                <a16:creationId xmlns:a16="http://schemas.microsoft.com/office/drawing/2014/main" id="{99B50458-F8F1-4391-B490-66CBE2461157}"/>
              </a:ext>
            </a:extLst>
          </p:cNvPr>
          <p:cNvSpPr>
            <a:spLocks noGrp="1"/>
          </p:cNvSpPr>
          <p:nvPr/>
        </p:nvSpPr>
        <p:spPr>
          <a:xfrm>
            <a:off x="74130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01_find_only_1890">
            <a:extLst>
              <a:ext uri="{FF2B5EF4-FFF2-40B4-BE49-F238E27FC236}">
                <a16:creationId xmlns:a16="http://schemas.microsoft.com/office/drawing/2014/main" id="{F733CD89-5384-449E-81AC-A8CFB5BE917E}"/>
              </a:ext>
            </a:extLst>
          </p:cNvPr>
          <p:cNvSpPr>
            <a:spLocks noGrp="1"/>
          </p:cNvSpPr>
          <p:nvPr/>
        </p:nvSpPr>
        <p:spPr>
          <a:xfrm>
            <a:off x="73545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01_find_only_1891">
            <a:extLst>
              <a:ext uri="{FF2B5EF4-FFF2-40B4-BE49-F238E27FC236}">
                <a16:creationId xmlns:a16="http://schemas.microsoft.com/office/drawing/2014/main" id="{CD16D3D3-AE2B-41C3-ADD1-C9FE7DBF7F80}"/>
              </a:ext>
            </a:extLst>
          </p:cNvPr>
          <p:cNvSpPr>
            <a:spLocks noGrp="1"/>
          </p:cNvSpPr>
          <p:nvPr/>
        </p:nvSpPr>
        <p:spPr>
          <a:xfrm>
            <a:off x="74078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01_find_only_1892">
            <a:extLst>
              <a:ext uri="{FF2B5EF4-FFF2-40B4-BE49-F238E27FC236}">
                <a16:creationId xmlns:a16="http://schemas.microsoft.com/office/drawing/2014/main" id="{06D3042B-2841-4367-887D-02EE2D92F4BB}"/>
              </a:ext>
            </a:extLst>
          </p:cNvPr>
          <p:cNvSpPr>
            <a:spLocks noGrp="1"/>
          </p:cNvSpPr>
          <p:nvPr/>
        </p:nvSpPr>
        <p:spPr>
          <a:xfrm>
            <a:off x="733863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01_find_only_1893">
            <a:extLst>
              <a:ext uri="{FF2B5EF4-FFF2-40B4-BE49-F238E27FC236}">
                <a16:creationId xmlns:a16="http://schemas.microsoft.com/office/drawing/2014/main" id="{18D8D4A5-07AB-4C7E-BC37-F2257FE90754}"/>
              </a:ext>
            </a:extLst>
          </p:cNvPr>
          <p:cNvSpPr>
            <a:spLocks noGrp="1"/>
          </p:cNvSpPr>
          <p:nvPr/>
        </p:nvSpPr>
        <p:spPr>
          <a:xfrm>
            <a:off x="73570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01_find_only_1894">
            <a:extLst>
              <a:ext uri="{FF2B5EF4-FFF2-40B4-BE49-F238E27FC236}">
                <a16:creationId xmlns:a16="http://schemas.microsoft.com/office/drawing/2014/main" id="{AF18734D-26C3-4814-BEA4-4DF4CFA8A25E}"/>
              </a:ext>
            </a:extLst>
          </p:cNvPr>
          <p:cNvSpPr>
            <a:spLocks noGrp="1"/>
          </p:cNvSpPr>
          <p:nvPr/>
        </p:nvSpPr>
        <p:spPr>
          <a:xfrm>
            <a:off x="7386049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01_find_only_1895">
            <a:extLst>
              <a:ext uri="{FF2B5EF4-FFF2-40B4-BE49-F238E27FC236}">
                <a16:creationId xmlns:a16="http://schemas.microsoft.com/office/drawing/2014/main" id="{66CE7D6B-8418-4893-8FE5-6380A3C9A567}"/>
              </a:ext>
            </a:extLst>
          </p:cNvPr>
          <p:cNvSpPr>
            <a:spLocks noGrp="1"/>
          </p:cNvSpPr>
          <p:nvPr/>
        </p:nvSpPr>
        <p:spPr>
          <a:xfrm>
            <a:off x="74034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01_find_only_1896">
            <a:extLst>
              <a:ext uri="{FF2B5EF4-FFF2-40B4-BE49-F238E27FC236}">
                <a16:creationId xmlns:a16="http://schemas.microsoft.com/office/drawing/2014/main" id="{75DBC7A2-F40A-4E31-B957-9EBE9877B21A}"/>
              </a:ext>
            </a:extLst>
          </p:cNvPr>
          <p:cNvSpPr>
            <a:spLocks noGrp="1"/>
          </p:cNvSpPr>
          <p:nvPr/>
        </p:nvSpPr>
        <p:spPr>
          <a:xfrm>
            <a:off x="7412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01_find_only_1897">
            <a:extLst>
              <a:ext uri="{FF2B5EF4-FFF2-40B4-BE49-F238E27FC236}">
                <a16:creationId xmlns:a16="http://schemas.microsoft.com/office/drawing/2014/main" id="{AB43E5A7-9E7B-48C3-86DF-2635DB007906}"/>
              </a:ext>
            </a:extLst>
          </p:cNvPr>
          <p:cNvSpPr>
            <a:spLocks noGrp="1"/>
          </p:cNvSpPr>
          <p:nvPr/>
        </p:nvSpPr>
        <p:spPr>
          <a:xfrm>
            <a:off x="73793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01_find_only_1898">
            <a:extLst>
              <a:ext uri="{FF2B5EF4-FFF2-40B4-BE49-F238E27FC236}">
                <a16:creationId xmlns:a16="http://schemas.microsoft.com/office/drawing/2014/main" id="{FA9220E7-E998-4B54-ADF5-CDFD19C95933}"/>
              </a:ext>
            </a:extLst>
          </p:cNvPr>
          <p:cNvSpPr>
            <a:spLocks noGrp="1"/>
          </p:cNvSpPr>
          <p:nvPr/>
        </p:nvSpPr>
        <p:spPr>
          <a:xfrm>
            <a:off x="7321735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01_find_only_1899">
            <a:extLst>
              <a:ext uri="{FF2B5EF4-FFF2-40B4-BE49-F238E27FC236}">
                <a16:creationId xmlns:a16="http://schemas.microsoft.com/office/drawing/2014/main" id="{10E4706E-C5C1-40F5-9BD3-F649F98E3FBD}"/>
              </a:ext>
            </a:extLst>
          </p:cNvPr>
          <p:cNvSpPr>
            <a:spLocks noGrp="1"/>
          </p:cNvSpPr>
          <p:nvPr/>
        </p:nvSpPr>
        <p:spPr>
          <a:xfrm>
            <a:off x="7336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01_find_only_1900">
            <a:extLst>
              <a:ext uri="{FF2B5EF4-FFF2-40B4-BE49-F238E27FC236}">
                <a16:creationId xmlns:a16="http://schemas.microsoft.com/office/drawing/2014/main" id="{69F88D5D-192A-4DD7-A172-4312846A99B8}"/>
              </a:ext>
            </a:extLst>
          </p:cNvPr>
          <p:cNvSpPr>
            <a:spLocks noGrp="1"/>
          </p:cNvSpPr>
          <p:nvPr/>
        </p:nvSpPr>
        <p:spPr>
          <a:xfrm>
            <a:off x="7342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01_find_only_1901">
            <a:extLst>
              <a:ext uri="{FF2B5EF4-FFF2-40B4-BE49-F238E27FC236}">
                <a16:creationId xmlns:a16="http://schemas.microsoft.com/office/drawing/2014/main" id="{45A379D9-4E1B-4300-B180-1AAC5F8FE933}"/>
              </a:ext>
            </a:extLst>
          </p:cNvPr>
          <p:cNvSpPr>
            <a:spLocks noGrp="1"/>
          </p:cNvSpPr>
          <p:nvPr/>
        </p:nvSpPr>
        <p:spPr>
          <a:xfrm>
            <a:off x="7321540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01_find_only_1902">
            <a:extLst>
              <a:ext uri="{FF2B5EF4-FFF2-40B4-BE49-F238E27FC236}">
                <a16:creationId xmlns:a16="http://schemas.microsoft.com/office/drawing/2014/main" id="{C336CFD1-8E39-4A36-93A4-8CF9BCE782DC}"/>
              </a:ext>
            </a:extLst>
          </p:cNvPr>
          <p:cNvSpPr>
            <a:spLocks noGrp="1"/>
          </p:cNvSpPr>
          <p:nvPr/>
        </p:nvSpPr>
        <p:spPr>
          <a:xfrm>
            <a:off x="732095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01_find_only_1903">
            <a:extLst>
              <a:ext uri="{FF2B5EF4-FFF2-40B4-BE49-F238E27FC236}">
                <a16:creationId xmlns:a16="http://schemas.microsoft.com/office/drawing/2014/main" id="{81E60F00-FF02-4BA4-88B4-FF6C4B70506E}"/>
              </a:ext>
            </a:extLst>
          </p:cNvPr>
          <p:cNvSpPr>
            <a:spLocks noGrp="1"/>
          </p:cNvSpPr>
          <p:nvPr/>
        </p:nvSpPr>
        <p:spPr>
          <a:xfrm>
            <a:off x="73398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01_find_only_1904">
            <a:extLst>
              <a:ext uri="{FF2B5EF4-FFF2-40B4-BE49-F238E27FC236}">
                <a16:creationId xmlns:a16="http://schemas.microsoft.com/office/drawing/2014/main" id="{06256297-E443-46D2-983B-D4C62DBDDF0D}"/>
              </a:ext>
            </a:extLst>
          </p:cNvPr>
          <p:cNvSpPr>
            <a:spLocks noGrp="1"/>
          </p:cNvSpPr>
          <p:nvPr/>
        </p:nvSpPr>
        <p:spPr>
          <a:xfrm>
            <a:off x="73764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01_find_only_1905">
            <a:extLst>
              <a:ext uri="{FF2B5EF4-FFF2-40B4-BE49-F238E27FC236}">
                <a16:creationId xmlns:a16="http://schemas.microsoft.com/office/drawing/2014/main" id="{A91CC239-BBF7-4BA7-8188-329064BDC80A}"/>
              </a:ext>
            </a:extLst>
          </p:cNvPr>
          <p:cNvSpPr>
            <a:spLocks noGrp="1"/>
          </p:cNvSpPr>
          <p:nvPr/>
        </p:nvSpPr>
        <p:spPr>
          <a:xfrm>
            <a:off x="73346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01_find_only_1906">
            <a:extLst>
              <a:ext uri="{FF2B5EF4-FFF2-40B4-BE49-F238E27FC236}">
                <a16:creationId xmlns:a16="http://schemas.microsoft.com/office/drawing/2014/main" id="{EACB247A-60A0-4043-89A5-DAF814048545}"/>
              </a:ext>
            </a:extLst>
          </p:cNvPr>
          <p:cNvSpPr>
            <a:spLocks noGrp="1"/>
          </p:cNvSpPr>
          <p:nvPr/>
        </p:nvSpPr>
        <p:spPr>
          <a:xfrm>
            <a:off x="73638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01_find_only_1907">
            <a:extLst>
              <a:ext uri="{FF2B5EF4-FFF2-40B4-BE49-F238E27FC236}">
                <a16:creationId xmlns:a16="http://schemas.microsoft.com/office/drawing/2014/main" id="{48F9A4FD-220B-4106-BFE0-BF42D9A86E1E}"/>
              </a:ext>
            </a:extLst>
          </p:cNvPr>
          <p:cNvSpPr>
            <a:spLocks noGrp="1"/>
          </p:cNvSpPr>
          <p:nvPr/>
        </p:nvSpPr>
        <p:spPr>
          <a:xfrm>
            <a:off x="7353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01_find_only_1908">
            <a:extLst>
              <a:ext uri="{FF2B5EF4-FFF2-40B4-BE49-F238E27FC236}">
                <a16:creationId xmlns:a16="http://schemas.microsoft.com/office/drawing/2014/main" id="{214CE8F5-E269-4F9B-B204-004F9E994A6F}"/>
              </a:ext>
            </a:extLst>
          </p:cNvPr>
          <p:cNvSpPr>
            <a:spLocks noGrp="1"/>
          </p:cNvSpPr>
          <p:nvPr/>
        </p:nvSpPr>
        <p:spPr>
          <a:xfrm>
            <a:off x="7401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01_find_only_1909">
            <a:extLst>
              <a:ext uri="{FF2B5EF4-FFF2-40B4-BE49-F238E27FC236}">
                <a16:creationId xmlns:a16="http://schemas.microsoft.com/office/drawing/2014/main" id="{0A967F81-0E54-4E6D-8303-C9455A5C9842}"/>
              </a:ext>
            </a:extLst>
          </p:cNvPr>
          <p:cNvSpPr>
            <a:spLocks noGrp="1"/>
          </p:cNvSpPr>
          <p:nvPr/>
        </p:nvSpPr>
        <p:spPr>
          <a:xfrm>
            <a:off x="7343885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01_find_only_1910">
            <a:extLst>
              <a:ext uri="{FF2B5EF4-FFF2-40B4-BE49-F238E27FC236}">
                <a16:creationId xmlns:a16="http://schemas.microsoft.com/office/drawing/2014/main" id="{9A5F9C0C-5EFB-4FA4-A561-AC6C91BBE119}"/>
              </a:ext>
            </a:extLst>
          </p:cNvPr>
          <p:cNvSpPr>
            <a:spLocks noGrp="1"/>
          </p:cNvSpPr>
          <p:nvPr/>
        </p:nvSpPr>
        <p:spPr>
          <a:xfrm>
            <a:off x="7383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01_find_only_1911">
            <a:extLst>
              <a:ext uri="{FF2B5EF4-FFF2-40B4-BE49-F238E27FC236}">
                <a16:creationId xmlns:a16="http://schemas.microsoft.com/office/drawing/2014/main" id="{91CF0D1A-023C-49C4-8315-E1173D9F4DE9}"/>
              </a:ext>
            </a:extLst>
          </p:cNvPr>
          <p:cNvSpPr>
            <a:spLocks noGrp="1"/>
          </p:cNvSpPr>
          <p:nvPr/>
        </p:nvSpPr>
        <p:spPr>
          <a:xfrm>
            <a:off x="73862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01_find_only_1912">
            <a:extLst>
              <a:ext uri="{FF2B5EF4-FFF2-40B4-BE49-F238E27FC236}">
                <a16:creationId xmlns:a16="http://schemas.microsoft.com/office/drawing/2014/main" id="{0011E76C-6CD0-45C0-907A-75532EC64AAC}"/>
              </a:ext>
            </a:extLst>
          </p:cNvPr>
          <p:cNvSpPr>
            <a:spLocks noGrp="1"/>
          </p:cNvSpPr>
          <p:nvPr/>
        </p:nvSpPr>
        <p:spPr>
          <a:xfrm>
            <a:off x="73212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01_find_only_1913">
            <a:extLst>
              <a:ext uri="{FF2B5EF4-FFF2-40B4-BE49-F238E27FC236}">
                <a16:creationId xmlns:a16="http://schemas.microsoft.com/office/drawing/2014/main" id="{59C8E150-A9EF-4CF1-962C-4EF562C56FB1}"/>
              </a:ext>
            </a:extLst>
          </p:cNvPr>
          <p:cNvSpPr>
            <a:spLocks noGrp="1"/>
          </p:cNvSpPr>
          <p:nvPr/>
        </p:nvSpPr>
        <p:spPr>
          <a:xfrm>
            <a:off x="74004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01_find_only_1914">
            <a:extLst>
              <a:ext uri="{FF2B5EF4-FFF2-40B4-BE49-F238E27FC236}">
                <a16:creationId xmlns:a16="http://schemas.microsoft.com/office/drawing/2014/main" id="{064F2B9E-E26A-476F-AEAC-F1E523F8A293}"/>
              </a:ext>
            </a:extLst>
          </p:cNvPr>
          <p:cNvSpPr>
            <a:spLocks noGrp="1"/>
          </p:cNvSpPr>
          <p:nvPr/>
        </p:nvSpPr>
        <p:spPr>
          <a:xfrm>
            <a:off x="7318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01_find_only_1915">
            <a:extLst>
              <a:ext uri="{FF2B5EF4-FFF2-40B4-BE49-F238E27FC236}">
                <a16:creationId xmlns:a16="http://schemas.microsoft.com/office/drawing/2014/main" id="{9577F7D4-C4AF-48DA-8670-7EB88C0CA8CF}"/>
              </a:ext>
            </a:extLst>
          </p:cNvPr>
          <p:cNvSpPr>
            <a:spLocks noGrp="1"/>
          </p:cNvSpPr>
          <p:nvPr/>
        </p:nvSpPr>
        <p:spPr>
          <a:xfrm>
            <a:off x="74002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01_find_only_1916">
            <a:extLst>
              <a:ext uri="{FF2B5EF4-FFF2-40B4-BE49-F238E27FC236}">
                <a16:creationId xmlns:a16="http://schemas.microsoft.com/office/drawing/2014/main" id="{AFFC8D02-98A4-46EF-A7AB-6B4A60C3322F}"/>
              </a:ext>
            </a:extLst>
          </p:cNvPr>
          <p:cNvSpPr>
            <a:spLocks noGrp="1"/>
          </p:cNvSpPr>
          <p:nvPr/>
        </p:nvSpPr>
        <p:spPr>
          <a:xfrm>
            <a:off x="74096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01_find_only_1917">
            <a:extLst>
              <a:ext uri="{FF2B5EF4-FFF2-40B4-BE49-F238E27FC236}">
                <a16:creationId xmlns:a16="http://schemas.microsoft.com/office/drawing/2014/main" id="{D0425B5B-DC3E-40C6-9FE9-3FAE2FDD13FE}"/>
              </a:ext>
            </a:extLst>
          </p:cNvPr>
          <p:cNvSpPr>
            <a:spLocks noGrp="1"/>
          </p:cNvSpPr>
          <p:nvPr/>
        </p:nvSpPr>
        <p:spPr>
          <a:xfrm>
            <a:off x="73770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01_find_only_1918">
            <a:extLst>
              <a:ext uri="{FF2B5EF4-FFF2-40B4-BE49-F238E27FC236}">
                <a16:creationId xmlns:a16="http://schemas.microsoft.com/office/drawing/2014/main" id="{10A99DA1-B49B-4860-BE76-647188DB80FE}"/>
              </a:ext>
            </a:extLst>
          </p:cNvPr>
          <p:cNvSpPr>
            <a:spLocks noGrp="1"/>
          </p:cNvSpPr>
          <p:nvPr/>
        </p:nvSpPr>
        <p:spPr>
          <a:xfrm>
            <a:off x="73478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01_find_only_1919">
            <a:extLst>
              <a:ext uri="{FF2B5EF4-FFF2-40B4-BE49-F238E27FC236}">
                <a16:creationId xmlns:a16="http://schemas.microsoft.com/office/drawing/2014/main" id="{780BDAF5-E653-45DA-9C4B-8875D570432E}"/>
              </a:ext>
            </a:extLst>
          </p:cNvPr>
          <p:cNvSpPr>
            <a:spLocks noGrp="1"/>
          </p:cNvSpPr>
          <p:nvPr/>
        </p:nvSpPr>
        <p:spPr>
          <a:xfrm>
            <a:off x="73885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01_find_only_1920">
            <a:extLst>
              <a:ext uri="{FF2B5EF4-FFF2-40B4-BE49-F238E27FC236}">
                <a16:creationId xmlns:a16="http://schemas.microsoft.com/office/drawing/2014/main" id="{79EE9B73-B141-46CE-87C0-FC593E6FDA8F}"/>
              </a:ext>
            </a:extLst>
          </p:cNvPr>
          <p:cNvSpPr>
            <a:spLocks noGrp="1"/>
          </p:cNvSpPr>
          <p:nvPr/>
        </p:nvSpPr>
        <p:spPr>
          <a:xfrm>
            <a:off x="73391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01_find_only_1921">
            <a:extLst>
              <a:ext uri="{FF2B5EF4-FFF2-40B4-BE49-F238E27FC236}">
                <a16:creationId xmlns:a16="http://schemas.microsoft.com/office/drawing/2014/main" id="{65258F81-6DE0-4A7C-99FA-ED30661EDF22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01_find_only_1922">
            <a:extLst>
              <a:ext uri="{FF2B5EF4-FFF2-40B4-BE49-F238E27FC236}">
                <a16:creationId xmlns:a16="http://schemas.microsoft.com/office/drawing/2014/main" id="{43DBEBBC-556A-4566-969C-11B7386E468A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01_find_only_1923">
            <a:extLst>
              <a:ext uri="{FF2B5EF4-FFF2-40B4-BE49-F238E27FC236}">
                <a16:creationId xmlns:a16="http://schemas.microsoft.com/office/drawing/2014/main" id="{8B03941D-9AE3-4AB4-BF4B-773B5EB493FF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01_find_only_1924">
            <a:extLst>
              <a:ext uri="{FF2B5EF4-FFF2-40B4-BE49-F238E27FC236}">
                <a16:creationId xmlns:a16="http://schemas.microsoft.com/office/drawing/2014/main" id="{CC6B3E16-8EE4-49FA-B224-3A8E2469B74B}"/>
              </a:ext>
            </a:extLst>
          </p:cNvPr>
          <p:cNvSpPr>
            <a:spLocks noGrp="1"/>
          </p:cNvSpPr>
          <p:nvPr/>
        </p:nvSpPr>
        <p:spPr>
          <a:xfrm>
            <a:off x="74026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01_find_only_1925">
            <a:extLst>
              <a:ext uri="{FF2B5EF4-FFF2-40B4-BE49-F238E27FC236}">
                <a16:creationId xmlns:a16="http://schemas.microsoft.com/office/drawing/2014/main" id="{7239924B-37D4-410C-B9DF-06A06DCC7C3C}"/>
              </a:ext>
            </a:extLst>
          </p:cNvPr>
          <p:cNvSpPr>
            <a:spLocks noGrp="1"/>
          </p:cNvSpPr>
          <p:nvPr/>
        </p:nvSpPr>
        <p:spPr>
          <a:xfrm>
            <a:off x="73495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01_find_only_1926">
            <a:extLst>
              <a:ext uri="{FF2B5EF4-FFF2-40B4-BE49-F238E27FC236}">
                <a16:creationId xmlns:a16="http://schemas.microsoft.com/office/drawing/2014/main" id="{51C748E3-83A1-4994-9D5C-378D912F660A}"/>
              </a:ext>
            </a:extLst>
          </p:cNvPr>
          <p:cNvSpPr>
            <a:spLocks noGrp="1"/>
          </p:cNvSpPr>
          <p:nvPr/>
        </p:nvSpPr>
        <p:spPr>
          <a:xfrm>
            <a:off x="7358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01_find_only_1927">
            <a:extLst>
              <a:ext uri="{FF2B5EF4-FFF2-40B4-BE49-F238E27FC236}">
                <a16:creationId xmlns:a16="http://schemas.microsoft.com/office/drawing/2014/main" id="{AE7464C3-08EF-4749-8930-61352A630859}"/>
              </a:ext>
            </a:extLst>
          </p:cNvPr>
          <p:cNvSpPr>
            <a:spLocks noGrp="1"/>
          </p:cNvSpPr>
          <p:nvPr/>
        </p:nvSpPr>
        <p:spPr>
          <a:xfrm>
            <a:off x="74119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01_find_only_1928">
            <a:extLst>
              <a:ext uri="{FF2B5EF4-FFF2-40B4-BE49-F238E27FC236}">
                <a16:creationId xmlns:a16="http://schemas.microsoft.com/office/drawing/2014/main" id="{82AAE4A6-AAA5-40DF-B0BB-4027B502CE0C}"/>
              </a:ext>
            </a:extLst>
          </p:cNvPr>
          <p:cNvSpPr>
            <a:spLocks noGrp="1"/>
          </p:cNvSpPr>
          <p:nvPr/>
        </p:nvSpPr>
        <p:spPr>
          <a:xfrm>
            <a:off x="73828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01_find_only_1929">
            <a:extLst>
              <a:ext uri="{FF2B5EF4-FFF2-40B4-BE49-F238E27FC236}">
                <a16:creationId xmlns:a16="http://schemas.microsoft.com/office/drawing/2014/main" id="{C0564005-465D-4542-80D9-25548DB36E17}"/>
              </a:ext>
            </a:extLst>
          </p:cNvPr>
          <p:cNvSpPr>
            <a:spLocks noGrp="1"/>
          </p:cNvSpPr>
          <p:nvPr/>
        </p:nvSpPr>
        <p:spPr>
          <a:xfrm>
            <a:off x="7408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01_find_only_1930">
            <a:extLst>
              <a:ext uri="{FF2B5EF4-FFF2-40B4-BE49-F238E27FC236}">
                <a16:creationId xmlns:a16="http://schemas.microsoft.com/office/drawing/2014/main" id="{DF1A174A-573D-49EC-AC2F-1380B8E9C08A}"/>
              </a:ext>
            </a:extLst>
          </p:cNvPr>
          <p:cNvSpPr>
            <a:spLocks noGrp="1"/>
          </p:cNvSpPr>
          <p:nvPr/>
        </p:nvSpPr>
        <p:spPr>
          <a:xfrm>
            <a:off x="7322609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01_find_only_1931">
            <a:extLst>
              <a:ext uri="{FF2B5EF4-FFF2-40B4-BE49-F238E27FC236}">
                <a16:creationId xmlns:a16="http://schemas.microsoft.com/office/drawing/2014/main" id="{EF1D5035-9054-4F3B-905E-01F7FC2B877C}"/>
              </a:ext>
            </a:extLst>
          </p:cNvPr>
          <p:cNvSpPr>
            <a:spLocks noGrp="1"/>
          </p:cNvSpPr>
          <p:nvPr/>
        </p:nvSpPr>
        <p:spPr>
          <a:xfrm>
            <a:off x="74013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01_find_only_1932">
            <a:extLst>
              <a:ext uri="{FF2B5EF4-FFF2-40B4-BE49-F238E27FC236}">
                <a16:creationId xmlns:a16="http://schemas.microsoft.com/office/drawing/2014/main" id="{B02FB4A1-E0DF-454B-8EF0-285691AC869C}"/>
              </a:ext>
            </a:extLst>
          </p:cNvPr>
          <p:cNvSpPr>
            <a:spLocks noGrp="1"/>
          </p:cNvSpPr>
          <p:nvPr/>
        </p:nvSpPr>
        <p:spPr>
          <a:xfrm>
            <a:off x="73884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01_find_only_1933">
            <a:extLst>
              <a:ext uri="{FF2B5EF4-FFF2-40B4-BE49-F238E27FC236}">
                <a16:creationId xmlns:a16="http://schemas.microsoft.com/office/drawing/2014/main" id="{1BCEB09D-AC2F-4884-B723-6DF67F9D37AB}"/>
              </a:ext>
            </a:extLst>
          </p:cNvPr>
          <p:cNvSpPr>
            <a:spLocks noGrp="1"/>
          </p:cNvSpPr>
          <p:nvPr/>
        </p:nvSpPr>
        <p:spPr>
          <a:xfrm>
            <a:off x="73549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01_find_only_1934">
            <a:extLst>
              <a:ext uri="{FF2B5EF4-FFF2-40B4-BE49-F238E27FC236}">
                <a16:creationId xmlns:a16="http://schemas.microsoft.com/office/drawing/2014/main" id="{9786E707-42BD-446C-B8F4-3B200D8016BE}"/>
              </a:ext>
            </a:extLst>
          </p:cNvPr>
          <p:cNvSpPr>
            <a:spLocks noGrp="1"/>
          </p:cNvSpPr>
          <p:nvPr/>
        </p:nvSpPr>
        <p:spPr>
          <a:xfrm>
            <a:off x="73922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01_find_only_1935">
            <a:extLst>
              <a:ext uri="{FF2B5EF4-FFF2-40B4-BE49-F238E27FC236}">
                <a16:creationId xmlns:a16="http://schemas.microsoft.com/office/drawing/2014/main" id="{56A33E25-26E1-4B87-BB28-C8016E4A79DD}"/>
              </a:ext>
            </a:extLst>
          </p:cNvPr>
          <p:cNvSpPr>
            <a:spLocks noGrp="1"/>
          </p:cNvSpPr>
          <p:nvPr/>
        </p:nvSpPr>
        <p:spPr>
          <a:xfrm>
            <a:off x="741247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01_find_only_1936">
            <a:extLst>
              <a:ext uri="{FF2B5EF4-FFF2-40B4-BE49-F238E27FC236}">
                <a16:creationId xmlns:a16="http://schemas.microsoft.com/office/drawing/2014/main" id="{8044BF61-FB75-47EE-8647-7349AAF6A5C8}"/>
              </a:ext>
            </a:extLst>
          </p:cNvPr>
          <p:cNvSpPr>
            <a:spLocks noGrp="1"/>
          </p:cNvSpPr>
          <p:nvPr/>
        </p:nvSpPr>
        <p:spPr>
          <a:xfrm>
            <a:off x="73820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01_find_only_1937">
            <a:extLst>
              <a:ext uri="{FF2B5EF4-FFF2-40B4-BE49-F238E27FC236}">
                <a16:creationId xmlns:a16="http://schemas.microsoft.com/office/drawing/2014/main" id="{542D2C8E-E3D3-4562-A850-F79154FA2420}"/>
              </a:ext>
            </a:extLst>
          </p:cNvPr>
          <p:cNvSpPr>
            <a:spLocks noGrp="1"/>
          </p:cNvSpPr>
          <p:nvPr/>
        </p:nvSpPr>
        <p:spPr>
          <a:xfrm>
            <a:off x="73895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01_find_only_1938">
            <a:extLst>
              <a:ext uri="{FF2B5EF4-FFF2-40B4-BE49-F238E27FC236}">
                <a16:creationId xmlns:a16="http://schemas.microsoft.com/office/drawing/2014/main" id="{E8FF0D99-B32C-4E6B-BD7C-11A07225A609}"/>
              </a:ext>
            </a:extLst>
          </p:cNvPr>
          <p:cNvSpPr>
            <a:spLocks noGrp="1"/>
          </p:cNvSpPr>
          <p:nvPr/>
        </p:nvSpPr>
        <p:spPr>
          <a:xfrm>
            <a:off x="73886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01_find_only_1939">
            <a:extLst>
              <a:ext uri="{FF2B5EF4-FFF2-40B4-BE49-F238E27FC236}">
                <a16:creationId xmlns:a16="http://schemas.microsoft.com/office/drawing/2014/main" id="{7DF47001-FA48-446A-B0AB-747FA903C570}"/>
              </a:ext>
            </a:extLst>
          </p:cNvPr>
          <p:cNvSpPr>
            <a:spLocks noGrp="1"/>
          </p:cNvSpPr>
          <p:nvPr/>
        </p:nvSpPr>
        <p:spPr>
          <a:xfrm>
            <a:off x="73731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01_find_only_1940">
            <a:extLst>
              <a:ext uri="{FF2B5EF4-FFF2-40B4-BE49-F238E27FC236}">
                <a16:creationId xmlns:a16="http://schemas.microsoft.com/office/drawing/2014/main" id="{1B335F18-0447-4548-8DB0-2D152AF5EBF0}"/>
              </a:ext>
            </a:extLst>
          </p:cNvPr>
          <p:cNvSpPr>
            <a:spLocks noGrp="1"/>
          </p:cNvSpPr>
          <p:nvPr/>
        </p:nvSpPr>
        <p:spPr>
          <a:xfrm>
            <a:off x="734602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01_find_only_1941">
            <a:extLst>
              <a:ext uri="{FF2B5EF4-FFF2-40B4-BE49-F238E27FC236}">
                <a16:creationId xmlns:a16="http://schemas.microsoft.com/office/drawing/2014/main" id="{E4DE82CC-CF9C-4087-AE42-05995F09909C}"/>
              </a:ext>
            </a:extLst>
          </p:cNvPr>
          <p:cNvSpPr>
            <a:spLocks noGrp="1"/>
          </p:cNvSpPr>
          <p:nvPr/>
        </p:nvSpPr>
        <p:spPr>
          <a:xfrm>
            <a:off x="7405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01_find_only_1942">
            <a:extLst>
              <a:ext uri="{FF2B5EF4-FFF2-40B4-BE49-F238E27FC236}">
                <a16:creationId xmlns:a16="http://schemas.microsoft.com/office/drawing/2014/main" id="{D378389A-F88B-412D-A963-F36D0E407CC9}"/>
              </a:ext>
            </a:extLst>
          </p:cNvPr>
          <p:cNvSpPr>
            <a:spLocks noGrp="1"/>
          </p:cNvSpPr>
          <p:nvPr/>
        </p:nvSpPr>
        <p:spPr>
          <a:xfrm>
            <a:off x="73357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01_find_only_1943">
            <a:extLst>
              <a:ext uri="{FF2B5EF4-FFF2-40B4-BE49-F238E27FC236}">
                <a16:creationId xmlns:a16="http://schemas.microsoft.com/office/drawing/2014/main" id="{CA7C22EF-8DC9-4337-8108-5A52376AB006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01_find_only_1944">
            <a:extLst>
              <a:ext uri="{FF2B5EF4-FFF2-40B4-BE49-F238E27FC236}">
                <a16:creationId xmlns:a16="http://schemas.microsoft.com/office/drawing/2014/main" id="{2567C40A-B402-4738-BCC2-4C4C4F4D4EAB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01_find_only_1945">
            <a:extLst>
              <a:ext uri="{FF2B5EF4-FFF2-40B4-BE49-F238E27FC236}">
                <a16:creationId xmlns:a16="http://schemas.microsoft.com/office/drawing/2014/main" id="{F6070812-DE83-4CD1-AAD6-36440A0A6ED3}"/>
              </a:ext>
            </a:extLst>
          </p:cNvPr>
          <p:cNvSpPr>
            <a:spLocks noGrp="1"/>
          </p:cNvSpPr>
          <p:nvPr/>
        </p:nvSpPr>
        <p:spPr>
          <a:xfrm>
            <a:off x="74070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01_find_only_1946">
            <a:extLst>
              <a:ext uri="{FF2B5EF4-FFF2-40B4-BE49-F238E27FC236}">
                <a16:creationId xmlns:a16="http://schemas.microsoft.com/office/drawing/2014/main" id="{AD631982-7B18-46FF-9390-C058955A650E}"/>
              </a:ext>
            </a:extLst>
          </p:cNvPr>
          <p:cNvSpPr>
            <a:spLocks noGrp="1"/>
          </p:cNvSpPr>
          <p:nvPr/>
        </p:nvSpPr>
        <p:spPr>
          <a:xfrm>
            <a:off x="73967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01_find_only_1947">
            <a:extLst>
              <a:ext uri="{FF2B5EF4-FFF2-40B4-BE49-F238E27FC236}">
                <a16:creationId xmlns:a16="http://schemas.microsoft.com/office/drawing/2014/main" id="{A0C5CCF1-2BCE-4CDF-8432-F767AE8F3018}"/>
              </a:ext>
            </a:extLst>
          </p:cNvPr>
          <p:cNvSpPr>
            <a:spLocks noGrp="1"/>
          </p:cNvSpPr>
          <p:nvPr/>
        </p:nvSpPr>
        <p:spPr>
          <a:xfrm>
            <a:off x="74009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01_find_only_1948">
            <a:extLst>
              <a:ext uri="{FF2B5EF4-FFF2-40B4-BE49-F238E27FC236}">
                <a16:creationId xmlns:a16="http://schemas.microsoft.com/office/drawing/2014/main" id="{38A1C62F-7985-4084-905A-3DB9EFA411C9}"/>
              </a:ext>
            </a:extLst>
          </p:cNvPr>
          <p:cNvSpPr>
            <a:spLocks noGrp="1"/>
          </p:cNvSpPr>
          <p:nvPr/>
        </p:nvSpPr>
        <p:spPr>
          <a:xfrm>
            <a:off x="73888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01_find_only_1949">
            <a:extLst>
              <a:ext uri="{FF2B5EF4-FFF2-40B4-BE49-F238E27FC236}">
                <a16:creationId xmlns:a16="http://schemas.microsoft.com/office/drawing/2014/main" id="{E543670B-A978-4872-A738-BC57846744F1}"/>
              </a:ext>
            </a:extLst>
          </p:cNvPr>
          <p:cNvSpPr>
            <a:spLocks noGrp="1"/>
          </p:cNvSpPr>
          <p:nvPr/>
        </p:nvSpPr>
        <p:spPr>
          <a:xfrm>
            <a:off x="7396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01_find_only_1950">
            <a:extLst>
              <a:ext uri="{FF2B5EF4-FFF2-40B4-BE49-F238E27FC236}">
                <a16:creationId xmlns:a16="http://schemas.microsoft.com/office/drawing/2014/main" id="{F2D80902-9A51-4C63-BEBB-42BE1B09905F}"/>
              </a:ext>
            </a:extLst>
          </p:cNvPr>
          <p:cNvSpPr>
            <a:spLocks noGrp="1"/>
          </p:cNvSpPr>
          <p:nvPr/>
        </p:nvSpPr>
        <p:spPr>
          <a:xfrm>
            <a:off x="74047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01_find_only_1951">
            <a:extLst>
              <a:ext uri="{FF2B5EF4-FFF2-40B4-BE49-F238E27FC236}">
                <a16:creationId xmlns:a16="http://schemas.microsoft.com/office/drawing/2014/main" id="{DB3A128A-BFB1-4C4A-9C0A-2EF32E0A0004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01_find_only_1952">
            <a:extLst>
              <a:ext uri="{FF2B5EF4-FFF2-40B4-BE49-F238E27FC236}">
                <a16:creationId xmlns:a16="http://schemas.microsoft.com/office/drawing/2014/main" id="{38C051CB-643D-44B6-ACC1-A50178718FA4}"/>
              </a:ext>
            </a:extLst>
          </p:cNvPr>
          <p:cNvSpPr>
            <a:spLocks noGrp="1"/>
          </p:cNvSpPr>
          <p:nvPr/>
        </p:nvSpPr>
        <p:spPr>
          <a:xfrm>
            <a:off x="73410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01_find_only_1953">
            <a:extLst>
              <a:ext uri="{FF2B5EF4-FFF2-40B4-BE49-F238E27FC236}">
                <a16:creationId xmlns:a16="http://schemas.microsoft.com/office/drawing/2014/main" id="{F8CC05E7-5AA4-42C0-B754-8148FC4B411B}"/>
              </a:ext>
            </a:extLst>
          </p:cNvPr>
          <p:cNvSpPr>
            <a:spLocks noGrp="1"/>
          </p:cNvSpPr>
          <p:nvPr/>
        </p:nvSpPr>
        <p:spPr>
          <a:xfrm>
            <a:off x="7387215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01_find_only_1954">
            <a:extLst>
              <a:ext uri="{FF2B5EF4-FFF2-40B4-BE49-F238E27FC236}">
                <a16:creationId xmlns:a16="http://schemas.microsoft.com/office/drawing/2014/main" id="{C12646E3-82D6-422E-A2BB-F50D058FFA1E}"/>
              </a:ext>
            </a:extLst>
          </p:cNvPr>
          <p:cNvSpPr>
            <a:spLocks noGrp="1"/>
          </p:cNvSpPr>
          <p:nvPr/>
        </p:nvSpPr>
        <p:spPr>
          <a:xfrm>
            <a:off x="7338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01_find_only_1955">
            <a:extLst>
              <a:ext uri="{FF2B5EF4-FFF2-40B4-BE49-F238E27FC236}">
                <a16:creationId xmlns:a16="http://schemas.microsoft.com/office/drawing/2014/main" id="{B1FA7B8B-7B7C-43D2-9B9A-E3EDFF512706}"/>
              </a:ext>
            </a:extLst>
          </p:cNvPr>
          <p:cNvSpPr>
            <a:spLocks noGrp="1"/>
          </p:cNvSpPr>
          <p:nvPr/>
        </p:nvSpPr>
        <p:spPr>
          <a:xfrm>
            <a:off x="7347771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01_find_only_1956">
            <a:extLst>
              <a:ext uri="{FF2B5EF4-FFF2-40B4-BE49-F238E27FC236}">
                <a16:creationId xmlns:a16="http://schemas.microsoft.com/office/drawing/2014/main" id="{BF6A8B56-051E-4FA5-B6B6-0E9178928033}"/>
              </a:ext>
            </a:extLst>
          </p:cNvPr>
          <p:cNvSpPr>
            <a:spLocks noGrp="1"/>
          </p:cNvSpPr>
          <p:nvPr/>
        </p:nvSpPr>
        <p:spPr>
          <a:xfrm>
            <a:off x="7331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01_find_only_1957">
            <a:extLst>
              <a:ext uri="{FF2B5EF4-FFF2-40B4-BE49-F238E27FC236}">
                <a16:creationId xmlns:a16="http://schemas.microsoft.com/office/drawing/2014/main" id="{E8484D07-043E-4302-9B73-98D569C6CC7D}"/>
              </a:ext>
            </a:extLst>
          </p:cNvPr>
          <p:cNvSpPr>
            <a:spLocks noGrp="1"/>
          </p:cNvSpPr>
          <p:nvPr/>
        </p:nvSpPr>
        <p:spPr>
          <a:xfrm>
            <a:off x="7342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01_find_only_1958">
            <a:extLst>
              <a:ext uri="{FF2B5EF4-FFF2-40B4-BE49-F238E27FC236}">
                <a16:creationId xmlns:a16="http://schemas.microsoft.com/office/drawing/2014/main" id="{8BE87B56-66D9-4FD8-BC51-FA9DD57A2C2B}"/>
              </a:ext>
            </a:extLst>
          </p:cNvPr>
          <p:cNvSpPr>
            <a:spLocks noGrp="1"/>
          </p:cNvSpPr>
          <p:nvPr/>
        </p:nvSpPr>
        <p:spPr>
          <a:xfrm>
            <a:off x="734592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01_find_only_1959">
            <a:extLst>
              <a:ext uri="{FF2B5EF4-FFF2-40B4-BE49-F238E27FC236}">
                <a16:creationId xmlns:a16="http://schemas.microsoft.com/office/drawing/2014/main" id="{6A88AD0B-DDB0-40E3-A3FF-AB418895533C}"/>
              </a:ext>
            </a:extLst>
          </p:cNvPr>
          <p:cNvSpPr>
            <a:spLocks noGrp="1"/>
          </p:cNvSpPr>
          <p:nvPr/>
        </p:nvSpPr>
        <p:spPr>
          <a:xfrm>
            <a:off x="74062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01_find_only_1960">
            <a:extLst>
              <a:ext uri="{FF2B5EF4-FFF2-40B4-BE49-F238E27FC236}">
                <a16:creationId xmlns:a16="http://schemas.microsoft.com/office/drawing/2014/main" id="{69550984-9ECB-41F4-8813-E0B3A710C4A3}"/>
              </a:ext>
            </a:extLst>
          </p:cNvPr>
          <p:cNvSpPr>
            <a:spLocks noGrp="1"/>
          </p:cNvSpPr>
          <p:nvPr/>
        </p:nvSpPr>
        <p:spPr>
          <a:xfrm>
            <a:off x="73650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01_find_only_1961">
            <a:extLst>
              <a:ext uri="{FF2B5EF4-FFF2-40B4-BE49-F238E27FC236}">
                <a16:creationId xmlns:a16="http://schemas.microsoft.com/office/drawing/2014/main" id="{F0B7EC88-0F9C-494E-92FD-6853BD04E7C5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01_find_only_1962">
            <a:extLst>
              <a:ext uri="{FF2B5EF4-FFF2-40B4-BE49-F238E27FC236}">
                <a16:creationId xmlns:a16="http://schemas.microsoft.com/office/drawing/2014/main" id="{7752AC31-0C2E-47FD-B170-213926BABDAC}"/>
              </a:ext>
            </a:extLst>
          </p:cNvPr>
          <p:cNvSpPr>
            <a:spLocks noGrp="1"/>
          </p:cNvSpPr>
          <p:nvPr/>
        </p:nvSpPr>
        <p:spPr>
          <a:xfrm>
            <a:off x="734748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01_find_only_1963">
            <a:extLst>
              <a:ext uri="{FF2B5EF4-FFF2-40B4-BE49-F238E27FC236}">
                <a16:creationId xmlns:a16="http://schemas.microsoft.com/office/drawing/2014/main" id="{1B8DCE52-A5FD-452C-95FF-7B64C73C40A9}"/>
              </a:ext>
            </a:extLst>
          </p:cNvPr>
          <p:cNvSpPr>
            <a:spLocks noGrp="1"/>
          </p:cNvSpPr>
          <p:nvPr/>
        </p:nvSpPr>
        <p:spPr>
          <a:xfrm>
            <a:off x="740120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01_find_only_1964">
            <a:extLst>
              <a:ext uri="{FF2B5EF4-FFF2-40B4-BE49-F238E27FC236}">
                <a16:creationId xmlns:a16="http://schemas.microsoft.com/office/drawing/2014/main" id="{14E7B671-CBB6-49D3-BC75-F0953888E5DD}"/>
              </a:ext>
            </a:extLst>
          </p:cNvPr>
          <p:cNvSpPr>
            <a:spLocks noGrp="1"/>
          </p:cNvSpPr>
          <p:nvPr/>
        </p:nvSpPr>
        <p:spPr>
          <a:xfrm>
            <a:off x="73828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01_find_only_1965">
            <a:extLst>
              <a:ext uri="{FF2B5EF4-FFF2-40B4-BE49-F238E27FC236}">
                <a16:creationId xmlns:a16="http://schemas.microsoft.com/office/drawing/2014/main" id="{E417BAE5-1BA5-46C9-8541-3F215DB5BCC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01_find_only_1966">
            <a:extLst>
              <a:ext uri="{FF2B5EF4-FFF2-40B4-BE49-F238E27FC236}">
                <a16:creationId xmlns:a16="http://schemas.microsoft.com/office/drawing/2014/main" id="{782408C0-6117-4DA4-B24C-A1618C5707E3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01_find_only_1967">
            <a:extLst>
              <a:ext uri="{FF2B5EF4-FFF2-40B4-BE49-F238E27FC236}">
                <a16:creationId xmlns:a16="http://schemas.microsoft.com/office/drawing/2014/main" id="{75974378-B291-4BFD-901F-C0CA6ACE3DD6}"/>
              </a:ext>
            </a:extLst>
          </p:cNvPr>
          <p:cNvSpPr>
            <a:spLocks noGrp="1"/>
          </p:cNvSpPr>
          <p:nvPr/>
        </p:nvSpPr>
        <p:spPr>
          <a:xfrm>
            <a:off x="7357584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01_find_only_1968">
            <a:extLst>
              <a:ext uri="{FF2B5EF4-FFF2-40B4-BE49-F238E27FC236}">
                <a16:creationId xmlns:a16="http://schemas.microsoft.com/office/drawing/2014/main" id="{A3D480C1-0D6A-444A-8540-3FE4FE09AE48}"/>
              </a:ext>
            </a:extLst>
          </p:cNvPr>
          <p:cNvSpPr>
            <a:spLocks noGrp="1"/>
          </p:cNvSpPr>
          <p:nvPr/>
        </p:nvSpPr>
        <p:spPr>
          <a:xfrm>
            <a:off x="7401496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01_find_only_1969">
            <a:extLst>
              <a:ext uri="{FF2B5EF4-FFF2-40B4-BE49-F238E27FC236}">
                <a16:creationId xmlns:a16="http://schemas.microsoft.com/office/drawing/2014/main" id="{879B71FD-61A3-471B-9686-1C9BBB21C5F3}"/>
              </a:ext>
            </a:extLst>
          </p:cNvPr>
          <p:cNvSpPr>
            <a:spLocks noGrp="1"/>
          </p:cNvSpPr>
          <p:nvPr/>
        </p:nvSpPr>
        <p:spPr>
          <a:xfrm>
            <a:off x="74015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01_find_only_1970">
            <a:extLst>
              <a:ext uri="{FF2B5EF4-FFF2-40B4-BE49-F238E27FC236}">
                <a16:creationId xmlns:a16="http://schemas.microsoft.com/office/drawing/2014/main" id="{C5280905-0E07-4CCC-9BA8-F0148215257F}"/>
              </a:ext>
            </a:extLst>
          </p:cNvPr>
          <p:cNvSpPr>
            <a:spLocks noGrp="1"/>
          </p:cNvSpPr>
          <p:nvPr/>
        </p:nvSpPr>
        <p:spPr>
          <a:xfrm>
            <a:off x="73955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01_find_only_1971">
            <a:extLst>
              <a:ext uri="{FF2B5EF4-FFF2-40B4-BE49-F238E27FC236}">
                <a16:creationId xmlns:a16="http://schemas.microsoft.com/office/drawing/2014/main" id="{9F5A4995-002F-4479-8203-97C1687E82C0}"/>
              </a:ext>
            </a:extLst>
          </p:cNvPr>
          <p:cNvSpPr>
            <a:spLocks noGrp="1"/>
          </p:cNvSpPr>
          <p:nvPr/>
        </p:nvSpPr>
        <p:spPr>
          <a:xfrm>
            <a:off x="740411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01_find_only_1972">
            <a:extLst>
              <a:ext uri="{FF2B5EF4-FFF2-40B4-BE49-F238E27FC236}">
                <a16:creationId xmlns:a16="http://schemas.microsoft.com/office/drawing/2014/main" id="{0DAD6AEF-B096-4EAE-8650-7750D079C6A8}"/>
              </a:ext>
            </a:extLst>
          </p:cNvPr>
          <p:cNvSpPr>
            <a:spLocks noGrp="1"/>
          </p:cNvSpPr>
          <p:nvPr/>
        </p:nvSpPr>
        <p:spPr>
          <a:xfrm>
            <a:off x="734825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01_find_only_1973">
            <a:extLst>
              <a:ext uri="{FF2B5EF4-FFF2-40B4-BE49-F238E27FC236}">
                <a16:creationId xmlns:a16="http://schemas.microsoft.com/office/drawing/2014/main" id="{4ED1C9B4-81CA-4418-82C0-AFC164E0466E}"/>
              </a:ext>
            </a:extLst>
          </p:cNvPr>
          <p:cNvSpPr>
            <a:spLocks noGrp="1"/>
          </p:cNvSpPr>
          <p:nvPr/>
        </p:nvSpPr>
        <p:spPr>
          <a:xfrm>
            <a:off x="73335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01_find_only_1974">
            <a:extLst>
              <a:ext uri="{FF2B5EF4-FFF2-40B4-BE49-F238E27FC236}">
                <a16:creationId xmlns:a16="http://schemas.microsoft.com/office/drawing/2014/main" id="{6F6F20EF-730D-49D6-9D4D-6E3C62630B94}"/>
              </a:ext>
            </a:extLst>
          </p:cNvPr>
          <p:cNvSpPr>
            <a:spLocks noGrp="1"/>
          </p:cNvSpPr>
          <p:nvPr/>
        </p:nvSpPr>
        <p:spPr>
          <a:xfrm>
            <a:off x="73901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01_find_only_1975">
            <a:extLst>
              <a:ext uri="{FF2B5EF4-FFF2-40B4-BE49-F238E27FC236}">
                <a16:creationId xmlns:a16="http://schemas.microsoft.com/office/drawing/2014/main" id="{CECA9BB0-702F-4742-AB14-16EFE477A926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01_find_only_1976">
            <a:extLst>
              <a:ext uri="{FF2B5EF4-FFF2-40B4-BE49-F238E27FC236}">
                <a16:creationId xmlns:a16="http://schemas.microsoft.com/office/drawing/2014/main" id="{D505F1B6-DDFE-4B84-A9DF-67E434E7ED59}"/>
              </a:ext>
            </a:extLst>
          </p:cNvPr>
          <p:cNvSpPr>
            <a:spLocks noGrp="1"/>
          </p:cNvSpPr>
          <p:nvPr/>
        </p:nvSpPr>
        <p:spPr>
          <a:xfrm>
            <a:off x="7335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01_find_only_1977">
            <a:extLst>
              <a:ext uri="{FF2B5EF4-FFF2-40B4-BE49-F238E27FC236}">
                <a16:creationId xmlns:a16="http://schemas.microsoft.com/office/drawing/2014/main" id="{B89B3EA0-EB24-4E51-9661-E666338DFA07}"/>
              </a:ext>
            </a:extLst>
          </p:cNvPr>
          <p:cNvSpPr>
            <a:spLocks noGrp="1"/>
          </p:cNvSpPr>
          <p:nvPr/>
        </p:nvSpPr>
        <p:spPr>
          <a:xfrm>
            <a:off x="739255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01_find_only_1978">
            <a:extLst>
              <a:ext uri="{FF2B5EF4-FFF2-40B4-BE49-F238E27FC236}">
                <a16:creationId xmlns:a16="http://schemas.microsoft.com/office/drawing/2014/main" id="{C1F70F6D-29E3-479D-82DE-CEA4B6295139}"/>
              </a:ext>
            </a:extLst>
          </p:cNvPr>
          <p:cNvSpPr>
            <a:spLocks noGrp="1"/>
          </p:cNvSpPr>
          <p:nvPr/>
        </p:nvSpPr>
        <p:spPr>
          <a:xfrm>
            <a:off x="73298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01_find_only_1979">
            <a:extLst>
              <a:ext uri="{FF2B5EF4-FFF2-40B4-BE49-F238E27FC236}">
                <a16:creationId xmlns:a16="http://schemas.microsoft.com/office/drawing/2014/main" id="{220854DA-2A98-4D8D-A591-A80E988F4DC2}"/>
              </a:ext>
            </a:extLst>
          </p:cNvPr>
          <p:cNvSpPr>
            <a:spLocks noGrp="1"/>
          </p:cNvSpPr>
          <p:nvPr/>
        </p:nvSpPr>
        <p:spPr>
          <a:xfrm>
            <a:off x="7411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01_find_only_1980">
            <a:extLst>
              <a:ext uri="{FF2B5EF4-FFF2-40B4-BE49-F238E27FC236}">
                <a16:creationId xmlns:a16="http://schemas.microsoft.com/office/drawing/2014/main" id="{88B2E0FA-2A5A-462C-9C68-6092DF85F774}"/>
              </a:ext>
            </a:extLst>
          </p:cNvPr>
          <p:cNvSpPr>
            <a:spLocks noGrp="1"/>
          </p:cNvSpPr>
          <p:nvPr/>
        </p:nvSpPr>
        <p:spPr>
          <a:xfrm>
            <a:off x="7396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01_find_only_1981">
            <a:extLst>
              <a:ext uri="{FF2B5EF4-FFF2-40B4-BE49-F238E27FC236}">
                <a16:creationId xmlns:a16="http://schemas.microsoft.com/office/drawing/2014/main" id="{FC00A947-7CCD-4EAE-9740-B73797873153}"/>
              </a:ext>
            </a:extLst>
          </p:cNvPr>
          <p:cNvSpPr>
            <a:spLocks noGrp="1"/>
          </p:cNvSpPr>
          <p:nvPr/>
        </p:nvSpPr>
        <p:spPr>
          <a:xfrm>
            <a:off x="73611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01_find_only_1982">
            <a:extLst>
              <a:ext uri="{FF2B5EF4-FFF2-40B4-BE49-F238E27FC236}">
                <a16:creationId xmlns:a16="http://schemas.microsoft.com/office/drawing/2014/main" id="{80D9170C-4F11-4F4D-970F-ABBA3ED251ED}"/>
              </a:ext>
            </a:extLst>
          </p:cNvPr>
          <p:cNvSpPr>
            <a:spLocks noGrp="1"/>
          </p:cNvSpPr>
          <p:nvPr/>
        </p:nvSpPr>
        <p:spPr>
          <a:xfrm>
            <a:off x="7344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01_find_only_1983">
            <a:extLst>
              <a:ext uri="{FF2B5EF4-FFF2-40B4-BE49-F238E27FC236}">
                <a16:creationId xmlns:a16="http://schemas.microsoft.com/office/drawing/2014/main" id="{7883241D-7375-42B3-A38B-4DA7997BC462}"/>
              </a:ext>
            </a:extLst>
          </p:cNvPr>
          <p:cNvSpPr>
            <a:spLocks noGrp="1"/>
          </p:cNvSpPr>
          <p:nvPr/>
        </p:nvSpPr>
        <p:spPr>
          <a:xfrm>
            <a:off x="7409753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01_find_only_1984">
            <a:extLst>
              <a:ext uri="{FF2B5EF4-FFF2-40B4-BE49-F238E27FC236}">
                <a16:creationId xmlns:a16="http://schemas.microsoft.com/office/drawing/2014/main" id="{41081476-FBD0-484C-A0B5-D3E2F10F53BB}"/>
              </a:ext>
            </a:extLst>
          </p:cNvPr>
          <p:cNvSpPr>
            <a:spLocks noGrp="1"/>
          </p:cNvSpPr>
          <p:nvPr/>
        </p:nvSpPr>
        <p:spPr>
          <a:xfrm>
            <a:off x="741393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01_find_only_1985">
            <a:extLst>
              <a:ext uri="{FF2B5EF4-FFF2-40B4-BE49-F238E27FC236}">
                <a16:creationId xmlns:a16="http://schemas.microsoft.com/office/drawing/2014/main" id="{C447B444-DB37-457E-A712-AB178AE0DAE7}"/>
              </a:ext>
            </a:extLst>
          </p:cNvPr>
          <p:cNvSpPr>
            <a:spLocks noGrp="1"/>
          </p:cNvSpPr>
          <p:nvPr/>
        </p:nvSpPr>
        <p:spPr>
          <a:xfrm>
            <a:off x="7378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01_find_only_1986">
            <a:extLst>
              <a:ext uri="{FF2B5EF4-FFF2-40B4-BE49-F238E27FC236}">
                <a16:creationId xmlns:a16="http://schemas.microsoft.com/office/drawing/2014/main" id="{0A34CE8A-4A9B-4659-A88E-4B58DDF28F9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01_find_only_1987">
            <a:extLst>
              <a:ext uri="{FF2B5EF4-FFF2-40B4-BE49-F238E27FC236}">
                <a16:creationId xmlns:a16="http://schemas.microsoft.com/office/drawing/2014/main" id="{4803EF4F-622E-4850-B44F-C12B8A3653DA}"/>
              </a:ext>
            </a:extLst>
          </p:cNvPr>
          <p:cNvSpPr>
            <a:spLocks noGrp="1"/>
          </p:cNvSpPr>
          <p:nvPr/>
        </p:nvSpPr>
        <p:spPr>
          <a:xfrm>
            <a:off x="7332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01_find_only_1988">
            <a:extLst>
              <a:ext uri="{FF2B5EF4-FFF2-40B4-BE49-F238E27FC236}">
                <a16:creationId xmlns:a16="http://schemas.microsoft.com/office/drawing/2014/main" id="{704DFC20-0F3E-44FC-98E6-74F1263F8E97}"/>
              </a:ext>
            </a:extLst>
          </p:cNvPr>
          <p:cNvSpPr>
            <a:spLocks noGrp="1"/>
          </p:cNvSpPr>
          <p:nvPr/>
        </p:nvSpPr>
        <p:spPr>
          <a:xfrm>
            <a:off x="73601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01_find_only_1989">
            <a:extLst>
              <a:ext uri="{FF2B5EF4-FFF2-40B4-BE49-F238E27FC236}">
                <a16:creationId xmlns:a16="http://schemas.microsoft.com/office/drawing/2014/main" id="{3390E8B4-6CB4-4948-A30B-4C01F10B7010}"/>
              </a:ext>
            </a:extLst>
          </p:cNvPr>
          <p:cNvSpPr>
            <a:spLocks noGrp="1"/>
          </p:cNvSpPr>
          <p:nvPr/>
        </p:nvSpPr>
        <p:spPr>
          <a:xfrm>
            <a:off x="73947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01_find_only_1990">
            <a:extLst>
              <a:ext uri="{FF2B5EF4-FFF2-40B4-BE49-F238E27FC236}">
                <a16:creationId xmlns:a16="http://schemas.microsoft.com/office/drawing/2014/main" id="{D894910E-A1CC-4F8A-9496-D5330D73FD41}"/>
              </a:ext>
            </a:extLst>
          </p:cNvPr>
          <p:cNvSpPr>
            <a:spLocks noGrp="1"/>
          </p:cNvSpPr>
          <p:nvPr/>
        </p:nvSpPr>
        <p:spPr>
          <a:xfrm>
            <a:off x="732678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01_find_only_1991">
            <a:extLst>
              <a:ext uri="{FF2B5EF4-FFF2-40B4-BE49-F238E27FC236}">
                <a16:creationId xmlns:a16="http://schemas.microsoft.com/office/drawing/2014/main" id="{0F886401-5A59-4DB4-AE21-338258313944}"/>
              </a:ext>
            </a:extLst>
          </p:cNvPr>
          <p:cNvSpPr>
            <a:spLocks noGrp="1"/>
          </p:cNvSpPr>
          <p:nvPr/>
        </p:nvSpPr>
        <p:spPr>
          <a:xfrm>
            <a:off x="73232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01_find_only_1992">
            <a:extLst>
              <a:ext uri="{FF2B5EF4-FFF2-40B4-BE49-F238E27FC236}">
                <a16:creationId xmlns:a16="http://schemas.microsoft.com/office/drawing/2014/main" id="{2CF2271F-0A02-49F3-B4EC-E94E6EEE3446}"/>
              </a:ext>
            </a:extLst>
          </p:cNvPr>
          <p:cNvSpPr>
            <a:spLocks noGrp="1"/>
          </p:cNvSpPr>
          <p:nvPr/>
        </p:nvSpPr>
        <p:spPr>
          <a:xfrm>
            <a:off x="738070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01_find_only_1993">
            <a:extLst>
              <a:ext uri="{FF2B5EF4-FFF2-40B4-BE49-F238E27FC236}">
                <a16:creationId xmlns:a16="http://schemas.microsoft.com/office/drawing/2014/main" id="{398D6469-13E2-4958-AD85-000E2338F661}"/>
              </a:ext>
            </a:extLst>
          </p:cNvPr>
          <p:cNvSpPr>
            <a:spLocks noGrp="1"/>
          </p:cNvSpPr>
          <p:nvPr/>
        </p:nvSpPr>
        <p:spPr>
          <a:xfrm>
            <a:off x="7409171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01_find_only_1994">
            <a:extLst>
              <a:ext uri="{FF2B5EF4-FFF2-40B4-BE49-F238E27FC236}">
                <a16:creationId xmlns:a16="http://schemas.microsoft.com/office/drawing/2014/main" id="{33ABEEB6-43CB-462A-BD0F-61DD4E9B1318}"/>
              </a:ext>
            </a:extLst>
          </p:cNvPr>
          <p:cNvSpPr>
            <a:spLocks noGrp="1"/>
          </p:cNvSpPr>
          <p:nvPr/>
        </p:nvSpPr>
        <p:spPr>
          <a:xfrm>
            <a:off x="73190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01_find_only_1995">
            <a:extLst>
              <a:ext uri="{FF2B5EF4-FFF2-40B4-BE49-F238E27FC236}">
                <a16:creationId xmlns:a16="http://schemas.microsoft.com/office/drawing/2014/main" id="{78EA1598-9BE7-41A9-9F20-C8D32C6772B7}"/>
              </a:ext>
            </a:extLst>
          </p:cNvPr>
          <p:cNvSpPr>
            <a:spLocks noGrp="1"/>
          </p:cNvSpPr>
          <p:nvPr/>
        </p:nvSpPr>
        <p:spPr>
          <a:xfrm>
            <a:off x="73570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01_find_only_1996">
            <a:extLst>
              <a:ext uri="{FF2B5EF4-FFF2-40B4-BE49-F238E27FC236}">
                <a16:creationId xmlns:a16="http://schemas.microsoft.com/office/drawing/2014/main" id="{7DABE1A0-B527-4044-8D7E-F1C67B516DC7}"/>
              </a:ext>
            </a:extLst>
          </p:cNvPr>
          <p:cNvSpPr>
            <a:spLocks noGrp="1"/>
          </p:cNvSpPr>
          <p:nvPr/>
        </p:nvSpPr>
        <p:spPr>
          <a:xfrm>
            <a:off x="73881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01_find_only_1997">
            <a:extLst>
              <a:ext uri="{FF2B5EF4-FFF2-40B4-BE49-F238E27FC236}">
                <a16:creationId xmlns:a16="http://schemas.microsoft.com/office/drawing/2014/main" id="{E24C18C2-C9AB-4C80-9C3D-655A6C056657}"/>
              </a:ext>
            </a:extLst>
          </p:cNvPr>
          <p:cNvSpPr>
            <a:spLocks noGrp="1"/>
          </p:cNvSpPr>
          <p:nvPr/>
        </p:nvSpPr>
        <p:spPr>
          <a:xfrm>
            <a:off x="73590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01_find_only_1998">
            <a:extLst>
              <a:ext uri="{FF2B5EF4-FFF2-40B4-BE49-F238E27FC236}">
                <a16:creationId xmlns:a16="http://schemas.microsoft.com/office/drawing/2014/main" id="{1D5F9C7C-089A-4085-8ED0-2861BA56FF1C}"/>
              </a:ext>
            </a:extLst>
          </p:cNvPr>
          <p:cNvSpPr>
            <a:spLocks noGrp="1"/>
          </p:cNvSpPr>
          <p:nvPr/>
        </p:nvSpPr>
        <p:spPr>
          <a:xfrm>
            <a:off x="73426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01_find_only_1999">
            <a:extLst>
              <a:ext uri="{FF2B5EF4-FFF2-40B4-BE49-F238E27FC236}">
                <a16:creationId xmlns:a16="http://schemas.microsoft.com/office/drawing/2014/main" id="{F0D5FCC9-BF40-43E8-8407-5B908BE8DFCD}"/>
              </a:ext>
            </a:extLst>
          </p:cNvPr>
          <p:cNvSpPr>
            <a:spLocks noGrp="1"/>
          </p:cNvSpPr>
          <p:nvPr/>
        </p:nvSpPr>
        <p:spPr>
          <a:xfrm>
            <a:off x="7380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01_find_only_2000">
            <a:extLst>
              <a:ext uri="{FF2B5EF4-FFF2-40B4-BE49-F238E27FC236}">
                <a16:creationId xmlns:a16="http://schemas.microsoft.com/office/drawing/2014/main" id="{403DE090-1371-41BA-97F3-851CDC149239}"/>
              </a:ext>
            </a:extLst>
          </p:cNvPr>
          <p:cNvSpPr>
            <a:spLocks noGrp="1"/>
          </p:cNvSpPr>
          <p:nvPr/>
        </p:nvSpPr>
        <p:spPr>
          <a:xfrm>
            <a:off x="7377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01_find_only_2001">
            <a:extLst>
              <a:ext uri="{FF2B5EF4-FFF2-40B4-BE49-F238E27FC236}">
                <a16:creationId xmlns:a16="http://schemas.microsoft.com/office/drawing/2014/main" id="{BA28267A-11BB-49C3-8024-7C81770F3268}"/>
              </a:ext>
            </a:extLst>
          </p:cNvPr>
          <p:cNvSpPr>
            <a:spLocks noGrp="1"/>
          </p:cNvSpPr>
          <p:nvPr/>
        </p:nvSpPr>
        <p:spPr>
          <a:xfrm>
            <a:off x="73654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01_find_only_2002">
            <a:extLst>
              <a:ext uri="{FF2B5EF4-FFF2-40B4-BE49-F238E27FC236}">
                <a16:creationId xmlns:a16="http://schemas.microsoft.com/office/drawing/2014/main" id="{BDD107D2-6BB8-4492-8FAD-976A0D5A143D}"/>
              </a:ext>
            </a:extLst>
          </p:cNvPr>
          <p:cNvSpPr>
            <a:spLocks noGrp="1"/>
          </p:cNvSpPr>
          <p:nvPr/>
        </p:nvSpPr>
        <p:spPr>
          <a:xfrm>
            <a:off x="7374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01_find_only_2003">
            <a:extLst>
              <a:ext uri="{FF2B5EF4-FFF2-40B4-BE49-F238E27FC236}">
                <a16:creationId xmlns:a16="http://schemas.microsoft.com/office/drawing/2014/main" id="{D1862900-30D3-4B7B-99FE-A02B5F963EF6}"/>
              </a:ext>
            </a:extLst>
          </p:cNvPr>
          <p:cNvSpPr>
            <a:spLocks noGrp="1"/>
          </p:cNvSpPr>
          <p:nvPr/>
        </p:nvSpPr>
        <p:spPr>
          <a:xfrm>
            <a:off x="73469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01_find_only_2004">
            <a:extLst>
              <a:ext uri="{FF2B5EF4-FFF2-40B4-BE49-F238E27FC236}">
                <a16:creationId xmlns:a16="http://schemas.microsoft.com/office/drawing/2014/main" id="{08BC5D71-8E78-4F2C-8D06-083929E5601B}"/>
              </a:ext>
            </a:extLst>
          </p:cNvPr>
          <p:cNvSpPr>
            <a:spLocks noGrp="1"/>
          </p:cNvSpPr>
          <p:nvPr/>
        </p:nvSpPr>
        <p:spPr>
          <a:xfrm>
            <a:off x="73687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01_find_only_2005">
            <a:extLst>
              <a:ext uri="{FF2B5EF4-FFF2-40B4-BE49-F238E27FC236}">
                <a16:creationId xmlns:a16="http://schemas.microsoft.com/office/drawing/2014/main" id="{E0972420-0CC7-49D3-BB0A-F789ADF8BED0}"/>
              </a:ext>
            </a:extLst>
          </p:cNvPr>
          <p:cNvSpPr>
            <a:spLocks noGrp="1"/>
          </p:cNvSpPr>
          <p:nvPr/>
        </p:nvSpPr>
        <p:spPr>
          <a:xfrm>
            <a:off x="734796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01_find_only_2006">
            <a:extLst>
              <a:ext uri="{FF2B5EF4-FFF2-40B4-BE49-F238E27FC236}">
                <a16:creationId xmlns:a16="http://schemas.microsoft.com/office/drawing/2014/main" id="{BC26E8E2-DC10-46E7-881F-5A2D0A6D66CF}"/>
              </a:ext>
            </a:extLst>
          </p:cNvPr>
          <p:cNvSpPr>
            <a:spLocks noGrp="1"/>
          </p:cNvSpPr>
          <p:nvPr/>
        </p:nvSpPr>
        <p:spPr>
          <a:xfrm>
            <a:off x="7356514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01_find_only_2007">
            <a:extLst>
              <a:ext uri="{FF2B5EF4-FFF2-40B4-BE49-F238E27FC236}">
                <a16:creationId xmlns:a16="http://schemas.microsoft.com/office/drawing/2014/main" id="{F428C1C6-CFB7-4D3B-96BC-ACF7CF0AB794}"/>
              </a:ext>
            </a:extLst>
          </p:cNvPr>
          <p:cNvSpPr>
            <a:spLocks noGrp="1"/>
          </p:cNvSpPr>
          <p:nvPr/>
        </p:nvSpPr>
        <p:spPr>
          <a:xfrm>
            <a:off x="739848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01_find_only_2008">
            <a:extLst>
              <a:ext uri="{FF2B5EF4-FFF2-40B4-BE49-F238E27FC236}">
                <a16:creationId xmlns:a16="http://schemas.microsoft.com/office/drawing/2014/main" id="{50DA5D78-4555-4FD4-858C-9CA4004E7FE8}"/>
              </a:ext>
            </a:extLst>
          </p:cNvPr>
          <p:cNvSpPr>
            <a:spLocks noGrp="1"/>
          </p:cNvSpPr>
          <p:nvPr/>
        </p:nvSpPr>
        <p:spPr>
          <a:xfrm>
            <a:off x="73297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01_find_only_2009">
            <a:extLst>
              <a:ext uri="{FF2B5EF4-FFF2-40B4-BE49-F238E27FC236}">
                <a16:creationId xmlns:a16="http://schemas.microsoft.com/office/drawing/2014/main" id="{27BE3587-EC7D-4002-9379-2BEBD7A37FF9}"/>
              </a:ext>
            </a:extLst>
          </p:cNvPr>
          <p:cNvSpPr>
            <a:spLocks noGrp="1"/>
          </p:cNvSpPr>
          <p:nvPr/>
        </p:nvSpPr>
        <p:spPr>
          <a:xfrm>
            <a:off x="73341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01_find_only_2010">
            <a:extLst>
              <a:ext uri="{FF2B5EF4-FFF2-40B4-BE49-F238E27FC236}">
                <a16:creationId xmlns:a16="http://schemas.microsoft.com/office/drawing/2014/main" id="{D3CF6E2B-6A1C-4383-BD07-8F85EE3F5D78}"/>
              </a:ext>
            </a:extLst>
          </p:cNvPr>
          <p:cNvSpPr>
            <a:spLocks noGrp="1"/>
          </p:cNvSpPr>
          <p:nvPr/>
        </p:nvSpPr>
        <p:spPr>
          <a:xfrm>
            <a:off x="73745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01_find_only_2011">
            <a:extLst>
              <a:ext uri="{FF2B5EF4-FFF2-40B4-BE49-F238E27FC236}">
                <a16:creationId xmlns:a16="http://schemas.microsoft.com/office/drawing/2014/main" id="{6CAF494C-0AFE-4152-8E35-2C100B5C1854}"/>
              </a:ext>
            </a:extLst>
          </p:cNvPr>
          <p:cNvSpPr>
            <a:spLocks noGrp="1"/>
          </p:cNvSpPr>
          <p:nvPr/>
        </p:nvSpPr>
        <p:spPr>
          <a:xfrm>
            <a:off x="737371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01_find_only_2012">
            <a:extLst>
              <a:ext uri="{FF2B5EF4-FFF2-40B4-BE49-F238E27FC236}">
                <a16:creationId xmlns:a16="http://schemas.microsoft.com/office/drawing/2014/main" id="{C16C1087-CD4B-43AE-8675-2D43D4526663}"/>
              </a:ext>
            </a:extLst>
          </p:cNvPr>
          <p:cNvSpPr>
            <a:spLocks noGrp="1"/>
          </p:cNvSpPr>
          <p:nvPr/>
        </p:nvSpPr>
        <p:spPr>
          <a:xfrm>
            <a:off x="7405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01_find_only_2013">
            <a:extLst>
              <a:ext uri="{FF2B5EF4-FFF2-40B4-BE49-F238E27FC236}">
                <a16:creationId xmlns:a16="http://schemas.microsoft.com/office/drawing/2014/main" id="{79AB5210-C491-41FF-B14C-ABBF91526A24}"/>
              </a:ext>
            </a:extLst>
          </p:cNvPr>
          <p:cNvSpPr>
            <a:spLocks noGrp="1"/>
          </p:cNvSpPr>
          <p:nvPr/>
        </p:nvSpPr>
        <p:spPr>
          <a:xfrm>
            <a:off x="73906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01_find_only_2014">
            <a:extLst>
              <a:ext uri="{FF2B5EF4-FFF2-40B4-BE49-F238E27FC236}">
                <a16:creationId xmlns:a16="http://schemas.microsoft.com/office/drawing/2014/main" id="{A5BE3F1A-C84F-450E-8FE7-5F8FB7C09F04}"/>
              </a:ext>
            </a:extLst>
          </p:cNvPr>
          <p:cNvSpPr>
            <a:spLocks noGrp="1"/>
          </p:cNvSpPr>
          <p:nvPr/>
        </p:nvSpPr>
        <p:spPr>
          <a:xfrm>
            <a:off x="7330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01_find_only_2015">
            <a:extLst>
              <a:ext uri="{FF2B5EF4-FFF2-40B4-BE49-F238E27FC236}">
                <a16:creationId xmlns:a16="http://schemas.microsoft.com/office/drawing/2014/main" id="{20FE934C-1AEA-4525-8E6B-A28743186FBB}"/>
              </a:ext>
            </a:extLst>
          </p:cNvPr>
          <p:cNvSpPr>
            <a:spLocks noGrp="1"/>
          </p:cNvSpPr>
          <p:nvPr/>
        </p:nvSpPr>
        <p:spPr>
          <a:xfrm>
            <a:off x="73447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01_find_only_2016">
            <a:extLst>
              <a:ext uri="{FF2B5EF4-FFF2-40B4-BE49-F238E27FC236}">
                <a16:creationId xmlns:a16="http://schemas.microsoft.com/office/drawing/2014/main" id="{4E65A14E-673C-44D7-ACAA-6ED76CDAECFB}"/>
              </a:ext>
            </a:extLst>
          </p:cNvPr>
          <p:cNvSpPr>
            <a:spLocks noGrp="1"/>
          </p:cNvSpPr>
          <p:nvPr/>
        </p:nvSpPr>
        <p:spPr>
          <a:xfrm>
            <a:off x="7383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01_find_only_2017">
            <a:extLst>
              <a:ext uri="{FF2B5EF4-FFF2-40B4-BE49-F238E27FC236}">
                <a16:creationId xmlns:a16="http://schemas.microsoft.com/office/drawing/2014/main" id="{14DDDA19-4AEF-4FA3-ADFC-3E1507A761EA}"/>
              </a:ext>
            </a:extLst>
          </p:cNvPr>
          <p:cNvSpPr>
            <a:spLocks noGrp="1"/>
          </p:cNvSpPr>
          <p:nvPr/>
        </p:nvSpPr>
        <p:spPr>
          <a:xfrm>
            <a:off x="73250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01_find_only_2018">
            <a:extLst>
              <a:ext uri="{FF2B5EF4-FFF2-40B4-BE49-F238E27FC236}">
                <a16:creationId xmlns:a16="http://schemas.microsoft.com/office/drawing/2014/main" id="{72BEBE00-6E85-4EB7-A56E-7369116EF3CB}"/>
              </a:ext>
            </a:extLst>
          </p:cNvPr>
          <p:cNvSpPr>
            <a:spLocks noGrp="1"/>
          </p:cNvSpPr>
          <p:nvPr/>
        </p:nvSpPr>
        <p:spPr>
          <a:xfrm>
            <a:off x="739255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01_find_only_2019">
            <a:extLst>
              <a:ext uri="{FF2B5EF4-FFF2-40B4-BE49-F238E27FC236}">
                <a16:creationId xmlns:a16="http://schemas.microsoft.com/office/drawing/2014/main" id="{5CA73A33-0591-4DDA-8CA9-917C0E9E969D}"/>
              </a:ext>
            </a:extLst>
          </p:cNvPr>
          <p:cNvSpPr>
            <a:spLocks noGrp="1"/>
          </p:cNvSpPr>
          <p:nvPr/>
        </p:nvSpPr>
        <p:spPr>
          <a:xfrm>
            <a:off x="73958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01_find_only_2020">
            <a:extLst>
              <a:ext uri="{FF2B5EF4-FFF2-40B4-BE49-F238E27FC236}">
                <a16:creationId xmlns:a16="http://schemas.microsoft.com/office/drawing/2014/main" id="{3042EDB0-AE03-4FB8-9D26-353FBA4C21C2}"/>
              </a:ext>
            </a:extLst>
          </p:cNvPr>
          <p:cNvSpPr>
            <a:spLocks noGrp="1"/>
          </p:cNvSpPr>
          <p:nvPr/>
        </p:nvSpPr>
        <p:spPr>
          <a:xfrm>
            <a:off x="73855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01_find_only_2021">
            <a:extLst>
              <a:ext uri="{FF2B5EF4-FFF2-40B4-BE49-F238E27FC236}">
                <a16:creationId xmlns:a16="http://schemas.microsoft.com/office/drawing/2014/main" id="{CB845ED2-2144-4D37-807E-5FB7FAC159F4}"/>
              </a:ext>
            </a:extLst>
          </p:cNvPr>
          <p:cNvSpPr>
            <a:spLocks noGrp="1"/>
          </p:cNvSpPr>
          <p:nvPr/>
        </p:nvSpPr>
        <p:spPr>
          <a:xfrm>
            <a:off x="738468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01_find_only_2022">
            <a:extLst>
              <a:ext uri="{FF2B5EF4-FFF2-40B4-BE49-F238E27FC236}">
                <a16:creationId xmlns:a16="http://schemas.microsoft.com/office/drawing/2014/main" id="{791972A5-153A-4785-BB2B-782103C33F44}"/>
              </a:ext>
            </a:extLst>
          </p:cNvPr>
          <p:cNvSpPr>
            <a:spLocks noGrp="1"/>
          </p:cNvSpPr>
          <p:nvPr/>
        </p:nvSpPr>
        <p:spPr>
          <a:xfrm>
            <a:off x="7388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01_find_only_2023">
            <a:extLst>
              <a:ext uri="{FF2B5EF4-FFF2-40B4-BE49-F238E27FC236}">
                <a16:creationId xmlns:a16="http://schemas.microsoft.com/office/drawing/2014/main" id="{5A3A09DE-C8AC-4F36-8DDA-1DF35F938638}"/>
              </a:ext>
            </a:extLst>
          </p:cNvPr>
          <p:cNvSpPr>
            <a:spLocks noGrp="1"/>
          </p:cNvSpPr>
          <p:nvPr/>
        </p:nvSpPr>
        <p:spPr>
          <a:xfrm>
            <a:off x="7370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01_find_only_2024">
            <a:extLst>
              <a:ext uri="{FF2B5EF4-FFF2-40B4-BE49-F238E27FC236}">
                <a16:creationId xmlns:a16="http://schemas.microsoft.com/office/drawing/2014/main" id="{D4E13F62-6575-491E-ADDF-E151EDA3674F}"/>
              </a:ext>
            </a:extLst>
          </p:cNvPr>
          <p:cNvSpPr>
            <a:spLocks noGrp="1"/>
          </p:cNvSpPr>
          <p:nvPr/>
        </p:nvSpPr>
        <p:spPr>
          <a:xfrm>
            <a:off x="7320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01_find_only_2025">
            <a:extLst>
              <a:ext uri="{FF2B5EF4-FFF2-40B4-BE49-F238E27FC236}">
                <a16:creationId xmlns:a16="http://schemas.microsoft.com/office/drawing/2014/main" id="{C12C1BDF-377A-4ED5-88CF-0FE473CE2C85}"/>
              </a:ext>
            </a:extLst>
          </p:cNvPr>
          <p:cNvSpPr>
            <a:spLocks noGrp="1"/>
          </p:cNvSpPr>
          <p:nvPr/>
        </p:nvSpPr>
        <p:spPr>
          <a:xfrm>
            <a:off x="73703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01_find_only_2026">
            <a:extLst>
              <a:ext uri="{FF2B5EF4-FFF2-40B4-BE49-F238E27FC236}">
                <a16:creationId xmlns:a16="http://schemas.microsoft.com/office/drawing/2014/main" id="{B442525E-F5C6-4A10-810C-4ADFB425167A}"/>
              </a:ext>
            </a:extLst>
          </p:cNvPr>
          <p:cNvSpPr>
            <a:spLocks noGrp="1"/>
          </p:cNvSpPr>
          <p:nvPr/>
        </p:nvSpPr>
        <p:spPr>
          <a:xfrm>
            <a:off x="73329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01_find_only_2027">
            <a:extLst>
              <a:ext uri="{FF2B5EF4-FFF2-40B4-BE49-F238E27FC236}">
                <a16:creationId xmlns:a16="http://schemas.microsoft.com/office/drawing/2014/main" id="{8BF4D56B-4845-42D3-B659-8DEA3296BB01}"/>
              </a:ext>
            </a:extLst>
          </p:cNvPr>
          <p:cNvSpPr>
            <a:spLocks noGrp="1"/>
          </p:cNvSpPr>
          <p:nvPr/>
        </p:nvSpPr>
        <p:spPr>
          <a:xfrm>
            <a:off x="7385078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01_find_only_2028">
            <a:extLst>
              <a:ext uri="{FF2B5EF4-FFF2-40B4-BE49-F238E27FC236}">
                <a16:creationId xmlns:a16="http://schemas.microsoft.com/office/drawing/2014/main" id="{6C38D8AD-23F3-43A1-88BB-7DAAD8A79F25}"/>
              </a:ext>
            </a:extLst>
          </p:cNvPr>
          <p:cNvSpPr>
            <a:spLocks noGrp="1"/>
          </p:cNvSpPr>
          <p:nvPr/>
        </p:nvSpPr>
        <p:spPr>
          <a:xfrm>
            <a:off x="739790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01_find_only_2029">
            <a:extLst>
              <a:ext uri="{FF2B5EF4-FFF2-40B4-BE49-F238E27FC236}">
                <a16:creationId xmlns:a16="http://schemas.microsoft.com/office/drawing/2014/main" id="{78A8F89A-4CC5-4B45-BDD2-F4D03958D07D}"/>
              </a:ext>
            </a:extLst>
          </p:cNvPr>
          <p:cNvSpPr>
            <a:spLocks noGrp="1"/>
          </p:cNvSpPr>
          <p:nvPr/>
        </p:nvSpPr>
        <p:spPr>
          <a:xfrm>
            <a:off x="73313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01_find_only_2030">
            <a:extLst>
              <a:ext uri="{FF2B5EF4-FFF2-40B4-BE49-F238E27FC236}">
                <a16:creationId xmlns:a16="http://schemas.microsoft.com/office/drawing/2014/main" id="{8D2181A8-4FF0-432D-9F1B-CAE57AD80790}"/>
              </a:ext>
            </a:extLst>
          </p:cNvPr>
          <p:cNvSpPr>
            <a:spLocks noGrp="1"/>
          </p:cNvSpPr>
          <p:nvPr/>
        </p:nvSpPr>
        <p:spPr>
          <a:xfrm>
            <a:off x="7385952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01_find_only_2031">
            <a:extLst>
              <a:ext uri="{FF2B5EF4-FFF2-40B4-BE49-F238E27FC236}">
                <a16:creationId xmlns:a16="http://schemas.microsoft.com/office/drawing/2014/main" id="{79BD235E-3BEF-4E82-B2C7-66F4113338BE}"/>
              </a:ext>
            </a:extLst>
          </p:cNvPr>
          <p:cNvSpPr>
            <a:spLocks noGrp="1"/>
          </p:cNvSpPr>
          <p:nvPr/>
        </p:nvSpPr>
        <p:spPr>
          <a:xfrm>
            <a:off x="7336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01_find_only_2032">
            <a:extLst>
              <a:ext uri="{FF2B5EF4-FFF2-40B4-BE49-F238E27FC236}">
                <a16:creationId xmlns:a16="http://schemas.microsoft.com/office/drawing/2014/main" id="{0DDA6CAA-0E38-46FA-B873-102B30B48970}"/>
              </a:ext>
            </a:extLst>
          </p:cNvPr>
          <p:cNvSpPr>
            <a:spLocks noGrp="1"/>
          </p:cNvSpPr>
          <p:nvPr/>
        </p:nvSpPr>
        <p:spPr>
          <a:xfrm>
            <a:off x="73404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01_find_only_2033">
            <a:extLst>
              <a:ext uri="{FF2B5EF4-FFF2-40B4-BE49-F238E27FC236}">
                <a16:creationId xmlns:a16="http://schemas.microsoft.com/office/drawing/2014/main" id="{09ADB617-82AB-43ED-A5CA-6D201702D793}"/>
              </a:ext>
            </a:extLst>
          </p:cNvPr>
          <p:cNvSpPr>
            <a:spLocks noGrp="1"/>
          </p:cNvSpPr>
          <p:nvPr/>
        </p:nvSpPr>
        <p:spPr>
          <a:xfrm>
            <a:off x="732892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01_find_only_2034">
            <a:extLst>
              <a:ext uri="{FF2B5EF4-FFF2-40B4-BE49-F238E27FC236}">
                <a16:creationId xmlns:a16="http://schemas.microsoft.com/office/drawing/2014/main" id="{1CAFBA83-0FFB-4109-A2CC-603B0937D03F}"/>
              </a:ext>
            </a:extLst>
          </p:cNvPr>
          <p:cNvSpPr>
            <a:spLocks noGrp="1"/>
          </p:cNvSpPr>
          <p:nvPr/>
        </p:nvSpPr>
        <p:spPr>
          <a:xfrm>
            <a:off x="7384883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01_find_only_2035">
            <a:extLst>
              <a:ext uri="{FF2B5EF4-FFF2-40B4-BE49-F238E27FC236}">
                <a16:creationId xmlns:a16="http://schemas.microsoft.com/office/drawing/2014/main" id="{59ED7C3A-B0EA-4561-9A37-C93CD023AB56}"/>
              </a:ext>
            </a:extLst>
          </p:cNvPr>
          <p:cNvSpPr>
            <a:spLocks noGrp="1"/>
          </p:cNvSpPr>
          <p:nvPr/>
        </p:nvSpPr>
        <p:spPr>
          <a:xfrm>
            <a:off x="740994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01_find_only_2036">
            <a:extLst>
              <a:ext uri="{FF2B5EF4-FFF2-40B4-BE49-F238E27FC236}">
                <a16:creationId xmlns:a16="http://schemas.microsoft.com/office/drawing/2014/main" id="{C4B9AD59-56E4-429F-B45E-F01A2C922ABD}"/>
              </a:ext>
            </a:extLst>
          </p:cNvPr>
          <p:cNvSpPr>
            <a:spLocks noGrp="1"/>
          </p:cNvSpPr>
          <p:nvPr/>
        </p:nvSpPr>
        <p:spPr>
          <a:xfrm>
            <a:off x="741412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01_find_only_2037">
            <a:extLst>
              <a:ext uri="{FF2B5EF4-FFF2-40B4-BE49-F238E27FC236}">
                <a16:creationId xmlns:a16="http://schemas.microsoft.com/office/drawing/2014/main" id="{76C9BAC1-EC67-45F2-893F-124A53A1D2B3}"/>
              </a:ext>
            </a:extLst>
          </p:cNvPr>
          <p:cNvSpPr>
            <a:spLocks noGrp="1"/>
          </p:cNvSpPr>
          <p:nvPr/>
        </p:nvSpPr>
        <p:spPr>
          <a:xfrm>
            <a:off x="73540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01_find_only_2038">
            <a:extLst>
              <a:ext uri="{FF2B5EF4-FFF2-40B4-BE49-F238E27FC236}">
                <a16:creationId xmlns:a16="http://schemas.microsoft.com/office/drawing/2014/main" id="{FB456D08-E203-4123-9CF4-C7E0C684F287}"/>
              </a:ext>
            </a:extLst>
          </p:cNvPr>
          <p:cNvSpPr>
            <a:spLocks noGrp="1"/>
          </p:cNvSpPr>
          <p:nvPr/>
        </p:nvSpPr>
        <p:spPr>
          <a:xfrm>
            <a:off x="73897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01_find_only_2039">
            <a:extLst>
              <a:ext uri="{FF2B5EF4-FFF2-40B4-BE49-F238E27FC236}">
                <a16:creationId xmlns:a16="http://schemas.microsoft.com/office/drawing/2014/main" id="{1824DE69-4DCF-4DDB-BBF0-25091BD78FC9}"/>
              </a:ext>
            </a:extLst>
          </p:cNvPr>
          <p:cNvSpPr>
            <a:spLocks noGrp="1"/>
          </p:cNvSpPr>
          <p:nvPr/>
        </p:nvSpPr>
        <p:spPr>
          <a:xfrm>
            <a:off x="7408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01_find_only_2040">
            <a:extLst>
              <a:ext uri="{FF2B5EF4-FFF2-40B4-BE49-F238E27FC236}">
                <a16:creationId xmlns:a16="http://schemas.microsoft.com/office/drawing/2014/main" id="{CC7A3363-7C46-43BB-B91F-DBBE11956738}"/>
              </a:ext>
            </a:extLst>
          </p:cNvPr>
          <p:cNvSpPr>
            <a:spLocks noGrp="1"/>
          </p:cNvSpPr>
          <p:nvPr/>
        </p:nvSpPr>
        <p:spPr>
          <a:xfrm>
            <a:off x="739712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01_find_only_2041">
            <a:extLst>
              <a:ext uri="{FF2B5EF4-FFF2-40B4-BE49-F238E27FC236}">
                <a16:creationId xmlns:a16="http://schemas.microsoft.com/office/drawing/2014/main" id="{9D429E44-3FF9-4B2F-BC87-7354FD3308A2}"/>
              </a:ext>
            </a:extLst>
          </p:cNvPr>
          <p:cNvSpPr>
            <a:spLocks noGrp="1"/>
          </p:cNvSpPr>
          <p:nvPr/>
        </p:nvSpPr>
        <p:spPr>
          <a:xfrm>
            <a:off x="73868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01_find_only_2042">
            <a:extLst>
              <a:ext uri="{FF2B5EF4-FFF2-40B4-BE49-F238E27FC236}">
                <a16:creationId xmlns:a16="http://schemas.microsoft.com/office/drawing/2014/main" id="{355547E4-C10E-4B81-A245-52535ED1126A}"/>
              </a:ext>
            </a:extLst>
          </p:cNvPr>
          <p:cNvSpPr>
            <a:spLocks noGrp="1"/>
          </p:cNvSpPr>
          <p:nvPr/>
        </p:nvSpPr>
        <p:spPr>
          <a:xfrm>
            <a:off x="7363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01_find_only_2043">
            <a:extLst>
              <a:ext uri="{FF2B5EF4-FFF2-40B4-BE49-F238E27FC236}">
                <a16:creationId xmlns:a16="http://schemas.microsoft.com/office/drawing/2014/main" id="{52C1177B-A9C5-4BC0-A751-8A7E9381C5C0}"/>
              </a:ext>
            </a:extLst>
          </p:cNvPr>
          <p:cNvSpPr>
            <a:spLocks noGrp="1"/>
          </p:cNvSpPr>
          <p:nvPr/>
        </p:nvSpPr>
        <p:spPr>
          <a:xfrm>
            <a:off x="7360109" y="33892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01_find_only_2044">
            <a:extLst>
              <a:ext uri="{FF2B5EF4-FFF2-40B4-BE49-F238E27FC236}">
                <a16:creationId xmlns:a16="http://schemas.microsoft.com/office/drawing/2014/main" id="{D9612D82-8B52-4A70-9F33-19DE4DEA1665}"/>
              </a:ext>
            </a:extLst>
          </p:cNvPr>
          <p:cNvSpPr>
            <a:spLocks noGrp="1"/>
          </p:cNvSpPr>
          <p:nvPr/>
        </p:nvSpPr>
        <p:spPr>
          <a:xfrm>
            <a:off x="73277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01_find_only_2045">
            <a:extLst>
              <a:ext uri="{FF2B5EF4-FFF2-40B4-BE49-F238E27FC236}">
                <a16:creationId xmlns:a16="http://schemas.microsoft.com/office/drawing/2014/main" id="{57474969-9393-44E6-82D5-0FADBAE353A5}"/>
              </a:ext>
            </a:extLst>
          </p:cNvPr>
          <p:cNvSpPr>
            <a:spLocks noGrp="1"/>
          </p:cNvSpPr>
          <p:nvPr/>
        </p:nvSpPr>
        <p:spPr>
          <a:xfrm>
            <a:off x="7408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01_find_only_2046">
            <a:extLst>
              <a:ext uri="{FF2B5EF4-FFF2-40B4-BE49-F238E27FC236}">
                <a16:creationId xmlns:a16="http://schemas.microsoft.com/office/drawing/2014/main" id="{81476FB6-3F4D-47D9-A2FB-2ABD39C8B79A}"/>
              </a:ext>
            </a:extLst>
          </p:cNvPr>
          <p:cNvSpPr>
            <a:spLocks noGrp="1"/>
          </p:cNvSpPr>
          <p:nvPr/>
        </p:nvSpPr>
        <p:spPr>
          <a:xfrm>
            <a:off x="7398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01_find_only_2047">
            <a:extLst>
              <a:ext uri="{FF2B5EF4-FFF2-40B4-BE49-F238E27FC236}">
                <a16:creationId xmlns:a16="http://schemas.microsoft.com/office/drawing/2014/main" id="{D30E5D08-57BB-417B-9F08-BF80B60841C8}"/>
              </a:ext>
            </a:extLst>
          </p:cNvPr>
          <p:cNvSpPr>
            <a:spLocks noGrp="1"/>
          </p:cNvSpPr>
          <p:nvPr/>
        </p:nvSpPr>
        <p:spPr>
          <a:xfrm>
            <a:off x="73839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01_find_only_2048">
            <a:extLst>
              <a:ext uri="{FF2B5EF4-FFF2-40B4-BE49-F238E27FC236}">
                <a16:creationId xmlns:a16="http://schemas.microsoft.com/office/drawing/2014/main" id="{3A54CD83-025C-4859-A369-8CA100669FD4}"/>
              </a:ext>
            </a:extLst>
          </p:cNvPr>
          <p:cNvSpPr>
            <a:spLocks noGrp="1"/>
          </p:cNvSpPr>
          <p:nvPr/>
        </p:nvSpPr>
        <p:spPr>
          <a:xfrm>
            <a:off x="73243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01_find_only_2049">
            <a:extLst>
              <a:ext uri="{FF2B5EF4-FFF2-40B4-BE49-F238E27FC236}">
                <a16:creationId xmlns:a16="http://schemas.microsoft.com/office/drawing/2014/main" id="{21DE2BCC-5461-4F41-8F6C-AC703856390C}"/>
              </a:ext>
            </a:extLst>
          </p:cNvPr>
          <p:cNvSpPr>
            <a:spLocks noGrp="1"/>
          </p:cNvSpPr>
          <p:nvPr/>
        </p:nvSpPr>
        <p:spPr>
          <a:xfrm>
            <a:off x="73337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01_find_only_2050">
            <a:extLst>
              <a:ext uri="{FF2B5EF4-FFF2-40B4-BE49-F238E27FC236}">
                <a16:creationId xmlns:a16="http://schemas.microsoft.com/office/drawing/2014/main" id="{FAE89A15-45DD-46F9-AB4A-7328676845DC}"/>
              </a:ext>
            </a:extLst>
          </p:cNvPr>
          <p:cNvSpPr>
            <a:spLocks noGrp="1"/>
          </p:cNvSpPr>
          <p:nvPr/>
        </p:nvSpPr>
        <p:spPr>
          <a:xfrm>
            <a:off x="73432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01_find_only_2051">
            <a:extLst>
              <a:ext uri="{FF2B5EF4-FFF2-40B4-BE49-F238E27FC236}">
                <a16:creationId xmlns:a16="http://schemas.microsoft.com/office/drawing/2014/main" id="{17E1505E-C96E-4AF3-AC1F-1145AB910A88}"/>
              </a:ext>
            </a:extLst>
          </p:cNvPr>
          <p:cNvSpPr>
            <a:spLocks noGrp="1"/>
          </p:cNvSpPr>
          <p:nvPr/>
        </p:nvSpPr>
        <p:spPr>
          <a:xfrm>
            <a:off x="73848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01_find_only_2052">
            <a:extLst>
              <a:ext uri="{FF2B5EF4-FFF2-40B4-BE49-F238E27FC236}">
                <a16:creationId xmlns:a16="http://schemas.microsoft.com/office/drawing/2014/main" id="{BEE00B68-51AA-49C6-9363-2C961DE8E1CD}"/>
              </a:ext>
            </a:extLst>
          </p:cNvPr>
          <p:cNvSpPr>
            <a:spLocks noGrp="1"/>
          </p:cNvSpPr>
          <p:nvPr/>
        </p:nvSpPr>
        <p:spPr>
          <a:xfrm>
            <a:off x="73750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01_find_only_2053">
            <a:extLst>
              <a:ext uri="{FF2B5EF4-FFF2-40B4-BE49-F238E27FC236}">
                <a16:creationId xmlns:a16="http://schemas.microsoft.com/office/drawing/2014/main" id="{9A812FD9-3B10-443F-84DC-A1F74594AE79}"/>
              </a:ext>
            </a:extLst>
          </p:cNvPr>
          <p:cNvSpPr>
            <a:spLocks noGrp="1"/>
          </p:cNvSpPr>
          <p:nvPr/>
        </p:nvSpPr>
        <p:spPr>
          <a:xfrm>
            <a:off x="733786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01_find_only_2054">
            <a:extLst>
              <a:ext uri="{FF2B5EF4-FFF2-40B4-BE49-F238E27FC236}">
                <a16:creationId xmlns:a16="http://schemas.microsoft.com/office/drawing/2014/main" id="{BBD25740-B7C1-4A74-BF6C-840A86D06449}"/>
              </a:ext>
            </a:extLst>
          </p:cNvPr>
          <p:cNvSpPr>
            <a:spLocks noGrp="1"/>
          </p:cNvSpPr>
          <p:nvPr/>
        </p:nvSpPr>
        <p:spPr>
          <a:xfrm>
            <a:off x="73554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01_find_only_2055">
            <a:extLst>
              <a:ext uri="{FF2B5EF4-FFF2-40B4-BE49-F238E27FC236}">
                <a16:creationId xmlns:a16="http://schemas.microsoft.com/office/drawing/2014/main" id="{E9D37AD7-756F-426A-9BB6-8F20CA189EF8}"/>
              </a:ext>
            </a:extLst>
          </p:cNvPr>
          <p:cNvSpPr>
            <a:spLocks noGrp="1"/>
          </p:cNvSpPr>
          <p:nvPr/>
        </p:nvSpPr>
        <p:spPr>
          <a:xfrm>
            <a:off x="73210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01_find_only_2056">
            <a:extLst>
              <a:ext uri="{FF2B5EF4-FFF2-40B4-BE49-F238E27FC236}">
                <a16:creationId xmlns:a16="http://schemas.microsoft.com/office/drawing/2014/main" id="{BEE153C7-065F-4101-ABF5-6FD6AB1EFCBA}"/>
              </a:ext>
            </a:extLst>
          </p:cNvPr>
          <p:cNvSpPr>
            <a:spLocks noGrp="1"/>
          </p:cNvSpPr>
          <p:nvPr/>
        </p:nvSpPr>
        <p:spPr>
          <a:xfrm>
            <a:off x="7851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01_find_only_2057">
            <a:extLst>
              <a:ext uri="{FF2B5EF4-FFF2-40B4-BE49-F238E27FC236}">
                <a16:creationId xmlns:a16="http://schemas.microsoft.com/office/drawing/2014/main" id="{4FC35E7A-5FC1-4F9B-A404-57EC9AA33ECB}"/>
              </a:ext>
            </a:extLst>
          </p:cNvPr>
          <p:cNvSpPr>
            <a:spLocks noGrp="1"/>
          </p:cNvSpPr>
          <p:nvPr/>
        </p:nvSpPr>
        <p:spPr>
          <a:xfrm>
            <a:off x="7832858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01_find_only_2058">
            <a:extLst>
              <a:ext uri="{FF2B5EF4-FFF2-40B4-BE49-F238E27FC236}">
                <a16:creationId xmlns:a16="http://schemas.microsoft.com/office/drawing/2014/main" id="{73C3454D-A280-4CE9-9600-AA1F588EB0FA}"/>
              </a:ext>
            </a:extLst>
          </p:cNvPr>
          <p:cNvSpPr>
            <a:spLocks noGrp="1"/>
          </p:cNvSpPr>
          <p:nvPr/>
        </p:nvSpPr>
        <p:spPr>
          <a:xfrm>
            <a:off x="78480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01_find_only_2059">
            <a:extLst>
              <a:ext uri="{FF2B5EF4-FFF2-40B4-BE49-F238E27FC236}">
                <a16:creationId xmlns:a16="http://schemas.microsoft.com/office/drawing/2014/main" id="{1E8FC30E-877E-4D60-9C95-A1FFC426E9F2}"/>
              </a:ext>
            </a:extLst>
          </p:cNvPr>
          <p:cNvSpPr>
            <a:spLocks noGrp="1"/>
          </p:cNvSpPr>
          <p:nvPr/>
        </p:nvSpPr>
        <p:spPr>
          <a:xfrm>
            <a:off x="7847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01_find_only_2060">
            <a:extLst>
              <a:ext uri="{FF2B5EF4-FFF2-40B4-BE49-F238E27FC236}">
                <a16:creationId xmlns:a16="http://schemas.microsoft.com/office/drawing/2014/main" id="{7C7EF542-C141-4EE0-AC47-32151E99F5D3}"/>
              </a:ext>
            </a:extLst>
          </p:cNvPr>
          <p:cNvSpPr>
            <a:spLocks noGrp="1"/>
          </p:cNvSpPr>
          <p:nvPr/>
        </p:nvSpPr>
        <p:spPr>
          <a:xfrm>
            <a:off x="786414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01_find_only_2061">
            <a:extLst>
              <a:ext uri="{FF2B5EF4-FFF2-40B4-BE49-F238E27FC236}">
                <a16:creationId xmlns:a16="http://schemas.microsoft.com/office/drawing/2014/main" id="{B0D3F6A3-AAD6-4954-88E5-FB5A67E207B7}"/>
              </a:ext>
            </a:extLst>
          </p:cNvPr>
          <p:cNvSpPr>
            <a:spLocks noGrp="1"/>
          </p:cNvSpPr>
          <p:nvPr/>
        </p:nvSpPr>
        <p:spPr>
          <a:xfrm>
            <a:off x="78924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01_find_only_2062">
            <a:extLst>
              <a:ext uri="{FF2B5EF4-FFF2-40B4-BE49-F238E27FC236}">
                <a16:creationId xmlns:a16="http://schemas.microsoft.com/office/drawing/2014/main" id="{6C95D06A-91AA-4C03-969F-48FB4CC05935}"/>
              </a:ext>
            </a:extLst>
          </p:cNvPr>
          <p:cNvSpPr>
            <a:spLocks noGrp="1"/>
          </p:cNvSpPr>
          <p:nvPr/>
        </p:nvSpPr>
        <p:spPr>
          <a:xfrm>
            <a:off x="7910191" y="318987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01_find_only_2063">
            <a:extLst>
              <a:ext uri="{FF2B5EF4-FFF2-40B4-BE49-F238E27FC236}">
                <a16:creationId xmlns:a16="http://schemas.microsoft.com/office/drawing/2014/main" id="{E889869D-FB6C-46C0-B752-CE80F85F62D0}"/>
              </a:ext>
            </a:extLst>
          </p:cNvPr>
          <p:cNvSpPr>
            <a:spLocks noGrp="1"/>
          </p:cNvSpPr>
          <p:nvPr/>
        </p:nvSpPr>
        <p:spPr>
          <a:xfrm>
            <a:off x="78380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01_find_only_2064">
            <a:extLst>
              <a:ext uri="{FF2B5EF4-FFF2-40B4-BE49-F238E27FC236}">
                <a16:creationId xmlns:a16="http://schemas.microsoft.com/office/drawing/2014/main" id="{3A2E5750-A01F-4FAC-9997-818BA1BC8F0F}"/>
              </a:ext>
            </a:extLst>
          </p:cNvPr>
          <p:cNvSpPr>
            <a:spLocks noGrp="1"/>
          </p:cNvSpPr>
          <p:nvPr/>
        </p:nvSpPr>
        <p:spPr>
          <a:xfrm>
            <a:off x="78824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01_find_only_2065">
            <a:extLst>
              <a:ext uri="{FF2B5EF4-FFF2-40B4-BE49-F238E27FC236}">
                <a16:creationId xmlns:a16="http://schemas.microsoft.com/office/drawing/2014/main" id="{F20583ED-59BF-40CA-B87D-E9CDFEE474BA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01_find_only_2066">
            <a:extLst>
              <a:ext uri="{FF2B5EF4-FFF2-40B4-BE49-F238E27FC236}">
                <a16:creationId xmlns:a16="http://schemas.microsoft.com/office/drawing/2014/main" id="{418291F1-1450-41AA-B1E1-457D71CDAB06}"/>
              </a:ext>
            </a:extLst>
          </p:cNvPr>
          <p:cNvSpPr>
            <a:spLocks noGrp="1"/>
          </p:cNvSpPr>
          <p:nvPr/>
        </p:nvSpPr>
        <p:spPr>
          <a:xfrm>
            <a:off x="78276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01_find_only_2067">
            <a:extLst>
              <a:ext uri="{FF2B5EF4-FFF2-40B4-BE49-F238E27FC236}">
                <a16:creationId xmlns:a16="http://schemas.microsoft.com/office/drawing/2014/main" id="{8BA204B2-2F30-47DB-A2A2-9FE3EEBE45A6}"/>
              </a:ext>
            </a:extLst>
          </p:cNvPr>
          <p:cNvSpPr>
            <a:spLocks noGrp="1"/>
          </p:cNvSpPr>
          <p:nvPr/>
        </p:nvSpPr>
        <p:spPr>
          <a:xfrm>
            <a:off x="790241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01_find_only_2068">
            <a:extLst>
              <a:ext uri="{FF2B5EF4-FFF2-40B4-BE49-F238E27FC236}">
                <a16:creationId xmlns:a16="http://schemas.microsoft.com/office/drawing/2014/main" id="{7F644734-8566-4851-8719-3AB1A33ABC62}"/>
              </a:ext>
            </a:extLst>
          </p:cNvPr>
          <p:cNvSpPr>
            <a:spLocks noGrp="1"/>
          </p:cNvSpPr>
          <p:nvPr/>
        </p:nvSpPr>
        <p:spPr>
          <a:xfrm>
            <a:off x="79223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01_find_only_2069">
            <a:extLst>
              <a:ext uri="{FF2B5EF4-FFF2-40B4-BE49-F238E27FC236}">
                <a16:creationId xmlns:a16="http://schemas.microsoft.com/office/drawing/2014/main" id="{7D9C687D-F211-45A2-9E3B-17B09148937E}"/>
              </a:ext>
            </a:extLst>
          </p:cNvPr>
          <p:cNvSpPr>
            <a:spLocks noGrp="1"/>
          </p:cNvSpPr>
          <p:nvPr/>
        </p:nvSpPr>
        <p:spPr>
          <a:xfrm>
            <a:off x="7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01_find_only_2070">
            <a:extLst>
              <a:ext uri="{FF2B5EF4-FFF2-40B4-BE49-F238E27FC236}">
                <a16:creationId xmlns:a16="http://schemas.microsoft.com/office/drawing/2014/main" id="{4158C64D-0640-4CA1-BBFE-F4473125B084}"/>
              </a:ext>
            </a:extLst>
          </p:cNvPr>
          <p:cNvSpPr>
            <a:spLocks noGrp="1"/>
          </p:cNvSpPr>
          <p:nvPr/>
        </p:nvSpPr>
        <p:spPr>
          <a:xfrm>
            <a:off x="79170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01_find_only_2071">
            <a:extLst>
              <a:ext uri="{FF2B5EF4-FFF2-40B4-BE49-F238E27FC236}">
                <a16:creationId xmlns:a16="http://schemas.microsoft.com/office/drawing/2014/main" id="{4708DE89-190F-4482-8E64-4283039F69DB}"/>
              </a:ext>
            </a:extLst>
          </p:cNvPr>
          <p:cNvSpPr>
            <a:spLocks noGrp="1"/>
          </p:cNvSpPr>
          <p:nvPr/>
        </p:nvSpPr>
        <p:spPr>
          <a:xfrm>
            <a:off x="784791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01_find_only_2072">
            <a:extLst>
              <a:ext uri="{FF2B5EF4-FFF2-40B4-BE49-F238E27FC236}">
                <a16:creationId xmlns:a16="http://schemas.microsoft.com/office/drawing/2014/main" id="{1AD56C54-E511-4326-83EE-C5D37A04C6D2}"/>
              </a:ext>
            </a:extLst>
          </p:cNvPr>
          <p:cNvSpPr>
            <a:spLocks noGrp="1"/>
          </p:cNvSpPr>
          <p:nvPr/>
        </p:nvSpPr>
        <p:spPr>
          <a:xfrm>
            <a:off x="78663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01_find_only_2073">
            <a:extLst>
              <a:ext uri="{FF2B5EF4-FFF2-40B4-BE49-F238E27FC236}">
                <a16:creationId xmlns:a16="http://schemas.microsoft.com/office/drawing/2014/main" id="{DE826759-47E3-45CD-B53F-205249E2891F}"/>
              </a:ext>
            </a:extLst>
          </p:cNvPr>
          <p:cNvSpPr>
            <a:spLocks noGrp="1"/>
          </p:cNvSpPr>
          <p:nvPr/>
        </p:nvSpPr>
        <p:spPr>
          <a:xfrm>
            <a:off x="7895326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01_find_only_2074">
            <a:extLst>
              <a:ext uri="{FF2B5EF4-FFF2-40B4-BE49-F238E27FC236}">
                <a16:creationId xmlns:a16="http://schemas.microsoft.com/office/drawing/2014/main" id="{6B01424C-C407-4C21-A39C-7E152215DF11}"/>
              </a:ext>
            </a:extLst>
          </p:cNvPr>
          <p:cNvSpPr>
            <a:spLocks noGrp="1"/>
          </p:cNvSpPr>
          <p:nvPr/>
        </p:nvSpPr>
        <p:spPr>
          <a:xfrm>
            <a:off x="79127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01_find_only_2075">
            <a:extLst>
              <a:ext uri="{FF2B5EF4-FFF2-40B4-BE49-F238E27FC236}">
                <a16:creationId xmlns:a16="http://schemas.microsoft.com/office/drawing/2014/main" id="{B1923AE1-74FA-49E4-A2AA-2B35E41E6CA5}"/>
              </a:ext>
            </a:extLst>
          </p:cNvPr>
          <p:cNvSpPr>
            <a:spLocks noGrp="1"/>
          </p:cNvSpPr>
          <p:nvPr/>
        </p:nvSpPr>
        <p:spPr>
          <a:xfrm>
            <a:off x="7922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01_find_only_2076">
            <a:extLst>
              <a:ext uri="{FF2B5EF4-FFF2-40B4-BE49-F238E27FC236}">
                <a16:creationId xmlns:a16="http://schemas.microsoft.com/office/drawing/2014/main" id="{F04C6A25-915E-4041-AA91-E2D1576BDDB2}"/>
              </a:ext>
            </a:extLst>
          </p:cNvPr>
          <p:cNvSpPr>
            <a:spLocks noGrp="1"/>
          </p:cNvSpPr>
          <p:nvPr/>
        </p:nvSpPr>
        <p:spPr>
          <a:xfrm>
            <a:off x="7888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01_find_only_2077">
            <a:extLst>
              <a:ext uri="{FF2B5EF4-FFF2-40B4-BE49-F238E27FC236}">
                <a16:creationId xmlns:a16="http://schemas.microsoft.com/office/drawing/2014/main" id="{BB3927C1-6182-4B3D-AAAC-691A3A7D376F}"/>
              </a:ext>
            </a:extLst>
          </p:cNvPr>
          <p:cNvSpPr>
            <a:spLocks noGrp="1"/>
          </p:cNvSpPr>
          <p:nvPr/>
        </p:nvSpPr>
        <p:spPr>
          <a:xfrm>
            <a:off x="7831013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01_find_only_2078">
            <a:extLst>
              <a:ext uri="{FF2B5EF4-FFF2-40B4-BE49-F238E27FC236}">
                <a16:creationId xmlns:a16="http://schemas.microsoft.com/office/drawing/2014/main" id="{FAAF4089-5F3A-4BE2-8C0B-7D85FCEF4306}"/>
              </a:ext>
            </a:extLst>
          </p:cNvPr>
          <p:cNvSpPr>
            <a:spLocks noGrp="1"/>
          </p:cNvSpPr>
          <p:nvPr/>
        </p:nvSpPr>
        <p:spPr>
          <a:xfrm>
            <a:off x="78453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01_find_only_2079">
            <a:extLst>
              <a:ext uri="{FF2B5EF4-FFF2-40B4-BE49-F238E27FC236}">
                <a16:creationId xmlns:a16="http://schemas.microsoft.com/office/drawing/2014/main" id="{1C29D81E-8AEF-4437-AD51-0D5456BF4A4F}"/>
              </a:ext>
            </a:extLst>
          </p:cNvPr>
          <p:cNvSpPr>
            <a:spLocks noGrp="1"/>
          </p:cNvSpPr>
          <p:nvPr/>
        </p:nvSpPr>
        <p:spPr>
          <a:xfrm>
            <a:off x="78517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01_find_only_2080">
            <a:extLst>
              <a:ext uri="{FF2B5EF4-FFF2-40B4-BE49-F238E27FC236}">
                <a16:creationId xmlns:a16="http://schemas.microsoft.com/office/drawing/2014/main" id="{970EACEF-281E-413A-AD44-1D5F106F805A}"/>
              </a:ext>
            </a:extLst>
          </p:cNvPr>
          <p:cNvSpPr>
            <a:spLocks noGrp="1"/>
          </p:cNvSpPr>
          <p:nvPr/>
        </p:nvSpPr>
        <p:spPr>
          <a:xfrm>
            <a:off x="7830818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01_find_only_2081">
            <a:extLst>
              <a:ext uri="{FF2B5EF4-FFF2-40B4-BE49-F238E27FC236}">
                <a16:creationId xmlns:a16="http://schemas.microsoft.com/office/drawing/2014/main" id="{67BC5228-7042-44D2-8A55-8CEF19BE607F}"/>
              </a:ext>
            </a:extLst>
          </p:cNvPr>
          <p:cNvSpPr>
            <a:spLocks noGrp="1"/>
          </p:cNvSpPr>
          <p:nvPr/>
        </p:nvSpPr>
        <p:spPr>
          <a:xfrm>
            <a:off x="783023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01_find_only_2082">
            <a:extLst>
              <a:ext uri="{FF2B5EF4-FFF2-40B4-BE49-F238E27FC236}">
                <a16:creationId xmlns:a16="http://schemas.microsoft.com/office/drawing/2014/main" id="{050FDC71-3299-40D7-A33D-F21BC47DCF97}"/>
              </a:ext>
            </a:extLst>
          </p:cNvPr>
          <p:cNvSpPr>
            <a:spLocks noGrp="1"/>
          </p:cNvSpPr>
          <p:nvPr/>
        </p:nvSpPr>
        <p:spPr>
          <a:xfrm>
            <a:off x="7849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01_find_only_2083">
            <a:extLst>
              <a:ext uri="{FF2B5EF4-FFF2-40B4-BE49-F238E27FC236}">
                <a16:creationId xmlns:a16="http://schemas.microsoft.com/office/drawing/2014/main" id="{DC142B99-32A7-4F70-A2EE-0F3159CF06A8}"/>
              </a:ext>
            </a:extLst>
          </p:cNvPr>
          <p:cNvSpPr>
            <a:spLocks noGrp="1"/>
          </p:cNvSpPr>
          <p:nvPr/>
        </p:nvSpPr>
        <p:spPr>
          <a:xfrm>
            <a:off x="7885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01_find_only_2084">
            <a:extLst>
              <a:ext uri="{FF2B5EF4-FFF2-40B4-BE49-F238E27FC236}">
                <a16:creationId xmlns:a16="http://schemas.microsoft.com/office/drawing/2014/main" id="{100CB97A-4BE8-49A6-AAEE-C07C514B9D6D}"/>
              </a:ext>
            </a:extLst>
          </p:cNvPr>
          <p:cNvSpPr>
            <a:spLocks noGrp="1"/>
          </p:cNvSpPr>
          <p:nvPr/>
        </p:nvSpPr>
        <p:spPr>
          <a:xfrm>
            <a:off x="78439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01_find_only_2085">
            <a:extLst>
              <a:ext uri="{FF2B5EF4-FFF2-40B4-BE49-F238E27FC236}">
                <a16:creationId xmlns:a16="http://schemas.microsoft.com/office/drawing/2014/main" id="{B528B9EF-1D68-49ED-A2EA-0F6A96B52D57}"/>
              </a:ext>
            </a:extLst>
          </p:cNvPr>
          <p:cNvSpPr>
            <a:spLocks noGrp="1"/>
          </p:cNvSpPr>
          <p:nvPr/>
        </p:nvSpPr>
        <p:spPr>
          <a:xfrm>
            <a:off x="78730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01_find_only_2086">
            <a:extLst>
              <a:ext uri="{FF2B5EF4-FFF2-40B4-BE49-F238E27FC236}">
                <a16:creationId xmlns:a16="http://schemas.microsoft.com/office/drawing/2014/main" id="{E5BE98A2-FAD7-4F94-AF95-6A6068560EE9}"/>
              </a:ext>
            </a:extLst>
          </p:cNvPr>
          <p:cNvSpPr>
            <a:spLocks noGrp="1"/>
          </p:cNvSpPr>
          <p:nvPr/>
        </p:nvSpPr>
        <p:spPr>
          <a:xfrm>
            <a:off x="7862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01_find_only_2087">
            <a:extLst>
              <a:ext uri="{FF2B5EF4-FFF2-40B4-BE49-F238E27FC236}">
                <a16:creationId xmlns:a16="http://schemas.microsoft.com/office/drawing/2014/main" id="{DF2164BD-D618-4741-ACC5-E03271C451B2}"/>
              </a:ext>
            </a:extLst>
          </p:cNvPr>
          <p:cNvSpPr>
            <a:spLocks noGrp="1"/>
          </p:cNvSpPr>
          <p:nvPr/>
        </p:nvSpPr>
        <p:spPr>
          <a:xfrm>
            <a:off x="7910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01_find_only_2088">
            <a:extLst>
              <a:ext uri="{FF2B5EF4-FFF2-40B4-BE49-F238E27FC236}">
                <a16:creationId xmlns:a16="http://schemas.microsoft.com/office/drawing/2014/main" id="{9C9CBF5D-075A-4BF5-9FAF-AD9A7774E5CF}"/>
              </a:ext>
            </a:extLst>
          </p:cNvPr>
          <p:cNvSpPr>
            <a:spLocks noGrp="1"/>
          </p:cNvSpPr>
          <p:nvPr/>
        </p:nvSpPr>
        <p:spPr>
          <a:xfrm>
            <a:off x="7853163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01_find_only_2089">
            <a:extLst>
              <a:ext uri="{FF2B5EF4-FFF2-40B4-BE49-F238E27FC236}">
                <a16:creationId xmlns:a16="http://schemas.microsoft.com/office/drawing/2014/main" id="{EFA7FBEB-9C5C-40E5-90FB-0ADA5578B649}"/>
              </a:ext>
            </a:extLst>
          </p:cNvPr>
          <p:cNvSpPr>
            <a:spLocks noGrp="1"/>
          </p:cNvSpPr>
          <p:nvPr/>
        </p:nvSpPr>
        <p:spPr>
          <a:xfrm>
            <a:off x="7893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01_find_only_2090">
            <a:extLst>
              <a:ext uri="{FF2B5EF4-FFF2-40B4-BE49-F238E27FC236}">
                <a16:creationId xmlns:a16="http://schemas.microsoft.com/office/drawing/2014/main" id="{50ECCAC7-6FE3-4205-850D-8665801F663E}"/>
              </a:ext>
            </a:extLst>
          </p:cNvPr>
          <p:cNvSpPr>
            <a:spLocks noGrp="1"/>
          </p:cNvSpPr>
          <p:nvPr/>
        </p:nvSpPr>
        <p:spPr>
          <a:xfrm>
            <a:off x="78955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01_find_only_2091">
            <a:extLst>
              <a:ext uri="{FF2B5EF4-FFF2-40B4-BE49-F238E27FC236}">
                <a16:creationId xmlns:a16="http://schemas.microsoft.com/office/drawing/2014/main" id="{CEE300C4-4F83-41AB-A51F-2DCE76342050}"/>
              </a:ext>
            </a:extLst>
          </p:cNvPr>
          <p:cNvSpPr>
            <a:spLocks noGrp="1"/>
          </p:cNvSpPr>
          <p:nvPr/>
        </p:nvSpPr>
        <p:spPr>
          <a:xfrm>
            <a:off x="783052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01_find_only_2092">
            <a:extLst>
              <a:ext uri="{FF2B5EF4-FFF2-40B4-BE49-F238E27FC236}">
                <a16:creationId xmlns:a16="http://schemas.microsoft.com/office/drawing/2014/main" id="{735A3BC1-AA8A-4E89-8604-B1C38349DD74}"/>
              </a:ext>
            </a:extLst>
          </p:cNvPr>
          <p:cNvSpPr>
            <a:spLocks noGrp="1"/>
          </p:cNvSpPr>
          <p:nvPr/>
        </p:nvSpPr>
        <p:spPr>
          <a:xfrm>
            <a:off x="7909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01_find_only_2093">
            <a:extLst>
              <a:ext uri="{FF2B5EF4-FFF2-40B4-BE49-F238E27FC236}">
                <a16:creationId xmlns:a16="http://schemas.microsoft.com/office/drawing/2014/main" id="{A8E61E97-D10C-4117-9C96-C162DCAC8D9A}"/>
              </a:ext>
            </a:extLst>
          </p:cNvPr>
          <p:cNvSpPr>
            <a:spLocks noGrp="1"/>
          </p:cNvSpPr>
          <p:nvPr/>
        </p:nvSpPr>
        <p:spPr>
          <a:xfrm>
            <a:off x="78281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01_find_only_2094">
            <a:extLst>
              <a:ext uri="{FF2B5EF4-FFF2-40B4-BE49-F238E27FC236}">
                <a16:creationId xmlns:a16="http://schemas.microsoft.com/office/drawing/2014/main" id="{43F42A87-3472-4F27-9415-31B9A6FB1AF9}"/>
              </a:ext>
            </a:extLst>
          </p:cNvPr>
          <p:cNvSpPr>
            <a:spLocks noGrp="1"/>
          </p:cNvSpPr>
          <p:nvPr/>
        </p:nvSpPr>
        <p:spPr>
          <a:xfrm>
            <a:off x="7909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01_find_only_2095">
            <a:extLst>
              <a:ext uri="{FF2B5EF4-FFF2-40B4-BE49-F238E27FC236}">
                <a16:creationId xmlns:a16="http://schemas.microsoft.com/office/drawing/2014/main" id="{37E20F39-3933-4D16-8D18-691CF63AA50C}"/>
              </a:ext>
            </a:extLst>
          </p:cNvPr>
          <p:cNvSpPr>
            <a:spLocks noGrp="1"/>
          </p:cNvSpPr>
          <p:nvPr/>
        </p:nvSpPr>
        <p:spPr>
          <a:xfrm>
            <a:off x="79189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01_find_only_2096">
            <a:extLst>
              <a:ext uri="{FF2B5EF4-FFF2-40B4-BE49-F238E27FC236}">
                <a16:creationId xmlns:a16="http://schemas.microsoft.com/office/drawing/2014/main" id="{F6F202E0-B121-4830-8B26-955AF4A011EB}"/>
              </a:ext>
            </a:extLst>
          </p:cNvPr>
          <p:cNvSpPr>
            <a:spLocks noGrp="1"/>
          </p:cNvSpPr>
          <p:nvPr/>
        </p:nvSpPr>
        <p:spPr>
          <a:xfrm>
            <a:off x="7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01_find_only_2097">
            <a:extLst>
              <a:ext uri="{FF2B5EF4-FFF2-40B4-BE49-F238E27FC236}">
                <a16:creationId xmlns:a16="http://schemas.microsoft.com/office/drawing/2014/main" id="{148B3EAB-093F-4391-B958-FEE08973DAD4}"/>
              </a:ext>
            </a:extLst>
          </p:cNvPr>
          <p:cNvSpPr>
            <a:spLocks noGrp="1"/>
          </p:cNvSpPr>
          <p:nvPr/>
        </p:nvSpPr>
        <p:spPr>
          <a:xfrm>
            <a:off x="78571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01_find_only_2098">
            <a:extLst>
              <a:ext uri="{FF2B5EF4-FFF2-40B4-BE49-F238E27FC236}">
                <a16:creationId xmlns:a16="http://schemas.microsoft.com/office/drawing/2014/main" id="{E6A11735-F831-4EDF-89EA-9AD472E90C5D}"/>
              </a:ext>
            </a:extLst>
          </p:cNvPr>
          <p:cNvSpPr>
            <a:spLocks noGrp="1"/>
          </p:cNvSpPr>
          <p:nvPr/>
        </p:nvSpPr>
        <p:spPr>
          <a:xfrm>
            <a:off x="78978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01_find_only_2099">
            <a:extLst>
              <a:ext uri="{FF2B5EF4-FFF2-40B4-BE49-F238E27FC236}">
                <a16:creationId xmlns:a16="http://schemas.microsoft.com/office/drawing/2014/main" id="{2BEB1D61-995E-4EDB-AC85-B7F916387174}"/>
              </a:ext>
            </a:extLst>
          </p:cNvPr>
          <p:cNvSpPr>
            <a:spLocks noGrp="1"/>
          </p:cNvSpPr>
          <p:nvPr/>
        </p:nvSpPr>
        <p:spPr>
          <a:xfrm>
            <a:off x="78484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01_find_only_2100">
            <a:extLst>
              <a:ext uri="{FF2B5EF4-FFF2-40B4-BE49-F238E27FC236}">
                <a16:creationId xmlns:a16="http://schemas.microsoft.com/office/drawing/2014/main" id="{219CF043-8CD8-4F54-BF93-CAE4829049D1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01_find_only_2101">
            <a:extLst>
              <a:ext uri="{FF2B5EF4-FFF2-40B4-BE49-F238E27FC236}">
                <a16:creationId xmlns:a16="http://schemas.microsoft.com/office/drawing/2014/main" id="{F06675D7-DA66-48C9-A121-C67CBDBDF4E0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01_find_only_2102">
            <a:extLst>
              <a:ext uri="{FF2B5EF4-FFF2-40B4-BE49-F238E27FC236}">
                <a16:creationId xmlns:a16="http://schemas.microsoft.com/office/drawing/2014/main" id="{8BC364CA-2A2D-4E8E-9D7C-1C1E0094B231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01_find_only_2103">
            <a:extLst>
              <a:ext uri="{FF2B5EF4-FFF2-40B4-BE49-F238E27FC236}">
                <a16:creationId xmlns:a16="http://schemas.microsoft.com/office/drawing/2014/main" id="{F710F316-25C6-47E7-A0DB-10F2DC9745AC}"/>
              </a:ext>
            </a:extLst>
          </p:cNvPr>
          <p:cNvSpPr>
            <a:spLocks noGrp="1"/>
          </p:cNvSpPr>
          <p:nvPr/>
        </p:nvSpPr>
        <p:spPr>
          <a:xfrm>
            <a:off x="79119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01_find_only_2104">
            <a:extLst>
              <a:ext uri="{FF2B5EF4-FFF2-40B4-BE49-F238E27FC236}">
                <a16:creationId xmlns:a16="http://schemas.microsoft.com/office/drawing/2014/main" id="{2AE5BED5-9896-4CCF-9376-6218E5F0E4E1}"/>
              </a:ext>
            </a:extLst>
          </p:cNvPr>
          <p:cNvSpPr>
            <a:spLocks noGrp="1"/>
          </p:cNvSpPr>
          <p:nvPr/>
        </p:nvSpPr>
        <p:spPr>
          <a:xfrm>
            <a:off x="78587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01_find_only_2105">
            <a:extLst>
              <a:ext uri="{FF2B5EF4-FFF2-40B4-BE49-F238E27FC236}">
                <a16:creationId xmlns:a16="http://schemas.microsoft.com/office/drawing/2014/main" id="{F2AB60CE-F4FE-403F-AD1A-EB646F1ACDF5}"/>
              </a:ext>
            </a:extLst>
          </p:cNvPr>
          <p:cNvSpPr>
            <a:spLocks noGrp="1"/>
          </p:cNvSpPr>
          <p:nvPr/>
        </p:nvSpPr>
        <p:spPr>
          <a:xfrm>
            <a:off x="78682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01_find_only_2106">
            <a:extLst>
              <a:ext uri="{FF2B5EF4-FFF2-40B4-BE49-F238E27FC236}">
                <a16:creationId xmlns:a16="http://schemas.microsoft.com/office/drawing/2014/main" id="{2C49C0E1-F3C5-499D-97C3-1C97311B5D03}"/>
              </a:ext>
            </a:extLst>
          </p:cNvPr>
          <p:cNvSpPr>
            <a:spLocks noGrp="1"/>
          </p:cNvSpPr>
          <p:nvPr/>
        </p:nvSpPr>
        <p:spPr>
          <a:xfrm>
            <a:off x="7921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01_find_only_2107">
            <a:extLst>
              <a:ext uri="{FF2B5EF4-FFF2-40B4-BE49-F238E27FC236}">
                <a16:creationId xmlns:a16="http://schemas.microsoft.com/office/drawing/2014/main" id="{84A665F1-10E4-4D8C-A72D-ADF36AD583CA}"/>
              </a:ext>
            </a:extLst>
          </p:cNvPr>
          <p:cNvSpPr>
            <a:spLocks noGrp="1"/>
          </p:cNvSpPr>
          <p:nvPr/>
        </p:nvSpPr>
        <p:spPr>
          <a:xfrm>
            <a:off x="7892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01_find_only_2108">
            <a:extLst>
              <a:ext uri="{FF2B5EF4-FFF2-40B4-BE49-F238E27FC236}">
                <a16:creationId xmlns:a16="http://schemas.microsoft.com/office/drawing/2014/main" id="{6DB9F9C3-50C8-4684-A135-6C1BB9D9AB4A}"/>
              </a:ext>
            </a:extLst>
          </p:cNvPr>
          <p:cNvSpPr>
            <a:spLocks noGrp="1"/>
          </p:cNvSpPr>
          <p:nvPr/>
        </p:nvSpPr>
        <p:spPr>
          <a:xfrm>
            <a:off x="7917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01_find_only_2109">
            <a:extLst>
              <a:ext uri="{FF2B5EF4-FFF2-40B4-BE49-F238E27FC236}">
                <a16:creationId xmlns:a16="http://schemas.microsoft.com/office/drawing/2014/main" id="{56BDC8B1-66A1-40A3-BA24-7952563C9496}"/>
              </a:ext>
            </a:extLst>
          </p:cNvPr>
          <p:cNvSpPr>
            <a:spLocks noGrp="1"/>
          </p:cNvSpPr>
          <p:nvPr/>
        </p:nvSpPr>
        <p:spPr>
          <a:xfrm>
            <a:off x="7831887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01_find_only_2110">
            <a:extLst>
              <a:ext uri="{FF2B5EF4-FFF2-40B4-BE49-F238E27FC236}">
                <a16:creationId xmlns:a16="http://schemas.microsoft.com/office/drawing/2014/main" id="{137C1D96-49BC-45FE-8EC6-343524FE1047}"/>
              </a:ext>
            </a:extLst>
          </p:cNvPr>
          <p:cNvSpPr>
            <a:spLocks noGrp="1"/>
          </p:cNvSpPr>
          <p:nvPr/>
        </p:nvSpPr>
        <p:spPr>
          <a:xfrm>
            <a:off x="79105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01_find_only_2111">
            <a:extLst>
              <a:ext uri="{FF2B5EF4-FFF2-40B4-BE49-F238E27FC236}">
                <a16:creationId xmlns:a16="http://schemas.microsoft.com/office/drawing/2014/main" id="{36B0E321-259C-48A3-8DC1-9736A1D5D1D0}"/>
              </a:ext>
            </a:extLst>
          </p:cNvPr>
          <p:cNvSpPr>
            <a:spLocks noGrp="1"/>
          </p:cNvSpPr>
          <p:nvPr/>
        </p:nvSpPr>
        <p:spPr>
          <a:xfrm>
            <a:off x="78977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01_find_only_2112">
            <a:extLst>
              <a:ext uri="{FF2B5EF4-FFF2-40B4-BE49-F238E27FC236}">
                <a16:creationId xmlns:a16="http://schemas.microsoft.com/office/drawing/2014/main" id="{606988D4-96C8-4D1B-8725-BB465271477C}"/>
              </a:ext>
            </a:extLst>
          </p:cNvPr>
          <p:cNvSpPr>
            <a:spLocks noGrp="1"/>
          </p:cNvSpPr>
          <p:nvPr/>
        </p:nvSpPr>
        <p:spPr>
          <a:xfrm>
            <a:off x="78642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01_find_only_2113">
            <a:extLst>
              <a:ext uri="{FF2B5EF4-FFF2-40B4-BE49-F238E27FC236}">
                <a16:creationId xmlns:a16="http://schemas.microsoft.com/office/drawing/2014/main" id="{9F25234D-719E-4F6D-9DEB-9DD0D239B419}"/>
              </a:ext>
            </a:extLst>
          </p:cNvPr>
          <p:cNvSpPr>
            <a:spLocks noGrp="1"/>
          </p:cNvSpPr>
          <p:nvPr/>
        </p:nvSpPr>
        <p:spPr>
          <a:xfrm>
            <a:off x="79015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01_find_only_2114">
            <a:extLst>
              <a:ext uri="{FF2B5EF4-FFF2-40B4-BE49-F238E27FC236}">
                <a16:creationId xmlns:a16="http://schemas.microsoft.com/office/drawing/2014/main" id="{F19C0C35-8CF8-4C45-B450-3ADE6F7CA16F}"/>
              </a:ext>
            </a:extLst>
          </p:cNvPr>
          <p:cNvSpPr>
            <a:spLocks noGrp="1"/>
          </p:cNvSpPr>
          <p:nvPr/>
        </p:nvSpPr>
        <p:spPr>
          <a:xfrm>
            <a:off x="792175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01_find_only_2115">
            <a:extLst>
              <a:ext uri="{FF2B5EF4-FFF2-40B4-BE49-F238E27FC236}">
                <a16:creationId xmlns:a16="http://schemas.microsoft.com/office/drawing/2014/main" id="{84B461A2-4621-422A-84D8-6F5AF21B7BD5}"/>
              </a:ext>
            </a:extLst>
          </p:cNvPr>
          <p:cNvSpPr>
            <a:spLocks noGrp="1"/>
          </p:cNvSpPr>
          <p:nvPr/>
        </p:nvSpPr>
        <p:spPr>
          <a:xfrm>
            <a:off x="78913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01_find_only_2116">
            <a:extLst>
              <a:ext uri="{FF2B5EF4-FFF2-40B4-BE49-F238E27FC236}">
                <a16:creationId xmlns:a16="http://schemas.microsoft.com/office/drawing/2014/main" id="{B372F4F3-DB5C-4462-966C-BBAF1DC5A882}"/>
              </a:ext>
            </a:extLst>
          </p:cNvPr>
          <p:cNvSpPr>
            <a:spLocks noGrp="1"/>
          </p:cNvSpPr>
          <p:nvPr/>
        </p:nvSpPr>
        <p:spPr>
          <a:xfrm>
            <a:off x="7898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01_find_only_2117">
            <a:extLst>
              <a:ext uri="{FF2B5EF4-FFF2-40B4-BE49-F238E27FC236}">
                <a16:creationId xmlns:a16="http://schemas.microsoft.com/office/drawing/2014/main" id="{A9FDAE29-08DC-408D-AF26-057AF4C495A7}"/>
              </a:ext>
            </a:extLst>
          </p:cNvPr>
          <p:cNvSpPr>
            <a:spLocks noGrp="1"/>
          </p:cNvSpPr>
          <p:nvPr/>
        </p:nvSpPr>
        <p:spPr>
          <a:xfrm>
            <a:off x="78979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01_find_only_2118">
            <a:extLst>
              <a:ext uri="{FF2B5EF4-FFF2-40B4-BE49-F238E27FC236}">
                <a16:creationId xmlns:a16="http://schemas.microsoft.com/office/drawing/2014/main" id="{DB7061E2-5CCC-4F2B-BFFF-672192A9CBFA}"/>
              </a:ext>
            </a:extLst>
          </p:cNvPr>
          <p:cNvSpPr>
            <a:spLocks noGrp="1"/>
          </p:cNvSpPr>
          <p:nvPr/>
        </p:nvSpPr>
        <p:spPr>
          <a:xfrm>
            <a:off x="7882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01_find_only_2119">
            <a:extLst>
              <a:ext uri="{FF2B5EF4-FFF2-40B4-BE49-F238E27FC236}">
                <a16:creationId xmlns:a16="http://schemas.microsoft.com/office/drawing/2014/main" id="{D336D358-DD47-4D9F-8711-F3CB91692DA6}"/>
              </a:ext>
            </a:extLst>
          </p:cNvPr>
          <p:cNvSpPr>
            <a:spLocks noGrp="1"/>
          </p:cNvSpPr>
          <p:nvPr/>
        </p:nvSpPr>
        <p:spPr>
          <a:xfrm>
            <a:off x="785530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01_find_only_2120">
            <a:extLst>
              <a:ext uri="{FF2B5EF4-FFF2-40B4-BE49-F238E27FC236}">
                <a16:creationId xmlns:a16="http://schemas.microsoft.com/office/drawing/2014/main" id="{0FB88DC6-186F-4D88-BFDA-98E2F7E571E3}"/>
              </a:ext>
            </a:extLst>
          </p:cNvPr>
          <p:cNvSpPr>
            <a:spLocks noGrp="1"/>
          </p:cNvSpPr>
          <p:nvPr/>
        </p:nvSpPr>
        <p:spPr>
          <a:xfrm>
            <a:off x="7914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01_find_only_2121">
            <a:extLst>
              <a:ext uri="{FF2B5EF4-FFF2-40B4-BE49-F238E27FC236}">
                <a16:creationId xmlns:a16="http://schemas.microsoft.com/office/drawing/2014/main" id="{CFACE5D6-6A1F-4957-9E0E-8E4433F5BC19}"/>
              </a:ext>
            </a:extLst>
          </p:cNvPr>
          <p:cNvSpPr>
            <a:spLocks noGrp="1"/>
          </p:cNvSpPr>
          <p:nvPr/>
        </p:nvSpPr>
        <p:spPr>
          <a:xfrm>
            <a:off x="78450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01_find_only_2122">
            <a:extLst>
              <a:ext uri="{FF2B5EF4-FFF2-40B4-BE49-F238E27FC236}">
                <a16:creationId xmlns:a16="http://schemas.microsoft.com/office/drawing/2014/main" id="{E8E5B6E1-B452-4250-BBEB-CC04108E40DE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01_find_only_2123">
            <a:extLst>
              <a:ext uri="{FF2B5EF4-FFF2-40B4-BE49-F238E27FC236}">
                <a16:creationId xmlns:a16="http://schemas.microsoft.com/office/drawing/2014/main" id="{E54EFFF6-C819-4AB8-B2BB-E0DF129E8617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01_find_only_2124">
            <a:extLst>
              <a:ext uri="{FF2B5EF4-FFF2-40B4-BE49-F238E27FC236}">
                <a16:creationId xmlns:a16="http://schemas.microsoft.com/office/drawing/2014/main" id="{9C4D1F6E-36D8-434F-8072-18A39FB306AA}"/>
              </a:ext>
            </a:extLst>
          </p:cNvPr>
          <p:cNvSpPr>
            <a:spLocks noGrp="1"/>
          </p:cNvSpPr>
          <p:nvPr/>
        </p:nvSpPr>
        <p:spPr>
          <a:xfrm>
            <a:off x="79163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01_find_only_2125">
            <a:extLst>
              <a:ext uri="{FF2B5EF4-FFF2-40B4-BE49-F238E27FC236}">
                <a16:creationId xmlns:a16="http://schemas.microsoft.com/office/drawing/2014/main" id="{8DA349B1-2667-4ED5-88A5-32D86ED55BA7}"/>
              </a:ext>
            </a:extLst>
          </p:cNvPr>
          <p:cNvSpPr>
            <a:spLocks noGrp="1"/>
          </p:cNvSpPr>
          <p:nvPr/>
        </p:nvSpPr>
        <p:spPr>
          <a:xfrm>
            <a:off x="79060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01_find_only_2126">
            <a:extLst>
              <a:ext uri="{FF2B5EF4-FFF2-40B4-BE49-F238E27FC236}">
                <a16:creationId xmlns:a16="http://schemas.microsoft.com/office/drawing/2014/main" id="{AD365A42-A9A4-45C6-985F-C7B360086F8B}"/>
              </a:ext>
            </a:extLst>
          </p:cNvPr>
          <p:cNvSpPr>
            <a:spLocks noGrp="1"/>
          </p:cNvSpPr>
          <p:nvPr/>
        </p:nvSpPr>
        <p:spPr>
          <a:xfrm>
            <a:off x="79101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01_find_only_2127">
            <a:extLst>
              <a:ext uri="{FF2B5EF4-FFF2-40B4-BE49-F238E27FC236}">
                <a16:creationId xmlns:a16="http://schemas.microsoft.com/office/drawing/2014/main" id="{D3A54420-D8AB-41F5-AAF9-83342F0F8840}"/>
              </a:ext>
            </a:extLst>
          </p:cNvPr>
          <p:cNvSpPr>
            <a:spLocks noGrp="1"/>
          </p:cNvSpPr>
          <p:nvPr/>
        </p:nvSpPr>
        <p:spPr>
          <a:xfrm>
            <a:off x="78981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01_find_only_2128">
            <a:extLst>
              <a:ext uri="{FF2B5EF4-FFF2-40B4-BE49-F238E27FC236}">
                <a16:creationId xmlns:a16="http://schemas.microsoft.com/office/drawing/2014/main" id="{D221596D-F3C5-41C2-BFCA-3821E0D07EBA}"/>
              </a:ext>
            </a:extLst>
          </p:cNvPr>
          <p:cNvSpPr>
            <a:spLocks noGrp="1"/>
          </p:cNvSpPr>
          <p:nvPr/>
        </p:nvSpPr>
        <p:spPr>
          <a:xfrm>
            <a:off x="7905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01_find_only_2129">
            <a:extLst>
              <a:ext uri="{FF2B5EF4-FFF2-40B4-BE49-F238E27FC236}">
                <a16:creationId xmlns:a16="http://schemas.microsoft.com/office/drawing/2014/main" id="{3617D4DF-3CEA-4930-A2D4-87AF836F099B}"/>
              </a:ext>
            </a:extLst>
          </p:cNvPr>
          <p:cNvSpPr>
            <a:spLocks noGrp="1"/>
          </p:cNvSpPr>
          <p:nvPr/>
        </p:nvSpPr>
        <p:spPr>
          <a:xfrm>
            <a:off x="79139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01_find_only_2130">
            <a:extLst>
              <a:ext uri="{FF2B5EF4-FFF2-40B4-BE49-F238E27FC236}">
                <a16:creationId xmlns:a16="http://schemas.microsoft.com/office/drawing/2014/main" id="{5528D52D-C9D6-4002-8FA6-05C90D43725D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01_find_only_2131">
            <a:extLst>
              <a:ext uri="{FF2B5EF4-FFF2-40B4-BE49-F238E27FC236}">
                <a16:creationId xmlns:a16="http://schemas.microsoft.com/office/drawing/2014/main" id="{ACE6D2E7-9F75-4C22-80E8-6393078E8026}"/>
              </a:ext>
            </a:extLst>
          </p:cNvPr>
          <p:cNvSpPr>
            <a:spLocks noGrp="1"/>
          </p:cNvSpPr>
          <p:nvPr/>
        </p:nvSpPr>
        <p:spPr>
          <a:xfrm>
            <a:off x="78503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01_find_only_2132">
            <a:extLst>
              <a:ext uri="{FF2B5EF4-FFF2-40B4-BE49-F238E27FC236}">
                <a16:creationId xmlns:a16="http://schemas.microsoft.com/office/drawing/2014/main" id="{277835FB-31FB-42AC-9DB0-369FDEE436FB}"/>
              </a:ext>
            </a:extLst>
          </p:cNvPr>
          <p:cNvSpPr>
            <a:spLocks noGrp="1"/>
          </p:cNvSpPr>
          <p:nvPr/>
        </p:nvSpPr>
        <p:spPr>
          <a:xfrm>
            <a:off x="7896493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01_find_only_2133">
            <a:extLst>
              <a:ext uri="{FF2B5EF4-FFF2-40B4-BE49-F238E27FC236}">
                <a16:creationId xmlns:a16="http://schemas.microsoft.com/office/drawing/2014/main" id="{137ECC76-1498-4AFE-916B-8E3899DE8AB5}"/>
              </a:ext>
            </a:extLst>
          </p:cNvPr>
          <p:cNvSpPr>
            <a:spLocks noGrp="1"/>
          </p:cNvSpPr>
          <p:nvPr/>
        </p:nvSpPr>
        <p:spPr>
          <a:xfrm>
            <a:off x="7847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01_find_only_2134">
            <a:extLst>
              <a:ext uri="{FF2B5EF4-FFF2-40B4-BE49-F238E27FC236}">
                <a16:creationId xmlns:a16="http://schemas.microsoft.com/office/drawing/2014/main" id="{F04BB81F-9C68-4D6E-BF02-BACF2D2F2B0D}"/>
              </a:ext>
            </a:extLst>
          </p:cNvPr>
          <p:cNvSpPr>
            <a:spLocks noGrp="1"/>
          </p:cNvSpPr>
          <p:nvPr/>
        </p:nvSpPr>
        <p:spPr>
          <a:xfrm>
            <a:off x="7857049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01_find_only_2135">
            <a:extLst>
              <a:ext uri="{FF2B5EF4-FFF2-40B4-BE49-F238E27FC236}">
                <a16:creationId xmlns:a16="http://schemas.microsoft.com/office/drawing/2014/main" id="{FBFCF019-9784-4109-9CE0-E2E1C16D9A0A}"/>
              </a:ext>
            </a:extLst>
          </p:cNvPr>
          <p:cNvSpPr>
            <a:spLocks noGrp="1"/>
          </p:cNvSpPr>
          <p:nvPr/>
        </p:nvSpPr>
        <p:spPr>
          <a:xfrm>
            <a:off x="78411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01_find_only_2136">
            <a:extLst>
              <a:ext uri="{FF2B5EF4-FFF2-40B4-BE49-F238E27FC236}">
                <a16:creationId xmlns:a16="http://schemas.microsoft.com/office/drawing/2014/main" id="{92A3E2C0-8E55-440F-9734-D61B4AFA051F}"/>
              </a:ext>
            </a:extLst>
          </p:cNvPr>
          <p:cNvSpPr>
            <a:spLocks noGrp="1"/>
          </p:cNvSpPr>
          <p:nvPr/>
        </p:nvSpPr>
        <p:spPr>
          <a:xfrm>
            <a:off x="78514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01_find_only_2137">
            <a:extLst>
              <a:ext uri="{FF2B5EF4-FFF2-40B4-BE49-F238E27FC236}">
                <a16:creationId xmlns:a16="http://schemas.microsoft.com/office/drawing/2014/main" id="{5D513204-D79A-41A3-A48B-295DB815CC90}"/>
              </a:ext>
            </a:extLst>
          </p:cNvPr>
          <p:cNvSpPr>
            <a:spLocks noGrp="1"/>
          </p:cNvSpPr>
          <p:nvPr/>
        </p:nvSpPr>
        <p:spPr>
          <a:xfrm>
            <a:off x="785520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01_find_only_2138">
            <a:extLst>
              <a:ext uri="{FF2B5EF4-FFF2-40B4-BE49-F238E27FC236}">
                <a16:creationId xmlns:a16="http://schemas.microsoft.com/office/drawing/2014/main" id="{3E738BD6-DD25-4D92-9C3A-06EB798DAB7D}"/>
              </a:ext>
            </a:extLst>
          </p:cNvPr>
          <p:cNvSpPr>
            <a:spLocks noGrp="1"/>
          </p:cNvSpPr>
          <p:nvPr/>
        </p:nvSpPr>
        <p:spPr>
          <a:xfrm>
            <a:off x="7915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01_find_only_2139">
            <a:extLst>
              <a:ext uri="{FF2B5EF4-FFF2-40B4-BE49-F238E27FC236}">
                <a16:creationId xmlns:a16="http://schemas.microsoft.com/office/drawing/2014/main" id="{30E794F9-F211-4F4A-BE62-507FECEE69A7}"/>
              </a:ext>
            </a:extLst>
          </p:cNvPr>
          <p:cNvSpPr>
            <a:spLocks noGrp="1"/>
          </p:cNvSpPr>
          <p:nvPr/>
        </p:nvSpPr>
        <p:spPr>
          <a:xfrm>
            <a:off x="7874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01_find_only_2140">
            <a:extLst>
              <a:ext uri="{FF2B5EF4-FFF2-40B4-BE49-F238E27FC236}">
                <a16:creationId xmlns:a16="http://schemas.microsoft.com/office/drawing/2014/main" id="{95DA2C84-DDD1-43BE-AFC5-79494A1E6F7B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01_find_only_2141">
            <a:extLst>
              <a:ext uri="{FF2B5EF4-FFF2-40B4-BE49-F238E27FC236}">
                <a16:creationId xmlns:a16="http://schemas.microsoft.com/office/drawing/2014/main" id="{A63E1F5E-C245-4F6A-95FA-12C052C16E3B}"/>
              </a:ext>
            </a:extLst>
          </p:cNvPr>
          <p:cNvSpPr>
            <a:spLocks noGrp="1"/>
          </p:cNvSpPr>
          <p:nvPr/>
        </p:nvSpPr>
        <p:spPr>
          <a:xfrm>
            <a:off x="785675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01_find_only_2142">
            <a:extLst>
              <a:ext uri="{FF2B5EF4-FFF2-40B4-BE49-F238E27FC236}">
                <a16:creationId xmlns:a16="http://schemas.microsoft.com/office/drawing/2014/main" id="{760856E5-19EF-46B4-9ECB-492DE252E268}"/>
              </a:ext>
            </a:extLst>
          </p:cNvPr>
          <p:cNvSpPr>
            <a:spLocks noGrp="1"/>
          </p:cNvSpPr>
          <p:nvPr/>
        </p:nvSpPr>
        <p:spPr>
          <a:xfrm>
            <a:off x="791048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01_find_only_2143">
            <a:extLst>
              <a:ext uri="{FF2B5EF4-FFF2-40B4-BE49-F238E27FC236}">
                <a16:creationId xmlns:a16="http://schemas.microsoft.com/office/drawing/2014/main" id="{0D0C6F2C-6F5C-49E9-B251-BE69799E87E6}"/>
              </a:ext>
            </a:extLst>
          </p:cNvPr>
          <p:cNvSpPr>
            <a:spLocks noGrp="1"/>
          </p:cNvSpPr>
          <p:nvPr/>
        </p:nvSpPr>
        <p:spPr>
          <a:xfrm>
            <a:off x="78921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01_find_only_2144">
            <a:extLst>
              <a:ext uri="{FF2B5EF4-FFF2-40B4-BE49-F238E27FC236}">
                <a16:creationId xmlns:a16="http://schemas.microsoft.com/office/drawing/2014/main" id="{96FDEFCC-8DA0-495E-BF40-2EF80F100C0A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01_find_only_2145">
            <a:extLst>
              <a:ext uri="{FF2B5EF4-FFF2-40B4-BE49-F238E27FC236}">
                <a16:creationId xmlns:a16="http://schemas.microsoft.com/office/drawing/2014/main" id="{A1128314-FAF5-41CC-8494-D80B67FA8A78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01_find_only_2146">
            <a:extLst>
              <a:ext uri="{FF2B5EF4-FFF2-40B4-BE49-F238E27FC236}">
                <a16:creationId xmlns:a16="http://schemas.microsoft.com/office/drawing/2014/main" id="{D2CB826D-1353-4FA8-97A1-1D2E48164C62}"/>
              </a:ext>
            </a:extLst>
          </p:cNvPr>
          <p:cNvSpPr>
            <a:spLocks noGrp="1"/>
          </p:cNvSpPr>
          <p:nvPr/>
        </p:nvSpPr>
        <p:spPr>
          <a:xfrm>
            <a:off x="7866862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01_find_only_2147">
            <a:extLst>
              <a:ext uri="{FF2B5EF4-FFF2-40B4-BE49-F238E27FC236}">
                <a16:creationId xmlns:a16="http://schemas.microsoft.com/office/drawing/2014/main" id="{F50C1367-D581-4644-9C5C-EC7291F917CC}"/>
              </a:ext>
            </a:extLst>
          </p:cNvPr>
          <p:cNvSpPr>
            <a:spLocks noGrp="1"/>
          </p:cNvSpPr>
          <p:nvPr/>
        </p:nvSpPr>
        <p:spPr>
          <a:xfrm>
            <a:off x="7910774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01_find_only_2148">
            <a:extLst>
              <a:ext uri="{FF2B5EF4-FFF2-40B4-BE49-F238E27FC236}">
                <a16:creationId xmlns:a16="http://schemas.microsoft.com/office/drawing/2014/main" id="{468B654C-E9C6-4FB3-9893-0CD979866EFC}"/>
              </a:ext>
            </a:extLst>
          </p:cNvPr>
          <p:cNvSpPr>
            <a:spLocks noGrp="1"/>
          </p:cNvSpPr>
          <p:nvPr/>
        </p:nvSpPr>
        <p:spPr>
          <a:xfrm>
            <a:off x="79108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01_find_only_2149">
            <a:extLst>
              <a:ext uri="{FF2B5EF4-FFF2-40B4-BE49-F238E27FC236}">
                <a16:creationId xmlns:a16="http://schemas.microsoft.com/office/drawing/2014/main" id="{8CEC49B0-76D4-471B-BCB4-6F6A0384961E}"/>
              </a:ext>
            </a:extLst>
          </p:cNvPr>
          <p:cNvSpPr>
            <a:spLocks noGrp="1"/>
          </p:cNvSpPr>
          <p:nvPr/>
        </p:nvSpPr>
        <p:spPr>
          <a:xfrm>
            <a:off x="79048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01_find_only_2150">
            <a:extLst>
              <a:ext uri="{FF2B5EF4-FFF2-40B4-BE49-F238E27FC236}">
                <a16:creationId xmlns:a16="http://schemas.microsoft.com/office/drawing/2014/main" id="{11329BE6-4ADD-41E7-9012-E7193E852A1A}"/>
              </a:ext>
            </a:extLst>
          </p:cNvPr>
          <p:cNvSpPr>
            <a:spLocks noGrp="1"/>
          </p:cNvSpPr>
          <p:nvPr/>
        </p:nvSpPr>
        <p:spPr>
          <a:xfrm>
            <a:off x="79133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01_find_only_2151">
            <a:extLst>
              <a:ext uri="{FF2B5EF4-FFF2-40B4-BE49-F238E27FC236}">
                <a16:creationId xmlns:a16="http://schemas.microsoft.com/office/drawing/2014/main" id="{159C893E-5114-41D3-80FC-D16536BEC1DA}"/>
              </a:ext>
            </a:extLst>
          </p:cNvPr>
          <p:cNvSpPr>
            <a:spLocks noGrp="1"/>
          </p:cNvSpPr>
          <p:nvPr/>
        </p:nvSpPr>
        <p:spPr>
          <a:xfrm>
            <a:off x="78575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01_find_only_2152">
            <a:extLst>
              <a:ext uri="{FF2B5EF4-FFF2-40B4-BE49-F238E27FC236}">
                <a16:creationId xmlns:a16="http://schemas.microsoft.com/office/drawing/2014/main" id="{0D6684A5-690C-41BD-985D-C3428AE5BFAF}"/>
              </a:ext>
            </a:extLst>
          </p:cNvPr>
          <p:cNvSpPr>
            <a:spLocks noGrp="1"/>
          </p:cNvSpPr>
          <p:nvPr/>
        </p:nvSpPr>
        <p:spPr>
          <a:xfrm>
            <a:off x="78428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01_find_only_2153">
            <a:extLst>
              <a:ext uri="{FF2B5EF4-FFF2-40B4-BE49-F238E27FC236}">
                <a16:creationId xmlns:a16="http://schemas.microsoft.com/office/drawing/2014/main" id="{660E8AFB-BE02-435C-99DB-23E98D8C68AC}"/>
              </a:ext>
            </a:extLst>
          </p:cNvPr>
          <p:cNvSpPr>
            <a:spLocks noGrp="1"/>
          </p:cNvSpPr>
          <p:nvPr/>
        </p:nvSpPr>
        <p:spPr>
          <a:xfrm>
            <a:off x="78994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01_find_only_2154">
            <a:extLst>
              <a:ext uri="{FF2B5EF4-FFF2-40B4-BE49-F238E27FC236}">
                <a16:creationId xmlns:a16="http://schemas.microsoft.com/office/drawing/2014/main" id="{48DDAB08-A7BA-48BC-AD77-2AB3BB1FB94E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01_find_only_2155">
            <a:extLst>
              <a:ext uri="{FF2B5EF4-FFF2-40B4-BE49-F238E27FC236}">
                <a16:creationId xmlns:a16="http://schemas.microsoft.com/office/drawing/2014/main" id="{FFBED593-D3D6-40D3-B5F2-1AE9B373FED2}"/>
              </a:ext>
            </a:extLst>
          </p:cNvPr>
          <p:cNvSpPr>
            <a:spLocks noGrp="1"/>
          </p:cNvSpPr>
          <p:nvPr/>
        </p:nvSpPr>
        <p:spPr>
          <a:xfrm>
            <a:off x="78444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01_find_only_2156">
            <a:extLst>
              <a:ext uri="{FF2B5EF4-FFF2-40B4-BE49-F238E27FC236}">
                <a16:creationId xmlns:a16="http://schemas.microsoft.com/office/drawing/2014/main" id="{F1AAAE14-3599-4E1C-8FD3-A2E087ADCA62}"/>
              </a:ext>
            </a:extLst>
          </p:cNvPr>
          <p:cNvSpPr>
            <a:spLocks noGrp="1"/>
          </p:cNvSpPr>
          <p:nvPr/>
        </p:nvSpPr>
        <p:spPr>
          <a:xfrm>
            <a:off x="7901836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01_find_only_2157">
            <a:extLst>
              <a:ext uri="{FF2B5EF4-FFF2-40B4-BE49-F238E27FC236}">
                <a16:creationId xmlns:a16="http://schemas.microsoft.com/office/drawing/2014/main" id="{A516BEDC-2D29-4D1D-AA89-64DDC17A22B8}"/>
              </a:ext>
            </a:extLst>
          </p:cNvPr>
          <p:cNvSpPr>
            <a:spLocks noGrp="1"/>
          </p:cNvSpPr>
          <p:nvPr/>
        </p:nvSpPr>
        <p:spPr>
          <a:xfrm>
            <a:off x="78391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01_find_only_2158">
            <a:extLst>
              <a:ext uri="{FF2B5EF4-FFF2-40B4-BE49-F238E27FC236}">
                <a16:creationId xmlns:a16="http://schemas.microsoft.com/office/drawing/2014/main" id="{FE9D7CC3-38D2-414F-8E43-F1D3FF75D308}"/>
              </a:ext>
            </a:extLst>
          </p:cNvPr>
          <p:cNvSpPr>
            <a:spLocks noGrp="1"/>
          </p:cNvSpPr>
          <p:nvPr/>
        </p:nvSpPr>
        <p:spPr>
          <a:xfrm>
            <a:off x="7920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01_find_only_2159">
            <a:extLst>
              <a:ext uri="{FF2B5EF4-FFF2-40B4-BE49-F238E27FC236}">
                <a16:creationId xmlns:a16="http://schemas.microsoft.com/office/drawing/2014/main" id="{8178A114-679D-4FD6-AA2A-98AC6C9CAABC}"/>
              </a:ext>
            </a:extLst>
          </p:cNvPr>
          <p:cNvSpPr>
            <a:spLocks noGrp="1"/>
          </p:cNvSpPr>
          <p:nvPr/>
        </p:nvSpPr>
        <p:spPr>
          <a:xfrm>
            <a:off x="7905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01_find_only_2160">
            <a:extLst>
              <a:ext uri="{FF2B5EF4-FFF2-40B4-BE49-F238E27FC236}">
                <a16:creationId xmlns:a16="http://schemas.microsoft.com/office/drawing/2014/main" id="{A05B2AA8-5F2C-4CC0-8318-3556E7350C5E}"/>
              </a:ext>
            </a:extLst>
          </p:cNvPr>
          <p:cNvSpPr>
            <a:spLocks noGrp="1"/>
          </p:cNvSpPr>
          <p:nvPr/>
        </p:nvSpPr>
        <p:spPr>
          <a:xfrm>
            <a:off x="78704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01_find_only_2161">
            <a:extLst>
              <a:ext uri="{FF2B5EF4-FFF2-40B4-BE49-F238E27FC236}">
                <a16:creationId xmlns:a16="http://schemas.microsoft.com/office/drawing/2014/main" id="{F1DB7277-6103-473C-B031-1808C082DE9B}"/>
              </a:ext>
            </a:extLst>
          </p:cNvPr>
          <p:cNvSpPr>
            <a:spLocks noGrp="1"/>
          </p:cNvSpPr>
          <p:nvPr/>
        </p:nvSpPr>
        <p:spPr>
          <a:xfrm>
            <a:off x="7854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01_find_only_2162">
            <a:extLst>
              <a:ext uri="{FF2B5EF4-FFF2-40B4-BE49-F238E27FC236}">
                <a16:creationId xmlns:a16="http://schemas.microsoft.com/office/drawing/2014/main" id="{98772E98-818D-4C19-8FC7-ADC088828649}"/>
              </a:ext>
            </a:extLst>
          </p:cNvPr>
          <p:cNvSpPr>
            <a:spLocks noGrp="1"/>
          </p:cNvSpPr>
          <p:nvPr/>
        </p:nvSpPr>
        <p:spPr>
          <a:xfrm>
            <a:off x="7919031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01_find_only_2163">
            <a:extLst>
              <a:ext uri="{FF2B5EF4-FFF2-40B4-BE49-F238E27FC236}">
                <a16:creationId xmlns:a16="http://schemas.microsoft.com/office/drawing/2014/main" id="{EAFDFAB8-483A-4D45-8658-967CCC89924F}"/>
              </a:ext>
            </a:extLst>
          </p:cNvPr>
          <p:cNvSpPr>
            <a:spLocks noGrp="1"/>
          </p:cNvSpPr>
          <p:nvPr/>
        </p:nvSpPr>
        <p:spPr>
          <a:xfrm>
            <a:off x="7923209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01_find_only_2164">
            <a:extLst>
              <a:ext uri="{FF2B5EF4-FFF2-40B4-BE49-F238E27FC236}">
                <a16:creationId xmlns:a16="http://schemas.microsoft.com/office/drawing/2014/main" id="{B2F387C1-3809-4C34-A22A-0F580358763B}"/>
              </a:ext>
            </a:extLst>
          </p:cNvPr>
          <p:cNvSpPr>
            <a:spLocks noGrp="1"/>
          </p:cNvSpPr>
          <p:nvPr/>
        </p:nvSpPr>
        <p:spPr>
          <a:xfrm>
            <a:off x="78879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01_find_only_2165">
            <a:extLst>
              <a:ext uri="{FF2B5EF4-FFF2-40B4-BE49-F238E27FC236}">
                <a16:creationId xmlns:a16="http://schemas.microsoft.com/office/drawing/2014/main" id="{48703F7C-6560-4FC5-BE86-B5178C3B96FB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01_find_only_2166">
            <a:extLst>
              <a:ext uri="{FF2B5EF4-FFF2-40B4-BE49-F238E27FC236}">
                <a16:creationId xmlns:a16="http://schemas.microsoft.com/office/drawing/2014/main" id="{A538719E-9509-4F35-9784-54D9770B1AC0}"/>
              </a:ext>
            </a:extLst>
          </p:cNvPr>
          <p:cNvSpPr>
            <a:spLocks noGrp="1"/>
          </p:cNvSpPr>
          <p:nvPr/>
        </p:nvSpPr>
        <p:spPr>
          <a:xfrm>
            <a:off x="7841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01_find_only_2167">
            <a:extLst>
              <a:ext uri="{FF2B5EF4-FFF2-40B4-BE49-F238E27FC236}">
                <a16:creationId xmlns:a16="http://schemas.microsoft.com/office/drawing/2014/main" id="{1631027B-9432-40BF-AD9A-0A7193317873}"/>
              </a:ext>
            </a:extLst>
          </p:cNvPr>
          <p:cNvSpPr>
            <a:spLocks noGrp="1"/>
          </p:cNvSpPr>
          <p:nvPr/>
        </p:nvSpPr>
        <p:spPr>
          <a:xfrm>
            <a:off x="7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01_find_only_2168">
            <a:extLst>
              <a:ext uri="{FF2B5EF4-FFF2-40B4-BE49-F238E27FC236}">
                <a16:creationId xmlns:a16="http://schemas.microsoft.com/office/drawing/2014/main" id="{62F98060-DA28-4E58-BD3B-6C5E50F94AB8}"/>
              </a:ext>
            </a:extLst>
          </p:cNvPr>
          <p:cNvSpPr>
            <a:spLocks noGrp="1"/>
          </p:cNvSpPr>
          <p:nvPr/>
        </p:nvSpPr>
        <p:spPr>
          <a:xfrm>
            <a:off x="7904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01_find_only_2169">
            <a:extLst>
              <a:ext uri="{FF2B5EF4-FFF2-40B4-BE49-F238E27FC236}">
                <a16:creationId xmlns:a16="http://schemas.microsoft.com/office/drawing/2014/main" id="{A23DA1B8-BAED-4BB1-BB15-B59006741428}"/>
              </a:ext>
            </a:extLst>
          </p:cNvPr>
          <p:cNvSpPr>
            <a:spLocks noGrp="1"/>
          </p:cNvSpPr>
          <p:nvPr/>
        </p:nvSpPr>
        <p:spPr>
          <a:xfrm>
            <a:off x="783606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01_find_only_2170">
            <a:extLst>
              <a:ext uri="{FF2B5EF4-FFF2-40B4-BE49-F238E27FC236}">
                <a16:creationId xmlns:a16="http://schemas.microsoft.com/office/drawing/2014/main" id="{1397624B-6B06-4F0A-B2FF-55BE45C80B70}"/>
              </a:ext>
            </a:extLst>
          </p:cNvPr>
          <p:cNvSpPr>
            <a:spLocks noGrp="1"/>
          </p:cNvSpPr>
          <p:nvPr/>
        </p:nvSpPr>
        <p:spPr>
          <a:xfrm>
            <a:off x="78325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01_find_only_2171">
            <a:extLst>
              <a:ext uri="{FF2B5EF4-FFF2-40B4-BE49-F238E27FC236}">
                <a16:creationId xmlns:a16="http://schemas.microsoft.com/office/drawing/2014/main" id="{839700A6-17EF-4F7F-9D9A-EC8610988FB9}"/>
              </a:ext>
            </a:extLst>
          </p:cNvPr>
          <p:cNvSpPr>
            <a:spLocks noGrp="1"/>
          </p:cNvSpPr>
          <p:nvPr/>
        </p:nvSpPr>
        <p:spPr>
          <a:xfrm>
            <a:off x="788998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01_find_only_2172">
            <a:extLst>
              <a:ext uri="{FF2B5EF4-FFF2-40B4-BE49-F238E27FC236}">
                <a16:creationId xmlns:a16="http://schemas.microsoft.com/office/drawing/2014/main" id="{238EF483-DF84-445D-98A8-2368D74DBE92}"/>
              </a:ext>
            </a:extLst>
          </p:cNvPr>
          <p:cNvSpPr>
            <a:spLocks noGrp="1"/>
          </p:cNvSpPr>
          <p:nvPr/>
        </p:nvSpPr>
        <p:spPr>
          <a:xfrm>
            <a:off x="7918449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01_find_only_2173">
            <a:extLst>
              <a:ext uri="{FF2B5EF4-FFF2-40B4-BE49-F238E27FC236}">
                <a16:creationId xmlns:a16="http://schemas.microsoft.com/office/drawing/2014/main" id="{49855C3B-F94F-4167-AD96-E3132F016756}"/>
              </a:ext>
            </a:extLst>
          </p:cNvPr>
          <p:cNvSpPr>
            <a:spLocks noGrp="1"/>
          </p:cNvSpPr>
          <p:nvPr/>
        </p:nvSpPr>
        <p:spPr>
          <a:xfrm>
            <a:off x="78282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01_find_only_2174">
            <a:extLst>
              <a:ext uri="{FF2B5EF4-FFF2-40B4-BE49-F238E27FC236}">
                <a16:creationId xmlns:a16="http://schemas.microsoft.com/office/drawing/2014/main" id="{9D68DFA7-93E4-4852-BC32-83B59BFA338F}"/>
              </a:ext>
            </a:extLst>
          </p:cNvPr>
          <p:cNvSpPr>
            <a:spLocks noGrp="1"/>
          </p:cNvSpPr>
          <p:nvPr/>
        </p:nvSpPr>
        <p:spPr>
          <a:xfrm>
            <a:off x="78662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01_find_only_2175">
            <a:extLst>
              <a:ext uri="{FF2B5EF4-FFF2-40B4-BE49-F238E27FC236}">
                <a16:creationId xmlns:a16="http://schemas.microsoft.com/office/drawing/2014/main" id="{82A33647-4CBE-4771-BB73-950171DD3CDF}"/>
              </a:ext>
            </a:extLst>
          </p:cNvPr>
          <p:cNvSpPr>
            <a:spLocks noGrp="1"/>
          </p:cNvSpPr>
          <p:nvPr/>
        </p:nvSpPr>
        <p:spPr>
          <a:xfrm>
            <a:off x="7897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01_find_only_2176">
            <a:extLst>
              <a:ext uri="{FF2B5EF4-FFF2-40B4-BE49-F238E27FC236}">
                <a16:creationId xmlns:a16="http://schemas.microsoft.com/office/drawing/2014/main" id="{6D4905D6-D459-4C80-AA56-CE3E3AFBE2D3}"/>
              </a:ext>
            </a:extLst>
          </p:cNvPr>
          <p:cNvSpPr>
            <a:spLocks noGrp="1"/>
          </p:cNvSpPr>
          <p:nvPr/>
        </p:nvSpPr>
        <p:spPr>
          <a:xfrm>
            <a:off x="78683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01_find_only_2177">
            <a:extLst>
              <a:ext uri="{FF2B5EF4-FFF2-40B4-BE49-F238E27FC236}">
                <a16:creationId xmlns:a16="http://schemas.microsoft.com/office/drawing/2014/main" id="{B64A6D09-394F-435F-97E7-ED8EE7C8139F}"/>
              </a:ext>
            </a:extLst>
          </p:cNvPr>
          <p:cNvSpPr>
            <a:spLocks noGrp="1"/>
          </p:cNvSpPr>
          <p:nvPr/>
        </p:nvSpPr>
        <p:spPr>
          <a:xfrm>
            <a:off x="78519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01_find_only_2178">
            <a:extLst>
              <a:ext uri="{FF2B5EF4-FFF2-40B4-BE49-F238E27FC236}">
                <a16:creationId xmlns:a16="http://schemas.microsoft.com/office/drawing/2014/main" id="{3F871790-B6A1-4292-AD58-F199FF76D2EF}"/>
              </a:ext>
            </a:extLst>
          </p:cNvPr>
          <p:cNvSpPr>
            <a:spLocks noGrp="1"/>
          </p:cNvSpPr>
          <p:nvPr/>
        </p:nvSpPr>
        <p:spPr>
          <a:xfrm>
            <a:off x="78895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01_find_only_2179">
            <a:extLst>
              <a:ext uri="{FF2B5EF4-FFF2-40B4-BE49-F238E27FC236}">
                <a16:creationId xmlns:a16="http://schemas.microsoft.com/office/drawing/2014/main" id="{DE86E021-40F9-416E-BCD4-A3516181F507}"/>
              </a:ext>
            </a:extLst>
          </p:cNvPr>
          <p:cNvSpPr>
            <a:spLocks noGrp="1"/>
          </p:cNvSpPr>
          <p:nvPr/>
        </p:nvSpPr>
        <p:spPr>
          <a:xfrm>
            <a:off x="78864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01_find_only_2180">
            <a:extLst>
              <a:ext uri="{FF2B5EF4-FFF2-40B4-BE49-F238E27FC236}">
                <a16:creationId xmlns:a16="http://schemas.microsoft.com/office/drawing/2014/main" id="{2DA8496D-6F6F-442A-8B80-A97DA24D11F7}"/>
              </a:ext>
            </a:extLst>
          </p:cNvPr>
          <p:cNvSpPr>
            <a:spLocks noGrp="1"/>
          </p:cNvSpPr>
          <p:nvPr/>
        </p:nvSpPr>
        <p:spPr>
          <a:xfrm>
            <a:off x="78747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01_find_only_2181">
            <a:extLst>
              <a:ext uri="{FF2B5EF4-FFF2-40B4-BE49-F238E27FC236}">
                <a16:creationId xmlns:a16="http://schemas.microsoft.com/office/drawing/2014/main" id="{95B903C0-DE72-425F-B12E-B1FFCEF65908}"/>
              </a:ext>
            </a:extLst>
          </p:cNvPr>
          <p:cNvSpPr>
            <a:spLocks noGrp="1"/>
          </p:cNvSpPr>
          <p:nvPr/>
        </p:nvSpPr>
        <p:spPr>
          <a:xfrm>
            <a:off x="78841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01_find_only_2182">
            <a:extLst>
              <a:ext uri="{FF2B5EF4-FFF2-40B4-BE49-F238E27FC236}">
                <a16:creationId xmlns:a16="http://schemas.microsoft.com/office/drawing/2014/main" id="{FBDFB06E-BD92-4110-A82C-E9BC6213BEA5}"/>
              </a:ext>
            </a:extLst>
          </p:cNvPr>
          <p:cNvSpPr>
            <a:spLocks noGrp="1"/>
          </p:cNvSpPr>
          <p:nvPr/>
        </p:nvSpPr>
        <p:spPr>
          <a:xfrm>
            <a:off x="78562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01_find_only_2183">
            <a:extLst>
              <a:ext uri="{FF2B5EF4-FFF2-40B4-BE49-F238E27FC236}">
                <a16:creationId xmlns:a16="http://schemas.microsoft.com/office/drawing/2014/main" id="{5306F5F4-10D0-4D00-A357-73C58D7AEB94}"/>
              </a:ext>
            </a:extLst>
          </p:cNvPr>
          <p:cNvSpPr>
            <a:spLocks noGrp="1"/>
          </p:cNvSpPr>
          <p:nvPr/>
        </p:nvSpPr>
        <p:spPr>
          <a:xfrm>
            <a:off x="78780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01_find_only_2184">
            <a:extLst>
              <a:ext uri="{FF2B5EF4-FFF2-40B4-BE49-F238E27FC236}">
                <a16:creationId xmlns:a16="http://schemas.microsoft.com/office/drawing/2014/main" id="{A742EA71-D16D-4E80-9F33-8890029C12C7}"/>
              </a:ext>
            </a:extLst>
          </p:cNvPr>
          <p:cNvSpPr>
            <a:spLocks noGrp="1"/>
          </p:cNvSpPr>
          <p:nvPr/>
        </p:nvSpPr>
        <p:spPr>
          <a:xfrm>
            <a:off x="785724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01_find_only_2185">
            <a:extLst>
              <a:ext uri="{FF2B5EF4-FFF2-40B4-BE49-F238E27FC236}">
                <a16:creationId xmlns:a16="http://schemas.microsoft.com/office/drawing/2014/main" id="{2E6DCFBC-0738-4C88-82F1-0D87F306B6C2}"/>
              </a:ext>
            </a:extLst>
          </p:cNvPr>
          <p:cNvSpPr>
            <a:spLocks noGrp="1"/>
          </p:cNvSpPr>
          <p:nvPr/>
        </p:nvSpPr>
        <p:spPr>
          <a:xfrm>
            <a:off x="7865792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01_find_only_2186">
            <a:extLst>
              <a:ext uri="{FF2B5EF4-FFF2-40B4-BE49-F238E27FC236}">
                <a16:creationId xmlns:a16="http://schemas.microsoft.com/office/drawing/2014/main" id="{12086CFB-3229-45AB-B6DA-934E641B4468}"/>
              </a:ext>
            </a:extLst>
          </p:cNvPr>
          <p:cNvSpPr>
            <a:spLocks noGrp="1"/>
          </p:cNvSpPr>
          <p:nvPr/>
        </p:nvSpPr>
        <p:spPr>
          <a:xfrm>
            <a:off x="790776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01_find_only_2187">
            <a:extLst>
              <a:ext uri="{FF2B5EF4-FFF2-40B4-BE49-F238E27FC236}">
                <a16:creationId xmlns:a16="http://schemas.microsoft.com/office/drawing/2014/main" id="{A2DBE79B-5513-4C13-AE1A-88D980641929}"/>
              </a:ext>
            </a:extLst>
          </p:cNvPr>
          <p:cNvSpPr>
            <a:spLocks noGrp="1"/>
          </p:cNvSpPr>
          <p:nvPr/>
        </p:nvSpPr>
        <p:spPr>
          <a:xfrm>
            <a:off x="7838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01_find_only_2188">
            <a:extLst>
              <a:ext uri="{FF2B5EF4-FFF2-40B4-BE49-F238E27FC236}">
                <a16:creationId xmlns:a16="http://schemas.microsoft.com/office/drawing/2014/main" id="{9B9A0C84-46E2-40C4-BADB-062C0D66651C}"/>
              </a:ext>
            </a:extLst>
          </p:cNvPr>
          <p:cNvSpPr>
            <a:spLocks noGrp="1"/>
          </p:cNvSpPr>
          <p:nvPr/>
        </p:nvSpPr>
        <p:spPr>
          <a:xfrm>
            <a:off x="78434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01_find_only_2189">
            <a:extLst>
              <a:ext uri="{FF2B5EF4-FFF2-40B4-BE49-F238E27FC236}">
                <a16:creationId xmlns:a16="http://schemas.microsoft.com/office/drawing/2014/main" id="{9157CCD1-B58C-446F-A279-FA20F4658888}"/>
              </a:ext>
            </a:extLst>
          </p:cNvPr>
          <p:cNvSpPr>
            <a:spLocks noGrp="1"/>
          </p:cNvSpPr>
          <p:nvPr/>
        </p:nvSpPr>
        <p:spPr>
          <a:xfrm>
            <a:off x="78838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01_find_only_2190">
            <a:extLst>
              <a:ext uri="{FF2B5EF4-FFF2-40B4-BE49-F238E27FC236}">
                <a16:creationId xmlns:a16="http://schemas.microsoft.com/office/drawing/2014/main" id="{9CF5051E-70C4-4FEA-88A5-D101707C70FF}"/>
              </a:ext>
            </a:extLst>
          </p:cNvPr>
          <p:cNvSpPr>
            <a:spLocks noGrp="1"/>
          </p:cNvSpPr>
          <p:nvPr/>
        </p:nvSpPr>
        <p:spPr>
          <a:xfrm>
            <a:off x="788298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01_find_only_2191">
            <a:extLst>
              <a:ext uri="{FF2B5EF4-FFF2-40B4-BE49-F238E27FC236}">
                <a16:creationId xmlns:a16="http://schemas.microsoft.com/office/drawing/2014/main" id="{1AF03968-3F8B-41EB-8410-E28FFBD0FDA1}"/>
              </a:ext>
            </a:extLst>
          </p:cNvPr>
          <p:cNvSpPr>
            <a:spLocks noGrp="1"/>
          </p:cNvSpPr>
          <p:nvPr/>
        </p:nvSpPr>
        <p:spPr>
          <a:xfrm>
            <a:off x="791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01_find_only_2192">
            <a:extLst>
              <a:ext uri="{FF2B5EF4-FFF2-40B4-BE49-F238E27FC236}">
                <a16:creationId xmlns:a16="http://schemas.microsoft.com/office/drawing/2014/main" id="{86895E9A-603B-4BC6-B74B-CDD90E771593}"/>
              </a:ext>
            </a:extLst>
          </p:cNvPr>
          <p:cNvSpPr>
            <a:spLocks noGrp="1"/>
          </p:cNvSpPr>
          <p:nvPr/>
        </p:nvSpPr>
        <p:spPr>
          <a:xfrm>
            <a:off x="7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01_find_only_2193">
            <a:extLst>
              <a:ext uri="{FF2B5EF4-FFF2-40B4-BE49-F238E27FC236}">
                <a16:creationId xmlns:a16="http://schemas.microsoft.com/office/drawing/2014/main" id="{BA477FBA-FD3B-44AD-9906-5D26F03BDBCE}"/>
              </a:ext>
            </a:extLst>
          </p:cNvPr>
          <p:cNvSpPr>
            <a:spLocks noGrp="1"/>
          </p:cNvSpPr>
          <p:nvPr/>
        </p:nvSpPr>
        <p:spPr>
          <a:xfrm>
            <a:off x="7839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01_find_only_2194">
            <a:extLst>
              <a:ext uri="{FF2B5EF4-FFF2-40B4-BE49-F238E27FC236}">
                <a16:creationId xmlns:a16="http://schemas.microsoft.com/office/drawing/2014/main" id="{B9F82280-4FF8-4D83-AC81-2258CF633F51}"/>
              </a:ext>
            </a:extLst>
          </p:cNvPr>
          <p:cNvSpPr>
            <a:spLocks noGrp="1"/>
          </p:cNvSpPr>
          <p:nvPr/>
        </p:nvSpPr>
        <p:spPr>
          <a:xfrm>
            <a:off x="78540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01_find_only_2195">
            <a:extLst>
              <a:ext uri="{FF2B5EF4-FFF2-40B4-BE49-F238E27FC236}">
                <a16:creationId xmlns:a16="http://schemas.microsoft.com/office/drawing/2014/main" id="{435E7337-AE52-45F3-9F38-86F32DA4F01F}"/>
              </a:ext>
            </a:extLst>
          </p:cNvPr>
          <p:cNvSpPr>
            <a:spLocks noGrp="1"/>
          </p:cNvSpPr>
          <p:nvPr/>
        </p:nvSpPr>
        <p:spPr>
          <a:xfrm>
            <a:off x="7892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01_find_only_2196">
            <a:extLst>
              <a:ext uri="{FF2B5EF4-FFF2-40B4-BE49-F238E27FC236}">
                <a16:creationId xmlns:a16="http://schemas.microsoft.com/office/drawing/2014/main" id="{000F3CF5-3777-4A29-B8CE-6A3769B2CF5B}"/>
              </a:ext>
            </a:extLst>
          </p:cNvPr>
          <p:cNvSpPr>
            <a:spLocks noGrp="1"/>
          </p:cNvSpPr>
          <p:nvPr/>
        </p:nvSpPr>
        <p:spPr>
          <a:xfrm>
            <a:off x="7834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01_find_only_2197">
            <a:extLst>
              <a:ext uri="{FF2B5EF4-FFF2-40B4-BE49-F238E27FC236}">
                <a16:creationId xmlns:a16="http://schemas.microsoft.com/office/drawing/2014/main" id="{5664560E-966D-4EDE-9EBB-05F5C1A35783}"/>
              </a:ext>
            </a:extLst>
          </p:cNvPr>
          <p:cNvSpPr>
            <a:spLocks noGrp="1"/>
          </p:cNvSpPr>
          <p:nvPr/>
        </p:nvSpPr>
        <p:spPr>
          <a:xfrm>
            <a:off x="790183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01_find_only_2198">
            <a:extLst>
              <a:ext uri="{FF2B5EF4-FFF2-40B4-BE49-F238E27FC236}">
                <a16:creationId xmlns:a16="http://schemas.microsoft.com/office/drawing/2014/main" id="{E5E40CC8-7842-4C79-8FED-B8FC51996678}"/>
              </a:ext>
            </a:extLst>
          </p:cNvPr>
          <p:cNvSpPr>
            <a:spLocks noGrp="1"/>
          </p:cNvSpPr>
          <p:nvPr/>
        </p:nvSpPr>
        <p:spPr>
          <a:xfrm>
            <a:off x="79051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01_find_only_2199">
            <a:extLst>
              <a:ext uri="{FF2B5EF4-FFF2-40B4-BE49-F238E27FC236}">
                <a16:creationId xmlns:a16="http://schemas.microsoft.com/office/drawing/2014/main" id="{2CC8E8A2-FD16-4A06-BC42-2AA146BE0B47}"/>
              </a:ext>
            </a:extLst>
          </p:cNvPr>
          <p:cNvSpPr>
            <a:spLocks noGrp="1"/>
          </p:cNvSpPr>
          <p:nvPr/>
        </p:nvSpPr>
        <p:spPr>
          <a:xfrm>
            <a:off x="789484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01_find_only_2200">
            <a:extLst>
              <a:ext uri="{FF2B5EF4-FFF2-40B4-BE49-F238E27FC236}">
                <a16:creationId xmlns:a16="http://schemas.microsoft.com/office/drawing/2014/main" id="{2880604E-2FE9-4D76-8368-027CB2956962}"/>
              </a:ext>
            </a:extLst>
          </p:cNvPr>
          <p:cNvSpPr>
            <a:spLocks noGrp="1"/>
          </p:cNvSpPr>
          <p:nvPr/>
        </p:nvSpPr>
        <p:spPr>
          <a:xfrm>
            <a:off x="789396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01_find_only_2201">
            <a:extLst>
              <a:ext uri="{FF2B5EF4-FFF2-40B4-BE49-F238E27FC236}">
                <a16:creationId xmlns:a16="http://schemas.microsoft.com/office/drawing/2014/main" id="{2C398132-D220-46B7-A94D-A9D9E4115896}"/>
              </a:ext>
            </a:extLst>
          </p:cNvPr>
          <p:cNvSpPr>
            <a:spLocks noGrp="1"/>
          </p:cNvSpPr>
          <p:nvPr/>
        </p:nvSpPr>
        <p:spPr>
          <a:xfrm>
            <a:off x="78981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01_find_only_2202">
            <a:extLst>
              <a:ext uri="{FF2B5EF4-FFF2-40B4-BE49-F238E27FC236}">
                <a16:creationId xmlns:a16="http://schemas.microsoft.com/office/drawing/2014/main" id="{FFB0408D-3413-4604-B4BA-F9A37C30F91F}"/>
              </a:ext>
            </a:extLst>
          </p:cNvPr>
          <p:cNvSpPr>
            <a:spLocks noGrp="1"/>
          </p:cNvSpPr>
          <p:nvPr/>
        </p:nvSpPr>
        <p:spPr>
          <a:xfrm>
            <a:off x="7879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01_find_only_2203">
            <a:extLst>
              <a:ext uri="{FF2B5EF4-FFF2-40B4-BE49-F238E27FC236}">
                <a16:creationId xmlns:a16="http://schemas.microsoft.com/office/drawing/2014/main" id="{D046ABE1-892A-4852-9E8B-706FB8A2BA9F}"/>
              </a:ext>
            </a:extLst>
          </p:cNvPr>
          <p:cNvSpPr>
            <a:spLocks noGrp="1"/>
          </p:cNvSpPr>
          <p:nvPr/>
        </p:nvSpPr>
        <p:spPr>
          <a:xfrm>
            <a:off x="78293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01_find_only_2204">
            <a:extLst>
              <a:ext uri="{FF2B5EF4-FFF2-40B4-BE49-F238E27FC236}">
                <a16:creationId xmlns:a16="http://schemas.microsoft.com/office/drawing/2014/main" id="{8BD8C50F-63D4-4430-BF25-989C15D26510}"/>
              </a:ext>
            </a:extLst>
          </p:cNvPr>
          <p:cNvSpPr>
            <a:spLocks noGrp="1"/>
          </p:cNvSpPr>
          <p:nvPr/>
        </p:nvSpPr>
        <p:spPr>
          <a:xfrm>
            <a:off x="7879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01_find_only_2205">
            <a:extLst>
              <a:ext uri="{FF2B5EF4-FFF2-40B4-BE49-F238E27FC236}">
                <a16:creationId xmlns:a16="http://schemas.microsoft.com/office/drawing/2014/main" id="{E1BCD953-A3CF-4435-AFCE-4E69AF9395D8}"/>
              </a:ext>
            </a:extLst>
          </p:cNvPr>
          <p:cNvSpPr>
            <a:spLocks noGrp="1"/>
          </p:cNvSpPr>
          <p:nvPr/>
        </p:nvSpPr>
        <p:spPr>
          <a:xfrm>
            <a:off x="78421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01_find_only_2206">
            <a:extLst>
              <a:ext uri="{FF2B5EF4-FFF2-40B4-BE49-F238E27FC236}">
                <a16:creationId xmlns:a16="http://schemas.microsoft.com/office/drawing/2014/main" id="{71425999-3552-4285-B650-4A37EC207140}"/>
              </a:ext>
            </a:extLst>
          </p:cNvPr>
          <p:cNvSpPr>
            <a:spLocks noGrp="1"/>
          </p:cNvSpPr>
          <p:nvPr/>
        </p:nvSpPr>
        <p:spPr>
          <a:xfrm>
            <a:off x="7894356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01_find_only_2207">
            <a:extLst>
              <a:ext uri="{FF2B5EF4-FFF2-40B4-BE49-F238E27FC236}">
                <a16:creationId xmlns:a16="http://schemas.microsoft.com/office/drawing/2014/main" id="{C42C60EC-4449-45EF-829F-450195517C51}"/>
              </a:ext>
            </a:extLst>
          </p:cNvPr>
          <p:cNvSpPr>
            <a:spLocks noGrp="1"/>
          </p:cNvSpPr>
          <p:nvPr/>
        </p:nvSpPr>
        <p:spPr>
          <a:xfrm>
            <a:off x="79071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01_find_only_2208">
            <a:extLst>
              <a:ext uri="{FF2B5EF4-FFF2-40B4-BE49-F238E27FC236}">
                <a16:creationId xmlns:a16="http://schemas.microsoft.com/office/drawing/2014/main" id="{870B892C-3CB2-4928-8F5B-B98F9BC2EEF7}"/>
              </a:ext>
            </a:extLst>
          </p:cNvPr>
          <p:cNvSpPr>
            <a:spLocks noGrp="1"/>
          </p:cNvSpPr>
          <p:nvPr/>
        </p:nvSpPr>
        <p:spPr>
          <a:xfrm>
            <a:off x="78406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01_find_only_2209">
            <a:extLst>
              <a:ext uri="{FF2B5EF4-FFF2-40B4-BE49-F238E27FC236}">
                <a16:creationId xmlns:a16="http://schemas.microsoft.com/office/drawing/2014/main" id="{BF6100C5-4013-40A3-92FE-64B6DE14B0C6}"/>
              </a:ext>
            </a:extLst>
          </p:cNvPr>
          <p:cNvSpPr>
            <a:spLocks noGrp="1"/>
          </p:cNvSpPr>
          <p:nvPr/>
        </p:nvSpPr>
        <p:spPr>
          <a:xfrm>
            <a:off x="7895230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01_find_only_2210">
            <a:extLst>
              <a:ext uri="{FF2B5EF4-FFF2-40B4-BE49-F238E27FC236}">
                <a16:creationId xmlns:a16="http://schemas.microsoft.com/office/drawing/2014/main" id="{09C29D2E-ED07-4226-93FE-EE5ECC88C3F6}"/>
              </a:ext>
            </a:extLst>
          </p:cNvPr>
          <p:cNvSpPr>
            <a:spLocks noGrp="1"/>
          </p:cNvSpPr>
          <p:nvPr/>
        </p:nvSpPr>
        <p:spPr>
          <a:xfrm>
            <a:off x="7845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01_find_only_2211">
            <a:extLst>
              <a:ext uri="{FF2B5EF4-FFF2-40B4-BE49-F238E27FC236}">
                <a16:creationId xmlns:a16="http://schemas.microsoft.com/office/drawing/2014/main" id="{E187B817-AAE1-4216-B74F-A14A8AE53355}"/>
              </a:ext>
            </a:extLst>
          </p:cNvPr>
          <p:cNvSpPr>
            <a:spLocks noGrp="1"/>
          </p:cNvSpPr>
          <p:nvPr/>
        </p:nvSpPr>
        <p:spPr>
          <a:xfrm>
            <a:off x="7849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01_find_only_2212">
            <a:extLst>
              <a:ext uri="{FF2B5EF4-FFF2-40B4-BE49-F238E27FC236}">
                <a16:creationId xmlns:a16="http://schemas.microsoft.com/office/drawing/2014/main" id="{38CA87A1-8A75-4830-92A2-2F029EF1A802}"/>
              </a:ext>
            </a:extLst>
          </p:cNvPr>
          <p:cNvSpPr>
            <a:spLocks noGrp="1"/>
          </p:cNvSpPr>
          <p:nvPr/>
        </p:nvSpPr>
        <p:spPr>
          <a:xfrm>
            <a:off x="7838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01_find_only_2213">
            <a:extLst>
              <a:ext uri="{FF2B5EF4-FFF2-40B4-BE49-F238E27FC236}">
                <a16:creationId xmlns:a16="http://schemas.microsoft.com/office/drawing/2014/main" id="{AD555E05-6909-4F40-87AA-A24F367D2611}"/>
              </a:ext>
            </a:extLst>
          </p:cNvPr>
          <p:cNvSpPr>
            <a:spLocks noGrp="1"/>
          </p:cNvSpPr>
          <p:nvPr/>
        </p:nvSpPr>
        <p:spPr>
          <a:xfrm>
            <a:off x="7894161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01_find_only_2214">
            <a:extLst>
              <a:ext uri="{FF2B5EF4-FFF2-40B4-BE49-F238E27FC236}">
                <a16:creationId xmlns:a16="http://schemas.microsoft.com/office/drawing/2014/main" id="{8F8DE504-DA93-4456-8137-72D23B4A2C4B}"/>
              </a:ext>
            </a:extLst>
          </p:cNvPr>
          <p:cNvSpPr>
            <a:spLocks noGrp="1"/>
          </p:cNvSpPr>
          <p:nvPr/>
        </p:nvSpPr>
        <p:spPr>
          <a:xfrm>
            <a:off x="791922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01_find_only_2215">
            <a:extLst>
              <a:ext uri="{FF2B5EF4-FFF2-40B4-BE49-F238E27FC236}">
                <a16:creationId xmlns:a16="http://schemas.microsoft.com/office/drawing/2014/main" id="{1644F3E2-4F1E-41B8-82FD-03065CF8BEDC}"/>
              </a:ext>
            </a:extLst>
          </p:cNvPr>
          <p:cNvSpPr>
            <a:spLocks noGrp="1"/>
          </p:cNvSpPr>
          <p:nvPr/>
        </p:nvSpPr>
        <p:spPr>
          <a:xfrm>
            <a:off x="7923404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01_find_only_2216">
            <a:extLst>
              <a:ext uri="{FF2B5EF4-FFF2-40B4-BE49-F238E27FC236}">
                <a16:creationId xmlns:a16="http://schemas.microsoft.com/office/drawing/2014/main" id="{B9896DFC-BDB9-46CF-8090-1B0C76279B1D}"/>
              </a:ext>
            </a:extLst>
          </p:cNvPr>
          <p:cNvSpPr>
            <a:spLocks noGrp="1"/>
          </p:cNvSpPr>
          <p:nvPr/>
        </p:nvSpPr>
        <p:spPr>
          <a:xfrm>
            <a:off x="7863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01_find_only_2217">
            <a:extLst>
              <a:ext uri="{FF2B5EF4-FFF2-40B4-BE49-F238E27FC236}">
                <a16:creationId xmlns:a16="http://schemas.microsoft.com/office/drawing/2014/main" id="{255AEEDD-1B10-493F-A6E5-EA111586E0DB}"/>
              </a:ext>
            </a:extLst>
          </p:cNvPr>
          <p:cNvSpPr>
            <a:spLocks noGrp="1"/>
          </p:cNvSpPr>
          <p:nvPr/>
        </p:nvSpPr>
        <p:spPr>
          <a:xfrm>
            <a:off x="78990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01_find_only_2218">
            <a:extLst>
              <a:ext uri="{FF2B5EF4-FFF2-40B4-BE49-F238E27FC236}">
                <a16:creationId xmlns:a16="http://schemas.microsoft.com/office/drawing/2014/main" id="{372C1167-A84A-4AA4-B70D-0575D87C4774}"/>
              </a:ext>
            </a:extLst>
          </p:cNvPr>
          <p:cNvSpPr>
            <a:spLocks noGrp="1"/>
          </p:cNvSpPr>
          <p:nvPr/>
        </p:nvSpPr>
        <p:spPr>
          <a:xfrm>
            <a:off x="7917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01_find_only_2219">
            <a:extLst>
              <a:ext uri="{FF2B5EF4-FFF2-40B4-BE49-F238E27FC236}">
                <a16:creationId xmlns:a16="http://schemas.microsoft.com/office/drawing/2014/main" id="{C02EBAD2-11E3-497D-8BAB-2325361CA6DA}"/>
              </a:ext>
            </a:extLst>
          </p:cNvPr>
          <p:cNvSpPr>
            <a:spLocks noGrp="1"/>
          </p:cNvSpPr>
          <p:nvPr/>
        </p:nvSpPr>
        <p:spPr>
          <a:xfrm>
            <a:off x="7906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01_find_only_2220">
            <a:extLst>
              <a:ext uri="{FF2B5EF4-FFF2-40B4-BE49-F238E27FC236}">
                <a16:creationId xmlns:a16="http://schemas.microsoft.com/office/drawing/2014/main" id="{D1393325-30D0-4FA2-ADAC-01A45A7CEC27}"/>
              </a:ext>
            </a:extLst>
          </p:cNvPr>
          <p:cNvSpPr>
            <a:spLocks noGrp="1"/>
          </p:cNvSpPr>
          <p:nvPr/>
        </p:nvSpPr>
        <p:spPr>
          <a:xfrm>
            <a:off x="7896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01_find_only_2221">
            <a:extLst>
              <a:ext uri="{FF2B5EF4-FFF2-40B4-BE49-F238E27FC236}">
                <a16:creationId xmlns:a16="http://schemas.microsoft.com/office/drawing/2014/main" id="{49926CAE-8EA0-44FB-BDD9-104AFEAA0D13}"/>
              </a:ext>
            </a:extLst>
          </p:cNvPr>
          <p:cNvSpPr>
            <a:spLocks noGrp="1"/>
          </p:cNvSpPr>
          <p:nvPr/>
        </p:nvSpPr>
        <p:spPr>
          <a:xfrm>
            <a:off x="78723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01_find_only_2222">
            <a:extLst>
              <a:ext uri="{FF2B5EF4-FFF2-40B4-BE49-F238E27FC236}">
                <a16:creationId xmlns:a16="http://schemas.microsoft.com/office/drawing/2014/main" id="{D5861E25-E728-48AA-92AA-82A4358F6CEA}"/>
              </a:ext>
            </a:extLst>
          </p:cNvPr>
          <p:cNvSpPr>
            <a:spLocks noGrp="1"/>
          </p:cNvSpPr>
          <p:nvPr/>
        </p:nvSpPr>
        <p:spPr>
          <a:xfrm>
            <a:off x="7869387" y="33612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01_find_only_2223">
            <a:extLst>
              <a:ext uri="{FF2B5EF4-FFF2-40B4-BE49-F238E27FC236}">
                <a16:creationId xmlns:a16="http://schemas.microsoft.com/office/drawing/2014/main" id="{1B06DFA9-44A4-481D-B607-66B7CB42515F}"/>
              </a:ext>
            </a:extLst>
          </p:cNvPr>
          <p:cNvSpPr>
            <a:spLocks noGrp="1"/>
          </p:cNvSpPr>
          <p:nvPr/>
        </p:nvSpPr>
        <p:spPr>
          <a:xfrm>
            <a:off x="78370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01_find_only_2224">
            <a:extLst>
              <a:ext uri="{FF2B5EF4-FFF2-40B4-BE49-F238E27FC236}">
                <a16:creationId xmlns:a16="http://schemas.microsoft.com/office/drawing/2014/main" id="{84B66D56-DA4E-4EAD-A82B-3F5FA237273F}"/>
              </a:ext>
            </a:extLst>
          </p:cNvPr>
          <p:cNvSpPr>
            <a:spLocks noGrp="1"/>
          </p:cNvSpPr>
          <p:nvPr/>
        </p:nvSpPr>
        <p:spPr>
          <a:xfrm>
            <a:off x="7918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01_find_only_2225">
            <a:extLst>
              <a:ext uri="{FF2B5EF4-FFF2-40B4-BE49-F238E27FC236}">
                <a16:creationId xmlns:a16="http://schemas.microsoft.com/office/drawing/2014/main" id="{9D49BC1C-56AF-40AB-8B08-69A648095F45}"/>
              </a:ext>
            </a:extLst>
          </p:cNvPr>
          <p:cNvSpPr>
            <a:spLocks noGrp="1"/>
          </p:cNvSpPr>
          <p:nvPr/>
        </p:nvSpPr>
        <p:spPr>
          <a:xfrm>
            <a:off x="7907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01_find_only_2226">
            <a:extLst>
              <a:ext uri="{FF2B5EF4-FFF2-40B4-BE49-F238E27FC236}">
                <a16:creationId xmlns:a16="http://schemas.microsoft.com/office/drawing/2014/main" id="{0F521D1C-B13E-49AB-9A80-4A0453029CE7}"/>
              </a:ext>
            </a:extLst>
          </p:cNvPr>
          <p:cNvSpPr>
            <a:spLocks noGrp="1"/>
          </p:cNvSpPr>
          <p:nvPr/>
        </p:nvSpPr>
        <p:spPr>
          <a:xfrm>
            <a:off x="78931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01_find_only_2227">
            <a:extLst>
              <a:ext uri="{FF2B5EF4-FFF2-40B4-BE49-F238E27FC236}">
                <a16:creationId xmlns:a16="http://schemas.microsoft.com/office/drawing/2014/main" id="{B71DE896-3AA4-4397-9D07-05ED10A26EB0}"/>
              </a:ext>
            </a:extLst>
          </p:cNvPr>
          <p:cNvSpPr>
            <a:spLocks noGrp="1"/>
          </p:cNvSpPr>
          <p:nvPr/>
        </p:nvSpPr>
        <p:spPr>
          <a:xfrm>
            <a:off x="78336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01_find_only_2228">
            <a:extLst>
              <a:ext uri="{FF2B5EF4-FFF2-40B4-BE49-F238E27FC236}">
                <a16:creationId xmlns:a16="http://schemas.microsoft.com/office/drawing/2014/main" id="{E4069730-6576-49BE-B602-282A5F651C44}"/>
              </a:ext>
            </a:extLst>
          </p:cNvPr>
          <p:cNvSpPr>
            <a:spLocks noGrp="1"/>
          </p:cNvSpPr>
          <p:nvPr/>
        </p:nvSpPr>
        <p:spPr>
          <a:xfrm>
            <a:off x="78430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01_find_only_2229">
            <a:extLst>
              <a:ext uri="{FF2B5EF4-FFF2-40B4-BE49-F238E27FC236}">
                <a16:creationId xmlns:a16="http://schemas.microsoft.com/office/drawing/2014/main" id="{B094F0FB-8EE0-4C91-9C9B-9809E2070327}"/>
              </a:ext>
            </a:extLst>
          </p:cNvPr>
          <p:cNvSpPr>
            <a:spLocks noGrp="1"/>
          </p:cNvSpPr>
          <p:nvPr/>
        </p:nvSpPr>
        <p:spPr>
          <a:xfrm>
            <a:off x="78524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01_find_only_2230">
            <a:extLst>
              <a:ext uri="{FF2B5EF4-FFF2-40B4-BE49-F238E27FC236}">
                <a16:creationId xmlns:a16="http://schemas.microsoft.com/office/drawing/2014/main" id="{B94124C7-0DCF-4C44-BA11-51BA925DBFE8}"/>
              </a:ext>
            </a:extLst>
          </p:cNvPr>
          <p:cNvSpPr>
            <a:spLocks noGrp="1"/>
          </p:cNvSpPr>
          <p:nvPr/>
        </p:nvSpPr>
        <p:spPr>
          <a:xfrm>
            <a:off x="78941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01_find_only_2231">
            <a:extLst>
              <a:ext uri="{FF2B5EF4-FFF2-40B4-BE49-F238E27FC236}">
                <a16:creationId xmlns:a16="http://schemas.microsoft.com/office/drawing/2014/main" id="{6BDAF051-5A38-4D2F-ABBC-3D38A29BCFA2}"/>
              </a:ext>
            </a:extLst>
          </p:cNvPr>
          <p:cNvSpPr>
            <a:spLocks noGrp="1"/>
          </p:cNvSpPr>
          <p:nvPr/>
        </p:nvSpPr>
        <p:spPr>
          <a:xfrm>
            <a:off x="78843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01_find_only_2232">
            <a:extLst>
              <a:ext uri="{FF2B5EF4-FFF2-40B4-BE49-F238E27FC236}">
                <a16:creationId xmlns:a16="http://schemas.microsoft.com/office/drawing/2014/main" id="{294DB21B-CD7D-43D8-A1E0-5864F9F431A6}"/>
              </a:ext>
            </a:extLst>
          </p:cNvPr>
          <p:cNvSpPr>
            <a:spLocks noGrp="1"/>
          </p:cNvSpPr>
          <p:nvPr/>
        </p:nvSpPr>
        <p:spPr>
          <a:xfrm>
            <a:off x="784714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01_find_only_2233">
            <a:extLst>
              <a:ext uri="{FF2B5EF4-FFF2-40B4-BE49-F238E27FC236}">
                <a16:creationId xmlns:a16="http://schemas.microsoft.com/office/drawing/2014/main" id="{C1C57D35-D89D-4F21-A245-D314710871AC}"/>
              </a:ext>
            </a:extLst>
          </p:cNvPr>
          <p:cNvSpPr>
            <a:spLocks noGrp="1"/>
          </p:cNvSpPr>
          <p:nvPr/>
        </p:nvSpPr>
        <p:spPr>
          <a:xfrm>
            <a:off x="78647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01_find_only_2234">
            <a:extLst>
              <a:ext uri="{FF2B5EF4-FFF2-40B4-BE49-F238E27FC236}">
                <a16:creationId xmlns:a16="http://schemas.microsoft.com/office/drawing/2014/main" id="{2CB62A2D-0940-4F75-9CA3-EB7BB6E70A58}"/>
              </a:ext>
            </a:extLst>
          </p:cNvPr>
          <p:cNvSpPr>
            <a:spLocks noGrp="1"/>
          </p:cNvSpPr>
          <p:nvPr/>
        </p:nvSpPr>
        <p:spPr>
          <a:xfrm>
            <a:off x="78303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01_find_only_2235">
            <a:extLst>
              <a:ext uri="{FF2B5EF4-FFF2-40B4-BE49-F238E27FC236}">
                <a16:creationId xmlns:a16="http://schemas.microsoft.com/office/drawing/2014/main" id="{967410FA-F51B-41FC-9862-8E2CD2F160BD}"/>
              </a:ext>
            </a:extLst>
          </p:cNvPr>
          <p:cNvSpPr>
            <a:spLocks noGrp="1"/>
          </p:cNvSpPr>
          <p:nvPr/>
        </p:nvSpPr>
        <p:spPr>
          <a:xfrm>
            <a:off x="634647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7" name="01_find_only_2236">
            <a:extLst>
              <a:ext uri="{FF2B5EF4-FFF2-40B4-BE49-F238E27FC236}">
                <a16:creationId xmlns:a16="http://schemas.microsoft.com/office/drawing/2014/main" id="{CCD8832C-588E-4F11-A7A6-8205B5DE2423}"/>
              </a:ext>
            </a:extLst>
          </p:cNvPr>
          <p:cNvSpPr>
            <a:spLocks noGrp="1"/>
          </p:cNvSpPr>
          <p:nvPr/>
        </p:nvSpPr>
        <p:spPr>
          <a:xfrm>
            <a:off x="6346469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8" name="text_2237">
            <a:extLst>
              <a:ext uri="{FF2B5EF4-FFF2-40B4-BE49-F238E27FC236}">
                <a16:creationId xmlns:a16="http://schemas.microsoft.com/office/drawing/2014/main" id="{21801077-E44F-490A-B980-D65B7FDB2B72}"/>
              </a:ext>
            </a:extLst>
          </p:cNvPr>
          <p:cNvSpPr>
            <a:spLocks noGrp="1"/>
          </p:cNvSpPr>
          <p:nvPr/>
        </p:nvSpPr>
        <p:spPr>
          <a:xfrm>
            <a:off x="6115461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c</a:t>
            </a:r>
          </a:p>
        </p:txBody>
      </p:sp>
      <p:sp>
        <p:nvSpPr>
          <p:cNvPr id="2239" name="text_2238">
            <a:extLst>
              <a:ext uri="{FF2B5EF4-FFF2-40B4-BE49-F238E27FC236}">
                <a16:creationId xmlns:a16="http://schemas.microsoft.com/office/drawing/2014/main" id="{038F88EF-1350-4A63-8037-C794D7644985}"/>
              </a:ext>
            </a:extLst>
          </p:cNvPr>
          <p:cNvSpPr>
            <a:spLocks noGrp="1"/>
          </p:cNvSpPr>
          <p:nvPr/>
        </p:nvSpPr>
        <p:spPr>
          <a:xfrm>
            <a:off x="6346469" y="2654988"/>
            <a:ext cx="103341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Emap2lig</a:t>
            </a:r>
          </a:p>
        </p:txBody>
      </p:sp>
      <p:sp>
        <p:nvSpPr>
          <p:cNvPr id="2240" name="01_find_only_2239">
            <a:extLst>
              <a:ext uri="{FF2B5EF4-FFF2-40B4-BE49-F238E27FC236}">
                <a16:creationId xmlns:a16="http://schemas.microsoft.com/office/drawing/2014/main" id="{AB641214-0408-4212-89CD-2C55EBB99280}"/>
              </a:ext>
            </a:extLst>
          </p:cNvPr>
          <p:cNvSpPr>
            <a:spLocks noGrp="1"/>
          </p:cNvSpPr>
          <p:nvPr/>
        </p:nvSpPr>
        <p:spPr>
          <a:xfrm>
            <a:off x="6361748" y="3825712"/>
            <a:ext cx="1527834" cy="388683"/>
          </a:xfrm>
          <a:custGeom>
            <a:avLst/>
            <a:gdLst/>
            <a:ahLst/>
            <a:cxnLst/>
            <a:rect l="0" t="0" r="0" b="0"/>
            <a:pathLst>
              <a:path w="1500000" h="381602">
                <a:moveTo>
                  <a:pt x="0" y="381602"/>
                </a:moveTo>
                <a:lnTo>
                  <a:pt x="19231" y="380242"/>
                </a:lnTo>
                <a:lnTo>
                  <a:pt x="19481" y="379303"/>
                </a:lnTo>
                <a:lnTo>
                  <a:pt x="25000" y="378947"/>
                </a:lnTo>
                <a:lnTo>
                  <a:pt x="26316" y="377272"/>
                </a:lnTo>
                <a:lnTo>
                  <a:pt x="31250" y="376245"/>
                </a:lnTo>
                <a:lnTo>
                  <a:pt x="32468" y="375604"/>
                </a:lnTo>
                <a:lnTo>
                  <a:pt x="35714" y="375486"/>
                </a:lnTo>
                <a:lnTo>
                  <a:pt x="36797" y="373076"/>
                </a:lnTo>
                <a:lnTo>
                  <a:pt x="41667" y="372061"/>
                </a:lnTo>
                <a:lnTo>
                  <a:pt x="43011" y="370096"/>
                </a:lnTo>
                <a:lnTo>
                  <a:pt x="50000" y="369587"/>
                </a:lnTo>
                <a:lnTo>
                  <a:pt x="51282" y="367505"/>
                </a:lnTo>
                <a:lnTo>
                  <a:pt x="55556" y="366528"/>
                </a:lnTo>
                <a:lnTo>
                  <a:pt x="56277" y="364136"/>
                </a:lnTo>
                <a:lnTo>
                  <a:pt x="62500" y="362931"/>
                </a:lnTo>
                <a:lnTo>
                  <a:pt x="62771" y="356259"/>
                </a:lnTo>
                <a:lnTo>
                  <a:pt x="71429" y="355532"/>
                </a:lnTo>
                <a:lnTo>
                  <a:pt x="71429" y="352718"/>
                </a:lnTo>
                <a:lnTo>
                  <a:pt x="78947" y="351360"/>
                </a:lnTo>
                <a:lnTo>
                  <a:pt x="80087" y="350854"/>
                </a:lnTo>
                <a:lnTo>
                  <a:pt x="83333" y="350747"/>
                </a:lnTo>
                <a:lnTo>
                  <a:pt x="84416" y="341751"/>
                </a:lnTo>
                <a:lnTo>
                  <a:pt x="91398" y="340387"/>
                </a:lnTo>
                <a:lnTo>
                  <a:pt x="91667" y="340193"/>
                </a:lnTo>
                <a:lnTo>
                  <a:pt x="100000" y="339219"/>
                </a:lnTo>
                <a:lnTo>
                  <a:pt x="100000" y="332371"/>
                </a:lnTo>
                <a:lnTo>
                  <a:pt x="107143" y="331698"/>
                </a:lnTo>
                <a:lnTo>
                  <a:pt x="108333" y="330492"/>
                </a:lnTo>
                <a:lnTo>
                  <a:pt x="111111" y="330268"/>
                </a:lnTo>
                <a:lnTo>
                  <a:pt x="111111" y="328300"/>
                </a:lnTo>
                <a:lnTo>
                  <a:pt x="125000" y="327051"/>
                </a:lnTo>
                <a:lnTo>
                  <a:pt x="125541" y="304883"/>
                </a:lnTo>
                <a:lnTo>
                  <a:pt x="136364" y="303713"/>
                </a:lnTo>
                <a:lnTo>
                  <a:pt x="137681" y="302966"/>
                </a:lnTo>
                <a:lnTo>
                  <a:pt x="142857" y="302503"/>
                </a:lnTo>
                <a:lnTo>
                  <a:pt x="142857" y="300986"/>
                </a:lnTo>
                <a:lnTo>
                  <a:pt x="150000" y="300788"/>
                </a:lnTo>
                <a:lnTo>
                  <a:pt x="150538" y="299177"/>
                </a:lnTo>
                <a:lnTo>
                  <a:pt x="162338" y="297782"/>
                </a:lnTo>
                <a:lnTo>
                  <a:pt x="162338" y="297752"/>
                </a:lnTo>
                <a:lnTo>
                  <a:pt x="166667" y="297721"/>
                </a:lnTo>
                <a:lnTo>
                  <a:pt x="166667" y="278140"/>
                </a:lnTo>
                <a:lnTo>
                  <a:pt x="175000" y="277537"/>
                </a:lnTo>
                <a:lnTo>
                  <a:pt x="175325" y="276679"/>
                </a:lnTo>
                <a:lnTo>
                  <a:pt x="178571" y="276603"/>
                </a:lnTo>
                <a:lnTo>
                  <a:pt x="179654" y="274549"/>
                </a:lnTo>
                <a:lnTo>
                  <a:pt x="185897" y="273174"/>
                </a:lnTo>
                <a:lnTo>
                  <a:pt x="185897" y="273083"/>
                </a:lnTo>
                <a:lnTo>
                  <a:pt x="187500" y="273083"/>
                </a:lnTo>
                <a:lnTo>
                  <a:pt x="188406" y="267148"/>
                </a:lnTo>
                <a:lnTo>
                  <a:pt x="200000" y="265805"/>
                </a:lnTo>
                <a:lnTo>
                  <a:pt x="201299" y="260344"/>
                </a:lnTo>
                <a:lnTo>
                  <a:pt x="208333" y="259622"/>
                </a:lnTo>
                <a:lnTo>
                  <a:pt x="209677" y="256476"/>
                </a:lnTo>
                <a:lnTo>
                  <a:pt x="214286" y="255303"/>
                </a:lnTo>
                <a:lnTo>
                  <a:pt x="215054" y="253709"/>
                </a:lnTo>
                <a:lnTo>
                  <a:pt x="222222" y="253321"/>
                </a:lnTo>
                <a:lnTo>
                  <a:pt x="222222" y="252141"/>
                </a:lnTo>
                <a:lnTo>
                  <a:pt x="230769" y="250994"/>
                </a:lnTo>
                <a:lnTo>
                  <a:pt x="231884" y="250452"/>
                </a:lnTo>
                <a:lnTo>
                  <a:pt x="250000" y="249595"/>
                </a:lnTo>
                <a:lnTo>
                  <a:pt x="251082" y="181038"/>
                </a:lnTo>
                <a:lnTo>
                  <a:pt x="269231" y="179759"/>
                </a:lnTo>
                <a:lnTo>
                  <a:pt x="270563" y="179456"/>
                </a:lnTo>
                <a:lnTo>
                  <a:pt x="277778" y="178099"/>
                </a:lnTo>
                <a:lnTo>
                  <a:pt x="277778" y="177312"/>
                </a:lnTo>
                <a:lnTo>
                  <a:pt x="288462" y="175942"/>
                </a:lnTo>
                <a:lnTo>
                  <a:pt x="289855" y="175567"/>
                </a:lnTo>
                <a:lnTo>
                  <a:pt x="291667" y="175460"/>
                </a:lnTo>
                <a:lnTo>
                  <a:pt x="291667" y="172981"/>
                </a:lnTo>
                <a:lnTo>
                  <a:pt x="300000" y="172874"/>
                </a:lnTo>
                <a:lnTo>
                  <a:pt x="301282" y="169016"/>
                </a:lnTo>
                <a:lnTo>
                  <a:pt x="312500" y="167810"/>
                </a:lnTo>
                <a:lnTo>
                  <a:pt x="312500" y="166924"/>
                </a:lnTo>
                <a:lnTo>
                  <a:pt x="333333" y="165766"/>
                </a:lnTo>
                <a:lnTo>
                  <a:pt x="333333" y="154946"/>
                </a:lnTo>
                <a:lnTo>
                  <a:pt x="354167" y="153705"/>
                </a:lnTo>
                <a:lnTo>
                  <a:pt x="354167" y="153410"/>
                </a:lnTo>
                <a:lnTo>
                  <a:pt x="361111" y="152291"/>
                </a:lnTo>
                <a:lnTo>
                  <a:pt x="362069" y="151622"/>
                </a:lnTo>
                <a:lnTo>
                  <a:pt x="375000" y="150571"/>
                </a:lnTo>
                <a:lnTo>
                  <a:pt x="376344" y="142230"/>
                </a:lnTo>
                <a:lnTo>
                  <a:pt x="392473" y="140830"/>
                </a:lnTo>
                <a:lnTo>
                  <a:pt x="392473" y="140754"/>
                </a:lnTo>
                <a:lnTo>
                  <a:pt x="400000" y="140321"/>
                </a:lnTo>
                <a:lnTo>
                  <a:pt x="400000" y="138786"/>
                </a:lnTo>
                <a:lnTo>
                  <a:pt x="416667" y="138258"/>
                </a:lnTo>
                <a:lnTo>
                  <a:pt x="417749" y="135355"/>
                </a:lnTo>
                <a:lnTo>
                  <a:pt x="437500" y="134351"/>
                </a:lnTo>
                <a:lnTo>
                  <a:pt x="437500" y="132580"/>
                </a:lnTo>
                <a:lnTo>
                  <a:pt x="458333" y="131189"/>
                </a:lnTo>
                <a:lnTo>
                  <a:pt x="458333" y="130480"/>
                </a:lnTo>
                <a:lnTo>
                  <a:pt x="500000" y="129782"/>
                </a:lnTo>
                <a:lnTo>
                  <a:pt x="500000" y="53045"/>
                </a:lnTo>
                <a:lnTo>
                  <a:pt x="557692" y="51829"/>
                </a:lnTo>
                <a:lnTo>
                  <a:pt x="557692" y="51193"/>
                </a:lnTo>
                <a:lnTo>
                  <a:pt x="600000" y="50101"/>
                </a:lnTo>
                <a:lnTo>
                  <a:pt x="600000" y="47267"/>
                </a:lnTo>
                <a:lnTo>
                  <a:pt x="653846" y="45909"/>
                </a:lnTo>
                <a:lnTo>
                  <a:pt x="653846" y="45818"/>
                </a:lnTo>
                <a:lnTo>
                  <a:pt x="700000" y="44450"/>
                </a:lnTo>
                <a:lnTo>
                  <a:pt x="700000" y="43033"/>
                </a:lnTo>
                <a:lnTo>
                  <a:pt x="750000" y="42793"/>
                </a:lnTo>
                <a:lnTo>
                  <a:pt x="750000" y="37038"/>
                </a:lnTo>
                <a:lnTo>
                  <a:pt x="833333" y="36000"/>
                </a:lnTo>
                <a:lnTo>
                  <a:pt x="833333" y="34819"/>
                </a:lnTo>
                <a:lnTo>
                  <a:pt x="875000" y="34667"/>
                </a:lnTo>
                <a:lnTo>
                  <a:pt x="875000" y="31125"/>
                </a:lnTo>
                <a:lnTo>
                  <a:pt x="900000" y="31035"/>
                </a:lnTo>
                <a:lnTo>
                  <a:pt x="900000" y="29618"/>
                </a:lnTo>
                <a:lnTo>
                  <a:pt x="1000000" y="28739"/>
                </a:lnTo>
                <a:lnTo>
                  <a:pt x="1000000" y="14571"/>
                </a:lnTo>
                <a:lnTo>
                  <a:pt x="1125000" y="14297"/>
                </a:lnTo>
                <a:lnTo>
                  <a:pt x="1125000" y="11641"/>
                </a:lnTo>
                <a:lnTo>
                  <a:pt x="1250000" y="10248"/>
                </a:lnTo>
                <a:lnTo>
                  <a:pt x="1250000" y="8477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241" name="01_find_only_2240">
            <a:extLst>
              <a:ext uri="{FF2B5EF4-FFF2-40B4-BE49-F238E27FC236}">
                <a16:creationId xmlns:a16="http://schemas.microsoft.com/office/drawing/2014/main" id="{411838F1-57C7-4B57-92F6-1CEF55DB6AB9}"/>
              </a:ext>
            </a:extLst>
          </p:cNvPr>
          <p:cNvSpPr>
            <a:spLocks noGrp="1"/>
          </p:cNvSpPr>
          <p:nvPr/>
        </p:nvSpPr>
        <p:spPr>
          <a:xfrm>
            <a:off x="6361748" y="4052952"/>
            <a:ext cx="1527834" cy="161443"/>
          </a:xfrm>
          <a:custGeom>
            <a:avLst/>
            <a:gdLst/>
            <a:ahLst/>
            <a:cxnLst/>
            <a:rect l="0" t="0" r="0" b="0"/>
            <a:pathLst>
              <a:path w="1500000" h="158502">
                <a:moveTo>
                  <a:pt x="0" y="158502"/>
                </a:moveTo>
                <a:lnTo>
                  <a:pt x="750000" y="158502"/>
                </a:lnTo>
                <a:lnTo>
                  <a:pt x="750000" y="127824"/>
                </a:lnTo>
                <a:lnTo>
                  <a:pt x="1000000" y="127824"/>
                </a:lnTo>
                <a:lnTo>
                  <a:pt x="1000000" y="54566"/>
                </a:lnTo>
                <a:lnTo>
                  <a:pt x="1500000" y="54566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242" name="01_find_only_2241">
            <a:extLst>
              <a:ext uri="{FF2B5EF4-FFF2-40B4-BE49-F238E27FC236}">
                <a16:creationId xmlns:a16="http://schemas.microsoft.com/office/drawing/2014/main" id="{65E6EF0A-33C1-4D34-BFFF-5409BE0DAB60}"/>
              </a:ext>
            </a:extLst>
          </p:cNvPr>
          <p:cNvSpPr>
            <a:spLocks noGrp="1"/>
          </p:cNvSpPr>
          <p:nvPr/>
        </p:nvSpPr>
        <p:spPr>
          <a:xfrm>
            <a:off x="6594396" y="39881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3" name="01_find_only_2242">
            <a:extLst>
              <a:ext uri="{FF2B5EF4-FFF2-40B4-BE49-F238E27FC236}">
                <a16:creationId xmlns:a16="http://schemas.microsoft.com/office/drawing/2014/main" id="{842FDC00-649E-462B-9FC9-432FE1691C11}"/>
              </a:ext>
            </a:extLst>
          </p:cNvPr>
          <p:cNvSpPr>
            <a:spLocks noGrp="1"/>
          </p:cNvSpPr>
          <p:nvPr/>
        </p:nvSpPr>
        <p:spPr>
          <a:xfrm>
            <a:off x="6849035" y="38577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4" name="01_find_only_2243">
            <a:extLst>
              <a:ext uri="{FF2B5EF4-FFF2-40B4-BE49-F238E27FC236}">
                <a16:creationId xmlns:a16="http://schemas.microsoft.com/office/drawing/2014/main" id="{AB0D9F76-79C0-4468-A6D0-587FBA1DD1B2}"/>
              </a:ext>
            </a:extLst>
          </p:cNvPr>
          <p:cNvSpPr>
            <a:spLocks noGrp="1"/>
          </p:cNvSpPr>
          <p:nvPr/>
        </p:nvSpPr>
        <p:spPr>
          <a:xfrm>
            <a:off x="7358313" y="381856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5" name="01_find_only_2244">
            <a:extLst>
              <a:ext uri="{FF2B5EF4-FFF2-40B4-BE49-F238E27FC236}">
                <a16:creationId xmlns:a16="http://schemas.microsoft.com/office/drawing/2014/main" id="{BF67828C-7AF2-4A8C-B47A-3296C8440B60}"/>
              </a:ext>
            </a:extLst>
          </p:cNvPr>
          <p:cNvSpPr>
            <a:spLocks noGrp="1"/>
          </p:cNvSpPr>
          <p:nvPr/>
        </p:nvSpPr>
        <p:spPr>
          <a:xfrm>
            <a:off x="7867591" y="38037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6" name="01_find_only_2245">
            <a:extLst>
              <a:ext uri="{FF2B5EF4-FFF2-40B4-BE49-F238E27FC236}">
                <a16:creationId xmlns:a16="http://schemas.microsoft.com/office/drawing/2014/main" id="{3BACA3B1-99FF-4273-ACBE-A49C67944C02}"/>
              </a:ext>
            </a:extLst>
          </p:cNvPr>
          <p:cNvSpPr>
            <a:spLocks noGrp="1"/>
          </p:cNvSpPr>
          <p:nvPr/>
        </p:nvSpPr>
        <p:spPr>
          <a:xfrm>
            <a:off x="6579799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7" name="01_find_only_2246">
            <a:extLst>
              <a:ext uri="{FF2B5EF4-FFF2-40B4-BE49-F238E27FC236}">
                <a16:creationId xmlns:a16="http://schemas.microsoft.com/office/drawing/2014/main" id="{B2827D9E-CD0F-49B5-B4BC-FA2BC2C6ABD5}"/>
              </a:ext>
            </a:extLst>
          </p:cNvPr>
          <p:cNvSpPr>
            <a:spLocks noGrp="1"/>
          </p:cNvSpPr>
          <p:nvPr/>
        </p:nvSpPr>
        <p:spPr>
          <a:xfrm>
            <a:off x="6834438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8" name="01_find_only_2247">
            <a:extLst>
              <a:ext uri="{FF2B5EF4-FFF2-40B4-BE49-F238E27FC236}">
                <a16:creationId xmlns:a16="http://schemas.microsoft.com/office/drawing/2014/main" id="{204D6548-2BEB-4A69-BC3C-BD77CECD9861}"/>
              </a:ext>
            </a:extLst>
          </p:cNvPr>
          <p:cNvSpPr>
            <a:spLocks noGrp="1"/>
          </p:cNvSpPr>
          <p:nvPr/>
        </p:nvSpPr>
        <p:spPr>
          <a:xfrm>
            <a:off x="7343716" y="407194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9" name="01_find_only_2248">
            <a:extLst>
              <a:ext uri="{FF2B5EF4-FFF2-40B4-BE49-F238E27FC236}">
                <a16:creationId xmlns:a16="http://schemas.microsoft.com/office/drawing/2014/main" id="{546DDA99-42FB-4DFC-A784-9AB990C334F9}"/>
              </a:ext>
            </a:extLst>
          </p:cNvPr>
          <p:cNvSpPr>
            <a:spLocks noGrp="1"/>
          </p:cNvSpPr>
          <p:nvPr/>
        </p:nvSpPr>
        <p:spPr>
          <a:xfrm>
            <a:off x="7852994" y="401636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50" name="01_find_only_2249">
            <a:extLst>
              <a:ext uri="{FF2B5EF4-FFF2-40B4-BE49-F238E27FC236}">
                <a16:creationId xmlns:a16="http://schemas.microsoft.com/office/drawing/2014/main" id="{3F4DFEED-77F3-4F04-9DA9-AE3937B77BD4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01_find_only_2250">
            <a:extLst>
              <a:ext uri="{FF2B5EF4-FFF2-40B4-BE49-F238E27FC236}">
                <a16:creationId xmlns:a16="http://schemas.microsoft.com/office/drawing/2014/main" id="{E71866DE-379F-4102-BE26-01E870AF5E3C}"/>
              </a:ext>
            </a:extLst>
          </p:cNvPr>
          <p:cNvSpPr>
            <a:spLocks noGrp="1"/>
          </p:cNvSpPr>
          <p:nvPr/>
        </p:nvSpPr>
        <p:spPr>
          <a:xfrm>
            <a:off x="2227022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8" y="1257449"/>
                </a:lnTo>
                <a:lnTo>
                  <a:pt x="2746" y="1246883"/>
                </a:lnTo>
                <a:lnTo>
                  <a:pt x="6003" y="1236316"/>
                </a:lnTo>
                <a:lnTo>
                  <a:pt x="10258" y="1225749"/>
                </a:lnTo>
                <a:lnTo>
                  <a:pt x="15245" y="1215182"/>
                </a:lnTo>
                <a:lnTo>
                  <a:pt x="20673" y="1204615"/>
                </a:lnTo>
                <a:lnTo>
                  <a:pt x="26256" y="1194049"/>
                </a:lnTo>
                <a:lnTo>
                  <a:pt x="31734" y="1183482"/>
                </a:lnTo>
                <a:lnTo>
                  <a:pt x="36892" y="1172915"/>
                </a:lnTo>
                <a:lnTo>
                  <a:pt x="41573" y="1162348"/>
                </a:lnTo>
                <a:lnTo>
                  <a:pt x="45677" y="1151781"/>
                </a:lnTo>
                <a:lnTo>
                  <a:pt x="49163" y="1141215"/>
                </a:lnTo>
                <a:lnTo>
                  <a:pt x="52034" y="1130648"/>
                </a:lnTo>
                <a:lnTo>
                  <a:pt x="54331" y="1120081"/>
                </a:lnTo>
                <a:lnTo>
                  <a:pt x="56116" y="1109514"/>
                </a:lnTo>
                <a:lnTo>
                  <a:pt x="57466" y="1098947"/>
                </a:lnTo>
                <a:lnTo>
                  <a:pt x="58456" y="1088381"/>
                </a:lnTo>
                <a:lnTo>
                  <a:pt x="59161" y="1077814"/>
                </a:lnTo>
                <a:lnTo>
                  <a:pt x="59643" y="1067247"/>
                </a:lnTo>
                <a:lnTo>
                  <a:pt x="59956" y="1056680"/>
                </a:lnTo>
                <a:lnTo>
                  <a:pt x="60141" y="1046113"/>
                </a:lnTo>
                <a:lnTo>
                  <a:pt x="60231" y="1035547"/>
                </a:lnTo>
                <a:lnTo>
                  <a:pt x="60249" y="1024980"/>
                </a:lnTo>
                <a:lnTo>
                  <a:pt x="60211" y="1014413"/>
                </a:lnTo>
                <a:lnTo>
                  <a:pt x="60128" y="1003846"/>
                </a:lnTo>
                <a:lnTo>
                  <a:pt x="60007" y="993279"/>
                </a:lnTo>
                <a:lnTo>
                  <a:pt x="59852" y="982713"/>
                </a:lnTo>
                <a:lnTo>
                  <a:pt x="59662" y="972146"/>
                </a:lnTo>
                <a:lnTo>
                  <a:pt x="59439" y="961579"/>
                </a:lnTo>
                <a:lnTo>
                  <a:pt x="59180" y="951012"/>
                </a:lnTo>
                <a:lnTo>
                  <a:pt x="58883" y="940445"/>
                </a:lnTo>
                <a:lnTo>
                  <a:pt x="58549" y="929879"/>
                </a:lnTo>
                <a:lnTo>
                  <a:pt x="58177" y="919312"/>
                </a:lnTo>
                <a:lnTo>
                  <a:pt x="57771" y="908745"/>
                </a:lnTo>
                <a:lnTo>
                  <a:pt x="57336" y="898178"/>
                </a:lnTo>
                <a:lnTo>
                  <a:pt x="56876" y="887611"/>
                </a:lnTo>
                <a:lnTo>
                  <a:pt x="56398" y="877045"/>
                </a:lnTo>
                <a:lnTo>
                  <a:pt x="55908" y="866478"/>
                </a:lnTo>
                <a:lnTo>
                  <a:pt x="55409" y="855911"/>
                </a:lnTo>
                <a:lnTo>
                  <a:pt x="54899" y="845344"/>
                </a:lnTo>
                <a:lnTo>
                  <a:pt x="54374" y="834777"/>
                </a:lnTo>
                <a:lnTo>
                  <a:pt x="53820" y="824211"/>
                </a:lnTo>
                <a:lnTo>
                  <a:pt x="53221" y="813644"/>
                </a:lnTo>
                <a:lnTo>
                  <a:pt x="52550" y="803077"/>
                </a:lnTo>
                <a:lnTo>
                  <a:pt x="51780" y="792510"/>
                </a:lnTo>
                <a:lnTo>
                  <a:pt x="50880" y="781943"/>
                </a:lnTo>
                <a:lnTo>
                  <a:pt x="49821" y="771377"/>
                </a:lnTo>
                <a:lnTo>
                  <a:pt x="48578" y="760810"/>
                </a:lnTo>
                <a:lnTo>
                  <a:pt x="47136" y="750243"/>
                </a:lnTo>
                <a:lnTo>
                  <a:pt x="45496" y="739676"/>
                </a:lnTo>
                <a:lnTo>
                  <a:pt x="43677" y="729109"/>
                </a:lnTo>
                <a:lnTo>
                  <a:pt x="41723" y="718543"/>
                </a:lnTo>
                <a:lnTo>
                  <a:pt x="39698" y="707976"/>
                </a:lnTo>
                <a:lnTo>
                  <a:pt x="37693" y="697409"/>
                </a:lnTo>
                <a:lnTo>
                  <a:pt x="35813" y="686842"/>
                </a:lnTo>
                <a:lnTo>
                  <a:pt x="34175" y="676275"/>
                </a:lnTo>
                <a:lnTo>
                  <a:pt x="32897" y="665708"/>
                </a:lnTo>
                <a:lnTo>
                  <a:pt x="32085" y="655142"/>
                </a:lnTo>
                <a:lnTo>
                  <a:pt x="31822" y="644575"/>
                </a:lnTo>
                <a:lnTo>
                  <a:pt x="32158" y="634008"/>
                </a:lnTo>
                <a:lnTo>
                  <a:pt x="33104" y="623441"/>
                </a:lnTo>
                <a:lnTo>
                  <a:pt x="34630" y="612874"/>
                </a:lnTo>
                <a:lnTo>
                  <a:pt x="36667" y="602308"/>
                </a:lnTo>
                <a:lnTo>
                  <a:pt x="39113" y="591741"/>
                </a:lnTo>
                <a:lnTo>
                  <a:pt x="41846" y="581174"/>
                </a:lnTo>
                <a:lnTo>
                  <a:pt x="44732" y="570607"/>
                </a:lnTo>
                <a:lnTo>
                  <a:pt x="47641" y="560040"/>
                </a:lnTo>
                <a:lnTo>
                  <a:pt x="50456" y="549474"/>
                </a:lnTo>
                <a:lnTo>
                  <a:pt x="53082" y="538907"/>
                </a:lnTo>
                <a:lnTo>
                  <a:pt x="55450" y="528340"/>
                </a:lnTo>
                <a:lnTo>
                  <a:pt x="57517" y="517773"/>
                </a:lnTo>
                <a:lnTo>
                  <a:pt x="59267" y="507206"/>
                </a:lnTo>
                <a:lnTo>
                  <a:pt x="60706" y="496640"/>
                </a:lnTo>
                <a:lnTo>
                  <a:pt x="61856" y="486073"/>
                </a:lnTo>
                <a:lnTo>
                  <a:pt x="62749" y="475506"/>
                </a:lnTo>
                <a:lnTo>
                  <a:pt x="63425" y="464939"/>
                </a:lnTo>
                <a:lnTo>
                  <a:pt x="63923" y="454372"/>
                </a:lnTo>
                <a:lnTo>
                  <a:pt x="64280" y="443806"/>
                </a:lnTo>
                <a:lnTo>
                  <a:pt x="64529" y="433239"/>
                </a:lnTo>
                <a:lnTo>
                  <a:pt x="64699" y="422672"/>
                </a:lnTo>
                <a:lnTo>
                  <a:pt x="64812" y="412105"/>
                </a:lnTo>
                <a:lnTo>
                  <a:pt x="64886" y="401538"/>
                </a:lnTo>
                <a:lnTo>
                  <a:pt x="64932" y="390972"/>
                </a:lnTo>
                <a:lnTo>
                  <a:pt x="64960" y="380405"/>
                </a:lnTo>
                <a:lnTo>
                  <a:pt x="64977" y="369838"/>
                </a:lnTo>
                <a:lnTo>
                  <a:pt x="64987" y="359271"/>
                </a:lnTo>
                <a:lnTo>
                  <a:pt x="64993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7" y="348704"/>
                </a:lnTo>
                <a:lnTo>
                  <a:pt x="65013" y="359271"/>
                </a:lnTo>
                <a:lnTo>
                  <a:pt x="65023" y="369838"/>
                </a:lnTo>
                <a:lnTo>
                  <a:pt x="65040" y="380405"/>
                </a:lnTo>
                <a:lnTo>
                  <a:pt x="65068" y="390972"/>
                </a:lnTo>
                <a:lnTo>
                  <a:pt x="65114" y="401538"/>
                </a:lnTo>
                <a:lnTo>
                  <a:pt x="65188" y="412105"/>
                </a:lnTo>
                <a:lnTo>
                  <a:pt x="65301" y="422672"/>
                </a:lnTo>
                <a:lnTo>
                  <a:pt x="65471" y="433239"/>
                </a:lnTo>
                <a:lnTo>
                  <a:pt x="65720" y="443806"/>
                </a:lnTo>
                <a:lnTo>
                  <a:pt x="66077" y="454372"/>
                </a:lnTo>
                <a:lnTo>
                  <a:pt x="66575" y="464939"/>
                </a:lnTo>
                <a:lnTo>
                  <a:pt x="67251" y="475506"/>
                </a:lnTo>
                <a:lnTo>
                  <a:pt x="68144" y="486073"/>
                </a:lnTo>
                <a:lnTo>
                  <a:pt x="69294" y="496640"/>
                </a:lnTo>
                <a:lnTo>
                  <a:pt x="70733" y="507206"/>
                </a:lnTo>
                <a:lnTo>
                  <a:pt x="72483" y="517773"/>
                </a:lnTo>
                <a:lnTo>
                  <a:pt x="74550" y="528340"/>
                </a:lnTo>
                <a:lnTo>
                  <a:pt x="76918" y="538907"/>
                </a:lnTo>
                <a:lnTo>
                  <a:pt x="79544" y="549474"/>
                </a:lnTo>
                <a:lnTo>
                  <a:pt x="82359" y="560040"/>
                </a:lnTo>
                <a:lnTo>
                  <a:pt x="85268" y="570607"/>
                </a:lnTo>
                <a:lnTo>
                  <a:pt x="88154" y="581174"/>
                </a:lnTo>
                <a:lnTo>
                  <a:pt x="90887" y="591741"/>
                </a:lnTo>
                <a:lnTo>
                  <a:pt x="93333" y="602308"/>
                </a:lnTo>
                <a:lnTo>
                  <a:pt x="95370" y="612874"/>
                </a:lnTo>
                <a:lnTo>
                  <a:pt x="96896" y="623441"/>
                </a:lnTo>
                <a:lnTo>
                  <a:pt x="97842" y="634008"/>
                </a:lnTo>
                <a:lnTo>
                  <a:pt x="98178" y="644575"/>
                </a:lnTo>
                <a:lnTo>
                  <a:pt x="97915" y="655142"/>
                </a:lnTo>
                <a:lnTo>
                  <a:pt x="97103" y="665708"/>
                </a:lnTo>
                <a:lnTo>
                  <a:pt x="95825" y="676275"/>
                </a:lnTo>
                <a:lnTo>
                  <a:pt x="94187" y="686842"/>
                </a:lnTo>
                <a:lnTo>
                  <a:pt x="92307" y="697409"/>
                </a:lnTo>
                <a:lnTo>
                  <a:pt x="90302" y="707976"/>
                </a:lnTo>
                <a:lnTo>
                  <a:pt x="88277" y="718543"/>
                </a:lnTo>
                <a:lnTo>
                  <a:pt x="86323" y="729109"/>
                </a:lnTo>
                <a:lnTo>
                  <a:pt x="84504" y="739676"/>
                </a:lnTo>
                <a:lnTo>
                  <a:pt x="82864" y="750243"/>
                </a:lnTo>
                <a:lnTo>
                  <a:pt x="81422" y="760810"/>
                </a:lnTo>
                <a:lnTo>
                  <a:pt x="80179" y="771377"/>
                </a:lnTo>
                <a:lnTo>
                  <a:pt x="79120" y="781943"/>
                </a:lnTo>
                <a:lnTo>
                  <a:pt x="78220" y="792510"/>
                </a:lnTo>
                <a:lnTo>
                  <a:pt x="77450" y="803077"/>
                </a:lnTo>
                <a:lnTo>
                  <a:pt x="76780" y="813644"/>
                </a:lnTo>
                <a:lnTo>
                  <a:pt x="76180" y="824211"/>
                </a:lnTo>
                <a:lnTo>
                  <a:pt x="75626" y="834777"/>
                </a:lnTo>
                <a:lnTo>
                  <a:pt x="75101" y="845344"/>
                </a:lnTo>
                <a:lnTo>
                  <a:pt x="74591" y="855911"/>
                </a:lnTo>
                <a:lnTo>
                  <a:pt x="74092" y="866478"/>
                </a:lnTo>
                <a:lnTo>
                  <a:pt x="73602" y="877045"/>
                </a:lnTo>
                <a:lnTo>
                  <a:pt x="73124" y="887611"/>
                </a:lnTo>
                <a:lnTo>
                  <a:pt x="72664" y="898178"/>
                </a:lnTo>
                <a:lnTo>
                  <a:pt x="72229" y="908745"/>
                </a:lnTo>
                <a:lnTo>
                  <a:pt x="71823" y="919312"/>
                </a:lnTo>
                <a:lnTo>
                  <a:pt x="71451" y="929879"/>
                </a:lnTo>
                <a:lnTo>
                  <a:pt x="71117" y="940445"/>
                </a:lnTo>
                <a:lnTo>
                  <a:pt x="70820" y="951012"/>
                </a:lnTo>
                <a:lnTo>
                  <a:pt x="70561" y="961579"/>
                </a:lnTo>
                <a:lnTo>
                  <a:pt x="70338" y="972146"/>
                </a:lnTo>
                <a:lnTo>
                  <a:pt x="70148" y="982713"/>
                </a:lnTo>
                <a:lnTo>
                  <a:pt x="69993" y="993279"/>
                </a:lnTo>
                <a:lnTo>
                  <a:pt x="69872" y="1003846"/>
                </a:lnTo>
                <a:lnTo>
                  <a:pt x="69789" y="1014413"/>
                </a:lnTo>
                <a:lnTo>
                  <a:pt x="69751" y="1024980"/>
                </a:lnTo>
                <a:lnTo>
                  <a:pt x="69769" y="1035547"/>
                </a:lnTo>
                <a:lnTo>
                  <a:pt x="69859" y="1046113"/>
                </a:lnTo>
                <a:lnTo>
                  <a:pt x="70044" y="1056680"/>
                </a:lnTo>
                <a:lnTo>
                  <a:pt x="70357" y="1067247"/>
                </a:lnTo>
                <a:lnTo>
                  <a:pt x="70839" y="1077814"/>
                </a:lnTo>
                <a:lnTo>
                  <a:pt x="71544" y="1088381"/>
                </a:lnTo>
                <a:lnTo>
                  <a:pt x="72534" y="1098947"/>
                </a:lnTo>
                <a:lnTo>
                  <a:pt x="73884" y="1109514"/>
                </a:lnTo>
                <a:lnTo>
                  <a:pt x="75669" y="1120081"/>
                </a:lnTo>
                <a:lnTo>
                  <a:pt x="77966" y="1130648"/>
                </a:lnTo>
                <a:lnTo>
                  <a:pt x="80837" y="1141215"/>
                </a:lnTo>
                <a:lnTo>
                  <a:pt x="84323" y="1151781"/>
                </a:lnTo>
                <a:lnTo>
                  <a:pt x="88427" y="1162348"/>
                </a:lnTo>
                <a:lnTo>
                  <a:pt x="93108" y="1172915"/>
                </a:lnTo>
                <a:lnTo>
                  <a:pt x="98266" y="1183482"/>
                </a:lnTo>
                <a:lnTo>
                  <a:pt x="103744" y="1194049"/>
                </a:lnTo>
                <a:lnTo>
                  <a:pt x="109327" y="1204615"/>
                </a:lnTo>
                <a:lnTo>
                  <a:pt x="114755" y="1215182"/>
                </a:lnTo>
                <a:lnTo>
                  <a:pt x="119742" y="1225749"/>
                </a:lnTo>
                <a:lnTo>
                  <a:pt x="123997" y="1236316"/>
                </a:lnTo>
                <a:lnTo>
                  <a:pt x="127254" y="1246883"/>
                </a:lnTo>
                <a:lnTo>
                  <a:pt x="129302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2" name="01_find_only_2251">
            <a:extLst>
              <a:ext uri="{FF2B5EF4-FFF2-40B4-BE49-F238E27FC236}">
                <a16:creationId xmlns:a16="http://schemas.microsoft.com/office/drawing/2014/main" id="{69E0B6EF-D117-4EDD-9B4A-0D2B36F40CF5}"/>
              </a:ext>
            </a:extLst>
          </p:cNvPr>
          <p:cNvSpPr>
            <a:spLocks noGrp="1"/>
          </p:cNvSpPr>
          <p:nvPr/>
        </p:nvSpPr>
        <p:spPr>
          <a:xfrm>
            <a:off x="248166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2906" y="1268016"/>
                </a:moveTo>
                <a:lnTo>
                  <a:pt x="47094" y="1268016"/>
                </a:lnTo>
                <a:lnTo>
                  <a:pt x="47268" y="1257449"/>
                </a:lnTo>
                <a:lnTo>
                  <a:pt x="47779" y="1246883"/>
                </a:lnTo>
                <a:lnTo>
                  <a:pt x="48591" y="1236316"/>
                </a:lnTo>
                <a:lnTo>
                  <a:pt x="49651" y="1225749"/>
                </a:lnTo>
                <a:lnTo>
                  <a:pt x="50893" y="1215182"/>
                </a:lnTo>
                <a:lnTo>
                  <a:pt x="52242" y="1204615"/>
                </a:lnTo>
                <a:lnTo>
                  <a:pt x="53629" y="1194049"/>
                </a:lnTo>
                <a:lnTo>
                  <a:pt x="54989" y="1183482"/>
                </a:lnTo>
                <a:lnTo>
                  <a:pt x="56270" y="1172915"/>
                </a:lnTo>
                <a:lnTo>
                  <a:pt x="57434" y="1162348"/>
                </a:lnTo>
                <a:lnTo>
                  <a:pt x="58460" y="1151781"/>
                </a:lnTo>
                <a:lnTo>
                  <a:pt x="59340" y="1141215"/>
                </a:lnTo>
                <a:lnTo>
                  <a:pt x="60076" y="1130648"/>
                </a:lnTo>
                <a:lnTo>
                  <a:pt x="60681" y="1120081"/>
                </a:lnTo>
                <a:lnTo>
                  <a:pt x="61171" y="1109514"/>
                </a:lnTo>
                <a:lnTo>
                  <a:pt x="61565" y="1098947"/>
                </a:lnTo>
                <a:lnTo>
                  <a:pt x="61881" y="1088381"/>
                </a:lnTo>
                <a:lnTo>
                  <a:pt x="62136" y="1077814"/>
                </a:lnTo>
                <a:lnTo>
                  <a:pt x="62342" y="1067247"/>
                </a:lnTo>
                <a:lnTo>
                  <a:pt x="62510" y="1056680"/>
                </a:lnTo>
                <a:lnTo>
                  <a:pt x="62647" y="1046113"/>
                </a:lnTo>
                <a:lnTo>
                  <a:pt x="62758" y="1035547"/>
                </a:lnTo>
                <a:lnTo>
                  <a:pt x="62847" y="1024980"/>
                </a:lnTo>
                <a:lnTo>
                  <a:pt x="62919" y="1014413"/>
                </a:lnTo>
                <a:lnTo>
                  <a:pt x="62976" y="1003846"/>
                </a:lnTo>
                <a:lnTo>
                  <a:pt x="63022" y="993279"/>
                </a:lnTo>
                <a:lnTo>
                  <a:pt x="63062" y="982713"/>
                </a:lnTo>
                <a:lnTo>
                  <a:pt x="63098" y="972146"/>
                </a:lnTo>
                <a:lnTo>
                  <a:pt x="63135" y="961579"/>
                </a:lnTo>
                <a:lnTo>
                  <a:pt x="63175" y="951012"/>
                </a:lnTo>
                <a:lnTo>
                  <a:pt x="63220" y="940445"/>
                </a:lnTo>
                <a:lnTo>
                  <a:pt x="63271" y="929879"/>
                </a:lnTo>
                <a:lnTo>
                  <a:pt x="63327" y="919312"/>
                </a:lnTo>
                <a:lnTo>
                  <a:pt x="63387" y="908745"/>
                </a:lnTo>
                <a:lnTo>
                  <a:pt x="63446" y="898178"/>
                </a:lnTo>
                <a:lnTo>
                  <a:pt x="63501" y="887611"/>
                </a:lnTo>
                <a:lnTo>
                  <a:pt x="63548" y="877045"/>
                </a:lnTo>
                <a:lnTo>
                  <a:pt x="63581" y="866478"/>
                </a:lnTo>
                <a:lnTo>
                  <a:pt x="63596" y="855911"/>
                </a:lnTo>
                <a:lnTo>
                  <a:pt x="63588" y="845344"/>
                </a:lnTo>
                <a:lnTo>
                  <a:pt x="63555" y="834777"/>
                </a:lnTo>
                <a:lnTo>
                  <a:pt x="63494" y="824211"/>
                </a:lnTo>
                <a:lnTo>
                  <a:pt x="63404" y="813644"/>
                </a:lnTo>
                <a:lnTo>
                  <a:pt x="63288" y="803077"/>
                </a:lnTo>
                <a:lnTo>
                  <a:pt x="63145" y="792510"/>
                </a:lnTo>
                <a:lnTo>
                  <a:pt x="62979" y="781943"/>
                </a:lnTo>
                <a:lnTo>
                  <a:pt x="62794" y="771377"/>
                </a:lnTo>
                <a:lnTo>
                  <a:pt x="62593" y="760810"/>
                </a:lnTo>
                <a:lnTo>
                  <a:pt x="62382" y="750243"/>
                </a:lnTo>
                <a:lnTo>
                  <a:pt x="62165" y="739676"/>
                </a:lnTo>
                <a:lnTo>
                  <a:pt x="61947" y="729109"/>
                </a:lnTo>
                <a:lnTo>
                  <a:pt x="61734" y="718543"/>
                </a:lnTo>
                <a:lnTo>
                  <a:pt x="61533" y="707976"/>
                </a:lnTo>
                <a:lnTo>
                  <a:pt x="61350" y="697409"/>
                </a:lnTo>
                <a:lnTo>
                  <a:pt x="61193" y="686842"/>
                </a:lnTo>
                <a:lnTo>
                  <a:pt x="61070" y="676275"/>
                </a:lnTo>
                <a:lnTo>
                  <a:pt x="60986" y="665708"/>
                </a:lnTo>
                <a:lnTo>
                  <a:pt x="60947" y="655142"/>
                </a:lnTo>
                <a:lnTo>
                  <a:pt x="60955" y="644575"/>
                </a:lnTo>
                <a:lnTo>
                  <a:pt x="61011" y="634008"/>
                </a:lnTo>
                <a:lnTo>
                  <a:pt x="61108" y="623441"/>
                </a:lnTo>
                <a:lnTo>
                  <a:pt x="61241" y="612874"/>
                </a:lnTo>
                <a:lnTo>
                  <a:pt x="61398" y="602308"/>
                </a:lnTo>
                <a:lnTo>
                  <a:pt x="61564" y="591741"/>
                </a:lnTo>
                <a:lnTo>
                  <a:pt x="61727" y="581174"/>
                </a:lnTo>
                <a:lnTo>
                  <a:pt x="61870" y="570607"/>
                </a:lnTo>
                <a:lnTo>
                  <a:pt x="61982" y="560040"/>
                </a:lnTo>
                <a:lnTo>
                  <a:pt x="62051" y="549474"/>
                </a:lnTo>
                <a:lnTo>
                  <a:pt x="62073" y="538907"/>
                </a:lnTo>
                <a:lnTo>
                  <a:pt x="62043" y="528340"/>
                </a:lnTo>
                <a:lnTo>
                  <a:pt x="61963" y="517773"/>
                </a:lnTo>
                <a:lnTo>
                  <a:pt x="61840" y="507206"/>
                </a:lnTo>
                <a:lnTo>
                  <a:pt x="61679" y="496640"/>
                </a:lnTo>
                <a:lnTo>
                  <a:pt x="61493" y="486073"/>
                </a:lnTo>
                <a:lnTo>
                  <a:pt x="61290" y="475506"/>
                </a:lnTo>
                <a:lnTo>
                  <a:pt x="61081" y="464939"/>
                </a:lnTo>
                <a:lnTo>
                  <a:pt x="60876" y="454372"/>
                </a:lnTo>
                <a:lnTo>
                  <a:pt x="60682" y="443806"/>
                </a:lnTo>
                <a:lnTo>
                  <a:pt x="60506" y="433239"/>
                </a:lnTo>
                <a:lnTo>
                  <a:pt x="60352" y="422672"/>
                </a:lnTo>
                <a:lnTo>
                  <a:pt x="60222" y="412105"/>
                </a:lnTo>
                <a:lnTo>
                  <a:pt x="60119" y="401538"/>
                </a:lnTo>
                <a:lnTo>
                  <a:pt x="60045" y="390972"/>
                </a:lnTo>
                <a:lnTo>
                  <a:pt x="60000" y="380405"/>
                </a:lnTo>
                <a:lnTo>
                  <a:pt x="59987" y="369838"/>
                </a:lnTo>
                <a:lnTo>
                  <a:pt x="60010" y="359271"/>
                </a:lnTo>
                <a:lnTo>
                  <a:pt x="60071" y="348704"/>
                </a:lnTo>
                <a:lnTo>
                  <a:pt x="60172" y="338138"/>
                </a:lnTo>
                <a:lnTo>
                  <a:pt x="60316" y="327571"/>
                </a:lnTo>
                <a:lnTo>
                  <a:pt x="60504" y="317004"/>
                </a:lnTo>
                <a:lnTo>
                  <a:pt x="60731" y="306437"/>
                </a:lnTo>
                <a:lnTo>
                  <a:pt x="60994" y="295870"/>
                </a:lnTo>
                <a:lnTo>
                  <a:pt x="61282" y="285304"/>
                </a:lnTo>
                <a:lnTo>
                  <a:pt x="61586" y="274737"/>
                </a:lnTo>
                <a:lnTo>
                  <a:pt x="61889" y="264170"/>
                </a:lnTo>
                <a:lnTo>
                  <a:pt x="62174" y="253603"/>
                </a:lnTo>
                <a:lnTo>
                  <a:pt x="62423" y="243036"/>
                </a:lnTo>
                <a:lnTo>
                  <a:pt x="62611" y="232470"/>
                </a:lnTo>
                <a:lnTo>
                  <a:pt x="62713" y="221903"/>
                </a:lnTo>
                <a:lnTo>
                  <a:pt x="62696" y="211336"/>
                </a:lnTo>
                <a:lnTo>
                  <a:pt x="62523" y="200769"/>
                </a:lnTo>
                <a:lnTo>
                  <a:pt x="62147" y="190202"/>
                </a:lnTo>
                <a:lnTo>
                  <a:pt x="61511" y="179636"/>
                </a:lnTo>
                <a:lnTo>
                  <a:pt x="60547" y="169069"/>
                </a:lnTo>
                <a:lnTo>
                  <a:pt x="59182" y="158502"/>
                </a:lnTo>
                <a:lnTo>
                  <a:pt x="57336" y="147935"/>
                </a:lnTo>
                <a:lnTo>
                  <a:pt x="54934" y="137368"/>
                </a:lnTo>
                <a:lnTo>
                  <a:pt x="51912" y="126802"/>
                </a:lnTo>
                <a:lnTo>
                  <a:pt x="48232" y="116235"/>
                </a:lnTo>
                <a:lnTo>
                  <a:pt x="43894" y="105668"/>
                </a:lnTo>
                <a:lnTo>
                  <a:pt x="38945" y="95101"/>
                </a:lnTo>
                <a:lnTo>
                  <a:pt x="33492" y="84534"/>
                </a:lnTo>
                <a:lnTo>
                  <a:pt x="27704" y="73968"/>
                </a:lnTo>
                <a:lnTo>
                  <a:pt x="21808" y="63401"/>
                </a:lnTo>
                <a:lnTo>
                  <a:pt x="16078" y="52834"/>
                </a:lnTo>
                <a:lnTo>
                  <a:pt x="10817" y="42267"/>
                </a:lnTo>
                <a:lnTo>
                  <a:pt x="6329" y="31700"/>
                </a:lnTo>
                <a:lnTo>
                  <a:pt x="2894" y="21134"/>
                </a:lnTo>
                <a:lnTo>
                  <a:pt x="73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4" y="10567"/>
                </a:lnTo>
                <a:lnTo>
                  <a:pt x="127106" y="21134"/>
                </a:lnTo>
                <a:lnTo>
                  <a:pt x="123671" y="31700"/>
                </a:lnTo>
                <a:lnTo>
                  <a:pt x="119183" y="42267"/>
                </a:lnTo>
                <a:lnTo>
                  <a:pt x="113922" y="52834"/>
                </a:lnTo>
                <a:lnTo>
                  <a:pt x="108192" y="63401"/>
                </a:lnTo>
                <a:lnTo>
                  <a:pt x="102296" y="73968"/>
                </a:lnTo>
                <a:lnTo>
                  <a:pt x="96508" y="84534"/>
                </a:lnTo>
                <a:lnTo>
                  <a:pt x="91055" y="95101"/>
                </a:lnTo>
                <a:lnTo>
                  <a:pt x="86106" y="105668"/>
                </a:lnTo>
                <a:lnTo>
                  <a:pt x="81768" y="116235"/>
                </a:lnTo>
                <a:lnTo>
                  <a:pt x="78088" y="126802"/>
                </a:lnTo>
                <a:lnTo>
                  <a:pt x="75066" y="137368"/>
                </a:lnTo>
                <a:lnTo>
                  <a:pt x="72664" y="147935"/>
                </a:lnTo>
                <a:lnTo>
                  <a:pt x="70818" y="158502"/>
                </a:lnTo>
                <a:lnTo>
                  <a:pt x="69453" y="169069"/>
                </a:lnTo>
                <a:lnTo>
                  <a:pt x="68489" y="179636"/>
                </a:lnTo>
                <a:lnTo>
                  <a:pt x="67853" y="190202"/>
                </a:lnTo>
                <a:lnTo>
                  <a:pt x="67477" y="200769"/>
                </a:lnTo>
                <a:lnTo>
                  <a:pt x="67304" y="211336"/>
                </a:lnTo>
                <a:lnTo>
                  <a:pt x="67287" y="221903"/>
                </a:lnTo>
                <a:lnTo>
                  <a:pt x="67389" y="232470"/>
                </a:lnTo>
                <a:lnTo>
                  <a:pt x="67577" y="243036"/>
                </a:lnTo>
                <a:lnTo>
                  <a:pt x="67826" y="253603"/>
                </a:lnTo>
                <a:lnTo>
                  <a:pt x="68111" y="264170"/>
                </a:lnTo>
                <a:lnTo>
                  <a:pt x="68414" y="274737"/>
                </a:lnTo>
                <a:lnTo>
                  <a:pt x="68718" y="285304"/>
                </a:lnTo>
                <a:lnTo>
                  <a:pt x="69006" y="295870"/>
                </a:lnTo>
                <a:lnTo>
                  <a:pt x="69269" y="306437"/>
                </a:lnTo>
                <a:lnTo>
                  <a:pt x="69496" y="317004"/>
                </a:lnTo>
                <a:lnTo>
                  <a:pt x="69684" y="327571"/>
                </a:lnTo>
                <a:lnTo>
                  <a:pt x="69828" y="338138"/>
                </a:lnTo>
                <a:lnTo>
                  <a:pt x="69929" y="348704"/>
                </a:lnTo>
                <a:lnTo>
                  <a:pt x="69990" y="359271"/>
                </a:lnTo>
                <a:lnTo>
                  <a:pt x="70013" y="369838"/>
                </a:lnTo>
                <a:lnTo>
                  <a:pt x="70000" y="380405"/>
                </a:lnTo>
                <a:lnTo>
                  <a:pt x="69955" y="390972"/>
                </a:lnTo>
                <a:lnTo>
                  <a:pt x="69881" y="401538"/>
                </a:lnTo>
                <a:lnTo>
                  <a:pt x="69778" y="412105"/>
                </a:lnTo>
                <a:lnTo>
                  <a:pt x="69648" y="422672"/>
                </a:lnTo>
                <a:lnTo>
                  <a:pt x="69494" y="433239"/>
                </a:lnTo>
                <a:lnTo>
                  <a:pt x="69318" y="443806"/>
                </a:lnTo>
                <a:lnTo>
                  <a:pt x="69124" y="454372"/>
                </a:lnTo>
                <a:lnTo>
                  <a:pt x="68919" y="464939"/>
                </a:lnTo>
                <a:lnTo>
                  <a:pt x="68710" y="475506"/>
                </a:lnTo>
                <a:lnTo>
                  <a:pt x="68507" y="486073"/>
                </a:lnTo>
                <a:lnTo>
                  <a:pt x="68321" y="496640"/>
                </a:lnTo>
                <a:lnTo>
                  <a:pt x="68160" y="507206"/>
                </a:lnTo>
                <a:lnTo>
                  <a:pt x="68037" y="517773"/>
                </a:lnTo>
                <a:lnTo>
                  <a:pt x="67957" y="528340"/>
                </a:lnTo>
                <a:lnTo>
                  <a:pt x="67927" y="538907"/>
                </a:lnTo>
                <a:lnTo>
                  <a:pt x="67949" y="549474"/>
                </a:lnTo>
                <a:lnTo>
                  <a:pt x="68018" y="560040"/>
                </a:lnTo>
                <a:lnTo>
                  <a:pt x="68130" y="570607"/>
                </a:lnTo>
                <a:lnTo>
                  <a:pt x="68273" y="581174"/>
                </a:lnTo>
                <a:lnTo>
                  <a:pt x="68436" y="591741"/>
                </a:lnTo>
                <a:lnTo>
                  <a:pt x="68602" y="602308"/>
                </a:lnTo>
                <a:lnTo>
                  <a:pt x="68759" y="612874"/>
                </a:lnTo>
                <a:lnTo>
                  <a:pt x="68892" y="623441"/>
                </a:lnTo>
                <a:lnTo>
                  <a:pt x="68989" y="634008"/>
                </a:lnTo>
                <a:lnTo>
                  <a:pt x="69045" y="644575"/>
                </a:lnTo>
                <a:lnTo>
                  <a:pt x="69053" y="655142"/>
                </a:lnTo>
                <a:lnTo>
                  <a:pt x="69014" y="665708"/>
                </a:lnTo>
                <a:lnTo>
                  <a:pt x="68930" y="676275"/>
                </a:lnTo>
                <a:lnTo>
                  <a:pt x="68807" y="686842"/>
                </a:lnTo>
                <a:lnTo>
                  <a:pt x="68650" y="697409"/>
                </a:lnTo>
                <a:lnTo>
                  <a:pt x="68467" y="707976"/>
                </a:lnTo>
                <a:lnTo>
                  <a:pt x="68266" y="718543"/>
                </a:lnTo>
                <a:lnTo>
                  <a:pt x="68053" y="729109"/>
                </a:lnTo>
                <a:lnTo>
                  <a:pt x="67835" y="739676"/>
                </a:lnTo>
                <a:lnTo>
                  <a:pt x="67618" y="750243"/>
                </a:lnTo>
                <a:lnTo>
                  <a:pt x="67407" y="760810"/>
                </a:lnTo>
                <a:lnTo>
                  <a:pt x="67206" y="771377"/>
                </a:lnTo>
                <a:lnTo>
                  <a:pt x="67021" y="781943"/>
                </a:lnTo>
                <a:lnTo>
                  <a:pt x="66855" y="792510"/>
                </a:lnTo>
                <a:lnTo>
                  <a:pt x="66712" y="803077"/>
                </a:lnTo>
                <a:lnTo>
                  <a:pt x="66595" y="813644"/>
                </a:lnTo>
                <a:lnTo>
                  <a:pt x="66506" y="824211"/>
                </a:lnTo>
                <a:lnTo>
                  <a:pt x="66445" y="834777"/>
                </a:lnTo>
                <a:lnTo>
                  <a:pt x="66412" y="845344"/>
                </a:lnTo>
                <a:lnTo>
                  <a:pt x="66404" y="855911"/>
                </a:lnTo>
                <a:lnTo>
                  <a:pt x="66419" y="866478"/>
                </a:lnTo>
                <a:lnTo>
                  <a:pt x="66452" y="877045"/>
                </a:lnTo>
                <a:lnTo>
                  <a:pt x="66499" y="887611"/>
                </a:lnTo>
                <a:lnTo>
                  <a:pt x="66554" y="898178"/>
                </a:lnTo>
                <a:lnTo>
                  <a:pt x="66613" y="908745"/>
                </a:lnTo>
                <a:lnTo>
                  <a:pt x="66673" y="919312"/>
                </a:lnTo>
                <a:lnTo>
                  <a:pt x="66729" y="929879"/>
                </a:lnTo>
                <a:lnTo>
                  <a:pt x="66780" y="940445"/>
                </a:lnTo>
                <a:lnTo>
                  <a:pt x="66825" y="951012"/>
                </a:lnTo>
                <a:lnTo>
                  <a:pt x="66865" y="961579"/>
                </a:lnTo>
                <a:lnTo>
                  <a:pt x="66902" y="972146"/>
                </a:lnTo>
                <a:lnTo>
                  <a:pt x="66938" y="982713"/>
                </a:lnTo>
                <a:lnTo>
                  <a:pt x="66978" y="993279"/>
                </a:lnTo>
                <a:lnTo>
                  <a:pt x="67024" y="1003846"/>
                </a:lnTo>
                <a:lnTo>
                  <a:pt x="67081" y="1014413"/>
                </a:lnTo>
                <a:lnTo>
                  <a:pt x="67153" y="1024980"/>
                </a:lnTo>
                <a:lnTo>
                  <a:pt x="67242" y="1035547"/>
                </a:lnTo>
                <a:lnTo>
                  <a:pt x="67353" y="1046113"/>
                </a:lnTo>
                <a:lnTo>
                  <a:pt x="67490" y="1056680"/>
                </a:lnTo>
                <a:lnTo>
                  <a:pt x="67658" y="1067247"/>
                </a:lnTo>
                <a:lnTo>
                  <a:pt x="67864" y="1077814"/>
                </a:lnTo>
                <a:lnTo>
                  <a:pt x="68119" y="1088381"/>
                </a:lnTo>
                <a:lnTo>
                  <a:pt x="68435" y="1098947"/>
                </a:lnTo>
                <a:lnTo>
                  <a:pt x="68829" y="1109514"/>
                </a:lnTo>
                <a:lnTo>
                  <a:pt x="69319" y="1120081"/>
                </a:lnTo>
                <a:lnTo>
                  <a:pt x="69924" y="1130648"/>
                </a:lnTo>
                <a:lnTo>
                  <a:pt x="70660" y="1141215"/>
                </a:lnTo>
                <a:lnTo>
                  <a:pt x="71540" y="1151781"/>
                </a:lnTo>
                <a:lnTo>
                  <a:pt x="72566" y="1162348"/>
                </a:lnTo>
                <a:lnTo>
                  <a:pt x="73730" y="1172915"/>
                </a:lnTo>
                <a:lnTo>
                  <a:pt x="75011" y="1183482"/>
                </a:lnTo>
                <a:lnTo>
                  <a:pt x="76371" y="1194049"/>
                </a:lnTo>
                <a:lnTo>
                  <a:pt x="77758" y="1204615"/>
                </a:lnTo>
                <a:lnTo>
                  <a:pt x="79107" y="1215182"/>
                </a:lnTo>
                <a:lnTo>
                  <a:pt x="80349" y="1225749"/>
                </a:lnTo>
                <a:lnTo>
                  <a:pt x="81409" y="1236316"/>
                </a:lnTo>
                <a:lnTo>
                  <a:pt x="82221" y="1246883"/>
                </a:lnTo>
                <a:lnTo>
                  <a:pt x="82732" y="1257449"/>
                </a:lnTo>
                <a:lnTo>
                  <a:pt x="82906" y="1268016"/>
                </a:lnTo>
                <a:lnTo>
                  <a:pt x="8290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3" name="01_find_only_2252">
            <a:extLst>
              <a:ext uri="{FF2B5EF4-FFF2-40B4-BE49-F238E27FC236}">
                <a16:creationId xmlns:a16="http://schemas.microsoft.com/office/drawing/2014/main" id="{DC5ED15B-7217-4791-872C-CDA97F7FF959}"/>
              </a:ext>
            </a:extLst>
          </p:cNvPr>
          <p:cNvSpPr>
            <a:spLocks noGrp="1"/>
          </p:cNvSpPr>
          <p:nvPr/>
        </p:nvSpPr>
        <p:spPr>
          <a:xfrm>
            <a:off x="2990939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1629" y="1268016"/>
                </a:moveTo>
                <a:lnTo>
                  <a:pt x="48371" y="1268016"/>
                </a:lnTo>
                <a:lnTo>
                  <a:pt x="48533" y="1257449"/>
                </a:lnTo>
                <a:lnTo>
                  <a:pt x="49007" y="1246883"/>
                </a:lnTo>
                <a:lnTo>
                  <a:pt x="49762" y="1236316"/>
                </a:lnTo>
                <a:lnTo>
                  <a:pt x="50746" y="1225749"/>
                </a:lnTo>
                <a:lnTo>
                  <a:pt x="51899" y="1215182"/>
                </a:lnTo>
                <a:lnTo>
                  <a:pt x="53152" y="1204615"/>
                </a:lnTo>
                <a:lnTo>
                  <a:pt x="54440" y="1194049"/>
                </a:lnTo>
                <a:lnTo>
                  <a:pt x="55703" y="1183482"/>
                </a:lnTo>
                <a:lnTo>
                  <a:pt x="56893" y="1172915"/>
                </a:lnTo>
                <a:lnTo>
                  <a:pt x="57974" y="1162348"/>
                </a:lnTo>
                <a:lnTo>
                  <a:pt x="58927" y="1151781"/>
                </a:lnTo>
                <a:lnTo>
                  <a:pt x="59743" y="1141215"/>
                </a:lnTo>
                <a:lnTo>
                  <a:pt x="60427" y="1130648"/>
                </a:lnTo>
                <a:lnTo>
                  <a:pt x="60989" y="1120081"/>
                </a:lnTo>
                <a:lnTo>
                  <a:pt x="61444" y="1109514"/>
                </a:lnTo>
                <a:lnTo>
                  <a:pt x="61810" y="1098947"/>
                </a:lnTo>
                <a:lnTo>
                  <a:pt x="62104" y="1088381"/>
                </a:lnTo>
                <a:lnTo>
                  <a:pt x="62340" y="1077814"/>
                </a:lnTo>
                <a:lnTo>
                  <a:pt x="62532" y="1067247"/>
                </a:lnTo>
                <a:lnTo>
                  <a:pt x="62688" y="1056680"/>
                </a:lnTo>
                <a:lnTo>
                  <a:pt x="62815" y="1046113"/>
                </a:lnTo>
                <a:lnTo>
                  <a:pt x="62918" y="1035547"/>
                </a:lnTo>
                <a:lnTo>
                  <a:pt x="63001" y="1024980"/>
                </a:lnTo>
                <a:lnTo>
                  <a:pt x="63067" y="1014413"/>
                </a:lnTo>
                <a:lnTo>
                  <a:pt x="63120" y="1003846"/>
                </a:lnTo>
                <a:lnTo>
                  <a:pt x="63163" y="993279"/>
                </a:lnTo>
                <a:lnTo>
                  <a:pt x="63200" y="982713"/>
                </a:lnTo>
                <a:lnTo>
                  <a:pt x="63234" y="972146"/>
                </a:lnTo>
                <a:lnTo>
                  <a:pt x="63268" y="961579"/>
                </a:lnTo>
                <a:lnTo>
                  <a:pt x="63305" y="951012"/>
                </a:lnTo>
                <a:lnTo>
                  <a:pt x="63347" y="940445"/>
                </a:lnTo>
                <a:lnTo>
                  <a:pt x="63395" y="929879"/>
                </a:lnTo>
                <a:lnTo>
                  <a:pt x="63447" y="919312"/>
                </a:lnTo>
                <a:lnTo>
                  <a:pt x="63502" y="908745"/>
                </a:lnTo>
                <a:lnTo>
                  <a:pt x="63558" y="898178"/>
                </a:lnTo>
                <a:lnTo>
                  <a:pt x="63610" y="887611"/>
                </a:lnTo>
                <a:lnTo>
                  <a:pt x="63654" y="877045"/>
                </a:lnTo>
                <a:lnTo>
                  <a:pt x="63687" y="866478"/>
                </a:lnTo>
                <a:lnTo>
                  <a:pt x="63703" y="855911"/>
                </a:lnTo>
                <a:lnTo>
                  <a:pt x="63701" y="845344"/>
                </a:lnTo>
                <a:lnTo>
                  <a:pt x="63676" y="834777"/>
                </a:lnTo>
                <a:lnTo>
                  <a:pt x="63629" y="824211"/>
                </a:lnTo>
                <a:lnTo>
                  <a:pt x="63560" y="813644"/>
                </a:lnTo>
                <a:lnTo>
                  <a:pt x="63471" y="803077"/>
                </a:lnTo>
                <a:lnTo>
                  <a:pt x="63365" y="792510"/>
                </a:lnTo>
                <a:lnTo>
                  <a:pt x="63245" y="781943"/>
                </a:lnTo>
                <a:lnTo>
                  <a:pt x="63118" y="771377"/>
                </a:lnTo>
                <a:lnTo>
                  <a:pt x="62987" y="760810"/>
                </a:lnTo>
                <a:lnTo>
                  <a:pt x="62858" y="750243"/>
                </a:lnTo>
                <a:lnTo>
                  <a:pt x="62735" y="739676"/>
                </a:lnTo>
                <a:lnTo>
                  <a:pt x="62622" y="729109"/>
                </a:lnTo>
                <a:lnTo>
                  <a:pt x="62523" y="718543"/>
                </a:lnTo>
                <a:lnTo>
                  <a:pt x="62441" y="707976"/>
                </a:lnTo>
                <a:lnTo>
                  <a:pt x="62377" y="697409"/>
                </a:lnTo>
                <a:lnTo>
                  <a:pt x="62335" y="686842"/>
                </a:lnTo>
                <a:lnTo>
                  <a:pt x="62315" y="676275"/>
                </a:lnTo>
                <a:lnTo>
                  <a:pt x="62318" y="665708"/>
                </a:lnTo>
                <a:lnTo>
                  <a:pt x="62343" y="655142"/>
                </a:lnTo>
                <a:lnTo>
                  <a:pt x="62390" y="644575"/>
                </a:lnTo>
                <a:lnTo>
                  <a:pt x="62454" y="634008"/>
                </a:lnTo>
                <a:lnTo>
                  <a:pt x="62532" y="623441"/>
                </a:lnTo>
                <a:lnTo>
                  <a:pt x="62616" y="612874"/>
                </a:lnTo>
                <a:lnTo>
                  <a:pt x="62700" y="602308"/>
                </a:lnTo>
                <a:lnTo>
                  <a:pt x="62774" y="591741"/>
                </a:lnTo>
                <a:lnTo>
                  <a:pt x="62831" y="581174"/>
                </a:lnTo>
                <a:lnTo>
                  <a:pt x="62861" y="570607"/>
                </a:lnTo>
                <a:lnTo>
                  <a:pt x="62859" y="560040"/>
                </a:lnTo>
                <a:lnTo>
                  <a:pt x="62821" y="549474"/>
                </a:lnTo>
                <a:lnTo>
                  <a:pt x="62744" y="538907"/>
                </a:lnTo>
                <a:lnTo>
                  <a:pt x="62630" y="528340"/>
                </a:lnTo>
                <a:lnTo>
                  <a:pt x="62482" y="517773"/>
                </a:lnTo>
                <a:lnTo>
                  <a:pt x="62307" y="507206"/>
                </a:lnTo>
                <a:lnTo>
                  <a:pt x="62113" y="496640"/>
                </a:lnTo>
                <a:lnTo>
                  <a:pt x="61910" y="486073"/>
                </a:lnTo>
                <a:lnTo>
                  <a:pt x="61707" y="475506"/>
                </a:lnTo>
                <a:lnTo>
                  <a:pt x="61513" y="464939"/>
                </a:lnTo>
                <a:lnTo>
                  <a:pt x="61339" y="454372"/>
                </a:lnTo>
                <a:lnTo>
                  <a:pt x="61190" y="443806"/>
                </a:lnTo>
                <a:lnTo>
                  <a:pt x="61073" y="433239"/>
                </a:lnTo>
                <a:lnTo>
                  <a:pt x="60990" y="422672"/>
                </a:lnTo>
                <a:lnTo>
                  <a:pt x="60944" y="412105"/>
                </a:lnTo>
                <a:lnTo>
                  <a:pt x="60934" y="401538"/>
                </a:lnTo>
                <a:lnTo>
                  <a:pt x="60960" y="390972"/>
                </a:lnTo>
                <a:lnTo>
                  <a:pt x="61020" y="380405"/>
                </a:lnTo>
                <a:lnTo>
                  <a:pt x="61111" y="369838"/>
                </a:lnTo>
                <a:lnTo>
                  <a:pt x="61232" y="359271"/>
                </a:lnTo>
                <a:lnTo>
                  <a:pt x="61380" y="348704"/>
                </a:lnTo>
                <a:lnTo>
                  <a:pt x="61552" y="338138"/>
                </a:lnTo>
                <a:lnTo>
                  <a:pt x="61746" y="327571"/>
                </a:lnTo>
                <a:lnTo>
                  <a:pt x="61957" y="317004"/>
                </a:lnTo>
                <a:lnTo>
                  <a:pt x="62181" y="306437"/>
                </a:lnTo>
                <a:lnTo>
                  <a:pt x="62412" y="295870"/>
                </a:lnTo>
                <a:lnTo>
                  <a:pt x="62642" y="285304"/>
                </a:lnTo>
                <a:lnTo>
                  <a:pt x="62863" y="274737"/>
                </a:lnTo>
                <a:lnTo>
                  <a:pt x="63065" y="264170"/>
                </a:lnTo>
                <a:lnTo>
                  <a:pt x="63235" y="253603"/>
                </a:lnTo>
                <a:lnTo>
                  <a:pt x="63361" y="243036"/>
                </a:lnTo>
                <a:lnTo>
                  <a:pt x="63425" y="232470"/>
                </a:lnTo>
                <a:lnTo>
                  <a:pt x="63405" y="221903"/>
                </a:lnTo>
                <a:lnTo>
                  <a:pt x="63276" y="211336"/>
                </a:lnTo>
                <a:lnTo>
                  <a:pt x="63000" y="200769"/>
                </a:lnTo>
                <a:lnTo>
                  <a:pt x="62533" y="190202"/>
                </a:lnTo>
                <a:lnTo>
                  <a:pt x="61819" y="179636"/>
                </a:lnTo>
                <a:lnTo>
                  <a:pt x="60791" y="169069"/>
                </a:lnTo>
                <a:lnTo>
                  <a:pt x="59373" y="158502"/>
                </a:lnTo>
                <a:lnTo>
                  <a:pt x="57486" y="147935"/>
                </a:lnTo>
                <a:lnTo>
                  <a:pt x="55050" y="137368"/>
                </a:lnTo>
                <a:lnTo>
                  <a:pt x="52002" y="126802"/>
                </a:lnTo>
                <a:lnTo>
                  <a:pt x="48303" y="116235"/>
                </a:lnTo>
                <a:lnTo>
                  <a:pt x="43948" y="105668"/>
                </a:lnTo>
                <a:lnTo>
                  <a:pt x="38987" y="95101"/>
                </a:lnTo>
                <a:lnTo>
                  <a:pt x="33524" y="84534"/>
                </a:lnTo>
                <a:lnTo>
                  <a:pt x="27728" y="73968"/>
                </a:lnTo>
                <a:lnTo>
                  <a:pt x="21825" y="63401"/>
                </a:lnTo>
                <a:lnTo>
                  <a:pt x="16090" y="52834"/>
                </a:lnTo>
                <a:lnTo>
                  <a:pt x="10824" y="42267"/>
                </a:lnTo>
                <a:lnTo>
                  <a:pt x="6333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7" y="31700"/>
                </a:lnTo>
                <a:lnTo>
                  <a:pt x="119176" y="42267"/>
                </a:lnTo>
                <a:lnTo>
                  <a:pt x="113911" y="52834"/>
                </a:lnTo>
                <a:lnTo>
                  <a:pt x="108175" y="63401"/>
                </a:lnTo>
                <a:lnTo>
                  <a:pt x="102272" y="73968"/>
                </a:lnTo>
                <a:lnTo>
                  <a:pt x="96476" y="84534"/>
                </a:lnTo>
                <a:lnTo>
                  <a:pt x="91013" y="95101"/>
                </a:lnTo>
                <a:lnTo>
                  <a:pt x="86052" y="105668"/>
                </a:lnTo>
                <a:lnTo>
                  <a:pt x="81697" y="116235"/>
                </a:lnTo>
                <a:lnTo>
                  <a:pt x="77998" y="126802"/>
                </a:lnTo>
                <a:lnTo>
                  <a:pt x="74950" y="137368"/>
                </a:lnTo>
                <a:lnTo>
                  <a:pt x="72514" y="147935"/>
                </a:lnTo>
                <a:lnTo>
                  <a:pt x="70627" y="158502"/>
                </a:lnTo>
                <a:lnTo>
                  <a:pt x="69209" y="169069"/>
                </a:lnTo>
                <a:lnTo>
                  <a:pt x="68181" y="179636"/>
                </a:lnTo>
                <a:lnTo>
                  <a:pt x="67467" y="190202"/>
                </a:lnTo>
                <a:lnTo>
                  <a:pt x="67000" y="200769"/>
                </a:lnTo>
                <a:lnTo>
                  <a:pt x="66724" y="211336"/>
                </a:lnTo>
                <a:lnTo>
                  <a:pt x="66595" y="221903"/>
                </a:lnTo>
                <a:lnTo>
                  <a:pt x="66575" y="232470"/>
                </a:lnTo>
                <a:lnTo>
                  <a:pt x="66639" y="243036"/>
                </a:lnTo>
                <a:lnTo>
                  <a:pt x="66765" y="253603"/>
                </a:lnTo>
                <a:lnTo>
                  <a:pt x="66935" y="264170"/>
                </a:lnTo>
                <a:lnTo>
                  <a:pt x="67137" y="274737"/>
                </a:lnTo>
                <a:lnTo>
                  <a:pt x="67358" y="285304"/>
                </a:lnTo>
                <a:lnTo>
                  <a:pt x="67588" y="295870"/>
                </a:lnTo>
                <a:lnTo>
                  <a:pt x="67819" y="306437"/>
                </a:lnTo>
                <a:lnTo>
                  <a:pt x="68043" y="317004"/>
                </a:lnTo>
                <a:lnTo>
                  <a:pt x="68254" y="327571"/>
                </a:lnTo>
                <a:lnTo>
                  <a:pt x="68448" y="338138"/>
                </a:lnTo>
                <a:lnTo>
                  <a:pt x="68620" y="348704"/>
                </a:lnTo>
                <a:lnTo>
                  <a:pt x="68768" y="359271"/>
                </a:lnTo>
                <a:lnTo>
                  <a:pt x="68889" y="369838"/>
                </a:lnTo>
                <a:lnTo>
                  <a:pt x="68980" y="380405"/>
                </a:lnTo>
                <a:lnTo>
                  <a:pt x="69040" y="390972"/>
                </a:lnTo>
                <a:lnTo>
                  <a:pt x="69066" y="401538"/>
                </a:lnTo>
                <a:lnTo>
                  <a:pt x="69056" y="412105"/>
                </a:lnTo>
                <a:lnTo>
                  <a:pt x="69010" y="422672"/>
                </a:lnTo>
                <a:lnTo>
                  <a:pt x="68927" y="433239"/>
                </a:lnTo>
                <a:lnTo>
                  <a:pt x="68810" y="443806"/>
                </a:lnTo>
                <a:lnTo>
                  <a:pt x="68661" y="454372"/>
                </a:lnTo>
                <a:lnTo>
                  <a:pt x="68487" y="464939"/>
                </a:lnTo>
                <a:lnTo>
                  <a:pt x="68293" y="475506"/>
                </a:lnTo>
                <a:lnTo>
                  <a:pt x="68090" y="486073"/>
                </a:lnTo>
                <a:lnTo>
                  <a:pt x="67887" y="496640"/>
                </a:lnTo>
                <a:lnTo>
                  <a:pt x="67693" y="507206"/>
                </a:lnTo>
                <a:lnTo>
                  <a:pt x="67518" y="517773"/>
                </a:lnTo>
                <a:lnTo>
                  <a:pt x="67370" y="528340"/>
                </a:lnTo>
                <a:lnTo>
                  <a:pt x="67256" y="538907"/>
                </a:lnTo>
                <a:lnTo>
                  <a:pt x="67179" y="549474"/>
                </a:lnTo>
                <a:lnTo>
                  <a:pt x="67141" y="560040"/>
                </a:lnTo>
                <a:lnTo>
                  <a:pt x="67139" y="570607"/>
                </a:lnTo>
                <a:lnTo>
                  <a:pt x="67169" y="581174"/>
                </a:lnTo>
                <a:lnTo>
                  <a:pt x="67226" y="591741"/>
                </a:lnTo>
                <a:lnTo>
                  <a:pt x="67300" y="602308"/>
                </a:lnTo>
                <a:lnTo>
                  <a:pt x="67384" y="612874"/>
                </a:lnTo>
                <a:lnTo>
                  <a:pt x="67468" y="623441"/>
                </a:lnTo>
                <a:lnTo>
                  <a:pt x="67546" y="634008"/>
                </a:lnTo>
                <a:lnTo>
                  <a:pt x="67610" y="644575"/>
                </a:lnTo>
                <a:lnTo>
                  <a:pt x="67657" y="655142"/>
                </a:lnTo>
                <a:lnTo>
                  <a:pt x="67682" y="665708"/>
                </a:lnTo>
                <a:lnTo>
                  <a:pt x="67685" y="676275"/>
                </a:lnTo>
                <a:lnTo>
                  <a:pt x="67665" y="686842"/>
                </a:lnTo>
                <a:lnTo>
                  <a:pt x="67623" y="697409"/>
                </a:lnTo>
                <a:lnTo>
                  <a:pt x="67559" y="707976"/>
                </a:lnTo>
                <a:lnTo>
                  <a:pt x="67477" y="718543"/>
                </a:lnTo>
                <a:lnTo>
                  <a:pt x="67378" y="729109"/>
                </a:lnTo>
                <a:lnTo>
                  <a:pt x="67265" y="739676"/>
                </a:lnTo>
                <a:lnTo>
                  <a:pt x="67142" y="750243"/>
                </a:lnTo>
                <a:lnTo>
                  <a:pt x="67013" y="760810"/>
                </a:lnTo>
                <a:lnTo>
                  <a:pt x="66882" y="771377"/>
                </a:lnTo>
                <a:lnTo>
                  <a:pt x="66755" y="781943"/>
                </a:lnTo>
                <a:lnTo>
                  <a:pt x="66635" y="792510"/>
                </a:lnTo>
                <a:lnTo>
                  <a:pt x="66529" y="803077"/>
                </a:lnTo>
                <a:lnTo>
                  <a:pt x="66440" y="813644"/>
                </a:lnTo>
                <a:lnTo>
                  <a:pt x="66371" y="824211"/>
                </a:lnTo>
                <a:lnTo>
                  <a:pt x="66324" y="834777"/>
                </a:lnTo>
                <a:lnTo>
                  <a:pt x="66299" y="845344"/>
                </a:lnTo>
                <a:lnTo>
                  <a:pt x="66297" y="855911"/>
                </a:lnTo>
                <a:lnTo>
                  <a:pt x="66313" y="866478"/>
                </a:lnTo>
                <a:lnTo>
                  <a:pt x="66346" y="877045"/>
                </a:lnTo>
                <a:lnTo>
                  <a:pt x="66390" y="887611"/>
                </a:lnTo>
                <a:lnTo>
                  <a:pt x="66442" y="898178"/>
                </a:lnTo>
                <a:lnTo>
                  <a:pt x="66498" y="908745"/>
                </a:lnTo>
                <a:lnTo>
                  <a:pt x="66553" y="919312"/>
                </a:lnTo>
                <a:lnTo>
                  <a:pt x="66605" y="929879"/>
                </a:lnTo>
                <a:lnTo>
                  <a:pt x="66653" y="940445"/>
                </a:lnTo>
                <a:lnTo>
                  <a:pt x="66695" y="951012"/>
                </a:lnTo>
                <a:lnTo>
                  <a:pt x="66732" y="961579"/>
                </a:lnTo>
                <a:lnTo>
                  <a:pt x="66766" y="972146"/>
                </a:lnTo>
                <a:lnTo>
                  <a:pt x="66800" y="982713"/>
                </a:lnTo>
                <a:lnTo>
                  <a:pt x="66837" y="993279"/>
                </a:lnTo>
                <a:lnTo>
                  <a:pt x="66880" y="1003846"/>
                </a:lnTo>
                <a:lnTo>
                  <a:pt x="66933" y="1014413"/>
                </a:lnTo>
                <a:lnTo>
                  <a:pt x="66999" y="1024980"/>
                </a:lnTo>
                <a:lnTo>
                  <a:pt x="67082" y="1035547"/>
                </a:lnTo>
                <a:lnTo>
                  <a:pt x="67185" y="1046113"/>
                </a:lnTo>
                <a:lnTo>
                  <a:pt x="67312" y="1056680"/>
                </a:lnTo>
                <a:lnTo>
                  <a:pt x="67468" y="1067247"/>
                </a:lnTo>
                <a:lnTo>
                  <a:pt x="67660" y="1077814"/>
                </a:lnTo>
                <a:lnTo>
                  <a:pt x="67896" y="1088381"/>
                </a:lnTo>
                <a:lnTo>
                  <a:pt x="68190" y="1098947"/>
                </a:lnTo>
                <a:lnTo>
                  <a:pt x="68556" y="1109514"/>
                </a:lnTo>
                <a:lnTo>
                  <a:pt x="69011" y="1120081"/>
                </a:lnTo>
                <a:lnTo>
                  <a:pt x="69573" y="1130648"/>
                </a:lnTo>
                <a:lnTo>
                  <a:pt x="70257" y="1141215"/>
                </a:lnTo>
                <a:lnTo>
                  <a:pt x="71073" y="1151781"/>
                </a:lnTo>
                <a:lnTo>
                  <a:pt x="72026" y="1162348"/>
                </a:lnTo>
                <a:lnTo>
                  <a:pt x="73107" y="1172915"/>
                </a:lnTo>
                <a:lnTo>
                  <a:pt x="74297" y="1183482"/>
                </a:lnTo>
                <a:lnTo>
                  <a:pt x="75560" y="1194049"/>
                </a:lnTo>
                <a:lnTo>
                  <a:pt x="76848" y="1204615"/>
                </a:lnTo>
                <a:lnTo>
                  <a:pt x="78101" y="1215182"/>
                </a:lnTo>
                <a:lnTo>
                  <a:pt x="79254" y="1225749"/>
                </a:lnTo>
                <a:lnTo>
                  <a:pt x="80238" y="1236316"/>
                </a:lnTo>
                <a:lnTo>
                  <a:pt x="80993" y="1246883"/>
                </a:lnTo>
                <a:lnTo>
                  <a:pt x="81467" y="1257449"/>
                </a:lnTo>
                <a:lnTo>
                  <a:pt x="81629" y="1268016"/>
                </a:lnTo>
                <a:lnTo>
                  <a:pt x="81629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4" name="01_find_only_2253">
            <a:extLst>
              <a:ext uri="{FF2B5EF4-FFF2-40B4-BE49-F238E27FC236}">
                <a16:creationId xmlns:a16="http://schemas.microsoft.com/office/drawing/2014/main" id="{D0695431-2A18-418A-888C-2BB24698A0C1}"/>
              </a:ext>
            </a:extLst>
          </p:cNvPr>
          <p:cNvSpPr>
            <a:spLocks noGrp="1"/>
          </p:cNvSpPr>
          <p:nvPr/>
        </p:nvSpPr>
        <p:spPr>
          <a:xfrm>
            <a:off x="3500217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9146" y="1268016"/>
                </a:moveTo>
                <a:lnTo>
                  <a:pt x="50854" y="1268016"/>
                </a:lnTo>
                <a:lnTo>
                  <a:pt x="50983" y="1257449"/>
                </a:lnTo>
                <a:lnTo>
                  <a:pt x="51360" y="1246883"/>
                </a:lnTo>
                <a:lnTo>
                  <a:pt x="51960" y="1236316"/>
                </a:lnTo>
                <a:lnTo>
                  <a:pt x="52740" y="1225749"/>
                </a:lnTo>
                <a:lnTo>
                  <a:pt x="53651" y="1215182"/>
                </a:lnTo>
                <a:lnTo>
                  <a:pt x="54638" y="1204615"/>
                </a:lnTo>
                <a:lnTo>
                  <a:pt x="55648" y="1194049"/>
                </a:lnTo>
                <a:lnTo>
                  <a:pt x="56633" y="1183482"/>
                </a:lnTo>
                <a:lnTo>
                  <a:pt x="57556" y="1172915"/>
                </a:lnTo>
                <a:lnTo>
                  <a:pt x="58392" y="1162348"/>
                </a:lnTo>
                <a:lnTo>
                  <a:pt x="59127" y="1151781"/>
                </a:lnTo>
                <a:lnTo>
                  <a:pt x="59758" y="1141215"/>
                </a:lnTo>
                <a:lnTo>
                  <a:pt x="60291" y="1130648"/>
                </a:lnTo>
                <a:lnTo>
                  <a:pt x="60736" y="1120081"/>
                </a:lnTo>
                <a:lnTo>
                  <a:pt x="61109" y="1109514"/>
                </a:lnTo>
                <a:lnTo>
                  <a:pt x="61424" y="1098947"/>
                </a:lnTo>
                <a:lnTo>
                  <a:pt x="61693" y="1088381"/>
                </a:lnTo>
                <a:lnTo>
                  <a:pt x="61929" y="1077814"/>
                </a:lnTo>
                <a:lnTo>
                  <a:pt x="62137" y="1067247"/>
                </a:lnTo>
                <a:lnTo>
                  <a:pt x="62324" y="1056680"/>
                </a:lnTo>
                <a:lnTo>
                  <a:pt x="62491" y="1046113"/>
                </a:lnTo>
                <a:lnTo>
                  <a:pt x="62639" y="1035547"/>
                </a:lnTo>
                <a:lnTo>
                  <a:pt x="62768" y="1024980"/>
                </a:lnTo>
                <a:lnTo>
                  <a:pt x="62879" y="1014413"/>
                </a:lnTo>
                <a:lnTo>
                  <a:pt x="62974" y="1003846"/>
                </a:lnTo>
                <a:lnTo>
                  <a:pt x="63055" y="993279"/>
                </a:lnTo>
                <a:lnTo>
                  <a:pt x="63123" y="982713"/>
                </a:lnTo>
                <a:lnTo>
                  <a:pt x="63183" y="972146"/>
                </a:lnTo>
                <a:lnTo>
                  <a:pt x="63239" y="961579"/>
                </a:lnTo>
                <a:lnTo>
                  <a:pt x="63292" y="951012"/>
                </a:lnTo>
                <a:lnTo>
                  <a:pt x="63346" y="940445"/>
                </a:lnTo>
                <a:lnTo>
                  <a:pt x="63402" y="929879"/>
                </a:lnTo>
                <a:lnTo>
                  <a:pt x="63460" y="919312"/>
                </a:lnTo>
                <a:lnTo>
                  <a:pt x="63520" y="908745"/>
                </a:lnTo>
                <a:lnTo>
                  <a:pt x="63577" y="898178"/>
                </a:lnTo>
                <a:lnTo>
                  <a:pt x="63631" y="887611"/>
                </a:lnTo>
                <a:lnTo>
                  <a:pt x="63676" y="877045"/>
                </a:lnTo>
                <a:lnTo>
                  <a:pt x="63708" y="866478"/>
                </a:lnTo>
                <a:lnTo>
                  <a:pt x="63725" y="855911"/>
                </a:lnTo>
                <a:lnTo>
                  <a:pt x="63723" y="845344"/>
                </a:lnTo>
                <a:lnTo>
                  <a:pt x="63699" y="834777"/>
                </a:lnTo>
                <a:lnTo>
                  <a:pt x="63653" y="824211"/>
                </a:lnTo>
                <a:lnTo>
                  <a:pt x="63585" y="813644"/>
                </a:lnTo>
                <a:lnTo>
                  <a:pt x="63498" y="803077"/>
                </a:lnTo>
                <a:lnTo>
                  <a:pt x="63393" y="792510"/>
                </a:lnTo>
                <a:lnTo>
                  <a:pt x="63276" y="781943"/>
                </a:lnTo>
                <a:lnTo>
                  <a:pt x="63151" y="771377"/>
                </a:lnTo>
                <a:lnTo>
                  <a:pt x="63022" y="760810"/>
                </a:lnTo>
                <a:lnTo>
                  <a:pt x="62895" y="750243"/>
                </a:lnTo>
                <a:lnTo>
                  <a:pt x="62774" y="739676"/>
                </a:lnTo>
                <a:lnTo>
                  <a:pt x="62664" y="729109"/>
                </a:lnTo>
                <a:lnTo>
                  <a:pt x="62566" y="718543"/>
                </a:lnTo>
                <a:lnTo>
                  <a:pt x="62485" y="707976"/>
                </a:lnTo>
                <a:lnTo>
                  <a:pt x="62423" y="697409"/>
                </a:lnTo>
                <a:lnTo>
                  <a:pt x="62382" y="686842"/>
                </a:lnTo>
                <a:lnTo>
                  <a:pt x="62362" y="676275"/>
                </a:lnTo>
                <a:lnTo>
                  <a:pt x="62365" y="665708"/>
                </a:lnTo>
                <a:lnTo>
                  <a:pt x="62390" y="655142"/>
                </a:lnTo>
                <a:lnTo>
                  <a:pt x="62435" y="644575"/>
                </a:lnTo>
                <a:lnTo>
                  <a:pt x="62499" y="634008"/>
                </a:lnTo>
                <a:lnTo>
                  <a:pt x="62575" y="623441"/>
                </a:lnTo>
                <a:lnTo>
                  <a:pt x="62658" y="612874"/>
                </a:lnTo>
                <a:lnTo>
                  <a:pt x="62740" y="602308"/>
                </a:lnTo>
                <a:lnTo>
                  <a:pt x="62813" y="591741"/>
                </a:lnTo>
                <a:lnTo>
                  <a:pt x="62869" y="581174"/>
                </a:lnTo>
                <a:lnTo>
                  <a:pt x="62899" y="570607"/>
                </a:lnTo>
                <a:lnTo>
                  <a:pt x="62897" y="560040"/>
                </a:lnTo>
                <a:lnTo>
                  <a:pt x="62859" y="549474"/>
                </a:lnTo>
                <a:lnTo>
                  <a:pt x="62783" y="538907"/>
                </a:lnTo>
                <a:lnTo>
                  <a:pt x="62671" y="528340"/>
                </a:lnTo>
                <a:lnTo>
                  <a:pt x="62526" y="517773"/>
                </a:lnTo>
                <a:lnTo>
                  <a:pt x="62354" y="507206"/>
                </a:lnTo>
                <a:lnTo>
                  <a:pt x="62164" y="496640"/>
                </a:lnTo>
                <a:lnTo>
                  <a:pt x="61964" y="486073"/>
                </a:lnTo>
                <a:lnTo>
                  <a:pt x="61764" y="475506"/>
                </a:lnTo>
                <a:lnTo>
                  <a:pt x="61575" y="464939"/>
                </a:lnTo>
                <a:lnTo>
                  <a:pt x="61403" y="454372"/>
                </a:lnTo>
                <a:lnTo>
                  <a:pt x="61257" y="443806"/>
                </a:lnTo>
                <a:lnTo>
                  <a:pt x="61142" y="433239"/>
                </a:lnTo>
                <a:lnTo>
                  <a:pt x="61060" y="422672"/>
                </a:lnTo>
                <a:lnTo>
                  <a:pt x="61015" y="412105"/>
                </a:lnTo>
                <a:lnTo>
                  <a:pt x="61005" y="401538"/>
                </a:lnTo>
                <a:lnTo>
                  <a:pt x="61031" y="390972"/>
                </a:lnTo>
                <a:lnTo>
                  <a:pt x="61089" y="380405"/>
                </a:lnTo>
                <a:lnTo>
                  <a:pt x="61179" y="369838"/>
                </a:lnTo>
                <a:lnTo>
                  <a:pt x="61298" y="359271"/>
                </a:lnTo>
                <a:lnTo>
                  <a:pt x="61444" y="348704"/>
                </a:lnTo>
                <a:lnTo>
                  <a:pt x="61613" y="338138"/>
                </a:lnTo>
                <a:lnTo>
                  <a:pt x="61803" y="327571"/>
                </a:lnTo>
                <a:lnTo>
                  <a:pt x="62011" y="317004"/>
                </a:lnTo>
                <a:lnTo>
                  <a:pt x="62231" y="306437"/>
                </a:lnTo>
                <a:lnTo>
                  <a:pt x="62457" y="295870"/>
                </a:lnTo>
                <a:lnTo>
                  <a:pt x="62683" y="285304"/>
                </a:lnTo>
                <a:lnTo>
                  <a:pt x="62900" y="274737"/>
                </a:lnTo>
                <a:lnTo>
                  <a:pt x="63098" y="264170"/>
                </a:lnTo>
                <a:lnTo>
                  <a:pt x="63265" y="253603"/>
                </a:lnTo>
                <a:lnTo>
                  <a:pt x="63387" y="243036"/>
                </a:lnTo>
                <a:lnTo>
                  <a:pt x="63448" y="232470"/>
                </a:lnTo>
                <a:lnTo>
                  <a:pt x="63426" y="221903"/>
                </a:lnTo>
                <a:lnTo>
                  <a:pt x="63294" y="211336"/>
                </a:lnTo>
                <a:lnTo>
                  <a:pt x="63017" y="200769"/>
                </a:lnTo>
                <a:lnTo>
                  <a:pt x="62549" y="190202"/>
                </a:lnTo>
                <a:lnTo>
                  <a:pt x="61834" y="179636"/>
                </a:lnTo>
                <a:lnTo>
                  <a:pt x="60805" y="169069"/>
                </a:lnTo>
                <a:lnTo>
                  <a:pt x="59386" y="158502"/>
                </a:lnTo>
                <a:lnTo>
                  <a:pt x="57497" y="147935"/>
                </a:lnTo>
                <a:lnTo>
                  <a:pt x="55061" y="137368"/>
                </a:lnTo>
                <a:lnTo>
                  <a:pt x="52012" y="126802"/>
                </a:lnTo>
                <a:lnTo>
                  <a:pt x="48311" y="116235"/>
                </a:lnTo>
                <a:lnTo>
                  <a:pt x="43956" y="105668"/>
                </a:lnTo>
                <a:lnTo>
                  <a:pt x="38993" y="95101"/>
                </a:lnTo>
                <a:lnTo>
                  <a:pt x="33529" y="84534"/>
                </a:lnTo>
                <a:lnTo>
                  <a:pt x="27732" y="73968"/>
                </a:lnTo>
                <a:lnTo>
                  <a:pt x="21828" y="63401"/>
                </a:lnTo>
                <a:lnTo>
                  <a:pt x="16092" y="52834"/>
                </a:lnTo>
                <a:lnTo>
                  <a:pt x="10825" y="42267"/>
                </a:lnTo>
                <a:lnTo>
                  <a:pt x="6334" y="31700"/>
                </a:lnTo>
                <a:lnTo>
                  <a:pt x="2897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3" y="21134"/>
                </a:lnTo>
                <a:lnTo>
                  <a:pt x="123666" y="31700"/>
                </a:lnTo>
                <a:lnTo>
                  <a:pt x="119175" y="42267"/>
                </a:lnTo>
                <a:lnTo>
                  <a:pt x="113908" y="52834"/>
                </a:lnTo>
                <a:lnTo>
                  <a:pt x="108172" y="63401"/>
                </a:lnTo>
                <a:lnTo>
                  <a:pt x="102268" y="73968"/>
                </a:lnTo>
                <a:lnTo>
                  <a:pt x="96471" y="84534"/>
                </a:lnTo>
                <a:lnTo>
                  <a:pt x="91007" y="95101"/>
                </a:lnTo>
                <a:lnTo>
                  <a:pt x="86044" y="105668"/>
                </a:lnTo>
                <a:lnTo>
                  <a:pt x="81689" y="116235"/>
                </a:lnTo>
                <a:lnTo>
                  <a:pt x="77988" y="126802"/>
                </a:lnTo>
                <a:lnTo>
                  <a:pt x="74939" y="137368"/>
                </a:lnTo>
                <a:lnTo>
                  <a:pt x="72503" y="147935"/>
                </a:lnTo>
                <a:lnTo>
                  <a:pt x="70614" y="158502"/>
                </a:lnTo>
                <a:lnTo>
                  <a:pt x="69195" y="169069"/>
                </a:lnTo>
                <a:lnTo>
                  <a:pt x="68166" y="179636"/>
                </a:lnTo>
                <a:lnTo>
                  <a:pt x="67451" y="190202"/>
                </a:lnTo>
                <a:lnTo>
                  <a:pt x="66983" y="200769"/>
                </a:lnTo>
                <a:lnTo>
                  <a:pt x="66706" y="211336"/>
                </a:lnTo>
                <a:lnTo>
                  <a:pt x="66574" y="221903"/>
                </a:lnTo>
                <a:lnTo>
                  <a:pt x="66552" y="232470"/>
                </a:lnTo>
                <a:lnTo>
                  <a:pt x="66613" y="243036"/>
                </a:lnTo>
                <a:lnTo>
                  <a:pt x="66735" y="253603"/>
                </a:lnTo>
                <a:lnTo>
                  <a:pt x="66902" y="264170"/>
                </a:lnTo>
                <a:lnTo>
                  <a:pt x="67100" y="274737"/>
                </a:lnTo>
                <a:lnTo>
                  <a:pt x="67317" y="285304"/>
                </a:lnTo>
                <a:lnTo>
                  <a:pt x="67543" y="295870"/>
                </a:lnTo>
                <a:lnTo>
                  <a:pt x="67769" y="306437"/>
                </a:lnTo>
                <a:lnTo>
                  <a:pt x="67989" y="317004"/>
                </a:lnTo>
                <a:lnTo>
                  <a:pt x="68197" y="327571"/>
                </a:lnTo>
                <a:lnTo>
                  <a:pt x="68387" y="338138"/>
                </a:lnTo>
                <a:lnTo>
                  <a:pt x="68557" y="348704"/>
                </a:lnTo>
                <a:lnTo>
                  <a:pt x="68702" y="359271"/>
                </a:lnTo>
                <a:lnTo>
                  <a:pt x="68821" y="369838"/>
                </a:lnTo>
                <a:lnTo>
                  <a:pt x="68911" y="380405"/>
                </a:lnTo>
                <a:lnTo>
                  <a:pt x="68969" y="390972"/>
                </a:lnTo>
                <a:lnTo>
                  <a:pt x="68995" y="401538"/>
                </a:lnTo>
                <a:lnTo>
                  <a:pt x="68985" y="412105"/>
                </a:lnTo>
                <a:lnTo>
                  <a:pt x="68940" y="422672"/>
                </a:lnTo>
                <a:lnTo>
                  <a:pt x="68858" y="433239"/>
                </a:lnTo>
                <a:lnTo>
                  <a:pt x="68743" y="443806"/>
                </a:lnTo>
                <a:lnTo>
                  <a:pt x="68597" y="454372"/>
                </a:lnTo>
                <a:lnTo>
                  <a:pt x="68425" y="464939"/>
                </a:lnTo>
                <a:lnTo>
                  <a:pt x="68236" y="475506"/>
                </a:lnTo>
                <a:lnTo>
                  <a:pt x="68036" y="486073"/>
                </a:lnTo>
                <a:lnTo>
                  <a:pt x="67836" y="496640"/>
                </a:lnTo>
                <a:lnTo>
                  <a:pt x="67646" y="507206"/>
                </a:lnTo>
                <a:lnTo>
                  <a:pt x="67474" y="517773"/>
                </a:lnTo>
                <a:lnTo>
                  <a:pt x="67329" y="528340"/>
                </a:lnTo>
                <a:lnTo>
                  <a:pt x="67217" y="538907"/>
                </a:lnTo>
                <a:lnTo>
                  <a:pt x="67141" y="549474"/>
                </a:lnTo>
                <a:lnTo>
                  <a:pt x="67103" y="560040"/>
                </a:lnTo>
                <a:lnTo>
                  <a:pt x="67101" y="570607"/>
                </a:lnTo>
                <a:lnTo>
                  <a:pt x="67131" y="581174"/>
                </a:lnTo>
                <a:lnTo>
                  <a:pt x="67187" y="591741"/>
                </a:lnTo>
                <a:lnTo>
                  <a:pt x="67260" y="602308"/>
                </a:lnTo>
                <a:lnTo>
                  <a:pt x="67342" y="612874"/>
                </a:lnTo>
                <a:lnTo>
                  <a:pt x="67425" y="623441"/>
                </a:lnTo>
                <a:lnTo>
                  <a:pt x="67501" y="634008"/>
                </a:lnTo>
                <a:lnTo>
                  <a:pt x="67565" y="644575"/>
                </a:lnTo>
                <a:lnTo>
                  <a:pt x="67610" y="655142"/>
                </a:lnTo>
                <a:lnTo>
                  <a:pt x="67635" y="665708"/>
                </a:lnTo>
                <a:lnTo>
                  <a:pt x="67638" y="676275"/>
                </a:lnTo>
                <a:lnTo>
                  <a:pt x="67618" y="686842"/>
                </a:lnTo>
                <a:lnTo>
                  <a:pt x="67577" y="697409"/>
                </a:lnTo>
                <a:lnTo>
                  <a:pt x="67515" y="707976"/>
                </a:lnTo>
                <a:lnTo>
                  <a:pt x="67434" y="718543"/>
                </a:lnTo>
                <a:lnTo>
                  <a:pt x="67336" y="729109"/>
                </a:lnTo>
                <a:lnTo>
                  <a:pt x="67226" y="739676"/>
                </a:lnTo>
                <a:lnTo>
                  <a:pt x="67105" y="750243"/>
                </a:lnTo>
                <a:lnTo>
                  <a:pt x="66978" y="760810"/>
                </a:lnTo>
                <a:lnTo>
                  <a:pt x="66849" y="771377"/>
                </a:lnTo>
                <a:lnTo>
                  <a:pt x="66724" y="781943"/>
                </a:lnTo>
                <a:lnTo>
                  <a:pt x="66607" y="792510"/>
                </a:lnTo>
                <a:lnTo>
                  <a:pt x="66502" y="803077"/>
                </a:lnTo>
                <a:lnTo>
                  <a:pt x="66415" y="813644"/>
                </a:lnTo>
                <a:lnTo>
                  <a:pt x="66347" y="824211"/>
                </a:lnTo>
                <a:lnTo>
                  <a:pt x="66301" y="834777"/>
                </a:lnTo>
                <a:lnTo>
                  <a:pt x="66277" y="845344"/>
                </a:lnTo>
                <a:lnTo>
                  <a:pt x="66275" y="855911"/>
                </a:lnTo>
                <a:lnTo>
                  <a:pt x="66292" y="866478"/>
                </a:lnTo>
                <a:lnTo>
                  <a:pt x="66324" y="877045"/>
                </a:lnTo>
                <a:lnTo>
                  <a:pt x="66369" y="887611"/>
                </a:lnTo>
                <a:lnTo>
                  <a:pt x="66423" y="898178"/>
                </a:lnTo>
                <a:lnTo>
                  <a:pt x="66480" y="908745"/>
                </a:lnTo>
                <a:lnTo>
                  <a:pt x="66540" y="919312"/>
                </a:lnTo>
                <a:lnTo>
                  <a:pt x="66598" y="929879"/>
                </a:lnTo>
                <a:lnTo>
                  <a:pt x="66654" y="940445"/>
                </a:lnTo>
                <a:lnTo>
                  <a:pt x="66708" y="951012"/>
                </a:lnTo>
                <a:lnTo>
                  <a:pt x="66761" y="961579"/>
                </a:lnTo>
                <a:lnTo>
                  <a:pt x="66817" y="972146"/>
                </a:lnTo>
                <a:lnTo>
                  <a:pt x="66877" y="982713"/>
                </a:lnTo>
                <a:lnTo>
                  <a:pt x="66945" y="993279"/>
                </a:lnTo>
                <a:lnTo>
                  <a:pt x="67026" y="1003846"/>
                </a:lnTo>
                <a:lnTo>
                  <a:pt x="67121" y="1014413"/>
                </a:lnTo>
                <a:lnTo>
                  <a:pt x="67232" y="1024980"/>
                </a:lnTo>
                <a:lnTo>
                  <a:pt x="67361" y="1035547"/>
                </a:lnTo>
                <a:lnTo>
                  <a:pt x="67509" y="1046113"/>
                </a:lnTo>
                <a:lnTo>
                  <a:pt x="67676" y="1056680"/>
                </a:lnTo>
                <a:lnTo>
                  <a:pt x="67863" y="1067247"/>
                </a:lnTo>
                <a:lnTo>
                  <a:pt x="68071" y="1077814"/>
                </a:lnTo>
                <a:lnTo>
                  <a:pt x="68307" y="1088381"/>
                </a:lnTo>
                <a:lnTo>
                  <a:pt x="68576" y="1098947"/>
                </a:lnTo>
                <a:lnTo>
                  <a:pt x="68891" y="1109514"/>
                </a:lnTo>
                <a:lnTo>
                  <a:pt x="69264" y="1120081"/>
                </a:lnTo>
                <a:lnTo>
                  <a:pt x="69709" y="1130648"/>
                </a:lnTo>
                <a:lnTo>
                  <a:pt x="70242" y="1141215"/>
                </a:lnTo>
                <a:lnTo>
                  <a:pt x="70873" y="1151781"/>
                </a:lnTo>
                <a:lnTo>
                  <a:pt x="71608" y="1162348"/>
                </a:lnTo>
                <a:lnTo>
                  <a:pt x="72444" y="1172915"/>
                </a:lnTo>
                <a:lnTo>
                  <a:pt x="73367" y="1183482"/>
                </a:lnTo>
                <a:lnTo>
                  <a:pt x="74352" y="1194049"/>
                </a:lnTo>
                <a:lnTo>
                  <a:pt x="75362" y="1204615"/>
                </a:lnTo>
                <a:lnTo>
                  <a:pt x="76349" y="1215182"/>
                </a:lnTo>
                <a:lnTo>
                  <a:pt x="77260" y="1225749"/>
                </a:lnTo>
                <a:lnTo>
                  <a:pt x="78040" y="1236316"/>
                </a:lnTo>
                <a:lnTo>
                  <a:pt x="78640" y="1246883"/>
                </a:lnTo>
                <a:lnTo>
                  <a:pt x="79017" y="1257449"/>
                </a:lnTo>
                <a:lnTo>
                  <a:pt x="79146" y="1268016"/>
                </a:lnTo>
                <a:lnTo>
                  <a:pt x="7914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5" name="01_find_only_2254">
            <a:extLst>
              <a:ext uri="{FF2B5EF4-FFF2-40B4-BE49-F238E27FC236}">
                <a16:creationId xmlns:a16="http://schemas.microsoft.com/office/drawing/2014/main" id="{754DA4EE-DC06-4491-A78E-71F3103BBA13}"/>
              </a:ext>
            </a:extLst>
          </p:cNvPr>
          <p:cNvSpPr>
            <a:spLocks noGrp="1"/>
          </p:cNvSpPr>
          <p:nvPr/>
        </p:nvSpPr>
        <p:spPr>
          <a:xfrm>
            <a:off x="203858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6" name="text_2255">
            <a:extLst>
              <a:ext uri="{FF2B5EF4-FFF2-40B4-BE49-F238E27FC236}">
                <a16:creationId xmlns:a16="http://schemas.microsoft.com/office/drawing/2014/main" id="{BAECA8AB-7EBC-4760-84ED-01A8B9339BAD}"/>
              </a:ext>
            </a:extLst>
          </p:cNvPr>
          <p:cNvSpPr>
            <a:spLocks noGrp="1"/>
          </p:cNvSpPr>
          <p:nvPr/>
        </p:nvSpPr>
        <p:spPr>
          <a:xfrm>
            <a:off x="201233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57" name="01_find_only_2256">
            <a:extLst>
              <a:ext uri="{FF2B5EF4-FFF2-40B4-BE49-F238E27FC236}">
                <a16:creationId xmlns:a16="http://schemas.microsoft.com/office/drawing/2014/main" id="{2ACA6FF5-E13F-44C3-B343-274C804D0764}"/>
              </a:ext>
            </a:extLst>
          </p:cNvPr>
          <p:cNvSpPr>
            <a:spLocks noGrp="1"/>
          </p:cNvSpPr>
          <p:nvPr/>
        </p:nvSpPr>
        <p:spPr>
          <a:xfrm>
            <a:off x="229322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8" name="text_2257">
            <a:extLst>
              <a:ext uri="{FF2B5EF4-FFF2-40B4-BE49-F238E27FC236}">
                <a16:creationId xmlns:a16="http://schemas.microsoft.com/office/drawing/2014/main" id="{C0C8FDA7-32EE-458F-B5E0-BE0AAC32368C}"/>
              </a:ext>
            </a:extLst>
          </p:cNvPr>
          <p:cNvSpPr>
            <a:spLocks noGrp="1"/>
          </p:cNvSpPr>
          <p:nvPr/>
        </p:nvSpPr>
        <p:spPr>
          <a:xfrm>
            <a:off x="224072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59" name="01_find_only_2258">
            <a:extLst>
              <a:ext uri="{FF2B5EF4-FFF2-40B4-BE49-F238E27FC236}">
                <a16:creationId xmlns:a16="http://schemas.microsoft.com/office/drawing/2014/main" id="{0E8E776E-CB51-4AE8-BB54-37BC6FEF44A3}"/>
              </a:ext>
            </a:extLst>
          </p:cNvPr>
          <p:cNvSpPr>
            <a:spLocks noGrp="1"/>
          </p:cNvSpPr>
          <p:nvPr/>
        </p:nvSpPr>
        <p:spPr>
          <a:xfrm>
            <a:off x="254786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0" name="text_2259">
            <a:extLst>
              <a:ext uri="{FF2B5EF4-FFF2-40B4-BE49-F238E27FC236}">
                <a16:creationId xmlns:a16="http://schemas.microsoft.com/office/drawing/2014/main" id="{A8CBDCCA-5847-43F6-B329-CB0E0C3DBA6E}"/>
              </a:ext>
            </a:extLst>
          </p:cNvPr>
          <p:cNvSpPr>
            <a:spLocks noGrp="1"/>
          </p:cNvSpPr>
          <p:nvPr/>
        </p:nvSpPr>
        <p:spPr>
          <a:xfrm>
            <a:off x="246911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61" name="01_find_only_2260">
            <a:extLst>
              <a:ext uri="{FF2B5EF4-FFF2-40B4-BE49-F238E27FC236}">
                <a16:creationId xmlns:a16="http://schemas.microsoft.com/office/drawing/2014/main" id="{C482DD3A-6670-45FD-AC18-AF9E461E3446}"/>
              </a:ext>
            </a:extLst>
          </p:cNvPr>
          <p:cNvSpPr>
            <a:spLocks noGrp="1"/>
          </p:cNvSpPr>
          <p:nvPr/>
        </p:nvSpPr>
        <p:spPr>
          <a:xfrm>
            <a:off x="305714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2" name="text_2261">
            <a:extLst>
              <a:ext uri="{FF2B5EF4-FFF2-40B4-BE49-F238E27FC236}">
                <a16:creationId xmlns:a16="http://schemas.microsoft.com/office/drawing/2014/main" id="{9DB07AFB-B6F1-49CF-AF70-A96700580ABA}"/>
              </a:ext>
            </a:extLst>
          </p:cNvPr>
          <p:cNvSpPr>
            <a:spLocks noGrp="1"/>
          </p:cNvSpPr>
          <p:nvPr/>
        </p:nvSpPr>
        <p:spPr>
          <a:xfrm>
            <a:off x="297839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263" name="01_find_only_2262">
            <a:extLst>
              <a:ext uri="{FF2B5EF4-FFF2-40B4-BE49-F238E27FC236}">
                <a16:creationId xmlns:a16="http://schemas.microsoft.com/office/drawing/2014/main" id="{16576F52-D814-4896-B777-288B258AED61}"/>
              </a:ext>
            </a:extLst>
          </p:cNvPr>
          <p:cNvSpPr>
            <a:spLocks noGrp="1"/>
          </p:cNvSpPr>
          <p:nvPr/>
        </p:nvSpPr>
        <p:spPr>
          <a:xfrm>
            <a:off x="356642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4" name="text_2263">
            <a:extLst>
              <a:ext uri="{FF2B5EF4-FFF2-40B4-BE49-F238E27FC236}">
                <a16:creationId xmlns:a16="http://schemas.microsoft.com/office/drawing/2014/main" id="{537E49C1-35F9-44BC-B979-1061778550D8}"/>
              </a:ext>
            </a:extLst>
          </p:cNvPr>
          <p:cNvSpPr>
            <a:spLocks noGrp="1"/>
          </p:cNvSpPr>
          <p:nvPr/>
        </p:nvSpPr>
        <p:spPr>
          <a:xfrm>
            <a:off x="348766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265" name="text_2264">
            <a:extLst>
              <a:ext uri="{FF2B5EF4-FFF2-40B4-BE49-F238E27FC236}">
                <a16:creationId xmlns:a16="http://schemas.microsoft.com/office/drawing/2014/main" id="{29911697-E70A-4FAD-97DC-3337002C2B78}"/>
              </a:ext>
            </a:extLst>
          </p:cNvPr>
          <p:cNvSpPr>
            <a:spLocks noGrp="1"/>
          </p:cNvSpPr>
          <p:nvPr/>
        </p:nvSpPr>
        <p:spPr>
          <a:xfrm>
            <a:off x="2228255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2266" name="01_find_only_2265">
            <a:extLst>
              <a:ext uri="{FF2B5EF4-FFF2-40B4-BE49-F238E27FC236}">
                <a16:creationId xmlns:a16="http://schemas.microsoft.com/office/drawing/2014/main" id="{AEA7F2D1-CEFC-43B2-9327-76EF4A9E7DDA}"/>
              </a:ext>
            </a:extLst>
          </p:cNvPr>
          <p:cNvSpPr>
            <a:spLocks noGrp="1"/>
          </p:cNvSpPr>
          <p:nvPr/>
        </p:nvSpPr>
        <p:spPr>
          <a:xfrm>
            <a:off x="2023311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67" name="01_find_only_2266">
            <a:extLst>
              <a:ext uri="{FF2B5EF4-FFF2-40B4-BE49-F238E27FC236}">
                <a16:creationId xmlns:a16="http://schemas.microsoft.com/office/drawing/2014/main" id="{BD5AF745-87C5-4383-BF6D-35A7BB6715F7}"/>
              </a:ext>
            </a:extLst>
          </p:cNvPr>
          <p:cNvSpPr>
            <a:spLocks noGrp="1"/>
          </p:cNvSpPr>
          <p:nvPr/>
        </p:nvSpPr>
        <p:spPr>
          <a:xfrm>
            <a:off x="1984504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8" name="text_2267">
            <a:extLst>
              <a:ext uri="{FF2B5EF4-FFF2-40B4-BE49-F238E27FC236}">
                <a16:creationId xmlns:a16="http://schemas.microsoft.com/office/drawing/2014/main" id="{2EFB54A9-7DD2-4C58-940D-C2947306C995}"/>
              </a:ext>
            </a:extLst>
          </p:cNvPr>
          <p:cNvSpPr>
            <a:spLocks noGrp="1"/>
          </p:cNvSpPr>
          <p:nvPr/>
        </p:nvSpPr>
        <p:spPr>
          <a:xfrm>
            <a:off x="1893194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69" name="01_find_only_2268">
            <a:extLst>
              <a:ext uri="{FF2B5EF4-FFF2-40B4-BE49-F238E27FC236}">
                <a16:creationId xmlns:a16="http://schemas.microsoft.com/office/drawing/2014/main" id="{295AE4B4-13E0-435F-8F4F-83A0AF7FBE1A}"/>
              </a:ext>
            </a:extLst>
          </p:cNvPr>
          <p:cNvSpPr>
            <a:spLocks noGrp="1"/>
          </p:cNvSpPr>
          <p:nvPr/>
        </p:nvSpPr>
        <p:spPr>
          <a:xfrm>
            <a:off x="2023311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0" name="01_find_only_2269">
            <a:extLst>
              <a:ext uri="{FF2B5EF4-FFF2-40B4-BE49-F238E27FC236}">
                <a16:creationId xmlns:a16="http://schemas.microsoft.com/office/drawing/2014/main" id="{EE63D605-DEDB-415F-ACFF-92EFE8ACFC2C}"/>
              </a:ext>
            </a:extLst>
          </p:cNvPr>
          <p:cNvSpPr>
            <a:spLocks noGrp="1"/>
          </p:cNvSpPr>
          <p:nvPr/>
        </p:nvSpPr>
        <p:spPr>
          <a:xfrm>
            <a:off x="1984504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1" name="text_2270">
            <a:extLst>
              <a:ext uri="{FF2B5EF4-FFF2-40B4-BE49-F238E27FC236}">
                <a16:creationId xmlns:a16="http://schemas.microsoft.com/office/drawing/2014/main" id="{382A174F-AF1D-49E3-A1C5-756D8147FDAC}"/>
              </a:ext>
            </a:extLst>
          </p:cNvPr>
          <p:cNvSpPr>
            <a:spLocks noGrp="1"/>
          </p:cNvSpPr>
          <p:nvPr/>
        </p:nvSpPr>
        <p:spPr>
          <a:xfrm>
            <a:off x="1840690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72" name="01_find_only_2271">
            <a:extLst>
              <a:ext uri="{FF2B5EF4-FFF2-40B4-BE49-F238E27FC236}">
                <a16:creationId xmlns:a16="http://schemas.microsoft.com/office/drawing/2014/main" id="{00900AB2-B707-468A-8288-95B9F11F4648}"/>
              </a:ext>
            </a:extLst>
          </p:cNvPr>
          <p:cNvSpPr>
            <a:spLocks noGrp="1"/>
          </p:cNvSpPr>
          <p:nvPr/>
        </p:nvSpPr>
        <p:spPr>
          <a:xfrm>
            <a:off x="2023311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3" name="01_find_only_2272">
            <a:extLst>
              <a:ext uri="{FF2B5EF4-FFF2-40B4-BE49-F238E27FC236}">
                <a16:creationId xmlns:a16="http://schemas.microsoft.com/office/drawing/2014/main" id="{CCC0119A-0979-4541-AC48-2F316729F6BF}"/>
              </a:ext>
            </a:extLst>
          </p:cNvPr>
          <p:cNvSpPr>
            <a:spLocks noGrp="1"/>
          </p:cNvSpPr>
          <p:nvPr/>
        </p:nvSpPr>
        <p:spPr>
          <a:xfrm>
            <a:off x="1984504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4" name="text_2273">
            <a:extLst>
              <a:ext uri="{FF2B5EF4-FFF2-40B4-BE49-F238E27FC236}">
                <a16:creationId xmlns:a16="http://schemas.microsoft.com/office/drawing/2014/main" id="{6B957785-6FF3-498C-B1B7-FAA0BFBC7033}"/>
              </a:ext>
            </a:extLst>
          </p:cNvPr>
          <p:cNvSpPr>
            <a:spLocks noGrp="1"/>
          </p:cNvSpPr>
          <p:nvPr/>
        </p:nvSpPr>
        <p:spPr>
          <a:xfrm>
            <a:off x="178818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75" name="text_2274">
            <a:extLst>
              <a:ext uri="{FF2B5EF4-FFF2-40B4-BE49-F238E27FC236}">
                <a16:creationId xmlns:a16="http://schemas.microsoft.com/office/drawing/2014/main" id="{1CBE3F2B-1E89-4D40-8FFF-0815851B4946}"/>
              </a:ext>
            </a:extLst>
          </p:cNvPr>
          <p:cNvSpPr>
            <a:spLocks noGrp="1"/>
          </p:cNvSpPr>
          <p:nvPr/>
        </p:nvSpPr>
        <p:spPr>
          <a:xfrm rot="-5400000">
            <a:off x="1162699" y="5592372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/>
              <a:t>Detected instances (%)</a:t>
            </a:r>
          </a:p>
        </p:txBody>
      </p:sp>
      <p:sp>
        <p:nvSpPr>
          <p:cNvPr id="2276" name="01_find_only_2275">
            <a:extLst>
              <a:ext uri="{FF2B5EF4-FFF2-40B4-BE49-F238E27FC236}">
                <a16:creationId xmlns:a16="http://schemas.microsoft.com/office/drawing/2014/main" id="{6ACB401B-0C9A-48CA-A752-6C96782D7EAE}"/>
              </a:ext>
            </a:extLst>
          </p:cNvPr>
          <p:cNvSpPr>
            <a:spLocks noGrp="1"/>
          </p:cNvSpPr>
          <p:nvPr/>
        </p:nvSpPr>
        <p:spPr>
          <a:xfrm>
            <a:off x="22516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01_find_only_2276">
            <a:extLst>
              <a:ext uri="{FF2B5EF4-FFF2-40B4-BE49-F238E27FC236}">
                <a16:creationId xmlns:a16="http://schemas.microsoft.com/office/drawing/2014/main" id="{F3481EDA-755C-4BF6-B0DC-69E60C888C4C}"/>
              </a:ext>
            </a:extLst>
          </p:cNvPr>
          <p:cNvSpPr>
            <a:spLocks noGrp="1"/>
          </p:cNvSpPr>
          <p:nvPr/>
        </p:nvSpPr>
        <p:spPr>
          <a:xfrm>
            <a:off x="23138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01_find_only_2277">
            <a:extLst>
              <a:ext uri="{FF2B5EF4-FFF2-40B4-BE49-F238E27FC236}">
                <a16:creationId xmlns:a16="http://schemas.microsoft.com/office/drawing/2014/main" id="{70779519-439B-46C4-A260-259D105BE7A2}"/>
              </a:ext>
            </a:extLst>
          </p:cNvPr>
          <p:cNvSpPr>
            <a:spLocks noGrp="1"/>
          </p:cNvSpPr>
          <p:nvPr/>
        </p:nvSpPr>
        <p:spPr>
          <a:xfrm>
            <a:off x="223125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01_find_only_2278">
            <a:extLst>
              <a:ext uri="{FF2B5EF4-FFF2-40B4-BE49-F238E27FC236}">
                <a16:creationId xmlns:a16="http://schemas.microsoft.com/office/drawing/2014/main" id="{6A62303F-8C35-4F7E-8D3A-DE338EAE6A15}"/>
              </a:ext>
            </a:extLst>
          </p:cNvPr>
          <p:cNvSpPr>
            <a:spLocks noGrp="1"/>
          </p:cNvSpPr>
          <p:nvPr/>
        </p:nvSpPr>
        <p:spPr>
          <a:xfrm>
            <a:off x="2306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01_find_only_2279">
            <a:extLst>
              <a:ext uri="{FF2B5EF4-FFF2-40B4-BE49-F238E27FC236}">
                <a16:creationId xmlns:a16="http://schemas.microsoft.com/office/drawing/2014/main" id="{E20BEC90-CC38-49E2-AA13-D3627103DB91}"/>
              </a:ext>
            </a:extLst>
          </p:cNvPr>
          <p:cNvSpPr>
            <a:spLocks noGrp="1"/>
          </p:cNvSpPr>
          <p:nvPr/>
        </p:nvSpPr>
        <p:spPr>
          <a:xfrm>
            <a:off x="2267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01_find_only_2280">
            <a:extLst>
              <a:ext uri="{FF2B5EF4-FFF2-40B4-BE49-F238E27FC236}">
                <a16:creationId xmlns:a16="http://schemas.microsoft.com/office/drawing/2014/main" id="{4C5DDE3A-2C41-4EF7-A525-9B6E7A2BC2E2}"/>
              </a:ext>
            </a:extLst>
          </p:cNvPr>
          <p:cNvSpPr>
            <a:spLocks noGrp="1"/>
          </p:cNvSpPr>
          <p:nvPr/>
        </p:nvSpPr>
        <p:spPr>
          <a:xfrm>
            <a:off x="23207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01_find_only_2281">
            <a:extLst>
              <a:ext uri="{FF2B5EF4-FFF2-40B4-BE49-F238E27FC236}">
                <a16:creationId xmlns:a16="http://schemas.microsoft.com/office/drawing/2014/main" id="{6A26D201-DEDE-4751-B702-9FA228AA5133}"/>
              </a:ext>
            </a:extLst>
          </p:cNvPr>
          <p:cNvSpPr>
            <a:spLocks noGrp="1"/>
          </p:cNvSpPr>
          <p:nvPr/>
        </p:nvSpPr>
        <p:spPr>
          <a:xfrm>
            <a:off x="22515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01_find_only_2282">
            <a:extLst>
              <a:ext uri="{FF2B5EF4-FFF2-40B4-BE49-F238E27FC236}">
                <a16:creationId xmlns:a16="http://schemas.microsoft.com/office/drawing/2014/main" id="{84C6C150-D7C8-44EA-B196-5AC94FECC13D}"/>
              </a:ext>
            </a:extLst>
          </p:cNvPr>
          <p:cNvSpPr>
            <a:spLocks noGrp="1"/>
          </p:cNvSpPr>
          <p:nvPr/>
        </p:nvSpPr>
        <p:spPr>
          <a:xfrm>
            <a:off x="2298973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01_find_only_2283">
            <a:extLst>
              <a:ext uri="{FF2B5EF4-FFF2-40B4-BE49-F238E27FC236}">
                <a16:creationId xmlns:a16="http://schemas.microsoft.com/office/drawing/2014/main" id="{5224A792-F49C-4A1F-A31C-294F2A3DDB50}"/>
              </a:ext>
            </a:extLst>
          </p:cNvPr>
          <p:cNvSpPr>
            <a:spLocks noGrp="1"/>
          </p:cNvSpPr>
          <p:nvPr/>
        </p:nvSpPr>
        <p:spPr>
          <a:xfrm>
            <a:off x="2234659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01_find_only_2284">
            <a:extLst>
              <a:ext uri="{FF2B5EF4-FFF2-40B4-BE49-F238E27FC236}">
                <a16:creationId xmlns:a16="http://schemas.microsoft.com/office/drawing/2014/main" id="{60B7192A-5470-4335-AB37-1ABD33B7CF60}"/>
              </a:ext>
            </a:extLst>
          </p:cNvPr>
          <p:cNvSpPr>
            <a:spLocks noGrp="1"/>
          </p:cNvSpPr>
          <p:nvPr/>
        </p:nvSpPr>
        <p:spPr>
          <a:xfrm>
            <a:off x="225535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01_find_only_2285">
            <a:extLst>
              <a:ext uri="{FF2B5EF4-FFF2-40B4-BE49-F238E27FC236}">
                <a16:creationId xmlns:a16="http://schemas.microsoft.com/office/drawing/2014/main" id="{49362C09-561E-4D8E-8A65-86285C5065C5}"/>
              </a:ext>
            </a:extLst>
          </p:cNvPr>
          <p:cNvSpPr>
            <a:spLocks noGrp="1"/>
          </p:cNvSpPr>
          <p:nvPr/>
        </p:nvSpPr>
        <p:spPr>
          <a:xfrm>
            <a:off x="223446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01_find_only_2286">
            <a:extLst>
              <a:ext uri="{FF2B5EF4-FFF2-40B4-BE49-F238E27FC236}">
                <a16:creationId xmlns:a16="http://schemas.microsoft.com/office/drawing/2014/main" id="{F313B7C7-D789-4F8F-B28C-3D5334B28F48}"/>
              </a:ext>
            </a:extLst>
          </p:cNvPr>
          <p:cNvSpPr>
            <a:spLocks noGrp="1"/>
          </p:cNvSpPr>
          <p:nvPr/>
        </p:nvSpPr>
        <p:spPr>
          <a:xfrm>
            <a:off x="22893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01_find_only_2287">
            <a:extLst>
              <a:ext uri="{FF2B5EF4-FFF2-40B4-BE49-F238E27FC236}">
                <a16:creationId xmlns:a16="http://schemas.microsoft.com/office/drawing/2014/main" id="{3FECBA48-D1D6-46BE-B299-6051C5D5B212}"/>
              </a:ext>
            </a:extLst>
          </p:cNvPr>
          <p:cNvSpPr>
            <a:spLocks noGrp="1"/>
          </p:cNvSpPr>
          <p:nvPr/>
        </p:nvSpPr>
        <p:spPr>
          <a:xfrm>
            <a:off x="2247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01_find_only_2288">
            <a:extLst>
              <a:ext uri="{FF2B5EF4-FFF2-40B4-BE49-F238E27FC236}">
                <a16:creationId xmlns:a16="http://schemas.microsoft.com/office/drawing/2014/main" id="{2F209FA4-8F71-49A8-96B2-CFF962F52D77}"/>
              </a:ext>
            </a:extLst>
          </p:cNvPr>
          <p:cNvSpPr>
            <a:spLocks noGrp="1"/>
          </p:cNvSpPr>
          <p:nvPr/>
        </p:nvSpPr>
        <p:spPr>
          <a:xfrm>
            <a:off x="22767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01_find_only_2289">
            <a:extLst>
              <a:ext uri="{FF2B5EF4-FFF2-40B4-BE49-F238E27FC236}">
                <a16:creationId xmlns:a16="http://schemas.microsoft.com/office/drawing/2014/main" id="{5D46C856-4E0C-4CFB-8A8B-E3C59C236293}"/>
              </a:ext>
            </a:extLst>
          </p:cNvPr>
          <p:cNvSpPr>
            <a:spLocks noGrp="1"/>
          </p:cNvSpPr>
          <p:nvPr/>
        </p:nvSpPr>
        <p:spPr>
          <a:xfrm>
            <a:off x="2266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01_find_only_2290">
            <a:extLst>
              <a:ext uri="{FF2B5EF4-FFF2-40B4-BE49-F238E27FC236}">
                <a16:creationId xmlns:a16="http://schemas.microsoft.com/office/drawing/2014/main" id="{3D65B7F3-0306-4115-8C9E-621C3A39B323}"/>
              </a:ext>
            </a:extLst>
          </p:cNvPr>
          <p:cNvSpPr>
            <a:spLocks noGrp="1"/>
          </p:cNvSpPr>
          <p:nvPr/>
        </p:nvSpPr>
        <p:spPr>
          <a:xfrm>
            <a:off x="2256810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01_find_only_2291">
            <a:extLst>
              <a:ext uri="{FF2B5EF4-FFF2-40B4-BE49-F238E27FC236}">
                <a16:creationId xmlns:a16="http://schemas.microsoft.com/office/drawing/2014/main" id="{007FE992-F170-4981-A866-4E9DFBEFDC27}"/>
              </a:ext>
            </a:extLst>
          </p:cNvPr>
          <p:cNvSpPr>
            <a:spLocks noGrp="1"/>
          </p:cNvSpPr>
          <p:nvPr/>
        </p:nvSpPr>
        <p:spPr>
          <a:xfrm>
            <a:off x="223417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01_find_only_2292">
            <a:extLst>
              <a:ext uri="{FF2B5EF4-FFF2-40B4-BE49-F238E27FC236}">
                <a16:creationId xmlns:a16="http://schemas.microsoft.com/office/drawing/2014/main" id="{F26A15CD-DF1C-44C9-8B3F-60F297ED6A62}"/>
              </a:ext>
            </a:extLst>
          </p:cNvPr>
          <p:cNvSpPr>
            <a:spLocks noGrp="1"/>
          </p:cNvSpPr>
          <p:nvPr/>
        </p:nvSpPr>
        <p:spPr>
          <a:xfrm>
            <a:off x="232141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01_find_only_2293">
            <a:extLst>
              <a:ext uri="{FF2B5EF4-FFF2-40B4-BE49-F238E27FC236}">
                <a16:creationId xmlns:a16="http://schemas.microsoft.com/office/drawing/2014/main" id="{EF06E5F5-178F-4111-8AA8-15AF5F3CAC3F}"/>
              </a:ext>
            </a:extLst>
          </p:cNvPr>
          <p:cNvSpPr>
            <a:spLocks noGrp="1"/>
          </p:cNvSpPr>
          <p:nvPr/>
        </p:nvSpPr>
        <p:spPr>
          <a:xfrm>
            <a:off x="22355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01_find_only_2294">
            <a:extLst>
              <a:ext uri="{FF2B5EF4-FFF2-40B4-BE49-F238E27FC236}">
                <a16:creationId xmlns:a16="http://schemas.microsoft.com/office/drawing/2014/main" id="{F0EFC8FC-975D-46D0-A4BA-58CF841015BD}"/>
              </a:ext>
            </a:extLst>
          </p:cNvPr>
          <p:cNvSpPr>
            <a:spLocks noGrp="1"/>
          </p:cNvSpPr>
          <p:nvPr/>
        </p:nvSpPr>
        <p:spPr>
          <a:xfrm>
            <a:off x="231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01_find_only_2295">
            <a:extLst>
              <a:ext uri="{FF2B5EF4-FFF2-40B4-BE49-F238E27FC236}">
                <a16:creationId xmlns:a16="http://schemas.microsoft.com/office/drawing/2014/main" id="{1A129897-C7F4-4DC2-95E1-AA95A67B2017}"/>
              </a:ext>
            </a:extLst>
          </p:cNvPr>
          <p:cNvSpPr>
            <a:spLocks noGrp="1"/>
          </p:cNvSpPr>
          <p:nvPr/>
        </p:nvSpPr>
        <p:spPr>
          <a:xfrm>
            <a:off x="2267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01_find_only_2296">
            <a:extLst>
              <a:ext uri="{FF2B5EF4-FFF2-40B4-BE49-F238E27FC236}">
                <a16:creationId xmlns:a16="http://schemas.microsoft.com/office/drawing/2014/main" id="{AA024743-9BEA-4FB5-B2FE-0FD0D023152E}"/>
              </a:ext>
            </a:extLst>
          </p:cNvPr>
          <p:cNvSpPr>
            <a:spLocks noGrp="1"/>
          </p:cNvSpPr>
          <p:nvPr/>
        </p:nvSpPr>
        <p:spPr>
          <a:xfrm>
            <a:off x="232539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01_find_only_2297">
            <a:extLst>
              <a:ext uri="{FF2B5EF4-FFF2-40B4-BE49-F238E27FC236}">
                <a16:creationId xmlns:a16="http://schemas.microsoft.com/office/drawing/2014/main" id="{16541391-C86C-49D8-81D2-4E4792A26A78}"/>
              </a:ext>
            </a:extLst>
          </p:cNvPr>
          <p:cNvSpPr>
            <a:spLocks noGrp="1"/>
          </p:cNvSpPr>
          <p:nvPr/>
        </p:nvSpPr>
        <p:spPr>
          <a:xfrm>
            <a:off x="229499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01_find_only_2298">
            <a:extLst>
              <a:ext uri="{FF2B5EF4-FFF2-40B4-BE49-F238E27FC236}">
                <a16:creationId xmlns:a16="http://schemas.microsoft.com/office/drawing/2014/main" id="{BCA2D9B8-D535-4F62-A659-28258743B59C}"/>
              </a:ext>
            </a:extLst>
          </p:cNvPr>
          <p:cNvSpPr>
            <a:spLocks noGrp="1"/>
          </p:cNvSpPr>
          <p:nvPr/>
        </p:nvSpPr>
        <p:spPr>
          <a:xfrm>
            <a:off x="230159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01_find_only_2299">
            <a:extLst>
              <a:ext uri="{FF2B5EF4-FFF2-40B4-BE49-F238E27FC236}">
                <a16:creationId xmlns:a16="http://schemas.microsoft.com/office/drawing/2014/main" id="{B9B8D601-D1FC-4D03-ADC6-5B4F360BEE15}"/>
              </a:ext>
            </a:extLst>
          </p:cNvPr>
          <p:cNvSpPr>
            <a:spLocks noGrp="1"/>
          </p:cNvSpPr>
          <p:nvPr/>
        </p:nvSpPr>
        <p:spPr>
          <a:xfrm>
            <a:off x="2258947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01_find_only_2300">
            <a:extLst>
              <a:ext uri="{FF2B5EF4-FFF2-40B4-BE49-F238E27FC236}">
                <a16:creationId xmlns:a16="http://schemas.microsoft.com/office/drawing/2014/main" id="{2702BEF8-1C38-456F-97EF-FF825578751C}"/>
              </a:ext>
            </a:extLst>
          </p:cNvPr>
          <p:cNvSpPr>
            <a:spLocks noGrp="1"/>
          </p:cNvSpPr>
          <p:nvPr/>
        </p:nvSpPr>
        <p:spPr>
          <a:xfrm>
            <a:off x="231995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01_find_only_2301">
            <a:extLst>
              <a:ext uri="{FF2B5EF4-FFF2-40B4-BE49-F238E27FC236}">
                <a16:creationId xmlns:a16="http://schemas.microsoft.com/office/drawing/2014/main" id="{18EC2FD2-FAAA-465A-8BCC-7B0743437C88}"/>
              </a:ext>
            </a:extLst>
          </p:cNvPr>
          <p:cNvSpPr>
            <a:spLocks noGrp="1"/>
          </p:cNvSpPr>
          <p:nvPr/>
        </p:nvSpPr>
        <p:spPr>
          <a:xfrm>
            <a:off x="2301790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01_find_only_2302">
            <a:extLst>
              <a:ext uri="{FF2B5EF4-FFF2-40B4-BE49-F238E27FC236}">
                <a16:creationId xmlns:a16="http://schemas.microsoft.com/office/drawing/2014/main" id="{8AFFAE85-A457-4542-9214-16032743BD2A}"/>
              </a:ext>
            </a:extLst>
          </p:cNvPr>
          <p:cNvSpPr>
            <a:spLocks noGrp="1"/>
          </p:cNvSpPr>
          <p:nvPr/>
        </p:nvSpPr>
        <p:spPr>
          <a:xfrm>
            <a:off x="22463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01_find_only_2303">
            <a:extLst>
              <a:ext uri="{FF2B5EF4-FFF2-40B4-BE49-F238E27FC236}">
                <a16:creationId xmlns:a16="http://schemas.microsoft.com/office/drawing/2014/main" id="{BB6C206D-88AF-46DC-9A4E-1069760B419D}"/>
              </a:ext>
            </a:extLst>
          </p:cNvPr>
          <p:cNvSpPr>
            <a:spLocks noGrp="1"/>
          </p:cNvSpPr>
          <p:nvPr/>
        </p:nvSpPr>
        <p:spPr>
          <a:xfrm>
            <a:off x="2300139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01_find_only_2304">
            <a:extLst>
              <a:ext uri="{FF2B5EF4-FFF2-40B4-BE49-F238E27FC236}">
                <a16:creationId xmlns:a16="http://schemas.microsoft.com/office/drawing/2014/main" id="{59DC1BFC-7963-47F9-B4E8-ED89208D6230}"/>
              </a:ext>
            </a:extLst>
          </p:cNvPr>
          <p:cNvSpPr>
            <a:spLocks noGrp="1"/>
          </p:cNvSpPr>
          <p:nvPr/>
        </p:nvSpPr>
        <p:spPr>
          <a:xfrm>
            <a:off x="225127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01_find_only_2305">
            <a:extLst>
              <a:ext uri="{FF2B5EF4-FFF2-40B4-BE49-F238E27FC236}">
                <a16:creationId xmlns:a16="http://schemas.microsoft.com/office/drawing/2014/main" id="{F0C0FF0B-3D79-434F-8296-78EB01C970A8}"/>
              </a:ext>
            </a:extLst>
          </p:cNvPr>
          <p:cNvSpPr>
            <a:spLocks noGrp="1"/>
          </p:cNvSpPr>
          <p:nvPr/>
        </p:nvSpPr>
        <p:spPr>
          <a:xfrm>
            <a:off x="22588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01_find_only_2306">
            <a:extLst>
              <a:ext uri="{FF2B5EF4-FFF2-40B4-BE49-F238E27FC236}">
                <a16:creationId xmlns:a16="http://schemas.microsoft.com/office/drawing/2014/main" id="{9506E3FB-BF41-4D3C-BB94-D4D2921B0A84}"/>
              </a:ext>
            </a:extLst>
          </p:cNvPr>
          <p:cNvSpPr>
            <a:spLocks noGrp="1"/>
          </p:cNvSpPr>
          <p:nvPr/>
        </p:nvSpPr>
        <p:spPr>
          <a:xfrm>
            <a:off x="23191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01_find_only_2307">
            <a:extLst>
              <a:ext uri="{FF2B5EF4-FFF2-40B4-BE49-F238E27FC236}">
                <a16:creationId xmlns:a16="http://schemas.microsoft.com/office/drawing/2014/main" id="{662F4AC1-74C8-40A0-80A3-C96133F49E79}"/>
              </a:ext>
            </a:extLst>
          </p:cNvPr>
          <p:cNvSpPr>
            <a:spLocks noGrp="1"/>
          </p:cNvSpPr>
          <p:nvPr/>
        </p:nvSpPr>
        <p:spPr>
          <a:xfrm>
            <a:off x="226040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01_find_only_2308">
            <a:extLst>
              <a:ext uri="{FF2B5EF4-FFF2-40B4-BE49-F238E27FC236}">
                <a16:creationId xmlns:a16="http://schemas.microsoft.com/office/drawing/2014/main" id="{EB6173F4-EF12-42AD-BC93-B7D44E4C3C67}"/>
              </a:ext>
            </a:extLst>
          </p:cNvPr>
          <p:cNvSpPr>
            <a:spLocks noGrp="1"/>
          </p:cNvSpPr>
          <p:nvPr/>
        </p:nvSpPr>
        <p:spPr>
          <a:xfrm>
            <a:off x="231374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01_find_only_2309">
            <a:extLst>
              <a:ext uri="{FF2B5EF4-FFF2-40B4-BE49-F238E27FC236}">
                <a16:creationId xmlns:a16="http://schemas.microsoft.com/office/drawing/2014/main" id="{3C3657AA-A2F4-4683-9B7C-C0D5FA16AE31}"/>
              </a:ext>
            </a:extLst>
          </p:cNvPr>
          <p:cNvSpPr>
            <a:spLocks noGrp="1"/>
          </p:cNvSpPr>
          <p:nvPr/>
        </p:nvSpPr>
        <p:spPr>
          <a:xfrm>
            <a:off x="23145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01_find_only_2310">
            <a:extLst>
              <a:ext uri="{FF2B5EF4-FFF2-40B4-BE49-F238E27FC236}">
                <a16:creationId xmlns:a16="http://schemas.microsoft.com/office/drawing/2014/main" id="{CED6C0C6-637D-4736-8B5C-6438D96E88BD}"/>
              </a:ext>
            </a:extLst>
          </p:cNvPr>
          <p:cNvSpPr>
            <a:spLocks noGrp="1"/>
          </p:cNvSpPr>
          <p:nvPr/>
        </p:nvSpPr>
        <p:spPr>
          <a:xfrm>
            <a:off x="231704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01_find_only_2311">
            <a:extLst>
              <a:ext uri="{FF2B5EF4-FFF2-40B4-BE49-F238E27FC236}">
                <a16:creationId xmlns:a16="http://schemas.microsoft.com/office/drawing/2014/main" id="{CEE871F3-7007-450A-9266-A5C2DD1F6944}"/>
              </a:ext>
            </a:extLst>
          </p:cNvPr>
          <p:cNvSpPr>
            <a:spLocks noGrp="1"/>
          </p:cNvSpPr>
          <p:nvPr/>
        </p:nvSpPr>
        <p:spPr>
          <a:xfrm>
            <a:off x="2261181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01_find_only_2312">
            <a:extLst>
              <a:ext uri="{FF2B5EF4-FFF2-40B4-BE49-F238E27FC236}">
                <a16:creationId xmlns:a16="http://schemas.microsoft.com/office/drawing/2014/main" id="{93917DE0-B7B9-4F54-8285-AEC46DA3DCBE}"/>
              </a:ext>
            </a:extLst>
          </p:cNvPr>
          <p:cNvSpPr>
            <a:spLocks noGrp="1"/>
          </p:cNvSpPr>
          <p:nvPr/>
        </p:nvSpPr>
        <p:spPr>
          <a:xfrm>
            <a:off x="224651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01_find_only_2313">
            <a:extLst>
              <a:ext uri="{FF2B5EF4-FFF2-40B4-BE49-F238E27FC236}">
                <a16:creationId xmlns:a16="http://schemas.microsoft.com/office/drawing/2014/main" id="{41DBA869-4DCB-4224-AF00-7CDAF357EC89}"/>
              </a:ext>
            </a:extLst>
          </p:cNvPr>
          <p:cNvSpPr>
            <a:spLocks noGrp="1"/>
          </p:cNvSpPr>
          <p:nvPr/>
        </p:nvSpPr>
        <p:spPr>
          <a:xfrm>
            <a:off x="23030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01_find_only_2314">
            <a:extLst>
              <a:ext uri="{FF2B5EF4-FFF2-40B4-BE49-F238E27FC236}">
                <a16:creationId xmlns:a16="http://schemas.microsoft.com/office/drawing/2014/main" id="{A2128C0D-9F4B-4278-AB19-57DDF079D039}"/>
              </a:ext>
            </a:extLst>
          </p:cNvPr>
          <p:cNvSpPr>
            <a:spLocks noGrp="1"/>
          </p:cNvSpPr>
          <p:nvPr/>
        </p:nvSpPr>
        <p:spPr>
          <a:xfrm>
            <a:off x="2241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01_find_only_2315">
            <a:extLst>
              <a:ext uri="{FF2B5EF4-FFF2-40B4-BE49-F238E27FC236}">
                <a16:creationId xmlns:a16="http://schemas.microsoft.com/office/drawing/2014/main" id="{8E7A5BA8-529F-443A-AFFA-79003D354E37}"/>
              </a:ext>
            </a:extLst>
          </p:cNvPr>
          <p:cNvSpPr>
            <a:spLocks noGrp="1"/>
          </p:cNvSpPr>
          <p:nvPr/>
        </p:nvSpPr>
        <p:spPr>
          <a:xfrm>
            <a:off x="2248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01_find_only_2316">
            <a:extLst>
              <a:ext uri="{FF2B5EF4-FFF2-40B4-BE49-F238E27FC236}">
                <a16:creationId xmlns:a16="http://schemas.microsoft.com/office/drawing/2014/main" id="{7444CE59-EBB6-4419-941E-1276B4813237}"/>
              </a:ext>
            </a:extLst>
          </p:cNvPr>
          <p:cNvSpPr>
            <a:spLocks noGrp="1"/>
          </p:cNvSpPr>
          <p:nvPr/>
        </p:nvSpPr>
        <p:spPr>
          <a:xfrm>
            <a:off x="230548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01_find_only_2317">
            <a:extLst>
              <a:ext uri="{FF2B5EF4-FFF2-40B4-BE49-F238E27FC236}">
                <a16:creationId xmlns:a16="http://schemas.microsoft.com/office/drawing/2014/main" id="{41DBA1E4-82E2-4BFF-B201-084251DE63D5}"/>
              </a:ext>
            </a:extLst>
          </p:cNvPr>
          <p:cNvSpPr>
            <a:spLocks noGrp="1"/>
          </p:cNvSpPr>
          <p:nvPr/>
        </p:nvSpPr>
        <p:spPr>
          <a:xfrm>
            <a:off x="224282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01_find_only_2318">
            <a:extLst>
              <a:ext uri="{FF2B5EF4-FFF2-40B4-BE49-F238E27FC236}">
                <a16:creationId xmlns:a16="http://schemas.microsoft.com/office/drawing/2014/main" id="{D719B5DE-551B-43C1-A3AD-532033D7BFF6}"/>
              </a:ext>
            </a:extLst>
          </p:cNvPr>
          <p:cNvSpPr>
            <a:spLocks noGrp="1"/>
          </p:cNvSpPr>
          <p:nvPr/>
        </p:nvSpPr>
        <p:spPr>
          <a:xfrm>
            <a:off x="23241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01_find_only_2319">
            <a:extLst>
              <a:ext uri="{FF2B5EF4-FFF2-40B4-BE49-F238E27FC236}">
                <a16:creationId xmlns:a16="http://schemas.microsoft.com/office/drawing/2014/main" id="{AE911D95-B7A5-43C7-8412-953B0D6B0D3B}"/>
              </a:ext>
            </a:extLst>
          </p:cNvPr>
          <p:cNvSpPr>
            <a:spLocks noGrp="1"/>
          </p:cNvSpPr>
          <p:nvPr/>
        </p:nvSpPr>
        <p:spPr>
          <a:xfrm>
            <a:off x="230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01_find_only_2320">
            <a:extLst>
              <a:ext uri="{FF2B5EF4-FFF2-40B4-BE49-F238E27FC236}">
                <a16:creationId xmlns:a16="http://schemas.microsoft.com/office/drawing/2014/main" id="{D9D7DF11-FAAD-4ABB-BC8A-3C21A493C755}"/>
              </a:ext>
            </a:extLst>
          </p:cNvPr>
          <p:cNvSpPr>
            <a:spLocks noGrp="1"/>
          </p:cNvSpPr>
          <p:nvPr/>
        </p:nvSpPr>
        <p:spPr>
          <a:xfrm>
            <a:off x="22741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01_find_only_2321">
            <a:extLst>
              <a:ext uri="{FF2B5EF4-FFF2-40B4-BE49-F238E27FC236}">
                <a16:creationId xmlns:a16="http://schemas.microsoft.com/office/drawing/2014/main" id="{904D9979-B97A-4F95-9FFD-2D33B852BF27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01_find_only_2322">
            <a:extLst>
              <a:ext uri="{FF2B5EF4-FFF2-40B4-BE49-F238E27FC236}">
                <a16:creationId xmlns:a16="http://schemas.microsoft.com/office/drawing/2014/main" id="{F47DD109-A8CD-4841-841C-F53C7D69C001}"/>
              </a:ext>
            </a:extLst>
          </p:cNvPr>
          <p:cNvSpPr>
            <a:spLocks noGrp="1"/>
          </p:cNvSpPr>
          <p:nvPr/>
        </p:nvSpPr>
        <p:spPr>
          <a:xfrm>
            <a:off x="2326856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01_find_only_2323">
            <a:extLst>
              <a:ext uri="{FF2B5EF4-FFF2-40B4-BE49-F238E27FC236}">
                <a16:creationId xmlns:a16="http://schemas.microsoft.com/office/drawing/2014/main" id="{42AA5099-09C3-4ECE-A883-97B307ABB493}"/>
              </a:ext>
            </a:extLst>
          </p:cNvPr>
          <p:cNvSpPr>
            <a:spLocks noGrp="1"/>
          </p:cNvSpPr>
          <p:nvPr/>
        </p:nvSpPr>
        <p:spPr>
          <a:xfrm>
            <a:off x="22915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01_find_only_2324">
            <a:extLst>
              <a:ext uri="{FF2B5EF4-FFF2-40B4-BE49-F238E27FC236}">
                <a16:creationId xmlns:a16="http://schemas.microsoft.com/office/drawing/2014/main" id="{989FA155-7970-4AC9-83F9-DDB6A105EFFD}"/>
              </a:ext>
            </a:extLst>
          </p:cNvPr>
          <p:cNvSpPr>
            <a:spLocks noGrp="1"/>
          </p:cNvSpPr>
          <p:nvPr/>
        </p:nvSpPr>
        <p:spPr>
          <a:xfrm>
            <a:off x="23137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01_find_only_2325">
            <a:extLst>
              <a:ext uri="{FF2B5EF4-FFF2-40B4-BE49-F238E27FC236}">
                <a16:creationId xmlns:a16="http://schemas.microsoft.com/office/drawing/2014/main" id="{F31A3414-2881-4911-A167-1B4D7BC20B06}"/>
              </a:ext>
            </a:extLst>
          </p:cNvPr>
          <p:cNvSpPr>
            <a:spLocks noGrp="1"/>
          </p:cNvSpPr>
          <p:nvPr/>
        </p:nvSpPr>
        <p:spPr>
          <a:xfrm>
            <a:off x="2245637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01_find_only_2326">
            <a:extLst>
              <a:ext uri="{FF2B5EF4-FFF2-40B4-BE49-F238E27FC236}">
                <a16:creationId xmlns:a16="http://schemas.microsoft.com/office/drawing/2014/main" id="{1520F996-A8A3-4C7F-828C-12432C831FB5}"/>
              </a:ext>
            </a:extLst>
          </p:cNvPr>
          <p:cNvSpPr>
            <a:spLocks noGrp="1"/>
          </p:cNvSpPr>
          <p:nvPr/>
        </p:nvSpPr>
        <p:spPr>
          <a:xfrm>
            <a:off x="22730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01_find_only_2327">
            <a:extLst>
              <a:ext uri="{FF2B5EF4-FFF2-40B4-BE49-F238E27FC236}">
                <a16:creationId xmlns:a16="http://schemas.microsoft.com/office/drawing/2014/main" id="{C1B5733C-4698-454A-9812-82301B97C3C0}"/>
              </a:ext>
            </a:extLst>
          </p:cNvPr>
          <p:cNvSpPr>
            <a:spLocks noGrp="1"/>
          </p:cNvSpPr>
          <p:nvPr/>
        </p:nvSpPr>
        <p:spPr>
          <a:xfrm>
            <a:off x="23077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01_find_only_2328">
            <a:extLst>
              <a:ext uri="{FF2B5EF4-FFF2-40B4-BE49-F238E27FC236}">
                <a16:creationId xmlns:a16="http://schemas.microsoft.com/office/drawing/2014/main" id="{23E90D4A-9C86-4827-BCD8-64756D2B38F9}"/>
              </a:ext>
            </a:extLst>
          </p:cNvPr>
          <p:cNvSpPr>
            <a:spLocks noGrp="1"/>
          </p:cNvSpPr>
          <p:nvPr/>
        </p:nvSpPr>
        <p:spPr>
          <a:xfrm>
            <a:off x="22936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01_find_only_2329">
            <a:extLst>
              <a:ext uri="{FF2B5EF4-FFF2-40B4-BE49-F238E27FC236}">
                <a16:creationId xmlns:a16="http://schemas.microsoft.com/office/drawing/2014/main" id="{CAECA2CA-D4C0-4D13-A42A-35F0CED94BFC}"/>
              </a:ext>
            </a:extLst>
          </p:cNvPr>
          <p:cNvSpPr>
            <a:spLocks noGrp="1"/>
          </p:cNvSpPr>
          <p:nvPr/>
        </p:nvSpPr>
        <p:spPr>
          <a:xfrm>
            <a:off x="2322095" y="57286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01_find_only_2330">
            <a:extLst>
              <a:ext uri="{FF2B5EF4-FFF2-40B4-BE49-F238E27FC236}">
                <a16:creationId xmlns:a16="http://schemas.microsoft.com/office/drawing/2014/main" id="{8D1C219F-20A2-468D-8162-94FF16404A69}"/>
              </a:ext>
            </a:extLst>
          </p:cNvPr>
          <p:cNvSpPr>
            <a:spLocks noGrp="1"/>
          </p:cNvSpPr>
          <p:nvPr/>
        </p:nvSpPr>
        <p:spPr>
          <a:xfrm>
            <a:off x="22319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01_find_only_2331">
            <a:extLst>
              <a:ext uri="{FF2B5EF4-FFF2-40B4-BE49-F238E27FC236}">
                <a16:creationId xmlns:a16="http://schemas.microsoft.com/office/drawing/2014/main" id="{031BE57E-234B-44CD-AC16-8707A4BEB684}"/>
              </a:ext>
            </a:extLst>
          </p:cNvPr>
          <p:cNvSpPr>
            <a:spLocks noGrp="1"/>
          </p:cNvSpPr>
          <p:nvPr/>
        </p:nvSpPr>
        <p:spPr>
          <a:xfrm>
            <a:off x="22719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01_find_only_2332">
            <a:extLst>
              <a:ext uri="{FF2B5EF4-FFF2-40B4-BE49-F238E27FC236}">
                <a16:creationId xmlns:a16="http://schemas.microsoft.com/office/drawing/2014/main" id="{64287E00-B51E-402B-A838-036CF12E20C6}"/>
              </a:ext>
            </a:extLst>
          </p:cNvPr>
          <p:cNvSpPr>
            <a:spLocks noGrp="1"/>
          </p:cNvSpPr>
          <p:nvPr/>
        </p:nvSpPr>
        <p:spPr>
          <a:xfrm>
            <a:off x="22901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01_find_only_2333">
            <a:extLst>
              <a:ext uri="{FF2B5EF4-FFF2-40B4-BE49-F238E27FC236}">
                <a16:creationId xmlns:a16="http://schemas.microsoft.com/office/drawing/2014/main" id="{F82010CA-9BF7-4571-9454-C7699562B62A}"/>
              </a:ext>
            </a:extLst>
          </p:cNvPr>
          <p:cNvSpPr>
            <a:spLocks noGrp="1"/>
          </p:cNvSpPr>
          <p:nvPr/>
        </p:nvSpPr>
        <p:spPr>
          <a:xfrm>
            <a:off x="22599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01_find_only_2334">
            <a:extLst>
              <a:ext uri="{FF2B5EF4-FFF2-40B4-BE49-F238E27FC236}">
                <a16:creationId xmlns:a16="http://schemas.microsoft.com/office/drawing/2014/main" id="{9CB3862E-58DE-4943-9F9B-FB7CBEF58519}"/>
              </a:ext>
            </a:extLst>
          </p:cNvPr>
          <p:cNvSpPr>
            <a:spLocks noGrp="1"/>
          </p:cNvSpPr>
          <p:nvPr/>
        </p:nvSpPr>
        <p:spPr>
          <a:xfrm>
            <a:off x="228168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01_find_only_2335">
            <a:extLst>
              <a:ext uri="{FF2B5EF4-FFF2-40B4-BE49-F238E27FC236}">
                <a16:creationId xmlns:a16="http://schemas.microsoft.com/office/drawing/2014/main" id="{5ED1D158-7DC1-445F-95A4-B0E556385F17}"/>
              </a:ext>
            </a:extLst>
          </p:cNvPr>
          <p:cNvSpPr>
            <a:spLocks noGrp="1"/>
          </p:cNvSpPr>
          <p:nvPr/>
        </p:nvSpPr>
        <p:spPr>
          <a:xfrm>
            <a:off x="2269439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01_find_only_2336">
            <a:extLst>
              <a:ext uri="{FF2B5EF4-FFF2-40B4-BE49-F238E27FC236}">
                <a16:creationId xmlns:a16="http://schemas.microsoft.com/office/drawing/2014/main" id="{F996F06C-27F2-498C-9DC5-CD4DEB6B4E10}"/>
              </a:ext>
            </a:extLst>
          </p:cNvPr>
          <p:cNvSpPr>
            <a:spLocks noGrp="1"/>
          </p:cNvSpPr>
          <p:nvPr/>
        </p:nvSpPr>
        <p:spPr>
          <a:xfrm>
            <a:off x="2311408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01_find_only_2337">
            <a:extLst>
              <a:ext uri="{FF2B5EF4-FFF2-40B4-BE49-F238E27FC236}">
                <a16:creationId xmlns:a16="http://schemas.microsoft.com/office/drawing/2014/main" id="{CEC92227-08EE-4F2B-BDA0-04ADFF93A92D}"/>
              </a:ext>
            </a:extLst>
          </p:cNvPr>
          <p:cNvSpPr>
            <a:spLocks noGrp="1"/>
          </p:cNvSpPr>
          <p:nvPr/>
        </p:nvSpPr>
        <p:spPr>
          <a:xfrm>
            <a:off x="22426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01_find_only_2338">
            <a:extLst>
              <a:ext uri="{FF2B5EF4-FFF2-40B4-BE49-F238E27FC236}">
                <a16:creationId xmlns:a16="http://schemas.microsoft.com/office/drawing/2014/main" id="{284E176E-9013-4A45-8797-BC9DDC5766D4}"/>
              </a:ext>
            </a:extLst>
          </p:cNvPr>
          <p:cNvSpPr>
            <a:spLocks noGrp="1"/>
          </p:cNvSpPr>
          <p:nvPr/>
        </p:nvSpPr>
        <p:spPr>
          <a:xfrm>
            <a:off x="22470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01_find_only_2339">
            <a:extLst>
              <a:ext uri="{FF2B5EF4-FFF2-40B4-BE49-F238E27FC236}">
                <a16:creationId xmlns:a16="http://schemas.microsoft.com/office/drawing/2014/main" id="{5CB95598-474E-4458-AD78-C9ADBBAF5447}"/>
              </a:ext>
            </a:extLst>
          </p:cNvPr>
          <p:cNvSpPr>
            <a:spLocks noGrp="1"/>
          </p:cNvSpPr>
          <p:nvPr/>
        </p:nvSpPr>
        <p:spPr>
          <a:xfrm>
            <a:off x="22875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01_find_only_2340">
            <a:extLst>
              <a:ext uri="{FF2B5EF4-FFF2-40B4-BE49-F238E27FC236}">
                <a16:creationId xmlns:a16="http://schemas.microsoft.com/office/drawing/2014/main" id="{A9276BE0-6EC4-42B7-AADB-527E64A1CC61}"/>
              </a:ext>
            </a:extLst>
          </p:cNvPr>
          <p:cNvSpPr>
            <a:spLocks noGrp="1"/>
          </p:cNvSpPr>
          <p:nvPr/>
        </p:nvSpPr>
        <p:spPr>
          <a:xfrm>
            <a:off x="22866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01_find_only_2341">
            <a:extLst>
              <a:ext uri="{FF2B5EF4-FFF2-40B4-BE49-F238E27FC236}">
                <a16:creationId xmlns:a16="http://schemas.microsoft.com/office/drawing/2014/main" id="{9A556818-D138-4263-A77B-D213C86FCA6E}"/>
              </a:ext>
            </a:extLst>
          </p:cNvPr>
          <p:cNvSpPr>
            <a:spLocks noGrp="1"/>
          </p:cNvSpPr>
          <p:nvPr/>
        </p:nvSpPr>
        <p:spPr>
          <a:xfrm>
            <a:off x="23182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01_find_only_2342">
            <a:extLst>
              <a:ext uri="{FF2B5EF4-FFF2-40B4-BE49-F238E27FC236}">
                <a16:creationId xmlns:a16="http://schemas.microsoft.com/office/drawing/2014/main" id="{0AD179C4-FBD4-4D45-9735-436BBD5494EE}"/>
              </a:ext>
            </a:extLst>
          </p:cNvPr>
          <p:cNvSpPr>
            <a:spLocks noGrp="1"/>
          </p:cNvSpPr>
          <p:nvPr/>
        </p:nvSpPr>
        <p:spPr>
          <a:xfrm>
            <a:off x="23035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01_find_only_2343">
            <a:extLst>
              <a:ext uri="{FF2B5EF4-FFF2-40B4-BE49-F238E27FC236}">
                <a16:creationId xmlns:a16="http://schemas.microsoft.com/office/drawing/2014/main" id="{E2AA88B5-EA45-4FA8-97CB-3BA7ED1F94FC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01_find_only_2344">
            <a:extLst>
              <a:ext uri="{FF2B5EF4-FFF2-40B4-BE49-F238E27FC236}">
                <a16:creationId xmlns:a16="http://schemas.microsoft.com/office/drawing/2014/main" id="{E908B8E7-3294-491C-9D73-5F0878850DCB}"/>
              </a:ext>
            </a:extLst>
          </p:cNvPr>
          <p:cNvSpPr>
            <a:spLocks noGrp="1"/>
          </p:cNvSpPr>
          <p:nvPr/>
        </p:nvSpPr>
        <p:spPr>
          <a:xfrm>
            <a:off x="23054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01_find_only_2345">
            <a:extLst>
              <a:ext uri="{FF2B5EF4-FFF2-40B4-BE49-F238E27FC236}">
                <a16:creationId xmlns:a16="http://schemas.microsoft.com/office/drawing/2014/main" id="{E578E3E1-A903-47BE-9432-4F95D99FC02F}"/>
              </a:ext>
            </a:extLst>
          </p:cNvPr>
          <p:cNvSpPr>
            <a:spLocks noGrp="1"/>
          </p:cNvSpPr>
          <p:nvPr/>
        </p:nvSpPr>
        <p:spPr>
          <a:xfrm>
            <a:off x="229761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01_find_only_2346">
            <a:extLst>
              <a:ext uri="{FF2B5EF4-FFF2-40B4-BE49-F238E27FC236}">
                <a16:creationId xmlns:a16="http://schemas.microsoft.com/office/drawing/2014/main" id="{6F0ED881-9642-4006-891F-7EF80D72A9C8}"/>
              </a:ext>
            </a:extLst>
          </p:cNvPr>
          <p:cNvSpPr>
            <a:spLocks noGrp="1"/>
          </p:cNvSpPr>
          <p:nvPr/>
        </p:nvSpPr>
        <p:spPr>
          <a:xfrm>
            <a:off x="23017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01_find_only_2347">
            <a:extLst>
              <a:ext uri="{FF2B5EF4-FFF2-40B4-BE49-F238E27FC236}">
                <a16:creationId xmlns:a16="http://schemas.microsoft.com/office/drawing/2014/main" id="{0C8694D0-D0EC-49CC-9147-F8BD81D7531E}"/>
              </a:ext>
            </a:extLst>
          </p:cNvPr>
          <p:cNvSpPr>
            <a:spLocks noGrp="1"/>
          </p:cNvSpPr>
          <p:nvPr/>
        </p:nvSpPr>
        <p:spPr>
          <a:xfrm>
            <a:off x="22834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01_find_only_2348">
            <a:extLst>
              <a:ext uri="{FF2B5EF4-FFF2-40B4-BE49-F238E27FC236}">
                <a16:creationId xmlns:a16="http://schemas.microsoft.com/office/drawing/2014/main" id="{E9030504-37E7-4A97-9059-C876CDA567EC}"/>
              </a:ext>
            </a:extLst>
          </p:cNvPr>
          <p:cNvSpPr>
            <a:spLocks noGrp="1"/>
          </p:cNvSpPr>
          <p:nvPr/>
        </p:nvSpPr>
        <p:spPr>
          <a:xfrm>
            <a:off x="2233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01_find_only_2349">
            <a:extLst>
              <a:ext uri="{FF2B5EF4-FFF2-40B4-BE49-F238E27FC236}">
                <a16:creationId xmlns:a16="http://schemas.microsoft.com/office/drawing/2014/main" id="{CE85D609-5307-4035-9E59-9A578B880371}"/>
              </a:ext>
            </a:extLst>
          </p:cNvPr>
          <p:cNvSpPr>
            <a:spLocks noGrp="1"/>
          </p:cNvSpPr>
          <p:nvPr/>
        </p:nvSpPr>
        <p:spPr>
          <a:xfrm>
            <a:off x="2298002" y="58412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01_find_only_2350">
            <a:extLst>
              <a:ext uri="{FF2B5EF4-FFF2-40B4-BE49-F238E27FC236}">
                <a16:creationId xmlns:a16="http://schemas.microsoft.com/office/drawing/2014/main" id="{459315E1-E61E-480A-AF43-6AD093642E02}"/>
              </a:ext>
            </a:extLst>
          </p:cNvPr>
          <p:cNvSpPr>
            <a:spLocks noGrp="1"/>
          </p:cNvSpPr>
          <p:nvPr/>
        </p:nvSpPr>
        <p:spPr>
          <a:xfrm>
            <a:off x="23108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01_find_only_2351">
            <a:extLst>
              <a:ext uri="{FF2B5EF4-FFF2-40B4-BE49-F238E27FC236}">
                <a16:creationId xmlns:a16="http://schemas.microsoft.com/office/drawing/2014/main" id="{A402B71B-0E94-4C4C-A89D-8160A2F819AC}"/>
              </a:ext>
            </a:extLst>
          </p:cNvPr>
          <p:cNvSpPr>
            <a:spLocks noGrp="1"/>
          </p:cNvSpPr>
          <p:nvPr/>
        </p:nvSpPr>
        <p:spPr>
          <a:xfrm>
            <a:off x="22491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01_find_only_2352">
            <a:extLst>
              <a:ext uri="{FF2B5EF4-FFF2-40B4-BE49-F238E27FC236}">
                <a16:creationId xmlns:a16="http://schemas.microsoft.com/office/drawing/2014/main" id="{5C395931-C5D1-41BF-9E8D-78235C55B49B}"/>
              </a:ext>
            </a:extLst>
          </p:cNvPr>
          <p:cNvSpPr>
            <a:spLocks noGrp="1"/>
          </p:cNvSpPr>
          <p:nvPr/>
        </p:nvSpPr>
        <p:spPr>
          <a:xfrm>
            <a:off x="2241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01_find_only_2353">
            <a:extLst>
              <a:ext uri="{FF2B5EF4-FFF2-40B4-BE49-F238E27FC236}">
                <a16:creationId xmlns:a16="http://schemas.microsoft.com/office/drawing/2014/main" id="{4758904B-A7E5-4459-BBB0-B0C4E91D1F54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01_find_only_2354">
            <a:extLst>
              <a:ext uri="{FF2B5EF4-FFF2-40B4-BE49-F238E27FC236}">
                <a16:creationId xmlns:a16="http://schemas.microsoft.com/office/drawing/2014/main" id="{45DED0BD-6A4A-42A7-9934-A55414EF98E5}"/>
              </a:ext>
            </a:extLst>
          </p:cNvPr>
          <p:cNvSpPr>
            <a:spLocks noGrp="1"/>
          </p:cNvSpPr>
          <p:nvPr/>
        </p:nvSpPr>
        <p:spPr>
          <a:xfrm>
            <a:off x="23228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01_find_only_2355">
            <a:extLst>
              <a:ext uri="{FF2B5EF4-FFF2-40B4-BE49-F238E27FC236}">
                <a16:creationId xmlns:a16="http://schemas.microsoft.com/office/drawing/2014/main" id="{DBCC7366-E5CA-45F4-B582-B8177DD97565}"/>
              </a:ext>
            </a:extLst>
          </p:cNvPr>
          <p:cNvSpPr>
            <a:spLocks noGrp="1"/>
          </p:cNvSpPr>
          <p:nvPr/>
        </p:nvSpPr>
        <p:spPr>
          <a:xfrm>
            <a:off x="23270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01_find_only_2356">
            <a:extLst>
              <a:ext uri="{FF2B5EF4-FFF2-40B4-BE49-F238E27FC236}">
                <a16:creationId xmlns:a16="http://schemas.microsoft.com/office/drawing/2014/main" id="{6F7C07E9-11BA-4C57-B87A-75FC2AB7170A}"/>
              </a:ext>
            </a:extLst>
          </p:cNvPr>
          <p:cNvSpPr>
            <a:spLocks noGrp="1"/>
          </p:cNvSpPr>
          <p:nvPr/>
        </p:nvSpPr>
        <p:spPr>
          <a:xfrm>
            <a:off x="226701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01_find_only_2357">
            <a:extLst>
              <a:ext uri="{FF2B5EF4-FFF2-40B4-BE49-F238E27FC236}">
                <a16:creationId xmlns:a16="http://schemas.microsoft.com/office/drawing/2014/main" id="{69B60240-067F-40DA-ADF6-2FCE9C68178D}"/>
              </a:ext>
            </a:extLst>
          </p:cNvPr>
          <p:cNvSpPr>
            <a:spLocks noGrp="1"/>
          </p:cNvSpPr>
          <p:nvPr/>
        </p:nvSpPr>
        <p:spPr>
          <a:xfrm>
            <a:off x="2302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01_find_only_2358">
            <a:extLst>
              <a:ext uri="{FF2B5EF4-FFF2-40B4-BE49-F238E27FC236}">
                <a16:creationId xmlns:a16="http://schemas.microsoft.com/office/drawing/2014/main" id="{81FCFA4B-4A23-48EB-B68C-764F7BDEDE31}"/>
              </a:ext>
            </a:extLst>
          </p:cNvPr>
          <p:cNvSpPr>
            <a:spLocks noGrp="1"/>
          </p:cNvSpPr>
          <p:nvPr/>
        </p:nvSpPr>
        <p:spPr>
          <a:xfrm>
            <a:off x="23100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01_find_only_2359">
            <a:extLst>
              <a:ext uri="{FF2B5EF4-FFF2-40B4-BE49-F238E27FC236}">
                <a16:creationId xmlns:a16="http://schemas.microsoft.com/office/drawing/2014/main" id="{E1BB6082-6F2A-4AD1-9499-731AC78CCB29}"/>
              </a:ext>
            </a:extLst>
          </p:cNvPr>
          <p:cNvSpPr>
            <a:spLocks noGrp="1"/>
          </p:cNvSpPr>
          <p:nvPr/>
        </p:nvSpPr>
        <p:spPr>
          <a:xfrm>
            <a:off x="23218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01_find_only_2360">
            <a:extLst>
              <a:ext uri="{FF2B5EF4-FFF2-40B4-BE49-F238E27FC236}">
                <a16:creationId xmlns:a16="http://schemas.microsoft.com/office/drawing/2014/main" id="{C59E5E46-700A-437D-B115-46AF5AB88DEE}"/>
              </a:ext>
            </a:extLst>
          </p:cNvPr>
          <p:cNvSpPr>
            <a:spLocks noGrp="1"/>
          </p:cNvSpPr>
          <p:nvPr/>
        </p:nvSpPr>
        <p:spPr>
          <a:xfrm>
            <a:off x="2311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01_find_only_2361">
            <a:extLst>
              <a:ext uri="{FF2B5EF4-FFF2-40B4-BE49-F238E27FC236}">
                <a16:creationId xmlns:a16="http://schemas.microsoft.com/office/drawing/2014/main" id="{14F9B18A-F75F-40FB-AD84-2315499CA7D4}"/>
              </a:ext>
            </a:extLst>
          </p:cNvPr>
          <p:cNvSpPr>
            <a:spLocks noGrp="1"/>
          </p:cNvSpPr>
          <p:nvPr/>
        </p:nvSpPr>
        <p:spPr>
          <a:xfrm>
            <a:off x="22968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01_find_only_2362">
            <a:extLst>
              <a:ext uri="{FF2B5EF4-FFF2-40B4-BE49-F238E27FC236}">
                <a16:creationId xmlns:a16="http://schemas.microsoft.com/office/drawing/2014/main" id="{3C22276A-2DA2-4CCC-94B9-599C57B0FF48}"/>
              </a:ext>
            </a:extLst>
          </p:cNvPr>
          <p:cNvSpPr>
            <a:spLocks noGrp="1"/>
          </p:cNvSpPr>
          <p:nvPr/>
        </p:nvSpPr>
        <p:spPr>
          <a:xfrm>
            <a:off x="22372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01_find_only_2363">
            <a:extLst>
              <a:ext uri="{FF2B5EF4-FFF2-40B4-BE49-F238E27FC236}">
                <a16:creationId xmlns:a16="http://schemas.microsoft.com/office/drawing/2014/main" id="{0EA173F1-C847-4C17-8E3B-CFD2395EFB71}"/>
              </a:ext>
            </a:extLst>
          </p:cNvPr>
          <p:cNvSpPr>
            <a:spLocks noGrp="1"/>
          </p:cNvSpPr>
          <p:nvPr/>
        </p:nvSpPr>
        <p:spPr>
          <a:xfrm>
            <a:off x="2246706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01_find_only_2364">
            <a:extLst>
              <a:ext uri="{FF2B5EF4-FFF2-40B4-BE49-F238E27FC236}">
                <a16:creationId xmlns:a16="http://schemas.microsoft.com/office/drawing/2014/main" id="{EBD535BD-1F51-4783-8B38-E7FC5EB24FF8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01_find_only_2365">
            <a:extLst>
              <a:ext uri="{FF2B5EF4-FFF2-40B4-BE49-F238E27FC236}">
                <a16:creationId xmlns:a16="http://schemas.microsoft.com/office/drawing/2014/main" id="{600392B9-D1D8-4787-AB99-0EE1254ADA3A}"/>
              </a:ext>
            </a:extLst>
          </p:cNvPr>
          <p:cNvSpPr>
            <a:spLocks noGrp="1"/>
          </p:cNvSpPr>
          <p:nvPr/>
        </p:nvSpPr>
        <p:spPr>
          <a:xfrm>
            <a:off x="228799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01_find_only_2366">
            <a:extLst>
              <a:ext uri="{FF2B5EF4-FFF2-40B4-BE49-F238E27FC236}">
                <a16:creationId xmlns:a16="http://schemas.microsoft.com/office/drawing/2014/main" id="{74FFA809-717E-475E-967F-A5FB64B79C14}"/>
              </a:ext>
            </a:extLst>
          </p:cNvPr>
          <p:cNvSpPr>
            <a:spLocks noGrp="1"/>
          </p:cNvSpPr>
          <p:nvPr/>
        </p:nvSpPr>
        <p:spPr>
          <a:xfrm>
            <a:off x="22507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01_find_only_2367">
            <a:extLst>
              <a:ext uri="{FF2B5EF4-FFF2-40B4-BE49-F238E27FC236}">
                <a16:creationId xmlns:a16="http://schemas.microsoft.com/office/drawing/2014/main" id="{79731756-AF00-4D2A-8EA1-8EA990FCC354}"/>
              </a:ext>
            </a:extLst>
          </p:cNvPr>
          <p:cNvSpPr>
            <a:spLocks noGrp="1"/>
          </p:cNvSpPr>
          <p:nvPr/>
        </p:nvSpPr>
        <p:spPr>
          <a:xfrm>
            <a:off x="22683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01_find_only_2368">
            <a:extLst>
              <a:ext uri="{FF2B5EF4-FFF2-40B4-BE49-F238E27FC236}">
                <a16:creationId xmlns:a16="http://schemas.microsoft.com/office/drawing/2014/main" id="{4C3EDB24-89BE-4728-81A4-2D720889E82D}"/>
              </a:ext>
            </a:extLst>
          </p:cNvPr>
          <p:cNvSpPr>
            <a:spLocks noGrp="1"/>
          </p:cNvSpPr>
          <p:nvPr/>
        </p:nvSpPr>
        <p:spPr>
          <a:xfrm>
            <a:off x="2233979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01_find_only_2369">
            <a:extLst>
              <a:ext uri="{FF2B5EF4-FFF2-40B4-BE49-F238E27FC236}">
                <a16:creationId xmlns:a16="http://schemas.microsoft.com/office/drawing/2014/main" id="{A6F5F52A-DCE7-4599-BA7C-F214E91EBAFF}"/>
              </a:ext>
            </a:extLst>
          </p:cNvPr>
          <p:cNvSpPr>
            <a:spLocks noGrp="1"/>
          </p:cNvSpPr>
          <p:nvPr/>
        </p:nvSpPr>
        <p:spPr>
          <a:xfrm>
            <a:off x="2506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01_find_only_2370">
            <a:extLst>
              <a:ext uri="{FF2B5EF4-FFF2-40B4-BE49-F238E27FC236}">
                <a16:creationId xmlns:a16="http://schemas.microsoft.com/office/drawing/2014/main" id="{9D1B5537-5664-4ED2-AE09-618A2A0AE9D1}"/>
              </a:ext>
            </a:extLst>
          </p:cNvPr>
          <p:cNvSpPr>
            <a:spLocks noGrp="1"/>
          </p:cNvSpPr>
          <p:nvPr/>
        </p:nvSpPr>
        <p:spPr>
          <a:xfrm>
            <a:off x="25684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01_find_only_2371">
            <a:extLst>
              <a:ext uri="{FF2B5EF4-FFF2-40B4-BE49-F238E27FC236}">
                <a16:creationId xmlns:a16="http://schemas.microsoft.com/office/drawing/2014/main" id="{9F28411B-C44B-401A-827B-F86A49DFE774}"/>
              </a:ext>
            </a:extLst>
          </p:cNvPr>
          <p:cNvSpPr>
            <a:spLocks noGrp="1"/>
          </p:cNvSpPr>
          <p:nvPr/>
        </p:nvSpPr>
        <p:spPr>
          <a:xfrm>
            <a:off x="24858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01_find_only_2372">
            <a:extLst>
              <a:ext uri="{FF2B5EF4-FFF2-40B4-BE49-F238E27FC236}">
                <a16:creationId xmlns:a16="http://schemas.microsoft.com/office/drawing/2014/main" id="{0AA5621F-C089-4A38-9AFC-3C38CC6B538A}"/>
              </a:ext>
            </a:extLst>
          </p:cNvPr>
          <p:cNvSpPr>
            <a:spLocks noGrp="1"/>
          </p:cNvSpPr>
          <p:nvPr/>
        </p:nvSpPr>
        <p:spPr>
          <a:xfrm>
            <a:off x="2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01_find_only_2373">
            <a:extLst>
              <a:ext uri="{FF2B5EF4-FFF2-40B4-BE49-F238E27FC236}">
                <a16:creationId xmlns:a16="http://schemas.microsoft.com/office/drawing/2014/main" id="{3F0D3399-8303-4D0F-BF9C-88285772A945}"/>
              </a:ext>
            </a:extLst>
          </p:cNvPr>
          <p:cNvSpPr>
            <a:spLocks noGrp="1"/>
          </p:cNvSpPr>
          <p:nvPr/>
        </p:nvSpPr>
        <p:spPr>
          <a:xfrm>
            <a:off x="25221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01_find_only_2374">
            <a:extLst>
              <a:ext uri="{FF2B5EF4-FFF2-40B4-BE49-F238E27FC236}">
                <a16:creationId xmlns:a16="http://schemas.microsoft.com/office/drawing/2014/main" id="{D58E563F-6023-4F3A-A484-0AB7290FD0BC}"/>
              </a:ext>
            </a:extLst>
          </p:cNvPr>
          <p:cNvSpPr>
            <a:spLocks noGrp="1"/>
          </p:cNvSpPr>
          <p:nvPr/>
        </p:nvSpPr>
        <p:spPr>
          <a:xfrm>
            <a:off x="25753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01_find_only_2375">
            <a:extLst>
              <a:ext uri="{FF2B5EF4-FFF2-40B4-BE49-F238E27FC236}">
                <a16:creationId xmlns:a16="http://schemas.microsoft.com/office/drawing/2014/main" id="{09A680E9-1D96-4FD6-9605-43F313F9270C}"/>
              </a:ext>
            </a:extLst>
          </p:cNvPr>
          <p:cNvSpPr>
            <a:spLocks noGrp="1"/>
          </p:cNvSpPr>
          <p:nvPr/>
        </p:nvSpPr>
        <p:spPr>
          <a:xfrm>
            <a:off x="2506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01_find_only_2376">
            <a:extLst>
              <a:ext uri="{FF2B5EF4-FFF2-40B4-BE49-F238E27FC236}">
                <a16:creationId xmlns:a16="http://schemas.microsoft.com/office/drawing/2014/main" id="{DD3E4B41-2D58-4F9C-B6EF-D111C11F9987}"/>
              </a:ext>
            </a:extLst>
          </p:cNvPr>
          <p:cNvSpPr>
            <a:spLocks noGrp="1"/>
          </p:cNvSpPr>
          <p:nvPr/>
        </p:nvSpPr>
        <p:spPr>
          <a:xfrm>
            <a:off x="2553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01_find_only_2377">
            <a:extLst>
              <a:ext uri="{FF2B5EF4-FFF2-40B4-BE49-F238E27FC236}">
                <a16:creationId xmlns:a16="http://schemas.microsoft.com/office/drawing/2014/main" id="{BAA53615-7FE3-4807-BD28-6CB16DFD432F}"/>
              </a:ext>
            </a:extLst>
          </p:cNvPr>
          <p:cNvSpPr>
            <a:spLocks noGrp="1"/>
          </p:cNvSpPr>
          <p:nvPr/>
        </p:nvSpPr>
        <p:spPr>
          <a:xfrm>
            <a:off x="2489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01_find_only_2378">
            <a:extLst>
              <a:ext uri="{FF2B5EF4-FFF2-40B4-BE49-F238E27FC236}">
                <a16:creationId xmlns:a16="http://schemas.microsoft.com/office/drawing/2014/main" id="{3C2DC543-7FDF-4BEC-AC1E-6E0DEFBD0C0A}"/>
              </a:ext>
            </a:extLst>
          </p:cNvPr>
          <p:cNvSpPr>
            <a:spLocks noGrp="1"/>
          </p:cNvSpPr>
          <p:nvPr/>
        </p:nvSpPr>
        <p:spPr>
          <a:xfrm>
            <a:off x="25099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01_find_only_2379">
            <a:extLst>
              <a:ext uri="{FF2B5EF4-FFF2-40B4-BE49-F238E27FC236}">
                <a16:creationId xmlns:a16="http://schemas.microsoft.com/office/drawing/2014/main" id="{A79211B2-8A9D-449C-8054-CEE92BFDC110}"/>
              </a:ext>
            </a:extLst>
          </p:cNvPr>
          <p:cNvSpPr>
            <a:spLocks noGrp="1"/>
          </p:cNvSpPr>
          <p:nvPr/>
        </p:nvSpPr>
        <p:spPr>
          <a:xfrm>
            <a:off x="248910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01_find_only_2380">
            <a:extLst>
              <a:ext uri="{FF2B5EF4-FFF2-40B4-BE49-F238E27FC236}">
                <a16:creationId xmlns:a16="http://schemas.microsoft.com/office/drawing/2014/main" id="{59217F45-345B-4496-862A-625C450E71A6}"/>
              </a:ext>
            </a:extLst>
          </p:cNvPr>
          <p:cNvSpPr>
            <a:spLocks noGrp="1"/>
          </p:cNvSpPr>
          <p:nvPr/>
        </p:nvSpPr>
        <p:spPr>
          <a:xfrm>
            <a:off x="25439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01_find_only_2381">
            <a:extLst>
              <a:ext uri="{FF2B5EF4-FFF2-40B4-BE49-F238E27FC236}">
                <a16:creationId xmlns:a16="http://schemas.microsoft.com/office/drawing/2014/main" id="{C225CA9E-E3CA-442B-890E-426C25709872}"/>
              </a:ext>
            </a:extLst>
          </p:cNvPr>
          <p:cNvSpPr>
            <a:spLocks noGrp="1"/>
          </p:cNvSpPr>
          <p:nvPr/>
        </p:nvSpPr>
        <p:spPr>
          <a:xfrm>
            <a:off x="25022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01_find_only_2382">
            <a:extLst>
              <a:ext uri="{FF2B5EF4-FFF2-40B4-BE49-F238E27FC236}">
                <a16:creationId xmlns:a16="http://schemas.microsoft.com/office/drawing/2014/main" id="{CBD5D9CD-B426-4751-82FD-3205F8FA8C90}"/>
              </a:ext>
            </a:extLst>
          </p:cNvPr>
          <p:cNvSpPr>
            <a:spLocks noGrp="1"/>
          </p:cNvSpPr>
          <p:nvPr/>
        </p:nvSpPr>
        <p:spPr>
          <a:xfrm>
            <a:off x="2531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01_find_only_2383">
            <a:extLst>
              <a:ext uri="{FF2B5EF4-FFF2-40B4-BE49-F238E27FC236}">
                <a16:creationId xmlns:a16="http://schemas.microsoft.com/office/drawing/2014/main" id="{BE31F9CF-D1C0-403E-8551-ECB894C715BB}"/>
              </a:ext>
            </a:extLst>
          </p:cNvPr>
          <p:cNvSpPr>
            <a:spLocks noGrp="1"/>
          </p:cNvSpPr>
          <p:nvPr/>
        </p:nvSpPr>
        <p:spPr>
          <a:xfrm>
            <a:off x="2521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01_find_only_2384">
            <a:extLst>
              <a:ext uri="{FF2B5EF4-FFF2-40B4-BE49-F238E27FC236}">
                <a16:creationId xmlns:a16="http://schemas.microsoft.com/office/drawing/2014/main" id="{36F93F11-3165-4AB2-9C32-9A68EB728055}"/>
              </a:ext>
            </a:extLst>
          </p:cNvPr>
          <p:cNvSpPr>
            <a:spLocks noGrp="1"/>
          </p:cNvSpPr>
          <p:nvPr/>
        </p:nvSpPr>
        <p:spPr>
          <a:xfrm>
            <a:off x="2511449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01_find_only_2385">
            <a:extLst>
              <a:ext uri="{FF2B5EF4-FFF2-40B4-BE49-F238E27FC236}">
                <a16:creationId xmlns:a16="http://schemas.microsoft.com/office/drawing/2014/main" id="{82FA60AE-D195-4B82-8DF2-B47FDF1D1382}"/>
              </a:ext>
            </a:extLst>
          </p:cNvPr>
          <p:cNvSpPr>
            <a:spLocks noGrp="1"/>
          </p:cNvSpPr>
          <p:nvPr/>
        </p:nvSpPr>
        <p:spPr>
          <a:xfrm>
            <a:off x="248881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01_find_only_2386">
            <a:extLst>
              <a:ext uri="{FF2B5EF4-FFF2-40B4-BE49-F238E27FC236}">
                <a16:creationId xmlns:a16="http://schemas.microsoft.com/office/drawing/2014/main" id="{19E117E8-B530-4EF4-8840-55729C894AF8}"/>
              </a:ext>
            </a:extLst>
          </p:cNvPr>
          <p:cNvSpPr>
            <a:spLocks noGrp="1"/>
          </p:cNvSpPr>
          <p:nvPr/>
        </p:nvSpPr>
        <p:spPr>
          <a:xfrm>
            <a:off x="257605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01_find_only_2387">
            <a:extLst>
              <a:ext uri="{FF2B5EF4-FFF2-40B4-BE49-F238E27FC236}">
                <a16:creationId xmlns:a16="http://schemas.microsoft.com/office/drawing/2014/main" id="{2DBF65C5-0221-4739-9387-D4C2F1581120}"/>
              </a:ext>
            </a:extLst>
          </p:cNvPr>
          <p:cNvSpPr>
            <a:spLocks noGrp="1"/>
          </p:cNvSpPr>
          <p:nvPr/>
        </p:nvSpPr>
        <p:spPr>
          <a:xfrm>
            <a:off x="24901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01_find_only_2388">
            <a:extLst>
              <a:ext uri="{FF2B5EF4-FFF2-40B4-BE49-F238E27FC236}">
                <a16:creationId xmlns:a16="http://schemas.microsoft.com/office/drawing/2014/main" id="{06FC4AAD-71EB-46DD-9B4C-7AE485B0DE66}"/>
              </a:ext>
            </a:extLst>
          </p:cNvPr>
          <p:cNvSpPr>
            <a:spLocks noGrp="1"/>
          </p:cNvSpPr>
          <p:nvPr/>
        </p:nvSpPr>
        <p:spPr>
          <a:xfrm>
            <a:off x="25688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01_find_only_2389">
            <a:extLst>
              <a:ext uri="{FF2B5EF4-FFF2-40B4-BE49-F238E27FC236}">
                <a16:creationId xmlns:a16="http://schemas.microsoft.com/office/drawing/2014/main" id="{18680607-BF69-4F29-81AA-89100AFEA80D}"/>
              </a:ext>
            </a:extLst>
          </p:cNvPr>
          <p:cNvSpPr>
            <a:spLocks noGrp="1"/>
          </p:cNvSpPr>
          <p:nvPr/>
        </p:nvSpPr>
        <p:spPr>
          <a:xfrm>
            <a:off x="25225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01_find_only_2390">
            <a:extLst>
              <a:ext uri="{FF2B5EF4-FFF2-40B4-BE49-F238E27FC236}">
                <a16:creationId xmlns:a16="http://schemas.microsoft.com/office/drawing/2014/main" id="{459B25AF-8DF2-49C9-B5F4-3B128E758F28}"/>
              </a:ext>
            </a:extLst>
          </p:cNvPr>
          <p:cNvSpPr>
            <a:spLocks noGrp="1"/>
          </p:cNvSpPr>
          <p:nvPr/>
        </p:nvSpPr>
        <p:spPr>
          <a:xfrm>
            <a:off x="258003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01_find_only_2391">
            <a:extLst>
              <a:ext uri="{FF2B5EF4-FFF2-40B4-BE49-F238E27FC236}">
                <a16:creationId xmlns:a16="http://schemas.microsoft.com/office/drawing/2014/main" id="{4D3C0B61-3F6E-402B-BDF6-CC0FE45673AD}"/>
              </a:ext>
            </a:extLst>
          </p:cNvPr>
          <p:cNvSpPr>
            <a:spLocks noGrp="1"/>
          </p:cNvSpPr>
          <p:nvPr/>
        </p:nvSpPr>
        <p:spPr>
          <a:xfrm>
            <a:off x="25496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01_find_only_2392">
            <a:extLst>
              <a:ext uri="{FF2B5EF4-FFF2-40B4-BE49-F238E27FC236}">
                <a16:creationId xmlns:a16="http://schemas.microsoft.com/office/drawing/2014/main" id="{4FE069A5-0A33-4F19-A45C-5D5D9C38815D}"/>
              </a:ext>
            </a:extLst>
          </p:cNvPr>
          <p:cNvSpPr>
            <a:spLocks noGrp="1"/>
          </p:cNvSpPr>
          <p:nvPr/>
        </p:nvSpPr>
        <p:spPr>
          <a:xfrm>
            <a:off x="255623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01_find_only_2393">
            <a:extLst>
              <a:ext uri="{FF2B5EF4-FFF2-40B4-BE49-F238E27FC236}">
                <a16:creationId xmlns:a16="http://schemas.microsoft.com/office/drawing/2014/main" id="{47EEAB47-F5AD-41EB-B519-D72AFAFF7B27}"/>
              </a:ext>
            </a:extLst>
          </p:cNvPr>
          <p:cNvSpPr>
            <a:spLocks noGrp="1"/>
          </p:cNvSpPr>
          <p:nvPr/>
        </p:nvSpPr>
        <p:spPr>
          <a:xfrm>
            <a:off x="2513585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01_find_only_2394">
            <a:extLst>
              <a:ext uri="{FF2B5EF4-FFF2-40B4-BE49-F238E27FC236}">
                <a16:creationId xmlns:a16="http://schemas.microsoft.com/office/drawing/2014/main" id="{045C1D5A-FD79-464C-8C00-BBCB74AD33C1}"/>
              </a:ext>
            </a:extLst>
          </p:cNvPr>
          <p:cNvSpPr>
            <a:spLocks noGrp="1"/>
          </p:cNvSpPr>
          <p:nvPr/>
        </p:nvSpPr>
        <p:spPr>
          <a:xfrm>
            <a:off x="257459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01_find_only_2395">
            <a:extLst>
              <a:ext uri="{FF2B5EF4-FFF2-40B4-BE49-F238E27FC236}">
                <a16:creationId xmlns:a16="http://schemas.microsoft.com/office/drawing/2014/main" id="{BAB553FB-EBB7-4404-930C-07405F60CC6D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01_find_only_2396">
            <a:extLst>
              <a:ext uri="{FF2B5EF4-FFF2-40B4-BE49-F238E27FC236}">
                <a16:creationId xmlns:a16="http://schemas.microsoft.com/office/drawing/2014/main" id="{61555CF8-73E5-40F0-8C30-DA5D12A811B5}"/>
              </a:ext>
            </a:extLst>
          </p:cNvPr>
          <p:cNvSpPr>
            <a:spLocks noGrp="1"/>
          </p:cNvSpPr>
          <p:nvPr/>
        </p:nvSpPr>
        <p:spPr>
          <a:xfrm>
            <a:off x="25009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01_find_only_2397">
            <a:extLst>
              <a:ext uri="{FF2B5EF4-FFF2-40B4-BE49-F238E27FC236}">
                <a16:creationId xmlns:a16="http://schemas.microsoft.com/office/drawing/2014/main" id="{4C0714EC-603D-431C-BB72-E5F4CBD04161}"/>
              </a:ext>
            </a:extLst>
          </p:cNvPr>
          <p:cNvSpPr>
            <a:spLocks noGrp="1"/>
          </p:cNvSpPr>
          <p:nvPr/>
        </p:nvSpPr>
        <p:spPr>
          <a:xfrm>
            <a:off x="25547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01_find_only_2398">
            <a:extLst>
              <a:ext uri="{FF2B5EF4-FFF2-40B4-BE49-F238E27FC236}">
                <a16:creationId xmlns:a16="http://schemas.microsoft.com/office/drawing/2014/main" id="{7273D1BC-E32F-4321-9B95-CA7C2E5B1877}"/>
              </a:ext>
            </a:extLst>
          </p:cNvPr>
          <p:cNvSpPr>
            <a:spLocks noGrp="1"/>
          </p:cNvSpPr>
          <p:nvPr/>
        </p:nvSpPr>
        <p:spPr>
          <a:xfrm>
            <a:off x="25059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01_find_only_2399">
            <a:extLst>
              <a:ext uri="{FF2B5EF4-FFF2-40B4-BE49-F238E27FC236}">
                <a16:creationId xmlns:a16="http://schemas.microsoft.com/office/drawing/2014/main" id="{5799C3E8-F883-47B5-A290-1998B31E82E1}"/>
              </a:ext>
            </a:extLst>
          </p:cNvPr>
          <p:cNvSpPr>
            <a:spLocks noGrp="1"/>
          </p:cNvSpPr>
          <p:nvPr/>
        </p:nvSpPr>
        <p:spPr>
          <a:xfrm>
            <a:off x="25134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01_find_only_2400">
            <a:extLst>
              <a:ext uri="{FF2B5EF4-FFF2-40B4-BE49-F238E27FC236}">
                <a16:creationId xmlns:a16="http://schemas.microsoft.com/office/drawing/2014/main" id="{3C15D271-0A5C-4521-92E3-096A8438E400}"/>
              </a:ext>
            </a:extLst>
          </p:cNvPr>
          <p:cNvSpPr>
            <a:spLocks noGrp="1"/>
          </p:cNvSpPr>
          <p:nvPr/>
        </p:nvSpPr>
        <p:spPr>
          <a:xfrm>
            <a:off x="2573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01_find_only_2401">
            <a:extLst>
              <a:ext uri="{FF2B5EF4-FFF2-40B4-BE49-F238E27FC236}">
                <a16:creationId xmlns:a16="http://schemas.microsoft.com/office/drawing/2014/main" id="{1AF19B6C-F294-46DE-8AE6-CB7839EB4E58}"/>
              </a:ext>
            </a:extLst>
          </p:cNvPr>
          <p:cNvSpPr>
            <a:spLocks noGrp="1"/>
          </p:cNvSpPr>
          <p:nvPr/>
        </p:nvSpPr>
        <p:spPr>
          <a:xfrm>
            <a:off x="2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01_find_only_2402">
            <a:extLst>
              <a:ext uri="{FF2B5EF4-FFF2-40B4-BE49-F238E27FC236}">
                <a16:creationId xmlns:a16="http://schemas.microsoft.com/office/drawing/2014/main" id="{59D00C27-89DC-4708-97D4-AFC7BA0AD2C6}"/>
              </a:ext>
            </a:extLst>
          </p:cNvPr>
          <p:cNvSpPr>
            <a:spLocks noGrp="1"/>
          </p:cNvSpPr>
          <p:nvPr/>
        </p:nvSpPr>
        <p:spPr>
          <a:xfrm>
            <a:off x="2568379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01_find_only_2403">
            <a:extLst>
              <a:ext uri="{FF2B5EF4-FFF2-40B4-BE49-F238E27FC236}">
                <a16:creationId xmlns:a16="http://schemas.microsoft.com/office/drawing/2014/main" id="{D18045BE-0586-4545-8FF2-63B7C4BF60FC}"/>
              </a:ext>
            </a:extLst>
          </p:cNvPr>
          <p:cNvSpPr>
            <a:spLocks noGrp="1"/>
          </p:cNvSpPr>
          <p:nvPr/>
        </p:nvSpPr>
        <p:spPr>
          <a:xfrm>
            <a:off x="25691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01_find_only_2404">
            <a:extLst>
              <a:ext uri="{FF2B5EF4-FFF2-40B4-BE49-F238E27FC236}">
                <a16:creationId xmlns:a16="http://schemas.microsoft.com/office/drawing/2014/main" id="{480FAA88-1731-4C8E-B11A-19B362185B33}"/>
              </a:ext>
            </a:extLst>
          </p:cNvPr>
          <p:cNvSpPr>
            <a:spLocks noGrp="1"/>
          </p:cNvSpPr>
          <p:nvPr/>
        </p:nvSpPr>
        <p:spPr>
          <a:xfrm>
            <a:off x="25716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01_find_only_2405">
            <a:extLst>
              <a:ext uri="{FF2B5EF4-FFF2-40B4-BE49-F238E27FC236}">
                <a16:creationId xmlns:a16="http://schemas.microsoft.com/office/drawing/2014/main" id="{820BA2EA-D5AD-42C8-91FF-AEE0A7390603}"/>
              </a:ext>
            </a:extLst>
          </p:cNvPr>
          <p:cNvSpPr>
            <a:spLocks noGrp="1"/>
          </p:cNvSpPr>
          <p:nvPr/>
        </p:nvSpPr>
        <p:spPr>
          <a:xfrm>
            <a:off x="251582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01_find_only_2406">
            <a:extLst>
              <a:ext uri="{FF2B5EF4-FFF2-40B4-BE49-F238E27FC236}">
                <a16:creationId xmlns:a16="http://schemas.microsoft.com/office/drawing/2014/main" id="{DDFE6E74-E184-48CB-9CF1-B05C22105246}"/>
              </a:ext>
            </a:extLst>
          </p:cNvPr>
          <p:cNvSpPr>
            <a:spLocks noGrp="1"/>
          </p:cNvSpPr>
          <p:nvPr/>
        </p:nvSpPr>
        <p:spPr>
          <a:xfrm>
            <a:off x="25011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01_find_only_2407">
            <a:extLst>
              <a:ext uri="{FF2B5EF4-FFF2-40B4-BE49-F238E27FC236}">
                <a16:creationId xmlns:a16="http://schemas.microsoft.com/office/drawing/2014/main" id="{467404BC-7E72-4941-AC2E-F4DB84570379}"/>
              </a:ext>
            </a:extLst>
          </p:cNvPr>
          <p:cNvSpPr>
            <a:spLocks noGrp="1"/>
          </p:cNvSpPr>
          <p:nvPr/>
        </p:nvSpPr>
        <p:spPr>
          <a:xfrm>
            <a:off x="25576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01_find_only_2408">
            <a:extLst>
              <a:ext uri="{FF2B5EF4-FFF2-40B4-BE49-F238E27FC236}">
                <a16:creationId xmlns:a16="http://schemas.microsoft.com/office/drawing/2014/main" id="{B794B738-0776-4352-B1A6-871ED59BC82C}"/>
              </a:ext>
            </a:extLst>
          </p:cNvPr>
          <p:cNvSpPr>
            <a:spLocks noGrp="1"/>
          </p:cNvSpPr>
          <p:nvPr/>
        </p:nvSpPr>
        <p:spPr>
          <a:xfrm>
            <a:off x="2496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01_find_only_2409">
            <a:extLst>
              <a:ext uri="{FF2B5EF4-FFF2-40B4-BE49-F238E27FC236}">
                <a16:creationId xmlns:a16="http://schemas.microsoft.com/office/drawing/2014/main" id="{BA22B612-B89D-4364-8ABC-E9EEE90B7F56}"/>
              </a:ext>
            </a:extLst>
          </p:cNvPr>
          <p:cNvSpPr>
            <a:spLocks noGrp="1"/>
          </p:cNvSpPr>
          <p:nvPr/>
        </p:nvSpPr>
        <p:spPr>
          <a:xfrm>
            <a:off x="25027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01_find_only_2410">
            <a:extLst>
              <a:ext uri="{FF2B5EF4-FFF2-40B4-BE49-F238E27FC236}">
                <a16:creationId xmlns:a16="http://schemas.microsoft.com/office/drawing/2014/main" id="{446DD80D-58B1-4F09-9342-856E45E2AAB6}"/>
              </a:ext>
            </a:extLst>
          </p:cNvPr>
          <p:cNvSpPr>
            <a:spLocks noGrp="1"/>
          </p:cNvSpPr>
          <p:nvPr/>
        </p:nvSpPr>
        <p:spPr>
          <a:xfrm>
            <a:off x="25601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01_find_only_2411">
            <a:extLst>
              <a:ext uri="{FF2B5EF4-FFF2-40B4-BE49-F238E27FC236}">
                <a16:creationId xmlns:a16="http://schemas.microsoft.com/office/drawing/2014/main" id="{D81CD3EC-7299-4A4D-A228-434332F21FD3}"/>
              </a:ext>
            </a:extLst>
          </p:cNvPr>
          <p:cNvSpPr>
            <a:spLocks noGrp="1"/>
          </p:cNvSpPr>
          <p:nvPr/>
        </p:nvSpPr>
        <p:spPr>
          <a:xfrm>
            <a:off x="24974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01_find_only_2412">
            <a:extLst>
              <a:ext uri="{FF2B5EF4-FFF2-40B4-BE49-F238E27FC236}">
                <a16:creationId xmlns:a16="http://schemas.microsoft.com/office/drawing/2014/main" id="{7D892ABE-EA0A-44F8-A29A-55880FF223C2}"/>
              </a:ext>
            </a:extLst>
          </p:cNvPr>
          <p:cNvSpPr>
            <a:spLocks noGrp="1"/>
          </p:cNvSpPr>
          <p:nvPr/>
        </p:nvSpPr>
        <p:spPr>
          <a:xfrm>
            <a:off x="2578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01_find_only_2413">
            <a:extLst>
              <a:ext uri="{FF2B5EF4-FFF2-40B4-BE49-F238E27FC236}">
                <a16:creationId xmlns:a16="http://schemas.microsoft.com/office/drawing/2014/main" id="{FA8CAE10-ABE4-43F4-B33B-D75BB8EA7DAE}"/>
              </a:ext>
            </a:extLst>
          </p:cNvPr>
          <p:cNvSpPr>
            <a:spLocks noGrp="1"/>
          </p:cNvSpPr>
          <p:nvPr/>
        </p:nvSpPr>
        <p:spPr>
          <a:xfrm>
            <a:off x="25639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01_find_only_2414">
            <a:extLst>
              <a:ext uri="{FF2B5EF4-FFF2-40B4-BE49-F238E27FC236}">
                <a16:creationId xmlns:a16="http://schemas.microsoft.com/office/drawing/2014/main" id="{FBAE5C01-F290-4CFB-BB32-F05E7AAB7EDA}"/>
              </a:ext>
            </a:extLst>
          </p:cNvPr>
          <p:cNvSpPr>
            <a:spLocks noGrp="1"/>
          </p:cNvSpPr>
          <p:nvPr/>
        </p:nvSpPr>
        <p:spPr>
          <a:xfrm>
            <a:off x="25287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01_find_only_2415">
            <a:extLst>
              <a:ext uri="{FF2B5EF4-FFF2-40B4-BE49-F238E27FC236}">
                <a16:creationId xmlns:a16="http://schemas.microsoft.com/office/drawing/2014/main" id="{21341890-AAE3-49E0-9F0B-67BD3121C0DB}"/>
              </a:ext>
            </a:extLst>
          </p:cNvPr>
          <p:cNvSpPr>
            <a:spLocks noGrp="1"/>
          </p:cNvSpPr>
          <p:nvPr/>
        </p:nvSpPr>
        <p:spPr>
          <a:xfrm>
            <a:off x="25123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01_find_only_2416">
            <a:extLst>
              <a:ext uri="{FF2B5EF4-FFF2-40B4-BE49-F238E27FC236}">
                <a16:creationId xmlns:a16="http://schemas.microsoft.com/office/drawing/2014/main" id="{31DEB6AE-083D-456E-99DD-331F5D5B8674}"/>
              </a:ext>
            </a:extLst>
          </p:cNvPr>
          <p:cNvSpPr>
            <a:spLocks noGrp="1"/>
          </p:cNvSpPr>
          <p:nvPr/>
        </p:nvSpPr>
        <p:spPr>
          <a:xfrm>
            <a:off x="2581495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01_find_only_2417">
            <a:extLst>
              <a:ext uri="{FF2B5EF4-FFF2-40B4-BE49-F238E27FC236}">
                <a16:creationId xmlns:a16="http://schemas.microsoft.com/office/drawing/2014/main" id="{7C47CF65-09CB-41FA-B896-B056F87361E5}"/>
              </a:ext>
            </a:extLst>
          </p:cNvPr>
          <p:cNvSpPr>
            <a:spLocks noGrp="1"/>
          </p:cNvSpPr>
          <p:nvPr/>
        </p:nvSpPr>
        <p:spPr>
          <a:xfrm>
            <a:off x="25462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01_find_only_2418">
            <a:extLst>
              <a:ext uri="{FF2B5EF4-FFF2-40B4-BE49-F238E27FC236}">
                <a16:creationId xmlns:a16="http://schemas.microsoft.com/office/drawing/2014/main" id="{7FF1562B-AF13-42C0-9513-98FCC8137782}"/>
              </a:ext>
            </a:extLst>
          </p:cNvPr>
          <p:cNvSpPr>
            <a:spLocks noGrp="1"/>
          </p:cNvSpPr>
          <p:nvPr/>
        </p:nvSpPr>
        <p:spPr>
          <a:xfrm>
            <a:off x="25683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01_find_only_2419">
            <a:extLst>
              <a:ext uri="{FF2B5EF4-FFF2-40B4-BE49-F238E27FC236}">
                <a16:creationId xmlns:a16="http://schemas.microsoft.com/office/drawing/2014/main" id="{4BEE34FF-9B71-4B22-839A-27C59105E307}"/>
              </a:ext>
            </a:extLst>
          </p:cNvPr>
          <p:cNvSpPr>
            <a:spLocks noGrp="1"/>
          </p:cNvSpPr>
          <p:nvPr/>
        </p:nvSpPr>
        <p:spPr>
          <a:xfrm>
            <a:off x="25002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01_find_only_2420">
            <a:extLst>
              <a:ext uri="{FF2B5EF4-FFF2-40B4-BE49-F238E27FC236}">
                <a16:creationId xmlns:a16="http://schemas.microsoft.com/office/drawing/2014/main" id="{D7E2BFDE-637B-4C96-B745-750B701BD2EB}"/>
              </a:ext>
            </a:extLst>
          </p:cNvPr>
          <p:cNvSpPr>
            <a:spLocks noGrp="1"/>
          </p:cNvSpPr>
          <p:nvPr/>
        </p:nvSpPr>
        <p:spPr>
          <a:xfrm>
            <a:off x="25276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01_find_only_2421">
            <a:extLst>
              <a:ext uri="{FF2B5EF4-FFF2-40B4-BE49-F238E27FC236}">
                <a16:creationId xmlns:a16="http://schemas.microsoft.com/office/drawing/2014/main" id="{5E43A52F-DA39-4947-8748-1554CEE28D42}"/>
              </a:ext>
            </a:extLst>
          </p:cNvPr>
          <p:cNvSpPr>
            <a:spLocks noGrp="1"/>
          </p:cNvSpPr>
          <p:nvPr/>
        </p:nvSpPr>
        <p:spPr>
          <a:xfrm>
            <a:off x="25623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01_find_only_2422">
            <a:extLst>
              <a:ext uri="{FF2B5EF4-FFF2-40B4-BE49-F238E27FC236}">
                <a16:creationId xmlns:a16="http://schemas.microsoft.com/office/drawing/2014/main" id="{CB487742-95E1-4566-8994-99D698B087B0}"/>
              </a:ext>
            </a:extLst>
          </p:cNvPr>
          <p:cNvSpPr>
            <a:spLocks noGrp="1"/>
          </p:cNvSpPr>
          <p:nvPr/>
        </p:nvSpPr>
        <p:spPr>
          <a:xfrm>
            <a:off x="25482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01_find_only_2423">
            <a:extLst>
              <a:ext uri="{FF2B5EF4-FFF2-40B4-BE49-F238E27FC236}">
                <a16:creationId xmlns:a16="http://schemas.microsoft.com/office/drawing/2014/main" id="{0B001166-68E6-46A9-A956-BD62DC0C813F}"/>
              </a:ext>
            </a:extLst>
          </p:cNvPr>
          <p:cNvSpPr>
            <a:spLocks noGrp="1"/>
          </p:cNvSpPr>
          <p:nvPr/>
        </p:nvSpPr>
        <p:spPr>
          <a:xfrm>
            <a:off x="2576734" y="52981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01_find_only_2424">
            <a:extLst>
              <a:ext uri="{FF2B5EF4-FFF2-40B4-BE49-F238E27FC236}">
                <a16:creationId xmlns:a16="http://schemas.microsoft.com/office/drawing/2014/main" id="{3CB94B2D-3EBA-427D-BF1F-2ACA0140CD40}"/>
              </a:ext>
            </a:extLst>
          </p:cNvPr>
          <p:cNvSpPr>
            <a:spLocks noGrp="1"/>
          </p:cNvSpPr>
          <p:nvPr/>
        </p:nvSpPr>
        <p:spPr>
          <a:xfrm>
            <a:off x="24865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01_find_only_2425">
            <a:extLst>
              <a:ext uri="{FF2B5EF4-FFF2-40B4-BE49-F238E27FC236}">
                <a16:creationId xmlns:a16="http://schemas.microsoft.com/office/drawing/2014/main" id="{68D657D9-F4AA-4304-9C04-B084CBEC7D34}"/>
              </a:ext>
            </a:extLst>
          </p:cNvPr>
          <p:cNvSpPr>
            <a:spLocks noGrp="1"/>
          </p:cNvSpPr>
          <p:nvPr/>
        </p:nvSpPr>
        <p:spPr>
          <a:xfrm>
            <a:off x="25266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01_find_only_2426">
            <a:extLst>
              <a:ext uri="{FF2B5EF4-FFF2-40B4-BE49-F238E27FC236}">
                <a16:creationId xmlns:a16="http://schemas.microsoft.com/office/drawing/2014/main" id="{B533E480-D3BD-4063-86F2-4984B1CB2EB9}"/>
              </a:ext>
            </a:extLst>
          </p:cNvPr>
          <p:cNvSpPr>
            <a:spLocks noGrp="1"/>
          </p:cNvSpPr>
          <p:nvPr/>
        </p:nvSpPr>
        <p:spPr>
          <a:xfrm>
            <a:off x="25447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01_find_only_2427">
            <a:extLst>
              <a:ext uri="{FF2B5EF4-FFF2-40B4-BE49-F238E27FC236}">
                <a16:creationId xmlns:a16="http://schemas.microsoft.com/office/drawing/2014/main" id="{DDF51801-7EBC-49CE-AE8F-18281924C19A}"/>
              </a:ext>
            </a:extLst>
          </p:cNvPr>
          <p:cNvSpPr>
            <a:spLocks noGrp="1"/>
          </p:cNvSpPr>
          <p:nvPr/>
        </p:nvSpPr>
        <p:spPr>
          <a:xfrm>
            <a:off x="25145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01_find_only_2428">
            <a:extLst>
              <a:ext uri="{FF2B5EF4-FFF2-40B4-BE49-F238E27FC236}">
                <a16:creationId xmlns:a16="http://schemas.microsoft.com/office/drawing/2014/main" id="{D49FF7A2-38DD-4195-AD97-3B19F7B4D863}"/>
              </a:ext>
            </a:extLst>
          </p:cNvPr>
          <p:cNvSpPr>
            <a:spLocks noGrp="1"/>
          </p:cNvSpPr>
          <p:nvPr/>
        </p:nvSpPr>
        <p:spPr>
          <a:xfrm>
            <a:off x="25363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01_find_only_2429">
            <a:extLst>
              <a:ext uri="{FF2B5EF4-FFF2-40B4-BE49-F238E27FC236}">
                <a16:creationId xmlns:a16="http://schemas.microsoft.com/office/drawing/2014/main" id="{582A1CE3-FE44-4CB0-83F9-419A689CEADA}"/>
              </a:ext>
            </a:extLst>
          </p:cNvPr>
          <p:cNvSpPr>
            <a:spLocks noGrp="1"/>
          </p:cNvSpPr>
          <p:nvPr/>
        </p:nvSpPr>
        <p:spPr>
          <a:xfrm>
            <a:off x="252407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01_find_only_2430">
            <a:extLst>
              <a:ext uri="{FF2B5EF4-FFF2-40B4-BE49-F238E27FC236}">
                <a16:creationId xmlns:a16="http://schemas.microsoft.com/office/drawing/2014/main" id="{41D5A16F-2A25-4FFF-BDA5-67C06A755811}"/>
              </a:ext>
            </a:extLst>
          </p:cNvPr>
          <p:cNvSpPr>
            <a:spLocks noGrp="1"/>
          </p:cNvSpPr>
          <p:nvPr/>
        </p:nvSpPr>
        <p:spPr>
          <a:xfrm>
            <a:off x="256604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01_find_only_2431">
            <a:extLst>
              <a:ext uri="{FF2B5EF4-FFF2-40B4-BE49-F238E27FC236}">
                <a16:creationId xmlns:a16="http://schemas.microsoft.com/office/drawing/2014/main" id="{FA8DC213-D762-4697-923B-9835B5D3CDBB}"/>
              </a:ext>
            </a:extLst>
          </p:cNvPr>
          <p:cNvSpPr>
            <a:spLocks noGrp="1"/>
          </p:cNvSpPr>
          <p:nvPr/>
        </p:nvSpPr>
        <p:spPr>
          <a:xfrm>
            <a:off x="24972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01_find_only_2432">
            <a:extLst>
              <a:ext uri="{FF2B5EF4-FFF2-40B4-BE49-F238E27FC236}">
                <a16:creationId xmlns:a16="http://schemas.microsoft.com/office/drawing/2014/main" id="{DCF65455-5672-402F-82C0-CB8AA3C73F8B}"/>
              </a:ext>
            </a:extLst>
          </p:cNvPr>
          <p:cNvSpPr>
            <a:spLocks noGrp="1"/>
          </p:cNvSpPr>
          <p:nvPr/>
        </p:nvSpPr>
        <p:spPr>
          <a:xfrm>
            <a:off x="2501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01_find_only_2433">
            <a:extLst>
              <a:ext uri="{FF2B5EF4-FFF2-40B4-BE49-F238E27FC236}">
                <a16:creationId xmlns:a16="http://schemas.microsoft.com/office/drawing/2014/main" id="{DA46C4E5-0BAE-43D3-9F30-6A81D9C8C22D}"/>
              </a:ext>
            </a:extLst>
          </p:cNvPr>
          <p:cNvSpPr>
            <a:spLocks noGrp="1"/>
          </p:cNvSpPr>
          <p:nvPr/>
        </p:nvSpPr>
        <p:spPr>
          <a:xfrm>
            <a:off x="25421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01_find_only_2434">
            <a:extLst>
              <a:ext uri="{FF2B5EF4-FFF2-40B4-BE49-F238E27FC236}">
                <a16:creationId xmlns:a16="http://schemas.microsoft.com/office/drawing/2014/main" id="{AF93B914-2061-4066-B70D-BD5C64510CD3}"/>
              </a:ext>
            </a:extLst>
          </p:cNvPr>
          <p:cNvSpPr>
            <a:spLocks noGrp="1"/>
          </p:cNvSpPr>
          <p:nvPr/>
        </p:nvSpPr>
        <p:spPr>
          <a:xfrm>
            <a:off x="25412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01_find_only_2435">
            <a:extLst>
              <a:ext uri="{FF2B5EF4-FFF2-40B4-BE49-F238E27FC236}">
                <a16:creationId xmlns:a16="http://schemas.microsoft.com/office/drawing/2014/main" id="{AD0EB6E2-1736-473E-ABE5-879C79A2C540}"/>
              </a:ext>
            </a:extLst>
          </p:cNvPr>
          <p:cNvSpPr>
            <a:spLocks noGrp="1"/>
          </p:cNvSpPr>
          <p:nvPr/>
        </p:nvSpPr>
        <p:spPr>
          <a:xfrm>
            <a:off x="25728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01_find_only_2436">
            <a:extLst>
              <a:ext uri="{FF2B5EF4-FFF2-40B4-BE49-F238E27FC236}">
                <a16:creationId xmlns:a16="http://schemas.microsoft.com/office/drawing/2014/main" id="{395AC7BA-04A2-4764-B328-FD25AEFA91DA}"/>
              </a:ext>
            </a:extLst>
          </p:cNvPr>
          <p:cNvSpPr>
            <a:spLocks noGrp="1"/>
          </p:cNvSpPr>
          <p:nvPr/>
        </p:nvSpPr>
        <p:spPr>
          <a:xfrm>
            <a:off x="255817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01_find_only_2437">
            <a:extLst>
              <a:ext uri="{FF2B5EF4-FFF2-40B4-BE49-F238E27FC236}">
                <a16:creationId xmlns:a16="http://schemas.microsoft.com/office/drawing/2014/main" id="{D834083A-8841-4C9A-99B8-B47A1BC947EE}"/>
              </a:ext>
            </a:extLst>
          </p:cNvPr>
          <p:cNvSpPr>
            <a:spLocks noGrp="1"/>
          </p:cNvSpPr>
          <p:nvPr/>
        </p:nvSpPr>
        <p:spPr>
          <a:xfrm>
            <a:off x="25123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01_find_only_2438">
            <a:extLst>
              <a:ext uri="{FF2B5EF4-FFF2-40B4-BE49-F238E27FC236}">
                <a16:creationId xmlns:a16="http://schemas.microsoft.com/office/drawing/2014/main" id="{AA78E986-B7FE-4E20-A6F3-B0DCB2725EA3}"/>
              </a:ext>
            </a:extLst>
          </p:cNvPr>
          <p:cNvSpPr>
            <a:spLocks noGrp="1"/>
          </p:cNvSpPr>
          <p:nvPr/>
        </p:nvSpPr>
        <p:spPr>
          <a:xfrm>
            <a:off x="256012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01_find_only_2439">
            <a:extLst>
              <a:ext uri="{FF2B5EF4-FFF2-40B4-BE49-F238E27FC236}">
                <a16:creationId xmlns:a16="http://schemas.microsoft.com/office/drawing/2014/main" id="{65AE6A71-E12A-45E7-B46C-7EDA3DE42ADC}"/>
              </a:ext>
            </a:extLst>
          </p:cNvPr>
          <p:cNvSpPr>
            <a:spLocks noGrp="1"/>
          </p:cNvSpPr>
          <p:nvPr/>
        </p:nvSpPr>
        <p:spPr>
          <a:xfrm>
            <a:off x="2552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01_find_only_2440">
            <a:extLst>
              <a:ext uri="{FF2B5EF4-FFF2-40B4-BE49-F238E27FC236}">
                <a16:creationId xmlns:a16="http://schemas.microsoft.com/office/drawing/2014/main" id="{0FEB9A6E-44F5-4087-B7C5-5628A8C50579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01_find_only_2441">
            <a:extLst>
              <a:ext uri="{FF2B5EF4-FFF2-40B4-BE49-F238E27FC236}">
                <a16:creationId xmlns:a16="http://schemas.microsoft.com/office/drawing/2014/main" id="{732E94EE-4E00-4098-8673-C0A18093D268}"/>
              </a:ext>
            </a:extLst>
          </p:cNvPr>
          <p:cNvSpPr>
            <a:spLocks noGrp="1"/>
          </p:cNvSpPr>
          <p:nvPr/>
        </p:nvSpPr>
        <p:spPr>
          <a:xfrm>
            <a:off x="25380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01_find_only_2442">
            <a:extLst>
              <a:ext uri="{FF2B5EF4-FFF2-40B4-BE49-F238E27FC236}">
                <a16:creationId xmlns:a16="http://schemas.microsoft.com/office/drawing/2014/main" id="{DE4307B7-D001-4168-99B2-8E83812A5341}"/>
              </a:ext>
            </a:extLst>
          </p:cNvPr>
          <p:cNvSpPr>
            <a:spLocks noGrp="1"/>
          </p:cNvSpPr>
          <p:nvPr/>
        </p:nvSpPr>
        <p:spPr>
          <a:xfrm>
            <a:off x="2487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01_find_only_2443">
            <a:extLst>
              <a:ext uri="{FF2B5EF4-FFF2-40B4-BE49-F238E27FC236}">
                <a16:creationId xmlns:a16="http://schemas.microsoft.com/office/drawing/2014/main" id="{C8C00A5A-7C0A-40D9-AEEF-21B642A2D785}"/>
              </a:ext>
            </a:extLst>
          </p:cNvPr>
          <p:cNvSpPr>
            <a:spLocks noGrp="1"/>
          </p:cNvSpPr>
          <p:nvPr/>
        </p:nvSpPr>
        <p:spPr>
          <a:xfrm>
            <a:off x="2552641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01_find_only_2444">
            <a:extLst>
              <a:ext uri="{FF2B5EF4-FFF2-40B4-BE49-F238E27FC236}">
                <a16:creationId xmlns:a16="http://schemas.microsoft.com/office/drawing/2014/main" id="{C205FDC9-9E1A-41A4-9CAD-73425E26E282}"/>
              </a:ext>
            </a:extLst>
          </p:cNvPr>
          <p:cNvSpPr>
            <a:spLocks noGrp="1"/>
          </p:cNvSpPr>
          <p:nvPr/>
        </p:nvSpPr>
        <p:spPr>
          <a:xfrm>
            <a:off x="2565465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01_find_only_2445">
            <a:extLst>
              <a:ext uri="{FF2B5EF4-FFF2-40B4-BE49-F238E27FC236}">
                <a16:creationId xmlns:a16="http://schemas.microsoft.com/office/drawing/2014/main" id="{98D25085-9B5A-41E8-9C28-8B03090AEE36}"/>
              </a:ext>
            </a:extLst>
          </p:cNvPr>
          <p:cNvSpPr>
            <a:spLocks noGrp="1"/>
          </p:cNvSpPr>
          <p:nvPr/>
        </p:nvSpPr>
        <p:spPr>
          <a:xfrm>
            <a:off x="2503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01_find_only_2446">
            <a:extLst>
              <a:ext uri="{FF2B5EF4-FFF2-40B4-BE49-F238E27FC236}">
                <a16:creationId xmlns:a16="http://schemas.microsoft.com/office/drawing/2014/main" id="{710246B7-B70B-4132-A701-8CCAA595FA4E}"/>
              </a:ext>
            </a:extLst>
          </p:cNvPr>
          <p:cNvSpPr>
            <a:spLocks noGrp="1"/>
          </p:cNvSpPr>
          <p:nvPr/>
        </p:nvSpPr>
        <p:spPr>
          <a:xfrm>
            <a:off x="2496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01_find_only_2447">
            <a:extLst>
              <a:ext uri="{FF2B5EF4-FFF2-40B4-BE49-F238E27FC236}">
                <a16:creationId xmlns:a16="http://schemas.microsoft.com/office/drawing/2014/main" id="{71DB7C1B-5BCD-4254-ABF7-E1CDD72591B0}"/>
              </a:ext>
            </a:extLst>
          </p:cNvPr>
          <p:cNvSpPr>
            <a:spLocks noGrp="1"/>
          </p:cNvSpPr>
          <p:nvPr/>
        </p:nvSpPr>
        <p:spPr>
          <a:xfrm>
            <a:off x="255244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01_find_only_2448">
            <a:extLst>
              <a:ext uri="{FF2B5EF4-FFF2-40B4-BE49-F238E27FC236}">
                <a16:creationId xmlns:a16="http://schemas.microsoft.com/office/drawing/2014/main" id="{5EF3706D-E04C-4703-8DE1-E78632F85D02}"/>
              </a:ext>
            </a:extLst>
          </p:cNvPr>
          <p:cNvSpPr>
            <a:spLocks noGrp="1"/>
          </p:cNvSpPr>
          <p:nvPr/>
        </p:nvSpPr>
        <p:spPr>
          <a:xfrm>
            <a:off x="25775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01_find_only_2449">
            <a:extLst>
              <a:ext uri="{FF2B5EF4-FFF2-40B4-BE49-F238E27FC236}">
                <a16:creationId xmlns:a16="http://schemas.microsoft.com/office/drawing/2014/main" id="{51F9535E-3CB2-43F2-B5F0-9C7F98D4561B}"/>
              </a:ext>
            </a:extLst>
          </p:cNvPr>
          <p:cNvSpPr>
            <a:spLocks noGrp="1"/>
          </p:cNvSpPr>
          <p:nvPr/>
        </p:nvSpPr>
        <p:spPr>
          <a:xfrm>
            <a:off x="25816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01_find_only_2450">
            <a:extLst>
              <a:ext uri="{FF2B5EF4-FFF2-40B4-BE49-F238E27FC236}">
                <a16:creationId xmlns:a16="http://schemas.microsoft.com/office/drawing/2014/main" id="{A38923D0-1AAF-49C1-810A-3C154577FFB1}"/>
              </a:ext>
            </a:extLst>
          </p:cNvPr>
          <p:cNvSpPr>
            <a:spLocks noGrp="1"/>
          </p:cNvSpPr>
          <p:nvPr/>
        </p:nvSpPr>
        <p:spPr>
          <a:xfrm>
            <a:off x="25216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01_find_only_2451">
            <a:extLst>
              <a:ext uri="{FF2B5EF4-FFF2-40B4-BE49-F238E27FC236}">
                <a16:creationId xmlns:a16="http://schemas.microsoft.com/office/drawing/2014/main" id="{DE1C51A7-1E4E-432A-9C87-870FEAE77216}"/>
              </a:ext>
            </a:extLst>
          </p:cNvPr>
          <p:cNvSpPr>
            <a:spLocks noGrp="1"/>
          </p:cNvSpPr>
          <p:nvPr/>
        </p:nvSpPr>
        <p:spPr>
          <a:xfrm>
            <a:off x="255730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01_find_only_2452">
            <a:extLst>
              <a:ext uri="{FF2B5EF4-FFF2-40B4-BE49-F238E27FC236}">
                <a16:creationId xmlns:a16="http://schemas.microsoft.com/office/drawing/2014/main" id="{E5D4A7B3-80A8-43AB-A539-0C27987A466F}"/>
              </a:ext>
            </a:extLst>
          </p:cNvPr>
          <p:cNvSpPr>
            <a:spLocks noGrp="1"/>
          </p:cNvSpPr>
          <p:nvPr/>
        </p:nvSpPr>
        <p:spPr>
          <a:xfrm>
            <a:off x="25646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01_find_only_2453">
            <a:extLst>
              <a:ext uri="{FF2B5EF4-FFF2-40B4-BE49-F238E27FC236}">
                <a16:creationId xmlns:a16="http://schemas.microsoft.com/office/drawing/2014/main" id="{BA8955E5-F8E1-45CE-B94A-6F6B5F3975F3}"/>
              </a:ext>
            </a:extLst>
          </p:cNvPr>
          <p:cNvSpPr>
            <a:spLocks noGrp="1"/>
          </p:cNvSpPr>
          <p:nvPr/>
        </p:nvSpPr>
        <p:spPr>
          <a:xfrm>
            <a:off x="25764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01_find_only_2454">
            <a:extLst>
              <a:ext uri="{FF2B5EF4-FFF2-40B4-BE49-F238E27FC236}">
                <a16:creationId xmlns:a16="http://schemas.microsoft.com/office/drawing/2014/main" id="{892127E2-953B-446B-9B30-267423FFA1A1}"/>
              </a:ext>
            </a:extLst>
          </p:cNvPr>
          <p:cNvSpPr>
            <a:spLocks noGrp="1"/>
          </p:cNvSpPr>
          <p:nvPr/>
        </p:nvSpPr>
        <p:spPr>
          <a:xfrm>
            <a:off x="2566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01_find_only_2455">
            <a:extLst>
              <a:ext uri="{FF2B5EF4-FFF2-40B4-BE49-F238E27FC236}">
                <a16:creationId xmlns:a16="http://schemas.microsoft.com/office/drawing/2014/main" id="{9233EC5D-D85A-4693-A9C8-98FA4CCD6FDE}"/>
              </a:ext>
            </a:extLst>
          </p:cNvPr>
          <p:cNvSpPr>
            <a:spLocks noGrp="1"/>
          </p:cNvSpPr>
          <p:nvPr/>
        </p:nvSpPr>
        <p:spPr>
          <a:xfrm>
            <a:off x="25514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01_find_only_2456">
            <a:extLst>
              <a:ext uri="{FF2B5EF4-FFF2-40B4-BE49-F238E27FC236}">
                <a16:creationId xmlns:a16="http://schemas.microsoft.com/office/drawing/2014/main" id="{4E45C5D2-C927-4153-97AB-81790860B19B}"/>
              </a:ext>
            </a:extLst>
          </p:cNvPr>
          <p:cNvSpPr>
            <a:spLocks noGrp="1"/>
          </p:cNvSpPr>
          <p:nvPr/>
        </p:nvSpPr>
        <p:spPr>
          <a:xfrm>
            <a:off x="24919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01_find_only_2457">
            <a:extLst>
              <a:ext uri="{FF2B5EF4-FFF2-40B4-BE49-F238E27FC236}">
                <a16:creationId xmlns:a16="http://schemas.microsoft.com/office/drawing/2014/main" id="{56B2DC7A-26C4-4616-AC43-0D32194A8CBA}"/>
              </a:ext>
            </a:extLst>
          </p:cNvPr>
          <p:cNvSpPr>
            <a:spLocks noGrp="1"/>
          </p:cNvSpPr>
          <p:nvPr/>
        </p:nvSpPr>
        <p:spPr>
          <a:xfrm>
            <a:off x="2501344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01_find_only_2458">
            <a:extLst>
              <a:ext uri="{FF2B5EF4-FFF2-40B4-BE49-F238E27FC236}">
                <a16:creationId xmlns:a16="http://schemas.microsoft.com/office/drawing/2014/main" id="{074D7352-D530-410D-822B-B0E71564FD1C}"/>
              </a:ext>
            </a:extLst>
          </p:cNvPr>
          <p:cNvSpPr>
            <a:spLocks noGrp="1"/>
          </p:cNvSpPr>
          <p:nvPr/>
        </p:nvSpPr>
        <p:spPr>
          <a:xfrm>
            <a:off x="2552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01_find_only_2459">
            <a:extLst>
              <a:ext uri="{FF2B5EF4-FFF2-40B4-BE49-F238E27FC236}">
                <a16:creationId xmlns:a16="http://schemas.microsoft.com/office/drawing/2014/main" id="{6349E69D-E336-4B30-BF7D-BFAAE02833DE}"/>
              </a:ext>
            </a:extLst>
          </p:cNvPr>
          <p:cNvSpPr>
            <a:spLocks noGrp="1"/>
          </p:cNvSpPr>
          <p:nvPr/>
        </p:nvSpPr>
        <p:spPr>
          <a:xfrm>
            <a:off x="2542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01_find_only_2460">
            <a:extLst>
              <a:ext uri="{FF2B5EF4-FFF2-40B4-BE49-F238E27FC236}">
                <a16:creationId xmlns:a16="http://schemas.microsoft.com/office/drawing/2014/main" id="{38B2F9D0-905C-4637-A1D6-5BBE2965B0A9}"/>
              </a:ext>
            </a:extLst>
          </p:cNvPr>
          <p:cNvSpPr>
            <a:spLocks noGrp="1"/>
          </p:cNvSpPr>
          <p:nvPr/>
        </p:nvSpPr>
        <p:spPr>
          <a:xfrm>
            <a:off x="25054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01_find_only_2461">
            <a:extLst>
              <a:ext uri="{FF2B5EF4-FFF2-40B4-BE49-F238E27FC236}">
                <a16:creationId xmlns:a16="http://schemas.microsoft.com/office/drawing/2014/main" id="{08B835B8-5609-4D61-98D0-109C4CE82C59}"/>
              </a:ext>
            </a:extLst>
          </p:cNvPr>
          <p:cNvSpPr>
            <a:spLocks noGrp="1"/>
          </p:cNvSpPr>
          <p:nvPr/>
        </p:nvSpPr>
        <p:spPr>
          <a:xfrm>
            <a:off x="25230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01_find_only_2462">
            <a:extLst>
              <a:ext uri="{FF2B5EF4-FFF2-40B4-BE49-F238E27FC236}">
                <a16:creationId xmlns:a16="http://schemas.microsoft.com/office/drawing/2014/main" id="{23A7605B-41A0-4B8A-9A69-9C7A9D8C25DC}"/>
              </a:ext>
            </a:extLst>
          </p:cNvPr>
          <p:cNvSpPr>
            <a:spLocks noGrp="1"/>
          </p:cNvSpPr>
          <p:nvPr/>
        </p:nvSpPr>
        <p:spPr>
          <a:xfrm>
            <a:off x="2488618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01_find_only_2463">
            <a:extLst>
              <a:ext uri="{FF2B5EF4-FFF2-40B4-BE49-F238E27FC236}">
                <a16:creationId xmlns:a16="http://schemas.microsoft.com/office/drawing/2014/main" id="{E6CFCA9D-5C01-4F3D-B7EE-A05E908CDC5A}"/>
              </a:ext>
            </a:extLst>
          </p:cNvPr>
          <p:cNvSpPr>
            <a:spLocks noGrp="1"/>
          </p:cNvSpPr>
          <p:nvPr/>
        </p:nvSpPr>
        <p:spPr>
          <a:xfrm>
            <a:off x="3015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01_find_only_2464">
            <a:extLst>
              <a:ext uri="{FF2B5EF4-FFF2-40B4-BE49-F238E27FC236}">
                <a16:creationId xmlns:a16="http://schemas.microsoft.com/office/drawing/2014/main" id="{451697BC-F8CB-450C-A56F-3B8E8A69745D}"/>
              </a:ext>
            </a:extLst>
          </p:cNvPr>
          <p:cNvSpPr>
            <a:spLocks noGrp="1"/>
          </p:cNvSpPr>
          <p:nvPr/>
        </p:nvSpPr>
        <p:spPr>
          <a:xfrm>
            <a:off x="3077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01_find_only_2465">
            <a:extLst>
              <a:ext uri="{FF2B5EF4-FFF2-40B4-BE49-F238E27FC236}">
                <a16:creationId xmlns:a16="http://schemas.microsoft.com/office/drawing/2014/main" id="{32D4FDD2-B8CC-4211-BA48-2E56422B75CC}"/>
              </a:ext>
            </a:extLst>
          </p:cNvPr>
          <p:cNvSpPr>
            <a:spLocks noGrp="1"/>
          </p:cNvSpPr>
          <p:nvPr/>
        </p:nvSpPr>
        <p:spPr>
          <a:xfrm>
            <a:off x="29951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01_find_only_2466">
            <a:extLst>
              <a:ext uri="{FF2B5EF4-FFF2-40B4-BE49-F238E27FC236}">
                <a16:creationId xmlns:a16="http://schemas.microsoft.com/office/drawing/2014/main" id="{050BB920-8C48-4138-9A7E-3B5AE4EE01D8}"/>
              </a:ext>
            </a:extLst>
          </p:cNvPr>
          <p:cNvSpPr>
            <a:spLocks noGrp="1"/>
          </p:cNvSpPr>
          <p:nvPr/>
        </p:nvSpPr>
        <p:spPr>
          <a:xfrm>
            <a:off x="30699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01_find_only_2467">
            <a:extLst>
              <a:ext uri="{FF2B5EF4-FFF2-40B4-BE49-F238E27FC236}">
                <a16:creationId xmlns:a16="http://schemas.microsoft.com/office/drawing/2014/main" id="{C95A6BA8-1452-42C2-AC5C-2C9EA60BE21B}"/>
              </a:ext>
            </a:extLst>
          </p:cNvPr>
          <p:cNvSpPr>
            <a:spLocks noGrp="1"/>
          </p:cNvSpPr>
          <p:nvPr/>
        </p:nvSpPr>
        <p:spPr>
          <a:xfrm>
            <a:off x="30314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01_find_only_2468">
            <a:extLst>
              <a:ext uri="{FF2B5EF4-FFF2-40B4-BE49-F238E27FC236}">
                <a16:creationId xmlns:a16="http://schemas.microsoft.com/office/drawing/2014/main" id="{2F8AEDC4-EA6C-4E4C-81E2-7CAB2F4B9A3C}"/>
              </a:ext>
            </a:extLst>
          </p:cNvPr>
          <p:cNvSpPr>
            <a:spLocks noGrp="1"/>
          </p:cNvSpPr>
          <p:nvPr/>
        </p:nvSpPr>
        <p:spPr>
          <a:xfrm>
            <a:off x="30846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01_find_only_2469">
            <a:extLst>
              <a:ext uri="{FF2B5EF4-FFF2-40B4-BE49-F238E27FC236}">
                <a16:creationId xmlns:a16="http://schemas.microsoft.com/office/drawing/2014/main" id="{A2F1D756-40C3-4CE7-AB2E-595AB47DA9DD}"/>
              </a:ext>
            </a:extLst>
          </p:cNvPr>
          <p:cNvSpPr>
            <a:spLocks noGrp="1"/>
          </p:cNvSpPr>
          <p:nvPr/>
        </p:nvSpPr>
        <p:spPr>
          <a:xfrm>
            <a:off x="30154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01_find_only_2470">
            <a:extLst>
              <a:ext uri="{FF2B5EF4-FFF2-40B4-BE49-F238E27FC236}">
                <a16:creationId xmlns:a16="http://schemas.microsoft.com/office/drawing/2014/main" id="{07EEE2EF-9BC0-4354-A779-7CECBC10D217}"/>
              </a:ext>
            </a:extLst>
          </p:cNvPr>
          <p:cNvSpPr>
            <a:spLocks noGrp="1"/>
          </p:cNvSpPr>
          <p:nvPr/>
        </p:nvSpPr>
        <p:spPr>
          <a:xfrm>
            <a:off x="30628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01_find_only_2471">
            <a:extLst>
              <a:ext uri="{FF2B5EF4-FFF2-40B4-BE49-F238E27FC236}">
                <a16:creationId xmlns:a16="http://schemas.microsoft.com/office/drawing/2014/main" id="{71E6BD09-267A-49A8-A201-62E550B980AB}"/>
              </a:ext>
            </a:extLst>
          </p:cNvPr>
          <p:cNvSpPr>
            <a:spLocks noGrp="1"/>
          </p:cNvSpPr>
          <p:nvPr/>
        </p:nvSpPr>
        <p:spPr>
          <a:xfrm>
            <a:off x="29985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01_find_only_2472">
            <a:extLst>
              <a:ext uri="{FF2B5EF4-FFF2-40B4-BE49-F238E27FC236}">
                <a16:creationId xmlns:a16="http://schemas.microsoft.com/office/drawing/2014/main" id="{61938985-3AE6-47F1-8A78-9B1D98F6AA54}"/>
              </a:ext>
            </a:extLst>
          </p:cNvPr>
          <p:cNvSpPr>
            <a:spLocks noGrp="1"/>
          </p:cNvSpPr>
          <p:nvPr/>
        </p:nvSpPr>
        <p:spPr>
          <a:xfrm>
            <a:off x="3019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01_find_only_2473">
            <a:extLst>
              <a:ext uri="{FF2B5EF4-FFF2-40B4-BE49-F238E27FC236}">
                <a16:creationId xmlns:a16="http://schemas.microsoft.com/office/drawing/2014/main" id="{B7CC97C0-2E61-47E7-ACAA-B6984202847D}"/>
              </a:ext>
            </a:extLst>
          </p:cNvPr>
          <p:cNvSpPr>
            <a:spLocks noGrp="1"/>
          </p:cNvSpPr>
          <p:nvPr/>
        </p:nvSpPr>
        <p:spPr>
          <a:xfrm>
            <a:off x="299838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01_find_only_2474">
            <a:extLst>
              <a:ext uri="{FF2B5EF4-FFF2-40B4-BE49-F238E27FC236}">
                <a16:creationId xmlns:a16="http://schemas.microsoft.com/office/drawing/2014/main" id="{033F48D4-95C9-4BCC-9FDD-FBBC166730BA}"/>
              </a:ext>
            </a:extLst>
          </p:cNvPr>
          <p:cNvSpPr>
            <a:spLocks noGrp="1"/>
          </p:cNvSpPr>
          <p:nvPr/>
        </p:nvSpPr>
        <p:spPr>
          <a:xfrm>
            <a:off x="30532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01_find_only_2475">
            <a:extLst>
              <a:ext uri="{FF2B5EF4-FFF2-40B4-BE49-F238E27FC236}">
                <a16:creationId xmlns:a16="http://schemas.microsoft.com/office/drawing/2014/main" id="{E2DDA380-BADA-4A16-BF96-F1529AB8A911}"/>
              </a:ext>
            </a:extLst>
          </p:cNvPr>
          <p:cNvSpPr>
            <a:spLocks noGrp="1"/>
          </p:cNvSpPr>
          <p:nvPr/>
        </p:nvSpPr>
        <p:spPr>
          <a:xfrm>
            <a:off x="3011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01_find_only_2476">
            <a:extLst>
              <a:ext uri="{FF2B5EF4-FFF2-40B4-BE49-F238E27FC236}">
                <a16:creationId xmlns:a16="http://schemas.microsoft.com/office/drawing/2014/main" id="{8E89A964-14DF-4254-87DC-FC4A5346E9C1}"/>
              </a:ext>
            </a:extLst>
          </p:cNvPr>
          <p:cNvSpPr>
            <a:spLocks noGrp="1"/>
          </p:cNvSpPr>
          <p:nvPr/>
        </p:nvSpPr>
        <p:spPr>
          <a:xfrm>
            <a:off x="30406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01_find_only_2477">
            <a:extLst>
              <a:ext uri="{FF2B5EF4-FFF2-40B4-BE49-F238E27FC236}">
                <a16:creationId xmlns:a16="http://schemas.microsoft.com/office/drawing/2014/main" id="{FD173389-525F-4A65-A0A3-894A4464CDB6}"/>
              </a:ext>
            </a:extLst>
          </p:cNvPr>
          <p:cNvSpPr>
            <a:spLocks noGrp="1"/>
          </p:cNvSpPr>
          <p:nvPr/>
        </p:nvSpPr>
        <p:spPr>
          <a:xfrm>
            <a:off x="30303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01_find_only_2478">
            <a:extLst>
              <a:ext uri="{FF2B5EF4-FFF2-40B4-BE49-F238E27FC236}">
                <a16:creationId xmlns:a16="http://schemas.microsoft.com/office/drawing/2014/main" id="{6CEC63CF-FF77-448A-9614-BFB3F98B57DB}"/>
              </a:ext>
            </a:extLst>
          </p:cNvPr>
          <p:cNvSpPr>
            <a:spLocks noGrp="1"/>
          </p:cNvSpPr>
          <p:nvPr/>
        </p:nvSpPr>
        <p:spPr>
          <a:xfrm>
            <a:off x="302072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01_find_only_2479">
            <a:extLst>
              <a:ext uri="{FF2B5EF4-FFF2-40B4-BE49-F238E27FC236}">
                <a16:creationId xmlns:a16="http://schemas.microsoft.com/office/drawing/2014/main" id="{1062B73D-7619-4632-A2DF-6015E05D9736}"/>
              </a:ext>
            </a:extLst>
          </p:cNvPr>
          <p:cNvSpPr>
            <a:spLocks noGrp="1"/>
          </p:cNvSpPr>
          <p:nvPr/>
        </p:nvSpPr>
        <p:spPr>
          <a:xfrm>
            <a:off x="299809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01_find_only_2480">
            <a:extLst>
              <a:ext uri="{FF2B5EF4-FFF2-40B4-BE49-F238E27FC236}">
                <a16:creationId xmlns:a16="http://schemas.microsoft.com/office/drawing/2014/main" id="{0749CE73-E82B-49C5-8618-F5ADBB403A7A}"/>
              </a:ext>
            </a:extLst>
          </p:cNvPr>
          <p:cNvSpPr>
            <a:spLocks noGrp="1"/>
          </p:cNvSpPr>
          <p:nvPr/>
        </p:nvSpPr>
        <p:spPr>
          <a:xfrm>
            <a:off x="308533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01_find_only_2481">
            <a:extLst>
              <a:ext uri="{FF2B5EF4-FFF2-40B4-BE49-F238E27FC236}">
                <a16:creationId xmlns:a16="http://schemas.microsoft.com/office/drawing/2014/main" id="{4A795560-72F2-4214-BA3D-0D8F9408A312}"/>
              </a:ext>
            </a:extLst>
          </p:cNvPr>
          <p:cNvSpPr>
            <a:spLocks noGrp="1"/>
          </p:cNvSpPr>
          <p:nvPr/>
        </p:nvSpPr>
        <p:spPr>
          <a:xfrm>
            <a:off x="29994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01_find_only_2482">
            <a:extLst>
              <a:ext uri="{FF2B5EF4-FFF2-40B4-BE49-F238E27FC236}">
                <a16:creationId xmlns:a16="http://schemas.microsoft.com/office/drawing/2014/main" id="{F8B503BD-F406-4481-B694-3E04B5D4A98B}"/>
              </a:ext>
            </a:extLst>
          </p:cNvPr>
          <p:cNvSpPr>
            <a:spLocks noGrp="1"/>
          </p:cNvSpPr>
          <p:nvPr/>
        </p:nvSpPr>
        <p:spPr>
          <a:xfrm>
            <a:off x="30781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01_find_only_2483">
            <a:extLst>
              <a:ext uri="{FF2B5EF4-FFF2-40B4-BE49-F238E27FC236}">
                <a16:creationId xmlns:a16="http://schemas.microsoft.com/office/drawing/2014/main" id="{5EC09FDC-4A4D-4B3A-A9F8-BE001FA403FC}"/>
              </a:ext>
            </a:extLst>
          </p:cNvPr>
          <p:cNvSpPr>
            <a:spLocks noGrp="1"/>
          </p:cNvSpPr>
          <p:nvPr/>
        </p:nvSpPr>
        <p:spPr>
          <a:xfrm>
            <a:off x="30318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01_find_only_2484">
            <a:extLst>
              <a:ext uri="{FF2B5EF4-FFF2-40B4-BE49-F238E27FC236}">
                <a16:creationId xmlns:a16="http://schemas.microsoft.com/office/drawing/2014/main" id="{ADB9EEFA-E874-495E-8582-E09E410516A4}"/>
              </a:ext>
            </a:extLst>
          </p:cNvPr>
          <p:cNvSpPr>
            <a:spLocks noGrp="1"/>
          </p:cNvSpPr>
          <p:nvPr/>
        </p:nvSpPr>
        <p:spPr>
          <a:xfrm>
            <a:off x="3089315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01_find_only_2485">
            <a:extLst>
              <a:ext uri="{FF2B5EF4-FFF2-40B4-BE49-F238E27FC236}">
                <a16:creationId xmlns:a16="http://schemas.microsoft.com/office/drawing/2014/main" id="{FF2610CA-6F36-4B60-9A6E-71C0B21D2106}"/>
              </a:ext>
            </a:extLst>
          </p:cNvPr>
          <p:cNvSpPr>
            <a:spLocks noGrp="1"/>
          </p:cNvSpPr>
          <p:nvPr/>
        </p:nvSpPr>
        <p:spPr>
          <a:xfrm>
            <a:off x="30589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01_find_only_2486">
            <a:extLst>
              <a:ext uri="{FF2B5EF4-FFF2-40B4-BE49-F238E27FC236}">
                <a16:creationId xmlns:a16="http://schemas.microsoft.com/office/drawing/2014/main" id="{0F8D6BF8-A908-4E25-A06C-8EFCA9120BEE}"/>
              </a:ext>
            </a:extLst>
          </p:cNvPr>
          <p:cNvSpPr>
            <a:spLocks noGrp="1"/>
          </p:cNvSpPr>
          <p:nvPr/>
        </p:nvSpPr>
        <p:spPr>
          <a:xfrm>
            <a:off x="306551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01_find_only_2487">
            <a:extLst>
              <a:ext uri="{FF2B5EF4-FFF2-40B4-BE49-F238E27FC236}">
                <a16:creationId xmlns:a16="http://schemas.microsoft.com/office/drawing/2014/main" id="{6E5B6E5F-AC5C-4556-8133-9E34FF0AA81E}"/>
              </a:ext>
            </a:extLst>
          </p:cNvPr>
          <p:cNvSpPr>
            <a:spLocks noGrp="1"/>
          </p:cNvSpPr>
          <p:nvPr/>
        </p:nvSpPr>
        <p:spPr>
          <a:xfrm>
            <a:off x="3022863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01_find_only_2488">
            <a:extLst>
              <a:ext uri="{FF2B5EF4-FFF2-40B4-BE49-F238E27FC236}">
                <a16:creationId xmlns:a16="http://schemas.microsoft.com/office/drawing/2014/main" id="{57328E3E-9D19-4215-824B-BF76727AD1D8}"/>
              </a:ext>
            </a:extLst>
          </p:cNvPr>
          <p:cNvSpPr>
            <a:spLocks noGrp="1"/>
          </p:cNvSpPr>
          <p:nvPr/>
        </p:nvSpPr>
        <p:spPr>
          <a:xfrm>
            <a:off x="308387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01_find_only_2489">
            <a:extLst>
              <a:ext uri="{FF2B5EF4-FFF2-40B4-BE49-F238E27FC236}">
                <a16:creationId xmlns:a16="http://schemas.microsoft.com/office/drawing/2014/main" id="{28CE93F6-8065-42A1-9D0D-AF3F61067D1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01_find_only_2490">
            <a:extLst>
              <a:ext uri="{FF2B5EF4-FFF2-40B4-BE49-F238E27FC236}">
                <a16:creationId xmlns:a16="http://schemas.microsoft.com/office/drawing/2014/main" id="{C7085AB0-EC1D-460C-9CB6-CA2D01CE74C5}"/>
              </a:ext>
            </a:extLst>
          </p:cNvPr>
          <p:cNvSpPr>
            <a:spLocks noGrp="1"/>
          </p:cNvSpPr>
          <p:nvPr/>
        </p:nvSpPr>
        <p:spPr>
          <a:xfrm>
            <a:off x="301023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01_find_only_2491">
            <a:extLst>
              <a:ext uri="{FF2B5EF4-FFF2-40B4-BE49-F238E27FC236}">
                <a16:creationId xmlns:a16="http://schemas.microsoft.com/office/drawing/2014/main" id="{9A8671B5-678C-42BC-86BD-85E12EC745EF}"/>
              </a:ext>
            </a:extLst>
          </p:cNvPr>
          <p:cNvSpPr>
            <a:spLocks noGrp="1"/>
          </p:cNvSpPr>
          <p:nvPr/>
        </p:nvSpPr>
        <p:spPr>
          <a:xfrm>
            <a:off x="3064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01_find_only_2492">
            <a:extLst>
              <a:ext uri="{FF2B5EF4-FFF2-40B4-BE49-F238E27FC236}">
                <a16:creationId xmlns:a16="http://schemas.microsoft.com/office/drawing/2014/main" id="{83F79121-E651-45CE-874B-C7B921C35A7A}"/>
              </a:ext>
            </a:extLst>
          </p:cNvPr>
          <p:cNvSpPr>
            <a:spLocks noGrp="1"/>
          </p:cNvSpPr>
          <p:nvPr/>
        </p:nvSpPr>
        <p:spPr>
          <a:xfrm>
            <a:off x="30151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01_find_only_2493">
            <a:extLst>
              <a:ext uri="{FF2B5EF4-FFF2-40B4-BE49-F238E27FC236}">
                <a16:creationId xmlns:a16="http://schemas.microsoft.com/office/drawing/2014/main" id="{7FDAAC30-6E0A-4338-AE13-08043DFF0589}"/>
              </a:ext>
            </a:extLst>
          </p:cNvPr>
          <p:cNvSpPr>
            <a:spLocks noGrp="1"/>
          </p:cNvSpPr>
          <p:nvPr/>
        </p:nvSpPr>
        <p:spPr>
          <a:xfrm>
            <a:off x="302276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01_find_only_2494">
            <a:extLst>
              <a:ext uri="{FF2B5EF4-FFF2-40B4-BE49-F238E27FC236}">
                <a16:creationId xmlns:a16="http://schemas.microsoft.com/office/drawing/2014/main" id="{E01354B3-10D0-4FDC-9E0D-37CF0B42D6DA}"/>
              </a:ext>
            </a:extLst>
          </p:cNvPr>
          <p:cNvSpPr>
            <a:spLocks noGrp="1"/>
          </p:cNvSpPr>
          <p:nvPr/>
        </p:nvSpPr>
        <p:spPr>
          <a:xfrm>
            <a:off x="30830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01_find_only_2495">
            <a:extLst>
              <a:ext uri="{FF2B5EF4-FFF2-40B4-BE49-F238E27FC236}">
                <a16:creationId xmlns:a16="http://schemas.microsoft.com/office/drawing/2014/main" id="{37827F85-AA6D-46A4-98C4-651B6EC7711D}"/>
              </a:ext>
            </a:extLst>
          </p:cNvPr>
          <p:cNvSpPr>
            <a:spLocks noGrp="1"/>
          </p:cNvSpPr>
          <p:nvPr/>
        </p:nvSpPr>
        <p:spPr>
          <a:xfrm>
            <a:off x="30243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01_find_only_2496">
            <a:extLst>
              <a:ext uri="{FF2B5EF4-FFF2-40B4-BE49-F238E27FC236}">
                <a16:creationId xmlns:a16="http://schemas.microsoft.com/office/drawing/2014/main" id="{46875255-C240-4FFF-AD71-70094C1C84DD}"/>
              </a:ext>
            </a:extLst>
          </p:cNvPr>
          <p:cNvSpPr>
            <a:spLocks noGrp="1"/>
          </p:cNvSpPr>
          <p:nvPr/>
        </p:nvSpPr>
        <p:spPr>
          <a:xfrm>
            <a:off x="3077657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01_find_only_2497">
            <a:extLst>
              <a:ext uri="{FF2B5EF4-FFF2-40B4-BE49-F238E27FC236}">
                <a16:creationId xmlns:a16="http://schemas.microsoft.com/office/drawing/2014/main" id="{EAD37C22-E596-4A12-9CE8-DBF499BB5C40}"/>
              </a:ext>
            </a:extLst>
          </p:cNvPr>
          <p:cNvSpPr>
            <a:spLocks noGrp="1"/>
          </p:cNvSpPr>
          <p:nvPr/>
        </p:nvSpPr>
        <p:spPr>
          <a:xfrm>
            <a:off x="30784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01_find_only_2498">
            <a:extLst>
              <a:ext uri="{FF2B5EF4-FFF2-40B4-BE49-F238E27FC236}">
                <a16:creationId xmlns:a16="http://schemas.microsoft.com/office/drawing/2014/main" id="{818DBA21-6649-460A-8D1B-353C7E7058D2}"/>
              </a:ext>
            </a:extLst>
          </p:cNvPr>
          <p:cNvSpPr>
            <a:spLocks noGrp="1"/>
          </p:cNvSpPr>
          <p:nvPr/>
        </p:nvSpPr>
        <p:spPr>
          <a:xfrm>
            <a:off x="30809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01_find_only_2499">
            <a:extLst>
              <a:ext uri="{FF2B5EF4-FFF2-40B4-BE49-F238E27FC236}">
                <a16:creationId xmlns:a16="http://schemas.microsoft.com/office/drawing/2014/main" id="{9BEC88C8-7531-4828-A972-E46ADB8CED3E}"/>
              </a:ext>
            </a:extLst>
          </p:cNvPr>
          <p:cNvSpPr>
            <a:spLocks noGrp="1"/>
          </p:cNvSpPr>
          <p:nvPr/>
        </p:nvSpPr>
        <p:spPr>
          <a:xfrm>
            <a:off x="3025098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01_find_only_2500">
            <a:extLst>
              <a:ext uri="{FF2B5EF4-FFF2-40B4-BE49-F238E27FC236}">
                <a16:creationId xmlns:a16="http://schemas.microsoft.com/office/drawing/2014/main" id="{69E83DE9-B84B-45EA-A0E0-13DA8E211CC0}"/>
              </a:ext>
            </a:extLst>
          </p:cNvPr>
          <p:cNvSpPr>
            <a:spLocks noGrp="1"/>
          </p:cNvSpPr>
          <p:nvPr/>
        </p:nvSpPr>
        <p:spPr>
          <a:xfrm>
            <a:off x="301042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01_find_only_2501">
            <a:extLst>
              <a:ext uri="{FF2B5EF4-FFF2-40B4-BE49-F238E27FC236}">
                <a16:creationId xmlns:a16="http://schemas.microsoft.com/office/drawing/2014/main" id="{3E92EF24-48FB-47E6-BC70-41B35AB70E47}"/>
              </a:ext>
            </a:extLst>
          </p:cNvPr>
          <p:cNvSpPr>
            <a:spLocks noGrp="1"/>
          </p:cNvSpPr>
          <p:nvPr/>
        </p:nvSpPr>
        <p:spPr>
          <a:xfrm>
            <a:off x="306697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01_find_only_2502">
            <a:extLst>
              <a:ext uri="{FF2B5EF4-FFF2-40B4-BE49-F238E27FC236}">
                <a16:creationId xmlns:a16="http://schemas.microsoft.com/office/drawing/2014/main" id="{2920EC06-080E-4D33-8699-2E0D65CB6F49}"/>
              </a:ext>
            </a:extLst>
          </p:cNvPr>
          <p:cNvSpPr>
            <a:spLocks noGrp="1"/>
          </p:cNvSpPr>
          <p:nvPr/>
        </p:nvSpPr>
        <p:spPr>
          <a:xfrm>
            <a:off x="3005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01_find_only_2503">
            <a:extLst>
              <a:ext uri="{FF2B5EF4-FFF2-40B4-BE49-F238E27FC236}">
                <a16:creationId xmlns:a16="http://schemas.microsoft.com/office/drawing/2014/main" id="{F5E7B201-B432-42A1-8F8D-13ED47C79255}"/>
              </a:ext>
            </a:extLst>
          </p:cNvPr>
          <p:cNvSpPr>
            <a:spLocks noGrp="1"/>
          </p:cNvSpPr>
          <p:nvPr/>
        </p:nvSpPr>
        <p:spPr>
          <a:xfrm>
            <a:off x="30119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01_find_only_2504">
            <a:extLst>
              <a:ext uri="{FF2B5EF4-FFF2-40B4-BE49-F238E27FC236}">
                <a16:creationId xmlns:a16="http://schemas.microsoft.com/office/drawing/2014/main" id="{46DD0389-25BF-440B-AAC0-AB0BEA93E198}"/>
              </a:ext>
            </a:extLst>
          </p:cNvPr>
          <p:cNvSpPr>
            <a:spLocks noGrp="1"/>
          </p:cNvSpPr>
          <p:nvPr/>
        </p:nvSpPr>
        <p:spPr>
          <a:xfrm>
            <a:off x="30693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01_find_only_2505">
            <a:extLst>
              <a:ext uri="{FF2B5EF4-FFF2-40B4-BE49-F238E27FC236}">
                <a16:creationId xmlns:a16="http://schemas.microsoft.com/office/drawing/2014/main" id="{C354DB76-E5AF-4B24-B188-4F1E80EAFF03}"/>
              </a:ext>
            </a:extLst>
          </p:cNvPr>
          <p:cNvSpPr>
            <a:spLocks noGrp="1"/>
          </p:cNvSpPr>
          <p:nvPr/>
        </p:nvSpPr>
        <p:spPr>
          <a:xfrm>
            <a:off x="30067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01_find_only_2506">
            <a:extLst>
              <a:ext uri="{FF2B5EF4-FFF2-40B4-BE49-F238E27FC236}">
                <a16:creationId xmlns:a16="http://schemas.microsoft.com/office/drawing/2014/main" id="{C3E4645A-0DC7-4A76-AAD4-127543AC6EFF}"/>
              </a:ext>
            </a:extLst>
          </p:cNvPr>
          <p:cNvSpPr>
            <a:spLocks noGrp="1"/>
          </p:cNvSpPr>
          <p:nvPr/>
        </p:nvSpPr>
        <p:spPr>
          <a:xfrm>
            <a:off x="3088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01_find_only_2507">
            <a:extLst>
              <a:ext uri="{FF2B5EF4-FFF2-40B4-BE49-F238E27FC236}">
                <a16:creationId xmlns:a16="http://schemas.microsoft.com/office/drawing/2014/main" id="{28D05C31-2BBD-405D-9AC2-6893AD776890}"/>
              </a:ext>
            </a:extLst>
          </p:cNvPr>
          <p:cNvSpPr>
            <a:spLocks noGrp="1"/>
          </p:cNvSpPr>
          <p:nvPr/>
        </p:nvSpPr>
        <p:spPr>
          <a:xfrm>
            <a:off x="30731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01_find_only_2508">
            <a:extLst>
              <a:ext uri="{FF2B5EF4-FFF2-40B4-BE49-F238E27FC236}">
                <a16:creationId xmlns:a16="http://schemas.microsoft.com/office/drawing/2014/main" id="{CEC6E246-9343-4368-A0D5-5CE4A17A16F9}"/>
              </a:ext>
            </a:extLst>
          </p:cNvPr>
          <p:cNvSpPr>
            <a:spLocks noGrp="1"/>
          </p:cNvSpPr>
          <p:nvPr/>
        </p:nvSpPr>
        <p:spPr>
          <a:xfrm>
            <a:off x="30380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01_find_only_2509">
            <a:extLst>
              <a:ext uri="{FF2B5EF4-FFF2-40B4-BE49-F238E27FC236}">
                <a16:creationId xmlns:a16="http://schemas.microsoft.com/office/drawing/2014/main" id="{05584EA2-0909-4A68-8099-BF9EA68ED00C}"/>
              </a:ext>
            </a:extLst>
          </p:cNvPr>
          <p:cNvSpPr>
            <a:spLocks noGrp="1"/>
          </p:cNvSpPr>
          <p:nvPr/>
        </p:nvSpPr>
        <p:spPr>
          <a:xfrm>
            <a:off x="30216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01_find_only_2510">
            <a:extLst>
              <a:ext uri="{FF2B5EF4-FFF2-40B4-BE49-F238E27FC236}">
                <a16:creationId xmlns:a16="http://schemas.microsoft.com/office/drawing/2014/main" id="{D11259E5-7BF0-4571-8A99-5382F94FB346}"/>
              </a:ext>
            </a:extLst>
          </p:cNvPr>
          <p:cNvSpPr>
            <a:spLocks noGrp="1"/>
          </p:cNvSpPr>
          <p:nvPr/>
        </p:nvSpPr>
        <p:spPr>
          <a:xfrm>
            <a:off x="3090773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01_find_only_2511">
            <a:extLst>
              <a:ext uri="{FF2B5EF4-FFF2-40B4-BE49-F238E27FC236}">
                <a16:creationId xmlns:a16="http://schemas.microsoft.com/office/drawing/2014/main" id="{DC8448B3-2B45-4487-8609-C2A208C13A0C}"/>
              </a:ext>
            </a:extLst>
          </p:cNvPr>
          <p:cNvSpPr>
            <a:spLocks noGrp="1"/>
          </p:cNvSpPr>
          <p:nvPr/>
        </p:nvSpPr>
        <p:spPr>
          <a:xfrm>
            <a:off x="3055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01_find_only_2512">
            <a:extLst>
              <a:ext uri="{FF2B5EF4-FFF2-40B4-BE49-F238E27FC236}">
                <a16:creationId xmlns:a16="http://schemas.microsoft.com/office/drawing/2014/main" id="{05E635CD-B905-4AF2-9338-8429FEF3CB07}"/>
              </a:ext>
            </a:extLst>
          </p:cNvPr>
          <p:cNvSpPr>
            <a:spLocks noGrp="1"/>
          </p:cNvSpPr>
          <p:nvPr/>
        </p:nvSpPr>
        <p:spPr>
          <a:xfrm>
            <a:off x="30776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01_find_only_2513">
            <a:extLst>
              <a:ext uri="{FF2B5EF4-FFF2-40B4-BE49-F238E27FC236}">
                <a16:creationId xmlns:a16="http://schemas.microsoft.com/office/drawing/2014/main" id="{F24302CC-6074-469C-BBC8-430BDD986020}"/>
              </a:ext>
            </a:extLst>
          </p:cNvPr>
          <p:cNvSpPr>
            <a:spLocks noGrp="1"/>
          </p:cNvSpPr>
          <p:nvPr/>
        </p:nvSpPr>
        <p:spPr>
          <a:xfrm>
            <a:off x="30095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01_find_only_2514">
            <a:extLst>
              <a:ext uri="{FF2B5EF4-FFF2-40B4-BE49-F238E27FC236}">
                <a16:creationId xmlns:a16="http://schemas.microsoft.com/office/drawing/2014/main" id="{20F7358F-E13F-419F-9294-B84CA86E9D22}"/>
              </a:ext>
            </a:extLst>
          </p:cNvPr>
          <p:cNvSpPr>
            <a:spLocks noGrp="1"/>
          </p:cNvSpPr>
          <p:nvPr/>
        </p:nvSpPr>
        <p:spPr>
          <a:xfrm>
            <a:off x="30369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01_find_only_2515">
            <a:extLst>
              <a:ext uri="{FF2B5EF4-FFF2-40B4-BE49-F238E27FC236}">
                <a16:creationId xmlns:a16="http://schemas.microsoft.com/office/drawing/2014/main" id="{B6DF8136-6C38-4F37-9B1A-6F3B23C2D46F}"/>
              </a:ext>
            </a:extLst>
          </p:cNvPr>
          <p:cNvSpPr>
            <a:spLocks noGrp="1"/>
          </p:cNvSpPr>
          <p:nvPr/>
        </p:nvSpPr>
        <p:spPr>
          <a:xfrm>
            <a:off x="30716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01_find_only_2516">
            <a:extLst>
              <a:ext uri="{FF2B5EF4-FFF2-40B4-BE49-F238E27FC236}">
                <a16:creationId xmlns:a16="http://schemas.microsoft.com/office/drawing/2014/main" id="{BA8EC6BA-53BB-4848-80D3-500FB67CC777}"/>
              </a:ext>
            </a:extLst>
          </p:cNvPr>
          <p:cNvSpPr>
            <a:spLocks noGrp="1"/>
          </p:cNvSpPr>
          <p:nvPr/>
        </p:nvSpPr>
        <p:spPr>
          <a:xfrm>
            <a:off x="30575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01_find_only_2517">
            <a:extLst>
              <a:ext uri="{FF2B5EF4-FFF2-40B4-BE49-F238E27FC236}">
                <a16:creationId xmlns:a16="http://schemas.microsoft.com/office/drawing/2014/main" id="{96DCBA97-D165-4BB6-81F4-BA22394D5659}"/>
              </a:ext>
            </a:extLst>
          </p:cNvPr>
          <p:cNvSpPr>
            <a:spLocks noGrp="1"/>
          </p:cNvSpPr>
          <p:nvPr/>
        </p:nvSpPr>
        <p:spPr>
          <a:xfrm>
            <a:off x="3086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01_find_only_2518">
            <a:extLst>
              <a:ext uri="{FF2B5EF4-FFF2-40B4-BE49-F238E27FC236}">
                <a16:creationId xmlns:a16="http://schemas.microsoft.com/office/drawing/2014/main" id="{9835ABAD-623B-4648-8BA4-543BC9062E36}"/>
              </a:ext>
            </a:extLst>
          </p:cNvPr>
          <p:cNvSpPr>
            <a:spLocks noGrp="1"/>
          </p:cNvSpPr>
          <p:nvPr/>
        </p:nvSpPr>
        <p:spPr>
          <a:xfrm>
            <a:off x="29958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01_find_only_2519">
            <a:extLst>
              <a:ext uri="{FF2B5EF4-FFF2-40B4-BE49-F238E27FC236}">
                <a16:creationId xmlns:a16="http://schemas.microsoft.com/office/drawing/2014/main" id="{48F645FA-4E7D-4D03-A4B6-A9AA5CD1EB22}"/>
              </a:ext>
            </a:extLst>
          </p:cNvPr>
          <p:cNvSpPr>
            <a:spLocks noGrp="1"/>
          </p:cNvSpPr>
          <p:nvPr/>
        </p:nvSpPr>
        <p:spPr>
          <a:xfrm>
            <a:off x="30358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01_find_only_2520">
            <a:extLst>
              <a:ext uri="{FF2B5EF4-FFF2-40B4-BE49-F238E27FC236}">
                <a16:creationId xmlns:a16="http://schemas.microsoft.com/office/drawing/2014/main" id="{4BCBCB96-AF4C-46BF-9F1C-2641F0D9E954}"/>
              </a:ext>
            </a:extLst>
          </p:cNvPr>
          <p:cNvSpPr>
            <a:spLocks noGrp="1"/>
          </p:cNvSpPr>
          <p:nvPr/>
        </p:nvSpPr>
        <p:spPr>
          <a:xfrm>
            <a:off x="30540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01_find_only_2521">
            <a:extLst>
              <a:ext uri="{FF2B5EF4-FFF2-40B4-BE49-F238E27FC236}">
                <a16:creationId xmlns:a16="http://schemas.microsoft.com/office/drawing/2014/main" id="{2D90B459-E478-4D09-8A02-86C094983D0D}"/>
              </a:ext>
            </a:extLst>
          </p:cNvPr>
          <p:cNvSpPr>
            <a:spLocks noGrp="1"/>
          </p:cNvSpPr>
          <p:nvPr/>
        </p:nvSpPr>
        <p:spPr>
          <a:xfrm>
            <a:off x="30238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01_find_only_2522">
            <a:extLst>
              <a:ext uri="{FF2B5EF4-FFF2-40B4-BE49-F238E27FC236}">
                <a16:creationId xmlns:a16="http://schemas.microsoft.com/office/drawing/2014/main" id="{777CDD59-1B68-43E0-B807-FA46E6C346FA}"/>
              </a:ext>
            </a:extLst>
          </p:cNvPr>
          <p:cNvSpPr>
            <a:spLocks noGrp="1"/>
          </p:cNvSpPr>
          <p:nvPr/>
        </p:nvSpPr>
        <p:spPr>
          <a:xfrm>
            <a:off x="30455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01_find_only_2523">
            <a:extLst>
              <a:ext uri="{FF2B5EF4-FFF2-40B4-BE49-F238E27FC236}">
                <a16:creationId xmlns:a16="http://schemas.microsoft.com/office/drawing/2014/main" id="{C3E0024C-5983-493E-B0E0-0BEC5829E2AD}"/>
              </a:ext>
            </a:extLst>
          </p:cNvPr>
          <p:cNvSpPr>
            <a:spLocks noGrp="1"/>
          </p:cNvSpPr>
          <p:nvPr/>
        </p:nvSpPr>
        <p:spPr>
          <a:xfrm>
            <a:off x="3033356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01_find_only_2524">
            <a:extLst>
              <a:ext uri="{FF2B5EF4-FFF2-40B4-BE49-F238E27FC236}">
                <a16:creationId xmlns:a16="http://schemas.microsoft.com/office/drawing/2014/main" id="{0766196A-FA84-4D49-9843-10789130EBAB}"/>
              </a:ext>
            </a:extLst>
          </p:cNvPr>
          <p:cNvSpPr>
            <a:spLocks noGrp="1"/>
          </p:cNvSpPr>
          <p:nvPr/>
        </p:nvSpPr>
        <p:spPr>
          <a:xfrm>
            <a:off x="307532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01_find_only_2525">
            <a:extLst>
              <a:ext uri="{FF2B5EF4-FFF2-40B4-BE49-F238E27FC236}">
                <a16:creationId xmlns:a16="http://schemas.microsoft.com/office/drawing/2014/main" id="{01F45570-54BD-4E79-9505-1A49B5AA1A16}"/>
              </a:ext>
            </a:extLst>
          </p:cNvPr>
          <p:cNvSpPr>
            <a:spLocks noGrp="1"/>
          </p:cNvSpPr>
          <p:nvPr/>
        </p:nvSpPr>
        <p:spPr>
          <a:xfrm>
            <a:off x="30065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01_find_only_2526">
            <a:extLst>
              <a:ext uri="{FF2B5EF4-FFF2-40B4-BE49-F238E27FC236}">
                <a16:creationId xmlns:a16="http://schemas.microsoft.com/office/drawing/2014/main" id="{F60BAAB0-B765-49EA-971D-B5FFBC69010F}"/>
              </a:ext>
            </a:extLst>
          </p:cNvPr>
          <p:cNvSpPr>
            <a:spLocks noGrp="1"/>
          </p:cNvSpPr>
          <p:nvPr/>
        </p:nvSpPr>
        <p:spPr>
          <a:xfrm>
            <a:off x="3011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01_find_only_2527">
            <a:extLst>
              <a:ext uri="{FF2B5EF4-FFF2-40B4-BE49-F238E27FC236}">
                <a16:creationId xmlns:a16="http://schemas.microsoft.com/office/drawing/2014/main" id="{9E7E4FF7-5599-44A7-AD79-C108F0029382}"/>
              </a:ext>
            </a:extLst>
          </p:cNvPr>
          <p:cNvSpPr>
            <a:spLocks noGrp="1"/>
          </p:cNvSpPr>
          <p:nvPr/>
        </p:nvSpPr>
        <p:spPr>
          <a:xfrm>
            <a:off x="30514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01_find_only_2528">
            <a:extLst>
              <a:ext uri="{FF2B5EF4-FFF2-40B4-BE49-F238E27FC236}">
                <a16:creationId xmlns:a16="http://schemas.microsoft.com/office/drawing/2014/main" id="{63E7C32A-31F8-4385-A612-D1F678331E3A}"/>
              </a:ext>
            </a:extLst>
          </p:cNvPr>
          <p:cNvSpPr>
            <a:spLocks noGrp="1"/>
          </p:cNvSpPr>
          <p:nvPr/>
        </p:nvSpPr>
        <p:spPr>
          <a:xfrm>
            <a:off x="30505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01_find_only_2529">
            <a:extLst>
              <a:ext uri="{FF2B5EF4-FFF2-40B4-BE49-F238E27FC236}">
                <a16:creationId xmlns:a16="http://schemas.microsoft.com/office/drawing/2014/main" id="{86ABBBE0-CF92-4FDB-9F5A-315D8C649A3E}"/>
              </a:ext>
            </a:extLst>
          </p:cNvPr>
          <p:cNvSpPr>
            <a:spLocks noGrp="1"/>
          </p:cNvSpPr>
          <p:nvPr/>
        </p:nvSpPr>
        <p:spPr>
          <a:xfrm>
            <a:off x="3082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01_find_only_2530">
            <a:extLst>
              <a:ext uri="{FF2B5EF4-FFF2-40B4-BE49-F238E27FC236}">
                <a16:creationId xmlns:a16="http://schemas.microsoft.com/office/drawing/2014/main" id="{C188A033-61C4-4722-B9BE-0AC660F26FCB}"/>
              </a:ext>
            </a:extLst>
          </p:cNvPr>
          <p:cNvSpPr>
            <a:spLocks noGrp="1"/>
          </p:cNvSpPr>
          <p:nvPr/>
        </p:nvSpPr>
        <p:spPr>
          <a:xfrm>
            <a:off x="3067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01_find_only_2531">
            <a:extLst>
              <a:ext uri="{FF2B5EF4-FFF2-40B4-BE49-F238E27FC236}">
                <a16:creationId xmlns:a16="http://schemas.microsoft.com/office/drawing/2014/main" id="{541768D7-7008-40C4-B1E5-A9DC7C8E03BC}"/>
              </a:ext>
            </a:extLst>
          </p:cNvPr>
          <p:cNvSpPr>
            <a:spLocks noGrp="1"/>
          </p:cNvSpPr>
          <p:nvPr/>
        </p:nvSpPr>
        <p:spPr>
          <a:xfrm>
            <a:off x="30216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01_find_only_2532">
            <a:extLst>
              <a:ext uri="{FF2B5EF4-FFF2-40B4-BE49-F238E27FC236}">
                <a16:creationId xmlns:a16="http://schemas.microsoft.com/office/drawing/2014/main" id="{639DC0BE-2378-4F98-8939-C7707EF6F951}"/>
              </a:ext>
            </a:extLst>
          </p:cNvPr>
          <p:cNvSpPr>
            <a:spLocks noGrp="1"/>
          </p:cNvSpPr>
          <p:nvPr/>
        </p:nvSpPr>
        <p:spPr>
          <a:xfrm>
            <a:off x="306939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01_find_only_2533">
            <a:extLst>
              <a:ext uri="{FF2B5EF4-FFF2-40B4-BE49-F238E27FC236}">
                <a16:creationId xmlns:a16="http://schemas.microsoft.com/office/drawing/2014/main" id="{A65F2365-1554-4EEE-AD66-EBCACC2487EC}"/>
              </a:ext>
            </a:extLst>
          </p:cNvPr>
          <p:cNvSpPr>
            <a:spLocks noGrp="1"/>
          </p:cNvSpPr>
          <p:nvPr/>
        </p:nvSpPr>
        <p:spPr>
          <a:xfrm>
            <a:off x="3061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01_find_only_2534">
            <a:extLst>
              <a:ext uri="{FF2B5EF4-FFF2-40B4-BE49-F238E27FC236}">
                <a16:creationId xmlns:a16="http://schemas.microsoft.com/office/drawing/2014/main" id="{34B20435-2CF6-463B-A587-949DDDEB236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01_find_only_2535">
            <a:extLst>
              <a:ext uri="{FF2B5EF4-FFF2-40B4-BE49-F238E27FC236}">
                <a16:creationId xmlns:a16="http://schemas.microsoft.com/office/drawing/2014/main" id="{089A9BD8-E3A0-4E51-BA1F-8174979047F2}"/>
              </a:ext>
            </a:extLst>
          </p:cNvPr>
          <p:cNvSpPr>
            <a:spLocks noGrp="1"/>
          </p:cNvSpPr>
          <p:nvPr/>
        </p:nvSpPr>
        <p:spPr>
          <a:xfrm>
            <a:off x="30473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01_find_only_2536">
            <a:extLst>
              <a:ext uri="{FF2B5EF4-FFF2-40B4-BE49-F238E27FC236}">
                <a16:creationId xmlns:a16="http://schemas.microsoft.com/office/drawing/2014/main" id="{88E9B52B-13F7-4E66-B56A-B9C9DF7D4A5F}"/>
              </a:ext>
            </a:extLst>
          </p:cNvPr>
          <p:cNvSpPr>
            <a:spLocks noGrp="1"/>
          </p:cNvSpPr>
          <p:nvPr/>
        </p:nvSpPr>
        <p:spPr>
          <a:xfrm>
            <a:off x="2996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01_find_only_2537">
            <a:extLst>
              <a:ext uri="{FF2B5EF4-FFF2-40B4-BE49-F238E27FC236}">
                <a16:creationId xmlns:a16="http://schemas.microsoft.com/office/drawing/2014/main" id="{40127C78-6F28-4720-8A43-2F3D50B31055}"/>
              </a:ext>
            </a:extLst>
          </p:cNvPr>
          <p:cNvSpPr>
            <a:spLocks noGrp="1"/>
          </p:cNvSpPr>
          <p:nvPr/>
        </p:nvSpPr>
        <p:spPr>
          <a:xfrm>
            <a:off x="3061919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01_find_only_2538">
            <a:extLst>
              <a:ext uri="{FF2B5EF4-FFF2-40B4-BE49-F238E27FC236}">
                <a16:creationId xmlns:a16="http://schemas.microsoft.com/office/drawing/2014/main" id="{F00436EF-14F7-4632-A5A0-2D82DAD92EF7}"/>
              </a:ext>
            </a:extLst>
          </p:cNvPr>
          <p:cNvSpPr>
            <a:spLocks noGrp="1"/>
          </p:cNvSpPr>
          <p:nvPr/>
        </p:nvSpPr>
        <p:spPr>
          <a:xfrm>
            <a:off x="3074743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01_find_only_2539">
            <a:extLst>
              <a:ext uri="{FF2B5EF4-FFF2-40B4-BE49-F238E27FC236}">
                <a16:creationId xmlns:a16="http://schemas.microsoft.com/office/drawing/2014/main" id="{16266C54-99AA-4907-B524-6BE078539DA9}"/>
              </a:ext>
            </a:extLst>
          </p:cNvPr>
          <p:cNvSpPr>
            <a:spLocks noGrp="1"/>
          </p:cNvSpPr>
          <p:nvPr/>
        </p:nvSpPr>
        <p:spPr>
          <a:xfrm>
            <a:off x="3013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01_find_only_2540">
            <a:extLst>
              <a:ext uri="{FF2B5EF4-FFF2-40B4-BE49-F238E27FC236}">
                <a16:creationId xmlns:a16="http://schemas.microsoft.com/office/drawing/2014/main" id="{67F99F53-341C-4007-9EE4-0CF00AEF8F8C}"/>
              </a:ext>
            </a:extLst>
          </p:cNvPr>
          <p:cNvSpPr>
            <a:spLocks noGrp="1"/>
          </p:cNvSpPr>
          <p:nvPr/>
        </p:nvSpPr>
        <p:spPr>
          <a:xfrm>
            <a:off x="30057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01_find_only_2541">
            <a:extLst>
              <a:ext uri="{FF2B5EF4-FFF2-40B4-BE49-F238E27FC236}">
                <a16:creationId xmlns:a16="http://schemas.microsoft.com/office/drawing/2014/main" id="{C9CC8A66-E05F-41C2-9916-07D3236BF3C0}"/>
              </a:ext>
            </a:extLst>
          </p:cNvPr>
          <p:cNvSpPr>
            <a:spLocks noGrp="1"/>
          </p:cNvSpPr>
          <p:nvPr/>
        </p:nvSpPr>
        <p:spPr>
          <a:xfrm>
            <a:off x="306172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01_find_only_2542">
            <a:extLst>
              <a:ext uri="{FF2B5EF4-FFF2-40B4-BE49-F238E27FC236}">
                <a16:creationId xmlns:a16="http://schemas.microsoft.com/office/drawing/2014/main" id="{A6782FB1-58BC-4D8E-85B5-549234E57FCE}"/>
              </a:ext>
            </a:extLst>
          </p:cNvPr>
          <p:cNvSpPr>
            <a:spLocks noGrp="1"/>
          </p:cNvSpPr>
          <p:nvPr/>
        </p:nvSpPr>
        <p:spPr>
          <a:xfrm>
            <a:off x="30867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01_find_only_2543">
            <a:extLst>
              <a:ext uri="{FF2B5EF4-FFF2-40B4-BE49-F238E27FC236}">
                <a16:creationId xmlns:a16="http://schemas.microsoft.com/office/drawing/2014/main" id="{5327A5C0-D466-4963-BBAF-DD38197C82A6}"/>
              </a:ext>
            </a:extLst>
          </p:cNvPr>
          <p:cNvSpPr>
            <a:spLocks noGrp="1"/>
          </p:cNvSpPr>
          <p:nvPr/>
        </p:nvSpPr>
        <p:spPr>
          <a:xfrm>
            <a:off x="3090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01_find_only_2544">
            <a:extLst>
              <a:ext uri="{FF2B5EF4-FFF2-40B4-BE49-F238E27FC236}">
                <a16:creationId xmlns:a16="http://schemas.microsoft.com/office/drawing/2014/main" id="{1E45EBA7-1919-4BCB-B3A5-006D100B988A}"/>
              </a:ext>
            </a:extLst>
          </p:cNvPr>
          <p:cNvSpPr>
            <a:spLocks noGrp="1"/>
          </p:cNvSpPr>
          <p:nvPr/>
        </p:nvSpPr>
        <p:spPr>
          <a:xfrm>
            <a:off x="30309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01_find_only_2545">
            <a:extLst>
              <a:ext uri="{FF2B5EF4-FFF2-40B4-BE49-F238E27FC236}">
                <a16:creationId xmlns:a16="http://schemas.microsoft.com/office/drawing/2014/main" id="{0D4F37DE-32D1-42E4-BE37-90FF2E3ABD70}"/>
              </a:ext>
            </a:extLst>
          </p:cNvPr>
          <p:cNvSpPr>
            <a:spLocks noGrp="1"/>
          </p:cNvSpPr>
          <p:nvPr/>
        </p:nvSpPr>
        <p:spPr>
          <a:xfrm>
            <a:off x="30665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01_find_only_2546">
            <a:extLst>
              <a:ext uri="{FF2B5EF4-FFF2-40B4-BE49-F238E27FC236}">
                <a16:creationId xmlns:a16="http://schemas.microsoft.com/office/drawing/2014/main" id="{3452B717-5B9E-426B-B55F-EF0D726B14C9}"/>
              </a:ext>
            </a:extLst>
          </p:cNvPr>
          <p:cNvSpPr>
            <a:spLocks noGrp="1"/>
          </p:cNvSpPr>
          <p:nvPr/>
        </p:nvSpPr>
        <p:spPr>
          <a:xfrm>
            <a:off x="30739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01_find_only_2547">
            <a:extLst>
              <a:ext uri="{FF2B5EF4-FFF2-40B4-BE49-F238E27FC236}">
                <a16:creationId xmlns:a16="http://schemas.microsoft.com/office/drawing/2014/main" id="{0DAE3464-093B-4103-AEF6-95F2D37D03F0}"/>
              </a:ext>
            </a:extLst>
          </p:cNvPr>
          <p:cNvSpPr>
            <a:spLocks noGrp="1"/>
          </p:cNvSpPr>
          <p:nvPr/>
        </p:nvSpPr>
        <p:spPr>
          <a:xfrm>
            <a:off x="30857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01_find_only_2548">
            <a:extLst>
              <a:ext uri="{FF2B5EF4-FFF2-40B4-BE49-F238E27FC236}">
                <a16:creationId xmlns:a16="http://schemas.microsoft.com/office/drawing/2014/main" id="{193EC1AA-608D-4E5C-9FFF-E863712132D6}"/>
              </a:ext>
            </a:extLst>
          </p:cNvPr>
          <p:cNvSpPr>
            <a:spLocks noGrp="1"/>
          </p:cNvSpPr>
          <p:nvPr/>
        </p:nvSpPr>
        <p:spPr>
          <a:xfrm>
            <a:off x="30754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01_find_only_2549">
            <a:extLst>
              <a:ext uri="{FF2B5EF4-FFF2-40B4-BE49-F238E27FC236}">
                <a16:creationId xmlns:a16="http://schemas.microsoft.com/office/drawing/2014/main" id="{AABE2BC5-9902-404E-9B66-AD0C756CD54A}"/>
              </a:ext>
            </a:extLst>
          </p:cNvPr>
          <p:cNvSpPr>
            <a:spLocks noGrp="1"/>
          </p:cNvSpPr>
          <p:nvPr/>
        </p:nvSpPr>
        <p:spPr>
          <a:xfrm>
            <a:off x="30607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01_find_only_2550">
            <a:extLst>
              <a:ext uri="{FF2B5EF4-FFF2-40B4-BE49-F238E27FC236}">
                <a16:creationId xmlns:a16="http://schemas.microsoft.com/office/drawing/2014/main" id="{6869039C-F97E-4B2A-BD9F-9FA71226C875}"/>
              </a:ext>
            </a:extLst>
          </p:cNvPr>
          <p:cNvSpPr>
            <a:spLocks noGrp="1"/>
          </p:cNvSpPr>
          <p:nvPr/>
        </p:nvSpPr>
        <p:spPr>
          <a:xfrm>
            <a:off x="30011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01_find_only_2551">
            <a:extLst>
              <a:ext uri="{FF2B5EF4-FFF2-40B4-BE49-F238E27FC236}">
                <a16:creationId xmlns:a16="http://schemas.microsoft.com/office/drawing/2014/main" id="{DC962624-996F-4ED3-A966-ACE088B72B2E}"/>
              </a:ext>
            </a:extLst>
          </p:cNvPr>
          <p:cNvSpPr>
            <a:spLocks noGrp="1"/>
          </p:cNvSpPr>
          <p:nvPr/>
        </p:nvSpPr>
        <p:spPr>
          <a:xfrm>
            <a:off x="3010622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01_find_only_2552">
            <a:extLst>
              <a:ext uri="{FF2B5EF4-FFF2-40B4-BE49-F238E27FC236}">
                <a16:creationId xmlns:a16="http://schemas.microsoft.com/office/drawing/2014/main" id="{682C6929-E29E-402F-B9F8-B7979197613A}"/>
              </a:ext>
            </a:extLst>
          </p:cNvPr>
          <p:cNvSpPr>
            <a:spLocks noGrp="1"/>
          </p:cNvSpPr>
          <p:nvPr/>
        </p:nvSpPr>
        <p:spPr>
          <a:xfrm>
            <a:off x="3061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01_find_only_2553">
            <a:extLst>
              <a:ext uri="{FF2B5EF4-FFF2-40B4-BE49-F238E27FC236}">
                <a16:creationId xmlns:a16="http://schemas.microsoft.com/office/drawing/2014/main" id="{9848CFDD-C891-477A-9E0F-E493334316BE}"/>
              </a:ext>
            </a:extLst>
          </p:cNvPr>
          <p:cNvSpPr>
            <a:spLocks noGrp="1"/>
          </p:cNvSpPr>
          <p:nvPr/>
        </p:nvSpPr>
        <p:spPr>
          <a:xfrm>
            <a:off x="3051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01_find_only_2554">
            <a:extLst>
              <a:ext uri="{FF2B5EF4-FFF2-40B4-BE49-F238E27FC236}">
                <a16:creationId xmlns:a16="http://schemas.microsoft.com/office/drawing/2014/main" id="{7E6C7AFF-CD4C-43AC-8EB9-59D5DF45BCC6}"/>
              </a:ext>
            </a:extLst>
          </p:cNvPr>
          <p:cNvSpPr>
            <a:spLocks noGrp="1"/>
          </p:cNvSpPr>
          <p:nvPr/>
        </p:nvSpPr>
        <p:spPr>
          <a:xfrm>
            <a:off x="30147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01_find_only_2555">
            <a:extLst>
              <a:ext uri="{FF2B5EF4-FFF2-40B4-BE49-F238E27FC236}">
                <a16:creationId xmlns:a16="http://schemas.microsoft.com/office/drawing/2014/main" id="{ABBC807B-AD29-4DD7-A9A9-46B888E80A50}"/>
              </a:ext>
            </a:extLst>
          </p:cNvPr>
          <p:cNvSpPr>
            <a:spLocks noGrp="1"/>
          </p:cNvSpPr>
          <p:nvPr/>
        </p:nvSpPr>
        <p:spPr>
          <a:xfrm>
            <a:off x="30322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01_find_only_2556">
            <a:extLst>
              <a:ext uri="{FF2B5EF4-FFF2-40B4-BE49-F238E27FC236}">
                <a16:creationId xmlns:a16="http://schemas.microsoft.com/office/drawing/2014/main" id="{D96FF49B-62D3-43A5-B88F-2D5C4CD07BDE}"/>
              </a:ext>
            </a:extLst>
          </p:cNvPr>
          <p:cNvSpPr>
            <a:spLocks noGrp="1"/>
          </p:cNvSpPr>
          <p:nvPr/>
        </p:nvSpPr>
        <p:spPr>
          <a:xfrm>
            <a:off x="2997896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01_find_only_2557">
            <a:extLst>
              <a:ext uri="{FF2B5EF4-FFF2-40B4-BE49-F238E27FC236}">
                <a16:creationId xmlns:a16="http://schemas.microsoft.com/office/drawing/2014/main" id="{16F11C79-7E5C-42B7-BD9F-A69B9EB83FB5}"/>
              </a:ext>
            </a:extLst>
          </p:cNvPr>
          <p:cNvSpPr>
            <a:spLocks noGrp="1"/>
          </p:cNvSpPr>
          <p:nvPr/>
        </p:nvSpPr>
        <p:spPr>
          <a:xfrm>
            <a:off x="35248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01_find_only_2558">
            <a:extLst>
              <a:ext uri="{FF2B5EF4-FFF2-40B4-BE49-F238E27FC236}">
                <a16:creationId xmlns:a16="http://schemas.microsoft.com/office/drawing/2014/main" id="{E0BFFFF3-88DA-4089-B0C0-6B430CCEC59B}"/>
              </a:ext>
            </a:extLst>
          </p:cNvPr>
          <p:cNvSpPr>
            <a:spLocks noGrp="1"/>
          </p:cNvSpPr>
          <p:nvPr/>
        </p:nvSpPr>
        <p:spPr>
          <a:xfrm>
            <a:off x="3587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01_find_only_2559">
            <a:extLst>
              <a:ext uri="{FF2B5EF4-FFF2-40B4-BE49-F238E27FC236}">
                <a16:creationId xmlns:a16="http://schemas.microsoft.com/office/drawing/2014/main" id="{6C9D3D8C-7602-49C0-B3A0-01D562C342D7}"/>
              </a:ext>
            </a:extLst>
          </p:cNvPr>
          <p:cNvSpPr>
            <a:spLocks noGrp="1"/>
          </p:cNvSpPr>
          <p:nvPr/>
        </p:nvSpPr>
        <p:spPr>
          <a:xfrm>
            <a:off x="35044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01_find_only_2560">
            <a:extLst>
              <a:ext uri="{FF2B5EF4-FFF2-40B4-BE49-F238E27FC236}">
                <a16:creationId xmlns:a16="http://schemas.microsoft.com/office/drawing/2014/main" id="{F84D32B6-CD60-447E-A3B6-61D730CE741D}"/>
              </a:ext>
            </a:extLst>
          </p:cNvPr>
          <p:cNvSpPr>
            <a:spLocks noGrp="1"/>
          </p:cNvSpPr>
          <p:nvPr/>
        </p:nvSpPr>
        <p:spPr>
          <a:xfrm>
            <a:off x="35792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01_find_only_2561">
            <a:extLst>
              <a:ext uri="{FF2B5EF4-FFF2-40B4-BE49-F238E27FC236}">
                <a16:creationId xmlns:a16="http://schemas.microsoft.com/office/drawing/2014/main" id="{6A3F7396-2E37-4B1B-A52F-396EC938DD7E}"/>
              </a:ext>
            </a:extLst>
          </p:cNvPr>
          <p:cNvSpPr>
            <a:spLocks noGrp="1"/>
          </p:cNvSpPr>
          <p:nvPr/>
        </p:nvSpPr>
        <p:spPr>
          <a:xfrm>
            <a:off x="35406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01_find_only_2562">
            <a:extLst>
              <a:ext uri="{FF2B5EF4-FFF2-40B4-BE49-F238E27FC236}">
                <a16:creationId xmlns:a16="http://schemas.microsoft.com/office/drawing/2014/main" id="{5AF9D977-30B7-4B40-9044-896F2F53F65C}"/>
              </a:ext>
            </a:extLst>
          </p:cNvPr>
          <p:cNvSpPr>
            <a:spLocks noGrp="1"/>
          </p:cNvSpPr>
          <p:nvPr/>
        </p:nvSpPr>
        <p:spPr>
          <a:xfrm>
            <a:off x="35939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01_find_only_2563">
            <a:extLst>
              <a:ext uri="{FF2B5EF4-FFF2-40B4-BE49-F238E27FC236}">
                <a16:creationId xmlns:a16="http://schemas.microsoft.com/office/drawing/2014/main" id="{4B6C5E9F-F633-4341-9639-17F93DE7AF9E}"/>
              </a:ext>
            </a:extLst>
          </p:cNvPr>
          <p:cNvSpPr>
            <a:spLocks noGrp="1"/>
          </p:cNvSpPr>
          <p:nvPr/>
        </p:nvSpPr>
        <p:spPr>
          <a:xfrm>
            <a:off x="35247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01_find_only_2564">
            <a:extLst>
              <a:ext uri="{FF2B5EF4-FFF2-40B4-BE49-F238E27FC236}">
                <a16:creationId xmlns:a16="http://schemas.microsoft.com/office/drawing/2014/main" id="{FD8BC14D-EF47-491E-98FF-285BF407393D}"/>
              </a:ext>
            </a:extLst>
          </p:cNvPr>
          <p:cNvSpPr>
            <a:spLocks noGrp="1"/>
          </p:cNvSpPr>
          <p:nvPr/>
        </p:nvSpPr>
        <p:spPr>
          <a:xfrm>
            <a:off x="3572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01_find_only_2565">
            <a:extLst>
              <a:ext uri="{FF2B5EF4-FFF2-40B4-BE49-F238E27FC236}">
                <a16:creationId xmlns:a16="http://schemas.microsoft.com/office/drawing/2014/main" id="{C75C0DA5-2A9E-4563-8FE7-A648DA5C8DE4}"/>
              </a:ext>
            </a:extLst>
          </p:cNvPr>
          <p:cNvSpPr>
            <a:spLocks noGrp="1"/>
          </p:cNvSpPr>
          <p:nvPr/>
        </p:nvSpPr>
        <p:spPr>
          <a:xfrm>
            <a:off x="35078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01_find_only_2566">
            <a:extLst>
              <a:ext uri="{FF2B5EF4-FFF2-40B4-BE49-F238E27FC236}">
                <a16:creationId xmlns:a16="http://schemas.microsoft.com/office/drawing/2014/main" id="{43B27C30-1D4E-49B3-A434-39682B8DBEE5}"/>
              </a:ext>
            </a:extLst>
          </p:cNvPr>
          <p:cNvSpPr>
            <a:spLocks noGrp="1"/>
          </p:cNvSpPr>
          <p:nvPr/>
        </p:nvSpPr>
        <p:spPr>
          <a:xfrm>
            <a:off x="3528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01_find_only_2567">
            <a:extLst>
              <a:ext uri="{FF2B5EF4-FFF2-40B4-BE49-F238E27FC236}">
                <a16:creationId xmlns:a16="http://schemas.microsoft.com/office/drawing/2014/main" id="{F70E3011-B157-4F16-BFDD-7DFE61781826}"/>
              </a:ext>
            </a:extLst>
          </p:cNvPr>
          <p:cNvSpPr>
            <a:spLocks noGrp="1"/>
          </p:cNvSpPr>
          <p:nvPr/>
        </p:nvSpPr>
        <p:spPr>
          <a:xfrm>
            <a:off x="350765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01_find_only_2568">
            <a:extLst>
              <a:ext uri="{FF2B5EF4-FFF2-40B4-BE49-F238E27FC236}">
                <a16:creationId xmlns:a16="http://schemas.microsoft.com/office/drawing/2014/main" id="{9DA3E6AB-0F0D-490A-B5D2-B12D48E5C30A}"/>
              </a:ext>
            </a:extLst>
          </p:cNvPr>
          <p:cNvSpPr>
            <a:spLocks noGrp="1"/>
          </p:cNvSpPr>
          <p:nvPr/>
        </p:nvSpPr>
        <p:spPr>
          <a:xfrm>
            <a:off x="35625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01_find_only_2569">
            <a:extLst>
              <a:ext uri="{FF2B5EF4-FFF2-40B4-BE49-F238E27FC236}">
                <a16:creationId xmlns:a16="http://schemas.microsoft.com/office/drawing/2014/main" id="{4A78A2DE-FA74-498D-91D7-F877BE5A56BB}"/>
              </a:ext>
            </a:extLst>
          </p:cNvPr>
          <p:cNvSpPr>
            <a:spLocks noGrp="1"/>
          </p:cNvSpPr>
          <p:nvPr/>
        </p:nvSpPr>
        <p:spPr>
          <a:xfrm>
            <a:off x="35207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01_find_only_2570">
            <a:extLst>
              <a:ext uri="{FF2B5EF4-FFF2-40B4-BE49-F238E27FC236}">
                <a16:creationId xmlns:a16="http://schemas.microsoft.com/office/drawing/2014/main" id="{E7463838-770E-448E-8FD1-67274E6FB266}"/>
              </a:ext>
            </a:extLst>
          </p:cNvPr>
          <p:cNvSpPr>
            <a:spLocks noGrp="1"/>
          </p:cNvSpPr>
          <p:nvPr/>
        </p:nvSpPr>
        <p:spPr>
          <a:xfrm>
            <a:off x="35499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01_find_only_2571">
            <a:extLst>
              <a:ext uri="{FF2B5EF4-FFF2-40B4-BE49-F238E27FC236}">
                <a16:creationId xmlns:a16="http://schemas.microsoft.com/office/drawing/2014/main" id="{8F86C53C-4037-4741-877C-7FBC284B44E2}"/>
              </a:ext>
            </a:extLst>
          </p:cNvPr>
          <p:cNvSpPr>
            <a:spLocks noGrp="1"/>
          </p:cNvSpPr>
          <p:nvPr/>
        </p:nvSpPr>
        <p:spPr>
          <a:xfrm>
            <a:off x="3539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01_find_only_2572">
            <a:extLst>
              <a:ext uri="{FF2B5EF4-FFF2-40B4-BE49-F238E27FC236}">
                <a16:creationId xmlns:a16="http://schemas.microsoft.com/office/drawing/2014/main" id="{E24D6062-7C34-4C5F-9AAB-E614C3AC1C06}"/>
              </a:ext>
            </a:extLst>
          </p:cNvPr>
          <p:cNvSpPr>
            <a:spLocks noGrp="1"/>
          </p:cNvSpPr>
          <p:nvPr/>
        </p:nvSpPr>
        <p:spPr>
          <a:xfrm>
            <a:off x="353000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01_find_only_2573">
            <a:extLst>
              <a:ext uri="{FF2B5EF4-FFF2-40B4-BE49-F238E27FC236}">
                <a16:creationId xmlns:a16="http://schemas.microsoft.com/office/drawing/2014/main" id="{5DE5FC67-7933-48C6-8859-5052F714B20D}"/>
              </a:ext>
            </a:extLst>
          </p:cNvPr>
          <p:cNvSpPr>
            <a:spLocks noGrp="1"/>
          </p:cNvSpPr>
          <p:nvPr/>
        </p:nvSpPr>
        <p:spPr>
          <a:xfrm>
            <a:off x="350736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01_find_only_2574">
            <a:extLst>
              <a:ext uri="{FF2B5EF4-FFF2-40B4-BE49-F238E27FC236}">
                <a16:creationId xmlns:a16="http://schemas.microsoft.com/office/drawing/2014/main" id="{597752D8-C73D-45EE-ACA7-C3647E4324CE}"/>
              </a:ext>
            </a:extLst>
          </p:cNvPr>
          <p:cNvSpPr>
            <a:spLocks noGrp="1"/>
          </p:cNvSpPr>
          <p:nvPr/>
        </p:nvSpPr>
        <p:spPr>
          <a:xfrm>
            <a:off x="359460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01_find_only_2575">
            <a:extLst>
              <a:ext uri="{FF2B5EF4-FFF2-40B4-BE49-F238E27FC236}">
                <a16:creationId xmlns:a16="http://schemas.microsoft.com/office/drawing/2014/main" id="{31F5C3A0-BB00-4F49-88D8-221B047EFDB0}"/>
              </a:ext>
            </a:extLst>
          </p:cNvPr>
          <p:cNvSpPr>
            <a:spLocks noGrp="1"/>
          </p:cNvSpPr>
          <p:nvPr/>
        </p:nvSpPr>
        <p:spPr>
          <a:xfrm>
            <a:off x="3508728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01_find_only_2576">
            <a:extLst>
              <a:ext uri="{FF2B5EF4-FFF2-40B4-BE49-F238E27FC236}">
                <a16:creationId xmlns:a16="http://schemas.microsoft.com/office/drawing/2014/main" id="{4F112D96-48C8-47F2-AC42-AF6564E9B01D}"/>
              </a:ext>
            </a:extLst>
          </p:cNvPr>
          <p:cNvSpPr>
            <a:spLocks noGrp="1"/>
          </p:cNvSpPr>
          <p:nvPr/>
        </p:nvSpPr>
        <p:spPr>
          <a:xfrm>
            <a:off x="35874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01_find_only_2577">
            <a:extLst>
              <a:ext uri="{FF2B5EF4-FFF2-40B4-BE49-F238E27FC236}">
                <a16:creationId xmlns:a16="http://schemas.microsoft.com/office/drawing/2014/main" id="{3419ABEA-8CAE-49DB-B0C1-33320C8DB856}"/>
              </a:ext>
            </a:extLst>
          </p:cNvPr>
          <p:cNvSpPr>
            <a:spLocks noGrp="1"/>
          </p:cNvSpPr>
          <p:nvPr/>
        </p:nvSpPr>
        <p:spPr>
          <a:xfrm>
            <a:off x="35410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01_find_only_2578">
            <a:extLst>
              <a:ext uri="{FF2B5EF4-FFF2-40B4-BE49-F238E27FC236}">
                <a16:creationId xmlns:a16="http://schemas.microsoft.com/office/drawing/2014/main" id="{60568AD2-3335-49D2-95E3-9DAFDAC995D8}"/>
              </a:ext>
            </a:extLst>
          </p:cNvPr>
          <p:cNvSpPr>
            <a:spLocks noGrp="1"/>
          </p:cNvSpPr>
          <p:nvPr/>
        </p:nvSpPr>
        <p:spPr>
          <a:xfrm>
            <a:off x="35985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01_find_only_2579">
            <a:extLst>
              <a:ext uri="{FF2B5EF4-FFF2-40B4-BE49-F238E27FC236}">
                <a16:creationId xmlns:a16="http://schemas.microsoft.com/office/drawing/2014/main" id="{6F2C1ED0-4B51-4207-8F5B-B9C324CD7558}"/>
              </a:ext>
            </a:extLst>
          </p:cNvPr>
          <p:cNvSpPr>
            <a:spLocks noGrp="1"/>
          </p:cNvSpPr>
          <p:nvPr/>
        </p:nvSpPr>
        <p:spPr>
          <a:xfrm>
            <a:off x="35681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01_find_only_2580">
            <a:extLst>
              <a:ext uri="{FF2B5EF4-FFF2-40B4-BE49-F238E27FC236}">
                <a16:creationId xmlns:a16="http://schemas.microsoft.com/office/drawing/2014/main" id="{45D0EA47-58C6-49DC-B208-F8A56B1E5852}"/>
              </a:ext>
            </a:extLst>
          </p:cNvPr>
          <p:cNvSpPr>
            <a:spLocks noGrp="1"/>
          </p:cNvSpPr>
          <p:nvPr/>
        </p:nvSpPr>
        <p:spPr>
          <a:xfrm>
            <a:off x="357479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01_find_only_2581">
            <a:extLst>
              <a:ext uri="{FF2B5EF4-FFF2-40B4-BE49-F238E27FC236}">
                <a16:creationId xmlns:a16="http://schemas.microsoft.com/office/drawing/2014/main" id="{8DFC941D-45CE-4554-9728-83DA0D5255B0}"/>
              </a:ext>
            </a:extLst>
          </p:cNvPr>
          <p:cNvSpPr>
            <a:spLocks noGrp="1"/>
          </p:cNvSpPr>
          <p:nvPr/>
        </p:nvSpPr>
        <p:spPr>
          <a:xfrm>
            <a:off x="3532141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01_find_only_2582">
            <a:extLst>
              <a:ext uri="{FF2B5EF4-FFF2-40B4-BE49-F238E27FC236}">
                <a16:creationId xmlns:a16="http://schemas.microsoft.com/office/drawing/2014/main" id="{018B68A2-5463-4273-9911-5B95C2846754}"/>
              </a:ext>
            </a:extLst>
          </p:cNvPr>
          <p:cNvSpPr>
            <a:spLocks noGrp="1"/>
          </p:cNvSpPr>
          <p:nvPr/>
        </p:nvSpPr>
        <p:spPr>
          <a:xfrm>
            <a:off x="359315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01_find_only_2583">
            <a:extLst>
              <a:ext uri="{FF2B5EF4-FFF2-40B4-BE49-F238E27FC236}">
                <a16:creationId xmlns:a16="http://schemas.microsoft.com/office/drawing/2014/main" id="{A3CBF264-82AD-400C-9AC2-FF8F384BE000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01_find_only_2584">
            <a:extLst>
              <a:ext uri="{FF2B5EF4-FFF2-40B4-BE49-F238E27FC236}">
                <a16:creationId xmlns:a16="http://schemas.microsoft.com/office/drawing/2014/main" id="{E5A6481E-4C64-4B01-8172-FE46601D3C47}"/>
              </a:ext>
            </a:extLst>
          </p:cNvPr>
          <p:cNvSpPr>
            <a:spLocks noGrp="1"/>
          </p:cNvSpPr>
          <p:nvPr/>
        </p:nvSpPr>
        <p:spPr>
          <a:xfrm>
            <a:off x="35195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01_find_only_2585">
            <a:extLst>
              <a:ext uri="{FF2B5EF4-FFF2-40B4-BE49-F238E27FC236}">
                <a16:creationId xmlns:a16="http://schemas.microsoft.com/office/drawing/2014/main" id="{54240E55-6FFD-4A3D-B3A1-30E37B8688BE}"/>
              </a:ext>
            </a:extLst>
          </p:cNvPr>
          <p:cNvSpPr>
            <a:spLocks noGrp="1"/>
          </p:cNvSpPr>
          <p:nvPr/>
        </p:nvSpPr>
        <p:spPr>
          <a:xfrm>
            <a:off x="3573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01_find_only_2586">
            <a:extLst>
              <a:ext uri="{FF2B5EF4-FFF2-40B4-BE49-F238E27FC236}">
                <a16:creationId xmlns:a16="http://schemas.microsoft.com/office/drawing/2014/main" id="{221CE202-F550-40DD-90AB-8BA60C4F6008}"/>
              </a:ext>
            </a:extLst>
          </p:cNvPr>
          <p:cNvSpPr>
            <a:spLocks noGrp="1"/>
          </p:cNvSpPr>
          <p:nvPr/>
        </p:nvSpPr>
        <p:spPr>
          <a:xfrm>
            <a:off x="35244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01_find_only_2587">
            <a:extLst>
              <a:ext uri="{FF2B5EF4-FFF2-40B4-BE49-F238E27FC236}">
                <a16:creationId xmlns:a16="http://schemas.microsoft.com/office/drawing/2014/main" id="{A91304D3-0656-4CDA-BD26-F7CBB4587781}"/>
              </a:ext>
            </a:extLst>
          </p:cNvPr>
          <p:cNvSpPr>
            <a:spLocks noGrp="1"/>
          </p:cNvSpPr>
          <p:nvPr/>
        </p:nvSpPr>
        <p:spPr>
          <a:xfrm>
            <a:off x="353204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01_find_only_2588">
            <a:extLst>
              <a:ext uri="{FF2B5EF4-FFF2-40B4-BE49-F238E27FC236}">
                <a16:creationId xmlns:a16="http://schemas.microsoft.com/office/drawing/2014/main" id="{CD94900A-0B3D-49D0-A25D-7C149628A8A2}"/>
              </a:ext>
            </a:extLst>
          </p:cNvPr>
          <p:cNvSpPr>
            <a:spLocks noGrp="1"/>
          </p:cNvSpPr>
          <p:nvPr/>
        </p:nvSpPr>
        <p:spPr>
          <a:xfrm>
            <a:off x="35923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01_find_only_2589">
            <a:extLst>
              <a:ext uri="{FF2B5EF4-FFF2-40B4-BE49-F238E27FC236}">
                <a16:creationId xmlns:a16="http://schemas.microsoft.com/office/drawing/2014/main" id="{E17C4061-387E-473F-9F8F-3A9658F79938}"/>
              </a:ext>
            </a:extLst>
          </p:cNvPr>
          <p:cNvSpPr>
            <a:spLocks noGrp="1"/>
          </p:cNvSpPr>
          <p:nvPr/>
        </p:nvSpPr>
        <p:spPr>
          <a:xfrm>
            <a:off x="3533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01_find_only_2590">
            <a:extLst>
              <a:ext uri="{FF2B5EF4-FFF2-40B4-BE49-F238E27FC236}">
                <a16:creationId xmlns:a16="http://schemas.microsoft.com/office/drawing/2014/main" id="{AABC039F-6566-4D0A-BB91-47DF3E075370}"/>
              </a:ext>
            </a:extLst>
          </p:cNvPr>
          <p:cNvSpPr>
            <a:spLocks noGrp="1"/>
          </p:cNvSpPr>
          <p:nvPr/>
        </p:nvSpPr>
        <p:spPr>
          <a:xfrm>
            <a:off x="3586935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01_find_only_2591">
            <a:extLst>
              <a:ext uri="{FF2B5EF4-FFF2-40B4-BE49-F238E27FC236}">
                <a16:creationId xmlns:a16="http://schemas.microsoft.com/office/drawing/2014/main" id="{825F0C53-1F9F-4329-939A-DDF3356969BD}"/>
              </a:ext>
            </a:extLst>
          </p:cNvPr>
          <p:cNvSpPr>
            <a:spLocks noGrp="1"/>
          </p:cNvSpPr>
          <p:nvPr/>
        </p:nvSpPr>
        <p:spPr>
          <a:xfrm>
            <a:off x="35877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01_find_only_2592">
            <a:extLst>
              <a:ext uri="{FF2B5EF4-FFF2-40B4-BE49-F238E27FC236}">
                <a16:creationId xmlns:a16="http://schemas.microsoft.com/office/drawing/2014/main" id="{39CBB662-E5FA-4A66-A8CD-6A1B44E5EABC}"/>
              </a:ext>
            </a:extLst>
          </p:cNvPr>
          <p:cNvSpPr>
            <a:spLocks noGrp="1"/>
          </p:cNvSpPr>
          <p:nvPr/>
        </p:nvSpPr>
        <p:spPr>
          <a:xfrm>
            <a:off x="359023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01_find_only_2593">
            <a:extLst>
              <a:ext uri="{FF2B5EF4-FFF2-40B4-BE49-F238E27FC236}">
                <a16:creationId xmlns:a16="http://schemas.microsoft.com/office/drawing/2014/main" id="{C785B66E-BC30-4FB9-A02C-7C2C7AD712E9}"/>
              </a:ext>
            </a:extLst>
          </p:cNvPr>
          <p:cNvSpPr>
            <a:spLocks noGrp="1"/>
          </p:cNvSpPr>
          <p:nvPr/>
        </p:nvSpPr>
        <p:spPr>
          <a:xfrm>
            <a:off x="353437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01_find_only_2594">
            <a:extLst>
              <a:ext uri="{FF2B5EF4-FFF2-40B4-BE49-F238E27FC236}">
                <a16:creationId xmlns:a16="http://schemas.microsoft.com/office/drawing/2014/main" id="{04254C75-8722-4525-A037-2041395C16CB}"/>
              </a:ext>
            </a:extLst>
          </p:cNvPr>
          <p:cNvSpPr>
            <a:spLocks noGrp="1"/>
          </p:cNvSpPr>
          <p:nvPr/>
        </p:nvSpPr>
        <p:spPr>
          <a:xfrm>
            <a:off x="351970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01_find_only_2595">
            <a:extLst>
              <a:ext uri="{FF2B5EF4-FFF2-40B4-BE49-F238E27FC236}">
                <a16:creationId xmlns:a16="http://schemas.microsoft.com/office/drawing/2014/main" id="{2C10AE6F-6305-40EC-BD3C-C50C33469528}"/>
              </a:ext>
            </a:extLst>
          </p:cNvPr>
          <p:cNvSpPr>
            <a:spLocks noGrp="1"/>
          </p:cNvSpPr>
          <p:nvPr/>
        </p:nvSpPr>
        <p:spPr>
          <a:xfrm>
            <a:off x="35762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01_find_only_2596">
            <a:extLst>
              <a:ext uri="{FF2B5EF4-FFF2-40B4-BE49-F238E27FC236}">
                <a16:creationId xmlns:a16="http://schemas.microsoft.com/office/drawing/2014/main" id="{22F630DE-FC91-4308-A871-242FA9B037CF}"/>
              </a:ext>
            </a:extLst>
          </p:cNvPr>
          <p:cNvSpPr>
            <a:spLocks noGrp="1"/>
          </p:cNvSpPr>
          <p:nvPr/>
        </p:nvSpPr>
        <p:spPr>
          <a:xfrm>
            <a:off x="3515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01_find_only_2597">
            <a:extLst>
              <a:ext uri="{FF2B5EF4-FFF2-40B4-BE49-F238E27FC236}">
                <a16:creationId xmlns:a16="http://schemas.microsoft.com/office/drawing/2014/main" id="{640FAEC1-81DA-4C1D-BB90-785FD2741CE1}"/>
              </a:ext>
            </a:extLst>
          </p:cNvPr>
          <p:cNvSpPr>
            <a:spLocks noGrp="1"/>
          </p:cNvSpPr>
          <p:nvPr/>
        </p:nvSpPr>
        <p:spPr>
          <a:xfrm>
            <a:off x="35212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01_find_only_2598">
            <a:extLst>
              <a:ext uri="{FF2B5EF4-FFF2-40B4-BE49-F238E27FC236}">
                <a16:creationId xmlns:a16="http://schemas.microsoft.com/office/drawing/2014/main" id="{B1B83579-B07D-4D9F-BA7F-4503CAA2A08E}"/>
              </a:ext>
            </a:extLst>
          </p:cNvPr>
          <p:cNvSpPr>
            <a:spLocks noGrp="1"/>
          </p:cNvSpPr>
          <p:nvPr/>
        </p:nvSpPr>
        <p:spPr>
          <a:xfrm>
            <a:off x="35786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01_find_only_2599">
            <a:extLst>
              <a:ext uri="{FF2B5EF4-FFF2-40B4-BE49-F238E27FC236}">
                <a16:creationId xmlns:a16="http://schemas.microsoft.com/office/drawing/2014/main" id="{080D3CD4-ABE1-4702-B31F-7090E283E911}"/>
              </a:ext>
            </a:extLst>
          </p:cNvPr>
          <p:cNvSpPr>
            <a:spLocks noGrp="1"/>
          </p:cNvSpPr>
          <p:nvPr/>
        </p:nvSpPr>
        <p:spPr>
          <a:xfrm>
            <a:off x="35160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01_find_only_2600">
            <a:extLst>
              <a:ext uri="{FF2B5EF4-FFF2-40B4-BE49-F238E27FC236}">
                <a16:creationId xmlns:a16="http://schemas.microsoft.com/office/drawing/2014/main" id="{10E1D29F-7969-43CB-9300-119847A3C2F4}"/>
              </a:ext>
            </a:extLst>
          </p:cNvPr>
          <p:cNvSpPr>
            <a:spLocks noGrp="1"/>
          </p:cNvSpPr>
          <p:nvPr/>
        </p:nvSpPr>
        <p:spPr>
          <a:xfrm>
            <a:off x="3597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01_find_only_2601">
            <a:extLst>
              <a:ext uri="{FF2B5EF4-FFF2-40B4-BE49-F238E27FC236}">
                <a16:creationId xmlns:a16="http://schemas.microsoft.com/office/drawing/2014/main" id="{3E58A445-BE08-4643-B226-E2592A0F427B}"/>
              </a:ext>
            </a:extLst>
          </p:cNvPr>
          <p:cNvSpPr>
            <a:spLocks noGrp="1"/>
          </p:cNvSpPr>
          <p:nvPr/>
        </p:nvSpPr>
        <p:spPr>
          <a:xfrm>
            <a:off x="35824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01_find_only_2602">
            <a:extLst>
              <a:ext uri="{FF2B5EF4-FFF2-40B4-BE49-F238E27FC236}">
                <a16:creationId xmlns:a16="http://schemas.microsoft.com/office/drawing/2014/main" id="{FE064508-A011-4E55-9F56-70F3C32D7A56}"/>
              </a:ext>
            </a:extLst>
          </p:cNvPr>
          <p:cNvSpPr>
            <a:spLocks noGrp="1"/>
          </p:cNvSpPr>
          <p:nvPr/>
        </p:nvSpPr>
        <p:spPr>
          <a:xfrm>
            <a:off x="3547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01_find_only_2603">
            <a:extLst>
              <a:ext uri="{FF2B5EF4-FFF2-40B4-BE49-F238E27FC236}">
                <a16:creationId xmlns:a16="http://schemas.microsoft.com/office/drawing/2014/main" id="{78D108A1-35CA-4D9A-8269-80CD8CDA8E04}"/>
              </a:ext>
            </a:extLst>
          </p:cNvPr>
          <p:cNvSpPr>
            <a:spLocks noGrp="1"/>
          </p:cNvSpPr>
          <p:nvPr/>
        </p:nvSpPr>
        <p:spPr>
          <a:xfrm>
            <a:off x="35308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01_find_only_2604">
            <a:extLst>
              <a:ext uri="{FF2B5EF4-FFF2-40B4-BE49-F238E27FC236}">
                <a16:creationId xmlns:a16="http://schemas.microsoft.com/office/drawing/2014/main" id="{6F8D4B4B-F29E-4B4D-8B96-6E48560177E4}"/>
              </a:ext>
            </a:extLst>
          </p:cNvPr>
          <p:cNvSpPr>
            <a:spLocks noGrp="1"/>
          </p:cNvSpPr>
          <p:nvPr/>
        </p:nvSpPr>
        <p:spPr>
          <a:xfrm>
            <a:off x="360005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01_find_only_2605">
            <a:extLst>
              <a:ext uri="{FF2B5EF4-FFF2-40B4-BE49-F238E27FC236}">
                <a16:creationId xmlns:a16="http://schemas.microsoft.com/office/drawing/2014/main" id="{B4E51766-D532-4EAC-8714-53BEC669F980}"/>
              </a:ext>
            </a:extLst>
          </p:cNvPr>
          <p:cNvSpPr>
            <a:spLocks noGrp="1"/>
          </p:cNvSpPr>
          <p:nvPr/>
        </p:nvSpPr>
        <p:spPr>
          <a:xfrm>
            <a:off x="35647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01_find_only_2606">
            <a:extLst>
              <a:ext uri="{FF2B5EF4-FFF2-40B4-BE49-F238E27FC236}">
                <a16:creationId xmlns:a16="http://schemas.microsoft.com/office/drawing/2014/main" id="{35DF9DB8-E6B6-46B5-95E6-1CC6507D6F68}"/>
              </a:ext>
            </a:extLst>
          </p:cNvPr>
          <p:cNvSpPr>
            <a:spLocks noGrp="1"/>
          </p:cNvSpPr>
          <p:nvPr/>
        </p:nvSpPr>
        <p:spPr>
          <a:xfrm>
            <a:off x="35869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01_find_only_2607">
            <a:extLst>
              <a:ext uri="{FF2B5EF4-FFF2-40B4-BE49-F238E27FC236}">
                <a16:creationId xmlns:a16="http://schemas.microsoft.com/office/drawing/2014/main" id="{B4CE50FA-1DC7-43C1-BC35-D592DF84625C}"/>
              </a:ext>
            </a:extLst>
          </p:cNvPr>
          <p:cNvSpPr>
            <a:spLocks noGrp="1"/>
          </p:cNvSpPr>
          <p:nvPr/>
        </p:nvSpPr>
        <p:spPr>
          <a:xfrm>
            <a:off x="35188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01_find_only_2608">
            <a:extLst>
              <a:ext uri="{FF2B5EF4-FFF2-40B4-BE49-F238E27FC236}">
                <a16:creationId xmlns:a16="http://schemas.microsoft.com/office/drawing/2014/main" id="{9CF62B42-2FA0-4749-BF3A-27DC808AED9B}"/>
              </a:ext>
            </a:extLst>
          </p:cNvPr>
          <p:cNvSpPr>
            <a:spLocks noGrp="1"/>
          </p:cNvSpPr>
          <p:nvPr/>
        </p:nvSpPr>
        <p:spPr>
          <a:xfrm>
            <a:off x="35462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01_find_only_2609">
            <a:extLst>
              <a:ext uri="{FF2B5EF4-FFF2-40B4-BE49-F238E27FC236}">
                <a16:creationId xmlns:a16="http://schemas.microsoft.com/office/drawing/2014/main" id="{9B952639-A7C8-4FD3-AE81-A3324EC2F702}"/>
              </a:ext>
            </a:extLst>
          </p:cNvPr>
          <p:cNvSpPr>
            <a:spLocks noGrp="1"/>
          </p:cNvSpPr>
          <p:nvPr/>
        </p:nvSpPr>
        <p:spPr>
          <a:xfrm>
            <a:off x="35809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01_find_only_2610">
            <a:extLst>
              <a:ext uri="{FF2B5EF4-FFF2-40B4-BE49-F238E27FC236}">
                <a16:creationId xmlns:a16="http://schemas.microsoft.com/office/drawing/2014/main" id="{0B1641C0-31B3-4E25-89A5-00BEA34E3F65}"/>
              </a:ext>
            </a:extLst>
          </p:cNvPr>
          <p:cNvSpPr>
            <a:spLocks noGrp="1"/>
          </p:cNvSpPr>
          <p:nvPr/>
        </p:nvSpPr>
        <p:spPr>
          <a:xfrm>
            <a:off x="35668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01_find_only_2611">
            <a:extLst>
              <a:ext uri="{FF2B5EF4-FFF2-40B4-BE49-F238E27FC236}">
                <a16:creationId xmlns:a16="http://schemas.microsoft.com/office/drawing/2014/main" id="{FE004807-376D-4EFE-9F4C-981CDECE55B9}"/>
              </a:ext>
            </a:extLst>
          </p:cNvPr>
          <p:cNvSpPr>
            <a:spLocks noGrp="1"/>
          </p:cNvSpPr>
          <p:nvPr/>
        </p:nvSpPr>
        <p:spPr>
          <a:xfrm>
            <a:off x="3595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01_find_only_2612">
            <a:extLst>
              <a:ext uri="{FF2B5EF4-FFF2-40B4-BE49-F238E27FC236}">
                <a16:creationId xmlns:a16="http://schemas.microsoft.com/office/drawing/2014/main" id="{3AAF09B3-70F4-4D92-BD66-807FA8036E69}"/>
              </a:ext>
            </a:extLst>
          </p:cNvPr>
          <p:cNvSpPr>
            <a:spLocks noGrp="1"/>
          </p:cNvSpPr>
          <p:nvPr/>
        </p:nvSpPr>
        <p:spPr>
          <a:xfrm>
            <a:off x="3505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01_find_only_2613">
            <a:extLst>
              <a:ext uri="{FF2B5EF4-FFF2-40B4-BE49-F238E27FC236}">
                <a16:creationId xmlns:a16="http://schemas.microsoft.com/office/drawing/2014/main" id="{9920B809-3016-4F74-87F9-724C848A9EBC}"/>
              </a:ext>
            </a:extLst>
          </p:cNvPr>
          <p:cNvSpPr>
            <a:spLocks noGrp="1"/>
          </p:cNvSpPr>
          <p:nvPr/>
        </p:nvSpPr>
        <p:spPr>
          <a:xfrm>
            <a:off x="35451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01_find_only_2614">
            <a:extLst>
              <a:ext uri="{FF2B5EF4-FFF2-40B4-BE49-F238E27FC236}">
                <a16:creationId xmlns:a16="http://schemas.microsoft.com/office/drawing/2014/main" id="{48C7232A-61CD-4F1B-B28D-457F89E2098D}"/>
              </a:ext>
            </a:extLst>
          </p:cNvPr>
          <p:cNvSpPr>
            <a:spLocks noGrp="1"/>
          </p:cNvSpPr>
          <p:nvPr/>
        </p:nvSpPr>
        <p:spPr>
          <a:xfrm>
            <a:off x="35633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01_find_only_2615">
            <a:extLst>
              <a:ext uri="{FF2B5EF4-FFF2-40B4-BE49-F238E27FC236}">
                <a16:creationId xmlns:a16="http://schemas.microsoft.com/office/drawing/2014/main" id="{63441F6B-9BB2-4F8C-BA13-D02B7B2900D3}"/>
              </a:ext>
            </a:extLst>
          </p:cNvPr>
          <p:cNvSpPr>
            <a:spLocks noGrp="1"/>
          </p:cNvSpPr>
          <p:nvPr/>
        </p:nvSpPr>
        <p:spPr>
          <a:xfrm>
            <a:off x="35331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01_find_only_2616">
            <a:extLst>
              <a:ext uri="{FF2B5EF4-FFF2-40B4-BE49-F238E27FC236}">
                <a16:creationId xmlns:a16="http://schemas.microsoft.com/office/drawing/2014/main" id="{4B212213-9D58-45BD-8434-99A65F8B5BED}"/>
              </a:ext>
            </a:extLst>
          </p:cNvPr>
          <p:cNvSpPr>
            <a:spLocks noGrp="1"/>
          </p:cNvSpPr>
          <p:nvPr/>
        </p:nvSpPr>
        <p:spPr>
          <a:xfrm>
            <a:off x="35548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01_find_only_2617">
            <a:extLst>
              <a:ext uri="{FF2B5EF4-FFF2-40B4-BE49-F238E27FC236}">
                <a16:creationId xmlns:a16="http://schemas.microsoft.com/office/drawing/2014/main" id="{03E34CA2-666E-4E70-B4B6-8DF09FCC97EA}"/>
              </a:ext>
            </a:extLst>
          </p:cNvPr>
          <p:cNvSpPr>
            <a:spLocks noGrp="1"/>
          </p:cNvSpPr>
          <p:nvPr/>
        </p:nvSpPr>
        <p:spPr>
          <a:xfrm>
            <a:off x="3542634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01_find_only_2618">
            <a:extLst>
              <a:ext uri="{FF2B5EF4-FFF2-40B4-BE49-F238E27FC236}">
                <a16:creationId xmlns:a16="http://schemas.microsoft.com/office/drawing/2014/main" id="{E1A2A7C5-87C4-43DC-BD98-35D9F9B3A61D}"/>
              </a:ext>
            </a:extLst>
          </p:cNvPr>
          <p:cNvSpPr>
            <a:spLocks noGrp="1"/>
          </p:cNvSpPr>
          <p:nvPr/>
        </p:nvSpPr>
        <p:spPr>
          <a:xfrm>
            <a:off x="358460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01_find_only_2619">
            <a:extLst>
              <a:ext uri="{FF2B5EF4-FFF2-40B4-BE49-F238E27FC236}">
                <a16:creationId xmlns:a16="http://schemas.microsoft.com/office/drawing/2014/main" id="{2D7C0B2A-2739-4D2A-98B6-F784C124E274}"/>
              </a:ext>
            </a:extLst>
          </p:cNvPr>
          <p:cNvSpPr>
            <a:spLocks noGrp="1"/>
          </p:cNvSpPr>
          <p:nvPr/>
        </p:nvSpPr>
        <p:spPr>
          <a:xfrm>
            <a:off x="3515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01_find_only_2620">
            <a:extLst>
              <a:ext uri="{FF2B5EF4-FFF2-40B4-BE49-F238E27FC236}">
                <a16:creationId xmlns:a16="http://schemas.microsoft.com/office/drawing/2014/main" id="{771C5156-0254-4132-A60D-36B463040371}"/>
              </a:ext>
            </a:extLst>
          </p:cNvPr>
          <p:cNvSpPr>
            <a:spLocks noGrp="1"/>
          </p:cNvSpPr>
          <p:nvPr/>
        </p:nvSpPr>
        <p:spPr>
          <a:xfrm>
            <a:off x="3520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01_find_only_2621">
            <a:extLst>
              <a:ext uri="{FF2B5EF4-FFF2-40B4-BE49-F238E27FC236}">
                <a16:creationId xmlns:a16="http://schemas.microsoft.com/office/drawing/2014/main" id="{73AE949D-7D25-4D59-8EC3-C3ED74B5A9F2}"/>
              </a:ext>
            </a:extLst>
          </p:cNvPr>
          <p:cNvSpPr>
            <a:spLocks noGrp="1"/>
          </p:cNvSpPr>
          <p:nvPr/>
        </p:nvSpPr>
        <p:spPr>
          <a:xfrm>
            <a:off x="3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01_find_only_2622">
            <a:extLst>
              <a:ext uri="{FF2B5EF4-FFF2-40B4-BE49-F238E27FC236}">
                <a16:creationId xmlns:a16="http://schemas.microsoft.com/office/drawing/2014/main" id="{7D8FB0C7-4A7F-49B2-AEFC-FC173FA78988}"/>
              </a:ext>
            </a:extLst>
          </p:cNvPr>
          <p:cNvSpPr>
            <a:spLocks noGrp="1"/>
          </p:cNvSpPr>
          <p:nvPr/>
        </p:nvSpPr>
        <p:spPr>
          <a:xfrm>
            <a:off x="35598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01_find_only_2623">
            <a:extLst>
              <a:ext uri="{FF2B5EF4-FFF2-40B4-BE49-F238E27FC236}">
                <a16:creationId xmlns:a16="http://schemas.microsoft.com/office/drawing/2014/main" id="{E932CCE9-A927-4C0F-B7D2-48BD8840DA19}"/>
              </a:ext>
            </a:extLst>
          </p:cNvPr>
          <p:cNvSpPr>
            <a:spLocks noGrp="1"/>
          </p:cNvSpPr>
          <p:nvPr/>
        </p:nvSpPr>
        <p:spPr>
          <a:xfrm>
            <a:off x="3591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01_find_only_2624">
            <a:extLst>
              <a:ext uri="{FF2B5EF4-FFF2-40B4-BE49-F238E27FC236}">
                <a16:creationId xmlns:a16="http://schemas.microsoft.com/office/drawing/2014/main" id="{E943C94E-F879-464C-BEAC-F7BCDD019F55}"/>
              </a:ext>
            </a:extLst>
          </p:cNvPr>
          <p:cNvSpPr>
            <a:spLocks noGrp="1"/>
          </p:cNvSpPr>
          <p:nvPr/>
        </p:nvSpPr>
        <p:spPr>
          <a:xfrm>
            <a:off x="3576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01_find_only_2625">
            <a:extLst>
              <a:ext uri="{FF2B5EF4-FFF2-40B4-BE49-F238E27FC236}">
                <a16:creationId xmlns:a16="http://schemas.microsoft.com/office/drawing/2014/main" id="{16AE8180-D993-4B7B-8984-E833BF96A12B}"/>
              </a:ext>
            </a:extLst>
          </p:cNvPr>
          <p:cNvSpPr>
            <a:spLocks noGrp="1"/>
          </p:cNvSpPr>
          <p:nvPr/>
        </p:nvSpPr>
        <p:spPr>
          <a:xfrm>
            <a:off x="35308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01_find_only_2626">
            <a:extLst>
              <a:ext uri="{FF2B5EF4-FFF2-40B4-BE49-F238E27FC236}">
                <a16:creationId xmlns:a16="http://schemas.microsoft.com/office/drawing/2014/main" id="{D7049F86-CB86-4040-90AE-9E75D8651BA6}"/>
              </a:ext>
            </a:extLst>
          </p:cNvPr>
          <p:cNvSpPr>
            <a:spLocks noGrp="1"/>
          </p:cNvSpPr>
          <p:nvPr/>
        </p:nvSpPr>
        <p:spPr>
          <a:xfrm>
            <a:off x="357867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01_find_only_2627">
            <a:extLst>
              <a:ext uri="{FF2B5EF4-FFF2-40B4-BE49-F238E27FC236}">
                <a16:creationId xmlns:a16="http://schemas.microsoft.com/office/drawing/2014/main" id="{90A9AA95-574B-4A92-8A9E-DDBD2F0B24FC}"/>
              </a:ext>
            </a:extLst>
          </p:cNvPr>
          <p:cNvSpPr>
            <a:spLocks noGrp="1"/>
          </p:cNvSpPr>
          <p:nvPr/>
        </p:nvSpPr>
        <p:spPr>
          <a:xfrm>
            <a:off x="3570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01_find_only_2628">
            <a:extLst>
              <a:ext uri="{FF2B5EF4-FFF2-40B4-BE49-F238E27FC236}">
                <a16:creationId xmlns:a16="http://schemas.microsoft.com/office/drawing/2014/main" id="{788D6F1A-9C8C-4288-AD66-8A071A594C23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01_find_only_2629">
            <a:extLst>
              <a:ext uri="{FF2B5EF4-FFF2-40B4-BE49-F238E27FC236}">
                <a16:creationId xmlns:a16="http://schemas.microsoft.com/office/drawing/2014/main" id="{5360DEEB-2543-4478-950B-35785A8522F6}"/>
              </a:ext>
            </a:extLst>
          </p:cNvPr>
          <p:cNvSpPr>
            <a:spLocks noGrp="1"/>
          </p:cNvSpPr>
          <p:nvPr/>
        </p:nvSpPr>
        <p:spPr>
          <a:xfrm>
            <a:off x="3556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01_find_only_2630">
            <a:extLst>
              <a:ext uri="{FF2B5EF4-FFF2-40B4-BE49-F238E27FC236}">
                <a16:creationId xmlns:a16="http://schemas.microsoft.com/office/drawing/2014/main" id="{21C7CD6A-C045-4902-98C8-36747CECFA1D}"/>
              </a:ext>
            </a:extLst>
          </p:cNvPr>
          <p:cNvSpPr>
            <a:spLocks noGrp="1"/>
          </p:cNvSpPr>
          <p:nvPr/>
        </p:nvSpPr>
        <p:spPr>
          <a:xfrm>
            <a:off x="3506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01_find_only_2631">
            <a:extLst>
              <a:ext uri="{FF2B5EF4-FFF2-40B4-BE49-F238E27FC236}">
                <a16:creationId xmlns:a16="http://schemas.microsoft.com/office/drawing/2014/main" id="{1F9B6F9C-E619-4760-A8F4-08D07F2AEE63}"/>
              </a:ext>
            </a:extLst>
          </p:cNvPr>
          <p:cNvSpPr>
            <a:spLocks noGrp="1"/>
          </p:cNvSpPr>
          <p:nvPr/>
        </p:nvSpPr>
        <p:spPr>
          <a:xfrm>
            <a:off x="3571197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01_find_only_2632">
            <a:extLst>
              <a:ext uri="{FF2B5EF4-FFF2-40B4-BE49-F238E27FC236}">
                <a16:creationId xmlns:a16="http://schemas.microsoft.com/office/drawing/2014/main" id="{86E7CE2D-6C9F-471E-A8DD-4063441444C8}"/>
              </a:ext>
            </a:extLst>
          </p:cNvPr>
          <p:cNvSpPr>
            <a:spLocks noGrp="1"/>
          </p:cNvSpPr>
          <p:nvPr/>
        </p:nvSpPr>
        <p:spPr>
          <a:xfrm>
            <a:off x="3584021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01_find_only_2633">
            <a:extLst>
              <a:ext uri="{FF2B5EF4-FFF2-40B4-BE49-F238E27FC236}">
                <a16:creationId xmlns:a16="http://schemas.microsoft.com/office/drawing/2014/main" id="{E230B05D-B7A9-4462-A36A-B2A4DA2A103C}"/>
              </a:ext>
            </a:extLst>
          </p:cNvPr>
          <p:cNvSpPr>
            <a:spLocks noGrp="1"/>
          </p:cNvSpPr>
          <p:nvPr/>
        </p:nvSpPr>
        <p:spPr>
          <a:xfrm>
            <a:off x="3522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01_find_only_2634">
            <a:extLst>
              <a:ext uri="{FF2B5EF4-FFF2-40B4-BE49-F238E27FC236}">
                <a16:creationId xmlns:a16="http://schemas.microsoft.com/office/drawing/2014/main" id="{56BE46FD-729A-4A49-810B-A2ABE8156308}"/>
              </a:ext>
            </a:extLst>
          </p:cNvPr>
          <p:cNvSpPr>
            <a:spLocks noGrp="1"/>
          </p:cNvSpPr>
          <p:nvPr/>
        </p:nvSpPr>
        <p:spPr>
          <a:xfrm>
            <a:off x="3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01_find_only_2635">
            <a:extLst>
              <a:ext uri="{FF2B5EF4-FFF2-40B4-BE49-F238E27FC236}">
                <a16:creationId xmlns:a16="http://schemas.microsoft.com/office/drawing/2014/main" id="{90C8AF4D-4D9C-4BDB-B02B-F570D9AA6235}"/>
              </a:ext>
            </a:extLst>
          </p:cNvPr>
          <p:cNvSpPr>
            <a:spLocks noGrp="1"/>
          </p:cNvSpPr>
          <p:nvPr/>
        </p:nvSpPr>
        <p:spPr>
          <a:xfrm>
            <a:off x="357100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01_find_only_2636">
            <a:extLst>
              <a:ext uri="{FF2B5EF4-FFF2-40B4-BE49-F238E27FC236}">
                <a16:creationId xmlns:a16="http://schemas.microsoft.com/office/drawing/2014/main" id="{8755B8DA-D940-4C46-B4B8-A97DC7866CF9}"/>
              </a:ext>
            </a:extLst>
          </p:cNvPr>
          <p:cNvSpPr>
            <a:spLocks noGrp="1"/>
          </p:cNvSpPr>
          <p:nvPr/>
        </p:nvSpPr>
        <p:spPr>
          <a:xfrm>
            <a:off x="3596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01_find_only_2637">
            <a:extLst>
              <a:ext uri="{FF2B5EF4-FFF2-40B4-BE49-F238E27FC236}">
                <a16:creationId xmlns:a16="http://schemas.microsoft.com/office/drawing/2014/main" id="{A4560094-EDD8-4993-8291-4749B2D3E71F}"/>
              </a:ext>
            </a:extLst>
          </p:cNvPr>
          <p:cNvSpPr>
            <a:spLocks noGrp="1"/>
          </p:cNvSpPr>
          <p:nvPr/>
        </p:nvSpPr>
        <p:spPr>
          <a:xfrm>
            <a:off x="36002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01_find_only_2638">
            <a:extLst>
              <a:ext uri="{FF2B5EF4-FFF2-40B4-BE49-F238E27FC236}">
                <a16:creationId xmlns:a16="http://schemas.microsoft.com/office/drawing/2014/main" id="{B76C44C5-73B7-49B0-AB1F-24D91C23987C}"/>
              </a:ext>
            </a:extLst>
          </p:cNvPr>
          <p:cNvSpPr>
            <a:spLocks noGrp="1"/>
          </p:cNvSpPr>
          <p:nvPr/>
        </p:nvSpPr>
        <p:spPr>
          <a:xfrm>
            <a:off x="35402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01_find_only_2639">
            <a:extLst>
              <a:ext uri="{FF2B5EF4-FFF2-40B4-BE49-F238E27FC236}">
                <a16:creationId xmlns:a16="http://schemas.microsoft.com/office/drawing/2014/main" id="{40891D72-6E95-45E7-9CA5-B9271191459A}"/>
              </a:ext>
            </a:extLst>
          </p:cNvPr>
          <p:cNvSpPr>
            <a:spLocks noGrp="1"/>
          </p:cNvSpPr>
          <p:nvPr/>
        </p:nvSpPr>
        <p:spPr>
          <a:xfrm>
            <a:off x="35758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01_find_only_2640">
            <a:extLst>
              <a:ext uri="{FF2B5EF4-FFF2-40B4-BE49-F238E27FC236}">
                <a16:creationId xmlns:a16="http://schemas.microsoft.com/office/drawing/2014/main" id="{04C56633-6EDB-4054-AFC5-A0FD1619E46F}"/>
              </a:ext>
            </a:extLst>
          </p:cNvPr>
          <p:cNvSpPr>
            <a:spLocks noGrp="1"/>
          </p:cNvSpPr>
          <p:nvPr/>
        </p:nvSpPr>
        <p:spPr>
          <a:xfrm>
            <a:off x="35832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01_find_only_2641">
            <a:extLst>
              <a:ext uri="{FF2B5EF4-FFF2-40B4-BE49-F238E27FC236}">
                <a16:creationId xmlns:a16="http://schemas.microsoft.com/office/drawing/2014/main" id="{E1DAC8D9-5081-43DC-BADB-F4813D4F09A0}"/>
              </a:ext>
            </a:extLst>
          </p:cNvPr>
          <p:cNvSpPr>
            <a:spLocks noGrp="1"/>
          </p:cNvSpPr>
          <p:nvPr/>
        </p:nvSpPr>
        <p:spPr>
          <a:xfrm>
            <a:off x="35949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01_find_only_2642">
            <a:extLst>
              <a:ext uri="{FF2B5EF4-FFF2-40B4-BE49-F238E27FC236}">
                <a16:creationId xmlns:a16="http://schemas.microsoft.com/office/drawing/2014/main" id="{E119B52C-D03F-4F91-9731-A38C4A372597}"/>
              </a:ext>
            </a:extLst>
          </p:cNvPr>
          <p:cNvSpPr>
            <a:spLocks noGrp="1"/>
          </p:cNvSpPr>
          <p:nvPr/>
        </p:nvSpPr>
        <p:spPr>
          <a:xfrm>
            <a:off x="3584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01_find_only_2643">
            <a:extLst>
              <a:ext uri="{FF2B5EF4-FFF2-40B4-BE49-F238E27FC236}">
                <a16:creationId xmlns:a16="http://schemas.microsoft.com/office/drawing/2014/main" id="{0C672CEC-1841-4392-8839-545F3DF952FC}"/>
              </a:ext>
            </a:extLst>
          </p:cNvPr>
          <p:cNvSpPr>
            <a:spLocks noGrp="1"/>
          </p:cNvSpPr>
          <p:nvPr/>
        </p:nvSpPr>
        <p:spPr>
          <a:xfrm>
            <a:off x="35700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01_find_only_2644">
            <a:extLst>
              <a:ext uri="{FF2B5EF4-FFF2-40B4-BE49-F238E27FC236}">
                <a16:creationId xmlns:a16="http://schemas.microsoft.com/office/drawing/2014/main" id="{ACAEBB20-190A-4910-A1EC-1B0196FECC9E}"/>
              </a:ext>
            </a:extLst>
          </p:cNvPr>
          <p:cNvSpPr>
            <a:spLocks noGrp="1"/>
          </p:cNvSpPr>
          <p:nvPr/>
        </p:nvSpPr>
        <p:spPr>
          <a:xfrm>
            <a:off x="35104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01_find_only_2645">
            <a:extLst>
              <a:ext uri="{FF2B5EF4-FFF2-40B4-BE49-F238E27FC236}">
                <a16:creationId xmlns:a16="http://schemas.microsoft.com/office/drawing/2014/main" id="{C7F410C1-1841-4FB3-B700-0ADCD30A4212}"/>
              </a:ext>
            </a:extLst>
          </p:cNvPr>
          <p:cNvSpPr>
            <a:spLocks noGrp="1"/>
          </p:cNvSpPr>
          <p:nvPr/>
        </p:nvSpPr>
        <p:spPr>
          <a:xfrm>
            <a:off x="3519900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01_find_only_2646">
            <a:extLst>
              <a:ext uri="{FF2B5EF4-FFF2-40B4-BE49-F238E27FC236}">
                <a16:creationId xmlns:a16="http://schemas.microsoft.com/office/drawing/2014/main" id="{FC1C07E7-C82D-4628-9066-CD2E370EC689}"/>
              </a:ext>
            </a:extLst>
          </p:cNvPr>
          <p:cNvSpPr>
            <a:spLocks noGrp="1"/>
          </p:cNvSpPr>
          <p:nvPr/>
        </p:nvSpPr>
        <p:spPr>
          <a:xfrm>
            <a:off x="3571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01_find_only_2647">
            <a:extLst>
              <a:ext uri="{FF2B5EF4-FFF2-40B4-BE49-F238E27FC236}">
                <a16:creationId xmlns:a16="http://schemas.microsoft.com/office/drawing/2014/main" id="{762FBFDB-07A6-40F3-9A84-CF68316574C6}"/>
              </a:ext>
            </a:extLst>
          </p:cNvPr>
          <p:cNvSpPr>
            <a:spLocks noGrp="1"/>
          </p:cNvSpPr>
          <p:nvPr/>
        </p:nvSpPr>
        <p:spPr>
          <a:xfrm>
            <a:off x="3561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01_find_only_2648">
            <a:extLst>
              <a:ext uri="{FF2B5EF4-FFF2-40B4-BE49-F238E27FC236}">
                <a16:creationId xmlns:a16="http://schemas.microsoft.com/office/drawing/2014/main" id="{4DEFD272-55C1-4AFB-865D-5AD7653BEE9E}"/>
              </a:ext>
            </a:extLst>
          </p:cNvPr>
          <p:cNvSpPr>
            <a:spLocks noGrp="1"/>
          </p:cNvSpPr>
          <p:nvPr/>
        </p:nvSpPr>
        <p:spPr>
          <a:xfrm>
            <a:off x="35239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01_find_only_2649">
            <a:extLst>
              <a:ext uri="{FF2B5EF4-FFF2-40B4-BE49-F238E27FC236}">
                <a16:creationId xmlns:a16="http://schemas.microsoft.com/office/drawing/2014/main" id="{D9F71519-E263-41B1-83C6-A386F62DAA7C}"/>
              </a:ext>
            </a:extLst>
          </p:cNvPr>
          <p:cNvSpPr>
            <a:spLocks noGrp="1"/>
          </p:cNvSpPr>
          <p:nvPr/>
        </p:nvSpPr>
        <p:spPr>
          <a:xfrm>
            <a:off x="35415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01_find_only_2650">
            <a:extLst>
              <a:ext uri="{FF2B5EF4-FFF2-40B4-BE49-F238E27FC236}">
                <a16:creationId xmlns:a16="http://schemas.microsoft.com/office/drawing/2014/main" id="{986379D6-7CCC-4063-B1EB-AEBB14E30068}"/>
              </a:ext>
            </a:extLst>
          </p:cNvPr>
          <p:cNvSpPr>
            <a:spLocks noGrp="1"/>
          </p:cNvSpPr>
          <p:nvPr/>
        </p:nvSpPr>
        <p:spPr>
          <a:xfrm>
            <a:off x="3507174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01_find_only_2651">
            <a:extLst>
              <a:ext uri="{FF2B5EF4-FFF2-40B4-BE49-F238E27FC236}">
                <a16:creationId xmlns:a16="http://schemas.microsoft.com/office/drawing/2014/main" id="{272DFCD2-F29B-4F9F-B44A-D295157464D8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3" name="01_find_only_2652">
            <a:extLst>
              <a:ext uri="{FF2B5EF4-FFF2-40B4-BE49-F238E27FC236}">
                <a16:creationId xmlns:a16="http://schemas.microsoft.com/office/drawing/2014/main" id="{E7B10F2E-882C-4BA6-8523-6A31B6EF0957}"/>
              </a:ext>
            </a:extLst>
          </p:cNvPr>
          <p:cNvSpPr>
            <a:spLocks noGrp="1"/>
          </p:cNvSpPr>
          <p:nvPr/>
        </p:nvSpPr>
        <p:spPr>
          <a:xfrm>
            <a:off x="2023311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4" name="text_2653">
            <a:extLst>
              <a:ext uri="{FF2B5EF4-FFF2-40B4-BE49-F238E27FC236}">
                <a16:creationId xmlns:a16="http://schemas.microsoft.com/office/drawing/2014/main" id="{DD7068A6-DFC2-4E6A-85A5-6225340A03BD}"/>
              </a:ext>
            </a:extLst>
          </p:cNvPr>
          <p:cNvSpPr>
            <a:spLocks noGrp="1"/>
          </p:cNvSpPr>
          <p:nvPr/>
        </p:nvSpPr>
        <p:spPr>
          <a:xfrm>
            <a:off x="1792303" y="4752409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d</a:t>
            </a:r>
          </a:p>
        </p:txBody>
      </p:sp>
      <p:sp>
        <p:nvSpPr>
          <p:cNvPr id="2655" name="text_2654">
            <a:extLst>
              <a:ext uri="{FF2B5EF4-FFF2-40B4-BE49-F238E27FC236}">
                <a16:creationId xmlns:a16="http://schemas.microsoft.com/office/drawing/2014/main" id="{0A885E8D-8D4F-42B5-B80F-768E404C9540}"/>
              </a:ext>
            </a:extLst>
          </p:cNvPr>
          <p:cNvSpPr>
            <a:spLocks noGrp="1"/>
          </p:cNvSpPr>
          <p:nvPr/>
        </p:nvSpPr>
        <p:spPr>
          <a:xfrm>
            <a:off x="2023311" y="4743417"/>
            <a:ext cx="102714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GT</a:t>
            </a:r>
          </a:p>
        </p:txBody>
      </p:sp>
      <p:sp>
        <p:nvSpPr>
          <p:cNvPr id="2656" name="01_find_only_2655">
            <a:extLst>
              <a:ext uri="{FF2B5EF4-FFF2-40B4-BE49-F238E27FC236}">
                <a16:creationId xmlns:a16="http://schemas.microsoft.com/office/drawing/2014/main" id="{379FB5AE-96BA-4D66-ABD8-C8692D6EDB6F}"/>
              </a:ext>
            </a:extLst>
          </p:cNvPr>
          <p:cNvSpPr>
            <a:spLocks noGrp="1"/>
          </p:cNvSpPr>
          <p:nvPr/>
        </p:nvSpPr>
        <p:spPr>
          <a:xfrm>
            <a:off x="2038589" y="5356112"/>
            <a:ext cx="1527834" cy="946712"/>
          </a:xfrm>
          <a:custGeom>
            <a:avLst/>
            <a:gdLst/>
            <a:ahLst/>
            <a:cxnLst/>
            <a:rect l="0" t="0" r="0" b="0"/>
            <a:pathLst>
              <a:path w="1500000" h="929465">
                <a:moveTo>
                  <a:pt x="0" y="929465"/>
                </a:moveTo>
                <a:lnTo>
                  <a:pt x="16667" y="928573"/>
                </a:lnTo>
                <a:lnTo>
                  <a:pt x="16667" y="927899"/>
                </a:lnTo>
                <a:lnTo>
                  <a:pt x="25000" y="926565"/>
                </a:lnTo>
                <a:lnTo>
                  <a:pt x="25641" y="925492"/>
                </a:lnTo>
                <a:lnTo>
                  <a:pt x="27778" y="925412"/>
                </a:lnTo>
                <a:lnTo>
                  <a:pt x="27778" y="923164"/>
                </a:lnTo>
                <a:lnTo>
                  <a:pt x="35714" y="922316"/>
                </a:lnTo>
                <a:lnTo>
                  <a:pt x="35714" y="919908"/>
                </a:lnTo>
                <a:lnTo>
                  <a:pt x="41667" y="919216"/>
                </a:lnTo>
                <a:lnTo>
                  <a:pt x="41667" y="916181"/>
                </a:lnTo>
                <a:lnTo>
                  <a:pt x="45455" y="916008"/>
                </a:lnTo>
                <a:lnTo>
                  <a:pt x="45455" y="913555"/>
                </a:lnTo>
                <a:lnTo>
                  <a:pt x="50000" y="913555"/>
                </a:lnTo>
                <a:lnTo>
                  <a:pt x="51282" y="910684"/>
                </a:lnTo>
                <a:lnTo>
                  <a:pt x="55556" y="910202"/>
                </a:lnTo>
                <a:lnTo>
                  <a:pt x="55556" y="907954"/>
                </a:lnTo>
                <a:lnTo>
                  <a:pt x="62500" y="907556"/>
                </a:lnTo>
                <a:lnTo>
                  <a:pt x="62500" y="901936"/>
                </a:lnTo>
                <a:lnTo>
                  <a:pt x="71429" y="900915"/>
                </a:lnTo>
                <a:lnTo>
                  <a:pt x="71429" y="894171"/>
                </a:lnTo>
                <a:lnTo>
                  <a:pt x="83333" y="893254"/>
                </a:lnTo>
                <a:lnTo>
                  <a:pt x="83333" y="875357"/>
                </a:lnTo>
                <a:lnTo>
                  <a:pt x="90909" y="875184"/>
                </a:lnTo>
                <a:lnTo>
                  <a:pt x="91667" y="872507"/>
                </a:lnTo>
                <a:lnTo>
                  <a:pt x="100000" y="871815"/>
                </a:lnTo>
                <a:lnTo>
                  <a:pt x="100000" y="861024"/>
                </a:lnTo>
                <a:lnTo>
                  <a:pt x="107143" y="860289"/>
                </a:lnTo>
                <a:lnTo>
                  <a:pt x="108333" y="858137"/>
                </a:lnTo>
                <a:lnTo>
                  <a:pt x="111111" y="857964"/>
                </a:lnTo>
                <a:lnTo>
                  <a:pt x="111111" y="856465"/>
                </a:lnTo>
                <a:lnTo>
                  <a:pt x="121795" y="855099"/>
                </a:lnTo>
                <a:lnTo>
                  <a:pt x="121795" y="854926"/>
                </a:lnTo>
                <a:lnTo>
                  <a:pt x="125000" y="854926"/>
                </a:lnTo>
                <a:lnTo>
                  <a:pt x="125000" y="825441"/>
                </a:lnTo>
                <a:lnTo>
                  <a:pt x="134615" y="824594"/>
                </a:lnTo>
                <a:lnTo>
                  <a:pt x="134615" y="823902"/>
                </a:lnTo>
                <a:lnTo>
                  <a:pt x="136364" y="823902"/>
                </a:lnTo>
                <a:lnTo>
                  <a:pt x="136364" y="821450"/>
                </a:lnTo>
                <a:lnTo>
                  <a:pt x="138889" y="821450"/>
                </a:lnTo>
                <a:lnTo>
                  <a:pt x="138889" y="819951"/>
                </a:lnTo>
                <a:lnTo>
                  <a:pt x="142857" y="819553"/>
                </a:lnTo>
                <a:lnTo>
                  <a:pt x="142857" y="814735"/>
                </a:lnTo>
                <a:lnTo>
                  <a:pt x="150000" y="814562"/>
                </a:lnTo>
                <a:lnTo>
                  <a:pt x="150000" y="811864"/>
                </a:lnTo>
                <a:lnTo>
                  <a:pt x="166667" y="810775"/>
                </a:lnTo>
                <a:lnTo>
                  <a:pt x="166667" y="776503"/>
                </a:lnTo>
                <a:lnTo>
                  <a:pt x="175000" y="775812"/>
                </a:lnTo>
                <a:lnTo>
                  <a:pt x="175000" y="774912"/>
                </a:lnTo>
                <a:lnTo>
                  <a:pt x="181818" y="773776"/>
                </a:lnTo>
                <a:lnTo>
                  <a:pt x="181818" y="771323"/>
                </a:lnTo>
                <a:lnTo>
                  <a:pt x="187500" y="771150"/>
                </a:lnTo>
                <a:lnTo>
                  <a:pt x="187500" y="766092"/>
                </a:lnTo>
                <a:lnTo>
                  <a:pt x="194444" y="765919"/>
                </a:lnTo>
                <a:lnTo>
                  <a:pt x="194444" y="763670"/>
                </a:lnTo>
                <a:lnTo>
                  <a:pt x="200000" y="763498"/>
                </a:lnTo>
                <a:lnTo>
                  <a:pt x="200000" y="751132"/>
                </a:lnTo>
                <a:lnTo>
                  <a:pt x="208333" y="750959"/>
                </a:lnTo>
                <a:lnTo>
                  <a:pt x="208333" y="747362"/>
                </a:lnTo>
                <a:lnTo>
                  <a:pt x="214286" y="747189"/>
                </a:lnTo>
                <a:lnTo>
                  <a:pt x="214286" y="742371"/>
                </a:lnTo>
                <a:lnTo>
                  <a:pt x="222222" y="741974"/>
                </a:lnTo>
                <a:lnTo>
                  <a:pt x="222222" y="740475"/>
                </a:lnTo>
                <a:lnTo>
                  <a:pt x="227273" y="739627"/>
                </a:lnTo>
                <a:lnTo>
                  <a:pt x="227273" y="737175"/>
                </a:lnTo>
                <a:lnTo>
                  <a:pt x="250000" y="736206"/>
                </a:lnTo>
                <a:lnTo>
                  <a:pt x="250000" y="599843"/>
                </a:lnTo>
                <a:lnTo>
                  <a:pt x="269231" y="599047"/>
                </a:lnTo>
                <a:lnTo>
                  <a:pt x="269231" y="598356"/>
                </a:lnTo>
                <a:lnTo>
                  <a:pt x="272727" y="598356"/>
                </a:lnTo>
                <a:lnTo>
                  <a:pt x="272727" y="595903"/>
                </a:lnTo>
                <a:lnTo>
                  <a:pt x="283333" y="594658"/>
                </a:lnTo>
                <a:lnTo>
                  <a:pt x="283333" y="594433"/>
                </a:lnTo>
                <a:lnTo>
                  <a:pt x="285714" y="594433"/>
                </a:lnTo>
                <a:lnTo>
                  <a:pt x="285714" y="589615"/>
                </a:lnTo>
                <a:lnTo>
                  <a:pt x="291667" y="588923"/>
                </a:lnTo>
                <a:lnTo>
                  <a:pt x="291667" y="587575"/>
                </a:lnTo>
                <a:lnTo>
                  <a:pt x="300000" y="587402"/>
                </a:lnTo>
                <a:lnTo>
                  <a:pt x="301282" y="574863"/>
                </a:lnTo>
                <a:lnTo>
                  <a:pt x="307692" y="574114"/>
                </a:lnTo>
                <a:lnTo>
                  <a:pt x="307692" y="573422"/>
                </a:lnTo>
                <a:lnTo>
                  <a:pt x="312500" y="573422"/>
                </a:lnTo>
                <a:lnTo>
                  <a:pt x="312500" y="570050"/>
                </a:lnTo>
                <a:lnTo>
                  <a:pt x="318182" y="569652"/>
                </a:lnTo>
                <a:lnTo>
                  <a:pt x="318182" y="567199"/>
                </a:lnTo>
                <a:lnTo>
                  <a:pt x="325000" y="566063"/>
                </a:lnTo>
                <a:lnTo>
                  <a:pt x="325000" y="565163"/>
                </a:lnTo>
                <a:lnTo>
                  <a:pt x="333333" y="564472"/>
                </a:lnTo>
                <a:lnTo>
                  <a:pt x="333333" y="528477"/>
                </a:lnTo>
                <a:lnTo>
                  <a:pt x="350000" y="527387"/>
                </a:lnTo>
                <a:lnTo>
                  <a:pt x="350000" y="525813"/>
                </a:lnTo>
                <a:lnTo>
                  <a:pt x="357143" y="525640"/>
                </a:lnTo>
                <a:lnTo>
                  <a:pt x="358333" y="520598"/>
                </a:lnTo>
                <a:lnTo>
                  <a:pt x="363636" y="520425"/>
                </a:lnTo>
                <a:lnTo>
                  <a:pt x="363636" y="517972"/>
                </a:lnTo>
                <a:lnTo>
                  <a:pt x="375000" y="516883"/>
                </a:lnTo>
                <a:lnTo>
                  <a:pt x="375000" y="493051"/>
                </a:lnTo>
                <a:lnTo>
                  <a:pt x="388889" y="492186"/>
                </a:lnTo>
                <a:lnTo>
                  <a:pt x="388889" y="491437"/>
                </a:lnTo>
                <a:lnTo>
                  <a:pt x="397436" y="490076"/>
                </a:lnTo>
                <a:lnTo>
                  <a:pt x="397436" y="489903"/>
                </a:lnTo>
                <a:lnTo>
                  <a:pt x="400000" y="489903"/>
                </a:lnTo>
                <a:lnTo>
                  <a:pt x="400000" y="480235"/>
                </a:lnTo>
                <a:lnTo>
                  <a:pt x="409091" y="480062"/>
                </a:lnTo>
                <a:lnTo>
                  <a:pt x="410256" y="477437"/>
                </a:lnTo>
                <a:lnTo>
                  <a:pt x="416667" y="477437"/>
                </a:lnTo>
                <a:lnTo>
                  <a:pt x="416667" y="464898"/>
                </a:lnTo>
                <a:lnTo>
                  <a:pt x="428571" y="464725"/>
                </a:lnTo>
                <a:lnTo>
                  <a:pt x="429487" y="461662"/>
                </a:lnTo>
                <a:lnTo>
                  <a:pt x="437500" y="461264"/>
                </a:lnTo>
                <a:lnTo>
                  <a:pt x="437500" y="459578"/>
                </a:lnTo>
                <a:lnTo>
                  <a:pt x="450000" y="459232"/>
                </a:lnTo>
                <a:lnTo>
                  <a:pt x="450000" y="457658"/>
                </a:lnTo>
                <a:lnTo>
                  <a:pt x="454545" y="457658"/>
                </a:lnTo>
                <a:lnTo>
                  <a:pt x="455128" y="455033"/>
                </a:lnTo>
                <a:lnTo>
                  <a:pt x="467949" y="453671"/>
                </a:lnTo>
                <a:lnTo>
                  <a:pt x="467949" y="453498"/>
                </a:lnTo>
                <a:lnTo>
                  <a:pt x="500000" y="452582"/>
                </a:lnTo>
                <a:lnTo>
                  <a:pt x="500000" y="35185"/>
                </a:lnTo>
                <a:lnTo>
                  <a:pt x="750000" y="34736"/>
                </a:lnTo>
                <a:lnTo>
                  <a:pt x="750000" y="17874"/>
                </a:lnTo>
                <a:lnTo>
                  <a:pt x="825000" y="16525"/>
                </a:lnTo>
                <a:lnTo>
                  <a:pt x="825000" y="16300"/>
                </a:lnTo>
                <a:lnTo>
                  <a:pt x="1125000" y="15176"/>
                </a:lnTo>
                <a:lnTo>
                  <a:pt x="1125000" y="11803"/>
                </a:lnTo>
                <a:lnTo>
                  <a:pt x="1250000" y="11803"/>
                </a:lnTo>
                <a:lnTo>
                  <a:pt x="1250000" y="8431"/>
                </a:lnTo>
                <a:lnTo>
                  <a:pt x="1312500" y="8431"/>
                </a:lnTo>
                <a:lnTo>
                  <a:pt x="1312500" y="6745"/>
                </a:lnTo>
                <a:lnTo>
                  <a:pt x="1375000" y="6745"/>
                </a:lnTo>
                <a:lnTo>
                  <a:pt x="1375000" y="3372"/>
                </a:lnTo>
                <a:lnTo>
                  <a:pt x="1500000" y="3372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657" name="01_find_only_2656">
            <a:extLst>
              <a:ext uri="{FF2B5EF4-FFF2-40B4-BE49-F238E27FC236}">
                <a16:creationId xmlns:a16="http://schemas.microsoft.com/office/drawing/2014/main" id="{31DB8C86-BF11-4CE3-B63B-DA8122F5AEF3}"/>
              </a:ext>
            </a:extLst>
          </p:cNvPr>
          <p:cNvSpPr>
            <a:spLocks noGrp="1"/>
          </p:cNvSpPr>
          <p:nvPr/>
        </p:nvSpPr>
        <p:spPr>
          <a:xfrm>
            <a:off x="2038589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45344"/>
                </a:lnTo>
                <a:lnTo>
                  <a:pt x="333333" y="845344"/>
                </a:lnTo>
                <a:lnTo>
                  <a:pt x="333333" y="697409"/>
                </a:lnTo>
                <a:lnTo>
                  <a:pt x="375000" y="697409"/>
                </a:lnTo>
                <a:lnTo>
                  <a:pt x="375000" y="634008"/>
                </a:lnTo>
                <a:lnTo>
                  <a:pt x="500000" y="634008"/>
                </a:lnTo>
                <a:lnTo>
                  <a:pt x="5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658" name="01_find_only_2657">
            <a:extLst>
              <a:ext uri="{FF2B5EF4-FFF2-40B4-BE49-F238E27FC236}">
                <a16:creationId xmlns:a16="http://schemas.microsoft.com/office/drawing/2014/main" id="{E67C853F-C57D-4D36-B598-AD4CCA442E36}"/>
              </a:ext>
            </a:extLst>
          </p:cNvPr>
          <p:cNvSpPr>
            <a:spLocks noGrp="1"/>
          </p:cNvSpPr>
          <p:nvPr/>
        </p:nvSpPr>
        <p:spPr>
          <a:xfrm>
            <a:off x="2271238" y="594509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59" name="01_find_only_2658">
            <a:extLst>
              <a:ext uri="{FF2B5EF4-FFF2-40B4-BE49-F238E27FC236}">
                <a16:creationId xmlns:a16="http://schemas.microsoft.com/office/drawing/2014/main" id="{C18C4B03-EBDF-40B2-87E2-4C360CC118E7}"/>
              </a:ext>
            </a:extLst>
          </p:cNvPr>
          <p:cNvSpPr>
            <a:spLocks noGrp="1"/>
          </p:cNvSpPr>
          <p:nvPr/>
        </p:nvSpPr>
        <p:spPr>
          <a:xfrm>
            <a:off x="2525877" y="5369959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0" name="01_find_only_2659">
            <a:extLst>
              <a:ext uri="{FF2B5EF4-FFF2-40B4-BE49-F238E27FC236}">
                <a16:creationId xmlns:a16="http://schemas.microsoft.com/office/drawing/2014/main" id="{7575D529-A9F5-4BFE-87A0-7C1CF612491F}"/>
              </a:ext>
            </a:extLst>
          </p:cNvPr>
          <p:cNvSpPr>
            <a:spLocks noGrp="1"/>
          </p:cNvSpPr>
          <p:nvPr/>
        </p:nvSpPr>
        <p:spPr>
          <a:xfrm>
            <a:off x="3035155" y="534957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1" name="01_find_only_2660">
            <a:extLst>
              <a:ext uri="{FF2B5EF4-FFF2-40B4-BE49-F238E27FC236}">
                <a16:creationId xmlns:a16="http://schemas.microsoft.com/office/drawing/2014/main" id="{D2ADBA36-A7CF-4778-90EE-AE2A0FDADC64}"/>
              </a:ext>
            </a:extLst>
          </p:cNvPr>
          <p:cNvSpPr>
            <a:spLocks noGrp="1"/>
          </p:cNvSpPr>
          <p:nvPr/>
        </p:nvSpPr>
        <p:spPr>
          <a:xfrm>
            <a:off x="3544432" y="53341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2" name="01_find_only_2661">
            <a:extLst>
              <a:ext uri="{FF2B5EF4-FFF2-40B4-BE49-F238E27FC236}">
                <a16:creationId xmlns:a16="http://schemas.microsoft.com/office/drawing/2014/main" id="{085E5905-6CF6-42A3-B140-AA84AC56395C}"/>
              </a:ext>
            </a:extLst>
          </p:cNvPr>
          <p:cNvSpPr>
            <a:spLocks noGrp="1"/>
          </p:cNvSpPr>
          <p:nvPr/>
        </p:nvSpPr>
        <p:spPr>
          <a:xfrm>
            <a:off x="2256641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3" name="01_find_only_2662">
            <a:extLst>
              <a:ext uri="{FF2B5EF4-FFF2-40B4-BE49-F238E27FC236}">
                <a16:creationId xmlns:a16="http://schemas.microsoft.com/office/drawing/2014/main" id="{2C65E675-7916-4F47-82AB-852E4B568998}"/>
              </a:ext>
            </a:extLst>
          </p:cNvPr>
          <p:cNvSpPr>
            <a:spLocks noGrp="1"/>
          </p:cNvSpPr>
          <p:nvPr/>
        </p:nvSpPr>
        <p:spPr>
          <a:xfrm>
            <a:off x="2511280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4" name="01_find_only_2663">
            <a:extLst>
              <a:ext uri="{FF2B5EF4-FFF2-40B4-BE49-F238E27FC236}">
                <a16:creationId xmlns:a16="http://schemas.microsoft.com/office/drawing/2014/main" id="{745B8E5C-1039-4DFF-9668-2BD9BA53E63E}"/>
              </a:ext>
            </a:extLst>
          </p:cNvPr>
          <p:cNvSpPr>
            <a:spLocks noGrp="1"/>
          </p:cNvSpPr>
          <p:nvPr/>
        </p:nvSpPr>
        <p:spPr>
          <a:xfrm>
            <a:off x="3020558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5" name="01_find_only_2664">
            <a:extLst>
              <a:ext uri="{FF2B5EF4-FFF2-40B4-BE49-F238E27FC236}">
                <a16:creationId xmlns:a16="http://schemas.microsoft.com/office/drawing/2014/main" id="{D42C20CA-6641-49B5-BEF0-9B724E69F087}"/>
              </a:ext>
            </a:extLst>
          </p:cNvPr>
          <p:cNvSpPr>
            <a:spLocks noGrp="1"/>
          </p:cNvSpPr>
          <p:nvPr/>
        </p:nvSpPr>
        <p:spPr>
          <a:xfrm>
            <a:off x="352983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6" name="01_find_only_2665">
            <a:extLst>
              <a:ext uri="{FF2B5EF4-FFF2-40B4-BE49-F238E27FC236}">
                <a16:creationId xmlns:a16="http://schemas.microsoft.com/office/drawing/2014/main" id="{7D72FC9D-8EF5-4107-B7DE-B3923FF34832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01_find_only_2666">
            <a:extLst>
              <a:ext uri="{FF2B5EF4-FFF2-40B4-BE49-F238E27FC236}">
                <a16:creationId xmlns:a16="http://schemas.microsoft.com/office/drawing/2014/main" id="{0174151D-2EF8-47C5-8EFD-566E0289768F}"/>
              </a:ext>
            </a:extLst>
          </p:cNvPr>
          <p:cNvSpPr>
            <a:spLocks noGrp="1"/>
          </p:cNvSpPr>
          <p:nvPr/>
        </p:nvSpPr>
        <p:spPr>
          <a:xfrm>
            <a:off x="438860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4" y="1257449"/>
                </a:lnTo>
                <a:lnTo>
                  <a:pt x="2731" y="1246883"/>
                </a:lnTo>
                <a:lnTo>
                  <a:pt x="5974" y="1236316"/>
                </a:lnTo>
                <a:lnTo>
                  <a:pt x="10216" y="1225749"/>
                </a:lnTo>
                <a:lnTo>
                  <a:pt x="15199" y="1215182"/>
                </a:lnTo>
                <a:lnTo>
                  <a:pt x="20637" y="1204615"/>
                </a:lnTo>
                <a:lnTo>
                  <a:pt x="26250" y="1194049"/>
                </a:lnTo>
                <a:lnTo>
                  <a:pt x="31780" y="1183482"/>
                </a:lnTo>
                <a:lnTo>
                  <a:pt x="37016" y="1172915"/>
                </a:lnTo>
                <a:lnTo>
                  <a:pt x="41797" y="1162348"/>
                </a:lnTo>
                <a:lnTo>
                  <a:pt x="46023" y="1151781"/>
                </a:lnTo>
                <a:lnTo>
                  <a:pt x="49648" y="1141215"/>
                </a:lnTo>
                <a:lnTo>
                  <a:pt x="52669" y="1130648"/>
                </a:lnTo>
                <a:lnTo>
                  <a:pt x="55123" y="1120081"/>
                </a:lnTo>
                <a:lnTo>
                  <a:pt x="57066" y="1109514"/>
                </a:lnTo>
                <a:lnTo>
                  <a:pt x="58569" y="1098947"/>
                </a:lnTo>
                <a:lnTo>
                  <a:pt x="59706" y="1088381"/>
                </a:lnTo>
                <a:lnTo>
                  <a:pt x="60545" y="1077814"/>
                </a:lnTo>
                <a:lnTo>
                  <a:pt x="61146" y="1067247"/>
                </a:lnTo>
                <a:lnTo>
                  <a:pt x="61558" y="1056680"/>
                </a:lnTo>
                <a:lnTo>
                  <a:pt x="61821" y="1046113"/>
                </a:lnTo>
                <a:lnTo>
                  <a:pt x="61963" y="1035547"/>
                </a:lnTo>
                <a:lnTo>
                  <a:pt x="62001" y="1024980"/>
                </a:lnTo>
                <a:lnTo>
                  <a:pt x="61950" y="1014413"/>
                </a:lnTo>
                <a:lnTo>
                  <a:pt x="61816" y="1003846"/>
                </a:lnTo>
                <a:lnTo>
                  <a:pt x="61601" y="993279"/>
                </a:lnTo>
                <a:lnTo>
                  <a:pt x="61309" y="982713"/>
                </a:lnTo>
                <a:lnTo>
                  <a:pt x="60938" y="972146"/>
                </a:lnTo>
                <a:lnTo>
                  <a:pt x="60491" y="961579"/>
                </a:lnTo>
                <a:lnTo>
                  <a:pt x="59969" y="951012"/>
                </a:lnTo>
                <a:lnTo>
                  <a:pt x="59378" y="940445"/>
                </a:lnTo>
                <a:lnTo>
                  <a:pt x="58724" y="929879"/>
                </a:lnTo>
                <a:lnTo>
                  <a:pt x="58021" y="919312"/>
                </a:lnTo>
                <a:lnTo>
                  <a:pt x="57283" y="908745"/>
                </a:lnTo>
                <a:lnTo>
                  <a:pt x="56529" y="898178"/>
                </a:lnTo>
                <a:lnTo>
                  <a:pt x="55781" y="887611"/>
                </a:lnTo>
                <a:lnTo>
                  <a:pt x="55061" y="877045"/>
                </a:lnTo>
                <a:lnTo>
                  <a:pt x="54390" y="866478"/>
                </a:lnTo>
                <a:lnTo>
                  <a:pt x="53785" y="855911"/>
                </a:lnTo>
                <a:lnTo>
                  <a:pt x="53258" y="845344"/>
                </a:lnTo>
                <a:lnTo>
                  <a:pt x="52813" y="834777"/>
                </a:lnTo>
                <a:lnTo>
                  <a:pt x="52444" y="824211"/>
                </a:lnTo>
                <a:lnTo>
                  <a:pt x="52138" y="813644"/>
                </a:lnTo>
                <a:lnTo>
                  <a:pt x="51867" y="803077"/>
                </a:lnTo>
                <a:lnTo>
                  <a:pt x="51600" y="792510"/>
                </a:lnTo>
                <a:lnTo>
                  <a:pt x="51296" y="781943"/>
                </a:lnTo>
                <a:lnTo>
                  <a:pt x="50913" y="771377"/>
                </a:lnTo>
                <a:lnTo>
                  <a:pt x="50409" y="760810"/>
                </a:lnTo>
                <a:lnTo>
                  <a:pt x="49752" y="750243"/>
                </a:lnTo>
                <a:lnTo>
                  <a:pt x="48921" y="739676"/>
                </a:lnTo>
                <a:lnTo>
                  <a:pt x="47911" y="729109"/>
                </a:lnTo>
                <a:lnTo>
                  <a:pt x="46741" y="718543"/>
                </a:lnTo>
                <a:lnTo>
                  <a:pt x="45452" y="707976"/>
                </a:lnTo>
                <a:lnTo>
                  <a:pt x="44107" y="697409"/>
                </a:lnTo>
                <a:lnTo>
                  <a:pt x="42790" y="686842"/>
                </a:lnTo>
                <a:lnTo>
                  <a:pt x="41597" y="676275"/>
                </a:lnTo>
                <a:lnTo>
                  <a:pt x="40627" y="665708"/>
                </a:lnTo>
                <a:lnTo>
                  <a:pt x="39974" y="655142"/>
                </a:lnTo>
                <a:lnTo>
                  <a:pt x="39714" y="644575"/>
                </a:lnTo>
                <a:lnTo>
                  <a:pt x="39899" y="634008"/>
                </a:lnTo>
                <a:lnTo>
                  <a:pt x="40549" y="623441"/>
                </a:lnTo>
                <a:lnTo>
                  <a:pt x="41649" y="612874"/>
                </a:lnTo>
                <a:lnTo>
                  <a:pt x="43153" y="602308"/>
                </a:lnTo>
                <a:lnTo>
                  <a:pt x="44986" y="591741"/>
                </a:lnTo>
                <a:lnTo>
                  <a:pt x="47055" y="581174"/>
                </a:lnTo>
                <a:lnTo>
                  <a:pt x="49258" y="570607"/>
                </a:lnTo>
                <a:lnTo>
                  <a:pt x="51491" y="560040"/>
                </a:lnTo>
                <a:lnTo>
                  <a:pt x="53663" y="549474"/>
                </a:lnTo>
                <a:lnTo>
                  <a:pt x="55696" y="538907"/>
                </a:lnTo>
                <a:lnTo>
                  <a:pt x="57534" y="528340"/>
                </a:lnTo>
                <a:lnTo>
                  <a:pt x="59143" y="517773"/>
                </a:lnTo>
                <a:lnTo>
                  <a:pt x="60509" y="507206"/>
                </a:lnTo>
                <a:lnTo>
                  <a:pt x="61633" y="496640"/>
                </a:lnTo>
                <a:lnTo>
                  <a:pt x="62533" y="486073"/>
                </a:lnTo>
                <a:lnTo>
                  <a:pt x="63233" y="475506"/>
                </a:lnTo>
                <a:lnTo>
                  <a:pt x="63763" y="464939"/>
                </a:lnTo>
                <a:lnTo>
                  <a:pt x="64153" y="454372"/>
                </a:lnTo>
                <a:lnTo>
                  <a:pt x="64434" y="443806"/>
                </a:lnTo>
                <a:lnTo>
                  <a:pt x="64630" y="433239"/>
                </a:lnTo>
                <a:lnTo>
                  <a:pt x="64764" y="422672"/>
                </a:lnTo>
                <a:lnTo>
                  <a:pt x="64852" y="412105"/>
                </a:lnTo>
                <a:lnTo>
                  <a:pt x="64910" y="401538"/>
                </a:lnTo>
                <a:lnTo>
                  <a:pt x="64946" y="390972"/>
                </a:lnTo>
                <a:lnTo>
                  <a:pt x="64969" y="380405"/>
                </a:lnTo>
                <a:lnTo>
                  <a:pt x="64982" y="369838"/>
                </a:lnTo>
                <a:lnTo>
                  <a:pt x="64990" y="359271"/>
                </a:lnTo>
                <a:lnTo>
                  <a:pt x="64995" y="348704"/>
                </a:lnTo>
                <a:lnTo>
                  <a:pt x="64997" y="338138"/>
                </a:lnTo>
                <a:lnTo>
                  <a:pt x="64999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1" y="327571"/>
                </a:lnTo>
                <a:lnTo>
                  <a:pt x="65003" y="338138"/>
                </a:lnTo>
                <a:lnTo>
                  <a:pt x="65005" y="348704"/>
                </a:lnTo>
                <a:lnTo>
                  <a:pt x="65010" y="359271"/>
                </a:lnTo>
                <a:lnTo>
                  <a:pt x="65018" y="369838"/>
                </a:lnTo>
                <a:lnTo>
                  <a:pt x="65031" y="380405"/>
                </a:lnTo>
                <a:lnTo>
                  <a:pt x="65054" y="390972"/>
                </a:lnTo>
                <a:lnTo>
                  <a:pt x="65090" y="401538"/>
                </a:lnTo>
                <a:lnTo>
                  <a:pt x="65148" y="412105"/>
                </a:lnTo>
                <a:lnTo>
                  <a:pt x="65236" y="422672"/>
                </a:lnTo>
                <a:lnTo>
                  <a:pt x="65370" y="433239"/>
                </a:lnTo>
                <a:lnTo>
                  <a:pt x="65566" y="443806"/>
                </a:lnTo>
                <a:lnTo>
                  <a:pt x="65847" y="454372"/>
                </a:lnTo>
                <a:lnTo>
                  <a:pt x="66237" y="464939"/>
                </a:lnTo>
                <a:lnTo>
                  <a:pt x="66767" y="475506"/>
                </a:lnTo>
                <a:lnTo>
                  <a:pt x="67467" y="486073"/>
                </a:lnTo>
                <a:lnTo>
                  <a:pt x="68367" y="496640"/>
                </a:lnTo>
                <a:lnTo>
                  <a:pt x="69491" y="507206"/>
                </a:lnTo>
                <a:lnTo>
                  <a:pt x="70857" y="517773"/>
                </a:lnTo>
                <a:lnTo>
                  <a:pt x="72466" y="528340"/>
                </a:lnTo>
                <a:lnTo>
                  <a:pt x="74304" y="538907"/>
                </a:lnTo>
                <a:lnTo>
                  <a:pt x="76337" y="549474"/>
                </a:lnTo>
                <a:lnTo>
                  <a:pt x="78509" y="560040"/>
                </a:lnTo>
                <a:lnTo>
                  <a:pt x="80742" y="570607"/>
                </a:lnTo>
                <a:lnTo>
                  <a:pt x="82945" y="581174"/>
                </a:lnTo>
                <a:lnTo>
                  <a:pt x="85014" y="591741"/>
                </a:lnTo>
                <a:lnTo>
                  <a:pt x="86847" y="602308"/>
                </a:lnTo>
                <a:lnTo>
                  <a:pt x="88351" y="612874"/>
                </a:lnTo>
                <a:lnTo>
                  <a:pt x="89451" y="623441"/>
                </a:lnTo>
                <a:lnTo>
                  <a:pt x="90101" y="634008"/>
                </a:lnTo>
                <a:lnTo>
                  <a:pt x="90286" y="644575"/>
                </a:lnTo>
                <a:lnTo>
                  <a:pt x="90026" y="655142"/>
                </a:lnTo>
                <a:lnTo>
                  <a:pt x="89373" y="665708"/>
                </a:lnTo>
                <a:lnTo>
                  <a:pt x="88403" y="676275"/>
                </a:lnTo>
                <a:lnTo>
                  <a:pt x="87210" y="686842"/>
                </a:lnTo>
                <a:lnTo>
                  <a:pt x="85893" y="697409"/>
                </a:lnTo>
                <a:lnTo>
                  <a:pt x="84548" y="707976"/>
                </a:lnTo>
                <a:lnTo>
                  <a:pt x="83259" y="718543"/>
                </a:lnTo>
                <a:lnTo>
                  <a:pt x="82089" y="729109"/>
                </a:lnTo>
                <a:lnTo>
                  <a:pt x="81079" y="739676"/>
                </a:lnTo>
                <a:lnTo>
                  <a:pt x="80248" y="750243"/>
                </a:lnTo>
                <a:lnTo>
                  <a:pt x="79591" y="760810"/>
                </a:lnTo>
                <a:lnTo>
                  <a:pt x="79087" y="771377"/>
                </a:lnTo>
                <a:lnTo>
                  <a:pt x="78704" y="781943"/>
                </a:lnTo>
                <a:lnTo>
                  <a:pt x="78400" y="792510"/>
                </a:lnTo>
                <a:lnTo>
                  <a:pt x="78133" y="803077"/>
                </a:lnTo>
                <a:lnTo>
                  <a:pt x="77863" y="813644"/>
                </a:lnTo>
                <a:lnTo>
                  <a:pt x="77556" y="824211"/>
                </a:lnTo>
                <a:lnTo>
                  <a:pt x="77188" y="834777"/>
                </a:lnTo>
                <a:lnTo>
                  <a:pt x="76742" y="845344"/>
                </a:lnTo>
                <a:lnTo>
                  <a:pt x="76215" y="855911"/>
                </a:lnTo>
                <a:lnTo>
                  <a:pt x="75610" y="866478"/>
                </a:lnTo>
                <a:lnTo>
                  <a:pt x="74939" y="877045"/>
                </a:lnTo>
                <a:lnTo>
                  <a:pt x="74219" y="887611"/>
                </a:lnTo>
                <a:lnTo>
                  <a:pt x="73471" y="898178"/>
                </a:lnTo>
                <a:lnTo>
                  <a:pt x="72718" y="908745"/>
                </a:lnTo>
                <a:lnTo>
                  <a:pt x="71979" y="919312"/>
                </a:lnTo>
                <a:lnTo>
                  <a:pt x="71276" y="929879"/>
                </a:lnTo>
                <a:lnTo>
                  <a:pt x="70622" y="940445"/>
                </a:lnTo>
                <a:lnTo>
                  <a:pt x="70031" y="951012"/>
                </a:lnTo>
                <a:lnTo>
                  <a:pt x="69509" y="961579"/>
                </a:lnTo>
                <a:lnTo>
                  <a:pt x="69062" y="972146"/>
                </a:lnTo>
                <a:lnTo>
                  <a:pt x="68691" y="982713"/>
                </a:lnTo>
                <a:lnTo>
                  <a:pt x="68399" y="993279"/>
                </a:lnTo>
                <a:lnTo>
                  <a:pt x="68185" y="1003846"/>
                </a:lnTo>
                <a:lnTo>
                  <a:pt x="68050" y="1014413"/>
                </a:lnTo>
                <a:lnTo>
                  <a:pt x="67999" y="1024980"/>
                </a:lnTo>
                <a:lnTo>
                  <a:pt x="68037" y="1035547"/>
                </a:lnTo>
                <a:lnTo>
                  <a:pt x="68179" y="1046113"/>
                </a:lnTo>
                <a:lnTo>
                  <a:pt x="68442" y="1056680"/>
                </a:lnTo>
                <a:lnTo>
                  <a:pt x="68854" y="1067247"/>
                </a:lnTo>
                <a:lnTo>
                  <a:pt x="69455" y="1077814"/>
                </a:lnTo>
                <a:lnTo>
                  <a:pt x="70294" y="1088381"/>
                </a:lnTo>
                <a:lnTo>
                  <a:pt x="71431" y="1098947"/>
                </a:lnTo>
                <a:lnTo>
                  <a:pt x="72934" y="1109514"/>
                </a:lnTo>
                <a:lnTo>
                  <a:pt x="74877" y="1120081"/>
                </a:lnTo>
                <a:lnTo>
                  <a:pt x="77331" y="1130648"/>
                </a:lnTo>
                <a:lnTo>
                  <a:pt x="80352" y="1141215"/>
                </a:lnTo>
                <a:lnTo>
                  <a:pt x="83977" y="1151781"/>
                </a:lnTo>
                <a:lnTo>
                  <a:pt x="88203" y="1162348"/>
                </a:lnTo>
                <a:lnTo>
                  <a:pt x="92984" y="1172915"/>
                </a:lnTo>
                <a:lnTo>
                  <a:pt x="98220" y="1183482"/>
                </a:lnTo>
                <a:lnTo>
                  <a:pt x="103750" y="1194049"/>
                </a:lnTo>
                <a:lnTo>
                  <a:pt x="109363" y="1204615"/>
                </a:lnTo>
                <a:lnTo>
                  <a:pt x="114801" y="1215182"/>
                </a:lnTo>
                <a:lnTo>
                  <a:pt x="119784" y="1225749"/>
                </a:lnTo>
                <a:lnTo>
                  <a:pt x="124026" y="1236316"/>
                </a:lnTo>
                <a:lnTo>
                  <a:pt x="127269" y="1246883"/>
                </a:lnTo>
                <a:lnTo>
                  <a:pt x="12930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8" name="01_find_only_2667">
            <a:extLst>
              <a:ext uri="{FF2B5EF4-FFF2-40B4-BE49-F238E27FC236}">
                <a16:creationId xmlns:a16="http://schemas.microsoft.com/office/drawing/2014/main" id="{4F10EA39-AF5B-4CEB-B0EF-23B9EE7B2617}"/>
              </a:ext>
            </a:extLst>
          </p:cNvPr>
          <p:cNvSpPr>
            <a:spLocks noGrp="1"/>
          </p:cNvSpPr>
          <p:nvPr/>
        </p:nvSpPr>
        <p:spPr>
          <a:xfrm>
            <a:off x="464324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1436" y="1268016"/>
                </a:moveTo>
                <a:lnTo>
                  <a:pt x="28564" y="1268016"/>
                </a:lnTo>
                <a:lnTo>
                  <a:pt x="28928" y="1257449"/>
                </a:lnTo>
                <a:lnTo>
                  <a:pt x="29993" y="1246883"/>
                </a:lnTo>
                <a:lnTo>
                  <a:pt x="31691" y="1236316"/>
                </a:lnTo>
                <a:lnTo>
                  <a:pt x="33915" y="1225749"/>
                </a:lnTo>
                <a:lnTo>
                  <a:pt x="36529" y="1215182"/>
                </a:lnTo>
                <a:lnTo>
                  <a:pt x="39387" y="1204615"/>
                </a:lnTo>
                <a:lnTo>
                  <a:pt x="42343" y="1194049"/>
                </a:lnTo>
                <a:lnTo>
                  <a:pt x="45264" y="1183482"/>
                </a:lnTo>
                <a:lnTo>
                  <a:pt x="48039" y="1172915"/>
                </a:lnTo>
                <a:lnTo>
                  <a:pt x="50586" y="1162348"/>
                </a:lnTo>
                <a:lnTo>
                  <a:pt x="52852" y="1151781"/>
                </a:lnTo>
                <a:lnTo>
                  <a:pt x="54810" y="1141215"/>
                </a:lnTo>
                <a:lnTo>
                  <a:pt x="56462" y="1130648"/>
                </a:lnTo>
                <a:lnTo>
                  <a:pt x="57822" y="1120081"/>
                </a:lnTo>
                <a:lnTo>
                  <a:pt x="58921" y="1109514"/>
                </a:lnTo>
                <a:lnTo>
                  <a:pt x="59794" y="1098947"/>
                </a:lnTo>
                <a:lnTo>
                  <a:pt x="60478" y="1088381"/>
                </a:lnTo>
                <a:lnTo>
                  <a:pt x="61008" y="1077814"/>
                </a:lnTo>
                <a:lnTo>
                  <a:pt x="61416" y="1067247"/>
                </a:lnTo>
                <a:lnTo>
                  <a:pt x="61728" y="1056680"/>
                </a:lnTo>
                <a:lnTo>
                  <a:pt x="61965" y="1046113"/>
                </a:lnTo>
                <a:lnTo>
                  <a:pt x="62144" y="1035547"/>
                </a:lnTo>
                <a:lnTo>
                  <a:pt x="62281" y="1024980"/>
                </a:lnTo>
                <a:lnTo>
                  <a:pt x="62384" y="1014413"/>
                </a:lnTo>
                <a:lnTo>
                  <a:pt x="62465" y="1003846"/>
                </a:lnTo>
                <a:lnTo>
                  <a:pt x="62530" y="993279"/>
                </a:lnTo>
                <a:lnTo>
                  <a:pt x="62584" y="982713"/>
                </a:lnTo>
                <a:lnTo>
                  <a:pt x="62632" y="972146"/>
                </a:lnTo>
                <a:lnTo>
                  <a:pt x="62676" y="961579"/>
                </a:lnTo>
                <a:lnTo>
                  <a:pt x="62715" y="951012"/>
                </a:lnTo>
                <a:lnTo>
                  <a:pt x="62749" y="940445"/>
                </a:lnTo>
                <a:lnTo>
                  <a:pt x="62774" y="929879"/>
                </a:lnTo>
                <a:lnTo>
                  <a:pt x="62787" y="919312"/>
                </a:lnTo>
                <a:lnTo>
                  <a:pt x="62781" y="908745"/>
                </a:lnTo>
                <a:lnTo>
                  <a:pt x="62754" y="898178"/>
                </a:lnTo>
                <a:lnTo>
                  <a:pt x="62702" y="887611"/>
                </a:lnTo>
                <a:lnTo>
                  <a:pt x="62623" y="877045"/>
                </a:lnTo>
                <a:lnTo>
                  <a:pt x="62515" y="866478"/>
                </a:lnTo>
                <a:lnTo>
                  <a:pt x="62381" y="855911"/>
                </a:lnTo>
                <a:lnTo>
                  <a:pt x="62221" y="845344"/>
                </a:lnTo>
                <a:lnTo>
                  <a:pt x="62039" y="834777"/>
                </a:lnTo>
                <a:lnTo>
                  <a:pt x="61836" y="824211"/>
                </a:lnTo>
                <a:lnTo>
                  <a:pt x="61613" y="813644"/>
                </a:lnTo>
                <a:lnTo>
                  <a:pt x="61369" y="803077"/>
                </a:lnTo>
                <a:lnTo>
                  <a:pt x="61101" y="792510"/>
                </a:lnTo>
                <a:lnTo>
                  <a:pt x="60803" y="781943"/>
                </a:lnTo>
                <a:lnTo>
                  <a:pt x="60465" y="771377"/>
                </a:lnTo>
                <a:lnTo>
                  <a:pt x="60081" y="760810"/>
                </a:lnTo>
                <a:lnTo>
                  <a:pt x="59640" y="750243"/>
                </a:lnTo>
                <a:lnTo>
                  <a:pt x="59136" y="739676"/>
                </a:lnTo>
                <a:lnTo>
                  <a:pt x="58570" y="729109"/>
                </a:lnTo>
                <a:lnTo>
                  <a:pt x="57946" y="718543"/>
                </a:lnTo>
                <a:lnTo>
                  <a:pt x="57279" y="707976"/>
                </a:lnTo>
                <a:lnTo>
                  <a:pt x="56590" y="697409"/>
                </a:lnTo>
                <a:lnTo>
                  <a:pt x="55911" y="686842"/>
                </a:lnTo>
                <a:lnTo>
                  <a:pt x="55277" y="676275"/>
                </a:lnTo>
                <a:lnTo>
                  <a:pt x="54726" y="665708"/>
                </a:lnTo>
                <a:lnTo>
                  <a:pt x="54295" y="655142"/>
                </a:lnTo>
                <a:lnTo>
                  <a:pt x="54013" y="644575"/>
                </a:lnTo>
                <a:lnTo>
                  <a:pt x="53902" y="634008"/>
                </a:lnTo>
                <a:lnTo>
                  <a:pt x="53970" y="623441"/>
                </a:lnTo>
                <a:lnTo>
                  <a:pt x="54209" y="612874"/>
                </a:lnTo>
                <a:lnTo>
                  <a:pt x="54600" y="602308"/>
                </a:lnTo>
                <a:lnTo>
                  <a:pt x="55110" y="591741"/>
                </a:lnTo>
                <a:lnTo>
                  <a:pt x="55696" y="581174"/>
                </a:lnTo>
                <a:lnTo>
                  <a:pt x="56313" y="570607"/>
                </a:lnTo>
                <a:lnTo>
                  <a:pt x="56911" y="560040"/>
                </a:lnTo>
                <a:lnTo>
                  <a:pt x="57449" y="549474"/>
                </a:lnTo>
                <a:lnTo>
                  <a:pt x="57888" y="538907"/>
                </a:lnTo>
                <a:lnTo>
                  <a:pt x="58204" y="528340"/>
                </a:lnTo>
                <a:lnTo>
                  <a:pt x="58380" y="517773"/>
                </a:lnTo>
                <a:lnTo>
                  <a:pt x="58416" y="507206"/>
                </a:lnTo>
                <a:lnTo>
                  <a:pt x="58321" y="496640"/>
                </a:lnTo>
                <a:lnTo>
                  <a:pt x="58115" y="486073"/>
                </a:lnTo>
                <a:lnTo>
                  <a:pt x="57827" y="475506"/>
                </a:lnTo>
                <a:lnTo>
                  <a:pt x="57489" y="464939"/>
                </a:lnTo>
                <a:lnTo>
                  <a:pt x="57137" y="454372"/>
                </a:lnTo>
                <a:lnTo>
                  <a:pt x="56807" y="443806"/>
                </a:lnTo>
                <a:lnTo>
                  <a:pt x="56530" y="433239"/>
                </a:lnTo>
                <a:lnTo>
                  <a:pt x="56330" y="422672"/>
                </a:lnTo>
                <a:lnTo>
                  <a:pt x="56227" y="412105"/>
                </a:lnTo>
                <a:lnTo>
                  <a:pt x="56230" y="401538"/>
                </a:lnTo>
                <a:lnTo>
                  <a:pt x="56339" y="390972"/>
                </a:lnTo>
                <a:lnTo>
                  <a:pt x="56551" y="380405"/>
                </a:lnTo>
                <a:lnTo>
                  <a:pt x="56851" y="369838"/>
                </a:lnTo>
                <a:lnTo>
                  <a:pt x="57226" y="359271"/>
                </a:lnTo>
                <a:lnTo>
                  <a:pt x="57658" y="348704"/>
                </a:lnTo>
                <a:lnTo>
                  <a:pt x="58126" y="338138"/>
                </a:lnTo>
                <a:lnTo>
                  <a:pt x="58614" y="327571"/>
                </a:lnTo>
                <a:lnTo>
                  <a:pt x="59104" y="317004"/>
                </a:lnTo>
                <a:lnTo>
                  <a:pt x="59583" y="306437"/>
                </a:lnTo>
                <a:lnTo>
                  <a:pt x="60037" y="295870"/>
                </a:lnTo>
                <a:lnTo>
                  <a:pt x="60455" y="285304"/>
                </a:lnTo>
                <a:lnTo>
                  <a:pt x="60827" y="274737"/>
                </a:lnTo>
                <a:lnTo>
                  <a:pt x="61143" y="264170"/>
                </a:lnTo>
                <a:lnTo>
                  <a:pt x="61394" y="253603"/>
                </a:lnTo>
                <a:lnTo>
                  <a:pt x="61566" y="243036"/>
                </a:lnTo>
                <a:lnTo>
                  <a:pt x="61648" y="232470"/>
                </a:lnTo>
                <a:lnTo>
                  <a:pt x="61620" y="221903"/>
                </a:lnTo>
                <a:lnTo>
                  <a:pt x="61460" y="211336"/>
                </a:lnTo>
                <a:lnTo>
                  <a:pt x="61137" y="200769"/>
                </a:lnTo>
                <a:lnTo>
                  <a:pt x="60613" y="190202"/>
                </a:lnTo>
                <a:lnTo>
                  <a:pt x="59839" y="179636"/>
                </a:lnTo>
                <a:lnTo>
                  <a:pt x="58756" y="169069"/>
                </a:lnTo>
                <a:lnTo>
                  <a:pt x="57297" y="158502"/>
                </a:lnTo>
                <a:lnTo>
                  <a:pt x="55391" y="147935"/>
                </a:lnTo>
                <a:lnTo>
                  <a:pt x="52970" y="137368"/>
                </a:lnTo>
                <a:lnTo>
                  <a:pt x="49975" y="126802"/>
                </a:lnTo>
                <a:lnTo>
                  <a:pt x="46369" y="116235"/>
                </a:lnTo>
                <a:lnTo>
                  <a:pt x="42152" y="105668"/>
                </a:lnTo>
                <a:lnTo>
                  <a:pt x="37368" y="95101"/>
                </a:lnTo>
                <a:lnTo>
                  <a:pt x="32116" y="84534"/>
                </a:lnTo>
                <a:lnTo>
                  <a:pt x="26555" y="73968"/>
                </a:lnTo>
                <a:lnTo>
                  <a:pt x="20897" y="63401"/>
                </a:lnTo>
                <a:lnTo>
                  <a:pt x="15404" y="52834"/>
                </a:lnTo>
                <a:lnTo>
                  <a:pt x="10363" y="42267"/>
                </a:lnTo>
                <a:lnTo>
                  <a:pt x="6063" y="31700"/>
                </a:lnTo>
                <a:lnTo>
                  <a:pt x="2773" y="21134"/>
                </a:lnTo>
                <a:lnTo>
                  <a:pt x="70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95" y="10567"/>
                </a:lnTo>
                <a:lnTo>
                  <a:pt x="127227" y="21134"/>
                </a:lnTo>
                <a:lnTo>
                  <a:pt x="123937" y="31700"/>
                </a:lnTo>
                <a:lnTo>
                  <a:pt x="119637" y="42267"/>
                </a:lnTo>
                <a:lnTo>
                  <a:pt x="114596" y="52834"/>
                </a:lnTo>
                <a:lnTo>
                  <a:pt x="109103" y="63401"/>
                </a:lnTo>
                <a:lnTo>
                  <a:pt x="103445" y="73968"/>
                </a:lnTo>
                <a:lnTo>
                  <a:pt x="97884" y="84534"/>
                </a:lnTo>
                <a:lnTo>
                  <a:pt x="92632" y="95101"/>
                </a:lnTo>
                <a:lnTo>
                  <a:pt x="87848" y="105668"/>
                </a:lnTo>
                <a:lnTo>
                  <a:pt x="83631" y="116235"/>
                </a:lnTo>
                <a:lnTo>
                  <a:pt x="80025" y="126802"/>
                </a:lnTo>
                <a:lnTo>
                  <a:pt x="77030" y="137368"/>
                </a:lnTo>
                <a:lnTo>
                  <a:pt x="74609" y="147935"/>
                </a:lnTo>
                <a:lnTo>
                  <a:pt x="72703" y="158502"/>
                </a:lnTo>
                <a:lnTo>
                  <a:pt x="71244" y="169069"/>
                </a:lnTo>
                <a:lnTo>
                  <a:pt x="70161" y="179636"/>
                </a:lnTo>
                <a:lnTo>
                  <a:pt x="69387" y="190202"/>
                </a:lnTo>
                <a:lnTo>
                  <a:pt x="68863" y="200769"/>
                </a:lnTo>
                <a:lnTo>
                  <a:pt x="68540" y="211336"/>
                </a:lnTo>
                <a:lnTo>
                  <a:pt x="68380" y="221903"/>
                </a:lnTo>
                <a:lnTo>
                  <a:pt x="68352" y="232470"/>
                </a:lnTo>
                <a:lnTo>
                  <a:pt x="68434" y="243036"/>
                </a:lnTo>
                <a:lnTo>
                  <a:pt x="68606" y="253603"/>
                </a:lnTo>
                <a:lnTo>
                  <a:pt x="68857" y="264170"/>
                </a:lnTo>
                <a:lnTo>
                  <a:pt x="69173" y="274737"/>
                </a:lnTo>
                <a:lnTo>
                  <a:pt x="69545" y="285304"/>
                </a:lnTo>
                <a:lnTo>
                  <a:pt x="69963" y="295870"/>
                </a:lnTo>
                <a:lnTo>
                  <a:pt x="70417" y="306437"/>
                </a:lnTo>
                <a:lnTo>
                  <a:pt x="70896" y="317004"/>
                </a:lnTo>
                <a:lnTo>
                  <a:pt x="71386" y="327571"/>
                </a:lnTo>
                <a:lnTo>
                  <a:pt x="71874" y="338138"/>
                </a:lnTo>
                <a:lnTo>
                  <a:pt x="72342" y="348704"/>
                </a:lnTo>
                <a:lnTo>
                  <a:pt x="72774" y="359271"/>
                </a:lnTo>
                <a:lnTo>
                  <a:pt x="73149" y="369838"/>
                </a:lnTo>
                <a:lnTo>
                  <a:pt x="73449" y="380405"/>
                </a:lnTo>
                <a:lnTo>
                  <a:pt x="73661" y="390972"/>
                </a:lnTo>
                <a:lnTo>
                  <a:pt x="73770" y="401538"/>
                </a:lnTo>
                <a:lnTo>
                  <a:pt x="73773" y="412105"/>
                </a:lnTo>
                <a:lnTo>
                  <a:pt x="73670" y="422672"/>
                </a:lnTo>
                <a:lnTo>
                  <a:pt x="73470" y="433239"/>
                </a:lnTo>
                <a:lnTo>
                  <a:pt x="73193" y="443806"/>
                </a:lnTo>
                <a:lnTo>
                  <a:pt x="72863" y="454372"/>
                </a:lnTo>
                <a:lnTo>
                  <a:pt x="72511" y="464939"/>
                </a:lnTo>
                <a:lnTo>
                  <a:pt x="72173" y="475506"/>
                </a:lnTo>
                <a:lnTo>
                  <a:pt x="71885" y="486073"/>
                </a:lnTo>
                <a:lnTo>
                  <a:pt x="71679" y="496640"/>
                </a:lnTo>
                <a:lnTo>
                  <a:pt x="71584" y="507206"/>
                </a:lnTo>
                <a:lnTo>
                  <a:pt x="71620" y="517773"/>
                </a:lnTo>
                <a:lnTo>
                  <a:pt x="71796" y="528340"/>
                </a:lnTo>
                <a:lnTo>
                  <a:pt x="72112" y="538907"/>
                </a:lnTo>
                <a:lnTo>
                  <a:pt x="72551" y="549474"/>
                </a:lnTo>
                <a:lnTo>
                  <a:pt x="73089" y="560040"/>
                </a:lnTo>
                <a:lnTo>
                  <a:pt x="73687" y="570607"/>
                </a:lnTo>
                <a:lnTo>
                  <a:pt x="74304" y="581174"/>
                </a:lnTo>
                <a:lnTo>
                  <a:pt x="74890" y="591741"/>
                </a:lnTo>
                <a:lnTo>
                  <a:pt x="75400" y="602308"/>
                </a:lnTo>
                <a:lnTo>
                  <a:pt x="75791" y="612874"/>
                </a:lnTo>
                <a:lnTo>
                  <a:pt x="76030" y="623441"/>
                </a:lnTo>
                <a:lnTo>
                  <a:pt x="76098" y="634008"/>
                </a:lnTo>
                <a:lnTo>
                  <a:pt x="75987" y="644575"/>
                </a:lnTo>
                <a:lnTo>
                  <a:pt x="75705" y="655142"/>
                </a:lnTo>
                <a:lnTo>
                  <a:pt x="75274" y="665708"/>
                </a:lnTo>
                <a:lnTo>
                  <a:pt x="74723" y="676275"/>
                </a:lnTo>
                <a:lnTo>
                  <a:pt x="74089" y="686842"/>
                </a:lnTo>
                <a:lnTo>
                  <a:pt x="73410" y="697409"/>
                </a:lnTo>
                <a:lnTo>
                  <a:pt x="72721" y="707976"/>
                </a:lnTo>
                <a:lnTo>
                  <a:pt x="72054" y="718543"/>
                </a:lnTo>
                <a:lnTo>
                  <a:pt x="71430" y="729109"/>
                </a:lnTo>
                <a:lnTo>
                  <a:pt x="70864" y="739676"/>
                </a:lnTo>
                <a:lnTo>
                  <a:pt x="70360" y="750243"/>
                </a:lnTo>
                <a:lnTo>
                  <a:pt x="69919" y="760810"/>
                </a:lnTo>
                <a:lnTo>
                  <a:pt x="69535" y="771377"/>
                </a:lnTo>
                <a:lnTo>
                  <a:pt x="69197" y="781943"/>
                </a:lnTo>
                <a:lnTo>
                  <a:pt x="68899" y="792510"/>
                </a:lnTo>
                <a:lnTo>
                  <a:pt x="68631" y="803077"/>
                </a:lnTo>
                <a:lnTo>
                  <a:pt x="68387" y="813644"/>
                </a:lnTo>
                <a:lnTo>
                  <a:pt x="68164" y="824211"/>
                </a:lnTo>
                <a:lnTo>
                  <a:pt x="67961" y="834777"/>
                </a:lnTo>
                <a:lnTo>
                  <a:pt x="67779" y="845344"/>
                </a:lnTo>
                <a:lnTo>
                  <a:pt x="67619" y="855911"/>
                </a:lnTo>
                <a:lnTo>
                  <a:pt x="67485" y="866478"/>
                </a:lnTo>
                <a:lnTo>
                  <a:pt x="67377" y="877045"/>
                </a:lnTo>
                <a:lnTo>
                  <a:pt x="67298" y="887611"/>
                </a:lnTo>
                <a:lnTo>
                  <a:pt x="67246" y="898178"/>
                </a:lnTo>
                <a:lnTo>
                  <a:pt x="67218" y="908745"/>
                </a:lnTo>
                <a:lnTo>
                  <a:pt x="67213" y="919312"/>
                </a:lnTo>
                <a:lnTo>
                  <a:pt x="67226" y="929879"/>
                </a:lnTo>
                <a:lnTo>
                  <a:pt x="67251" y="940445"/>
                </a:lnTo>
                <a:lnTo>
                  <a:pt x="67285" y="951012"/>
                </a:lnTo>
                <a:lnTo>
                  <a:pt x="67324" y="961579"/>
                </a:lnTo>
                <a:lnTo>
                  <a:pt x="67368" y="972146"/>
                </a:lnTo>
                <a:lnTo>
                  <a:pt x="67416" y="982713"/>
                </a:lnTo>
                <a:lnTo>
                  <a:pt x="67470" y="993279"/>
                </a:lnTo>
                <a:lnTo>
                  <a:pt x="67535" y="1003846"/>
                </a:lnTo>
                <a:lnTo>
                  <a:pt x="67616" y="1014413"/>
                </a:lnTo>
                <a:lnTo>
                  <a:pt x="67719" y="1024980"/>
                </a:lnTo>
                <a:lnTo>
                  <a:pt x="67856" y="1035547"/>
                </a:lnTo>
                <a:lnTo>
                  <a:pt x="68035" y="1046113"/>
                </a:lnTo>
                <a:lnTo>
                  <a:pt x="68272" y="1056680"/>
                </a:lnTo>
                <a:lnTo>
                  <a:pt x="68584" y="1067247"/>
                </a:lnTo>
                <a:lnTo>
                  <a:pt x="68992" y="1077814"/>
                </a:lnTo>
                <a:lnTo>
                  <a:pt x="69522" y="1088381"/>
                </a:lnTo>
                <a:lnTo>
                  <a:pt x="70206" y="1098947"/>
                </a:lnTo>
                <a:lnTo>
                  <a:pt x="71079" y="1109514"/>
                </a:lnTo>
                <a:lnTo>
                  <a:pt x="72178" y="1120081"/>
                </a:lnTo>
                <a:lnTo>
                  <a:pt x="73538" y="1130648"/>
                </a:lnTo>
                <a:lnTo>
                  <a:pt x="75189" y="1141215"/>
                </a:lnTo>
                <a:lnTo>
                  <a:pt x="77148" y="1151781"/>
                </a:lnTo>
                <a:lnTo>
                  <a:pt x="79414" y="1162348"/>
                </a:lnTo>
                <a:lnTo>
                  <a:pt x="81961" y="1172915"/>
                </a:lnTo>
                <a:lnTo>
                  <a:pt x="84736" y="1183482"/>
                </a:lnTo>
                <a:lnTo>
                  <a:pt x="87657" y="1194049"/>
                </a:lnTo>
                <a:lnTo>
                  <a:pt x="90613" y="1204615"/>
                </a:lnTo>
                <a:lnTo>
                  <a:pt x="93471" y="1215182"/>
                </a:lnTo>
                <a:lnTo>
                  <a:pt x="96085" y="1225749"/>
                </a:lnTo>
                <a:lnTo>
                  <a:pt x="98309" y="1236316"/>
                </a:lnTo>
                <a:lnTo>
                  <a:pt x="100007" y="1246883"/>
                </a:lnTo>
                <a:lnTo>
                  <a:pt x="101072" y="1257449"/>
                </a:lnTo>
                <a:lnTo>
                  <a:pt x="101436" y="1268016"/>
                </a:lnTo>
                <a:lnTo>
                  <a:pt x="10143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9" name="01_find_only_2668">
            <a:extLst>
              <a:ext uri="{FF2B5EF4-FFF2-40B4-BE49-F238E27FC236}">
                <a16:creationId xmlns:a16="http://schemas.microsoft.com/office/drawing/2014/main" id="{A4A57D28-3FEB-4DC6-92AB-77C89658786B}"/>
              </a:ext>
            </a:extLst>
          </p:cNvPr>
          <p:cNvSpPr>
            <a:spLocks noGrp="1"/>
          </p:cNvSpPr>
          <p:nvPr/>
        </p:nvSpPr>
        <p:spPr>
          <a:xfrm>
            <a:off x="515251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1206" y="1268016"/>
                </a:moveTo>
                <a:lnTo>
                  <a:pt x="38794" y="1268016"/>
                </a:lnTo>
                <a:lnTo>
                  <a:pt x="39051" y="1257449"/>
                </a:lnTo>
                <a:lnTo>
                  <a:pt x="39805" y="1246883"/>
                </a:lnTo>
                <a:lnTo>
                  <a:pt x="41008" y="1236316"/>
                </a:lnTo>
                <a:lnTo>
                  <a:pt x="42583" y="1225749"/>
                </a:lnTo>
                <a:lnTo>
                  <a:pt x="44435" y="1215182"/>
                </a:lnTo>
                <a:lnTo>
                  <a:pt x="46460" y="1204615"/>
                </a:lnTo>
                <a:lnTo>
                  <a:pt x="48557" y="1194049"/>
                </a:lnTo>
                <a:lnTo>
                  <a:pt x="50629" y="1183482"/>
                </a:lnTo>
                <a:lnTo>
                  <a:pt x="52600" y="1172915"/>
                </a:lnTo>
                <a:lnTo>
                  <a:pt x="54411" y="1162348"/>
                </a:lnTo>
                <a:lnTo>
                  <a:pt x="56024" y="1151781"/>
                </a:lnTo>
                <a:lnTo>
                  <a:pt x="57422" y="1141215"/>
                </a:lnTo>
                <a:lnTo>
                  <a:pt x="58602" y="1130648"/>
                </a:lnTo>
                <a:lnTo>
                  <a:pt x="59578" y="1120081"/>
                </a:lnTo>
                <a:lnTo>
                  <a:pt x="60370" y="1109514"/>
                </a:lnTo>
                <a:lnTo>
                  <a:pt x="61002" y="1098947"/>
                </a:lnTo>
                <a:lnTo>
                  <a:pt x="61500" y="1088381"/>
                </a:lnTo>
                <a:lnTo>
                  <a:pt x="61890" y="1077814"/>
                </a:lnTo>
                <a:lnTo>
                  <a:pt x="62193" y="1067247"/>
                </a:lnTo>
                <a:lnTo>
                  <a:pt x="62428" y="1056680"/>
                </a:lnTo>
                <a:lnTo>
                  <a:pt x="62610" y="1046113"/>
                </a:lnTo>
                <a:lnTo>
                  <a:pt x="62752" y="1035547"/>
                </a:lnTo>
                <a:lnTo>
                  <a:pt x="62865" y="1024980"/>
                </a:lnTo>
                <a:lnTo>
                  <a:pt x="62957" y="1014413"/>
                </a:lnTo>
                <a:lnTo>
                  <a:pt x="63035" y="1003846"/>
                </a:lnTo>
                <a:lnTo>
                  <a:pt x="63107" y="993279"/>
                </a:lnTo>
                <a:lnTo>
                  <a:pt x="63177" y="982713"/>
                </a:lnTo>
                <a:lnTo>
                  <a:pt x="63249" y="972146"/>
                </a:lnTo>
                <a:lnTo>
                  <a:pt x="63324" y="961579"/>
                </a:lnTo>
                <a:lnTo>
                  <a:pt x="63404" y="951012"/>
                </a:lnTo>
                <a:lnTo>
                  <a:pt x="63486" y="940445"/>
                </a:lnTo>
                <a:lnTo>
                  <a:pt x="63566" y="929879"/>
                </a:lnTo>
                <a:lnTo>
                  <a:pt x="63640" y="919312"/>
                </a:lnTo>
                <a:lnTo>
                  <a:pt x="63701" y="908745"/>
                </a:lnTo>
                <a:lnTo>
                  <a:pt x="63742" y="898178"/>
                </a:lnTo>
                <a:lnTo>
                  <a:pt x="63759" y="887611"/>
                </a:lnTo>
                <a:lnTo>
                  <a:pt x="63745" y="877045"/>
                </a:lnTo>
                <a:lnTo>
                  <a:pt x="63699" y="866478"/>
                </a:lnTo>
                <a:lnTo>
                  <a:pt x="63617" y="855911"/>
                </a:lnTo>
                <a:lnTo>
                  <a:pt x="63500" y="845344"/>
                </a:lnTo>
                <a:lnTo>
                  <a:pt x="63351" y="834777"/>
                </a:lnTo>
                <a:lnTo>
                  <a:pt x="63171" y="824211"/>
                </a:lnTo>
                <a:lnTo>
                  <a:pt x="62965" y="813644"/>
                </a:lnTo>
                <a:lnTo>
                  <a:pt x="62733" y="803077"/>
                </a:lnTo>
                <a:lnTo>
                  <a:pt x="62477" y="792510"/>
                </a:lnTo>
                <a:lnTo>
                  <a:pt x="62198" y="781943"/>
                </a:lnTo>
                <a:lnTo>
                  <a:pt x="61891" y="771377"/>
                </a:lnTo>
                <a:lnTo>
                  <a:pt x="61555" y="760810"/>
                </a:lnTo>
                <a:lnTo>
                  <a:pt x="61184" y="750243"/>
                </a:lnTo>
                <a:lnTo>
                  <a:pt x="60776" y="739676"/>
                </a:lnTo>
                <a:lnTo>
                  <a:pt x="60331" y="729109"/>
                </a:lnTo>
                <a:lnTo>
                  <a:pt x="59854" y="718543"/>
                </a:lnTo>
                <a:lnTo>
                  <a:pt x="59352" y="707976"/>
                </a:lnTo>
                <a:lnTo>
                  <a:pt x="58841" y="697409"/>
                </a:lnTo>
                <a:lnTo>
                  <a:pt x="58342" y="686842"/>
                </a:lnTo>
                <a:lnTo>
                  <a:pt x="57880" y="676275"/>
                </a:lnTo>
                <a:lnTo>
                  <a:pt x="57479" y="665708"/>
                </a:lnTo>
                <a:lnTo>
                  <a:pt x="57167" y="655142"/>
                </a:lnTo>
                <a:lnTo>
                  <a:pt x="56964" y="644575"/>
                </a:lnTo>
                <a:lnTo>
                  <a:pt x="56885" y="634008"/>
                </a:lnTo>
                <a:lnTo>
                  <a:pt x="56937" y="623441"/>
                </a:lnTo>
                <a:lnTo>
                  <a:pt x="57114" y="612874"/>
                </a:lnTo>
                <a:lnTo>
                  <a:pt x="57405" y="602308"/>
                </a:lnTo>
                <a:lnTo>
                  <a:pt x="57786" y="591741"/>
                </a:lnTo>
                <a:lnTo>
                  <a:pt x="58229" y="581174"/>
                </a:lnTo>
                <a:lnTo>
                  <a:pt x="58702" y="570607"/>
                </a:lnTo>
                <a:lnTo>
                  <a:pt x="59173" y="560040"/>
                </a:lnTo>
                <a:lnTo>
                  <a:pt x="59612" y="549474"/>
                </a:lnTo>
                <a:lnTo>
                  <a:pt x="59994" y="538907"/>
                </a:lnTo>
                <a:lnTo>
                  <a:pt x="60299" y="528340"/>
                </a:lnTo>
                <a:lnTo>
                  <a:pt x="60519" y="517773"/>
                </a:lnTo>
                <a:lnTo>
                  <a:pt x="60651" y="507206"/>
                </a:lnTo>
                <a:lnTo>
                  <a:pt x="60698" y="496640"/>
                </a:lnTo>
                <a:lnTo>
                  <a:pt x="60674" y="486073"/>
                </a:lnTo>
                <a:lnTo>
                  <a:pt x="60593" y="475506"/>
                </a:lnTo>
                <a:lnTo>
                  <a:pt x="60476" y="464939"/>
                </a:lnTo>
                <a:lnTo>
                  <a:pt x="60343" y="454372"/>
                </a:lnTo>
                <a:lnTo>
                  <a:pt x="60215" y="443806"/>
                </a:lnTo>
                <a:lnTo>
                  <a:pt x="60108" y="433239"/>
                </a:lnTo>
                <a:lnTo>
                  <a:pt x="60038" y="422672"/>
                </a:lnTo>
                <a:lnTo>
                  <a:pt x="60015" y="412105"/>
                </a:lnTo>
                <a:lnTo>
                  <a:pt x="60045" y="401538"/>
                </a:lnTo>
                <a:lnTo>
                  <a:pt x="60129" y="390972"/>
                </a:lnTo>
                <a:lnTo>
                  <a:pt x="60266" y="380405"/>
                </a:lnTo>
                <a:lnTo>
                  <a:pt x="60451" y="369838"/>
                </a:lnTo>
                <a:lnTo>
                  <a:pt x="60677" y="359271"/>
                </a:lnTo>
                <a:lnTo>
                  <a:pt x="60934" y="348704"/>
                </a:lnTo>
                <a:lnTo>
                  <a:pt x="61216" y="338138"/>
                </a:lnTo>
                <a:lnTo>
                  <a:pt x="61511" y="327571"/>
                </a:lnTo>
                <a:lnTo>
                  <a:pt x="61813" y="317004"/>
                </a:lnTo>
                <a:lnTo>
                  <a:pt x="62113" y="306437"/>
                </a:lnTo>
                <a:lnTo>
                  <a:pt x="62402" y="295870"/>
                </a:lnTo>
                <a:lnTo>
                  <a:pt x="62673" y="285304"/>
                </a:lnTo>
                <a:lnTo>
                  <a:pt x="62917" y="274737"/>
                </a:lnTo>
                <a:lnTo>
                  <a:pt x="63127" y="264170"/>
                </a:lnTo>
                <a:lnTo>
                  <a:pt x="63292" y="253603"/>
                </a:lnTo>
                <a:lnTo>
                  <a:pt x="63402" y="243036"/>
                </a:lnTo>
                <a:lnTo>
                  <a:pt x="63442" y="232470"/>
                </a:lnTo>
                <a:lnTo>
                  <a:pt x="63394" y="221903"/>
                </a:lnTo>
                <a:lnTo>
                  <a:pt x="63231" y="211336"/>
                </a:lnTo>
                <a:lnTo>
                  <a:pt x="62921" y="200769"/>
                </a:lnTo>
                <a:lnTo>
                  <a:pt x="62420" y="190202"/>
                </a:lnTo>
                <a:lnTo>
                  <a:pt x="61673" y="179636"/>
                </a:lnTo>
                <a:lnTo>
                  <a:pt x="60615" y="169069"/>
                </a:lnTo>
                <a:lnTo>
                  <a:pt x="59169" y="158502"/>
                </a:lnTo>
                <a:lnTo>
                  <a:pt x="57258" y="147935"/>
                </a:lnTo>
                <a:lnTo>
                  <a:pt x="54805" y="137368"/>
                </a:lnTo>
                <a:lnTo>
                  <a:pt x="51746" y="126802"/>
                </a:lnTo>
                <a:lnTo>
                  <a:pt x="48042" y="116235"/>
                </a:lnTo>
                <a:lnTo>
                  <a:pt x="43692" y="105668"/>
                </a:lnTo>
                <a:lnTo>
                  <a:pt x="38743" y="95101"/>
                </a:lnTo>
                <a:lnTo>
                  <a:pt x="33301" y="84534"/>
                </a:lnTo>
                <a:lnTo>
                  <a:pt x="27534" y="73968"/>
                </a:lnTo>
                <a:lnTo>
                  <a:pt x="21665" y="63401"/>
                </a:lnTo>
                <a:lnTo>
                  <a:pt x="15967" y="52834"/>
                </a:lnTo>
                <a:lnTo>
                  <a:pt x="10739" y="42267"/>
                </a:lnTo>
                <a:lnTo>
                  <a:pt x="6283" y="31700"/>
                </a:lnTo>
                <a:lnTo>
                  <a:pt x="2873" y="21134"/>
                </a:lnTo>
                <a:lnTo>
                  <a:pt x="731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9" y="10567"/>
                </a:lnTo>
                <a:lnTo>
                  <a:pt x="127127" y="21134"/>
                </a:lnTo>
                <a:lnTo>
                  <a:pt x="123717" y="31700"/>
                </a:lnTo>
                <a:lnTo>
                  <a:pt x="119261" y="42267"/>
                </a:lnTo>
                <a:lnTo>
                  <a:pt x="114033" y="52834"/>
                </a:lnTo>
                <a:lnTo>
                  <a:pt x="108335" y="63401"/>
                </a:lnTo>
                <a:lnTo>
                  <a:pt x="102466" y="73968"/>
                </a:lnTo>
                <a:lnTo>
                  <a:pt x="96699" y="84534"/>
                </a:lnTo>
                <a:lnTo>
                  <a:pt x="91257" y="95101"/>
                </a:lnTo>
                <a:lnTo>
                  <a:pt x="86308" y="105668"/>
                </a:lnTo>
                <a:lnTo>
                  <a:pt x="81958" y="116235"/>
                </a:lnTo>
                <a:lnTo>
                  <a:pt x="78254" y="126802"/>
                </a:lnTo>
                <a:lnTo>
                  <a:pt x="75195" y="137368"/>
                </a:lnTo>
                <a:lnTo>
                  <a:pt x="72741" y="147935"/>
                </a:lnTo>
                <a:lnTo>
                  <a:pt x="70830" y="158502"/>
                </a:lnTo>
                <a:lnTo>
                  <a:pt x="69385" y="169069"/>
                </a:lnTo>
                <a:lnTo>
                  <a:pt x="68327" y="179636"/>
                </a:lnTo>
                <a:lnTo>
                  <a:pt x="67580" y="190202"/>
                </a:lnTo>
                <a:lnTo>
                  <a:pt x="67079" y="200769"/>
                </a:lnTo>
                <a:lnTo>
                  <a:pt x="66769" y="211336"/>
                </a:lnTo>
                <a:lnTo>
                  <a:pt x="66606" y="221903"/>
                </a:lnTo>
                <a:lnTo>
                  <a:pt x="66558" y="232470"/>
                </a:lnTo>
                <a:lnTo>
                  <a:pt x="66598" y="243036"/>
                </a:lnTo>
                <a:lnTo>
                  <a:pt x="66708" y="253603"/>
                </a:lnTo>
                <a:lnTo>
                  <a:pt x="66873" y="264170"/>
                </a:lnTo>
                <a:lnTo>
                  <a:pt x="67083" y="274737"/>
                </a:lnTo>
                <a:lnTo>
                  <a:pt x="67327" y="285304"/>
                </a:lnTo>
                <a:lnTo>
                  <a:pt x="67598" y="295870"/>
                </a:lnTo>
                <a:lnTo>
                  <a:pt x="67887" y="306437"/>
                </a:lnTo>
                <a:lnTo>
                  <a:pt x="68187" y="317004"/>
                </a:lnTo>
                <a:lnTo>
                  <a:pt x="68489" y="327571"/>
                </a:lnTo>
                <a:lnTo>
                  <a:pt x="68784" y="338138"/>
                </a:lnTo>
                <a:lnTo>
                  <a:pt x="69066" y="348704"/>
                </a:lnTo>
                <a:lnTo>
                  <a:pt x="69323" y="359271"/>
                </a:lnTo>
                <a:lnTo>
                  <a:pt x="69549" y="369838"/>
                </a:lnTo>
                <a:lnTo>
                  <a:pt x="69734" y="380405"/>
                </a:lnTo>
                <a:lnTo>
                  <a:pt x="69871" y="390972"/>
                </a:lnTo>
                <a:lnTo>
                  <a:pt x="69955" y="401538"/>
                </a:lnTo>
                <a:lnTo>
                  <a:pt x="69985" y="412105"/>
                </a:lnTo>
                <a:lnTo>
                  <a:pt x="69962" y="422672"/>
                </a:lnTo>
                <a:lnTo>
                  <a:pt x="69892" y="433239"/>
                </a:lnTo>
                <a:lnTo>
                  <a:pt x="69785" y="443806"/>
                </a:lnTo>
                <a:lnTo>
                  <a:pt x="69657" y="454372"/>
                </a:lnTo>
                <a:lnTo>
                  <a:pt x="69524" y="464939"/>
                </a:lnTo>
                <a:lnTo>
                  <a:pt x="69407" y="475506"/>
                </a:lnTo>
                <a:lnTo>
                  <a:pt x="69326" y="486073"/>
                </a:lnTo>
                <a:lnTo>
                  <a:pt x="69302" y="496640"/>
                </a:lnTo>
                <a:lnTo>
                  <a:pt x="69349" y="507206"/>
                </a:lnTo>
                <a:lnTo>
                  <a:pt x="69481" y="517773"/>
                </a:lnTo>
                <a:lnTo>
                  <a:pt x="69701" y="528340"/>
                </a:lnTo>
                <a:lnTo>
                  <a:pt x="70006" y="538907"/>
                </a:lnTo>
                <a:lnTo>
                  <a:pt x="70388" y="549474"/>
                </a:lnTo>
                <a:lnTo>
                  <a:pt x="70827" y="560040"/>
                </a:lnTo>
                <a:lnTo>
                  <a:pt x="71298" y="570607"/>
                </a:lnTo>
                <a:lnTo>
                  <a:pt x="71771" y="581174"/>
                </a:lnTo>
                <a:lnTo>
                  <a:pt x="72214" y="591741"/>
                </a:lnTo>
                <a:lnTo>
                  <a:pt x="72595" y="602308"/>
                </a:lnTo>
                <a:lnTo>
                  <a:pt x="72886" y="612874"/>
                </a:lnTo>
                <a:lnTo>
                  <a:pt x="73063" y="623441"/>
                </a:lnTo>
                <a:lnTo>
                  <a:pt x="73115" y="634008"/>
                </a:lnTo>
                <a:lnTo>
                  <a:pt x="73036" y="644575"/>
                </a:lnTo>
                <a:lnTo>
                  <a:pt x="72833" y="655142"/>
                </a:lnTo>
                <a:lnTo>
                  <a:pt x="72521" y="665708"/>
                </a:lnTo>
                <a:lnTo>
                  <a:pt x="72120" y="676275"/>
                </a:lnTo>
                <a:lnTo>
                  <a:pt x="71658" y="686842"/>
                </a:lnTo>
                <a:lnTo>
                  <a:pt x="71159" y="697409"/>
                </a:lnTo>
                <a:lnTo>
                  <a:pt x="70648" y="707976"/>
                </a:lnTo>
                <a:lnTo>
                  <a:pt x="70146" y="718543"/>
                </a:lnTo>
                <a:lnTo>
                  <a:pt x="69669" y="729109"/>
                </a:lnTo>
                <a:lnTo>
                  <a:pt x="69224" y="739676"/>
                </a:lnTo>
                <a:lnTo>
                  <a:pt x="68816" y="750243"/>
                </a:lnTo>
                <a:lnTo>
                  <a:pt x="68445" y="760810"/>
                </a:lnTo>
                <a:lnTo>
                  <a:pt x="68109" y="771377"/>
                </a:lnTo>
                <a:lnTo>
                  <a:pt x="67802" y="781943"/>
                </a:lnTo>
                <a:lnTo>
                  <a:pt x="67523" y="792510"/>
                </a:lnTo>
                <a:lnTo>
                  <a:pt x="67267" y="803077"/>
                </a:lnTo>
                <a:lnTo>
                  <a:pt x="67035" y="813644"/>
                </a:lnTo>
                <a:lnTo>
                  <a:pt x="66828" y="824211"/>
                </a:lnTo>
                <a:lnTo>
                  <a:pt x="66649" y="834777"/>
                </a:lnTo>
                <a:lnTo>
                  <a:pt x="66500" y="845344"/>
                </a:lnTo>
                <a:lnTo>
                  <a:pt x="66383" y="855911"/>
                </a:lnTo>
                <a:lnTo>
                  <a:pt x="66301" y="866478"/>
                </a:lnTo>
                <a:lnTo>
                  <a:pt x="66255" y="877045"/>
                </a:lnTo>
                <a:lnTo>
                  <a:pt x="66241" y="887611"/>
                </a:lnTo>
                <a:lnTo>
                  <a:pt x="66258" y="898178"/>
                </a:lnTo>
                <a:lnTo>
                  <a:pt x="66299" y="908745"/>
                </a:lnTo>
                <a:lnTo>
                  <a:pt x="66360" y="919312"/>
                </a:lnTo>
                <a:lnTo>
                  <a:pt x="66434" y="929879"/>
                </a:lnTo>
                <a:lnTo>
                  <a:pt x="66514" y="940445"/>
                </a:lnTo>
                <a:lnTo>
                  <a:pt x="66596" y="951012"/>
                </a:lnTo>
                <a:lnTo>
                  <a:pt x="66676" y="961579"/>
                </a:lnTo>
                <a:lnTo>
                  <a:pt x="66751" y="972146"/>
                </a:lnTo>
                <a:lnTo>
                  <a:pt x="66823" y="982713"/>
                </a:lnTo>
                <a:lnTo>
                  <a:pt x="66893" y="993279"/>
                </a:lnTo>
                <a:lnTo>
                  <a:pt x="66965" y="1003846"/>
                </a:lnTo>
                <a:lnTo>
                  <a:pt x="67043" y="1014413"/>
                </a:lnTo>
                <a:lnTo>
                  <a:pt x="67135" y="1024980"/>
                </a:lnTo>
                <a:lnTo>
                  <a:pt x="67248" y="1035547"/>
                </a:lnTo>
                <a:lnTo>
                  <a:pt x="67390" y="1046113"/>
                </a:lnTo>
                <a:lnTo>
                  <a:pt x="67572" y="1056680"/>
                </a:lnTo>
                <a:lnTo>
                  <a:pt x="67807" y="1067247"/>
                </a:lnTo>
                <a:lnTo>
                  <a:pt x="68110" y="1077814"/>
                </a:lnTo>
                <a:lnTo>
                  <a:pt x="68500" y="1088381"/>
                </a:lnTo>
                <a:lnTo>
                  <a:pt x="68998" y="1098947"/>
                </a:lnTo>
                <a:lnTo>
                  <a:pt x="69630" y="1109514"/>
                </a:lnTo>
                <a:lnTo>
                  <a:pt x="70422" y="1120081"/>
                </a:lnTo>
                <a:lnTo>
                  <a:pt x="71398" y="1130648"/>
                </a:lnTo>
                <a:lnTo>
                  <a:pt x="72578" y="1141215"/>
                </a:lnTo>
                <a:lnTo>
                  <a:pt x="73976" y="1151781"/>
                </a:lnTo>
                <a:lnTo>
                  <a:pt x="75589" y="1162348"/>
                </a:lnTo>
                <a:lnTo>
                  <a:pt x="77400" y="1172915"/>
                </a:lnTo>
                <a:lnTo>
                  <a:pt x="79371" y="1183482"/>
                </a:lnTo>
                <a:lnTo>
                  <a:pt x="81443" y="1194049"/>
                </a:lnTo>
                <a:lnTo>
                  <a:pt x="83540" y="1204615"/>
                </a:lnTo>
                <a:lnTo>
                  <a:pt x="85565" y="1215182"/>
                </a:lnTo>
                <a:lnTo>
                  <a:pt x="87417" y="1225749"/>
                </a:lnTo>
                <a:lnTo>
                  <a:pt x="88992" y="1236316"/>
                </a:lnTo>
                <a:lnTo>
                  <a:pt x="90195" y="1246883"/>
                </a:lnTo>
                <a:lnTo>
                  <a:pt x="90949" y="1257449"/>
                </a:lnTo>
                <a:lnTo>
                  <a:pt x="91206" y="1268016"/>
                </a:lnTo>
                <a:lnTo>
                  <a:pt x="9120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0" name="01_find_only_2669">
            <a:extLst>
              <a:ext uri="{FF2B5EF4-FFF2-40B4-BE49-F238E27FC236}">
                <a16:creationId xmlns:a16="http://schemas.microsoft.com/office/drawing/2014/main" id="{1A3469C6-B0BA-41B9-9B2A-105E4E316854}"/>
              </a:ext>
            </a:extLst>
          </p:cNvPr>
          <p:cNvSpPr>
            <a:spLocks noGrp="1"/>
          </p:cNvSpPr>
          <p:nvPr/>
        </p:nvSpPr>
        <p:spPr>
          <a:xfrm>
            <a:off x="566179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5127" y="1268016"/>
                </a:moveTo>
                <a:lnTo>
                  <a:pt x="44873" y="1268016"/>
                </a:lnTo>
                <a:lnTo>
                  <a:pt x="45064" y="1257449"/>
                </a:lnTo>
                <a:lnTo>
                  <a:pt x="45626" y="1246883"/>
                </a:lnTo>
                <a:lnTo>
                  <a:pt x="46520" y="1236316"/>
                </a:lnTo>
                <a:lnTo>
                  <a:pt x="47693" y="1225749"/>
                </a:lnTo>
                <a:lnTo>
                  <a:pt x="49072" y="1215182"/>
                </a:lnTo>
                <a:lnTo>
                  <a:pt x="50582" y="1204615"/>
                </a:lnTo>
                <a:lnTo>
                  <a:pt x="52147" y="1194049"/>
                </a:lnTo>
                <a:lnTo>
                  <a:pt x="53696" y="1183482"/>
                </a:lnTo>
                <a:lnTo>
                  <a:pt x="55171" y="1172915"/>
                </a:lnTo>
                <a:lnTo>
                  <a:pt x="56530" y="1162348"/>
                </a:lnTo>
                <a:lnTo>
                  <a:pt x="57744" y="1151781"/>
                </a:lnTo>
                <a:lnTo>
                  <a:pt x="58799" y="1141215"/>
                </a:lnTo>
                <a:lnTo>
                  <a:pt x="59696" y="1130648"/>
                </a:lnTo>
                <a:lnTo>
                  <a:pt x="60441" y="1120081"/>
                </a:lnTo>
                <a:lnTo>
                  <a:pt x="61050" y="1109514"/>
                </a:lnTo>
                <a:lnTo>
                  <a:pt x="61542" y="1098947"/>
                </a:lnTo>
                <a:lnTo>
                  <a:pt x="61934" y="1088381"/>
                </a:lnTo>
                <a:lnTo>
                  <a:pt x="62244" y="1077814"/>
                </a:lnTo>
                <a:lnTo>
                  <a:pt x="62489" y="1067247"/>
                </a:lnTo>
                <a:lnTo>
                  <a:pt x="62682" y="1056680"/>
                </a:lnTo>
                <a:lnTo>
                  <a:pt x="62834" y="1046113"/>
                </a:lnTo>
                <a:lnTo>
                  <a:pt x="62955" y="1035547"/>
                </a:lnTo>
                <a:lnTo>
                  <a:pt x="63052" y="1024980"/>
                </a:lnTo>
                <a:lnTo>
                  <a:pt x="63132" y="1014413"/>
                </a:lnTo>
                <a:lnTo>
                  <a:pt x="63202" y="1003846"/>
                </a:lnTo>
                <a:lnTo>
                  <a:pt x="63267" y="993279"/>
                </a:lnTo>
                <a:lnTo>
                  <a:pt x="63330" y="982713"/>
                </a:lnTo>
                <a:lnTo>
                  <a:pt x="63395" y="972146"/>
                </a:lnTo>
                <a:lnTo>
                  <a:pt x="63464" y="961579"/>
                </a:lnTo>
                <a:lnTo>
                  <a:pt x="63537" y="951012"/>
                </a:lnTo>
                <a:lnTo>
                  <a:pt x="63612" y="940445"/>
                </a:lnTo>
                <a:lnTo>
                  <a:pt x="63686" y="929879"/>
                </a:lnTo>
                <a:lnTo>
                  <a:pt x="63753" y="919312"/>
                </a:lnTo>
                <a:lnTo>
                  <a:pt x="63809" y="908745"/>
                </a:lnTo>
                <a:lnTo>
                  <a:pt x="63848" y="898178"/>
                </a:lnTo>
                <a:lnTo>
                  <a:pt x="63863" y="887611"/>
                </a:lnTo>
                <a:lnTo>
                  <a:pt x="63852" y="877045"/>
                </a:lnTo>
                <a:lnTo>
                  <a:pt x="63810" y="866478"/>
                </a:lnTo>
                <a:lnTo>
                  <a:pt x="63736" y="855911"/>
                </a:lnTo>
                <a:lnTo>
                  <a:pt x="63632" y="845344"/>
                </a:lnTo>
                <a:lnTo>
                  <a:pt x="63499" y="834777"/>
                </a:lnTo>
                <a:lnTo>
                  <a:pt x="63340" y="824211"/>
                </a:lnTo>
                <a:lnTo>
                  <a:pt x="63158" y="813644"/>
                </a:lnTo>
                <a:lnTo>
                  <a:pt x="62956" y="803077"/>
                </a:lnTo>
                <a:lnTo>
                  <a:pt x="62737" y="792510"/>
                </a:lnTo>
                <a:lnTo>
                  <a:pt x="62500" y="781943"/>
                </a:lnTo>
                <a:lnTo>
                  <a:pt x="62244" y="771377"/>
                </a:lnTo>
                <a:lnTo>
                  <a:pt x="61966" y="760810"/>
                </a:lnTo>
                <a:lnTo>
                  <a:pt x="61664" y="750243"/>
                </a:lnTo>
                <a:lnTo>
                  <a:pt x="61334" y="739676"/>
                </a:lnTo>
                <a:lnTo>
                  <a:pt x="60977" y="729109"/>
                </a:lnTo>
                <a:lnTo>
                  <a:pt x="60594" y="718543"/>
                </a:lnTo>
                <a:lnTo>
                  <a:pt x="60193" y="707976"/>
                </a:lnTo>
                <a:lnTo>
                  <a:pt x="59785" y="697409"/>
                </a:lnTo>
                <a:lnTo>
                  <a:pt x="59385" y="686842"/>
                </a:lnTo>
                <a:lnTo>
                  <a:pt x="59015" y="676275"/>
                </a:lnTo>
                <a:lnTo>
                  <a:pt x="58693" y="665708"/>
                </a:lnTo>
                <a:lnTo>
                  <a:pt x="58443" y="655142"/>
                </a:lnTo>
                <a:lnTo>
                  <a:pt x="58280" y="644575"/>
                </a:lnTo>
                <a:lnTo>
                  <a:pt x="58218" y="634008"/>
                </a:lnTo>
                <a:lnTo>
                  <a:pt x="58261" y="623441"/>
                </a:lnTo>
                <a:lnTo>
                  <a:pt x="58408" y="612874"/>
                </a:lnTo>
                <a:lnTo>
                  <a:pt x="58647" y="602308"/>
                </a:lnTo>
                <a:lnTo>
                  <a:pt x="58962" y="591741"/>
                </a:lnTo>
                <a:lnTo>
                  <a:pt x="59330" y="581174"/>
                </a:lnTo>
                <a:lnTo>
                  <a:pt x="59725" y="570607"/>
                </a:lnTo>
                <a:lnTo>
                  <a:pt x="60123" y="560040"/>
                </a:lnTo>
                <a:lnTo>
                  <a:pt x="60497" y="549474"/>
                </a:lnTo>
                <a:lnTo>
                  <a:pt x="60829" y="538907"/>
                </a:lnTo>
                <a:lnTo>
                  <a:pt x="61103" y="528340"/>
                </a:lnTo>
                <a:lnTo>
                  <a:pt x="61311" y="517773"/>
                </a:lnTo>
                <a:lnTo>
                  <a:pt x="61449" y="507206"/>
                </a:lnTo>
                <a:lnTo>
                  <a:pt x="61520" y="496640"/>
                </a:lnTo>
                <a:lnTo>
                  <a:pt x="61532" y="486073"/>
                </a:lnTo>
                <a:lnTo>
                  <a:pt x="61496" y="475506"/>
                </a:lnTo>
                <a:lnTo>
                  <a:pt x="61427" y="464939"/>
                </a:lnTo>
                <a:lnTo>
                  <a:pt x="61339" y="454372"/>
                </a:lnTo>
                <a:lnTo>
                  <a:pt x="61247" y="443806"/>
                </a:lnTo>
                <a:lnTo>
                  <a:pt x="61164" y="433239"/>
                </a:lnTo>
                <a:lnTo>
                  <a:pt x="61101" y="422672"/>
                </a:lnTo>
                <a:lnTo>
                  <a:pt x="61066" y="412105"/>
                </a:lnTo>
                <a:lnTo>
                  <a:pt x="61064" y="401538"/>
                </a:lnTo>
                <a:lnTo>
                  <a:pt x="61099" y="390972"/>
                </a:lnTo>
                <a:lnTo>
                  <a:pt x="61168" y="380405"/>
                </a:lnTo>
                <a:lnTo>
                  <a:pt x="61269" y="369838"/>
                </a:lnTo>
                <a:lnTo>
                  <a:pt x="61398" y="359271"/>
                </a:lnTo>
                <a:lnTo>
                  <a:pt x="61550" y="348704"/>
                </a:lnTo>
                <a:lnTo>
                  <a:pt x="61718" y="338138"/>
                </a:lnTo>
                <a:lnTo>
                  <a:pt x="61897" y="327571"/>
                </a:lnTo>
                <a:lnTo>
                  <a:pt x="62079" y="317004"/>
                </a:lnTo>
                <a:lnTo>
                  <a:pt x="62259" y="306437"/>
                </a:lnTo>
                <a:lnTo>
                  <a:pt x="62432" y="295870"/>
                </a:lnTo>
                <a:lnTo>
                  <a:pt x="62590" y="285304"/>
                </a:lnTo>
                <a:lnTo>
                  <a:pt x="62730" y="274737"/>
                </a:lnTo>
                <a:lnTo>
                  <a:pt x="62844" y="264170"/>
                </a:lnTo>
                <a:lnTo>
                  <a:pt x="62927" y="253603"/>
                </a:lnTo>
                <a:lnTo>
                  <a:pt x="62969" y="243036"/>
                </a:lnTo>
                <a:lnTo>
                  <a:pt x="62959" y="232470"/>
                </a:lnTo>
                <a:lnTo>
                  <a:pt x="62879" y="221903"/>
                </a:lnTo>
                <a:lnTo>
                  <a:pt x="62706" y="211336"/>
                </a:lnTo>
                <a:lnTo>
                  <a:pt x="62405" y="200769"/>
                </a:lnTo>
                <a:lnTo>
                  <a:pt x="61931" y="190202"/>
                </a:lnTo>
                <a:lnTo>
                  <a:pt x="61229" y="179636"/>
                </a:lnTo>
                <a:lnTo>
                  <a:pt x="60229" y="169069"/>
                </a:lnTo>
                <a:lnTo>
                  <a:pt x="58851" y="158502"/>
                </a:lnTo>
                <a:lnTo>
                  <a:pt x="57013" y="147935"/>
                </a:lnTo>
                <a:lnTo>
                  <a:pt x="54633" y="137368"/>
                </a:lnTo>
                <a:lnTo>
                  <a:pt x="51644" y="126802"/>
                </a:lnTo>
                <a:lnTo>
                  <a:pt x="48001" y="116235"/>
                </a:lnTo>
                <a:lnTo>
                  <a:pt x="43702" y="105668"/>
                </a:lnTo>
                <a:lnTo>
                  <a:pt x="38791" y="95101"/>
                </a:lnTo>
                <a:lnTo>
                  <a:pt x="33373" y="84534"/>
                </a:lnTo>
                <a:lnTo>
                  <a:pt x="27615" y="73968"/>
                </a:lnTo>
                <a:lnTo>
                  <a:pt x="21744" y="63401"/>
                </a:lnTo>
                <a:lnTo>
                  <a:pt x="16035" y="52834"/>
                </a:lnTo>
                <a:lnTo>
                  <a:pt x="10790" y="42267"/>
                </a:lnTo>
                <a:lnTo>
                  <a:pt x="6315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5" y="31700"/>
                </a:lnTo>
                <a:lnTo>
                  <a:pt x="119210" y="42267"/>
                </a:lnTo>
                <a:lnTo>
                  <a:pt x="113965" y="52834"/>
                </a:lnTo>
                <a:lnTo>
                  <a:pt x="108256" y="63401"/>
                </a:lnTo>
                <a:lnTo>
                  <a:pt x="102385" y="73968"/>
                </a:lnTo>
                <a:lnTo>
                  <a:pt x="96627" y="84534"/>
                </a:lnTo>
                <a:lnTo>
                  <a:pt x="91209" y="95101"/>
                </a:lnTo>
                <a:lnTo>
                  <a:pt x="86298" y="105668"/>
                </a:lnTo>
                <a:lnTo>
                  <a:pt x="81999" y="116235"/>
                </a:lnTo>
                <a:lnTo>
                  <a:pt x="78356" y="126802"/>
                </a:lnTo>
                <a:lnTo>
                  <a:pt x="75367" y="137368"/>
                </a:lnTo>
                <a:lnTo>
                  <a:pt x="72987" y="147935"/>
                </a:lnTo>
                <a:lnTo>
                  <a:pt x="71149" y="158502"/>
                </a:lnTo>
                <a:lnTo>
                  <a:pt x="69771" y="169069"/>
                </a:lnTo>
                <a:lnTo>
                  <a:pt x="68771" y="179636"/>
                </a:lnTo>
                <a:lnTo>
                  <a:pt x="68069" y="190202"/>
                </a:lnTo>
                <a:lnTo>
                  <a:pt x="67595" y="200769"/>
                </a:lnTo>
                <a:lnTo>
                  <a:pt x="67294" y="211336"/>
                </a:lnTo>
                <a:lnTo>
                  <a:pt x="67121" y="221903"/>
                </a:lnTo>
                <a:lnTo>
                  <a:pt x="67041" y="232470"/>
                </a:lnTo>
                <a:lnTo>
                  <a:pt x="67031" y="243036"/>
                </a:lnTo>
                <a:lnTo>
                  <a:pt x="67073" y="253603"/>
                </a:lnTo>
                <a:lnTo>
                  <a:pt x="67156" y="264170"/>
                </a:lnTo>
                <a:lnTo>
                  <a:pt x="67270" y="274737"/>
                </a:lnTo>
                <a:lnTo>
                  <a:pt x="67410" y="285304"/>
                </a:lnTo>
                <a:lnTo>
                  <a:pt x="67568" y="295870"/>
                </a:lnTo>
                <a:lnTo>
                  <a:pt x="67741" y="306437"/>
                </a:lnTo>
                <a:lnTo>
                  <a:pt x="67921" y="317004"/>
                </a:lnTo>
                <a:lnTo>
                  <a:pt x="68103" y="327571"/>
                </a:lnTo>
                <a:lnTo>
                  <a:pt x="68282" y="338138"/>
                </a:lnTo>
                <a:lnTo>
                  <a:pt x="68450" y="348704"/>
                </a:lnTo>
                <a:lnTo>
                  <a:pt x="68602" y="359271"/>
                </a:lnTo>
                <a:lnTo>
                  <a:pt x="68731" y="369838"/>
                </a:lnTo>
                <a:lnTo>
                  <a:pt x="68832" y="380405"/>
                </a:lnTo>
                <a:lnTo>
                  <a:pt x="68901" y="390972"/>
                </a:lnTo>
                <a:lnTo>
                  <a:pt x="68936" y="401538"/>
                </a:lnTo>
                <a:lnTo>
                  <a:pt x="68934" y="412105"/>
                </a:lnTo>
                <a:lnTo>
                  <a:pt x="68899" y="422672"/>
                </a:lnTo>
                <a:lnTo>
                  <a:pt x="68836" y="433239"/>
                </a:lnTo>
                <a:lnTo>
                  <a:pt x="68753" y="443806"/>
                </a:lnTo>
                <a:lnTo>
                  <a:pt x="68661" y="454372"/>
                </a:lnTo>
                <a:lnTo>
                  <a:pt x="68573" y="464939"/>
                </a:lnTo>
                <a:lnTo>
                  <a:pt x="68504" y="475506"/>
                </a:lnTo>
                <a:lnTo>
                  <a:pt x="68468" y="486073"/>
                </a:lnTo>
                <a:lnTo>
                  <a:pt x="68480" y="496640"/>
                </a:lnTo>
                <a:lnTo>
                  <a:pt x="68551" y="507206"/>
                </a:lnTo>
                <a:lnTo>
                  <a:pt x="68689" y="517773"/>
                </a:lnTo>
                <a:lnTo>
                  <a:pt x="68897" y="528340"/>
                </a:lnTo>
                <a:lnTo>
                  <a:pt x="69171" y="538907"/>
                </a:lnTo>
                <a:lnTo>
                  <a:pt x="69503" y="549474"/>
                </a:lnTo>
                <a:lnTo>
                  <a:pt x="69877" y="560040"/>
                </a:lnTo>
                <a:lnTo>
                  <a:pt x="70275" y="570607"/>
                </a:lnTo>
                <a:lnTo>
                  <a:pt x="70670" y="581174"/>
                </a:lnTo>
                <a:lnTo>
                  <a:pt x="71038" y="591741"/>
                </a:lnTo>
                <a:lnTo>
                  <a:pt x="71353" y="602308"/>
                </a:lnTo>
                <a:lnTo>
                  <a:pt x="71592" y="612874"/>
                </a:lnTo>
                <a:lnTo>
                  <a:pt x="71739" y="623441"/>
                </a:lnTo>
                <a:lnTo>
                  <a:pt x="71782" y="634008"/>
                </a:lnTo>
                <a:lnTo>
                  <a:pt x="71720" y="644575"/>
                </a:lnTo>
                <a:lnTo>
                  <a:pt x="71557" y="655142"/>
                </a:lnTo>
                <a:lnTo>
                  <a:pt x="71307" y="665708"/>
                </a:lnTo>
                <a:lnTo>
                  <a:pt x="70985" y="676275"/>
                </a:lnTo>
                <a:lnTo>
                  <a:pt x="70615" y="686842"/>
                </a:lnTo>
                <a:lnTo>
                  <a:pt x="70215" y="697409"/>
                </a:lnTo>
                <a:lnTo>
                  <a:pt x="69807" y="707976"/>
                </a:lnTo>
                <a:lnTo>
                  <a:pt x="69406" y="718543"/>
                </a:lnTo>
                <a:lnTo>
                  <a:pt x="69023" y="729109"/>
                </a:lnTo>
                <a:lnTo>
                  <a:pt x="68666" y="739676"/>
                </a:lnTo>
                <a:lnTo>
                  <a:pt x="68336" y="750243"/>
                </a:lnTo>
                <a:lnTo>
                  <a:pt x="68034" y="760810"/>
                </a:lnTo>
                <a:lnTo>
                  <a:pt x="67756" y="771377"/>
                </a:lnTo>
                <a:lnTo>
                  <a:pt x="67500" y="781943"/>
                </a:lnTo>
                <a:lnTo>
                  <a:pt x="67263" y="792510"/>
                </a:lnTo>
                <a:lnTo>
                  <a:pt x="67044" y="803077"/>
                </a:lnTo>
                <a:lnTo>
                  <a:pt x="66842" y="813644"/>
                </a:lnTo>
                <a:lnTo>
                  <a:pt x="66660" y="824211"/>
                </a:lnTo>
                <a:lnTo>
                  <a:pt x="66501" y="834777"/>
                </a:lnTo>
                <a:lnTo>
                  <a:pt x="66368" y="845344"/>
                </a:lnTo>
                <a:lnTo>
                  <a:pt x="66264" y="855911"/>
                </a:lnTo>
                <a:lnTo>
                  <a:pt x="66190" y="866478"/>
                </a:lnTo>
                <a:lnTo>
                  <a:pt x="66148" y="877045"/>
                </a:lnTo>
                <a:lnTo>
                  <a:pt x="66137" y="887611"/>
                </a:lnTo>
                <a:lnTo>
                  <a:pt x="66152" y="898178"/>
                </a:lnTo>
                <a:lnTo>
                  <a:pt x="66191" y="908745"/>
                </a:lnTo>
                <a:lnTo>
                  <a:pt x="66247" y="919312"/>
                </a:lnTo>
                <a:lnTo>
                  <a:pt x="66314" y="929879"/>
                </a:lnTo>
                <a:lnTo>
                  <a:pt x="66388" y="940445"/>
                </a:lnTo>
                <a:lnTo>
                  <a:pt x="66463" y="951012"/>
                </a:lnTo>
                <a:lnTo>
                  <a:pt x="66536" y="961579"/>
                </a:lnTo>
                <a:lnTo>
                  <a:pt x="66605" y="972146"/>
                </a:lnTo>
                <a:lnTo>
                  <a:pt x="66670" y="982713"/>
                </a:lnTo>
                <a:lnTo>
                  <a:pt x="66733" y="993279"/>
                </a:lnTo>
                <a:lnTo>
                  <a:pt x="66798" y="1003846"/>
                </a:lnTo>
                <a:lnTo>
                  <a:pt x="66868" y="1014413"/>
                </a:lnTo>
                <a:lnTo>
                  <a:pt x="66948" y="1024980"/>
                </a:lnTo>
                <a:lnTo>
                  <a:pt x="67045" y="1035547"/>
                </a:lnTo>
                <a:lnTo>
                  <a:pt x="67166" y="1046113"/>
                </a:lnTo>
                <a:lnTo>
                  <a:pt x="67318" y="1056680"/>
                </a:lnTo>
                <a:lnTo>
                  <a:pt x="67511" y="1067247"/>
                </a:lnTo>
                <a:lnTo>
                  <a:pt x="67756" y="1077814"/>
                </a:lnTo>
                <a:lnTo>
                  <a:pt x="68066" y="1088381"/>
                </a:lnTo>
                <a:lnTo>
                  <a:pt x="68458" y="1098947"/>
                </a:lnTo>
                <a:lnTo>
                  <a:pt x="68950" y="1109514"/>
                </a:lnTo>
                <a:lnTo>
                  <a:pt x="69559" y="1120081"/>
                </a:lnTo>
                <a:lnTo>
                  <a:pt x="70304" y="1130648"/>
                </a:lnTo>
                <a:lnTo>
                  <a:pt x="71201" y="1141215"/>
                </a:lnTo>
                <a:lnTo>
                  <a:pt x="72256" y="1151781"/>
                </a:lnTo>
                <a:lnTo>
                  <a:pt x="73470" y="1162348"/>
                </a:lnTo>
                <a:lnTo>
                  <a:pt x="74829" y="1172915"/>
                </a:lnTo>
                <a:lnTo>
                  <a:pt x="76304" y="1183482"/>
                </a:lnTo>
                <a:lnTo>
                  <a:pt x="77853" y="1194049"/>
                </a:lnTo>
                <a:lnTo>
                  <a:pt x="79418" y="1204615"/>
                </a:lnTo>
                <a:lnTo>
                  <a:pt x="80928" y="1215182"/>
                </a:lnTo>
                <a:lnTo>
                  <a:pt x="82307" y="1225749"/>
                </a:lnTo>
                <a:lnTo>
                  <a:pt x="83480" y="1236316"/>
                </a:lnTo>
                <a:lnTo>
                  <a:pt x="84374" y="1246883"/>
                </a:lnTo>
                <a:lnTo>
                  <a:pt x="84936" y="1257449"/>
                </a:lnTo>
                <a:lnTo>
                  <a:pt x="85127" y="1268016"/>
                </a:lnTo>
                <a:lnTo>
                  <a:pt x="8512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1" name="01_find_only_2670">
            <a:extLst>
              <a:ext uri="{FF2B5EF4-FFF2-40B4-BE49-F238E27FC236}">
                <a16:creationId xmlns:a16="http://schemas.microsoft.com/office/drawing/2014/main" id="{3E032EB8-E043-498D-A135-0AA2462EF763}"/>
              </a:ext>
            </a:extLst>
          </p:cNvPr>
          <p:cNvSpPr>
            <a:spLocks noGrp="1"/>
          </p:cNvSpPr>
          <p:nvPr/>
        </p:nvSpPr>
        <p:spPr>
          <a:xfrm>
            <a:off x="420016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2" name="text_2671">
            <a:extLst>
              <a:ext uri="{FF2B5EF4-FFF2-40B4-BE49-F238E27FC236}">
                <a16:creationId xmlns:a16="http://schemas.microsoft.com/office/drawing/2014/main" id="{2E590C66-2FDB-411F-AC97-3CEFBA5C7C26}"/>
              </a:ext>
            </a:extLst>
          </p:cNvPr>
          <p:cNvSpPr>
            <a:spLocks noGrp="1"/>
          </p:cNvSpPr>
          <p:nvPr/>
        </p:nvSpPr>
        <p:spPr>
          <a:xfrm>
            <a:off x="417391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73" name="01_find_only_2672">
            <a:extLst>
              <a:ext uri="{FF2B5EF4-FFF2-40B4-BE49-F238E27FC236}">
                <a16:creationId xmlns:a16="http://schemas.microsoft.com/office/drawing/2014/main" id="{562724E5-F151-4850-B6E8-B95E10E0DB4F}"/>
              </a:ext>
            </a:extLst>
          </p:cNvPr>
          <p:cNvSpPr>
            <a:spLocks noGrp="1"/>
          </p:cNvSpPr>
          <p:nvPr/>
        </p:nvSpPr>
        <p:spPr>
          <a:xfrm>
            <a:off x="445480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4" name="text_2673">
            <a:extLst>
              <a:ext uri="{FF2B5EF4-FFF2-40B4-BE49-F238E27FC236}">
                <a16:creationId xmlns:a16="http://schemas.microsoft.com/office/drawing/2014/main" id="{65CB267B-1031-403B-85EB-3D3B1CA88C2B}"/>
              </a:ext>
            </a:extLst>
          </p:cNvPr>
          <p:cNvSpPr>
            <a:spLocks noGrp="1"/>
          </p:cNvSpPr>
          <p:nvPr/>
        </p:nvSpPr>
        <p:spPr>
          <a:xfrm>
            <a:off x="440230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75" name="01_find_only_2674">
            <a:extLst>
              <a:ext uri="{FF2B5EF4-FFF2-40B4-BE49-F238E27FC236}">
                <a16:creationId xmlns:a16="http://schemas.microsoft.com/office/drawing/2014/main" id="{163E1855-95F9-4AD0-A9FB-1D663101F020}"/>
              </a:ext>
            </a:extLst>
          </p:cNvPr>
          <p:cNvSpPr>
            <a:spLocks noGrp="1"/>
          </p:cNvSpPr>
          <p:nvPr/>
        </p:nvSpPr>
        <p:spPr>
          <a:xfrm>
            <a:off x="470944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6" name="text_2675">
            <a:extLst>
              <a:ext uri="{FF2B5EF4-FFF2-40B4-BE49-F238E27FC236}">
                <a16:creationId xmlns:a16="http://schemas.microsoft.com/office/drawing/2014/main" id="{B7FCCF2C-43D6-4878-AC64-4D815179BC6C}"/>
              </a:ext>
            </a:extLst>
          </p:cNvPr>
          <p:cNvSpPr>
            <a:spLocks noGrp="1"/>
          </p:cNvSpPr>
          <p:nvPr/>
        </p:nvSpPr>
        <p:spPr>
          <a:xfrm>
            <a:off x="463069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77" name="01_find_only_2676">
            <a:extLst>
              <a:ext uri="{FF2B5EF4-FFF2-40B4-BE49-F238E27FC236}">
                <a16:creationId xmlns:a16="http://schemas.microsoft.com/office/drawing/2014/main" id="{871B4DFE-E124-4AC7-AD72-D6FB3E505685}"/>
              </a:ext>
            </a:extLst>
          </p:cNvPr>
          <p:cNvSpPr>
            <a:spLocks noGrp="1"/>
          </p:cNvSpPr>
          <p:nvPr/>
        </p:nvSpPr>
        <p:spPr>
          <a:xfrm>
            <a:off x="521872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8" name="text_2677">
            <a:extLst>
              <a:ext uri="{FF2B5EF4-FFF2-40B4-BE49-F238E27FC236}">
                <a16:creationId xmlns:a16="http://schemas.microsoft.com/office/drawing/2014/main" id="{F07005CF-75E1-4F9F-B7C9-20C128BD9C31}"/>
              </a:ext>
            </a:extLst>
          </p:cNvPr>
          <p:cNvSpPr>
            <a:spLocks noGrp="1"/>
          </p:cNvSpPr>
          <p:nvPr/>
        </p:nvSpPr>
        <p:spPr>
          <a:xfrm>
            <a:off x="513997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679" name="01_find_only_2678">
            <a:extLst>
              <a:ext uri="{FF2B5EF4-FFF2-40B4-BE49-F238E27FC236}">
                <a16:creationId xmlns:a16="http://schemas.microsoft.com/office/drawing/2014/main" id="{FEDC50D8-7A81-4AA6-90DE-549D6A4B22A7}"/>
              </a:ext>
            </a:extLst>
          </p:cNvPr>
          <p:cNvSpPr>
            <a:spLocks noGrp="1"/>
          </p:cNvSpPr>
          <p:nvPr/>
        </p:nvSpPr>
        <p:spPr>
          <a:xfrm>
            <a:off x="572800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0" name="text_2679">
            <a:extLst>
              <a:ext uri="{FF2B5EF4-FFF2-40B4-BE49-F238E27FC236}">
                <a16:creationId xmlns:a16="http://schemas.microsoft.com/office/drawing/2014/main" id="{6F053CC6-19B5-41A8-B9EB-FECB613E27A7}"/>
              </a:ext>
            </a:extLst>
          </p:cNvPr>
          <p:cNvSpPr>
            <a:spLocks noGrp="1"/>
          </p:cNvSpPr>
          <p:nvPr/>
        </p:nvSpPr>
        <p:spPr>
          <a:xfrm>
            <a:off x="564924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681" name="text_2680">
            <a:extLst>
              <a:ext uri="{FF2B5EF4-FFF2-40B4-BE49-F238E27FC236}">
                <a16:creationId xmlns:a16="http://schemas.microsoft.com/office/drawing/2014/main" id="{2B846683-D155-4543-942A-D21D7B495D14}"/>
              </a:ext>
            </a:extLst>
          </p:cNvPr>
          <p:cNvSpPr>
            <a:spLocks noGrp="1"/>
          </p:cNvSpPr>
          <p:nvPr/>
        </p:nvSpPr>
        <p:spPr>
          <a:xfrm>
            <a:off x="438983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 dirty="0"/>
              <a:t>Relative candidate count (%)</a:t>
            </a:r>
          </a:p>
        </p:txBody>
      </p:sp>
      <p:sp>
        <p:nvSpPr>
          <p:cNvPr id="2682" name="01_find_only_2681">
            <a:extLst>
              <a:ext uri="{FF2B5EF4-FFF2-40B4-BE49-F238E27FC236}">
                <a16:creationId xmlns:a16="http://schemas.microsoft.com/office/drawing/2014/main" id="{9110C315-D60A-483D-A2A8-582A787C7D08}"/>
              </a:ext>
            </a:extLst>
          </p:cNvPr>
          <p:cNvSpPr>
            <a:spLocks noGrp="1"/>
          </p:cNvSpPr>
          <p:nvPr/>
        </p:nvSpPr>
        <p:spPr>
          <a:xfrm>
            <a:off x="4184890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3" name="01_find_only_2682">
            <a:extLst>
              <a:ext uri="{FF2B5EF4-FFF2-40B4-BE49-F238E27FC236}">
                <a16:creationId xmlns:a16="http://schemas.microsoft.com/office/drawing/2014/main" id="{09F75927-8F2D-463D-BF2A-90F04AAAC7EF}"/>
              </a:ext>
            </a:extLst>
          </p:cNvPr>
          <p:cNvSpPr>
            <a:spLocks noGrp="1"/>
          </p:cNvSpPr>
          <p:nvPr/>
        </p:nvSpPr>
        <p:spPr>
          <a:xfrm>
            <a:off x="414608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4" name="text_2683">
            <a:extLst>
              <a:ext uri="{FF2B5EF4-FFF2-40B4-BE49-F238E27FC236}">
                <a16:creationId xmlns:a16="http://schemas.microsoft.com/office/drawing/2014/main" id="{C7BCE12B-7EDF-4FEE-A275-D0C9CDB1C000}"/>
              </a:ext>
            </a:extLst>
          </p:cNvPr>
          <p:cNvSpPr>
            <a:spLocks noGrp="1"/>
          </p:cNvSpPr>
          <p:nvPr/>
        </p:nvSpPr>
        <p:spPr>
          <a:xfrm>
            <a:off x="405477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85" name="01_find_only_2684">
            <a:extLst>
              <a:ext uri="{FF2B5EF4-FFF2-40B4-BE49-F238E27FC236}">
                <a16:creationId xmlns:a16="http://schemas.microsoft.com/office/drawing/2014/main" id="{1ECECD3B-20D7-48C2-A7C5-1E9052827197}"/>
              </a:ext>
            </a:extLst>
          </p:cNvPr>
          <p:cNvSpPr>
            <a:spLocks noGrp="1"/>
          </p:cNvSpPr>
          <p:nvPr/>
        </p:nvSpPr>
        <p:spPr>
          <a:xfrm>
            <a:off x="4184890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6" name="01_find_only_2685">
            <a:extLst>
              <a:ext uri="{FF2B5EF4-FFF2-40B4-BE49-F238E27FC236}">
                <a16:creationId xmlns:a16="http://schemas.microsoft.com/office/drawing/2014/main" id="{25A4970E-116E-40D3-84AA-FF247433CC01}"/>
              </a:ext>
            </a:extLst>
          </p:cNvPr>
          <p:cNvSpPr>
            <a:spLocks noGrp="1"/>
          </p:cNvSpPr>
          <p:nvPr/>
        </p:nvSpPr>
        <p:spPr>
          <a:xfrm>
            <a:off x="414608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7" name="text_2686">
            <a:extLst>
              <a:ext uri="{FF2B5EF4-FFF2-40B4-BE49-F238E27FC236}">
                <a16:creationId xmlns:a16="http://schemas.microsoft.com/office/drawing/2014/main" id="{A44E6CEB-7ADF-4B4C-B4B3-B2C6792BB406}"/>
              </a:ext>
            </a:extLst>
          </p:cNvPr>
          <p:cNvSpPr>
            <a:spLocks noGrp="1"/>
          </p:cNvSpPr>
          <p:nvPr/>
        </p:nvSpPr>
        <p:spPr>
          <a:xfrm>
            <a:off x="4002269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88" name="01_find_only_2687">
            <a:extLst>
              <a:ext uri="{FF2B5EF4-FFF2-40B4-BE49-F238E27FC236}">
                <a16:creationId xmlns:a16="http://schemas.microsoft.com/office/drawing/2014/main" id="{A254697B-D4B6-43E9-855C-8F8A5602EC63}"/>
              </a:ext>
            </a:extLst>
          </p:cNvPr>
          <p:cNvSpPr>
            <a:spLocks noGrp="1"/>
          </p:cNvSpPr>
          <p:nvPr/>
        </p:nvSpPr>
        <p:spPr>
          <a:xfrm>
            <a:off x="4184890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9" name="01_find_only_2688">
            <a:extLst>
              <a:ext uri="{FF2B5EF4-FFF2-40B4-BE49-F238E27FC236}">
                <a16:creationId xmlns:a16="http://schemas.microsoft.com/office/drawing/2014/main" id="{E3B2ECE9-6717-4091-9003-F7CF648D87D3}"/>
              </a:ext>
            </a:extLst>
          </p:cNvPr>
          <p:cNvSpPr>
            <a:spLocks noGrp="1"/>
          </p:cNvSpPr>
          <p:nvPr/>
        </p:nvSpPr>
        <p:spPr>
          <a:xfrm>
            <a:off x="414608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90" name="text_2689">
            <a:extLst>
              <a:ext uri="{FF2B5EF4-FFF2-40B4-BE49-F238E27FC236}">
                <a16:creationId xmlns:a16="http://schemas.microsoft.com/office/drawing/2014/main" id="{A4FFA3B9-5DC1-4AA7-9739-CF1F5E7D1EDF}"/>
              </a:ext>
            </a:extLst>
          </p:cNvPr>
          <p:cNvSpPr>
            <a:spLocks noGrp="1"/>
          </p:cNvSpPr>
          <p:nvPr/>
        </p:nvSpPr>
        <p:spPr>
          <a:xfrm>
            <a:off x="394976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91" name="01_find_only_2690">
            <a:extLst>
              <a:ext uri="{FF2B5EF4-FFF2-40B4-BE49-F238E27FC236}">
                <a16:creationId xmlns:a16="http://schemas.microsoft.com/office/drawing/2014/main" id="{72FF75B8-F4DE-477C-93D5-A77BDB3304E3}"/>
              </a:ext>
            </a:extLst>
          </p:cNvPr>
          <p:cNvSpPr>
            <a:spLocks noGrp="1"/>
          </p:cNvSpPr>
          <p:nvPr/>
        </p:nvSpPr>
        <p:spPr>
          <a:xfrm>
            <a:off x="441324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01_find_only_2691">
            <a:extLst>
              <a:ext uri="{FF2B5EF4-FFF2-40B4-BE49-F238E27FC236}">
                <a16:creationId xmlns:a16="http://schemas.microsoft.com/office/drawing/2014/main" id="{B51DA67A-5752-47B8-9874-C168504CC400}"/>
              </a:ext>
            </a:extLst>
          </p:cNvPr>
          <p:cNvSpPr>
            <a:spLocks noGrp="1"/>
          </p:cNvSpPr>
          <p:nvPr/>
        </p:nvSpPr>
        <p:spPr>
          <a:xfrm>
            <a:off x="44754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01_find_only_2692">
            <a:extLst>
              <a:ext uri="{FF2B5EF4-FFF2-40B4-BE49-F238E27FC236}">
                <a16:creationId xmlns:a16="http://schemas.microsoft.com/office/drawing/2014/main" id="{3C0E759A-D270-4341-A9C8-96BF7C021977}"/>
              </a:ext>
            </a:extLst>
          </p:cNvPr>
          <p:cNvSpPr>
            <a:spLocks noGrp="1"/>
          </p:cNvSpPr>
          <p:nvPr/>
        </p:nvSpPr>
        <p:spPr>
          <a:xfrm>
            <a:off x="43928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01_find_only_2693">
            <a:extLst>
              <a:ext uri="{FF2B5EF4-FFF2-40B4-BE49-F238E27FC236}">
                <a16:creationId xmlns:a16="http://schemas.microsoft.com/office/drawing/2014/main" id="{266887FF-BF1F-4C20-8788-08FA208F97D1}"/>
              </a:ext>
            </a:extLst>
          </p:cNvPr>
          <p:cNvSpPr>
            <a:spLocks noGrp="1"/>
          </p:cNvSpPr>
          <p:nvPr/>
        </p:nvSpPr>
        <p:spPr>
          <a:xfrm>
            <a:off x="44676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01_find_only_2694">
            <a:extLst>
              <a:ext uri="{FF2B5EF4-FFF2-40B4-BE49-F238E27FC236}">
                <a16:creationId xmlns:a16="http://schemas.microsoft.com/office/drawing/2014/main" id="{55AC4312-546D-44AF-9D98-C7B55153C2DD}"/>
              </a:ext>
            </a:extLst>
          </p:cNvPr>
          <p:cNvSpPr>
            <a:spLocks noGrp="1"/>
          </p:cNvSpPr>
          <p:nvPr/>
        </p:nvSpPr>
        <p:spPr>
          <a:xfrm>
            <a:off x="4429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01_find_only_2695">
            <a:extLst>
              <a:ext uri="{FF2B5EF4-FFF2-40B4-BE49-F238E27FC236}">
                <a16:creationId xmlns:a16="http://schemas.microsoft.com/office/drawing/2014/main" id="{041CA52A-9BC3-4208-887A-ECB389E322FB}"/>
              </a:ext>
            </a:extLst>
          </p:cNvPr>
          <p:cNvSpPr>
            <a:spLocks noGrp="1"/>
          </p:cNvSpPr>
          <p:nvPr/>
        </p:nvSpPr>
        <p:spPr>
          <a:xfrm>
            <a:off x="44823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01_find_only_2696">
            <a:extLst>
              <a:ext uri="{FF2B5EF4-FFF2-40B4-BE49-F238E27FC236}">
                <a16:creationId xmlns:a16="http://schemas.microsoft.com/office/drawing/2014/main" id="{51E0DCDE-4CA1-414B-9766-6544ED7859A4}"/>
              </a:ext>
            </a:extLst>
          </p:cNvPr>
          <p:cNvSpPr>
            <a:spLocks noGrp="1"/>
          </p:cNvSpPr>
          <p:nvPr/>
        </p:nvSpPr>
        <p:spPr>
          <a:xfrm>
            <a:off x="44131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01_find_only_2697">
            <a:extLst>
              <a:ext uri="{FF2B5EF4-FFF2-40B4-BE49-F238E27FC236}">
                <a16:creationId xmlns:a16="http://schemas.microsoft.com/office/drawing/2014/main" id="{DE369086-A05C-447C-B7FB-B5AF7A603FE3}"/>
              </a:ext>
            </a:extLst>
          </p:cNvPr>
          <p:cNvSpPr>
            <a:spLocks noGrp="1"/>
          </p:cNvSpPr>
          <p:nvPr/>
        </p:nvSpPr>
        <p:spPr>
          <a:xfrm>
            <a:off x="4460552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01_find_only_2698">
            <a:extLst>
              <a:ext uri="{FF2B5EF4-FFF2-40B4-BE49-F238E27FC236}">
                <a16:creationId xmlns:a16="http://schemas.microsoft.com/office/drawing/2014/main" id="{E34CDB1B-0C80-4B10-AA80-3F0DC37A3F0D}"/>
              </a:ext>
            </a:extLst>
          </p:cNvPr>
          <p:cNvSpPr>
            <a:spLocks noGrp="1"/>
          </p:cNvSpPr>
          <p:nvPr/>
        </p:nvSpPr>
        <p:spPr>
          <a:xfrm>
            <a:off x="439623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01_find_only_2699">
            <a:extLst>
              <a:ext uri="{FF2B5EF4-FFF2-40B4-BE49-F238E27FC236}">
                <a16:creationId xmlns:a16="http://schemas.microsoft.com/office/drawing/2014/main" id="{DF1BA650-B750-4678-BABB-EC2612CBC22D}"/>
              </a:ext>
            </a:extLst>
          </p:cNvPr>
          <p:cNvSpPr>
            <a:spLocks noGrp="1"/>
          </p:cNvSpPr>
          <p:nvPr/>
        </p:nvSpPr>
        <p:spPr>
          <a:xfrm>
            <a:off x="44169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01_find_only_2700">
            <a:extLst>
              <a:ext uri="{FF2B5EF4-FFF2-40B4-BE49-F238E27FC236}">
                <a16:creationId xmlns:a16="http://schemas.microsoft.com/office/drawing/2014/main" id="{FBBCC3A3-CB52-43F1-958E-5EC04E9D0815}"/>
              </a:ext>
            </a:extLst>
          </p:cNvPr>
          <p:cNvSpPr>
            <a:spLocks noGrp="1"/>
          </p:cNvSpPr>
          <p:nvPr/>
        </p:nvSpPr>
        <p:spPr>
          <a:xfrm>
            <a:off x="439604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01_find_only_2701">
            <a:extLst>
              <a:ext uri="{FF2B5EF4-FFF2-40B4-BE49-F238E27FC236}">
                <a16:creationId xmlns:a16="http://schemas.microsoft.com/office/drawing/2014/main" id="{31418DAC-35F5-4646-AB10-50CA43218A98}"/>
              </a:ext>
            </a:extLst>
          </p:cNvPr>
          <p:cNvSpPr>
            <a:spLocks noGrp="1"/>
          </p:cNvSpPr>
          <p:nvPr/>
        </p:nvSpPr>
        <p:spPr>
          <a:xfrm>
            <a:off x="4450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01_find_only_2702">
            <a:extLst>
              <a:ext uri="{FF2B5EF4-FFF2-40B4-BE49-F238E27FC236}">
                <a16:creationId xmlns:a16="http://schemas.microsoft.com/office/drawing/2014/main" id="{6121536B-C8F7-4709-AAD7-AD7859026309}"/>
              </a:ext>
            </a:extLst>
          </p:cNvPr>
          <p:cNvSpPr>
            <a:spLocks noGrp="1"/>
          </p:cNvSpPr>
          <p:nvPr/>
        </p:nvSpPr>
        <p:spPr>
          <a:xfrm>
            <a:off x="44091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01_find_only_2703">
            <a:extLst>
              <a:ext uri="{FF2B5EF4-FFF2-40B4-BE49-F238E27FC236}">
                <a16:creationId xmlns:a16="http://schemas.microsoft.com/office/drawing/2014/main" id="{009D308C-ABA3-46B6-A452-BD2ECFA1A64E}"/>
              </a:ext>
            </a:extLst>
          </p:cNvPr>
          <p:cNvSpPr>
            <a:spLocks noGrp="1"/>
          </p:cNvSpPr>
          <p:nvPr/>
        </p:nvSpPr>
        <p:spPr>
          <a:xfrm>
            <a:off x="44383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01_find_only_2704">
            <a:extLst>
              <a:ext uri="{FF2B5EF4-FFF2-40B4-BE49-F238E27FC236}">
                <a16:creationId xmlns:a16="http://schemas.microsoft.com/office/drawing/2014/main" id="{B270EF88-5D2A-4DD0-88B9-AC7BD2092A6C}"/>
              </a:ext>
            </a:extLst>
          </p:cNvPr>
          <p:cNvSpPr>
            <a:spLocks noGrp="1"/>
          </p:cNvSpPr>
          <p:nvPr/>
        </p:nvSpPr>
        <p:spPr>
          <a:xfrm>
            <a:off x="4428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01_find_only_2705">
            <a:extLst>
              <a:ext uri="{FF2B5EF4-FFF2-40B4-BE49-F238E27FC236}">
                <a16:creationId xmlns:a16="http://schemas.microsoft.com/office/drawing/2014/main" id="{3F36CC58-55CE-4A24-B4E0-E9E9CFE9D353}"/>
              </a:ext>
            </a:extLst>
          </p:cNvPr>
          <p:cNvSpPr>
            <a:spLocks noGrp="1"/>
          </p:cNvSpPr>
          <p:nvPr/>
        </p:nvSpPr>
        <p:spPr>
          <a:xfrm>
            <a:off x="4418389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01_find_only_2706">
            <a:extLst>
              <a:ext uri="{FF2B5EF4-FFF2-40B4-BE49-F238E27FC236}">
                <a16:creationId xmlns:a16="http://schemas.microsoft.com/office/drawing/2014/main" id="{6A014E9C-0B5E-40B2-A881-AF9F7406D5ED}"/>
              </a:ext>
            </a:extLst>
          </p:cNvPr>
          <p:cNvSpPr>
            <a:spLocks noGrp="1"/>
          </p:cNvSpPr>
          <p:nvPr/>
        </p:nvSpPr>
        <p:spPr>
          <a:xfrm>
            <a:off x="439575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01_find_only_2707">
            <a:extLst>
              <a:ext uri="{FF2B5EF4-FFF2-40B4-BE49-F238E27FC236}">
                <a16:creationId xmlns:a16="http://schemas.microsoft.com/office/drawing/2014/main" id="{E99C386D-56E7-419B-B1B9-E140AAA0B835}"/>
              </a:ext>
            </a:extLst>
          </p:cNvPr>
          <p:cNvSpPr>
            <a:spLocks noGrp="1"/>
          </p:cNvSpPr>
          <p:nvPr/>
        </p:nvSpPr>
        <p:spPr>
          <a:xfrm>
            <a:off x="448299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01_find_only_2708">
            <a:extLst>
              <a:ext uri="{FF2B5EF4-FFF2-40B4-BE49-F238E27FC236}">
                <a16:creationId xmlns:a16="http://schemas.microsoft.com/office/drawing/2014/main" id="{2E6541D0-5106-47AA-9442-6AB27195571B}"/>
              </a:ext>
            </a:extLst>
          </p:cNvPr>
          <p:cNvSpPr>
            <a:spLocks noGrp="1"/>
          </p:cNvSpPr>
          <p:nvPr/>
        </p:nvSpPr>
        <p:spPr>
          <a:xfrm>
            <a:off x="43971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01_find_only_2709">
            <a:extLst>
              <a:ext uri="{FF2B5EF4-FFF2-40B4-BE49-F238E27FC236}">
                <a16:creationId xmlns:a16="http://schemas.microsoft.com/office/drawing/2014/main" id="{CE7D9BCB-0E2A-4265-B4FE-6691C154F8E0}"/>
              </a:ext>
            </a:extLst>
          </p:cNvPr>
          <p:cNvSpPr>
            <a:spLocks noGrp="1"/>
          </p:cNvSpPr>
          <p:nvPr/>
        </p:nvSpPr>
        <p:spPr>
          <a:xfrm>
            <a:off x="44758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01_find_only_2710">
            <a:extLst>
              <a:ext uri="{FF2B5EF4-FFF2-40B4-BE49-F238E27FC236}">
                <a16:creationId xmlns:a16="http://schemas.microsoft.com/office/drawing/2014/main" id="{BB714689-82AC-4258-A1A4-292A235EDF97}"/>
              </a:ext>
            </a:extLst>
          </p:cNvPr>
          <p:cNvSpPr>
            <a:spLocks noGrp="1"/>
          </p:cNvSpPr>
          <p:nvPr/>
        </p:nvSpPr>
        <p:spPr>
          <a:xfrm>
            <a:off x="44294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01_find_only_2711">
            <a:extLst>
              <a:ext uri="{FF2B5EF4-FFF2-40B4-BE49-F238E27FC236}">
                <a16:creationId xmlns:a16="http://schemas.microsoft.com/office/drawing/2014/main" id="{B552C847-5A8C-4F3F-8ABB-0D14AD271F71}"/>
              </a:ext>
            </a:extLst>
          </p:cNvPr>
          <p:cNvSpPr>
            <a:spLocks noGrp="1"/>
          </p:cNvSpPr>
          <p:nvPr/>
        </p:nvSpPr>
        <p:spPr>
          <a:xfrm>
            <a:off x="44869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01_find_only_2712">
            <a:extLst>
              <a:ext uri="{FF2B5EF4-FFF2-40B4-BE49-F238E27FC236}">
                <a16:creationId xmlns:a16="http://schemas.microsoft.com/office/drawing/2014/main" id="{486C6661-8814-43E6-984C-E84068DF6317}"/>
              </a:ext>
            </a:extLst>
          </p:cNvPr>
          <p:cNvSpPr>
            <a:spLocks noGrp="1"/>
          </p:cNvSpPr>
          <p:nvPr/>
        </p:nvSpPr>
        <p:spPr>
          <a:xfrm>
            <a:off x="445657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01_find_only_2713">
            <a:extLst>
              <a:ext uri="{FF2B5EF4-FFF2-40B4-BE49-F238E27FC236}">
                <a16:creationId xmlns:a16="http://schemas.microsoft.com/office/drawing/2014/main" id="{EC43CA27-E905-47B9-8D91-E6F7C658B920}"/>
              </a:ext>
            </a:extLst>
          </p:cNvPr>
          <p:cNvSpPr>
            <a:spLocks noGrp="1"/>
          </p:cNvSpPr>
          <p:nvPr/>
        </p:nvSpPr>
        <p:spPr>
          <a:xfrm>
            <a:off x="446317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01_find_only_2714">
            <a:extLst>
              <a:ext uri="{FF2B5EF4-FFF2-40B4-BE49-F238E27FC236}">
                <a16:creationId xmlns:a16="http://schemas.microsoft.com/office/drawing/2014/main" id="{AC03DDC6-DAF7-475F-928A-C0F3E0575457}"/>
              </a:ext>
            </a:extLst>
          </p:cNvPr>
          <p:cNvSpPr>
            <a:spLocks noGrp="1"/>
          </p:cNvSpPr>
          <p:nvPr/>
        </p:nvSpPr>
        <p:spPr>
          <a:xfrm>
            <a:off x="44205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01_find_only_2715">
            <a:extLst>
              <a:ext uri="{FF2B5EF4-FFF2-40B4-BE49-F238E27FC236}">
                <a16:creationId xmlns:a16="http://schemas.microsoft.com/office/drawing/2014/main" id="{058F9E18-0B9F-4871-8DF0-AAEC4FB59125}"/>
              </a:ext>
            </a:extLst>
          </p:cNvPr>
          <p:cNvSpPr>
            <a:spLocks noGrp="1"/>
          </p:cNvSpPr>
          <p:nvPr/>
        </p:nvSpPr>
        <p:spPr>
          <a:xfrm>
            <a:off x="448153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01_find_only_2716">
            <a:extLst>
              <a:ext uri="{FF2B5EF4-FFF2-40B4-BE49-F238E27FC236}">
                <a16:creationId xmlns:a16="http://schemas.microsoft.com/office/drawing/2014/main" id="{9F08843F-EE25-4DE9-BF5E-8A1BBD14CE5C}"/>
              </a:ext>
            </a:extLst>
          </p:cNvPr>
          <p:cNvSpPr>
            <a:spLocks noGrp="1"/>
          </p:cNvSpPr>
          <p:nvPr/>
        </p:nvSpPr>
        <p:spPr>
          <a:xfrm>
            <a:off x="446336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01_find_only_2717">
            <a:extLst>
              <a:ext uri="{FF2B5EF4-FFF2-40B4-BE49-F238E27FC236}">
                <a16:creationId xmlns:a16="http://schemas.microsoft.com/office/drawing/2014/main" id="{8A1B79A6-4245-4ECF-9138-CC0E0D113FD3}"/>
              </a:ext>
            </a:extLst>
          </p:cNvPr>
          <p:cNvSpPr>
            <a:spLocks noGrp="1"/>
          </p:cNvSpPr>
          <p:nvPr/>
        </p:nvSpPr>
        <p:spPr>
          <a:xfrm>
            <a:off x="440789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01_find_only_2718">
            <a:extLst>
              <a:ext uri="{FF2B5EF4-FFF2-40B4-BE49-F238E27FC236}">
                <a16:creationId xmlns:a16="http://schemas.microsoft.com/office/drawing/2014/main" id="{6FF1563E-462B-419E-B0C3-351DCF2607C0}"/>
              </a:ext>
            </a:extLst>
          </p:cNvPr>
          <p:cNvSpPr>
            <a:spLocks noGrp="1"/>
          </p:cNvSpPr>
          <p:nvPr/>
        </p:nvSpPr>
        <p:spPr>
          <a:xfrm>
            <a:off x="4461718" y="58363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01_find_only_2719">
            <a:extLst>
              <a:ext uri="{FF2B5EF4-FFF2-40B4-BE49-F238E27FC236}">
                <a16:creationId xmlns:a16="http://schemas.microsoft.com/office/drawing/2014/main" id="{15D04C1A-464C-456E-8379-2EC2C28D824E}"/>
              </a:ext>
            </a:extLst>
          </p:cNvPr>
          <p:cNvSpPr>
            <a:spLocks noGrp="1"/>
          </p:cNvSpPr>
          <p:nvPr/>
        </p:nvSpPr>
        <p:spPr>
          <a:xfrm>
            <a:off x="441285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01_find_only_2720">
            <a:extLst>
              <a:ext uri="{FF2B5EF4-FFF2-40B4-BE49-F238E27FC236}">
                <a16:creationId xmlns:a16="http://schemas.microsoft.com/office/drawing/2014/main" id="{02BB7297-3211-406A-9DE0-C9EE94509ABB}"/>
              </a:ext>
            </a:extLst>
          </p:cNvPr>
          <p:cNvSpPr>
            <a:spLocks noGrp="1"/>
          </p:cNvSpPr>
          <p:nvPr/>
        </p:nvSpPr>
        <p:spPr>
          <a:xfrm>
            <a:off x="44204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01_find_only_2721">
            <a:extLst>
              <a:ext uri="{FF2B5EF4-FFF2-40B4-BE49-F238E27FC236}">
                <a16:creationId xmlns:a16="http://schemas.microsoft.com/office/drawing/2014/main" id="{B20CEBA6-854A-4AC8-AA23-1A75C087906F}"/>
              </a:ext>
            </a:extLst>
          </p:cNvPr>
          <p:cNvSpPr>
            <a:spLocks noGrp="1"/>
          </p:cNvSpPr>
          <p:nvPr/>
        </p:nvSpPr>
        <p:spPr>
          <a:xfrm>
            <a:off x="448076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01_find_only_2722">
            <a:extLst>
              <a:ext uri="{FF2B5EF4-FFF2-40B4-BE49-F238E27FC236}">
                <a16:creationId xmlns:a16="http://schemas.microsoft.com/office/drawing/2014/main" id="{147D661C-956C-4B8C-8128-C8D63742CC9E}"/>
              </a:ext>
            </a:extLst>
          </p:cNvPr>
          <p:cNvSpPr>
            <a:spLocks noGrp="1"/>
          </p:cNvSpPr>
          <p:nvPr/>
        </p:nvSpPr>
        <p:spPr>
          <a:xfrm>
            <a:off x="44219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01_find_only_2723">
            <a:extLst>
              <a:ext uri="{FF2B5EF4-FFF2-40B4-BE49-F238E27FC236}">
                <a16:creationId xmlns:a16="http://schemas.microsoft.com/office/drawing/2014/main" id="{B2106C8C-E007-4454-BA7B-E3BFA8A4EFCB}"/>
              </a:ext>
            </a:extLst>
          </p:cNvPr>
          <p:cNvSpPr>
            <a:spLocks noGrp="1"/>
          </p:cNvSpPr>
          <p:nvPr/>
        </p:nvSpPr>
        <p:spPr>
          <a:xfrm>
            <a:off x="44753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01_find_only_2724">
            <a:extLst>
              <a:ext uri="{FF2B5EF4-FFF2-40B4-BE49-F238E27FC236}">
                <a16:creationId xmlns:a16="http://schemas.microsoft.com/office/drawing/2014/main" id="{E9718810-83BC-4C72-BF72-A7A477ACF9B3}"/>
              </a:ext>
            </a:extLst>
          </p:cNvPr>
          <p:cNvSpPr>
            <a:spLocks noGrp="1"/>
          </p:cNvSpPr>
          <p:nvPr/>
        </p:nvSpPr>
        <p:spPr>
          <a:xfrm>
            <a:off x="44760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01_find_only_2725">
            <a:extLst>
              <a:ext uri="{FF2B5EF4-FFF2-40B4-BE49-F238E27FC236}">
                <a16:creationId xmlns:a16="http://schemas.microsoft.com/office/drawing/2014/main" id="{B276B3E9-F63C-4A52-8BAC-FD19616E49D2}"/>
              </a:ext>
            </a:extLst>
          </p:cNvPr>
          <p:cNvSpPr>
            <a:spLocks noGrp="1"/>
          </p:cNvSpPr>
          <p:nvPr/>
        </p:nvSpPr>
        <p:spPr>
          <a:xfrm>
            <a:off x="447862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01_find_only_2726">
            <a:extLst>
              <a:ext uri="{FF2B5EF4-FFF2-40B4-BE49-F238E27FC236}">
                <a16:creationId xmlns:a16="http://schemas.microsoft.com/office/drawing/2014/main" id="{B6625A53-7792-4E03-9D7C-5A24BFD2883F}"/>
              </a:ext>
            </a:extLst>
          </p:cNvPr>
          <p:cNvSpPr>
            <a:spLocks noGrp="1"/>
          </p:cNvSpPr>
          <p:nvPr/>
        </p:nvSpPr>
        <p:spPr>
          <a:xfrm>
            <a:off x="442276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01_find_only_2727">
            <a:extLst>
              <a:ext uri="{FF2B5EF4-FFF2-40B4-BE49-F238E27FC236}">
                <a16:creationId xmlns:a16="http://schemas.microsoft.com/office/drawing/2014/main" id="{A449F662-9868-4987-A579-FC88D21E8542}"/>
              </a:ext>
            </a:extLst>
          </p:cNvPr>
          <p:cNvSpPr>
            <a:spLocks noGrp="1"/>
          </p:cNvSpPr>
          <p:nvPr/>
        </p:nvSpPr>
        <p:spPr>
          <a:xfrm>
            <a:off x="44080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01_find_only_2728">
            <a:extLst>
              <a:ext uri="{FF2B5EF4-FFF2-40B4-BE49-F238E27FC236}">
                <a16:creationId xmlns:a16="http://schemas.microsoft.com/office/drawing/2014/main" id="{F9839E11-E696-4974-AF46-EEE3A8B41C15}"/>
              </a:ext>
            </a:extLst>
          </p:cNvPr>
          <p:cNvSpPr>
            <a:spLocks noGrp="1"/>
          </p:cNvSpPr>
          <p:nvPr/>
        </p:nvSpPr>
        <p:spPr>
          <a:xfrm>
            <a:off x="44646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01_find_only_2729">
            <a:extLst>
              <a:ext uri="{FF2B5EF4-FFF2-40B4-BE49-F238E27FC236}">
                <a16:creationId xmlns:a16="http://schemas.microsoft.com/office/drawing/2014/main" id="{62FF6A17-D501-4544-B977-BBEF9978BFA4}"/>
              </a:ext>
            </a:extLst>
          </p:cNvPr>
          <p:cNvSpPr>
            <a:spLocks noGrp="1"/>
          </p:cNvSpPr>
          <p:nvPr/>
        </p:nvSpPr>
        <p:spPr>
          <a:xfrm>
            <a:off x="44035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01_find_only_2730">
            <a:extLst>
              <a:ext uri="{FF2B5EF4-FFF2-40B4-BE49-F238E27FC236}">
                <a16:creationId xmlns:a16="http://schemas.microsoft.com/office/drawing/2014/main" id="{343BC428-2440-4C80-B73D-2C0924BB82D8}"/>
              </a:ext>
            </a:extLst>
          </p:cNvPr>
          <p:cNvSpPr>
            <a:spLocks noGrp="1"/>
          </p:cNvSpPr>
          <p:nvPr/>
        </p:nvSpPr>
        <p:spPr>
          <a:xfrm>
            <a:off x="44096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01_find_only_2731">
            <a:extLst>
              <a:ext uri="{FF2B5EF4-FFF2-40B4-BE49-F238E27FC236}">
                <a16:creationId xmlns:a16="http://schemas.microsoft.com/office/drawing/2014/main" id="{1173C5CA-E788-4396-93C2-A9B2E383DF7C}"/>
              </a:ext>
            </a:extLst>
          </p:cNvPr>
          <p:cNvSpPr>
            <a:spLocks noGrp="1"/>
          </p:cNvSpPr>
          <p:nvPr/>
        </p:nvSpPr>
        <p:spPr>
          <a:xfrm>
            <a:off x="446706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01_find_only_2732">
            <a:extLst>
              <a:ext uri="{FF2B5EF4-FFF2-40B4-BE49-F238E27FC236}">
                <a16:creationId xmlns:a16="http://schemas.microsoft.com/office/drawing/2014/main" id="{2E545E63-0218-4420-BEA9-7268683D2F8B}"/>
              </a:ext>
            </a:extLst>
          </p:cNvPr>
          <p:cNvSpPr>
            <a:spLocks noGrp="1"/>
          </p:cNvSpPr>
          <p:nvPr/>
        </p:nvSpPr>
        <p:spPr>
          <a:xfrm>
            <a:off x="4404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01_find_only_2733">
            <a:extLst>
              <a:ext uri="{FF2B5EF4-FFF2-40B4-BE49-F238E27FC236}">
                <a16:creationId xmlns:a16="http://schemas.microsoft.com/office/drawing/2014/main" id="{0B02C64A-6FB8-49C9-8EA5-446FA6788E1D}"/>
              </a:ext>
            </a:extLst>
          </p:cNvPr>
          <p:cNvSpPr>
            <a:spLocks noGrp="1"/>
          </p:cNvSpPr>
          <p:nvPr/>
        </p:nvSpPr>
        <p:spPr>
          <a:xfrm>
            <a:off x="44857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01_find_only_2734">
            <a:extLst>
              <a:ext uri="{FF2B5EF4-FFF2-40B4-BE49-F238E27FC236}">
                <a16:creationId xmlns:a16="http://schemas.microsoft.com/office/drawing/2014/main" id="{343CAF68-1FC7-42ED-8212-4EF39A8542B3}"/>
              </a:ext>
            </a:extLst>
          </p:cNvPr>
          <p:cNvSpPr>
            <a:spLocks noGrp="1"/>
          </p:cNvSpPr>
          <p:nvPr/>
        </p:nvSpPr>
        <p:spPr>
          <a:xfrm>
            <a:off x="447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01_find_only_2735">
            <a:extLst>
              <a:ext uri="{FF2B5EF4-FFF2-40B4-BE49-F238E27FC236}">
                <a16:creationId xmlns:a16="http://schemas.microsoft.com/office/drawing/2014/main" id="{8318C1D2-9409-4B60-A877-7FFDC9FFCAD7}"/>
              </a:ext>
            </a:extLst>
          </p:cNvPr>
          <p:cNvSpPr>
            <a:spLocks noGrp="1"/>
          </p:cNvSpPr>
          <p:nvPr/>
        </p:nvSpPr>
        <p:spPr>
          <a:xfrm>
            <a:off x="44356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01_find_only_2736">
            <a:extLst>
              <a:ext uri="{FF2B5EF4-FFF2-40B4-BE49-F238E27FC236}">
                <a16:creationId xmlns:a16="http://schemas.microsoft.com/office/drawing/2014/main" id="{7F36146D-BFED-4D8E-8711-BB0F3F047B4E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01_find_only_2737">
            <a:extLst>
              <a:ext uri="{FF2B5EF4-FFF2-40B4-BE49-F238E27FC236}">
                <a16:creationId xmlns:a16="http://schemas.microsoft.com/office/drawing/2014/main" id="{3A13208A-41F0-42EE-BE3D-9687C33AC61A}"/>
              </a:ext>
            </a:extLst>
          </p:cNvPr>
          <p:cNvSpPr>
            <a:spLocks noGrp="1"/>
          </p:cNvSpPr>
          <p:nvPr/>
        </p:nvSpPr>
        <p:spPr>
          <a:xfrm>
            <a:off x="448843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01_find_only_2738">
            <a:extLst>
              <a:ext uri="{FF2B5EF4-FFF2-40B4-BE49-F238E27FC236}">
                <a16:creationId xmlns:a16="http://schemas.microsoft.com/office/drawing/2014/main" id="{342468B8-1CC4-42AA-BE94-6630A5D020AE}"/>
              </a:ext>
            </a:extLst>
          </p:cNvPr>
          <p:cNvSpPr>
            <a:spLocks noGrp="1"/>
          </p:cNvSpPr>
          <p:nvPr/>
        </p:nvSpPr>
        <p:spPr>
          <a:xfrm>
            <a:off x="44531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01_find_only_2739">
            <a:extLst>
              <a:ext uri="{FF2B5EF4-FFF2-40B4-BE49-F238E27FC236}">
                <a16:creationId xmlns:a16="http://schemas.microsoft.com/office/drawing/2014/main" id="{F7B3A58D-228E-4889-AE72-BDC4EF6E8F56}"/>
              </a:ext>
            </a:extLst>
          </p:cNvPr>
          <p:cNvSpPr>
            <a:spLocks noGrp="1"/>
          </p:cNvSpPr>
          <p:nvPr/>
        </p:nvSpPr>
        <p:spPr>
          <a:xfrm>
            <a:off x="44753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01_find_only_2740">
            <a:extLst>
              <a:ext uri="{FF2B5EF4-FFF2-40B4-BE49-F238E27FC236}">
                <a16:creationId xmlns:a16="http://schemas.microsoft.com/office/drawing/2014/main" id="{2EA32549-866A-45DE-B004-CF9489F86058}"/>
              </a:ext>
            </a:extLst>
          </p:cNvPr>
          <p:cNvSpPr>
            <a:spLocks noGrp="1"/>
          </p:cNvSpPr>
          <p:nvPr/>
        </p:nvSpPr>
        <p:spPr>
          <a:xfrm>
            <a:off x="440721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01_find_only_2741">
            <a:extLst>
              <a:ext uri="{FF2B5EF4-FFF2-40B4-BE49-F238E27FC236}">
                <a16:creationId xmlns:a16="http://schemas.microsoft.com/office/drawing/2014/main" id="{9900CFFB-CCCE-4346-B4BA-C85683207B3F}"/>
              </a:ext>
            </a:extLst>
          </p:cNvPr>
          <p:cNvSpPr>
            <a:spLocks noGrp="1"/>
          </p:cNvSpPr>
          <p:nvPr/>
        </p:nvSpPr>
        <p:spPr>
          <a:xfrm>
            <a:off x="44346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01_find_only_2742">
            <a:extLst>
              <a:ext uri="{FF2B5EF4-FFF2-40B4-BE49-F238E27FC236}">
                <a16:creationId xmlns:a16="http://schemas.microsoft.com/office/drawing/2014/main" id="{3BF6AAC0-3BDC-4D0D-BE7E-73E192E158CE}"/>
              </a:ext>
            </a:extLst>
          </p:cNvPr>
          <p:cNvSpPr>
            <a:spLocks noGrp="1"/>
          </p:cNvSpPr>
          <p:nvPr/>
        </p:nvSpPr>
        <p:spPr>
          <a:xfrm>
            <a:off x="44692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01_find_only_2743">
            <a:extLst>
              <a:ext uri="{FF2B5EF4-FFF2-40B4-BE49-F238E27FC236}">
                <a16:creationId xmlns:a16="http://schemas.microsoft.com/office/drawing/2014/main" id="{DB4D6020-0A9F-4482-947A-AF58308267B7}"/>
              </a:ext>
            </a:extLst>
          </p:cNvPr>
          <p:cNvSpPr>
            <a:spLocks noGrp="1"/>
          </p:cNvSpPr>
          <p:nvPr/>
        </p:nvSpPr>
        <p:spPr>
          <a:xfrm>
            <a:off x="4455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01_find_only_2744">
            <a:extLst>
              <a:ext uri="{FF2B5EF4-FFF2-40B4-BE49-F238E27FC236}">
                <a16:creationId xmlns:a16="http://schemas.microsoft.com/office/drawing/2014/main" id="{96C3EDD5-7027-43D0-ACDA-31D04952114C}"/>
              </a:ext>
            </a:extLst>
          </p:cNvPr>
          <p:cNvSpPr>
            <a:spLocks noGrp="1"/>
          </p:cNvSpPr>
          <p:nvPr/>
        </p:nvSpPr>
        <p:spPr>
          <a:xfrm>
            <a:off x="4483674" y="57932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01_find_only_2745">
            <a:extLst>
              <a:ext uri="{FF2B5EF4-FFF2-40B4-BE49-F238E27FC236}">
                <a16:creationId xmlns:a16="http://schemas.microsoft.com/office/drawing/2014/main" id="{DB84BB06-0FBA-49B1-8E13-7DEC31D1A4EC}"/>
              </a:ext>
            </a:extLst>
          </p:cNvPr>
          <p:cNvSpPr>
            <a:spLocks noGrp="1"/>
          </p:cNvSpPr>
          <p:nvPr/>
        </p:nvSpPr>
        <p:spPr>
          <a:xfrm>
            <a:off x="439351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01_find_only_2746">
            <a:extLst>
              <a:ext uri="{FF2B5EF4-FFF2-40B4-BE49-F238E27FC236}">
                <a16:creationId xmlns:a16="http://schemas.microsoft.com/office/drawing/2014/main" id="{A36D7C21-CC9E-4D61-9EB0-0910D4B260F8}"/>
              </a:ext>
            </a:extLst>
          </p:cNvPr>
          <p:cNvSpPr>
            <a:spLocks noGrp="1"/>
          </p:cNvSpPr>
          <p:nvPr/>
        </p:nvSpPr>
        <p:spPr>
          <a:xfrm>
            <a:off x="44335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01_find_only_2747">
            <a:extLst>
              <a:ext uri="{FF2B5EF4-FFF2-40B4-BE49-F238E27FC236}">
                <a16:creationId xmlns:a16="http://schemas.microsoft.com/office/drawing/2014/main" id="{99A89B2F-08EA-4024-BD1A-6FBFC5C75BB8}"/>
              </a:ext>
            </a:extLst>
          </p:cNvPr>
          <p:cNvSpPr>
            <a:spLocks noGrp="1"/>
          </p:cNvSpPr>
          <p:nvPr/>
        </p:nvSpPr>
        <p:spPr>
          <a:xfrm>
            <a:off x="44517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01_find_only_2748">
            <a:extLst>
              <a:ext uri="{FF2B5EF4-FFF2-40B4-BE49-F238E27FC236}">
                <a16:creationId xmlns:a16="http://schemas.microsoft.com/office/drawing/2014/main" id="{F25802C1-7192-4868-9601-85878EB9AAAE}"/>
              </a:ext>
            </a:extLst>
          </p:cNvPr>
          <p:cNvSpPr>
            <a:spLocks noGrp="1"/>
          </p:cNvSpPr>
          <p:nvPr/>
        </p:nvSpPr>
        <p:spPr>
          <a:xfrm>
            <a:off x="44214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01_find_only_2749">
            <a:extLst>
              <a:ext uri="{FF2B5EF4-FFF2-40B4-BE49-F238E27FC236}">
                <a16:creationId xmlns:a16="http://schemas.microsoft.com/office/drawing/2014/main" id="{670376F3-93EA-43A9-B1F9-1DA9B94F1486}"/>
              </a:ext>
            </a:extLst>
          </p:cNvPr>
          <p:cNvSpPr>
            <a:spLocks noGrp="1"/>
          </p:cNvSpPr>
          <p:nvPr/>
        </p:nvSpPr>
        <p:spPr>
          <a:xfrm>
            <a:off x="444325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01_find_only_2750">
            <a:extLst>
              <a:ext uri="{FF2B5EF4-FFF2-40B4-BE49-F238E27FC236}">
                <a16:creationId xmlns:a16="http://schemas.microsoft.com/office/drawing/2014/main" id="{4543CB0E-A4BD-4E81-9EC9-D29E163A914D}"/>
              </a:ext>
            </a:extLst>
          </p:cNvPr>
          <p:cNvSpPr>
            <a:spLocks noGrp="1"/>
          </p:cNvSpPr>
          <p:nvPr/>
        </p:nvSpPr>
        <p:spPr>
          <a:xfrm>
            <a:off x="443101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01_find_only_2751">
            <a:extLst>
              <a:ext uri="{FF2B5EF4-FFF2-40B4-BE49-F238E27FC236}">
                <a16:creationId xmlns:a16="http://schemas.microsoft.com/office/drawing/2014/main" id="{DAC68C99-8E94-4B02-89A1-5183AACACADC}"/>
              </a:ext>
            </a:extLst>
          </p:cNvPr>
          <p:cNvSpPr>
            <a:spLocks noGrp="1"/>
          </p:cNvSpPr>
          <p:nvPr/>
        </p:nvSpPr>
        <p:spPr>
          <a:xfrm>
            <a:off x="4472988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01_find_only_2752">
            <a:extLst>
              <a:ext uri="{FF2B5EF4-FFF2-40B4-BE49-F238E27FC236}">
                <a16:creationId xmlns:a16="http://schemas.microsoft.com/office/drawing/2014/main" id="{325504B4-0D0D-4334-9171-6174ED35CA10}"/>
              </a:ext>
            </a:extLst>
          </p:cNvPr>
          <p:cNvSpPr>
            <a:spLocks noGrp="1"/>
          </p:cNvSpPr>
          <p:nvPr/>
        </p:nvSpPr>
        <p:spPr>
          <a:xfrm>
            <a:off x="44042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01_find_only_2753">
            <a:extLst>
              <a:ext uri="{FF2B5EF4-FFF2-40B4-BE49-F238E27FC236}">
                <a16:creationId xmlns:a16="http://schemas.microsoft.com/office/drawing/2014/main" id="{1744DA80-B377-4649-B5B6-160CF4D94293}"/>
              </a:ext>
            </a:extLst>
          </p:cNvPr>
          <p:cNvSpPr>
            <a:spLocks noGrp="1"/>
          </p:cNvSpPr>
          <p:nvPr/>
        </p:nvSpPr>
        <p:spPr>
          <a:xfrm>
            <a:off x="44086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01_find_only_2754">
            <a:extLst>
              <a:ext uri="{FF2B5EF4-FFF2-40B4-BE49-F238E27FC236}">
                <a16:creationId xmlns:a16="http://schemas.microsoft.com/office/drawing/2014/main" id="{AE96CF8A-AB46-4659-819E-3C071A06D09A}"/>
              </a:ext>
            </a:extLst>
          </p:cNvPr>
          <p:cNvSpPr>
            <a:spLocks noGrp="1"/>
          </p:cNvSpPr>
          <p:nvPr/>
        </p:nvSpPr>
        <p:spPr>
          <a:xfrm>
            <a:off x="444908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01_find_only_2755">
            <a:extLst>
              <a:ext uri="{FF2B5EF4-FFF2-40B4-BE49-F238E27FC236}">
                <a16:creationId xmlns:a16="http://schemas.microsoft.com/office/drawing/2014/main" id="{7057B243-1AB6-4B83-83B5-387283DE8166}"/>
              </a:ext>
            </a:extLst>
          </p:cNvPr>
          <p:cNvSpPr>
            <a:spLocks noGrp="1"/>
          </p:cNvSpPr>
          <p:nvPr/>
        </p:nvSpPr>
        <p:spPr>
          <a:xfrm>
            <a:off x="44482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01_find_only_2756">
            <a:extLst>
              <a:ext uri="{FF2B5EF4-FFF2-40B4-BE49-F238E27FC236}">
                <a16:creationId xmlns:a16="http://schemas.microsoft.com/office/drawing/2014/main" id="{CF4EC62C-4A04-448D-B011-518542F9C552}"/>
              </a:ext>
            </a:extLst>
          </p:cNvPr>
          <p:cNvSpPr>
            <a:spLocks noGrp="1"/>
          </p:cNvSpPr>
          <p:nvPr/>
        </p:nvSpPr>
        <p:spPr>
          <a:xfrm>
            <a:off x="44797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01_find_only_2757">
            <a:extLst>
              <a:ext uri="{FF2B5EF4-FFF2-40B4-BE49-F238E27FC236}">
                <a16:creationId xmlns:a16="http://schemas.microsoft.com/office/drawing/2014/main" id="{555FDB6E-9E98-4446-93ED-BEB3BCDDC078}"/>
              </a:ext>
            </a:extLst>
          </p:cNvPr>
          <p:cNvSpPr>
            <a:spLocks noGrp="1"/>
          </p:cNvSpPr>
          <p:nvPr/>
        </p:nvSpPr>
        <p:spPr>
          <a:xfrm>
            <a:off x="44651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01_find_only_2758">
            <a:extLst>
              <a:ext uri="{FF2B5EF4-FFF2-40B4-BE49-F238E27FC236}">
                <a16:creationId xmlns:a16="http://schemas.microsoft.com/office/drawing/2014/main" id="{2377D81A-CCEE-456E-8520-CCC8F2D9C2B7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01_find_only_2759">
            <a:extLst>
              <a:ext uri="{FF2B5EF4-FFF2-40B4-BE49-F238E27FC236}">
                <a16:creationId xmlns:a16="http://schemas.microsoft.com/office/drawing/2014/main" id="{E20BF59C-58C3-4BA7-B187-DFBB13FFFA3E}"/>
              </a:ext>
            </a:extLst>
          </p:cNvPr>
          <p:cNvSpPr>
            <a:spLocks noGrp="1"/>
          </p:cNvSpPr>
          <p:nvPr/>
        </p:nvSpPr>
        <p:spPr>
          <a:xfrm>
            <a:off x="446706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01_find_only_2760">
            <a:extLst>
              <a:ext uri="{FF2B5EF4-FFF2-40B4-BE49-F238E27FC236}">
                <a16:creationId xmlns:a16="http://schemas.microsoft.com/office/drawing/2014/main" id="{4ED8706E-8901-41B9-ACD7-CC3C45F4E103}"/>
              </a:ext>
            </a:extLst>
          </p:cNvPr>
          <p:cNvSpPr>
            <a:spLocks noGrp="1"/>
          </p:cNvSpPr>
          <p:nvPr/>
        </p:nvSpPr>
        <p:spPr>
          <a:xfrm>
            <a:off x="445919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01_find_only_2761">
            <a:extLst>
              <a:ext uri="{FF2B5EF4-FFF2-40B4-BE49-F238E27FC236}">
                <a16:creationId xmlns:a16="http://schemas.microsoft.com/office/drawing/2014/main" id="{AD758C5B-339F-4A35-945A-1C9679B0D146}"/>
              </a:ext>
            </a:extLst>
          </p:cNvPr>
          <p:cNvSpPr>
            <a:spLocks noGrp="1"/>
          </p:cNvSpPr>
          <p:nvPr/>
        </p:nvSpPr>
        <p:spPr>
          <a:xfrm>
            <a:off x="44633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01_find_only_2762">
            <a:extLst>
              <a:ext uri="{FF2B5EF4-FFF2-40B4-BE49-F238E27FC236}">
                <a16:creationId xmlns:a16="http://schemas.microsoft.com/office/drawing/2014/main" id="{A49368C0-C546-47D8-B20F-C3F21DA087F7}"/>
              </a:ext>
            </a:extLst>
          </p:cNvPr>
          <p:cNvSpPr>
            <a:spLocks noGrp="1"/>
          </p:cNvSpPr>
          <p:nvPr/>
        </p:nvSpPr>
        <p:spPr>
          <a:xfrm>
            <a:off x="4445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01_find_only_2763">
            <a:extLst>
              <a:ext uri="{FF2B5EF4-FFF2-40B4-BE49-F238E27FC236}">
                <a16:creationId xmlns:a16="http://schemas.microsoft.com/office/drawing/2014/main" id="{7C030547-CD2F-4972-BE29-61309628338F}"/>
              </a:ext>
            </a:extLst>
          </p:cNvPr>
          <p:cNvSpPr>
            <a:spLocks noGrp="1"/>
          </p:cNvSpPr>
          <p:nvPr/>
        </p:nvSpPr>
        <p:spPr>
          <a:xfrm>
            <a:off x="439458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01_find_only_2764">
            <a:extLst>
              <a:ext uri="{FF2B5EF4-FFF2-40B4-BE49-F238E27FC236}">
                <a16:creationId xmlns:a16="http://schemas.microsoft.com/office/drawing/2014/main" id="{5146C38C-0B21-4389-92D0-10AC3ADC10D3}"/>
              </a:ext>
            </a:extLst>
          </p:cNvPr>
          <p:cNvSpPr>
            <a:spLocks noGrp="1"/>
          </p:cNvSpPr>
          <p:nvPr/>
        </p:nvSpPr>
        <p:spPr>
          <a:xfrm>
            <a:off x="4459581" y="58909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01_find_only_2765">
            <a:extLst>
              <a:ext uri="{FF2B5EF4-FFF2-40B4-BE49-F238E27FC236}">
                <a16:creationId xmlns:a16="http://schemas.microsoft.com/office/drawing/2014/main" id="{3F2FEC29-8F34-4DF3-95A0-6F5D7D401519}"/>
              </a:ext>
            </a:extLst>
          </p:cNvPr>
          <p:cNvSpPr>
            <a:spLocks noGrp="1"/>
          </p:cNvSpPr>
          <p:nvPr/>
        </p:nvSpPr>
        <p:spPr>
          <a:xfrm>
            <a:off x="447240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01_find_only_2766">
            <a:extLst>
              <a:ext uri="{FF2B5EF4-FFF2-40B4-BE49-F238E27FC236}">
                <a16:creationId xmlns:a16="http://schemas.microsoft.com/office/drawing/2014/main" id="{68E48261-FEFD-42CC-9A32-E71802A33231}"/>
              </a:ext>
            </a:extLst>
          </p:cNvPr>
          <p:cNvSpPr>
            <a:spLocks noGrp="1"/>
          </p:cNvSpPr>
          <p:nvPr/>
        </p:nvSpPr>
        <p:spPr>
          <a:xfrm>
            <a:off x="44107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01_find_only_2767">
            <a:extLst>
              <a:ext uri="{FF2B5EF4-FFF2-40B4-BE49-F238E27FC236}">
                <a16:creationId xmlns:a16="http://schemas.microsoft.com/office/drawing/2014/main" id="{AFEB519E-3C0D-4242-BA7E-0438C4E53A45}"/>
              </a:ext>
            </a:extLst>
          </p:cNvPr>
          <p:cNvSpPr>
            <a:spLocks noGrp="1"/>
          </p:cNvSpPr>
          <p:nvPr/>
        </p:nvSpPr>
        <p:spPr>
          <a:xfrm>
            <a:off x="440342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01_find_only_2768">
            <a:extLst>
              <a:ext uri="{FF2B5EF4-FFF2-40B4-BE49-F238E27FC236}">
                <a16:creationId xmlns:a16="http://schemas.microsoft.com/office/drawing/2014/main" id="{8F9845D7-9D8D-442E-A7EF-6F92CE894904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01_find_only_2769">
            <a:extLst>
              <a:ext uri="{FF2B5EF4-FFF2-40B4-BE49-F238E27FC236}">
                <a16:creationId xmlns:a16="http://schemas.microsoft.com/office/drawing/2014/main" id="{E6515926-1254-4A40-B9CE-B0A5463BA1A5}"/>
              </a:ext>
            </a:extLst>
          </p:cNvPr>
          <p:cNvSpPr>
            <a:spLocks noGrp="1"/>
          </p:cNvSpPr>
          <p:nvPr/>
        </p:nvSpPr>
        <p:spPr>
          <a:xfrm>
            <a:off x="44844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01_find_only_2770">
            <a:extLst>
              <a:ext uri="{FF2B5EF4-FFF2-40B4-BE49-F238E27FC236}">
                <a16:creationId xmlns:a16="http://schemas.microsoft.com/office/drawing/2014/main" id="{B16C1B5B-9C9B-4C5C-AA12-8A992B4597A3}"/>
              </a:ext>
            </a:extLst>
          </p:cNvPr>
          <p:cNvSpPr>
            <a:spLocks noGrp="1"/>
          </p:cNvSpPr>
          <p:nvPr/>
        </p:nvSpPr>
        <p:spPr>
          <a:xfrm>
            <a:off x="44886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01_find_only_2771">
            <a:extLst>
              <a:ext uri="{FF2B5EF4-FFF2-40B4-BE49-F238E27FC236}">
                <a16:creationId xmlns:a16="http://schemas.microsoft.com/office/drawing/2014/main" id="{5D766458-E6F9-4384-BA21-E495DA856679}"/>
              </a:ext>
            </a:extLst>
          </p:cNvPr>
          <p:cNvSpPr>
            <a:spLocks noGrp="1"/>
          </p:cNvSpPr>
          <p:nvPr/>
        </p:nvSpPr>
        <p:spPr>
          <a:xfrm>
            <a:off x="44285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01_find_only_2772">
            <a:extLst>
              <a:ext uri="{FF2B5EF4-FFF2-40B4-BE49-F238E27FC236}">
                <a16:creationId xmlns:a16="http://schemas.microsoft.com/office/drawing/2014/main" id="{984D2189-6C57-4684-8971-43E07242BB98}"/>
              </a:ext>
            </a:extLst>
          </p:cNvPr>
          <p:cNvSpPr>
            <a:spLocks noGrp="1"/>
          </p:cNvSpPr>
          <p:nvPr/>
        </p:nvSpPr>
        <p:spPr>
          <a:xfrm>
            <a:off x="44642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01_find_only_2773">
            <a:extLst>
              <a:ext uri="{FF2B5EF4-FFF2-40B4-BE49-F238E27FC236}">
                <a16:creationId xmlns:a16="http://schemas.microsoft.com/office/drawing/2014/main" id="{E8CC1588-294B-4E5F-B0D1-BBDF61A84B7F}"/>
              </a:ext>
            </a:extLst>
          </p:cNvPr>
          <p:cNvSpPr>
            <a:spLocks noGrp="1"/>
          </p:cNvSpPr>
          <p:nvPr/>
        </p:nvSpPr>
        <p:spPr>
          <a:xfrm>
            <a:off x="44716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01_find_only_2774">
            <a:extLst>
              <a:ext uri="{FF2B5EF4-FFF2-40B4-BE49-F238E27FC236}">
                <a16:creationId xmlns:a16="http://schemas.microsoft.com/office/drawing/2014/main" id="{141EF903-2B2C-48E0-A9C8-C15A7AB9E65E}"/>
              </a:ext>
            </a:extLst>
          </p:cNvPr>
          <p:cNvSpPr>
            <a:spLocks noGrp="1"/>
          </p:cNvSpPr>
          <p:nvPr/>
        </p:nvSpPr>
        <p:spPr>
          <a:xfrm>
            <a:off x="44833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01_find_only_2775">
            <a:extLst>
              <a:ext uri="{FF2B5EF4-FFF2-40B4-BE49-F238E27FC236}">
                <a16:creationId xmlns:a16="http://schemas.microsoft.com/office/drawing/2014/main" id="{B67C82A5-FFC9-4F1F-9F72-B18D7F1D492D}"/>
              </a:ext>
            </a:extLst>
          </p:cNvPr>
          <p:cNvSpPr>
            <a:spLocks noGrp="1"/>
          </p:cNvSpPr>
          <p:nvPr/>
        </p:nvSpPr>
        <p:spPr>
          <a:xfrm>
            <a:off x="447308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01_find_only_2776">
            <a:extLst>
              <a:ext uri="{FF2B5EF4-FFF2-40B4-BE49-F238E27FC236}">
                <a16:creationId xmlns:a16="http://schemas.microsoft.com/office/drawing/2014/main" id="{1F1E6C94-061A-49BF-9B51-5E8B019407AE}"/>
              </a:ext>
            </a:extLst>
          </p:cNvPr>
          <p:cNvSpPr>
            <a:spLocks noGrp="1"/>
          </p:cNvSpPr>
          <p:nvPr/>
        </p:nvSpPr>
        <p:spPr>
          <a:xfrm>
            <a:off x="4458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01_find_only_2777">
            <a:extLst>
              <a:ext uri="{FF2B5EF4-FFF2-40B4-BE49-F238E27FC236}">
                <a16:creationId xmlns:a16="http://schemas.microsoft.com/office/drawing/2014/main" id="{C52F7766-FDE5-4E98-B24B-E69E6D123957}"/>
              </a:ext>
            </a:extLst>
          </p:cNvPr>
          <p:cNvSpPr>
            <a:spLocks noGrp="1"/>
          </p:cNvSpPr>
          <p:nvPr/>
        </p:nvSpPr>
        <p:spPr>
          <a:xfrm>
            <a:off x="43988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01_find_only_2778">
            <a:extLst>
              <a:ext uri="{FF2B5EF4-FFF2-40B4-BE49-F238E27FC236}">
                <a16:creationId xmlns:a16="http://schemas.microsoft.com/office/drawing/2014/main" id="{31C6550F-315A-43B5-958F-B08DC4A1A1DB}"/>
              </a:ext>
            </a:extLst>
          </p:cNvPr>
          <p:cNvSpPr>
            <a:spLocks noGrp="1"/>
          </p:cNvSpPr>
          <p:nvPr/>
        </p:nvSpPr>
        <p:spPr>
          <a:xfrm>
            <a:off x="4408285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01_find_only_2779">
            <a:extLst>
              <a:ext uri="{FF2B5EF4-FFF2-40B4-BE49-F238E27FC236}">
                <a16:creationId xmlns:a16="http://schemas.microsoft.com/office/drawing/2014/main" id="{7F4E387A-6F2D-4D45-9C28-3F06C245BBA0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01_find_only_2780">
            <a:extLst>
              <a:ext uri="{FF2B5EF4-FFF2-40B4-BE49-F238E27FC236}">
                <a16:creationId xmlns:a16="http://schemas.microsoft.com/office/drawing/2014/main" id="{DD64B2BD-D0D8-47A8-AC26-958874641AE9}"/>
              </a:ext>
            </a:extLst>
          </p:cNvPr>
          <p:cNvSpPr>
            <a:spLocks noGrp="1"/>
          </p:cNvSpPr>
          <p:nvPr/>
        </p:nvSpPr>
        <p:spPr>
          <a:xfrm>
            <a:off x="4449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01_find_only_2781">
            <a:extLst>
              <a:ext uri="{FF2B5EF4-FFF2-40B4-BE49-F238E27FC236}">
                <a16:creationId xmlns:a16="http://schemas.microsoft.com/office/drawing/2014/main" id="{21748068-DAF4-4D92-9F17-2B02FD37931E}"/>
              </a:ext>
            </a:extLst>
          </p:cNvPr>
          <p:cNvSpPr>
            <a:spLocks noGrp="1"/>
          </p:cNvSpPr>
          <p:nvPr/>
        </p:nvSpPr>
        <p:spPr>
          <a:xfrm>
            <a:off x="44123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01_find_only_2782">
            <a:extLst>
              <a:ext uri="{FF2B5EF4-FFF2-40B4-BE49-F238E27FC236}">
                <a16:creationId xmlns:a16="http://schemas.microsoft.com/office/drawing/2014/main" id="{798F93AC-AC29-49B5-83C4-4CCCAC644ADC}"/>
              </a:ext>
            </a:extLst>
          </p:cNvPr>
          <p:cNvSpPr>
            <a:spLocks noGrp="1"/>
          </p:cNvSpPr>
          <p:nvPr/>
        </p:nvSpPr>
        <p:spPr>
          <a:xfrm>
            <a:off x="4429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01_find_only_2783">
            <a:extLst>
              <a:ext uri="{FF2B5EF4-FFF2-40B4-BE49-F238E27FC236}">
                <a16:creationId xmlns:a16="http://schemas.microsoft.com/office/drawing/2014/main" id="{05C01904-CC08-460D-A7D8-819C5B2C48D1}"/>
              </a:ext>
            </a:extLst>
          </p:cNvPr>
          <p:cNvSpPr>
            <a:spLocks noGrp="1"/>
          </p:cNvSpPr>
          <p:nvPr/>
        </p:nvSpPr>
        <p:spPr>
          <a:xfrm>
            <a:off x="4395558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01_find_only_2784">
            <a:extLst>
              <a:ext uri="{FF2B5EF4-FFF2-40B4-BE49-F238E27FC236}">
                <a16:creationId xmlns:a16="http://schemas.microsoft.com/office/drawing/2014/main" id="{6B0B86EB-2692-467A-B156-5BFBA1F20079}"/>
              </a:ext>
            </a:extLst>
          </p:cNvPr>
          <p:cNvSpPr>
            <a:spLocks noGrp="1"/>
          </p:cNvSpPr>
          <p:nvPr/>
        </p:nvSpPr>
        <p:spPr>
          <a:xfrm>
            <a:off x="4667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01_find_only_2785">
            <a:extLst>
              <a:ext uri="{FF2B5EF4-FFF2-40B4-BE49-F238E27FC236}">
                <a16:creationId xmlns:a16="http://schemas.microsoft.com/office/drawing/2014/main" id="{50F8B34D-BBC5-44AA-AC77-625ECC569FE1}"/>
              </a:ext>
            </a:extLst>
          </p:cNvPr>
          <p:cNvSpPr>
            <a:spLocks noGrp="1"/>
          </p:cNvSpPr>
          <p:nvPr/>
        </p:nvSpPr>
        <p:spPr>
          <a:xfrm>
            <a:off x="4730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01_find_only_2786">
            <a:extLst>
              <a:ext uri="{FF2B5EF4-FFF2-40B4-BE49-F238E27FC236}">
                <a16:creationId xmlns:a16="http://schemas.microsoft.com/office/drawing/2014/main" id="{556F041B-3607-4CA2-88B3-99EC706878FE}"/>
              </a:ext>
            </a:extLst>
          </p:cNvPr>
          <p:cNvSpPr>
            <a:spLocks noGrp="1"/>
          </p:cNvSpPr>
          <p:nvPr/>
        </p:nvSpPr>
        <p:spPr>
          <a:xfrm>
            <a:off x="4647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01_find_only_2787">
            <a:extLst>
              <a:ext uri="{FF2B5EF4-FFF2-40B4-BE49-F238E27FC236}">
                <a16:creationId xmlns:a16="http://schemas.microsoft.com/office/drawing/2014/main" id="{0FEDCFE2-252A-4C28-A0BF-B10ED7BB5531}"/>
              </a:ext>
            </a:extLst>
          </p:cNvPr>
          <p:cNvSpPr>
            <a:spLocks noGrp="1"/>
          </p:cNvSpPr>
          <p:nvPr/>
        </p:nvSpPr>
        <p:spPr>
          <a:xfrm>
            <a:off x="47222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01_find_only_2788">
            <a:extLst>
              <a:ext uri="{FF2B5EF4-FFF2-40B4-BE49-F238E27FC236}">
                <a16:creationId xmlns:a16="http://schemas.microsoft.com/office/drawing/2014/main" id="{0F0872C5-C963-43A4-A479-EC0EFE610F62}"/>
              </a:ext>
            </a:extLst>
          </p:cNvPr>
          <p:cNvSpPr>
            <a:spLocks noGrp="1"/>
          </p:cNvSpPr>
          <p:nvPr/>
        </p:nvSpPr>
        <p:spPr>
          <a:xfrm>
            <a:off x="46837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01_find_only_2789">
            <a:extLst>
              <a:ext uri="{FF2B5EF4-FFF2-40B4-BE49-F238E27FC236}">
                <a16:creationId xmlns:a16="http://schemas.microsoft.com/office/drawing/2014/main" id="{B5EDD46B-0230-4B68-BF37-3E2501D65A31}"/>
              </a:ext>
            </a:extLst>
          </p:cNvPr>
          <p:cNvSpPr>
            <a:spLocks noGrp="1"/>
          </p:cNvSpPr>
          <p:nvPr/>
        </p:nvSpPr>
        <p:spPr>
          <a:xfrm>
            <a:off x="47369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01_find_only_2790">
            <a:extLst>
              <a:ext uri="{FF2B5EF4-FFF2-40B4-BE49-F238E27FC236}">
                <a16:creationId xmlns:a16="http://schemas.microsoft.com/office/drawing/2014/main" id="{08A293B9-8ADE-493A-B61F-7FCC1A4A4186}"/>
              </a:ext>
            </a:extLst>
          </p:cNvPr>
          <p:cNvSpPr>
            <a:spLocks noGrp="1"/>
          </p:cNvSpPr>
          <p:nvPr/>
        </p:nvSpPr>
        <p:spPr>
          <a:xfrm>
            <a:off x="4667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01_find_only_2791">
            <a:extLst>
              <a:ext uri="{FF2B5EF4-FFF2-40B4-BE49-F238E27FC236}">
                <a16:creationId xmlns:a16="http://schemas.microsoft.com/office/drawing/2014/main" id="{3A5097DD-4969-4162-9C5C-2B5209B53B7A}"/>
              </a:ext>
            </a:extLst>
          </p:cNvPr>
          <p:cNvSpPr>
            <a:spLocks noGrp="1"/>
          </p:cNvSpPr>
          <p:nvPr/>
        </p:nvSpPr>
        <p:spPr>
          <a:xfrm>
            <a:off x="471519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01_find_only_2792">
            <a:extLst>
              <a:ext uri="{FF2B5EF4-FFF2-40B4-BE49-F238E27FC236}">
                <a16:creationId xmlns:a16="http://schemas.microsoft.com/office/drawing/2014/main" id="{F6C16C36-E32D-4665-AE02-7CF926469C20}"/>
              </a:ext>
            </a:extLst>
          </p:cNvPr>
          <p:cNvSpPr>
            <a:spLocks noGrp="1"/>
          </p:cNvSpPr>
          <p:nvPr/>
        </p:nvSpPr>
        <p:spPr>
          <a:xfrm>
            <a:off x="4650877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01_find_only_2793">
            <a:extLst>
              <a:ext uri="{FF2B5EF4-FFF2-40B4-BE49-F238E27FC236}">
                <a16:creationId xmlns:a16="http://schemas.microsoft.com/office/drawing/2014/main" id="{2123C3E1-C1DA-49E4-AE5F-2ED74679B3DB}"/>
              </a:ext>
            </a:extLst>
          </p:cNvPr>
          <p:cNvSpPr>
            <a:spLocks noGrp="1"/>
          </p:cNvSpPr>
          <p:nvPr/>
        </p:nvSpPr>
        <p:spPr>
          <a:xfrm>
            <a:off x="46715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01_find_only_2794">
            <a:extLst>
              <a:ext uri="{FF2B5EF4-FFF2-40B4-BE49-F238E27FC236}">
                <a16:creationId xmlns:a16="http://schemas.microsoft.com/office/drawing/2014/main" id="{87625CC7-FCCB-4D3D-8E9A-9E15BF7F3343}"/>
              </a:ext>
            </a:extLst>
          </p:cNvPr>
          <p:cNvSpPr>
            <a:spLocks noGrp="1"/>
          </p:cNvSpPr>
          <p:nvPr/>
        </p:nvSpPr>
        <p:spPr>
          <a:xfrm>
            <a:off x="465068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01_find_only_2795">
            <a:extLst>
              <a:ext uri="{FF2B5EF4-FFF2-40B4-BE49-F238E27FC236}">
                <a16:creationId xmlns:a16="http://schemas.microsoft.com/office/drawing/2014/main" id="{100C741B-EAD9-46F3-8293-8C5682A854BA}"/>
              </a:ext>
            </a:extLst>
          </p:cNvPr>
          <p:cNvSpPr>
            <a:spLocks noGrp="1"/>
          </p:cNvSpPr>
          <p:nvPr/>
        </p:nvSpPr>
        <p:spPr>
          <a:xfrm>
            <a:off x="4705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01_find_only_2796">
            <a:extLst>
              <a:ext uri="{FF2B5EF4-FFF2-40B4-BE49-F238E27FC236}">
                <a16:creationId xmlns:a16="http://schemas.microsoft.com/office/drawing/2014/main" id="{3DB79FA7-72AE-4D84-B105-98FAF3B35CCD}"/>
              </a:ext>
            </a:extLst>
          </p:cNvPr>
          <p:cNvSpPr>
            <a:spLocks noGrp="1"/>
          </p:cNvSpPr>
          <p:nvPr/>
        </p:nvSpPr>
        <p:spPr>
          <a:xfrm>
            <a:off x="46637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01_find_only_2797">
            <a:extLst>
              <a:ext uri="{FF2B5EF4-FFF2-40B4-BE49-F238E27FC236}">
                <a16:creationId xmlns:a16="http://schemas.microsoft.com/office/drawing/2014/main" id="{6DE103D5-63BB-4294-A2D5-069147D598DB}"/>
              </a:ext>
            </a:extLst>
          </p:cNvPr>
          <p:cNvSpPr>
            <a:spLocks noGrp="1"/>
          </p:cNvSpPr>
          <p:nvPr/>
        </p:nvSpPr>
        <p:spPr>
          <a:xfrm>
            <a:off x="46929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01_find_only_2798">
            <a:extLst>
              <a:ext uri="{FF2B5EF4-FFF2-40B4-BE49-F238E27FC236}">
                <a16:creationId xmlns:a16="http://schemas.microsoft.com/office/drawing/2014/main" id="{7FD97DAE-25F4-4843-AD9F-C7018F9A3437}"/>
              </a:ext>
            </a:extLst>
          </p:cNvPr>
          <p:cNvSpPr>
            <a:spLocks noGrp="1"/>
          </p:cNvSpPr>
          <p:nvPr/>
        </p:nvSpPr>
        <p:spPr>
          <a:xfrm>
            <a:off x="4682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01_find_only_2799">
            <a:extLst>
              <a:ext uri="{FF2B5EF4-FFF2-40B4-BE49-F238E27FC236}">
                <a16:creationId xmlns:a16="http://schemas.microsoft.com/office/drawing/2014/main" id="{87A5991E-6D5C-4A50-AB77-559C5D3C5D95}"/>
              </a:ext>
            </a:extLst>
          </p:cNvPr>
          <p:cNvSpPr>
            <a:spLocks noGrp="1"/>
          </p:cNvSpPr>
          <p:nvPr/>
        </p:nvSpPr>
        <p:spPr>
          <a:xfrm>
            <a:off x="4673028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01_find_only_2800">
            <a:extLst>
              <a:ext uri="{FF2B5EF4-FFF2-40B4-BE49-F238E27FC236}">
                <a16:creationId xmlns:a16="http://schemas.microsoft.com/office/drawing/2014/main" id="{FC89D1FD-7337-4A89-AAC6-A1797FDE257C}"/>
              </a:ext>
            </a:extLst>
          </p:cNvPr>
          <p:cNvSpPr>
            <a:spLocks noGrp="1"/>
          </p:cNvSpPr>
          <p:nvPr/>
        </p:nvSpPr>
        <p:spPr>
          <a:xfrm>
            <a:off x="465039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01_find_only_2801">
            <a:extLst>
              <a:ext uri="{FF2B5EF4-FFF2-40B4-BE49-F238E27FC236}">
                <a16:creationId xmlns:a16="http://schemas.microsoft.com/office/drawing/2014/main" id="{10EEC716-6AD9-4AA7-98FA-74CB5F22C587}"/>
              </a:ext>
            </a:extLst>
          </p:cNvPr>
          <p:cNvSpPr>
            <a:spLocks noGrp="1"/>
          </p:cNvSpPr>
          <p:nvPr/>
        </p:nvSpPr>
        <p:spPr>
          <a:xfrm>
            <a:off x="473763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01_find_only_2802">
            <a:extLst>
              <a:ext uri="{FF2B5EF4-FFF2-40B4-BE49-F238E27FC236}">
                <a16:creationId xmlns:a16="http://schemas.microsoft.com/office/drawing/2014/main" id="{F2DAAF94-FF92-4C65-8D35-A02F7FE0C3AE}"/>
              </a:ext>
            </a:extLst>
          </p:cNvPr>
          <p:cNvSpPr>
            <a:spLocks noGrp="1"/>
          </p:cNvSpPr>
          <p:nvPr/>
        </p:nvSpPr>
        <p:spPr>
          <a:xfrm>
            <a:off x="46517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01_find_only_2803">
            <a:extLst>
              <a:ext uri="{FF2B5EF4-FFF2-40B4-BE49-F238E27FC236}">
                <a16:creationId xmlns:a16="http://schemas.microsoft.com/office/drawing/2014/main" id="{4E8729B2-82FE-44F2-BC51-B74A51B1E60F}"/>
              </a:ext>
            </a:extLst>
          </p:cNvPr>
          <p:cNvSpPr>
            <a:spLocks noGrp="1"/>
          </p:cNvSpPr>
          <p:nvPr/>
        </p:nvSpPr>
        <p:spPr>
          <a:xfrm>
            <a:off x="47304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01_find_only_2804">
            <a:extLst>
              <a:ext uri="{FF2B5EF4-FFF2-40B4-BE49-F238E27FC236}">
                <a16:creationId xmlns:a16="http://schemas.microsoft.com/office/drawing/2014/main" id="{A7560146-2FDD-41A2-8975-0B2F53F39D1C}"/>
              </a:ext>
            </a:extLst>
          </p:cNvPr>
          <p:cNvSpPr>
            <a:spLocks noGrp="1"/>
          </p:cNvSpPr>
          <p:nvPr/>
        </p:nvSpPr>
        <p:spPr>
          <a:xfrm>
            <a:off x="46841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01_find_only_2805">
            <a:extLst>
              <a:ext uri="{FF2B5EF4-FFF2-40B4-BE49-F238E27FC236}">
                <a16:creationId xmlns:a16="http://schemas.microsoft.com/office/drawing/2014/main" id="{72C8CDD9-68C1-4FE5-84D5-A3DC4EC46686}"/>
              </a:ext>
            </a:extLst>
          </p:cNvPr>
          <p:cNvSpPr>
            <a:spLocks noGrp="1"/>
          </p:cNvSpPr>
          <p:nvPr/>
        </p:nvSpPr>
        <p:spPr>
          <a:xfrm>
            <a:off x="47416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01_find_only_2806">
            <a:extLst>
              <a:ext uri="{FF2B5EF4-FFF2-40B4-BE49-F238E27FC236}">
                <a16:creationId xmlns:a16="http://schemas.microsoft.com/office/drawing/2014/main" id="{B110143B-6E83-4446-9BA7-F7B42884739B}"/>
              </a:ext>
            </a:extLst>
          </p:cNvPr>
          <p:cNvSpPr>
            <a:spLocks noGrp="1"/>
          </p:cNvSpPr>
          <p:nvPr/>
        </p:nvSpPr>
        <p:spPr>
          <a:xfrm>
            <a:off x="47112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01_find_only_2807">
            <a:extLst>
              <a:ext uri="{FF2B5EF4-FFF2-40B4-BE49-F238E27FC236}">
                <a16:creationId xmlns:a16="http://schemas.microsoft.com/office/drawing/2014/main" id="{91FAD4E3-80B5-4D4D-A1C7-A74E2F063C87}"/>
              </a:ext>
            </a:extLst>
          </p:cNvPr>
          <p:cNvSpPr>
            <a:spLocks noGrp="1"/>
          </p:cNvSpPr>
          <p:nvPr/>
        </p:nvSpPr>
        <p:spPr>
          <a:xfrm>
            <a:off x="471781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01_find_only_2808">
            <a:extLst>
              <a:ext uri="{FF2B5EF4-FFF2-40B4-BE49-F238E27FC236}">
                <a16:creationId xmlns:a16="http://schemas.microsoft.com/office/drawing/2014/main" id="{51044832-CF4B-4CCC-883B-3DE5B7ED336B}"/>
              </a:ext>
            </a:extLst>
          </p:cNvPr>
          <p:cNvSpPr>
            <a:spLocks noGrp="1"/>
          </p:cNvSpPr>
          <p:nvPr/>
        </p:nvSpPr>
        <p:spPr>
          <a:xfrm>
            <a:off x="467516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01_find_only_2809">
            <a:extLst>
              <a:ext uri="{FF2B5EF4-FFF2-40B4-BE49-F238E27FC236}">
                <a16:creationId xmlns:a16="http://schemas.microsoft.com/office/drawing/2014/main" id="{A8C509D6-1BAA-4029-99C0-9F27594CE172}"/>
              </a:ext>
            </a:extLst>
          </p:cNvPr>
          <p:cNvSpPr>
            <a:spLocks noGrp="1"/>
          </p:cNvSpPr>
          <p:nvPr/>
        </p:nvSpPr>
        <p:spPr>
          <a:xfrm>
            <a:off x="473617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01_find_only_2810">
            <a:extLst>
              <a:ext uri="{FF2B5EF4-FFF2-40B4-BE49-F238E27FC236}">
                <a16:creationId xmlns:a16="http://schemas.microsoft.com/office/drawing/2014/main" id="{E5506864-3338-4083-A88E-677A9D7C809D}"/>
              </a:ext>
            </a:extLst>
          </p:cNvPr>
          <p:cNvSpPr>
            <a:spLocks noGrp="1"/>
          </p:cNvSpPr>
          <p:nvPr/>
        </p:nvSpPr>
        <p:spPr>
          <a:xfrm>
            <a:off x="4718008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01_find_only_2811">
            <a:extLst>
              <a:ext uri="{FF2B5EF4-FFF2-40B4-BE49-F238E27FC236}">
                <a16:creationId xmlns:a16="http://schemas.microsoft.com/office/drawing/2014/main" id="{A946323A-4523-4878-9F8F-E69D5A6C6CEF}"/>
              </a:ext>
            </a:extLst>
          </p:cNvPr>
          <p:cNvSpPr>
            <a:spLocks noGrp="1"/>
          </p:cNvSpPr>
          <p:nvPr/>
        </p:nvSpPr>
        <p:spPr>
          <a:xfrm>
            <a:off x="46625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01_find_only_2812">
            <a:extLst>
              <a:ext uri="{FF2B5EF4-FFF2-40B4-BE49-F238E27FC236}">
                <a16:creationId xmlns:a16="http://schemas.microsoft.com/office/drawing/2014/main" id="{D2363F10-B855-4829-B668-10C61D280ABA}"/>
              </a:ext>
            </a:extLst>
          </p:cNvPr>
          <p:cNvSpPr>
            <a:spLocks noGrp="1"/>
          </p:cNvSpPr>
          <p:nvPr/>
        </p:nvSpPr>
        <p:spPr>
          <a:xfrm>
            <a:off x="4716357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01_find_only_2813">
            <a:extLst>
              <a:ext uri="{FF2B5EF4-FFF2-40B4-BE49-F238E27FC236}">
                <a16:creationId xmlns:a16="http://schemas.microsoft.com/office/drawing/2014/main" id="{EA7629B9-90F3-4A7E-AFFF-24CEF6F06BE5}"/>
              </a:ext>
            </a:extLst>
          </p:cNvPr>
          <p:cNvSpPr>
            <a:spLocks noGrp="1"/>
          </p:cNvSpPr>
          <p:nvPr/>
        </p:nvSpPr>
        <p:spPr>
          <a:xfrm>
            <a:off x="4667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01_find_only_2814">
            <a:extLst>
              <a:ext uri="{FF2B5EF4-FFF2-40B4-BE49-F238E27FC236}">
                <a16:creationId xmlns:a16="http://schemas.microsoft.com/office/drawing/2014/main" id="{A76EB79C-1631-43B4-A578-AD3844633032}"/>
              </a:ext>
            </a:extLst>
          </p:cNvPr>
          <p:cNvSpPr>
            <a:spLocks noGrp="1"/>
          </p:cNvSpPr>
          <p:nvPr/>
        </p:nvSpPr>
        <p:spPr>
          <a:xfrm>
            <a:off x="467506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01_find_only_2815">
            <a:extLst>
              <a:ext uri="{FF2B5EF4-FFF2-40B4-BE49-F238E27FC236}">
                <a16:creationId xmlns:a16="http://schemas.microsoft.com/office/drawing/2014/main" id="{E329528B-E585-45BB-8A5C-9089185FE1E7}"/>
              </a:ext>
            </a:extLst>
          </p:cNvPr>
          <p:cNvSpPr>
            <a:spLocks noGrp="1"/>
          </p:cNvSpPr>
          <p:nvPr/>
        </p:nvSpPr>
        <p:spPr>
          <a:xfrm>
            <a:off x="4735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01_find_only_2816">
            <a:extLst>
              <a:ext uri="{FF2B5EF4-FFF2-40B4-BE49-F238E27FC236}">
                <a16:creationId xmlns:a16="http://schemas.microsoft.com/office/drawing/2014/main" id="{61B719F3-7560-4F5B-9D25-CEC280115118}"/>
              </a:ext>
            </a:extLst>
          </p:cNvPr>
          <p:cNvSpPr>
            <a:spLocks noGrp="1"/>
          </p:cNvSpPr>
          <p:nvPr/>
        </p:nvSpPr>
        <p:spPr>
          <a:xfrm>
            <a:off x="4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01_find_only_2817">
            <a:extLst>
              <a:ext uri="{FF2B5EF4-FFF2-40B4-BE49-F238E27FC236}">
                <a16:creationId xmlns:a16="http://schemas.microsoft.com/office/drawing/2014/main" id="{7F64C364-D0B4-484D-8687-52D3E582BC9A}"/>
              </a:ext>
            </a:extLst>
          </p:cNvPr>
          <p:cNvSpPr>
            <a:spLocks noGrp="1"/>
          </p:cNvSpPr>
          <p:nvPr/>
        </p:nvSpPr>
        <p:spPr>
          <a:xfrm>
            <a:off x="4729958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01_find_only_2818">
            <a:extLst>
              <a:ext uri="{FF2B5EF4-FFF2-40B4-BE49-F238E27FC236}">
                <a16:creationId xmlns:a16="http://schemas.microsoft.com/office/drawing/2014/main" id="{BBFB00ED-0935-47DB-AB00-076D39CD6C89}"/>
              </a:ext>
            </a:extLst>
          </p:cNvPr>
          <p:cNvSpPr>
            <a:spLocks noGrp="1"/>
          </p:cNvSpPr>
          <p:nvPr/>
        </p:nvSpPr>
        <p:spPr>
          <a:xfrm>
            <a:off x="47307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01_find_only_2819">
            <a:extLst>
              <a:ext uri="{FF2B5EF4-FFF2-40B4-BE49-F238E27FC236}">
                <a16:creationId xmlns:a16="http://schemas.microsoft.com/office/drawing/2014/main" id="{6E0FE7D3-0CD5-4E3D-94C8-612014C4C532}"/>
              </a:ext>
            </a:extLst>
          </p:cNvPr>
          <p:cNvSpPr>
            <a:spLocks noGrp="1"/>
          </p:cNvSpPr>
          <p:nvPr/>
        </p:nvSpPr>
        <p:spPr>
          <a:xfrm>
            <a:off x="47332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01_find_only_2820">
            <a:extLst>
              <a:ext uri="{FF2B5EF4-FFF2-40B4-BE49-F238E27FC236}">
                <a16:creationId xmlns:a16="http://schemas.microsoft.com/office/drawing/2014/main" id="{37ED4C95-916F-4D93-88D1-5B078E4E1562}"/>
              </a:ext>
            </a:extLst>
          </p:cNvPr>
          <p:cNvSpPr>
            <a:spLocks noGrp="1"/>
          </p:cNvSpPr>
          <p:nvPr/>
        </p:nvSpPr>
        <p:spPr>
          <a:xfrm>
            <a:off x="4677400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01_find_only_2821">
            <a:extLst>
              <a:ext uri="{FF2B5EF4-FFF2-40B4-BE49-F238E27FC236}">
                <a16:creationId xmlns:a16="http://schemas.microsoft.com/office/drawing/2014/main" id="{9C1AAEC7-2CD6-4582-8BBD-D3A16E7A0643}"/>
              </a:ext>
            </a:extLst>
          </p:cNvPr>
          <p:cNvSpPr>
            <a:spLocks noGrp="1"/>
          </p:cNvSpPr>
          <p:nvPr/>
        </p:nvSpPr>
        <p:spPr>
          <a:xfrm>
            <a:off x="46627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01_find_only_2822">
            <a:extLst>
              <a:ext uri="{FF2B5EF4-FFF2-40B4-BE49-F238E27FC236}">
                <a16:creationId xmlns:a16="http://schemas.microsoft.com/office/drawing/2014/main" id="{4B3627D3-A64B-4FF6-9CAA-0B0A5EB881AB}"/>
              </a:ext>
            </a:extLst>
          </p:cNvPr>
          <p:cNvSpPr>
            <a:spLocks noGrp="1"/>
          </p:cNvSpPr>
          <p:nvPr/>
        </p:nvSpPr>
        <p:spPr>
          <a:xfrm>
            <a:off x="471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01_find_only_2823">
            <a:extLst>
              <a:ext uri="{FF2B5EF4-FFF2-40B4-BE49-F238E27FC236}">
                <a16:creationId xmlns:a16="http://schemas.microsoft.com/office/drawing/2014/main" id="{2458EB17-7452-4F62-9FEA-0502D181747E}"/>
              </a:ext>
            </a:extLst>
          </p:cNvPr>
          <p:cNvSpPr>
            <a:spLocks noGrp="1"/>
          </p:cNvSpPr>
          <p:nvPr/>
        </p:nvSpPr>
        <p:spPr>
          <a:xfrm>
            <a:off x="46581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01_find_only_2824">
            <a:extLst>
              <a:ext uri="{FF2B5EF4-FFF2-40B4-BE49-F238E27FC236}">
                <a16:creationId xmlns:a16="http://schemas.microsoft.com/office/drawing/2014/main" id="{0C33364C-3CBB-4D58-8667-2CAE8F76B98E}"/>
              </a:ext>
            </a:extLst>
          </p:cNvPr>
          <p:cNvSpPr>
            <a:spLocks noGrp="1"/>
          </p:cNvSpPr>
          <p:nvPr/>
        </p:nvSpPr>
        <p:spPr>
          <a:xfrm>
            <a:off x="46642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01_find_only_2825">
            <a:extLst>
              <a:ext uri="{FF2B5EF4-FFF2-40B4-BE49-F238E27FC236}">
                <a16:creationId xmlns:a16="http://schemas.microsoft.com/office/drawing/2014/main" id="{0BA91054-8901-41F2-8D8A-64430080F404}"/>
              </a:ext>
            </a:extLst>
          </p:cNvPr>
          <p:cNvSpPr>
            <a:spLocks noGrp="1"/>
          </p:cNvSpPr>
          <p:nvPr/>
        </p:nvSpPr>
        <p:spPr>
          <a:xfrm>
            <a:off x="4721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01_find_only_2826">
            <a:extLst>
              <a:ext uri="{FF2B5EF4-FFF2-40B4-BE49-F238E27FC236}">
                <a16:creationId xmlns:a16="http://schemas.microsoft.com/office/drawing/2014/main" id="{4A9D84DC-C153-4B66-9E3F-5309AED17DFA}"/>
              </a:ext>
            </a:extLst>
          </p:cNvPr>
          <p:cNvSpPr>
            <a:spLocks noGrp="1"/>
          </p:cNvSpPr>
          <p:nvPr/>
        </p:nvSpPr>
        <p:spPr>
          <a:xfrm>
            <a:off x="46590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01_find_only_2827">
            <a:extLst>
              <a:ext uri="{FF2B5EF4-FFF2-40B4-BE49-F238E27FC236}">
                <a16:creationId xmlns:a16="http://schemas.microsoft.com/office/drawing/2014/main" id="{E8CB4EBA-691C-496E-B09E-BC03F640B193}"/>
              </a:ext>
            </a:extLst>
          </p:cNvPr>
          <p:cNvSpPr>
            <a:spLocks noGrp="1"/>
          </p:cNvSpPr>
          <p:nvPr/>
        </p:nvSpPr>
        <p:spPr>
          <a:xfrm>
            <a:off x="47403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01_find_only_2828">
            <a:extLst>
              <a:ext uri="{FF2B5EF4-FFF2-40B4-BE49-F238E27FC236}">
                <a16:creationId xmlns:a16="http://schemas.microsoft.com/office/drawing/2014/main" id="{126B902C-AC7E-4243-B8BF-81187C924443}"/>
              </a:ext>
            </a:extLst>
          </p:cNvPr>
          <p:cNvSpPr>
            <a:spLocks noGrp="1"/>
          </p:cNvSpPr>
          <p:nvPr/>
        </p:nvSpPr>
        <p:spPr>
          <a:xfrm>
            <a:off x="4725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01_find_only_2829">
            <a:extLst>
              <a:ext uri="{FF2B5EF4-FFF2-40B4-BE49-F238E27FC236}">
                <a16:creationId xmlns:a16="http://schemas.microsoft.com/office/drawing/2014/main" id="{0537E6D1-D483-4AE6-A474-A7014B19B16D}"/>
              </a:ext>
            </a:extLst>
          </p:cNvPr>
          <p:cNvSpPr>
            <a:spLocks noGrp="1"/>
          </p:cNvSpPr>
          <p:nvPr/>
        </p:nvSpPr>
        <p:spPr>
          <a:xfrm>
            <a:off x="469032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01_find_only_2830">
            <a:extLst>
              <a:ext uri="{FF2B5EF4-FFF2-40B4-BE49-F238E27FC236}">
                <a16:creationId xmlns:a16="http://schemas.microsoft.com/office/drawing/2014/main" id="{D6B03747-143A-4AD3-9770-FC52E9A35FAD}"/>
              </a:ext>
            </a:extLst>
          </p:cNvPr>
          <p:cNvSpPr>
            <a:spLocks noGrp="1"/>
          </p:cNvSpPr>
          <p:nvPr/>
        </p:nvSpPr>
        <p:spPr>
          <a:xfrm>
            <a:off x="46739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01_find_only_2831">
            <a:extLst>
              <a:ext uri="{FF2B5EF4-FFF2-40B4-BE49-F238E27FC236}">
                <a16:creationId xmlns:a16="http://schemas.microsoft.com/office/drawing/2014/main" id="{39B632CC-E4D0-4E40-A6A7-6BFEF49C9E70}"/>
              </a:ext>
            </a:extLst>
          </p:cNvPr>
          <p:cNvSpPr>
            <a:spLocks noGrp="1"/>
          </p:cNvSpPr>
          <p:nvPr/>
        </p:nvSpPr>
        <p:spPr>
          <a:xfrm>
            <a:off x="474307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01_find_only_2832">
            <a:extLst>
              <a:ext uri="{FF2B5EF4-FFF2-40B4-BE49-F238E27FC236}">
                <a16:creationId xmlns:a16="http://schemas.microsoft.com/office/drawing/2014/main" id="{8406E366-3AF7-4CB7-86FF-49EBDE3D95BD}"/>
              </a:ext>
            </a:extLst>
          </p:cNvPr>
          <p:cNvSpPr>
            <a:spLocks noGrp="1"/>
          </p:cNvSpPr>
          <p:nvPr/>
        </p:nvSpPr>
        <p:spPr>
          <a:xfrm>
            <a:off x="47078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01_find_only_2833">
            <a:extLst>
              <a:ext uri="{FF2B5EF4-FFF2-40B4-BE49-F238E27FC236}">
                <a16:creationId xmlns:a16="http://schemas.microsoft.com/office/drawing/2014/main" id="{A1E3EC6D-CE88-4894-B36E-87DADB0DD527}"/>
              </a:ext>
            </a:extLst>
          </p:cNvPr>
          <p:cNvSpPr>
            <a:spLocks noGrp="1"/>
          </p:cNvSpPr>
          <p:nvPr/>
        </p:nvSpPr>
        <p:spPr>
          <a:xfrm>
            <a:off x="47299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01_find_only_2834">
            <a:extLst>
              <a:ext uri="{FF2B5EF4-FFF2-40B4-BE49-F238E27FC236}">
                <a16:creationId xmlns:a16="http://schemas.microsoft.com/office/drawing/2014/main" id="{3F1B57FE-02F3-4B69-ACDF-A157A3635889}"/>
              </a:ext>
            </a:extLst>
          </p:cNvPr>
          <p:cNvSpPr>
            <a:spLocks noGrp="1"/>
          </p:cNvSpPr>
          <p:nvPr/>
        </p:nvSpPr>
        <p:spPr>
          <a:xfrm>
            <a:off x="4661855" y="525512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01_find_only_2835">
            <a:extLst>
              <a:ext uri="{FF2B5EF4-FFF2-40B4-BE49-F238E27FC236}">
                <a16:creationId xmlns:a16="http://schemas.microsoft.com/office/drawing/2014/main" id="{3855410D-6CC5-453C-9BA2-1A5978A3AB31}"/>
              </a:ext>
            </a:extLst>
          </p:cNvPr>
          <p:cNvSpPr>
            <a:spLocks noGrp="1"/>
          </p:cNvSpPr>
          <p:nvPr/>
        </p:nvSpPr>
        <p:spPr>
          <a:xfrm>
            <a:off x="4689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01_find_only_2836">
            <a:extLst>
              <a:ext uri="{FF2B5EF4-FFF2-40B4-BE49-F238E27FC236}">
                <a16:creationId xmlns:a16="http://schemas.microsoft.com/office/drawing/2014/main" id="{66CF4403-74EE-43A5-BE91-61A4F54F023C}"/>
              </a:ext>
            </a:extLst>
          </p:cNvPr>
          <p:cNvSpPr>
            <a:spLocks noGrp="1"/>
          </p:cNvSpPr>
          <p:nvPr/>
        </p:nvSpPr>
        <p:spPr>
          <a:xfrm>
            <a:off x="4723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01_find_only_2837">
            <a:extLst>
              <a:ext uri="{FF2B5EF4-FFF2-40B4-BE49-F238E27FC236}">
                <a16:creationId xmlns:a16="http://schemas.microsoft.com/office/drawing/2014/main" id="{CE4C75CA-2351-4610-8A08-840C79B0024E}"/>
              </a:ext>
            </a:extLst>
          </p:cNvPr>
          <p:cNvSpPr>
            <a:spLocks noGrp="1"/>
          </p:cNvSpPr>
          <p:nvPr/>
        </p:nvSpPr>
        <p:spPr>
          <a:xfrm>
            <a:off x="470984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01_find_only_2838">
            <a:extLst>
              <a:ext uri="{FF2B5EF4-FFF2-40B4-BE49-F238E27FC236}">
                <a16:creationId xmlns:a16="http://schemas.microsoft.com/office/drawing/2014/main" id="{5CB6FD9E-70A2-4C4E-AB1B-FEE267A59F54}"/>
              </a:ext>
            </a:extLst>
          </p:cNvPr>
          <p:cNvSpPr>
            <a:spLocks noGrp="1"/>
          </p:cNvSpPr>
          <p:nvPr/>
        </p:nvSpPr>
        <p:spPr>
          <a:xfrm>
            <a:off x="473831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01_find_only_2839">
            <a:extLst>
              <a:ext uri="{FF2B5EF4-FFF2-40B4-BE49-F238E27FC236}">
                <a16:creationId xmlns:a16="http://schemas.microsoft.com/office/drawing/2014/main" id="{EF509E71-0ACD-49B8-9FD0-E35E19186238}"/>
              </a:ext>
            </a:extLst>
          </p:cNvPr>
          <p:cNvSpPr>
            <a:spLocks noGrp="1"/>
          </p:cNvSpPr>
          <p:nvPr/>
        </p:nvSpPr>
        <p:spPr>
          <a:xfrm>
            <a:off x="464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01_find_only_2840">
            <a:extLst>
              <a:ext uri="{FF2B5EF4-FFF2-40B4-BE49-F238E27FC236}">
                <a16:creationId xmlns:a16="http://schemas.microsoft.com/office/drawing/2014/main" id="{26ED1AE5-6A81-46E7-8A31-CCB722AD237E}"/>
              </a:ext>
            </a:extLst>
          </p:cNvPr>
          <p:cNvSpPr>
            <a:spLocks noGrp="1"/>
          </p:cNvSpPr>
          <p:nvPr/>
        </p:nvSpPr>
        <p:spPr>
          <a:xfrm>
            <a:off x="46881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01_find_only_2841">
            <a:extLst>
              <a:ext uri="{FF2B5EF4-FFF2-40B4-BE49-F238E27FC236}">
                <a16:creationId xmlns:a16="http://schemas.microsoft.com/office/drawing/2014/main" id="{261BEFB3-97EF-4FB8-B23B-9887D06D737C}"/>
              </a:ext>
            </a:extLst>
          </p:cNvPr>
          <p:cNvSpPr>
            <a:spLocks noGrp="1"/>
          </p:cNvSpPr>
          <p:nvPr/>
        </p:nvSpPr>
        <p:spPr>
          <a:xfrm>
            <a:off x="47063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01_find_only_2842">
            <a:extLst>
              <a:ext uri="{FF2B5EF4-FFF2-40B4-BE49-F238E27FC236}">
                <a16:creationId xmlns:a16="http://schemas.microsoft.com/office/drawing/2014/main" id="{81BE4AEE-329E-43E4-AF95-5523FD0EE89B}"/>
              </a:ext>
            </a:extLst>
          </p:cNvPr>
          <p:cNvSpPr>
            <a:spLocks noGrp="1"/>
          </p:cNvSpPr>
          <p:nvPr/>
        </p:nvSpPr>
        <p:spPr>
          <a:xfrm>
            <a:off x="4676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01_find_only_2843">
            <a:extLst>
              <a:ext uri="{FF2B5EF4-FFF2-40B4-BE49-F238E27FC236}">
                <a16:creationId xmlns:a16="http://schemas.microsoft.com/office/drawing/2014/main" id="{352E38D9-6641-45E1-BBB1-4D42668C93FE}"/>
              </a:ext>
            </a:extLst>
          </p:cNvPr>
          <p:cNvSpPr>
            <a:spLocks noGrp="1"/>
          </p:cNvSpPr>
          <p:nvPr/>
        </p:nvSpPr>
        <p:spPr>
          <a:xfrm>
            <a:off x="46978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01_find_only_2844">
            <a:extLst>
              <a:ext uri="{FF2B5EF4-FFF2-40B4-BE49-F238E27FC236}">
                <a16:creationId xmlns:a16="http://schemas.microsoft.com/office/drawing/2014/main" id="{C79FCA07-D5E1-48B9-B3EB-9131FF9B27B2}"/>
              </a:ext>
            </a:extLst>
          </p:cNvPr>
          <p:cNvSpPr>
            <a:spLocks noGrp="1"/>
          </p:cNvSpPr>
          <p:nvPr/>
        </p:nvSpPr>
        <p:spPr>
          <a:xfrm>
            <a:off x="4685657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01_find_only_2845">
            <a:extLst>
              <a:ext uri="{FF2B5EF4-FFF2-40B4-BE49-F238E27FC236}">
                <a16:creationId xmlns:a16="http://schemas.microsoft.com/office/drawing/2014/main" id="{3CE61EB9-2AFD-479A-9969-113D7B506411}"/>
              </a:ext>
            </a:extLst>
          </p:cNvPr>
          <p:cNvSpPr>
            <a:spLocks noGrp="1"/>
          </p:cNvSpPr>
          <p:nvPr/>
        </p:nvSpPr>
        <p:spPr>
          <a:xfrm>
            <a:off x="4727627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01_find_only_2846">
            <a:extLst>
              <a:ext uri="{FF2B5EF4-FFF2-40B4-BE49-F238E27FC236}">
                <a16:creationId xmlns:a16="http://schemas.microsoft.com/office/drawing/2014/main" id="{0E2DBC70-F56B-4990-989B-82CE63774126}"/>
              </a:ext>
            </a:extLst>
          </p:cNvPr>
          <p:cNvSpPr>
            <a:spLocks noGrp="1"/>
          </p:cNvSpPr>
          <p:nvPr/>
        </p:nvSpPr>
        <p:spPr>
          <a:xfrm>
            <a:off x="46588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01_find_only_2847">
            <a:extLst>
              <a:ext uri="{FF2B5EF4-FFF2-40B4-BE49-F238E27FC236}">
                <a16:creationId xmlns:a16="http://schemas.microsoft.com/office/drawing/2014/main" id="{5D96C073-A7C9-4D67-82A6-9BDEC1E42296}"/>
              </a:ext>
            </a:extLst>
          </p:cNvPr>
          <p:cNvSpPr>
            <a:spLocks noGrp="1"/>
          </p:cNvSpPr>
          <p:nvPr/>
        </p:nvSpPr>
        <p:spPr>
          <a:xfrm>
            <a:off x="46633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01_find_only_2848">
            <a:extLst>
              <a:ext uri="{FF2B5EF4-FFF2-40B4-BE49-F238E27FC236}">
                <a16:creationId xmlns:a16="http://schemas.microsoft.com/office/drawing/2014/main" id="{597F8F70-841C-44EF-8334-AC23D517B181}"/>
              </a:ext>
            </a:extLst>
          </p:cNvPr>
          <p:cNvSpPr>
            <a:spLocks noGrp="1"/>
          </p:cNvSpPr>
          <p:nvPr/>
        </p:nvSpPr>
        <p:spPr>
          <a:xfrm>
            <a:off x="47037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01_find_only_2849">
            <a:extLst>
              <a:ext uri="{FF2B5EF4-FFF2-40B4-BE49-F238E27FC236}">
                <a16:creationId xmlns:a16="http://schemas.microsoft.com/office/drawing/2014/main" id="{A43108F4-A3EC-4DEE-9045-A2D227471390}"/>
              </a:ext>
            </a:extLst>
          </p:cNvPr>
          <p:cNvSpPr>
            <a:spLocks noGrp="1"/>
          </p:cNvSpPr>
          <p:nvPr/>
        </p:nvSpPr>
        <p:spPr>
          <a:xfrm>
            <a:off x="47028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01_find_only_2850">
            <a:extLst>
              <a:ext uri="{FF2B5EF4-FFF2-40B4-BE49-F238E27FC236}">
                <a16:creationId xmlns:a16="http://schemas.microsoft.com/office/drawing/2014/main" id="{CA821033-D4BA-4082-A382-67B2D93DE46F}"/>
              </a:ext>
            </a:extLst>
          </p:cNvPr>
          <p:cNvSpPr>
            <a:spLocks noGrp="1"/>
          </p:cNvSpPr>
          <p:nvPr/>
        </p:nvSpPr>
        <p:spPr>
          <a:xfrm>
            <a:off x="47344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01_find_only_2851">
            <a:extLst>
              <a:ext uri="{FF2B5EF4-FFF2-40B4-BE49-F238E27FC236}">
                <a16:creationId xmlns:a16="http://schemas.microsoft.com/office/drawing/2014/main" id="{7E9D3F55-91E9-43F0-9498-3EAC55F2CCBF}"/>
              </a:ext>
            </a:extLst>
          </p:cNvPr>
          <p:cNvSpPr>
            <a:spLocks noGrp="1"/>
          </p:cNvSpPr>
          <p:nvPr/>
        </p:nvSpPr>
        <p:spPr>
          <a:xfrm>
            <a:off x="47197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01_find_only_2852">
            <a:extLst>
              <a:ext uri="{FF2B5EF4-FFF2-40B4-BE49-F238E27FC236}">
                <a16:creationId xmlns:a16="http://schemas.microsoft.com/office/drawing/2014/main" id="{CEFCE3DF-5B54-41DA-B9E0-D0799CEE38BF}"/>
              </a:ext>
            </a:extLst>
          </p:cNvPr>
          <p:cNvSpPr>
            <a:spLocks noGrp="1"/>
          </p:cNvSpPr>
          <p:nvPr/>
        </p:nvSpPr>
        <p:spPr>
          <a:xfrm>
            <a:off x="46739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01_find_only_2853">
            <a:extLst>
              <a:ext uri="{FF2B5EF4-FFF2-40B4-BE49-F238E27FC236}">
                <a16:creationId xmlns:a16="http://schemas.microsoft.com/office/drawing/2014/main" id="{75141D24-71F1-4F9F-8AA2-B45F63AD1AF7}"/>
              </a:ext>
            </a:extLst>
          </p:cNvPr>
          <p:cNvSpPr>
            <a:spLocks noGrp="1"/>
          </p:cNvSpPr>
          <p:nvPr/>
        </p:nvSpPr>
        <p:spPr>
          <a:xfrm>
            <a:off x="472170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01_find_only_2854">
            <a:extLst>
              <a:ext uri="{FF2B5EF4-FFF2-40B4-BE49-F238E27FC236}">
                <a16:creationId xmlns:a16="http://schemas.microsoft.com/office/drawing/2014/main" id="{F412C17E-6629-4FFA-B7B7-445AA332F171}"/>
              </a:ext>
            </a:extLst>
          </p:cNvPr>
          <p:cNvSpPr>
            <a:spLocks noGrp="1"/>
          </p:cNvSpPr>
          <p:nvPr/>
        </p:nvSpPr>
        <p:spPr>
          <a:xfrm>
            <a:off x="471383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01_find_only_2855">
            <a:extLst>
              <a:ext uri="{FF2B5EF4-FFF2-40B4-BE49-F238E27FC236}">
                <a16:creationId xmlns:a16="http://schemas.microsoft.com/office/drawing/2014/main" id="{EEB13AC1-2019-4528-B1DE-EEAD897A4075}"/>
              </a:ext>
            </a:extLst>
          </p:cNvPr>
          <p:cNvSpPr>
            <a:spLocks noGrp="1"/>
          </p:cNvSpPr>
          <p:nvPr/>
        </p:nvSpPr>
        <p:spPr>
          <a:xfrm>
            <a:off x="4718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01_find_only_2856">
            <a:extLst>
              <a:ext uri="{FF2B5EF4-FFF2-40B4-BE49-F238E27FC236}">
                <a16:creationId xmlns:a16="http://schemas.microsoft.com/office/drawing/2014/main" id="{2A528C71-A824-45D9-9F23-7F7E187449F3}"/>
              </a:ext>
            </a:extLst>
          </p:cNvPr>
          <p:cNvSpPr>
            <a:spLocks noGrp="1"/>
          </p:cNvSpPr>
          <p:nvPr/>
        </p:nvSpPr>
        <p:spPr>
          <a:xfrm>
            <a:off x="46996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01_find_only_2857">
            <a:extLst>
              <a:ext uri="{FF2B5EF4-FFF2-40B4-BE49-F238E27FC236}">
                <a16:creationId xmlns:a16="http://schemas.microsoft.com/office/drawing/2014/main" id="{2ABB8A7B-7ECC-4F9B-9898-B05DB7E0133F}"/>
              </a:ext>
            </a:extLst>
          </p:cNvPr>
          <p:cNvSpPr>
            <a:spLocks noGrp="1"/>
          </p:cNvSpPr>
          <p:nvPr/>
        </p:nvSpPr>
        <p:spPr>
          <a:xfrm>
            <a:off x="46492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01_find_only_2858">
            <a:extLst>
              <a:ext uri="{FF2B5EF4-FFF2-40B4-BE49-F238E27FC236}">
                <a16:creationId xmlns:a16="http://schemas.microsoft.com/office/drawing/2014/main" id="{90164269-16CC-47FA-852F-7D8E8DC3E1A3}"/>
              </a:ext>
            </a:extLst>
          </p:cNvPr>
          <p:cNvSpPr>
            <a:spLocks noGrp="1"/>
          </p:cNvSpPr>
          <p:nvPr/>
        </p:nvSpPr>
        <p:spPr>
          <a:xfrm>
            <a:off x="4714220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01_find_only_2859">
            <a:extLst>
              <a:ext uri="{FF2B5EF4-FFF2-40B4-BE49-F238E27FC236}">
                <a16:creationId xmlns:a16="http://schemas.microsoft.com/office/drawing/2014/main" id="{F4D1C59C-EC92-4399-9B7E-E8D53FF52CB4}"/>
              </a:ext>
            </a:extLst>
          </p:cNvPr>
          <p:cNvSpPr>
            <a:spLocks noGrp="1"/>
          </p:cNvSpPr>
          <p:nvPr/>
        </p:nvSpPr>
        <p:spPr>
          <a:xfrm>
            <a:off x="47270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01_find_only_2860">
            <a:extLst>
              <a:ext uri="{FF2B5EF4-FFF2-40B4-BE49-F238E27FC236}">
                <a16:creationId xmlns:a16="http://schemas.microsoft.com/office/drawing/2014/main" id="{D5D2056A-048A-456E-B86D-096B091DDE96}"/>
              </a:ext>
            </a:extLst>
          </p:cNvPr>
          <p:cNvSpPr>
            <a:spLocks noGrp="1"/>
          </p:cNvSpPr>
          <p:nvPr/>
        </p:nvSpPr>
        <p:spPr>
          <a:xfrm>
            <a:off x="46653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01_find_only_2861">
            <a:extLst>
              <a:ext uri="{FF2B5EF4-FFF2-40B4-BE49-F238E27FC236}">
                <a16:creationId xmlns:a16="http://schemas.microsoft.com/office/drawing/2014/main" id="{FB87C198-0551-4705-81A6-3CAF052FB71C}"/>
              </a:ext>
            </a:extLst>
          </p:cNvPr>
          <p:cNvSpPr>
            <a:spLocks noGrp="1"/>
          </p:cNvSpPr>
          <p:nvPr/>
        </p:nvSpPr>
        <p:spPr>
          <a:xfrm>
            <a:off x="465806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01_find_only_2862">
            <a:extLst>
              <a:ext uri="{FF2B5EF4-FFF2-40B4-BE49-F238E27FC236}">
                <a16:creationId xmlns:a16="http://schemas.microsoft.com/office/drawing/2014/main" id="{A24EB4E3-A929-414F-A3D2-AD2FDF8EE88B}"/>
              </a:ext>
            </a:extLst>
          </p:cNvPr>
          <p:cNvSpPr>
            <a:spLocks noGrp="1"/>
          </p:cNvSpPr>
          <p:nvPr/>
        </p:nvSpPr>
        <p:spPr>
          <a:xfrm>
            <a:off x="471402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01_find_only_2863">
            <a:extLst>
              <a:ext uri="{FF2B5EF4-FFF2-40B4-BE49-F238E27FC236}">
                <a16:creationId xmlns:a16="http://schemas.microsoft.com/office/drawing/2014/main" id="{3298A8E7-E913-4115-8E3A-FF2CDB23C15D}"/>
              </a:ext>
            </a:extLst>
          </p:cNvPr>
          <p:cNvSpPr>
            <a:spLocks noGrp="1"/>
          </p:cNvSpPr>
          <p:nvPr/>
        </p:nvSpPr>
        <p:spPr>
          <a:xfrm>
            <a:off x="47390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01_find_only_2864">
            <a:extLst>
              <a:ext uri="{FF2B5EF4-FFF2-40B4-BE49-F238E27FC236}">
                <a16:creationId xmlns:a16="http://schemas.microsoft.com/office/drawing/2014/main" id="{FF33F529-04EC-42F5-9BA1-94C021DEECFF}"/>
              </a:ext>
            </a:extLst>
          </p:cNvPr>
          <p:cNvSpPr>
            <a:spLocks noGrp="1"/>
          </p:cNvSpPr>
          <p:nvPr/>
        </p:nvSpPr>
        <p:spPr>
          <a:xfrm>
            <a:off x="4743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01_find_only_2865">
            <a:extLst>
              <a:ext uri="{FF2B5EF4-FFF2-40B4-BE49-F238E27FC236}">
                <a16:creationId xmlns:a16="http://schemas.microsoft.com/office/drawing/2014/main" id="{0BEDA983-1D66-478B-B8D4-198CC9B5DAB3}"/>
              </a:ext>
            </a:extLst>
          </p:cNvPr>
          <p:cNvSpPr>
            <a:spLocks noGrp="1"/>
          </p:cNvSpPr>
          <p:nvPr/>
        </p:nvSpPr>
        <p:spPr>
          <a:xfrm>
            <a:off x="46832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01_find_only_2866">
            <a:extLst>
              <a:ext uri="{FF2B5EF4-FFF2-40B4-BE49-F238E27FC236}">
                <a16:creationId xmlns:a16="http://schemas.microsoft.com/office/drawing/2014/main" id="{B1691220-27BA-43FD-B65B-258002B74406}"/>
              </a:ext>
            </a:extLst>
          </p:cNvPr>
          <p:cNvSpPr>
            <a:spLocks noGrp="1"/>
          </p:cNvSpPr>
          <p:nvPr/>
        </p:nvSpPr>
        <p:spPr>
          <a:xfrm>
            <a:off x="471888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01_find_only_2867">
            <a:extLst>
              <a:ext uri="{FF2B5EF4-FFF2-40B4-BE49-F238E27FC236}">
                <a16:creationId xmlns:a16="http://schemas.microsoft.com/office/drawing/2014/main" id="{6B67CAE0-E8F7-4713-879C-BC4843682283}"/>
              </a:ext>
            </a:extLst>
          </p:cNvPr>
          <p:cNvSpPr>
            <a:spLocks noGrp="1"/>
          </p:cNvSpPr>
          <p:nvPr/>
        </p:nvSpPr>
        <p:spPr>
          <a:xfrm>
            <a:off x="47262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01_find_only_2868">
            <a:extLst>
              <a:ext uri="{FF2B5EF4-FFF2-40B4-BE49-F238E27FC236}">
                <a16:creationId xmlns:a16="http://schemas.microsoft.com/office/drawing/2014/main" id="{64DB988C-9964-4D5D-9014-1E1EA2AE0F3D}"/>
              </a:ext>
            </a:extLst>
          </p:cNvPr>
          <p:cNvSpPr>
            <a:spLocks noGrp="1"/>
          </p:cNvSpPr>
          <p:nvPr/>
        </p:nvSpPr>
        <p:spPr>
          <a:xfrm>
            <a:off x="47380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01_find_only_2869">
            <a:extLst>
              <a:ext uri="{FF2B5EF4-FFF2-40B4-BE49-F238E27FC236}">
                <a16:creationId xmlns:a16="http://schemas.microsoft.com/office/drawing/2014/main" id="{86C5B8CF-EB41-41F7-A86D-0E8D7F2ECAAE}"/>
              </a:ext>
            </a:extLst>
          </p:cNvPr>
          <p:cNvSpPr>
            <a:spLocks noGrp="1"/>
          </p:cNvSpPr>
          <p:nvPr/>
        </p:nvSpPr>
        <p:spPr>
          <a:xfrm>
            <a:off x="4727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01_find_only_2870">
            <a:extLst>
              <a:ext uri="{FF2B5EF4-FFF2-40B4-BE49-F238E27FC236}">
                <a16:creationId xmlns:a16="http://schemas.microsoft.com/office/drawing/2014/main" id="{EF6C0911-5C02-4CB7-B8F7-B7FBB2CA2A1B}"/>
              </a:ext>
            </a:extLst>
          </p:cNvPr>
          <p:cNvSpPr>
            <a:spLocks noGrp="1"/>
          </p:cNvSpPr>
          <p:nvPr/>
        </p:nvSpPr>
        <p:spPr>
          <a:xfrm>
            <a:off x="47130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01_find_only_2871">
            <a:extLst>
              <a:ext uri="{FF2B5EF4-FFF2-40B4-BE49-F238E27FC236}">
                <a16:creationId xmlns:a16="http://schemas.microsoft.com/office/drawing/2014/main" id="{C26F3011-22F2-474D-8160-E09363C411B2}"/>
              </a:ext>
            </a:extLst>
          </p:cNvPr>
          <p:cNvSpPr>
            <a:spLocks noGrp="1"/>
          </p:cNvSpPr>
          <p:nvPr/>
        </p:nvSpPr>
        <p:spPr>
          <a:xfrm>
            <a:off x="46535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01_find_only_2872">
            <a:extLst>
              <a:ext uri="{FF2B5EF4-FFF2-40B4-BE49-F238E27FC236}">
                <a16:creationId xmlns:a16="http://schemas.microsoft.com/office/drawing/2014/main" id="{C478CD97-37D5-4C5E-8394-D26BFFA4F025}"/>
              </a:ext>
            </a:extLst>
          </p:cNvPr>
          <p:cNvSpPr>
            <a:spLocks noGrp="1"/>
          </p:cNvSpPr>
          <p:nvPr/>
        </p:nvSpPr>
        <p:spPr>
          <a:xfrm>
            <a:off x="4662924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01_find_only_2873">
            <a:extLst>
              <a:ext uri="{FF2B5EF4-FFF2-40B4-BE49-F238E27FC236}">
                <a16:creationId xmlns:a16="http://schemas.microsoft.com/office/drawing/2014/main" id="{AF1F49A6-BC4E-4A59-B016-964521D87420}"/>
              </a:ext>
            </a:extLst>
          </p:cNvPr>
          <p:cNvSpPr>
            <a:spLocks noGrp="1"/>
          </p:cNvSpPr>
          <p:nvPr/>
        </p:nvSpPr>
        <p:spPr>
          <a:xfrm>
            <a:off x="47140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01_find_only_2874">
            <a:extLst>
              <a:ext uri="{FF2B5EF4-FFF2-40B4-BE49-F238E27FC236}">
                <a16:creationId xmlns:a16="http://schemas.microsoft.com/office/drawing/2014/main" id="{8B01E876-689B-4F9D-9487-8450E4B2BEDA}"/>
              </a:ext>
            </a:extLst>
          </p:cNvPr>
          <p:cNvSpPr>
            <a:spLocks noGrp="1"/>
          </p:cNvSpPr>
          <p:nvPr/>
        </p:nvSpPr>
        <p:spPr>
          <a:xfrm>
            <a:off x="47042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01_find_only_2875">
            <a:extLst>
              <a:ext uri="{FF2B5EF4-FFF2-40B4-BE49-F238E27FC236}">
                <a16:creationId xmlns:a16="http://schemas.microsoft.com/office/drawing/2014/main" id="{2376178A-CE5F-4D17-92D7-BE8112ADBB43}"/>
              </a:ext>
            </a:extLst>
          </p:cNvPr>
          <p:cNvSpPr>
            <a:spLocks noGrp="1"/>
          </p:cNvSpPr>
          <p:nvPr/>
        </p:nvSpPr>
        <p:spPr>
          <a:xfrm>
            <a:off x="46670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01_find_only_2876">
            <a:extLst>
              <a:ext uri="{FF2B5EF4-FFF2-40B4-BE49-F238E27FC236}">
                <a16:creationId xmlns:a16="http://schemas.microsoft.com/office/drawing/2014/main" id="{75C6DBF7-A6E3-4CC3-8495-392F19707820}"/>
              </a:ext>
            </a:extLst>
          </p:cNvPr>
          <p:cNvSpPr>
            <a:spLocks noGrp="1"/>
          </p:cNvSpPr>
          <p:nvPr/>
        </p:nvSpPr>
        <p:spPr>
          <a:xfrm>
            <a:off x="46845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01_find_only_2877">
            <a:extLst>
              <a:ext uri="{FF2B5EF4-FFF2-40B4-BE49-F238E27FC236}">
                <a16:creationId xmlns:a16="http://schemas.microsoft.com/office/drawing/2014/main" id="{871D48DD-E3AA-4A34-B429-3E3AAA80F543}"/>
              </a:ext>
            </a:extLst>
          </p:cNvPr>
          <p:cNvSpPr>
            <a:spLocks noGrp="1"/>
          </p:cNvSpPr>
          <p:nvPr/>
        </p:nvSpPr>
        <p:spPr>
          <a:xfrm>
            <a:off x="465019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01_find_only_2878">
            <a:extLst>
              <a:ext uri="{FF2B5EF4-FFF2-40B4-BE49-F238E27FC236}">
                <a16:creationId xmlns:a16="http://schemas.microsoft.com/office/drawing/2014/main" id="{0C95C126-B740-4919-B94A-8E25C4BE217A}"/>
              </a:ext>
            </a:extLst>
          </p:cNvPr>
          <p:cNvSpPr>
            <a:spLocks noGrp="1"/>
          </p:cNvSpPr>
          <p:nvPr/>
        </p:nvSpPr>
        <p:spPr>
          <a:xfrm>
            <a:off x="5177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01_find_only_2879">
            <a:extLst>
              <a:ext uri="{FF2B5EF4-FFF2-40B4-BE49-F238E27FC236}">
                <a16:creationId xmlns:a16="http://schemas.microsoft.com/office/drawing/2014/main" id="{09EBC0C3-D4F6-45A7-90FA-55086B1EF5D7}"/>
              </a:ext>
            </a:extLst>
          </p:cNvPr>
          <p:cNvSpPr>
            <a:spLocks noGrp="1"/>
          </p:cNvSpPr>
          <p:nvPr/>
        </p:nvSpPr>
        <p:spPr>
          <a:xfrm>
            <a:off x="52393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01_find_only_2880">
            <a:extLst>
              <a:ext uri="{FF2B5EF4-FFF2-40B4-BE49-F238E27FC236}">
                <a16:creationId xmlns:a16="http://schemas.microsoft.com/office/drawing/2014/main" id="{37DDFEFA-6A7A-4290-8027-1B836324BF56}"/>
              </a:ext>
            </a:extLst>
          </p:cNvPr>
          <p:cNvSpPr>
            <a:spLocks noGrp="1"/>
          </p:cNvSpPr>
          <p:nvPr/>
        </p:nvSpPr>
        <p:spPr>
          <a:xfrm>
            <a:off x="5156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01_find_only_2881">
            <a:extLst>
              <a:ext uri="{FF2B5EF4-FFF2-40B4-BE49-F238E27FC236}">
                <a16:creationId xmlns:a16="http://schemas.microsoft.com/office/drawing/2014/main" id="{08D182AE-7956-4344-9239-0B846317711A}"/>
              </a:ext>
            </a:extLst>
          </p:cNvPr>
          <p:cNvSpPr>
            <a:spLocks noGrp="1"/>
          </p:cNvSpPr>
          <p:nvPr/>
        </p:nvSpPr>
        <p:spPr>
          <a:xfrm>
            <a:off x="52315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01_find_only_2882">
            <a:extLst>
              <a:ext uri="{FF2B5EF4-FFF2-40B4-BE49-F238E27FC236}">
                <a16:creationId xmlns:a16="http://schemas.microsoft.com/office/drawing/2014/main" id="{52249077-9002-42EE-86C6-603110181DB3}"/>
              </a:ext>
            </a:extLst>
          </p:cNvPr>
          <p:cNvSpPr>
            <a:spLocks noGrp="1"/>
          </p:cNvSpPr>
          <p:nvPr/>
        </p:nvSpPr>
        <p:spPr>
          <a:xfrm>
            <a:off x="51929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01_find_only_2883">
            <a:extLst>
              <a:ext uri="{FF2B5EF4-FFF2-40B4-BE49-F238E27FC236}">
                <a16:creationId xmlns:a16="http://schemas.microsoft.com/office/drawing/2014/main" id="{074BADD8-8CC5-4C3B-B3A0-19EE56CD7ABC}"/>
              </a:ext>
            </a:extLst>
          </p:cNvPr>
          <p:cNvSpPr>
            <a:spLocks noGrp="1"/>
          </p:cNvSpPr>
          <p:nvPr/>
        </p:nvSpPr>
        <p:spPr>
          <a:xfrm>
            <a:off x="52462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01_find_only_2884">
            <a:extLst>
              <a:ext uri="{FF2B5EF4-FFF2-40B4-BE49-F238E27FC236}">
                <a16:creationId xmlns:a16="http://schemas.microsoft.com/office/drawing/2014/main" id="{337F8AF7-2CF7-4896-A542-26B5DF7B8E31}"/>
              </a:ext>
            </a:extLst>
          </p:cNvPr>
          <p:cNvSpPr>
            <a:spLocks noGrp="1"/>
          </p:cNvSpPr>
          <p:nvPr/>
        </p:nvSpPr>
        <p:spPr>
          <a:xfrm>
            <a:off x="5177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01_find_only_2885">
            <a:extLst>
              <a:ext uri="{FF2B5EF4-FFF2-40B4-BE49-F238E27FC236}">
                <a16:creationId xmlns:a16="http://schemas.microsoft.com/office/drawing/2014/main" id="{F49AE23A-8F95-4241-935D-51A4212BE0A7}"/>
              </a:ext>
            </a:extLst>
          </p:cNvPr>
          <p:cNvSpPr>
            <a:spLocks noGrp="1"/>
          </p:cNvSpPr>
          <p:nvPr/>
        </p:nvSpPr>
        <p:spPr>
          <a:xfrm>
            <a:off x="52244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01_find_only_2886">
            <a:extLst>
              <a:ext uri="{FF2B5EF4-FFF2-40B4-BE49-F238E27FC236}">
                <a16:creationId xmlns:a16="http://schemas.microsoft.com/office/drawing/2014/main" id="{DEE47300-D281-4089-836F-3A03D82E3362}"/>
              </a:ext>
            </a:extLst>
          </p:cNvPr>
          <p:cNvSpPr>
            <a:spLocks noGrp="1"/>
          </p:cNvSpPr>
          <p:nvPr/>
        </p:nvSpPr>
        <p:spPr>
          <a:xfrm>
            <a:off x="51601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01_find_only_2887">
            <a:extLst>
              <a:ext uri="{FF2B5EF4-FFF2-40B4-BE49-F238E27FC236}">
                <a16:creationId xmlns:a16="http://schemas.microsoft.com/office/drawing/2014/main" id="{554FF248-9A06-4EA7-A5C1-6583D671BF5C}"/>
              </a:ext>
            </a:extLst>
          </p:cNvPr>
          <p:cNvSpPr>
            <a:spLocks noGrp="1"/>
          </p:cNvSpPr>
          <p:nvPr/>
        </p:nvSpPr>
        <p:spPr>
          <a:xfrm>
            <a:off x="5180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01_find_only_2888">
            <a:extLst>
              <a:ext uri="{FF2B5EF4-FFF2-40B4-BE49-F238E27FC236}">
                <a16:creationId xmlns:a16="http://schemas.microsoft.com/office/drawing/2014/main" id="{588C608E-75CF-4744-81E4-6D8E4BBFFABB}"/>
              </a:ext>
            </a:extLst>
          </p:cNvPr>
          <p:cNvSpPr>
            <a:spLocks noGrp="1"/>
          </p:cNvSpPr>
          <p:nvPr/>
        </p:nvSpPr>
        <p:spPr>
          <a:xfrm>
            <a:off x="515996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01_find_only_2889">
            <a:extLst>
              <a:ext uri="{FF2B5EF4-FFF2-40B4-BE49-F238E27FC236}">
                <a16:creationId xmlns:a16="http://schemas.microsoft.com/office/drawing/2014/main" id="{299619F8-B6A3-441A-A622-319D97FAD5E9}"/>
              </a:ext>
            </a:extLst>
          </p:cNvPr>
          <p:cNvSpPr>
            <a:spLocks noGrp="1"/>
          </p:cNvSpPr>
          <p:nvPr/>
        </p:nvSpPr>
        <p:spPr>
          <a:xfrm>
            <a:off x="52148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01_find_only_2890">
            <a:extLst>
              <a:ext uri="{FF2B5EF4-FFF2-40B4-BE49-F238E27FC236}">
                <a16:creationId xmlns:a16="http://schemas.microsoft.com/office/drawing/2014/main" id="{0EC6AC80-EFF1-4200-92B0-B23189ABE3FE}"/>
              </a:ext>
            </a:extLst>
          </p:cNvPr>
          <p:cNvSpPr>
            <a:spLocks noGrp="1"/>
          </p:cNvSpPr>
          <p:nvPr/>
        </p:nvSpPr>
        <p:spPr>
          <a:xfrm>
            <a:off x="5173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01_find_only_2891">
            <a:extLst>
              <a:ext uri="{FF2B5EF4-FFF2-40B4-BE49-F238E27FC236}">
                <a16:creationId xmlns:a16="http://schemas.microsoft.com/office/drawing/2014/main" id="{3E954B2C-896B-45E3-A881-027EC08C7737}"/>
              </a:ext>
            </a:extLst>
          </p:cNvPr>
          <p:cNvSpPr>
            <a:spLocks noGrp="1"/>
          </p:cNvSpPr>
          <p:nvPr/>
        </p:nvSpPr>
        <p:spPr>
          <a:xfrm>
            <a:off x="52022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01_find_only_2892">
            <a:extLst>
              <a:ext uri="{FF2B5EF4-FFF2-40B4-BE49-F238E27FC236}">
                <a16:creationId xmlns:a16="http://schemas.microsoft.com/office/drawing/2014/main" id="{15FDA7CA-146A-4D83-9998-6E8763063B89}"/>
              </a:ext>
            </a:extLst>
          </p:cNvPr>
          <p:cNvSpPr>
            <a:spLocks noGrp="1"/>
          </p:cNvSpPr>
          <p:nvPr/>
        </p:nvSpPr>
        <p:spPr>
          <a:xfrm>
            <a:off x="5191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01_find_only_2893">
            <a:extLst>
              <a:ext uri="{FF2B5EF4-FFF2-40B4-BE49-F238E27FC236}">
                <a16:creationId xmlns:a16="http://schemas.microsoft.com/office/drawing/2014/main" id="{D069C20D-96AD-450D-927E-0BF08F48657C}"/>
              </a:ext>
            </a:extLst>
          </p:cNvPr>
          <p:cNvSpPr>
            <a:spLocks noGrp="1"/>
          </p:cNvSpPr>
          <p:nvPr/>
        </p:nvSpPr>
        <p:spPr>
          <a:xfrm>
            <a:off x="5182306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01_find_only_2894">
            <a:extLst>
              <a:ext uri="{FF2B5EF4-FFF2-40B4-BE49-F238E27FC236}">
                <a16:creationId xmlns:a16="http://schemas.microsoft.com/office/drawing/2014/main" id="{4E1B17A1-19DC-4132-97C3-39CC544A27D2}"/>
              </a:ext>
            </a:extLst>
          </p:cNvPr>
          <p:cNvSpPr>
            <a:spLocks noGrp="1"/>
          </p:cNvSpPr>
          <p:nvPr/>
        </p:nvSpPr>
        <p:spPr>
          <a:xfrm>
            <a:off x="515967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01_find_only_2895">
            <a:extLst>
              <a:ext uri="{FF2B5EF4-FFF2-40B4-BE49-F238E27FC236}">
                <a16:creationId xmlns:a16="http://schemas.microsoft.com/office/drawing/2014/main" id="{B01FB9EC-6478-4040-8E95-3B3F7DB83DCD}"/>
              </a:ext>
            </a:extLst>
          </p:cNvPr>
          <p:cNvSpPr>
            <a:spLocks noGrp="1"/>
          </p:cNvSpPr>
          <p:nvPr/>
        </p:nvSpPr>
        <p:spPr>
          <a:xfrm>
            <a:off x="524691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01_find_only_2896">
            <a:extLst>
              <a:ext uri="{FF2B5EF4-FFF2-40B4-BE49-F238E27FC236}">
                <a16:creationId xmlns:a16="http://schemas.microsoft.com/office/drawing/2014/main" id="{3260D315-96E2-4D7A-B76C-D8F561F75DB1}"/>
              </a:ext>
            </a:extLst>
          </p:cNvPr>
          <p:cNvSpPr>
            <a:spLocks noGrp="1"/>
          </p:cNvSpPr>
          <p:nvPr/>
        </p:nvSpPr>
        <p:spPr>
          <a:xfrm>
            <a:off x="51610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01_find_only_2897">
            <a:extLst>
              <a:ext uri="{FF2B5EF4-FFF2-40B4-BE49-F238E27FC236}">
                <a16:creationId xmlns:a16="http://schemas.microsoft.com/office/drawing/2014/main" id="{439F11DB-42D8-4968-A52E-E69551427C8C}"/>
              </a:ext>
            </a:extLst>
          </p:cNvPr>
          <p:cNvSpPr>
            <a:spLocks noGrp="1"/>
          </p:cNvSpPr>
          <p:nvPr/>
        </p:nvSpPr>
        <p:spPr>
          <a:xfrm>
            <a:off x="5239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01_find_only_2898">
            <a:extLst>
              <a:ext uri="{FF2B5EF4-FFF2-40B4-BE49-F238E27FC236}">
                <a16:creationId xmlns:a16="http://schemas.microsoft.com/office/drawing/2014/main" id="{8AEFB125-0D11-47D4-999F-5F83788C3D9A}"/>
              </a:ext>
            </a:extLst>
          </p:cNvPr>
          <p:cNvSpPr>
            <a:spLocks noGrp="1"/>
          </p:cNvSpPr>
          <p:nvPr/>
        </p:nvSpPr>
        <p:spPr>
          <a:xfrm>
            <a:off x="51933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01_find_only_2899">
            <a:extLst>
              <a:ext uri="{FF2B5EF4-FFF2-40B4-BE49-F238E27FC236}">
                <a16:creationId xmlns:a16="http://schemas.microsoft.com/office/drawing/2014/main" id="{79D2ED0B-CB59-4F38-B0DC-FA3BDDBD7988}"/>
              </a:ext>
            </a:extLst>
          </p:cNvPr>
          <p:cNvSpPr>
            <a:spLocks noGrp="1"/>
          </p:cNvSpPr>
          <p:nvPr/>
        </p:nvSpPr>
        <p:spPr>
          <a:xfrm>
            <a:off x="5250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01_find_only_2900">
            <a:extLst>
              <a:ext uri="{FF2B5EF4-FFF2-40B4-BE49-F238E27FC236}">
                <a16:creationId xmlns:a16="http://schemas.microsoft.com/office/drawing/2014/main" id="{123F3DCD-B93A-4F11-BEBD-4A0D396D6B86}"/>
              </a:ext>
            </a:extLst>
          </p:cNvPr>
          <p:cNvSpPr>
            <a:spLocks noGrp="1"/>
          </p:cNvSpPr>
          <p:nvPr/>
        </p:nvSpPr>
        <p:spPr>
          <a:xfrm>
            <a:off x="5220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01_find_only_2901">
            <a:extLst>
              <a:ext uri="{FF2B5EF4-FFF2-40B4-BE49-F238E27FC236}">
                <a16:creationId xmlns:a16="http://schemas.microsoft.com/office/drawing/2014/main" id="{5B494DAE-9FD5-4020-8F76-4688FF57458B}"/>
              </a:ext>
            </a:extLst>
          </p:cNvPr>
          <p:cNvSpPr>
            <a:spLocks noGrp="1"/>
          </p:cNvSpPr>
          <p:nvPr/>
        </p:nvSpPr>
        <p:spPr>
          <a:xfrm>
            <a:off x="522709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01_find_only_2902">
            <a:extLst>
              <a:ext uri="{FF2B5EF4-FFF2-40B4-BE49-F238E27FC236}">
                <a16:creationId xmlns:a16="http://schemas.microsoft.com/office/drawing/2014/main" id="{8CB2563A-3764-4E95-83D8-D327C2C5B409}"/>
              </a:ext>
            </a:extLst>
          </p:cNvPr>
          <p:cNvSpPr>
            <a:spLocks noGrp="1"/>
          </p:cNvSpPr>
          <p:nvPr/>
        </p:nvSpPr>
        <p:spPr>
          <a:xfrm>
            <a:off x="5184443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01_find_only_2903">
            <a:extLst>
              <a:ext uri="{FF2B5EF4-FFF2-40B4-BE49-F238E27FC236}">
                <a16:creationId xmlns:a16="http://schemas.microsoft.com/office/drawing/2014/main" id="{23DFB5F3-72DC-409F-B0FD-A177859FA7DC}"/>
              </a:ext>
            </a:extLst>
          </p:cNvPr>
          <p:cNvSpPr>
            <a:spLocks noGrp="1"/>
          </p:cNvSpPr>
          <p:nvPr/>
        </p:nvSpPr>
        <p:spPr>
          <a:xfrm>
            <a:off x="524545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01_find_only_2904">
            <a:extLst>
              <a:ext uri="{FF2B5EF4-FFF2-40B4-BE49-F238E27FC236}">
                <a16:creationId xmlns:a16="http://schemas.microsoft.com/office/drawing/2014/main" id="{0002008F-C835-4948-9ADE-22F32FD54C90}"/>
              </a:ext>
            </a:extLst>
          </p:cNvPr>
          <p:cNvSpPr>
            <a:spLocks noGrp="1"/>
          </p:cNvSpPr>
          <p:nvPr/>
        </p:nvSpPr>
        <p:spPr>
          <a:xfrm>
            <a:off x="52272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01_find_only_2905">
            <a:extLst>
              <a:ext uri="{FF2B5EF4-FFF2-40B4-BE49-F238E27FC236}">
                <a16:creationId xmlns:a16="http://schemas.microsoft.com/office/drawing/2014/main" id="{93FE1F9B-C9A2-4A1C-9C63-BCAB8495EEAE}"/>
              </a:ext>
            </a:extLst>
          </p:cNvPr>
          <p:cNvSpPr>
            <a:spLocks noGrp="1"/>
          </p:cNvSpPr>
          <p:nvPr/>
        </p:nvSpPr>
        <p:spPr>
          <a:xfrm>
            <a:off x="51718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01_find_only_2906">
            <a:extLst>
              <a:ext uri="{FF2B5EF4-FFF2-40B4-BE49-F238E27FC236}">
                <a16:creationId xmlns:a16="http://schemas.microsoft.com/office/drawing/2014/main" id="{FA19A3CB-2DC9-4F28-A2DB-48912494224E}"/>
              </a:ext>
            </a:extLst>
          </p:cNvPr>
          <p:cNvSpPr>
            <a:spLocks noGrp="1"/>
          </p:cNvSpPr>
          <p:nvPr/>
        </p:nvSpPr>
        <p:spPr>
          <a:xfrm>
            <a:off x="5225635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01_find_only_2907">
            <a:extLst>
              <a:ext uri="{FF2B5EF4-FFF2-40B4-BE49-F238E27FC236}">
                <a16:creationId xmlns:a16="http://schemas.microsoft.com/office/drawing/2014/main" id="{8E6BF9D7-6355-4154-B453-5F68CAA1D73C}"/>
              </a:ext>
            </a:extLst>
          </p:cNvPr>
          <p:cNvSpPr>
            <a:spLocks noGrp="1"/>
          </p:cNvSpPr>
          <p:nvPr/>
        </p:nvSpPr>
        <p:spPr>
          <a:xfrm>
            <a:off x="5176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01_find_only_2908">
            <a:extLst>
              <a:ext uri="{FF2B5EF4-FFF2-40B4-BE49-F238E27FC236}">
                <a16:creationId xmlns:a16="http://schemas.microsoft.com/office/drawing/2014/main" id="{92EF9F5D-3404-45C5-89F8-71111E22502C}"/>
              </a:ext>
            </a:extLst>
          </p:cNvPr>
          <p:cNvSpPr>
            <a:spLocks noGrp="1"/>
          </p:cNvSpPr>
          <p:nvPr/>
        </p:nvSpPr>
        <p:spPr>
          <a:xfrm>
            <a:off x="518434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01_find_only_2909">
            <a:extLst>
              <a:ext uri="{FF2B5EF4-FFF2-40B4-BE49-F238E27FC236}">
                <a16:creationId xmlns:a16="http://schemas.microsoft.com/office/drawing/2014/main" id="{E84CBDB7-4C7E-4F50-A218-5067C7ED9CF1}"/>
              </a:ext>
            </a:extLst>
          </p:cNvPr>
          <p:cNvSpPr>
            <a:spLocks noGrp="1"/>
          </p:cNvSpPr>
          <p:nvPr/>
        </p:nvSpPr>
        <p:spPr>
          <a:xfrm>
            <a:off x="524467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01_find_only_2910">
            <a:extLst>
              <a:ext uri="{FF2B5EF4-FFF2-40B4-BE49-F238E27FC236}">
                <a16:creationId xmlns:a16="http://schemas.microsoft.com/office/drawing/2014/main" id="{008AB510-AFBE-448E-82D0-25A4505E5B61}"/>
              </a:ext>
            </a:extLst>
          </p:cNvPr>
          <p:cNvSpPr>
            <a:spLocks noGrp="1"/>
          </p:cNvSpPr>
          <p:nvPr/>
        </p:nvSpPr>
        <p:spPr>
          <a:xfrm>
            <a:off x="5185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01_find_only_2911">
            <a:extLst>
              <a:ext uri="{FF2B5EF4-FFF2-40B4-BE49-F238E27FC236}">
                <a16:creationId xmlns:a16="http://schemas.microsoft.com/office/drawing/2014/main" id="{4275E3DB-AF5C-4F60-B9AB-C3F7B50FCF0C}"/>
              </a:ext>
            </a:extLst>
          </p:cNvPr>
          <p:cNvSpPr>
            <a:spLocks noGrp="1"/>
          </p:cNvSpPr>
          <p:nvPr/>
        </p:nvSpPr>
        <p:spPr>
          <a:xfrm>
            <a:off x="5239236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01_find_only_2912">
            <a:extLst>
              <a:ext uri="{FF2B5EF4-FFF2-40B4-BE49-F238E27FC236}">
                <a16:creationId xmlns:a16="http://schemas.microsoft.com/office/drawing/2014/main" id="{B1ABD3F6-E09F-45B1-B4A7-FC392F657F9E}"/>
              </a:ext>
            </a:extLst>
          </p:cNvPr>
          <p:cNvSpPr>
            <a:spLocks noGrp="1"/>
          </p:cNvSpPr>
          <p:nvPr/>
        </p:nvSpPr>
        <p:spPr>
          <a:xfrm>
            <a:off x="52400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01_find_only_2913">
            <a:extLst>
              <a:ext uri="{FF2B5EF4-FFF2-40B4-BE49-F238E27FC236}">
                <a16:creationId xmlns:a16="http://schemas.microsoft.com/office/drawing/2014/main" id="{2BBBF743-72F8-41BD-AF80-671E11585389}"/>
              </a:ext>
            </a:extLst>
          </p:cNvPr>
          <p:cNvSpPr>
            <a:spLocks noGrp="1"/>
          </p:cNvSpPr>
          <p:nvPr/>
        </p:nvSpPr>
        <p:spPr>
          <a:xfrm>
            <a:off x="52425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01_find_only_2914">
            <a:extLst>
              <a:ext uri="{FF2B5EF4-FFF2-40B4-BE49-F238E27FC236}">
                <a16:creationId xmlns:a16="http://schemas.microsoft.com/office/drawing/2014/main" id="{C3FA3901-B813-4C3F-BFFA-AAB1D285AF02}"/>
              </a:ext>
            </a:extLst>
          </p:cNvPr>
          <p:cNvSpPr>
            <a:spLocks noGrp="1"/>
          </p:cNvSpPr>
          <p:nvPr/>
        </p:nvSpPr>
        <p:spPr>
          <a:xfrm>
            <a:off x="5186678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01_find_only_2915">
            <a:extLst>
              <a:ext uri="{FF2B5EF4-FFF2-40B4-BE49-F238E27FC236}">
                <a16:creationId xmlns:a16="http://schemas.microsoft.com/office/drawing/2014/main" id="{DA64B073-606C-417F-93FF-EA081F7E256D}"/>
              </a:ext>
            </a:extLst>
          </p:cNvPr>
          <p:cNvSpPr>
            <a:spLocks noGrp="1"/>
          </p:cNvSpPr>
          <p:nvPr/>
        </p:nvSpPr>
        <p:spPr>
          <a:xfrm>
            <a:off x="5172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01_find_only_2916">
            <a:extLst>
              <a:ext uri="{FF2B5EF4-FFF2-40B4-BE49-F238E27FC236}">
                <a16:creationId xmlns:a16="http://schemas.microsoft.com/office/drawing/2014/main" id="{64B341C0-E312-47E6-9515-B3F9CC7721E6}"/>
              </a:ext>
            </a:extLst>
          </p:cNvPr>
          <p:cNvSpPr>
            <a:spLocks noGrp="1"/>
          </p:cNvSpPr>
          <p:nvPr/>
        </p:nvSpPr>
        <p:spPr>
          <a:xfrm>
            <a:off x="52285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01_find_only_2917">
            <a:extLst>
              <a:ext uri="{FF2B5EF4-FFF2-40B4-BE49-F238E27FC236}">
                <a16:creationId xmlns:a16="http://schemas.microsoft.com/office/drawing/2014/main" id="{9A31E7E9-09ED-4CC6-8D77-24331148F62C}"/>
              </a:ext>
            </a:extLst>
          </p:cNvPr>
          <p:cNvSpPr>
            <a:spLocks noGrp="1"/>
          </p:cNvSpPr>
          <p:nvPr/>
        </p:nvSpPr>
        <p:spPr>
          <a:xfrm>
            <a:off x="516744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01_find_only_2918">
            <a:extLst>
              <a:ext uri="{FF2B5EF4-FFF2-40B4-BE49-F238E27FC236}">
                <a16:creationId xmlns:a16="http://schemas.microsoft.com/office/drawing/2014/main" id="{15E14D5E-B88B-41BF-BB58-C960937FABF7}"/>
              </a:ext>
            </a:extLst>
          </p:cNvPr>
          <p:cNvSpPr>
            <a:spLocks noGrp="1"/>
          </p:cNvSpPr>
          <p:nvPr/>
        </p:nvSpPr>
        <p:spPr>
          <a:xfrm>
            <a:off x="51735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01_find_only_2919">
            <a:extLst>
              <a:ext uri="{FF2B5EF4-FFF2-40B4-BE49-F238E27FC236}">
                <a16:creationId xmlns:a16="http://schemas.microsoft.com/office/drawing/2014/main" id="{79BFE560-658C-4C04-96BE-4DAEA3F26081}"/>
              </a:ext>
            </a:extLst>
          </p:cNvPr>
          <p:cNvSpPr>
            <a:spLocks noGrp="1"/>
          </p:cNvSpPr>
          <p:nvPr/>
        </p:nvSpPr>
        <p:spPr>
          <a:xfrm>
            <a:off x="5230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01_find_only_2920">
            <a:extLst>
              <a:ext uri="{FF2B5EF4-FFF2-40B4-BE49-F238E27FC236}">
                <a16:creationId xmlns:a16="http://schemas.microsoft.com/office/drawing/2014/main" id="{D3600D48-C014-4917-B2A1-A8925CC8A3D3}"/>
              </a:ext>
            </a:extLst>
          </p:cNvPr>
          <p:cNvSpPr>
            <a:spLocks noGrp="1"/>
          </p:cNvSpPr>
          <p:nvPr/>
        </p:nvSpPr>
        <p:spPr>
          <a:xfrm>
            <a:off x="516831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01_find_only_2921">
            <a:extLst>
              <a:ext uri="{FF2B5EF4-FFF2-40B4-BE49-F238E27FC236}">
                <a16:creationId xmlns:a16="http://schemas.microsoft.com/office/drawing/2014/main" id="{196D7956-CEC1-465F-985F-DC42B8E85134}"/>
              </a:ext>
            </a:extLst>
          </p:cNvPr>
          <p:cNvSpPr>
            <a:spLocks noGrp="1"/>
          </p:cNvSpPr>
          <p:nvPr/>
        </p:nvSpPr>
        <p:spPr>
          <a:xfrm>
            <a:off x="5249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01_find_only_2922">
            <a:extLst>
              <a:ext uri="{FF2B5EF4-FFF2-40B4-BE49-F238E27FC236}">
                <a16:creationId xmlns:a16="http://schemas.microsoft.com/office/drawing/2014/main" id="{BEEC53E1-A825-47D4-9A90-EE553A36AA76}"/>
              </a:ext>
            </a:extLst>
          </p:cNvPr>
          <p:cNvSpPr>
            <a:spLocks noGrp="1"/>
          </p:cNvSpPr>
          <p:nvPr/>
        </p:nvSpPr>
        <p:spPr>
          <a:xfrm>
            <a:off x="5234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01_find_only_2923">
            <a:extLst>
              <a:ext uri="{FF2B5EF4-FFF2-40B4-BE49-F238E27FC236}">
                <a16:creationId xmlns:a16="http://schemas.microsoft.com/office/drawing/2014/main" id="{E79FE62C-305E-4B95-9088-3C2F780E1D6D}"/>
              </a:ext>
            </a:extLst>
          </p:cNvPr>
          <p:cNvSpPr>
            <a:spLocks noGrp="1"/>
          </p:cNvSpPr>
          <p:nvPr/>
        </p:nvSpPr>
        <p:spPr>
          <a:xfrm>
            <a:off x="5199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01_find_only_2924">
            <a:extLst>
              <a:ext uri="{FF2B5EF4-FFF2-40B4-BE49-F238E27FC236}">
                <a16:creationId xmlns:a16="http://schemas.microsoft.com/office/drawing/2014/main" id="{F8CE60E7-F5E8-4B2A-BEEF-EBC5DDF23A55}"/>
              </a:ext>
            </a:extLst>
          </p:cNvPr>
          <p:cNvSpPr>
            <a:spLocks noGrp="1"/>
          </p:cNvSpPr>
          <p:nvPr/>
        </p:nvSpPr>
        <p:spPr>
          <a:xfrm>
            <a:off x="51831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01_find_only_2925">
            <a:extLst>
              <a:ext uri="{FF2B5EF4-FFF2-40B4-BE49-F238E27FC236}">
                <a16:creationId xmlns:a16="http://schemas.microsoft.com/office/drawing/2014/main" id="{F53FB2C7-F75E-4944-9E3D-619ED8E5DF95}"/>
              </a:ext>
            </a:extLst>
          </p:cNvPr>
          <p:cNvSpPr>
            <a:spLocks noGrp="1"/>
          </p:cNvSpPr>
          <p:nvPr/>
        </p:nvSpPr>
        <p:spPr>
          <a:xfrm>
            <a:off x="5252352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01_find_only_2926">
            <a:extLst>
              <a:ext uri="{FF2B5EF4-FFF2-40B4-BE49-F238E27FC236}">
                <a16:creationId xmlns:a16="http://schemas.microsoft.com/office/drawing/2014/main" id="{E9A472BB-5D0C-4F23-9A79-10BBFAC0A91A}"/>
              </a:ext>
            </a:extLst>
          </p:cNvPr>
          <p:cNvSpPr>
            <a:spLocks noGrp="1"/>
          </p:cNvSpPr>
          <p:nvPr/>
        </p:nvSpPr>
        <p:spPr>
          <a:xfrm>
            <a:off x="52170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01_find_only_2927">
            <a:extLst>
              <a:ext uri="{FF2B5EF4-FFF2-40B4-BE49-F238E27FC236}">
                <a16:creationId xmlns:a16="http://schemas.microsoft.com/office/drawing/2014/main" id="{693911AE-9925-4A59-8DCC-1A16D53F65BD}"/>
              </a:ext>
            </a:extLst>
          </p:cNvPr>
          <p:cNvSpPr>
            <a:spLocks noGrp="1"/>
          </p:cNvSpPr>
          <p:nvPr/>
        </p:nvSpPr>
        <p:spPr>
          <a:xfrm>
            <a:off x="52392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01_find_only_2928">
            <a:extLst>
              <a:ext uri="{FF2B5EF4-FFF2-40B4-BE49-F238E27FC236}">
                <a16:creationId xmlns:a16="http://schemas.microsoft.com/office/drawing/2014/main" id="{8416B6A7-BD7D-4184-BD79-1DFCD73327A6}"/>
              </a:ext>
            </a:extLst>
          </p:cNvPr>
          <p:cNvSpPr>
            <a:spLocks noGrp="1"/>
          </p:cNvSpPr>
          <p:nvPr/>
        </p:nvSpPr>
        <p:spPr>
          <a:xfrm>
            <a:off x="5171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01_find_only_2929">
            <a:extLst>
              <a:ext uri="{FF2B5EF4-FFF2-40B4-BE49-F238E27FC236}">
                <a16:creationId xmlns:a16="http://schemas.microsoft.com/office/drawing/2014/main" id="{D665706F-D083-430B-8EE4-46F633B6E3ED}"/>
              </a:ext>
            </a:extLst>
          </p:cNvPr>
          <p:cNvSpPr>
            <a:spLocks noGrp="1"/>
          </p:cNvSpPr>
          <p:nvPr/>
        </p:nvSpPr>
        <p:spPr>
          <a:xfrm>
            <a:off x="5198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01_find_only_2930">
            <a:extLst>
              <a:ext uri="{FF2B5EF4-FFF2-40B4-BE49-F238E27FC236}">
                <a16:creationId xmlns:a16="http://schemas.microsoft.com/office/drawing/2014/main" id="{674069A8-86E6-4D49-87EC-34266D5E0792}"/>
              </a:ext>
            </a:extLst>
          </p:cNvPr>
          <p:cNvSpPr>
            <a:spLocks noGrp="1"/>
          </p:cNvSpPr>
          <p:nvPr/>
        </p:nvSpPr>
        <p:spPr>
          <a:xfrm>
            <a:off x="523321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01_find_only_2931">
            <a:extLst>
              <a:ext uri="{FF2B5EF4-FFF2-40B4-BE49-F238E27FC236}">
                <a16:creationId xmlns:a16="http://schemas.microsoft.com/office/drawing/2014/main" id="{81002766-EB00-45B8-A30B-02FF62086F80}"/>
              </a:ext>
            </a:extLst>
          </p:cNvPr>
          <p:cNvSpPr>
            <a:spLocks noGrp="1"/>
          </p:cNvSpPr>
          <p:nvPr/>
        </p:nvSpPr>
        <p:spPr>
          <a:xfrm>
            <a:off x="521912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01_find_only_2932">
            <a:extLst>
              <a:ext uri="{FF2B5EF4-FFF2-40B4-BE49-F238E27FC236}">
                <a16:creationId xmlns:a16="http://schemas.microsoft.com/office/drawing/2014/main" id="{09430CCE-7122-45B4-A63A-0015D816293A}"/>
              </a:ext>
            </a:extLst>
          </p:cNvPr>
          <p:cNvSpPr>
            <a:spLocks noGrp="1"/>
          </p:cNvSpPr>
          <p:nvPr/>
        </p:nvSpPr>
        <p:spPr>
          <a:xfrm>
            <a:off x="5247591" y="50398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01_find_only_2933">
            <a:extLst>
              <a:ext uri="{FF2B5EF4-FFF2-40B4-BE49-F238E27FC236}">
                <a16:creationId xmlns:a16="http://schemas.microsoft.com/office/drawing/2014/main" id="{85A79FCB-B3FE-4923-A138-991BC53BC4D9}"/>
              </a:ext>
            </a:extLst>
          </p:cNvPr>
          <p:cNvSpPr>
            <a:spLocks noGrp="1"/>
          </p:cNvSpPr>
          <p:nvPr/>
        </p:nvSpPr>
        <p:spPr>
          <a:xfrm>
            <a:off x="5157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01_find_only_2934">
            <a:extLst>
              <a:ext uri="{FF2B5EF4-FFF2-40B4-BE49-F238E27FC236}">
                <a16:creationId xmlns:a16="http://schemas.microsoft.com/office/drawing/2014/main" id="{A279632D-859F-4427-A01B-D2D8C1F428A1}"/>
              </a:ext>
            </a:extLst>
          </p:cNvPr>
          <p:cNvSpPr>
            <a:spLocks noGrp="1"/>
          </p:cNvSpPr>
          <p:nvPr/>
        </p:nvSpPr>
        <p:spPr>
          <a:xfrm>
            <a:off x="51974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01_find_only_2935">
            <a:extLst>
              <a:ext uri="{FF2B5EF4-FFF2-40B4-BE49-F238E27FC236}">
                <a16:creationId xmlns:a16="http://schemas.microsoft.com/office/drawing/2014/main" id="{3B910F4D-AD71-4EED-99A9-04237A545ECB}"/>
              </a:ext>
            </a:extLst>
          </p:cNvPr>
          <p:cNvSpPr>
            <a:spLocks noGrp="1"/>
          </p:cNvSpPr>
          <p:nvPr/>
        </p:nvSpPr>
        <p:spPr>
          <a:xfrm>
            <a:off x="52156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01_find_only_2936">
            <a:extLst>
              <a:ext uri="{FF2B5EF4-FFF2-40B4-BE49-F238E27FC236}">
                <a16:creationId xmlns:a16="http://schemas.microsoft.com/office/drawing/2014/main" id="{E4656FBE-58CA-478E-B05E-DC63267262BD}"/>
              </a:ext>
            </a:extLst>
          </p:cNvPr>
          <p:cNvSpPr>
            <a:spLocks noGrp="1"/>
          </p:cNvSpPr>
          <p:nvPr/>
        </p:nvSpPr>
        <p:spPr>
          <a:xfrm>
            <a:off x="5185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01_find_only_2937">
            <a:extLst>
              <a:ext uri="{FF2B5EF4-FFF2-40B4-BE49-F238E27FC236}">
                <a16:creationId xmlns:a16="http://schemas.microsoft.com/office/drawing/2014/main" id="{D87D68E0-A294-493A-A53A-ACAF52E3C524}"/>
              </a:ext>
            </a:extLst>
          </p:cNvPr>
          <p:cNvSpPr>
            <a:spLocks noGrp="1"/>
          </p:cNvSpPr>
          <p:nvPr/>
        </p:nvSpPr>
        <p:spPr>
          <a:xfrm>
            <a:off x="52071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01_find_only_2938">
            <a:extLst>
              <a:ext uri="{FF2B5EF4-FFF2-40B4-BE49-F238E27FC236}">
                <a16:creationId xmlns:a16="http://schemas.microsoft.com/office/drawing/2014/main" id="{EC300FDA-372F-40DE-A752-3ABDC172924C}"/>
              </a:ext>
            </a:extLst>
          </p:cNvPr>
          <p:cNvSpPr>
            <a:spLocks noGrp="1"/>
          </p:cNvSpPr>
          <p:nvPr/>
        </p:nvSpPr>
        <p:spPr>
          <a:xfrm>
            <a:off x="5194935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01_find_only_2939">
            <a:extLst>
              <a:ext uri="{FF2B5EF4-FFF2-40B4-BE49-F238E27FC236}">
                <a16:creationId xmlns:a16="http://schemas.microsoft.com/office/drawing/2014/main" id="{F4B07859-ED8D-4E3E-98DE-C7FF1EE027FD}"/>
              </a:ext>
            </a:extLst>
          </p:cNvPr>
          <p:cNvSpPr>
            <a:spLocks noGrp="1"/>
          </p:cNvSpPr>
          <p:nvPr/>
        </p:nvSpPr>
        <p:spPr>
          <a:xfrm>
            <a:off x="5236905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01_find_only_2940">
            <a:extLst>
              <a:ext uri="{FF2B5EF4-FFF2-40B4-BE49-F238E27FC236}">
                <a16:creationId xmlns:a16="http://schemas.microsoft.com/office/drawing/2014/main" id="{9100B86A-3DE2-41E6-8E96-508C9548B93D}"/>
              </a:ext>
            </a:extLst>
          </p:cNvPr>
          <p:cNvSpPr>
            <a:spLocks noGrp="1"/>
          </p:cNvSpPr>
          <p:nvPr/>
        </p:nvSpPr>
        <p:spPr>
          <a:xfrm>
            <a:off x="51681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01_find_only_2941">
            <a:extLst>
              <a:ext uri="{FF2B5EF4-FFF2-40B4-BE49-F238E27FC236}">
                <a16:creationId xmlns:a16="http://schemas.microsoft.com/office/drawing/2014/main" id="{7051A168-564B-4AA3-874F-BB5488832900}"/>
              </a:ext>
            </a:extLst>
          </p:cNvPr>
          <p:cNvSpPr>
            <a:spLocks noGrp="1"/>
          </p:cNvSpPr>
          <p:nvPr/>
        </p:nvSpPr>
        <p:spPr>
          <a:xfrm>
            <a:off x="51725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01_find_only_2942">
            <a:extLst>
              <a:ext uri="{FF2B5EF4-FFF2-40B4-BE49-F238E27FC236}">
                <a16:creationId xmlns:a16="http://schemas.microsoft.com/office/drawing/2014/main" id="{847428A3-6335-47D7-A9EC-02006D2D8B8C}"/>
              </a:ext>
            </a:extLst>
          </p:cNvPr>
          <p:cNvSpPr>
            <a:spLocks noGrp="1"/>
          </p:cNvSpPr>
          <p:nvPr/>
        </p:nvSpPr>
        <p:spPr>
          <a:xfrm>
            <a:off x="52130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01_find_only_2943">
            <a:extLst>
              <a:ext uri="{FF2B5EF4-FFF2-40B4-BE49-F238E27FC236}">
                <a16:creationId xmlns:a16="http://schemas.microsoft.com/office/drawing/2014/main" id="{FE47D6B0-A288-4BAF-83F9-D80C1A3AFB06}"/>
              </a:ext>
            </a:extLst>
          </p:cNvPr>
          <p:cNvSpPr>
            <a:spLocks noGrp="1"/>
          </p:cNvSpPr>
          <p:nvPr/>
        </p:nvSpPr>
        <p:spPr>
          <a:xfrm>
            <a:off x="52121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01_find_only_2944">
            <a:extLst>
              <a:ext uri="{FF2B5EF4-FFF2-40B4-BE49-F238E27FC236}">
                <a16:creationId xmlns:a16="http://schemas.microsoft.com/office/drawing/2014/main" id="{E2247728-97ED-4DA9-BCD6-DE87A88CD159}"/>
              </a:ext>
            </a:extLst>
          </p:cNvPr>
          <p:cNvSpPr>
            <a:spLocks noGrp="1"/>
          </p:cNvSpPr>
          <p:nvPr/>
        </p:nvSpPr>
        <p:spPr>
          <a:xfrm>
            <a:off x="524370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01_find_only_2945">
            <a:extLst>
              <a:ext uri="{FF2B5EF4-FFF2-40B4-BE49-F238E27FC236}">
                <a16:creationId xmlns:a16="http://schemas.microsoft.com/office/drawing/2014/main" id="{B57B3FE2-A6B0-45F2-9C69-11B0B005B0AD}"/>
              </a:ext>
            </a:extLst>
          </p:cNvPr>
          <p:cNvSpPr>
            <a:spLocks noGrp="1"/>
          </p:cNvSpPr>
          <p:nvPr/>
        </p:nvSpPr>
        <p:spPr>
          <a:xfrm>
            <a:off x="52290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01_find_only_2946">
            <a:extLst>
              <a:ext uri="{FF2B5EF4-FFF2-40B4-BE49-F238E27FC236}">
                <a16:creationId xmlns:a16="http://schemas.microsoft.com/office/drawing/2014/main" id="{8FB0EB5E-4A64-4718-A873-38FB62848658}"/>
              </a:ext>
            </a:extLst>
          </p:cNvPr>
          <p:cNvSpPr>
            <a:spLocks noGrp="1"/>
          </p:cNvSpPr>
          <p:nvPr/>
        </p:nvSpPr>
        <p:spPr>
          <a:xfrm>
            <a:off x="51831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01_find_only_2947">
            <a:extLst>
              <a:ext uri="{FF2B5EF4-FFF2-40B4-BE49-F238E27FC236}">
                <a16:creationId xmlns:a16="http://schemas.microsoft.com/office/drawing/2014/main" id="{441DEA17-9691-4B52-913B-F7C43F9C801E}"/>
              </a:ext>
            </a:extLst>
          </p:cNvPr>
          <p:cNvSpPr>
            <a:spLocks noGrp="1"/>
          </p:cNvSpPr>
          <p:nvPr/>
        </p:nvSpPr>
        <p:spPr>
          <a:xfrm>
            <a:off x="523097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01_find_only_2948">
            <a:extLst>
              <a:ext uri="{FF2B5EF4-FFF2-40B4-BE49-F238E27FC236}">
                <a16:creationId xmlns:a16="http://schemas.microsoft.com/office/drawing/2014/main" id="{3CEAC263-5723-4D85-A23D-F7861824D4E1}"/>
              </a:ext>
            </a:extLst>
          </p:cNvPr>
          <p:cNvSpPr>
            <a:spLocks noGrp="1"/>
          </p:cNvSpPr>
          <p:nvPr/>
        </p:nvSpPr>
        <p:spPr>
          <a:xfrm>
            <a:off x="52231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01_find_only_2949">
            <a:extLst>
              <a:ext uri="{FF2B5EF4-FFF2-40B4-BE49-F238E27FC236}">
                <a16:creationId xmlns:a16="http://schemas.microsoft.com/office/drawing/2014/main" id="{E04A7B24-4AEB-4EEE-89F4-748F87F5698B}"/>
              </a:ext>
            </a:extLst>
          </p:cNvPr>
          <p:cNvSpPr>
            <a:spLocks noGrp="1"/>
          </p:cNvSpPr>
          <p:nvPr/>
        </p:nvSpPr>
        <p:spPr>
          <a:xfrm>
            <a:off x="52272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01_find_only_2950">
            <a:extLst>
              <a:ext uri="{FF2B5EF4-FFF2-40B4-BE49-F238E27FC236}">
                <a16:creationId xmlns:a16="http://schemas.microsoft.com/office/drawing/2014/main" id="{CEEFB90B-B3C8-48C8-8EDB-4B78B3F6411B}"/>
              </a:ext>
            </a:extLst>
          </p:cNvPr>
          <p:cNvSpPr>
            <a:spLocks noGrp="1"/>
          </p:cNvSpPr>
          <p:nvPr/>
        </p:nvSpPr>
        <p:spPr>
          <a:xfrm>
            <a:off x="52089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01_find_only_2951">
            <a:extLst>
              <a:ext uri="{FF2B5EF4-FFF2-40B4-BE49-F238E27FC236}">
                <a16:creationId xmlns:a16="http://schemas.microsoft.com/office/drawing/2014/main" id="{3A8851C8-837F-4BB4-B448-08C86A064027}"/>
              </a:ext>
            </a:extLst>
          </p:cNvPr>
          <p:cNvSpPr>
            <a:spLocks noGrp="1"/>
          </p:cNvSpPr>
          <p:nvPr/>
        </p:nvSpPr>
        <p:spPr>
          <a:xfrm>
            <a:off x="51585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01_find_only_2952">
            <a:extLst>
              <a:ext uri="{FF2B5EF4-FFF2-40B4-BE49-F238E27FC236}">
                <a16:creationId xmlns:a16="http://schemas.microsoft.com/office/drawing/2014/main" id="{AE20F9EF-DB16-4E38-89F7-1CCF734399F0}"/>
              </a:ext>
            </a:extLst>
          </p:cNvPr>
          <p:cNvSpPr>
            <a:spLocks noGrp="1"/>
          </p:cNvSpPr>
          <p:nvPr/>
        </p:nvSpPr>
        <p:spPr>
          <a:xfrm>
            <a:off x="5223498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01_find_only_2953">
            <a:extLst>
              <a:ext uri="{FF2B5EF4-FFF2-40B4-BE49-F238E27FC236}">
                <a16:creationId xmlns:a16="http://schemas.microsoft.com/office/drawing/2014/main" id="{7180AF57-547E-40A8-B0E4-DE62633FBE7A}"/>
              </a:ext>
            </a:extLst>
          </p:cNvPr>
          <p:cNvSpPr>
            <a:spLocks noGrp="1"/>
          </p:cNvSpPr>
          <p:nvPr/>
        </p:nvSpPr>
        <p:spPr>
          <a:xfrm>
            <a:off x="52363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01_find_only_2954">
            <a:extLst>
              <a:ext uri="{FF2B5EF4-FFF2-40B4-BE49-F238E27FC236}">
                <a16:creationId xmlns:a16="http://schemas.microsoft.com/office/drawing/2014/main" id="{33CF8A83-0427-4BD6-BDFD-784094181BA5}"/>
              </a:ext>
            </a:extLst>
          </p:cNvPr>
          <p:cNvSpPr>
            <a:spLocks noGrp="1"/>
          </p:cNvSpPr>
          <p:nvPr/>
        </p:nvSpPr>
        <p:spPr>
          <a:xfrm>
            <a:off x="5174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01_find_only_2955">
            <a:extLst>
              <a:ext uri="{FF2B5EF4-FFF2-40B4-BE49-F238E27FC236}">
                <a16:creationId xmlns:a16="http://schemas.microsoft.com/office/drawing/2014/main" id="{5B435832-3F5F-454C-B593-BD0CB3CC0EAB}"/>
              </a:ext>
            </a:extLst>
          </p:cNvPr>
          <p:cNvSpPr>
            <a:spLocks noGrp="1"/>
          </p:cNvSpPr>
          <p:nvPr/>
        </p:nvSpPr>
        <p:spPr>
          <a:xfrm>
            <a:off x="5167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01_find_only_2956">
            <a:extLst>
              <a:ext uri="{FF2B5EF4-FFF2-40B4-BE49-F238E27FC236}">
                <a16:creationId xmlns:a16="http://schemas.microsoft.com/office/drawing/2014/main" id="{C15EBBE2-9890-4735-8C79-C8BA086D2613}"/>
              </a:ext>
            </a:extLst>
          </p:cNvPr>
          <p:cNvSpPr>
            <a:spLocks noGrp="1"/>
          </p:cNvSpPr>
          <p:nvPr/>
        </p:nvSpPr>
        <p:spPr>
          <a:xfrm>
            <a:off x="522330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01_find_only_2957">
            <a:extLst>
              <a:ext uri="{FF2B5EF4-FFF2-40B4-BE49-F238E27FC236}">
                <a16:creationId xmlns:a16="http://schemas.microsoft.com/office/drawing/2014/main" id="{596E285F-B542-4360-A414-298EEA13A841}"/>
              </a:ext>
            </a:extLst>
          </p:cNvPr>
          <p:cNvSpPr>
            <a:spLocks noGrp="1"/>
          </p:cNvSpPr>
          <p:nvPr/>
        </p:nvSpPr>
        <p:spPr>
          <a:xfrm>
            <a:off x="52483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01_find_only_2958">
            <a:extLst>
              <a:ext uri="{FF2B5EF4-FFF2-40B4-BE49-F238E27FC236}">
                <a16:creationId xmlns:a16="http://schemas.microsoft.com/office/drawing/2014/main" id="{0B3BEB07-1275-4394-945A-A41359FDA110}"/>
              </a:ext>
            </a:extLst>
          </p:cNvPr>
          <p:cNvSpPr>
            <a:spLocks noGrp="1"/>
          </p:cNvSpPr>
          <p:nvPr/>
        </p:nvSpPr>
        <p:spPr>
          <a:xfrm>
            <a:off x="5252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01_find_only_2959">
            <a:extLst>
              <a:ext uri="{FF2B5EF4-FFF2-40B4-BE49-F238E27FC236}">
                <a16:creationId xmlns:a16="http://schemas.microsoft.com/office/drawing/2014/main" id="{8D442767-F57E-483C-9A82-81F22E8BC4F4}"/>
              </a:ext>
            </a:extLst>
          </p:cNvPr>
          <p:cNvSpPr>
            <a:spLocks noGrp="1"/>
          </p:cNvSpPr>
          <p:nvPr/>
        </p:nvSpPr>
        <p:spPr>
          <a:xfrm>
            <a:off x="51925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01_find_only_2960">
            <a:extLst>
              <a:ext uri="{FF2B5EF4-FFF2-40B4-BE49-F238E27FC236}">
                <a16:creationId xmlns:a16="http://schemas.microsoft.com/office/drawing/2014/main" id="{15FF6362-F010-4993-BD21-73097D1A49D1}"/>
              </a:ext>
            </a:extLst>
          </p:cNvPr>
          <p:cNvSpPr>
            <a:spLocks noGrp="1"/>
          </p:cNvSpPr>
          <p:nvPr/>
        </p:nvSpPr>
        <p:spPr>
          <a:xfrm>
            <a:off x="52281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01_find_only_2961">
            <a:extLst>
              <a:ext uri="{FF2B5EF4-FFF2-40B4-BE49-F238E27FC236}">
                <a16:creationId xmlns:a16="http://schemas.microsoft.com/office/drawing/2014/main" id="{686E3626-A01C-43F8-97F6-6884A18D0C9F}"/>
              </a:ext>
            </a:extLst>
          </p:cNvPr>
          <p:cNvSpPr>
            <a:spLocks noGrp="1"/>
          </p:cNvSpPr>
          <p:nvPr/>
        </p:nvSpPr>
        <p:spPr>
          <a:xfrm>
            <a:off x="52355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01_find_only_2962">
            <a:extLst>
              <a:ext uri="{FF2B5EF4-FFF2-40B4-BE49-F238E27FC236}">
                <a16:creationId xmlns:a16="http://schemas.microsoft.com/office/drawing/2014/main" id="{37FD85F8-2A84-4CEE-81AA-28A4981E0249}"/>
              </a:ext>
            </a:extLst>
          </p:cNvPr>
          <p:cNvSpPr>
            <a:spLocks noGrp="1"/>
          </p:cNvSpPr>
          <p:nvPr/>
        </p:nvSpPr>
        <p:spPr>
          <a:xfrm>
            <a:off x="5247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01_find_only_2963">
            <a:extLst>
              <a:ext uri="{FF2B5EF4-FFF2-40B4-BE49-F238E27FC236}">
                <a16:creationId xmlns:a16="http://schemas.microsoft.com/office/drawing/2014/main" id="{5D4009C0-401C-446B-A575-FF65430EAD66}"/>
              </a:ext>
            </a:extLst>
          </p:cNvPr>
          <p:cNvSpPr>
            <a:spLocks noGrp="1"/>
          </p:cNvSpPr>
          <p:nvPr/>
        </p:nvSpPr>
        <p:spPr>
          <a:xfrm>
            <a:off x="5237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01_find_only_2964">
            <a:extLst>
              <a:ext uri="{FF2B5EF4-FFF2-40B4-BE49-F238E27FC236}">
                <a16:creationId xmlns:a16="http://schemas.microsoft.com/office/drawing/2014/main" id="{054B565B-1122-4A85-9DB4-523CA43E22EE}"/>
              </a:ext>
            </a:extLst>
          </p:cNvPr>
          <p:cNvSpPr>
            <a:spLocks noGrp="1"/>
          </p:cNvSpPr>
          <p:nvPr/>
        </p:nvSpPr>
        <p:spPr>
          <a:xfrm>
            <a:off x="52223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01_find_only_2965">
            <a:extLst>
              <a:ext uri="{FF2B5EF4-FFF2-40B4-BE49-F238E27FC236}">
                <a16:creationId xmlns:a16="http://schemas.microsoft.com/office/drawing/2014/main" id="{F6CFAA16-5B6A-4F50-B03B-DF4836E641A3}"/>
              </a:ext>
            </a:extLst>
          </p:cNvPr>
          <p:cNvSpPr>
            <a:spLocks noGrp="1"/>
          </p:cNvSpPr>
          <p:nvPr/>
        </p:nvSpPr>
        <p:spPr>
          <a:xfrm>
            <a:off x="51627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01_find_only_2966">
            <a:extLst>
              <a:ext uri="{FF2B5EF4-FFF2-40B4-BE49-F238E27FC236}">
                <a16:creationId xmlns:a16="http://schemas.microsoft.com/office/drawing/2014/main" id="{23436520-EB7D-4C01-813C-EA24B5687893}"/>
              </a:ext>
            </a:extLst>
          </p:cNvPr>
          <p:cNvSpPr>
            <a:spLocks noGrp="1"/>
          </p:cNvSpPr>
          <p:nvPr/>
        </p:nvSpPr>
        <p:spPr>
          <a:xfrm>
            <a:off x="5172202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01_find_only_2967">
            <a:extLst>
              <a:ext uri="{FF2B5EF4-FFF2-40B4-BE49-F238E27FC236}">
                <a16:creationId xmlns:a16="http://schemas.microsoft.com/office/drawing/2014/main" id="{9441E7E4-3094-4BB9-8016-B6B55724DAF6}"/>
              </a:ext>
            </a:extLst>
          </p:cNvPr>
          <p:cNvSpPr>
            <a:spLocks noGrp="1"/>
          </p:cNvSpPr>
          <p:nvPr/>
        </p:nvSpPr>
        <p:spPr>
          <a:xfrm>
            <a:off x="5223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01_find_only_2968">
            <a:extLst>
              <a:ext uri="{FF2B5EF4-FFF2-40B4-BE49-F238E27FC236}">
                <a16:creationId xmlns:a16="http://schemas.microsoft.com/office/drawing/2014/main" id="{53E12B3C-C164-45F6-A24E-3814E3A55BA9}"/>
              </a:ext>
            </a:extLst>
          </p:cNvPr>
          <p:cNvSpPr>
            <a:spLocks noGrp="1"/>
          </p:cNvSpPr>
          <p:nvPr/>
        </p:nvSpPr>
        <p:spPr>
          <a:xfrm>
            <a:off x="52134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01_find_only_2969">
            <a:extLst>
              <a:ext uri="{FF2B5EF4-FFF2-40B4-BE49-F238E27FC236}">
                <a16:creationId xmlns:a16="http://schemas.microsoft.com/office/drawing/2014/main" id="{3CB5C368-2B69-4D68-B901-F48C7A518A00}"/>
              </a:ext>
            </a:extLst>
          </p:cNvPr>
          <p:cNvSpPr>
            <a:spLocks noGrp="1"/>
          </p:cNvSpPr>
          <p:nvPr/>
        </p:nvSpPr>
        <p:spPr>
          <a:xfrm>
            <a:off x="51762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01_find_only_2970">
            <a:extLst>
              <a:ext uri="{FF2B5EF4-FFF2-40B4-BE49-F238E27FC236}">
                <a16:creationId xmlns:a16="http://schemas.microsoft.com/office/drawing/2014/main" id="{14E929F1-9122-409A-9FAB-1B5F97F74AAC}"/>
              </a:ext>
            </a:extLst>
          </p:cNvPr>
          <p:cNvSpPr>
            <a:spLocks noGrp="1"/>
          </p:cNvSpPr>
          <p:nvPr/>
        </p:nvSpPr>
        <p:spPr>
          <a:xfrm>
            <a:off x="51938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01_find_only_2971">
            <a:extLst>
              <a:ext uri="{FF2B5EF4-FFF2-40B4-BE49-F238E27FC236}">
                <a16:creationId xmlns:a16="http://schemas.microsoft.com/office/drawing/2014/main" id="{B6D95558-3378-4646-966F-5F61F5E4E697}"/>
              </a:ext>
            </a:extLst>
          </p:cNvPr>
          <p:cNvSpPr>
            <a:spLocks noGrp="1"/>
          </p:cNvSpPr>
          <p:nvPr/>
        </p:nvSpPr>
        <p:spPr>
          <a:xfrm>
            <a:off x="515947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01_find_only_2972">
            <a:extLst>
              <a:ext uri="{FF2B5EF4-FFF2-40B4-BE49-F238E27FC236}">
                <a16:creationId xmlns:a16="http://schemas.microsoft.com/office/drawing/2014/main" id="{35358E94-B112-492C-BB39-2EE0F7EC0FA4}"/>
              </a:ext>
            </a:extLst>
          </p:cNvPr>
          <p:cNvSpPr>
            <a:spLocks noGrp="1"/>
          </p:cNvSpPr>
          <p:nvPr/>
        </p:nvSpPr>
        <p:spPr>
          <a:xfrm>
            <a:off x="5686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01_find_only_2973">
            <a:extLst>
              <a:ext uri="{FF2B5EF4-FFF2-40B4-BE49-F238E27FC236}">
                <a16:creationId xmlns:a16="http://schemas.microsoft.com/office/drawing/2014/main" id="{5EF95E99-AE7D-460A-85B3-681F166FF85A}"/>
              </a:ext>
            </a:extLst>
          </p:cNvPr>
          <p:cNvSpPr>
            <a:spLocks noGrp="1"/>
          </p:cNvSpPr>
          <p:nvPr/>
        </p:nvSpPr>
        <p:spPr>
          <a:xfrm>
            <a:off x="5748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01_find_only_2974">
            <a:extLst>
              <a:ext uri="{FF2B5EF4-FFF2-40B4-BE49-F238E27FC236}">
                <a16:creationId xmlns:a16="http://schemas.microsoft.com/office/drawing/2014/main" id="{FACDFB75-5720-48AE-A2CF-5F70FAD3E948}"/>
              </a:ext>
            </a:extLst>
          </p:cNvPr>
          <p:cNvSpPr>
            <a:spLocks noGrp="1"/>
          </p:cNvSpPr>
          <p:nvPr/>
        </p:nvSpPr>
        <p:spPr>
          <a:xfrm>
            <a:off x="5666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01_find_only_2975">
            <a:extLst>
              <a:ext uri="{FF2B5EF4-FFF2-40B4-BE49-F238E27FC236}">
                <a16:creationId xmlns:a16="http://schemas.microsoft.com/office/drawing/2014/main" id="{D759BF21-5A6D-445B-8170-0377217D047D}"/>
              </a:ext>
            </a:extLst>
          </p:cNvPr>
          <p:cNvSpPr>
            <a:spLocks noGrp="1"/>
          </p:cNvSpPr>
          <p:nvPr/>
        </p:nvSpPr>
        <p:spPr>
          <a:xfrm>
            <a:off x="574083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01_find_only_2976">
            <a:extLst>
              <a:ext uri="{FF2B5EF4-FFF2-40B4-BE49-F238E27FC236}">
                <a16:creationId xmlns:a16="http://schemas.microsoft.com/office/drawing/2014/main" id="{12D6AD2E-6751-41CC-8F32-1F610BAF3A6A}"/>
              </a:ext>
            </a:extLst>
          </p:cNvPr>
          <p:cNvSpPr>
            <a:spLocks noGrp="1"/>
          </p:cNvSpPr>
          <p:nvPr/>
        </p:nvSpPr>
        <p:spPr>
          <a:xfrm>
            <a:off x="57022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01_find_only_2977">
            <a:extLst>
              <a:ext uri="{FF2B5EF4-FFF2-40B4-BE49-F238E27FC236}">
                <a16:creationId xmlns:a16="http://schemas.microsoft.com/office/drawing/2014/main" id="{B04E9AE8-505D-446B-B059-478C4E94FBCF}"/>
              </a:ext>
            </a:extLst>
          </p:cNvPr>
          <p:cNvSpPr>
            <a:spLocks noGrp="1"/>
          </p:cNvSpPr>
          <p:nvPr/>
        </p:nvSpPr>
        <p:spPr>
          <a:xfrm>
            <a:off x="57555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01_find_only_2978">
            <a:extLst>
              <a:ext uri="{FF2B5EF4-FFF2-40B4-BE49-F238E27FC236}">
                <a16:creationId xmlns:a16="http://schemas.microsoft.com/office/drawing/2014/main" id="{C9C6B474-EF0B-4573-B423-4EF523753EEE}"/>
              </a:ext>
            </a:extLst>
          </p:cNvPr>
          <p:cNvSpPr>
            <a:spLocks noGrp="1"/>
          </p:cNvSpPr>
          <p:nvPr/>
        </p:nvSpPr>
        <p:spPr>
          <a:xfrm>
            <a:off x="5686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01_find_only_2979">
            <a:extLst>
              <a:ext uri="{FF2B5EF4-FFF2-40B4-BE49-F238E27FC236}">
                <a16:creationId xmlns:a16="http://schemas.microsoft.com/office/drawing/2014/main" id="{0822DA8C-0842-48A1-B146-1BE44FC311A6}"/>
              </a:ext>
            </a:extLst>
          </p:cNvPr>
          <p:cNvSpPr>
            <a:spLocks noGrp="1"/>
          </p:cNvSpPr>
          <p:nvPr/>
        </p:nvSpPr>
        <p:spPr>
          <a:xfrm>
            <a:off x="57337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01_find_only_2980">
            <a:extLst>
              <a:ext uri="{FF2B5EF4-FFF2-40B4-BE49-F238E27FC236}">
                <a16:creationId xmlns:a16="http://schemas.microsoft.com/office/drawing/2014/main" id="{CB71DAC6-3FA6-4F75-A8CC-C7825577A517}"/>
              </a:ext>
            </a:extLst>
          </p:cNvPr>
          <p:cNvSpPr>
            <a:spLocks noGrp="1"/>
          </p:cNvSpPr>
          <p:nvPr/>
        </p:nvSpPr>
        <p:spPr>
          <a:xfrm>
            <a:off x="5669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01_find_only_2981">
            <a:extLst>
              <a:ext uri="{FF2B5EF4-FFF2-40B4-BE49-F238E27FC236}">
                <a16:creationId xmlns:a16="http://schemas.microsoft.com/office/drawing/2014/main" id="{D7757D59-3F6C-4917-B2D9-A757761FC0FF}"/>
              </a:ext>
            </a:extLst>
          </p:cNvPr>
          <p:cNvSpPr>
            <a:spLocks noGrp="1"/>
          </p:cNvSpPr>
          <p:nvPr/>
        </p:nvSpPr>
        <p:spPr>
          <a:xfrm>
            <a:off x="56901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01_find_only_2982">
            <a:extLst>
              <a:ext uri="{FF2B5EF4-FFF2-40B4-BE49-F238E27FC236}">
                <a16:creationId xmlns:a16="http://schemas.microsoft.com/office/drawing/2014/main" id="{34B50370-762D-4258-8511-628D7645BADB}"/>
              </a:ext>
            </a:extLst>
          </p:cNvPr>
          <p:cNvSpPr>
            <a:spLocks noGrp="1"/>
          </p:cNvSpPr>
          <p:nvPr/>
        </p:nvSpPr>
        <p:spPr>
          <a:xfrm>
            <a:off x="56692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01_find_only_2983">
            <a:extLst>
              <a:ext uri="{FF2B5EF4-FFF2-40B4-BE49-F238E27FC236}">
                <a16:creationId xmlns:a16="http://schemas.microsoft.com/office/drawing/2014/main" id="{08A51650-C1DC-4390-B7C2-BE0C19744F16}"/>
              </a:ext>
            </a:extLst>
          </p:cNvPr>
          <p:cNvSpPr>
            <a:spLocks noGrp="1"/>
          </p:cNvSpPr>
          <p:nvPr/>
        </p:nvSpPr>
        <p:spPr>
          <a:xfrm>
            <a:off x="57241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01_find_only_2984">
            <a:extLst>
              <a:ext uri="{FF2B5EF4-FFF2-40B4-BE49-F238E27FC236}">
                <a16:creationId xmlns:a16="http://schemas.microsoft.com/office/drawing/2014/main" id="{9C50C67C-AB23-431F-871C-DA7CC5FB46AA}"/>
              </a:ext>
            </a:extLst>
          </p:cNvPr>
          <p:cNvSpPr>
            <a:spLocks noGrp="1"/>
          </p:cNvSpPr>
          <p:nvPr/>
        </p:nvSpPr>
        <p:spPr>
          <a:xfrm>
            <a:off x="56823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01_find_only_2985">
            <a:extLst>
              <a:ext uri="{FF2B5EF4-FFF2-40B4-BE49-F238E27FC236}">
                <a16:creationId xmlns:a16="http://schemas.microsoft.com/office/drawing/2014/main" id="{25EF0955-ED95-4D04-826B-B9206D6880DF}"/>
              </a:ext>
            </a:extLst>
          </p:cNvPr>
          <p:cNvSpPr>
            <a:spLocks noGrp="1"/>
          </p:cNvSpPr>
          <p:nvPr/>
        </p:nvSpPr>
        <p:spPr>
          <a:xfrm>
            <a:off x="57115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01_find_only_2986">
            <a:extLst>
              <a:ext uri="{FF2B5EF4-FFF2-40B4-BE49-F238E27FC236}">
                <a16:creationId xmlns:a16="http://schemas.microsoft.com/office/drawing/2014/main" id="{3EB4CE1C-6F67-4737-98CB-9F57BA9223F4}"/>
              </a:ext>
            </a:extLst>
          </p:cNvPr>
          <p:cNvSpPr>
            <a:spLocks noGrp="1"/>
          </p:cNvSpPr>
          <p:nvPr/>
        </p:nvSpPr>
        <p:spPr>
          <a:xfrm>
            <a:off x="5701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01_find_only_2987">
            <a:extLst>
              <a:ext uri="{FF2B5EF4-FFF2-40B4-BE49-F238E27FC236}">
                <a16:creationId xmlns:a16="http://schemas.microsoft.com/office/drawing/2014/main" id="{623DE5B5-827D-49DD-B2D3-FCAC325EF861}"/>
              </a:ext>
            </a:extLst>
          </p:cNvPr>
          <p:cNvSpPr>
            <a:spLocks noGrp="1"/>
          </p:cNvSpPr>
          <p:nvPr/>
        </p:nvSpPr>
        <p:spPr>
          <a:xfrm>
            <a:off x="5691584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01_find_only_2988">
            <a:extLst>
              <a:ext uri="{FF2B5EF4-FFF2-40B4-BE49-F238E27FC236}">
                <a16:creationId xmlns:a16="http://schemas.microsoft.com/office/drawing/2014/main" id="{DEBAA4E2-AC33-4E21-830D-68C7ED65DC56}"/>
              </a:ext>
            </a:extLst>
          </p:cNvPr>
          <p:cNvSpPr>
            <a:spLocks noGrp="1"/>
          </p:cNvSpPr>
          <p:nvPr/>
        </p:nvSpPr>
        <p:spPr>
          <a:xfrm>
            <a:off x="566894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01_find_only_2989">
            <a:extLst>
              <a:ext uri="{FF2B5EF4-FFF2-40B4-BE49-F238E27FC236}">
                <a16:creationId xmlns:a16="http://schemas.microsoft.com/office/drawing/2014/main" id="{E7398426-B5F5-47F8-A246-53A26ABB8345}"/>
              </a:ext>
            </a:extLst>
          </p:cNvPr>
          <p:cNvSpPr>
            <a:spLocks noGrp="1"/>
          </p:cNvSpPr>
          <p:nvPr/>
        </p:nvSpPr>
        <p:spPr>
          <a:xfrm>
            <a:off x="575618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01_find_only_2990">
            <a:extLst>
              <a:ext uri="{FF2B5EF4-FFF2-40B4-BE49-F238E27FC236}">
                <a16:creationId xmlns:a16="http://schemas.microsoft.com/office/drawing/2014/main" id="{8EF55924-862C-4EF4-983F-2E56E655839B}"/>
              </a:ext>
            </a:extLst>
          </p:cNvPr>
          <p:cNvSpPr>
            <a:spLocks noGrp="1"/>
          </p:cNvSpPr>
          <p:nvPr/>
        </p:nvSpPr>
        <p:spPr>
          <a:xfrm>
            <a:off x="56703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01_find_only_2991">
            <a:extLst>
              <a:ext uri="{FF2B5EF4-FFF2-40B4-BE49-F238E27FC236}">
                <a16:creationId xmlns:a16="http://schemas.microsoft.com/office/drawing/2014/main" id="{31D9DD48-2961-4965-8F56-58C375F8F7F4}"/>
              </a:ext>
            </a:extLst>
          </p:cNvPr>
          <p:cNvSpPr>
            <a:spLocks noGrp="1"/>
          </p:cNvSpPr>
          <p:nvPr/>
        </p:nvSpPr>
        <p:spPr>
          <a:xfrm>
            <a:off x="57490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01_find_only_2992">
            <a:extLst>
              <a:ext uri="{FF2B5EF4-FFF2-40B4-BE49-F238E27FC236}">
                <a16:creationId xmlns:a16="http://schemas.microsoft.com/office/drawing/2014/main" id="{09933901-DBC7-439A-872C-C20FC6AC7C6C}"/>
              </a:ext>
            </a:extLst>
          </p:cNvPr>
          <p:cNvSpPr>
            <a:spLocks noGrp="1"/>
          </p:cNvSpPr>
          <p:nvPr/>
        </p:nvSpPr>
        <p:spPr>
          <a:xfrm>
            <a:off x="57026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01_find_only_2993">
            <a:extLst>
              <a:ext uri="{FF2B5EF4-FFF2-40B4-BE49-F238E27FC236}">
                <a16:creationId xmlns:a16="http://schemas.microsoft.com/office/drawing/2014/main" id="{399006F5-D952-43CE-AEE0-8FEA53D3CF65}"/>
              </a:ext>
            </a:extLst>
          </p:cNvPr>
          <p:cNvSpPr>
            <a:spLocks noGrp="1"/>
          </p:cNvSpPr>
          <p:nvPr/>
        </p:nvSpPr>
        <p:spPr>
          <a:xfrm>
            <a:off x="57601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01_find_only_2994">
            <a:extLst>
              <a:ext uri="{FF2B5EF4-FFF2-40B4-BE49-F238E27FC236}">
                <a16:creationId xmlns:a16="http://schemas.microsoft.com/office/drawing/2014/main" id="{E3043CFF-20F3-4C99-8F53-85CBC8349FC8}"/>
              </a:ext>
            </a:extLst>
          </p:cNvPr>
          <p:cNvSpPr>
            <a:spLocks noGrp="1"/>
          </p:cNvSpPr>
          <p:nvPr/>
        </p:nvSpPr>
        <p:spPr>
          <a:xfrm>
            <a:off x="57297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01_find_only_2995">
            <a:extLst>
              <a:ext uri="{FF2B5EF4-FFF2-40B4-BE49-F238E27FC236}">
                <a16:creationId xmlns:a16="http://schemas.microsoft.com/office/drawing/2014/main" id="{B7DAD7DD-7DD0-4EEF-B6A4-F924C8768CDD}"/>
              </a:ext>
            </a:extLst>
          </p:cNvPr>
          <p:cNvSpPr>
            <a:spLocks noGrp="1"/>
          </p:cNvSpPr>
          <p:nvPr/>
        </p:nvSpPr>
        <p:spPr>
          <a:xfrm>
            <a:off x="573637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01_find_only_2996">
            <a:extLst>
              <a:ext uri="{FF2B5EF4-FFF2-40B4-BE49-F238E27FC236}">
                <a16:creationId xmlns:a16="http://schemas.microsoft.com/office/drawing/2014/main" id="{47EB1F3B-6461-489D-B6EE-9F05386B0437}"/>
              </a:ext>
            </a:extLst>
          </p:cNvPr>
          <p:cNvSpPr>
            <a:spLocks noGrp="1"/>
          </p:cNvSpPr>
          <p:nvPr/>
        </p:nvSpPr>
        <p:spPr>
          <a:xfrm>
            <a:off x="5693721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01_find_only_2997">
            <a:extLst>
              <a:ext uri="{FF2B5EF4-FFF2-40B4-BE49-F238E27FC236}">
                <a16:creationId xmlns:a16="http://schemas.microsoft.com/office/drawing/2014/main" id="{845746A4-1F42-4CB1-AF8B-32A7E8DE4FDE}"/>
              </a:ext>
            </a:extLst>
          </p:cNvPr>
          <p:cNvSpPr>
            <a:spLocks noGrp="1"/>
          </p:cNvSpPr>
          <p:nvPr/>
        </p:nvSpPr>
        <p:spPr>
          <a:xfrm>
            <a:off x="575473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01_find_only_2998">
            <a:extLst>
              <a:ext uri="{FF2B5EF4-FFF2-40B4-BE49-F238E27FC236}">
                <a16:creationId xmlns:a16="http://schemas.microsoft.com/office/drawing/2014/main" id="{121AB924-B003-4CE6-AC95-9A23DF8FB2EC}"/>
              </a:ext>
            </a:extLst>
          </p:cNvPr>
          <p:cNvSpPr>
            <a:spLocks noGrp="1"/>
          </p:cNvSpPr>
          <p:nvPr/>
        </p:nvSpPr>
        <p:spPr>
          <a:xfrm>
            <a:off x="57365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01_find_only_2999">
            <a:extLst>
              <a:ext uri="{FF2B5EF4-FFF2-40B4-BE49-F238E27FC236}">
                <a16:creationId xmlns:a16="http://schemas.microsoft.com/office/drawing/2014/main" id="{AC1ABE1C-951F-44BF-899B-DB1F760A0239}"/>
              </a:ext>
            </a:extLst>
          </p:cNvPr>
          <p:cNvSpPr>
            <a:spLocks noGrp="1"/>
          </p:cNvSpPr>
          <p:nvPr/>
        </p:nvSpPr>
        <p:spPr>
          <a:xfrm>
            <a:off x="56810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01_find_only_3000">
            <a:extLst>
              <a:ext uri="{FF2B5EF4-FFF2-40B4-BE49-F238E27FC236}">
                <a16:creationId xmlns:a16="http://schemas.microsoft.com/office/drawing/2014/main" id="{7CDC6557-272D-48F8-B1DA-9AE1D7AF9E07}"/>
              </a:ext>
            </a:extLst>
          </p:cNvPr>
          <p:cNvSpPr>
            <a:spLocks noGrp="1"/>
          </p:cNvSpPr>
          <p:nvPr/>
        </p:nvSpPr>
        <p:spPr>
          <a:xfrm>
            <a:off x="5734913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01_find_only_3001">
            <a:extLst>
              <a:ext uri="{FF2B5EF4-FFF2-40B4-BE49-F238E27FC236}">
                <a16:creationId xmlns:a16="http://schemas.microsoft.com/office/drawing/2014/main" id="{71DD4D7C-0920-456D-879E-DDEFA9218A05}"/>
              </a:ext>
            </a:extLst>
          </p:cNvPr>
          <p:cNvSpPr>
            <a:spLocks noGrp="1"/>
          </p:cNvSpPr>
          <p:nvPr/>
        </p:nvSpPr>
        <p:spPr>
          <a:xfrm>
            <a:off x="5686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01_find_only_3002">
            <a:extLst>
              <a:ext uri="{FF2B5EF4-FFF2-40B4-BE49-F238E27FC236}">
                <a16:creationId xmlns:a16="http://schemas.microsoft.com/office/drawing/2014/main" id="{0F2ABEEF-0CB2-47F8-B44E-DD095D2F76C0}"/>
              </a:ext>
            </a:extLst>
          </p:cNvPr>
          <p:cNvSpPr>
            <a:spLocks noGrp="1"/>
          </p:cNvSpPr>
          <p:nvPr/>
        </p:nvSpPr>
        <p:spPr>
          <a:xfrm>
            <a:off x="56936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01_find_only_3003">
            <a:extLst>
              <a:ext uri="{FF2B5EF4-FFF2-40B4-BE49-F238E27FC236}">
                <a16:creationId xmlns:a16="http://schemas.microsoft.com/office/drawing/2014/main" id="{4B2BACA9-36C1-42D9-972D-1DA65C949CFA}"/>
              </a:ext>
            </a:extLst>
          </p:cNvPr>
          <p:cNvSpPr>
            <a:spLocks noGrp="1"/>
          </p:cNvSpPr>
          <p:nvPr/>
        </p:nvSpPr>
        <p:spPr>
          <a:xfrm>
            <a:off x="57539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01_find_only_3004">
            <a:extLst>
              <a:ext uri="{FF2B5EF4-FFF2-40B4-BE49-F238E27FC236}">
                <a16:creationId xmlns:a16="http://schemas.microsoft.com/office/drawing/2014/main" id="{4C1FF4AF-6CB9-42A4-874E-B272267A28AE}"/>
              </a:ext>
            </a:extLst>
          </p:cNvPr>
          <p:cNvSpPr>
            <a:spLocks noGrp="1"/>
          </p:cNvSpPr>
          <p:nvPr/>
        </p:nvSpPr>
        <p:spPr>
          <a:xfrm>
            <a:off x="5695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01_find_only_3005">
            <a:extLst>
              <a:ext uri="{FF2B5EF4-FFF2-40B4-BE49-F238E27FC236}">
                <a16:creationId xmlns:a16="http://schemas.microsoft.com/office/drawing/2014/main" id="{15838558-BE69-4CB1-ABFD-D0C26F9C2634}"/>
              </a:ext>
            </a:extLst>
          </p:cNvPr>
          <p:cNvSpPr>
            <a:spLocks noGrp="1"/>
          </p:cNvSpPr>
          <p:nvPr/>
        </p:nvSpPr>
        <p:spPr>
          <a:xfrm>
            <a:off x="5748514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01_find_only_3006">
            <a:extLst>
              <a:ext uri="{FF2B5EF4-FFF2-40B4-BE49-F238E27FC236}">
                <a16:creationId xmlns:a16="http://schemas.microsoft.com/office/drawing/2014/main" id="{2D5DC45D-85F3-46EF-BC86-BF10961FB6CA}"/>
              </a:ext>
            </a:extLst>
          </p:cNvPr>
          <p:cNvSpPr>
            <a:spLocks noGrp="1"/>
          </p:cNvSpPr>
          <p:nvPr/>
        </p:nvSpPr>
        <p:spPr>
          <a:xfrm>
            <a:off x="57492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01_find_only_3007">
            <a:extLst>
              <a:ext uri="{FF2B5EF4-FFF2-40B4-BE49-F238E27FC236}">
                <a16:creationId xmlns:a16="http://schemas.microsoft.com/office/drawing/2014/main" id="{61FF4B3A-F863-490E-BE02-C8ADFA673BB9}"/>
              </a:ext>
            </a:extLst>
          </p:cNvPr>
          <p:cNvSpPr>
            <a:spLocks noGrp="1"/>
          </p:cNvSpPr>
          <p:nvPr/>
        </p:nvSpPr>
        <p:spPr>
          <a:xfrm>
            <a:off x="575181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01_find_only_3008">
            <a:extLst>
              <a:ext uri="{FF2B5EF4-FFF2-40B4-BE49-F238E27FC236}">
                <a16:creationId xmlns:a16="http://schemas.microsoft.com/office/drawing/2014/main" id="{575137A6-3806-4060-9385-2854ED3D6433}"/>
              </a:ext>
            </a:extLst>
          </p:cNvPr>
          <p:cNvSpPr>
            <a:spLocks noGrp="1"/>
          </p:cNvSpPr>
          <p:nvPr/>
        </p:nvSpPr>
        <p:spPr>
          <a:xfrm>
            <a:off x="5695956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01_find_only_3009">
            <a:extLst>
              <a:ext uri="{FF2B5EF4-FFF2-40B4-BE49-F238E27FC236}">
                <a16:creationId xmlns:a16="http://schemas.microsoft.com/office/drawing/2014/main" id="{653C3248-814C-4B9D-94DD-A9ABF1EFFED9}"/>
              </a:ext>
            </a:extLst>
          </p:cNvPr>
          <p:cNvSpPr>
            <a:spLocks noGrp="1"/>
          </p:cNvSpPr>
          <p:nvPr/>
        </p:nvSpPr>
        <p:spPr>
          <a:xfrm>
            <a:off x="568128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01_find_only_3010">
            <a:extLst>
              <a:ext uri="{FF2B5EF4-FFF2-40B4-BE49-F238E27FC236}">
                <a16:creationId xmlns:a16="http://schemas.microsoft.com/office/drawing/2014/main" id="{6E866F7D-63AC-4D13-B7D3-E6A7B1223242}"/>
              </a:ext>
            </a:extLst>
          </p:cNvPr>
          <p:cNvSpPr>
            <a:spLocks noGrp="1"/>
          </p:cNvSpPr>
          <p:nvPr/>
        </p:nvSpPr>
        <p:spPr>
          <a:xfrm>
            <a:off x="573782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01_find_only_3011">
            <a:extLst>
              <a:ext uri="{FF2B5EF4-FFF2-40B4-BE49-F238E27FC236}">
                <a16:creationId xmlns:a16="http://schemas.microsoft.com/office/drawing/2014/main" id="{4A6CB39D-DDD1-4E4C-A43B-9655697C421F}"/>
              </a:ext>
            </a:extLst>
          </p:cNvPr>
          <p:cNvSpPr>
            <a:spLocks noGrp="1"/>
          </p:cNvSpPr>
          <p:nvPr/>
        </p:nvSpPr>
        <p:spPr>
          <a:xfrm>
            <a:off x="56767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01_find_only_3012">
            <a:extLst>
              <a:ext uri="{FF2B5EF4-FFF2-40B4-BE49-F238E27FC236}">
                <a16:creationId xmlns:a16="http://schemas.microsoft.com/office/drawing/2014/main" id="{C9B0A369-10AE-4ACB-A1E4-1C70E798FF34}"/>
              </a:ext>
            </a:extLst>
          </p:cNvPr>
          <p:cNvSpPr>
            <a:spLocks noGrp="1"/>
          </p:cNvSpPr>
          <p:nvPr/>
        </p:nvSpPr>
        <p:spPr>
          <a:xfrm>
            <a:off x="56828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01_find_only_3013">
            <a:extLst>
              <a:ext uri="{FF2B5EF4-FFF2-40B4-BE49-F238E27FC236}">
                <a16:creationId xmlns:a16="http://schemas.microsoft.com/office/drawing/2014/main" id="{93C34C5A-47C0-4DFF-BE4C-CF3BB859B97C}"/>
              </a:ext>
            </a:extLst>
          </p:cNvPr>
          <p:cNvSpPr>
            <a:spLocks noGrp="1"/>
          </p:cNvSpPr>
          <p:nvPr/>
        </p:nvSpPr>
        <p:spPr>
          <a:xfrm>
            <a:off x="57402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01_find_only_3014">
            <a:extLst>
              <a:ext uri="{FF2B5EF4-FFF2-40B4-BE49-F238E27FC236}">
                <a16:creationId xmlns:a16="http://schemas.microsoft.com/office/drawing/2014/main" id="{5FCD85CF-DA92-4536-B48C-2CC013EED4A0}"/>
              </a:ext>
            </a:extLst>
          </p:cNvPr>
          <p:cNvSpPr>
            <a:spLocks noGrp="1"/>
          </p:cNvSpPr>
          <p:nvPr/>
        </p:nvSpPr>
        <p:spPr>
          <a:xfrm>
            <a:off x="56775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01_find_only_3015">
            <a:extLst>
              <a:ext uri="{FF2B5EF4-FFF2-40B4-BE49-F238E27FC236}">
                <a16:creationId xmlns:a16="http://schemas.microsoft.com/office/drawing/2014/main" id="{BC084E88-477A-49A6-95EC-4DEF8FBD1174}"/>
              </a:ext>
            </a:extLst>
          </p:cNvPr>
          <p:cNvSpPr>
            <a:spLocks noGrp="1"/>
          </p:cNvSpPr>
          <p:nvPr/>
        </p:nvSpPr>
        <p:spPr>
          <a:xfrm>
            <a:off x="5758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01_find_only_3016">
            <a:extLst>
              <a:ext uri="{FF2B5EF4-FFF2-40B4-BE49-F238E27FC236}">
                <a16:creationId xmlns:a16="http://schemas.microsoft.com/office/drawing/2014/main" id="{1B549EE4-99A5-4441-BF5A-88D22D1348F3}"/>
              </a:ext>
            </a:extLst>
          </p:cNvPr>
          <p:cNvSpPr>
            <a:spLocks noGrp="1"/>
          </p:cNvSpPr>
          <p:nvPr/>
        </p:nvSpPr>
        <p:spPr>
          <a:xfrm>
            <a:off x="5744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01_find_only_3017">
            <a:extLst>
              <a:ext uri="{FF2B5EF4-FFF2-40B4-BE49-F238E27FC236}">
                <a16:creationId xmlns:a16="http://schemas.microsoft.com/office/drawing/2014/main" id="{6A844C9D-2221-446A-8BB6-C40CC3931E9A}"/>
              </a:ext>
            </a:extLst>
          </p:cNvPr>
          <p:cNvSpPr>
            <a:spLocks noGrp="1"/>
          </p:cNvSpPr>
          <p:nvPr/>
        </p:nvSpPr>
        <p:spPr>
          <a:xfrm>
            <a:off x="57088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01_find_only_3018">
            <a:extLst>
              <a:ext uri="{FF2B5EF4-FFF2-40B4-BE49-F238E27FC236}">
                <a16:creationId xmlns:a16="http://schemas.microsoft.com/office/drawing/2014/main" id="{E230D386-5BB0-419E-8E5A-D809A96B161C}"/>
              </a:ext>
            </a:extLst>
          </p:cNvPr>
          <p:cNvSpPr>
            <a:spLocks noGrp="1"/>
          </p:cNvSpPr>
          <p:nvPr/>
        </p:nvSpPr>
        <p:spPr>
          <a:xfrm>
            <a:off x="56924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01_find_only_3019">
            <a:extLst>
              <a:ext uri="{FF2B5EF4-FFF2-40B4-BE49-F238E27FC236}">
                <a16:creationId xmlns:a16="http://schemas.microsoft.com/office/drawing/2014/main" id="{CC041485-0581-4A46-9EA3-B25BB884EAAF}"/>
              </a:ext>
            </a:extLst>
          </p:cNvPr>
          <p:cNvSpPr>
            <a:spLocks noGrp="1"/>
          </p:cNvSpPr>
          <p:nvPr/>
        </p:nvSpPr>
        <p:spPr>
          <a:xfrm>
            <a:off x="5761630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01_find_only_3020">
            <a:extLst>
              <a:ext uri="{FF2B5EF4-FFF2-40B4-BE49-F238E27FC236}">
                <a16:creationId xmlns:a16="http://schemas.microsoft.com/office/drawing/2014/main" id="{2FB9E0A7-1D61-4625-924E-CD02C6DF512E}"/>
              </a:ext>
            </a:extLst>
          </p:cNvPr>
          <p:cNvSpPr>
            <a:spLocks noGrp="1"/>
          </p:cNvSpPr>
          <p:nvPr/>
        </p:nvSpPr>
        <p:spPr>
          <a:xfrm>
            <a:off x="5726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01_find_only_3021">
            <a:extLst>
              <a:ext uri="{FF2B5EF4-FFF2-40B4-BE49-F238E27FC236}">
                <a16:creationId xmlns:a16="http://schemas.microsoft.com/office/drawing/2014/main" id="{EFCE7AD8-0344-48D1-853F-D35D86B360BF}"/>
              </a:ext>
            </a:extLst>
          </p:cNvPr>
          <p:cNvSpPr>
            <a:spLocks noGrp="1"/>
          </p:cNvSpPr>
          <p:nvPr/>
        </p:nvSpPr>
        <p:spPr>
          <a:xfrm>
            <a:off x="5748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01_find_only_3022">
            <a:extLst>
              <a:ext uri="{FF2B5EF4-FFF2-40B4-BE49-F238E27FC236}">
                <a16:creationId xmlns:a16="http://schemas.microsoft.com/office/drawing/2014/main" id="{E6E17E6C-F9E1-4A73-A703-2986554C3AAF}"/>
              </a:ext>
            </a:extLst>
          </p:cNvPr>
          <p:cNvSpPr>
            <a:spLocks noGrp="1"/>
          </p:cNvSpPr>
          <p:nvPr/>
        </p:nvSpPr>
        <p:spPr>
          <a:xfrm>
            <a:off x="56804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01_find_only_3023">
            <a:extLst>
              <a:ext uri="{FF2B5EF4-FFF2-40B4-BE49-F238E27FC236}">
                <a16:creationId xmlns:a16="http://schemas.microsoft.com/office/drawing/2014/main" id="{299F10A1-3EA6-486B-A5CC-8F162964E353}"/>
              </a:ext>
            </a:extLst>
          </p:cNvPr>
          <p:cNvSpPr>
            <a:spLocks noGrp="1"/>
          </p:cNvSpPr>
          <p:nvPr/>
        </p:nvSpPr>
        <p:spPr>
          <a:xfrm>
            <a:off x="57078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01_find_only_3024">
            <a:extLst>
              <a:ext uri="{FF2B5EF4-FFF2-40B4-BE49-F238E27FC236}">
                <a16:creationId xmlns:a16="http://schemas.microsoft.com/office/drawing/2014/main" id="{64B6B9DA-0B22-4782-83F9-29C5DF3CF4E9}"/>
              </a:ext>
            </a:extLst>
          </p:cNvPr>
          <p:cNvSpPr>
            <a:spLocks noGrp="1"/>
          </p:cNvSpPr>
          <p:nvPr/>
        </p:nvSpPr>
        <p:spPr>
          <a:xfrm>
            <a:off x="57424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01_find_only_3025">
            <a:extLst>
              <a:ext uri="{FF2B5EF4-FFF2-40B4-BE49-F238E27FC236}">
                <a16:creationId xmlns:a16="http://schemas.microsoft.com/office/drawing/2014/main" id="{BAED441B-40C6-41A1-9CE6-8E0A44EABAF0}"/>
              </a:ext>
            </a:extLst>
          </p:cNvPr>
          <p:cNvSpPr>
            <a:spLocks noGrp="1"/>
          </p:cNvSpPr>
          <p:nvPr/>
        </p:nvSpPr>
        <p:spPr>
          <a:xfrm>
            <a:off x="5728404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01_find_only_3026">
            <a:extLst>
              <a:ext uri="{FF2B5EF4-FFF2-40B4-BE49-F238E27FC236}">
                <a16:creationId xmlns:a16="http://schemas.microsoft.com/office/drawing/2014/main" id="{3608F174-36AF-4939-A207-E73902C02C2F}"/>
              </a:ext>
            </a:extLst>
          </p:cNvPr>
          <p:cNvSpPr>
            <a:spLocks noGrp="1"/>
          </p:cNvSpPr>
          <p:nvPr/>
        </p:nvSpPr>
        <p:spPr>
          <a:xfrm>
            <a:off x="5756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01_find_only_3027">
            <a:extLst>
              <a:ext uri="{FF2B5EF4-FFF2-40B4-BE49-F238E27FC236}">
                <a16:creationId xmlns:a16="http://schemas.microsoft.com/office/drawing/2014/main" id="{E9279334-EB99-4ED3-8099-E96FC4EDAF84}"/>
              </a:ext>
            </a:extLst>
          </p:cNvPr>
          <p:cNvSpPr>
            <a:spLocks noGrp="1"/>
          </p:cNvSpPr>
          <p:nvPr/>
        </p:nvSpPr>
        <p:spPr>
          <a:xfrm>
            <a:off x="5666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01_find_only_3028">
            <a:extLst>
              <a:ext uri="{FF2B5EF4-FFF2-40B4-BE49-F238E27FC236}">
                <a16:creationId xmlns:a16="http://schemas.microsoft.com/office/drawing/2014/main" id="{D876E788-FCAA-4854-8E27-7F385788FCB0}"/>
              </a:ext>
            </a:extLst>
          </p:cNvPr>
          <p:cNvSpPr>
            <a:spLocks noGrp="1"/>
          </p:cNvSpPr>
          <p:nvPr/>
        </p:nvSpPr>
        <p:spPr>
          <a:xfrm>
            <a:off x="57067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01_find_only_3029">
            <a:extLst>
              <a:ext uri="{FF2B5EF4-FFF2-40B4-BE49-F238E27FC236}">
                <a16:creationId xmlns:a16="http://schemas.microsoft.com/office/drawing/2014/main" id="{533EC867-F959-432F-BC08-80BA80BECF38}"/>
              </a:ext>
            </a:extLst>
          </p:cNvPr>
          <p:cNvSpPr>
            <a:spLocks noGrp="1"/>
          </p:cNvSpPr>
          <p:nvPr/>
        </p:nvSpPr>
        <p:spPr>
          <a:xfrm>
            <a:off x="57249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01_find_only_3030">
            <a:extLst>
              <a:ext uri="{FF2B5EF4-FFF2-40B4-BE49-F238E27FC236}">
                <a16:creationId xmlns:a16="http://schemas.microsoft.com/office/drawing/2014/main" id="{0EC4F3E2-044A-467C-9CE9-42ADF536A8AF}"/>
              </a:ext>
            </a:extLst>
          </p:cNvPr>
          <p:cNvSpPr>
            <a:spLocks noGrp="1"/>
          </p:cNvSpPr>
          <p:nvPr/>
        </p:nvSpPr>
        <p:spPr>
          <a:xfrm>
            <a:off x="56946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01_find_only_3031">
            <a:extLst>
              <a:ext uri="{FF2B5EF4-FFF2-40B4-BE49-F238E27FC236}">
                <a16:creationId xmlns:a16="http://schemas.microsoft.com/office/drawing/2014/main" id="{A434A7C5-22CE-4911-8F07-DA290BE47108}"/>
              </a:ext>
            </a:extLst>
          </p:cNvPr>
          <p:cNvSpPr>
            <a:spLocks noGrp="1"/>
          </p:cNvSpPr>
          <p:nvPr/>
        </p:nvSpPr>
        <p:spPr>
          <a:xfrm>
            <a:off x="57164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01_find_only_3032">
            <a:extLst>
              <a:ext uri="{FF2B5EF4-FFF2-40B4-BE49-F238E27FC236}">
                <a16:creationId xmlns:a16="http://schemas.microsoft.com/office/drawing/2014/main" id="{746C2855-AFD8-4BA7-8BEB-8CA894B95B7A}"/>
              </a:ext>
            </a:extLst>
          </p:cNvPr>
          <p:cNvSpPr>
            <a:spLocks noGrp="1"/>
          </p:cNvSpPr>
          <p:nvPr/>
        </p:nvSpPr>
        <p:spPr>
          <a:xfrm>
            <a:off x="5704213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01_find_only_3033">
            <a:extLst>
              <a:ext uri="{FF2B5EF4-FFF2-40B4-BE49-F238E27FC236}">
                <a16:creationId xmlns:a16="http://schemas.microsoft.com/office/drawing/2014/main" id="{0A46A871-3BE2-434D-96AD-C0AF94FCEF30}"/>
              </a:ext>
            </a:extLst>
          </p:cNvPr>
          <p:cNvSpPr>
            <a:spLocks noGrp="1"/>
          </p:cNvSpPr>
          <p:nvPr/>
        </p:nvSpPr>
        <p:spPr>
          <a:xfrm>
            <a:off x="5746183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01_find_only_3034">
            <a:extLst>
              <a:ext uri="{FF2B5EF4-FFF2-40B4-BE49-F238E27FC236}">
                <a16:creationId xmlns:a16="http://schemas.microsoft.com/office/drawing/2014/main" id="{0171F989-8ADD-472B-9E38-049904CF87FC}"/>
              </a:ext>
            </a:extLst>
          </p:cNvPr>
          <p:cNvSpPr>
            <a:spLocks noGrp="1"/>
          </p:cNvSpPr>
          <p:nvPr/>
        </p:nvSpPr>
        <p:spPr>
          <a:xfrm>
            <a:off x="56774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01_find_only_3035">
            <a:extLst>
              <a:ext uri="{FF2B5EF4-FFF2-40B4-BE49-F238E27FC236}">
                <a16:creationId xmlns:a16="http://schemas.microsoft.com/office/drawing/2014/main" id="{620F4510-4A9F-4887-A214-14462D1EC25A}"/>
              </a:ext>
            </a:extLst>
          </p:cNvPr>
          <p:cNvSpPr>
            <a:spLocks noGrp="1"/>
          </p:cNvSpPr>
          <p:nvPr/>
        </p:nvSpPr>
        <p:spPr>
          <a:xfrm>
            <a:off x="5681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01_find_only_3036">
            <a:extLst>
              <a:ext uri="{FF2B5EF4-FFF2-40B4-BE49-F238E27FC236}">
                <a16:creationId xmlns:a16="http://schemas.microsoft.com/office/drawing/2014/main" id="{276942D4-64E4-48CB-8466-9F317FAB7930}"/>
              </a:ext>
            </a:extLst>
          </p:cNvPr>
          <p:cNvSpPr>
            <a:spLocks noGrp="1"/>
          </p:cNvSpPr>
          <p:nvPr/>
        </p:nvSpPr>
        <p:spPr>
          <a:xfrm>
            <a:off x="57222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01_find_only_3037">
            <a:extLst>
              <a:ext uri="{FF2B5EF4-FFF2-40B4-BE49-F238E27FC236}">
                <a16:creationId xmlns:a16="http://schemas.microsoft.com/office/drawing/2014/main" id="{C770C973-2053-4704-BD39-65C5F9DFD539}"/>
              </a:ext>
            </a:extLst>
          </p:cNvPr>
          <p:cNvSpPr>
            <a:spLocks noGrp="1"/>
          </p:cNvSpPr>
          <p:nvPr/>
        </p:nvSpPr>
        <p:spPr>
          <a:xfrm>
            <a:off x="57214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01_find_only_3038">
            <a:extLst>
              <a:ext uri="{FF2B5EF4-FFF2-40B4-BE49-F238E27FC236}">
                <a16:creationId xmlns:a16="http://schemas.microsoft.com/office/drawing/2014/main" id="{AC464F27-E7CA-4042-AF5E-617C04CE5E20}"/>
              </a:ext>
            </a:extLst>
          </p:cNvPr>
          <p:cNvSpPr>
            <a:spLocks noGrp="1"/>
          </p:cNvSpPr>
          <p:nvPr/>
        </p:nvSpPr>
        <p:spPr>
          <a:xfrm>
            <a:off x="57529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01_find_only_3039">
            <a:extLst>
              <a:ext uri="{FF2B5EF4-FFF2-40B4-BE49-F238E27FC236}">
                <a16:creationId xmlns:a16="http://schemas.microsoft.com/office/drawing/2014/main" id="{9E050701-D230-411D-9EB4-29F7E677EF4C}"/>
              </a:ext>
            </a:extLst>
          </p:cNvPr>
          <p:cNvSpPr>
            <a:spLocks noGrp="1"/>
          </p:cNvSpPr>
          <p:nvPr/>
        </p:nvSpPr>
        <p:spPr>
          <a:xfrm>
            <a:off x="57383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01_find_only_3040">
            <a:extLst>
              <a:ext uri="{FF2B5EF4-FFF2-40B4-BE49-F238E27FC236}">
                <a16:creationId xmlns:a16="http://schemas.microsoft.com/office/drawing/2014/main" id="{89F90081-5A9E-4EBA-83CA-ED8B31592002}"/>
              </a:ext>
            </a:extLst>
          </p:cNvPr>
          <p:cNvSpPr>
            <a:spLocks noGrp="1"/>
          </p:cNvSpPr>
          <p:nvPr/>
        </p:nvSpPr>
        <p:spPr>
          <a:xfrm>
            <a:off x="56924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01_find_only_3041">
            <a:extLst>
              <a:ext uri="{FF2B5EF4-FFF2-40B4-BE49-F238E27FC236}">
                <a16:creationId xmlns:a16="http://schemas.microsoft.com/office/drawing/2014/main" id="{500AD955-67DD-4271-9A6F-B0AEC57CA8EA}"/>
              </a:ext>
            </a:extLst>
          </p:cNvPr>
          <p:cNvSpPr>
            <a:spLocks noGrp="1"/>
          </p:cNvSpPr>
          <p:nvPr/>
        </p:nvSpPr>
        <p:spPr>
          <a:xfrm>
            <a:off x="574025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01_find_only_3042">
            <a:extLst>
              <a:ext uri="{FF2B5EF4-FFF2-40B4-BE49-F238E27FC236}">
                <a16:creationId xmlns:a16="http://schemas.microsoft.com/office/drawing/2014/main" id="{926A1510-47A6-43E2-BEE6-E2FF6A60DE6B}"/>
              </a:ext>
            </a:extLst>
          </p:cNvPr>
          <p:cNvSpPr>
            <a:spLocks noGrp="1"/>
          </p:cNvSpPr>
          <p:nvPr/>
        </p:nvSpPr>
        <p:spPr>
          <a:xfrm>
            <a:off x="57323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01_find_only_3043">
            <a:extLst>
              <a:ext uri="{FF2B5EF4-FFF2-40B4-BE49-F238E27FC236}">
                <a16:creationId xmlns:a16="http://schemas.microsoft.com/office/drawing/2014/main" id="{C7155EFA-72DD-4182-A149-F70488E0FB08}"/>
              </a:ext>
            </a:extLst>
          </p:cNvPr>
          <p:cNvSpPr>
            <a:spLocks noGrp="1"/>
          </p:cNvSpPr>
          <p:nvPr/>
        </p:nvSpPr>
        <p:spPr>
          <a:xfrm>
            <a:off x="57365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01_find_only_3044">
            <a:extLst>
              <a:ext uri="{FF2B5EF4-FFF2-40B4-BE49-F238E27FC236}">
                <a16:creationId xmlns:a16="http://schemas.microsoft.com/office/drawing/2014/main" id="{DF1FC4C7-7AF3-4A28-892D-71DE1EF3DCD4}"/>
              </a:ext>
            </a:extLst>
          </p:cNvPr>
          <p:cNvSpPr>
            <a:spLocks noGrp="1"/>
          </p:cNvSpPr>
          <p:nvPr/>
        </p:nvSpPr>
        <p:spPr>
          <a:xfrm>
            <a:off x="57182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01_find_only_3045">
            <a:extLst>
              <a:ext uri="{FF2B5EF4-FFF2-40B4-BE49-F238E27FC236}">
                <a16:creationId xmlns:a16="http://schemas.microsoft.com/office/drawing/2014/main" id="{4DC18BD8-EA26-49BF-B110-9667AF2F3406}"/>
              </a:ext>
            </a:extLst>
          </p:cNvPr>
          <p:cNvSpPr>
            <a:spLocks noGrp="1"/>
          </p:cNvSpPr>
          <p:nvPr/>
        </p:nvSpPr>
        <p:spPr>
          <a:xfrm>
            <a:off x="56677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01_find_only_3046">
            <a:extLst>
              <a:ext uri="{FF2B5EF4-FFF2-40B4-BE49-F238E27FC236}">
                <a16:creationId xmlns:a16="http://schemas.microsoft.com/office/drawing/2014/main" id="{F968849A-BDF2-4F3B-B7C3-608E5BE15969}"/>
              </a:ext>
            </a:extLst>
          </p:cNvPr>
          <p:cNvSpPr>
            <a:spLocks noGrp="1"/>
          </p:cNvSpPr>
          <p:nvPr/>
        </p:nvSpPr>
        <p:spPr>
          <a:xfrm>
            <a:off x="5732776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01_find_only_3047">
            <a:extLst>
              <a:ext uri="{FF2B5EF4-FFF2-40B4-BE49-F238E27FC236}">
                <a16:creationId xmlns:a16="http://schemas.microsoft.com/office/drawing/2014/main" id="{CC23BEB5-849C-4C6E-AC91-F78B45F83BDD}"/>
              </a:ext>
            </a:extLst>
          </p:cNvPr>
          <p:cNvSpPr>
            <a:spLocks noGrp="1"/>
          </p:cNvSpPr>
          <p:nvPr/>
        </p:nvSpPr>
        <p:spPr>
          <a:xfrm>
            <a:off x="57456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01_find_only_3048">
            <a:extLst>
              <a:ext uri="{FF2B5EF4-FFF2-40B4-BE49-F238E27FC236}">
                <a16:creationId xmlns:a16="http://schemas.microsoft.com/office/drawing/2014/main" id="{A436513A-082F-49BF-8E32-495775FF3C90}"/>
              </a:ext>
            </a:extLst>
          </p:cNvPr>
          <p:cNvSpPr>
            <a:spLocks noGrp="1"/>
          </p:cNvSpPr>
          <p:nvPr/>
        </p:nvSpPr>
        <p:spPr>
          <a:xfrm>
            <a:off x="5683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01_find_only_3049">
            <a:extLst>
              <a:ext uri="{FF2B5EF4-FFF2-40B4-BE49-F238E27FC236}">
                <a16:creationId xmlns:a16="http://schemas.microsoft.com/office/drawing/2014/main" id="{7535F28F-DCFA-4D5D-A9E3-6B73EA306533}"/>
              </a:ext>
            </a:extLst>
          </p:cNvPr>
          <p:cNvSpPr>
            <a:spLocks noGrp="1"/>
          </p:cNvSpPr>
          <p:nvPr/>
        </p:nvSpPr>
        <p:spPr>
          <a:xfrm>
            <a:off x="5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01_find_only_3050">
            <a:extLst>
              <a:ext uri="{FF2B5EF4-FFF2-40B4-BE49-F238E27FC236}">
                <a16:creationId xmlns:a16="http://schemas.microsoft.com/office/drawing/2014/main" id="{5D6AAB77-6427-4DFE-94B8-6B7C10B9D916}"/>
              </a:ext>
            </a:extLst>
          </p:cNvPr>
          <p:cNvSpPr>
            <a:spLocks noGrp="1"/>
          </p:cNvSpPr>
          <p:nvPr/>
        </p:nvSpPr>
        <p:spPr>
          <a:xfrm>
            <a:off x="573258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01_find_only_3051">
            <a:extLst>
              <a:ext uri="{FF2B5EF4-FFF2-40B4-BE49-F238E27FC236}">
                <a16:creationId xmlns:a16="http://schemas.microsoft.com/office/drawing/2014/main" id="{71C55DFE-A17E-4479-BD98-79CF7E5CCEF9}"/>
              </a:ext>
            </a:extLst>
          </p:cNvPr>
          <p:cNvSpPr>
            <a:spLocks noGrp="1"/>
          </p:cNvSpPr>
          <p:nvPr/>
        </p:nvSpPr>
        <p:spPr>
          <a:xfrm>
            <a:off x="5757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01_find_only_3052">
            <a:extLst>
              <a:ext uri="{FF2B5EF4-FFF2-40B4-BE49-F238E27FC236}">
                <a16:creationId xmlns:a16="http://schemas.microsoft.com/office/drawing/2014/main" id="{87CEA4E3-F232-4DB5-8BE6-A5F3C14209A6}"/>
              </a:ext>
            </a:extLst>
          </p:cNvPr>
          <p:cNvSpPr>
            <a:spLocks noGrp="1"/>
          </p:cNvSpPr>
          <p:nvPr/>
        </p:nvSpPr>
        <p:spPr>
          <a:xfrm>
            <a:off x="57618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01_find_only_3053">
            <a:extLst>
              <a:ext uri="{FF2B5EF4-FFF2-40B4-BE49-F238E27FC236}">
                <a16:creationId xmlns:a16="http://schemas.microsoft.com/office/drawing/2014/main" id="{7B3A1A3D-F6F2-49AD-9C2A-87D245BF6AC6}"/>
              </a:ext>
            </a:extLst>
          </p:cNvPr>
          <p:cNvSpPr>
            <a:spLocks noGrp="1"/>
          </p:cNvSpPr>
          <p:nvPr/>
        </p:nvSpPr>
        <p:spPr>
          <a:xfrm>
            <a:off x="57017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01_find_only_3054">
            <a:extLst>
              <a:ext uri="{FF2B5EF4-FFF2-40B4-BE49-F238E27FC236}">
                <a16:creationId xmlns:a16="http://schemas.microsoft.com/office/drawing/2014/main" id="{C0F8D8F3-8E22-43CC-A71C-F42BD39D12BE}"/>
              </a:ext>
            </a:extLst>
          </p:cNvPr>
          <p:cNvSpPr>
            <a:spLocks noGrp="1"/>
          </p:cNvSpPr>
          <p:nvPr/>
        </p:nvSpPr>
        <p:spPr>
          <a:xfrm>
            <a:off x="57374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01_find_only_3055">
            <a:extLst>
              <a:ext uri="{FF2B5EF4-FFF2-40B4-BE49-F238E27FC236}">
                <a16:creationId xmlns:a16="http://schemas.microsoft.com/office/drawing/2014/main" id="{82773C35-F5FA-4172-A8E8-C04F1F45A378}"/>
              </a:ext>
            </a:extLst>
          </p:cNvPr>
          <p:cNvSpPr>
            <a:spLocks noGrp="1"/>
          </p:cNvSpPr>
          <p:nvPr/>
        </p:nvSpPr>
        <p:spPr>
          <a:xfrm>
            <a:off x="57448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01_find_only_3056">
            <a:extLst>
              <a:ext uri="{FF2B5EF4-FFF2-40B4-BE49-F238E27FC236}">
                <a16:creationId xmlns:a16="http://schemas.microsoft.com/office/drawing/2014/main" id="{67BB9C7C-3E3F-4D24-A1C6-7DEF81381D2E}"/>
              </a:ext>
            </a:extLst>
          </p:cNvPr>
          <p:cNvSpPr>
            <a:spLocks noGrp="1"/>
          </p:cNvSpPr>
          <p:nvPr/>
        </p:nvSpPr>
        <p:spPr>
          <a:xfrm>
            <a:off x="5756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01_find_only_3057">
            <a:extLst>
              <a:ext uri="{FF2B5EF4-FFF2-40B4-BE49-F238E27FC236}">
                <a16:creationId xmlns:a16="http://schemas.microsoft.com/office/drawing/2014/main" id="{66C987D8-5DE4-42A9-8AA2-60D9D37AE533}"/>
              </a:ext>
            </a:extLst>
          </p:cNvPr>
          <p:cNvSpPr>
            <a:spLocks noGrp="1"/>
          </p:cNvSpPr>
          <p:nvPr/>
        </p:nvSpPr>
        <p:spPr>
          <a:xfrm>
            <a:off x="5746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01_find_only_3058">
            <a:extLst>
              <a:ext uri="{FF2B5EF4-FFF2-40B4-BE49-F238E27FC236}">
                <a16:creationId xmlns:a16="http://schemas.microsoft.com/office/drawing/2014/main" id="{169074EE-668B-4F24-B941-457A182E1FCD}"/>
              </a:ext>
            </a:extLst>
          </p:cNvPr>
          <p:cNvSpPr>
            <a:spLocks noGrp="1"/>
          </p:cNvSpPr>
          <p:nvPr/>
        </p:nvSpPr>
        <p:spPr>
          <a:xfrm>
            <a:off x="57316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01_find_only_3059">
            <a:extLst>
              <a:ext uri="{FF2B5EF4-FFF2-40B4-BE49-F238E27FC236}">
                <a16:creationId xmlns:a16="http://schemas.microsoft.com/office/drawing/2014/main" id="{2E73C5EB-8FDE-4C44-9A40-4589B12184FB}"/>
              </a:ext>
            </a:extLst>
          </p:cNvPr>
          <p:cNvSpPr>
            <a:spLocks noGrp="1"/>
          </p:cNvSpPr>
          <p:nvPr/>
        </p:nvSpPr>
        <p:spPr>
          <a:xfrm>
            <a:off x="5672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01_find_only_3060">
            <a:extLst>
              <a:ext uri="{FF2B5EF4-FFF2-40B4-BE49-F238E27FC236}">
                <a16:creationId xmlns:a16="http://schemas.microsoft.com/office/drawing/2014/main" id="{DF500FAD-6309-4C56-B14B-A6A39D6DDF6D}"/>
              </a:ext>
            </a:extLst>
          </p:cNvPr>
          <p:cNvSpPr>
            <a:spLocks noGrp="1"/>
          </p:cNvSpPr>
          <p:nvPr/>
        </p:nvSpPr>
        <p:spPr>
          <a:xfrm>
            <a:off x="5681480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01_find_only_3061">
            <a:extLst>
              <a:ext uri="{FF2B5EF4-FFF2-40B4-BE49-F238E27FC236}">
                <a16:creationId xmlns:a16="http://schemas.microsoft.com/office/drawing/2014/main" id="{372CFF82-AA15-4D53-B58E-55A8EEBA24DF}"/>
              </a:ext>
            </a:extLst>
          </p:cNvPr>
          <p:cNvSpPr>
            <a:spLocks noGrp="1"/>
          </p:cNvSpPr>
          <p:nvPr/>
        </p:nvSpPr>
        <p:spPr>
          <a:xfrm>
            <a:off x="5732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01_find_only_3062">
            <a:extLst>
              <a:ext uri="{FF2B5EF4-FFF2-40B4-BE49-F238E27FC236}">
                <a16:creationId xmlns:a16="http://schemas.microsoft.com/office/drawing/2014/main" id="{CC3D6202-4A8C-41E2-A3CA-A3716CE07B41}"/>
              </a:ext>
            </a:extLst>
          </p:cNvPr>
          <p:cNvSpPr>
            <a:spLocks noGrp="1"/>
          </p:cNvSpPr>
          <p:nvPr/>
        </p:nvSpPr>
        <p:spPr>
          <a:xfrm>
            <a:off x="57227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01_find_only_3063">
            <a:extLst>
              <a:ext uri="{FF2B5EF4-FFF2-40B4-BE49-F238E27FC236}">
                <a16:creationId xmlns:a16="http://schemas.microsoft.com/office/drawing/2014/main" id="{50726355-B8FB-4E28-9906-D1B50B69AEEA}"/>
              </a:ext>
            </a:extLst>
          </p:cNvPr>
          <p:cNvSpPr>
            <a:spLocks noGrp="1"/>
          </p:cNvSpPr>
          <p:nvPr/>
        </p:nvSpPr>
        <p:spPr>
          <a:xfrm>
            <a:off x="56855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01_find_only_3064">
            <a:extLst>
              <a:ext uri="{FF2B5EF4-FFF2-40B4-BE49-F238E27FC236}">
                <a16:creationId xmlns:a16="http://schemas.microsoft.com/office/drawing/2014/main" id="{37D6A66C-F008-4433-8286-F6A441F97F7E}"/>
              </a:ext>
            </a:extLst>
          </p:cNvPr>
          <p:cNvSpPr>
            <a:spLocks noGrp="1"/>
          </p:cNvSpPr>
          <p:nvPr/>
        </p:nvSpPr>
        <p:spPr>
          <a:xfrm>
            <a:off x="5703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01_find_only_3065">
            <a:extLst>
              <a:ext uri="{FF2B5EF4-FFF2-40B4-BE49-F238E27FC236}">
                <a16:creationId xmlns:a16="http://schemas.microsoft.com/office/drawing/2014/main" id="{CB8B3BAF-3ABB-4D87-BD12-AD6B71EE1F5E}"/>
              </a:ext>
            </a:extLst>
          </p:cNvPr>
          <p:cNvSpPr>
            <a:spLocks noGrp="1"/>
          </p:cNvSpPr>
          <p:nvPr/>
        </p:nvSpPr>
        <p:spPr>
          <a:xfrm>
            <a:off x="5668753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01_find_only_3066">
            <a:extLst>
              <a:ext uri="{FF2B5EF4-FFF2-40B4-BE49-F238E27FC236}">
                <a16:creationId xmlns:a16="http://schemas.microsoft.com/office/drawing/2014/main" id="{B0A5BA2D-03D7-4F0C-B494-A0D54EBCA05A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8" name="01_find_only_3067">
            <a:extLst>
              <a:ext uri="{FF2B5EF4-FFF2-40B4-BE49-F238E27FC236}">
                <a16:creationId xmlns:a16="http://schemas.microsoft.com/office/drawing/2014/main" id="{8E645ABF-788B-4365-BB2D-D043863EF93C}"/>
              </a:ext>
            </a:extLst>
          </p:cNvPr>
          <p:cNvSpPr>
            <a:spLocks noGrp="1"/>
          </p:cNvSpPr>
          <p:nvPr/>
        </p:nvSpPr>
        <p:spPr>
          <a:xfrm>
            <a:off x="4184890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9" name="text_3068">
            <a:extLst>
              <a:ext uri="{FF2B5EF4-FFF2-40B4-BE49-F238E27FC236}">
                <a16:creationId xmlns:a16="http://schemas.microsoft.com/office/drawing/2014/main" id="{0D7BE3DA-E403-472C-9471-9E366BB60354}"/>
              </a:ext>
            </a:extLst>
          </p:cNvPr>
          <p:cNvSpPr>
            <a:spLocks noGrp="1"/>
          </p:cNvSpPr>
          <p:nvPr/>
        </p:nvSpPr>
        <p:spPr>
          <a:xfrm>
            <a:off x="3953882" y="4752409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e</a:t>
            </a:r>
          </a:p>
        </p:txBody>
      </p:sp>
      <p:sp>
        <p:nvSpPr>
          <p:cNvPr id="3070" name="text_3069">
            <a:extLst>
              <a:ext uri="{FF2B5EF4-FFF2-40B4-BE49-F238E27FC236}">
                <a16:creationId xmlns:a16="http://schemas.microsoft.com/office/drawing/2014/main" id="{F7D38C4A-40EC-40B4-BD85-93945EA702C3}"/>
              </a:ext>
            </a:extLst>
          </p:cNvPr>
          <p:cNvSpPr>
            <a:spLocks noGrp="1"/>
          </p:cNvSpPr>
          <p:nvPr/>
        </p:nvSpPr>
        <p:spPr>
          <a:xfrm>
            <a:off x="4184891" y="4743417"/>
            <a:ext cx="1088277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CA2</a:t>
            </a:r>
          </a:p>
        </p:txBody>
      </p:sp>
      <p:sp>
        <p:nvSpPr>
          <p:cNvPr id="3071" name="01_find_only_3070">
            <a:extLst>
              <a:ext uri="{FF2B5EF4-FFF2-40B4-BE49-F238E27FC236}">
                <a16:creationId xmlns:a16="http://schemas.microsoft.com/office/drawing/2014/main" id="{2E48BA64-D2C0-4103-A9B1-384A94AE40F8}"/>
              </a:ext>
            </a:extLst>
          </p:cNvPr>
          <p:cNvSpPr>
            <a:spLocks noGrp="1"/>
          </p:cNvSpPr>
          <p:nvPr/>
        </p:nvSpPr>
        <p:spPr>
          <a:xfrm>
            <a:off x="4200168" y="5418004"/>
            <a:ext cx="1527834" cy="884820"/>
          </a:xfrm>
          <a:custGeom>
            <a:avLst/>
            <a:gdLst/>
            <a:ahLst/>
            <a:cxnLst/>
            <a:rect l="0" t="0" r="0" b="0"/>
            <a:pathLst>
              <a:path w="1500000" h="868700">
                <a:moveTo>
                  <a:pt x="0" y="868700"/>
                </a:moveTo>
                <a:lnTo>
                  <a:pt x="19231" y="867809"/>
                </a:lnTo>
                <a:lnTo>
                  <a:pt x="19231" y="867117"/>
                </a:lnTo>
                <a:lnTo>
                  <a:pt x="25000" y="866474"/>
                </a:lnTo>
                <a:lnTo>
                  <a:pt x="25641" y="865402"/>
                </a:lnTo>
                <a:lnTo>
                  <a:pt x="27778" y="865402"/>
                </a:lnTo>
                <a:lnTo>
                  <a:pt x="27778" y="863154"/>
                </a:lnTo>
                <a:lnTo>
                  <a:pt x="35714" y="862307"/>
                </a:lnTo>
                <a:lnTo>
                  <a:pt x="35714" y="860379"/>
                </a:lnTo>
                <a:lnTo>
                  <a:pt x="41667" y="859688"/>
                </a:lnTo>
                <a:lnTo>
                  <a:pt x="41667" y="856653"/>
                </a:lnTo>
                <a:lnTo>
                  <a:pt x="45455" y="856480"/>
                </a:lnTo>
                <a:lnTo>
                  <a:pt x="45455" y="854027"/>
                </a:lnTo>
                <a:lnTo>
                  <a:pt x="50000" y="854027"/>
                </a:lnTo>
                <a:lnTo>
                  <a:pt x="51282" y="851831"/>
                </a:lnTo>
                <a:lnTo>
                  <a:pt x="55556" y="851831"/>
                </a:lnTo>
                <a:lnTo>
                  <a:pt x="55556" y="849582"/>
                </a:lnTo>
                <a:lnTo>
                  <a:pt x="62500" y="849185"/>
                </a:lnTo>
                <a:lnTo>
                  <a:pt x="62500" y="843564"/>
                </a:lnTo>
                <a:lnTo>
                  <a:pt x="71429" y="842544"/>
                </a:lnTo>
                <a:lnTo>
                  <a:pt x="71429" y="837726"/>
                </a:lnTo>
                <a:lnTo>
                  <a:pt x="83333" y="836809"/>
                </a:lnTo>
                <a:lnTo>
                  <a:pt x="83333" y="818988"/>
                </a:lnTo>
                <a:lnTo>
                  <a:pt x="90909" y="818815"/>
                </a:lnTo>
                <a:lnTo>
                  <a:pt x="91667" y="816137"/>
                </a:lnTo>
                <a:lnTo>
                  <a:pt x="100000" y="815445"/>
                </a:lnTo>
                <a:lnTo>
                  <a:pt x="100000" y="802181"/>
                </a:lnTo>
                <a:lnTo>
                  <a:pt x="107143" y="801446"/>
                </a:lnTo>
                <a:lnTo>
                  <a:pt x="108333" y="799775"/>
                </a:lnTo>
                <a:lnTo>
                  <a:pt x="111111" y="799603"/>
                </a:lnTo>
                <a:lnTo>
                  <a:pt x="111111" y="798104"/>
                </a:lnTo>
                <a:lnTo>
                  <a:pt x="125000" y="797239"/>
                </a:lnTo>
                <a:lnTo>
                  <a:pt x="125000" y="772508"/>
                </a:lnTo>
                <a:lnTo>
                  <a:pt x="136364" y="771419"/>
                </a:lnTo>
                <a:lnTo>
                  <a:pt x="136364" y="768966"/>
                </a:lnTo>
                <a:lnTo>
                  <a:pt x="138889" y="768966"/>
                </a:lnTo>
                <a:lnTo>
                  <a:pt x="138889" y="767467"/>
                </a:lnTo>
                <a:lnTo>
                  <a:pt x="142857" y="767069"/>
                </a:lnTo>
                <a:lnTo>
                  <a:pt x="142857" y="762252"/>
                </a:lnTo>
                <a:lnTo>
                  <a:pt x="150000" y="762079"/>
                </a:lnTo>
                <a:lnTo>
                  <a:pt x="150000" y="759830"/>
                </a:lnTo>
                <a:lnTo>
                  <a:pt x="166667" y="759485"/>
                </a:lnTo>
                <a:lnTo>
                  <a:pt x="166667" y="726112"/>
                </a:lnTo>
                <a:lnTo>
                  <a:pt x="175000" y="725421"/>
                </a:lnTo>
                <a:lnTo>
                  <a:pt x="175000" y="724521"/>
                </a:lnTo>
                <a:lnTo>
                  <a:pt x="181818" y="723385"/>
                </a:lnTo>
                <a:lnTo>
                  <a:pt x="181818" y="722159"/>
                </a:lnTo>
                <a:lnTo>
                  <a:pt x="187500" y="721986"/>
                </a:lnTo>
                <a:lnTo>
                  <a:pt x="187500" y="716927"/>
                </a:lnTo>
                <a:lnTo>
                  <a:pt x="200000" y="716356"/>
                </a:lnTo>
                <a:lnTo>
                  <a:pt x="200000" y="703316"/>
                </a:lnTo>
                <a:lnTo>
                  <a:pt x="208333" y="703143"/>
                </a:lnTo>
                <a:lnTo>
                  <a:pt x="208333" y="699771"/>
                </a:lnTo>
                <a:lnTo>
                  <a:pt x="214286" y="699079"/>
                </a:lnTo>
                <a:lnTo>
                  <a:pt x="214286" y="694262"/>
                </a:lnTo>
                <a:lnTo>
                  <a:pt x="225000" y="692942"/>
                </a:lnTo>
                <a:lnTo>
                  <a:pt x="225000" y="692042"/>
                </a:lnTo>
                <a:lnTo>
                  <a:pt x="227273" y="692042"/>
                </a:lnTo>
                <a:lnTo>
                  <a:pt x="227273" y="689590"/>
                </a:lnTo>
                <a:lnTo>
                  <a:pt x="250000" y="688621"/>
                </a:lnTo>
                <a:lnTo>
                  <a:pt x="250000" y="567016"/>
                </a:lnTo>
                <a:lnTo>
                  <a:pt x="269231" y="566220"/>
                </a:lnTo>
                <a:lnTo>
                  <a:pt x="269231" y="565528"/>
                </a:lnTo>
                <a:lnTo>
                  <a:pt x="272727" y="565528"/>
                </a:lnTo>
                <a:lnTo>
                  <a:pt x="272727" y="563076"/>
                </a:lnTo>
                <a:lnTo>
                  <a:pt x="285714" y="562055"/>
                </a:lnTo>
                <a:lnTo>
                  <a:pt x="285714" y="557238"/>
                </a:lnTo>
                <a:lnTo>
                  <a:pt x="291667" y="556546"/>
                </a:lnTo>
                <a:lnTo>
                  <a:pt x="291667" y="555422"/>
                </a:lnTo>
                <a:lnTo>
                  <a:pt x="300000" y="555249"/>
                </a:lnTo>
                <a:lnTo>
                  <a:pt x="301282" y="542935"/>
                </a:lnTo>
                <a:lnTo>
                  <a:pt x="305556" y="542935"/>
                </a:lnTo>
                <a:lnTo>
                  <a:pt x="305556" y="541436"/>
                </a:lnTo>
                <a:lnTo>
                  <a:pt x="312500" y="541039"/>
                </a:lnTo>
                <a:lnTo>
                  <a:pt x="312500" y="537666"/>
                </a:lnTo>
                <a:lnTo>
                  <a:pt x="318182" y="537268"/>
                </a:lnTo>
                <a:lnTo>
                  <a:pt x="318182" y="534816"/>
                </a:lnTo>
                <a:lnTo>
                  <a:pt x="326923" y="533454"/>
                </a:lnTo>
                <a:lnTo>
                  <a:pt x="326923" y="533282"/>
                </a:lnTo>
                <a:lnTo>
                  <a:pt x="333333" y="533282"/>
                </a:lnTo>
                <a:lnTo>
                  <a:pt x="333333" y="504031"/>
                </a:lnTo>
                <a:lnTo>
                  <a:pt x="350000" y="503460"/>
                </a:lnTo>
                <a:lnTo>
                  <a:pt x="350000" y="501212"/>
                </a:lnTo>
                <a:lnTo>
                  <a:pt x="357143" y="501039"/>
                </a:lnTo>
                <a:lnTo>
                  <a:pt x="358333" y="495997"/>
                </a:lnTo>
                <a:lnTo>
                  <a:pt x="363636" y="495824"/>
                </a:lnTo>
                <a:lnTo>
                  <a:pt x="363636" y="493371"/>
                </a:lnTo>
                <a:lnTo>
                  <a:pt x="375000" y="492800"/>
                </a:lnTo>
                <a:lnTo>
                  <a:pt x="375000" y="470543"/>
                </a:lnTo>
                <a:lnTo>
                  <a:pt x="392857" y="469799"/>
                </a:lnTo>
                <a:lnTo>
                  <a:pt x="392857" y="468836"/>
                </a:lnTo>
                <a:lnTo>
                  <a:pt x="400000" y="468663"/>
                </a:lnTo>
                <a:lnTo>
                  <a:pt x="400000" y="461019"/>
                </a:lnTo>
                <a:lnTo>
                  <a:pt x="409091" y="460846"/>
                </a:lnTo>
                <a:lnTo>
                  <a:pt x="410256" y="458220"/>
                </a:lnTo>
                <a:lnTo>
                  <a:pt x="416667" y="458220"/>
                </a:lnTo>
                <a:lnTo>
                  <a:pt x="416667" y="449054"/>
                </a:lnTo>
                <a:lnTo>
                  <a:pt x="429487" y="447693"/>
                </a:lnTo>
                <a:lnTo>
                  <a:pt x="429487" y="447520"/>
                </a:lnTo>
                <a:lnTo>
                  <a:pt x="437500" y="447122"/>
                </a:lnTo>
                <a:lnTo>
                  <a:pt x="437500" y="445436"/>
                </a:lnTo>
                <a:lnTo>
                  <a:pt x="450000" y="445090"/>
                </a:lnTo>
                <a:lnTo>
                  <a:pt x="450000" y="443741"/>
                </a:lnTo>
                <a:lnTo>
                  <a:pt x="454545" y="443741"/>
                </a:lnTo>
                <a:lnTo>
                  <a:pt x="455128" y="441115"/>
                </a:lnTo>
                <a:lnTo>
                  <a:pt x="466667" y="439754"/>
                </a:lnTo>
                <a:lnTo>
                  <a:pt x="467949" y="439356"/>
                </a:lnTo>
                <a:lnTo>
                  <a:pt x="500000" y="438665"/>
                </a:lnTo>
                <a:lnTo>
                  <a:pt x="500000" y="110176"/>
                </a:lnTo>
                <a:lnTo>
                  <a:pt x="571429" y="108950"/>
                </a:lnTo>
                <a:lnTo>
                  <a:pt x="571429" y="107023"/>
                </a:lnTo>
                <a:lnTo>
                  <a:pt x="583333" y="107023"/>
                </a:lnTo>
                <a:lnTo>
                  <a:pt x="583333" y="104550"/>
                </a:lnTo>
                <a:lnTo>
                  <a:pt x="591667" y="103323"/>
                </a:lnTo>
                <a:lnTo>
                  <a:pt x="591667" y="103099"/>
                </a:lnTo>
                <a:lnTo>
                  <a:pt x="600000" y="103099"/>
                </a:lnTo>
                <a:lnTo>
                  <a:pt x="600000" y="100176"/>
                </a:lnTo>
                <a:lnTo>
                  <a:pt x="666667" y="99277"/>
                </a:lnTo>
                <a:lnTo>
                  <a:pt x="666667" y="90059"/>
                </a:lnTo>
                <a:lnTo>
                  <a:pt x="714286" y="89834"/>
                </a:lnTo>
                <a:lnTo>
                  <a:pt x="714286" y="87907"/>
                </a:lnTo>
                <a:lnTo>
                  <a:pt x="750000" y="87682"/>
                </a:lnTo>
                <a:lnTo>
                  <a:pt x="750000" y="74192"/>
                </a:lnTo>
                <a:lnTo>
                  <a:pt x="958333" y="72843"/>
                </a:lnTo>
                <a:lnTo>
                  <a:pt x="958333" y="72619"/>
                </a:lnTo>
                <a:lnTo>
                  <a:pt x="1000000" y="72394"/>
                </a:lnTo>
                <a:lnTo>
                  <a:pt x="1000000" y="49911"/>
                </a:lnTo>
                <a:lnTo>
                  <a:pt x="1083333" y="49462"/>
                </a:lnTo>
                <a:lnTo>
                  <a:pt x="1083333" y="47213"/>
                </a:lnTo>
                <a:lnTo>
                  <a:pt x="1125000" y="47213"/>
                </a:lnTo>
                <a:lnTo>
                  <a:pt x="1125000" y="40469"/>
                </a:lnTo>
                <a:lnTo>
                  <a:pt x="1250000" y="40469"/>
                </a:lnTo>
                <a:lnTo>
                  <a:pt x="1250000" y="37096"/>
                </a:lnTo>
                <a:lnTo>
                  <a:pt x="1375000" y="37096"/>
                </a:lnTo>
                <a:lnTo>
                  <a:pt x="1375000" y="33724"/>
                </a:lnTo>
                <a:lnTo>
                  <a:pt x="1500000" y="3372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072" name="01_find_only_3071">
            <a:extLst>
              <a:ext uri="{FF2B5EF4-FFF2-40B4-BE49-F238E27FC236}">
                <a16:creationId xmlns:a16="http://schemas.microsoft.com/office/drawing/2014/main" id="{40F09D9D-B601-4206-9928-986666920C78}"/>
              </a:ext>
            </a:extLst>
          </p:cNvPr>
          <p:cNvSpPr>
            <a:spLocks noGrp="1"/>
          </p:cNvSpPr>
          <p:nvPr/>
        </p:nvSpPr>
        <p:spPr>
          <a:xfrm>
            <a:off x="4200168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91792"/>
                </a:lnTo>
                <a:lnTo>
                  <a:pt x="269231" y="891792"/>
                </a:lnTo>
                <a:lnTo>
                  <a:pt x="269231" y="875535"/>
                </a:lnTo>
                <a:lnTo>
                  <a:pt x="285714" y="875535"/>
                </a:lnTo>
                <a:lnTo>
                  <a:pt x="285714" y="845344"/>
                </a:lnTo>
                <a:lnTo>
                  <a:pt x="333333" y="845344"/>
                </a:lnTo>
                <a:lnTo>
                  <a:pt x="333333" y="812831"/>
                </a:lnTo>
                <a:lnTo>
                  <a:pt x="375000" y="812831"/>
                </a:lnTo>
                <a:lnTo>
                  <a:pt x="375000" y="777608"/>
                </a:lnTo>
                <a:lnTo>
                  <a:pt x="500000" y="777608"/>
                </a:lnTo>
                <a:lnTo>
                  <a:pt x="500000" y="422672"/>
                </a:lnTo>
                <a:lnTo>
                  <a:pt x="666667" y="422672"/>
                </a:lnTo>
                <a:lnTo>
                  <a:pt x="666667" y="392481"/>
                </a:lnTo>
                <a:lnTo>
                  <a:pt x="750000" y="392481"/>
                </a:lnTo>
                <a:lnTo>
                  <a:pt x="750000" y="339647"/>
                </a:lnTo>
                <a:lnTo>
                  <a:pt x="1000000" y="339647"/>
                </a:lnTo>
                <a:lnTo>
                  <a:pt x="1000000" y="237753"/>
                </a:lnTo>
                <a:lnTo>
                  <a:pt x="1083333" y="237753"/>
                </a:lnTo>
                <a:lnTo>
                  <a:pt x="1083333" y="184919"/>
                </a:lnTo>
                <a:lnTo>
                  <a:pt x="1500000" y="184919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073" name="01_find_only_3072">
            <a:extLst>
              <a:ext uri="{FF2B5EF4-FFF2-40B4-BE49-F238E27FC236}">
                <a16:creationId xmlns:a16="http://schemas.microsoft.com/office/drawing/2014/main" id="{685DF918-F94F-48E5-B1B7-D4638579F34A}"/>
              </a:ext>
            </a:extLst>
          </p:cNvPr>
          <p:cNvSpPr>
            <a:spLocks noGrp="1"/>
          </p:cNvSpPr>
          <p:nvPr/>
        </p:nvSpPr>
        <p:spPr>
          <a:xfrm>
            <a:off x="4432817" y="59735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4" name="01_find_only_3073">
            <a:extLst>
              <a:ext uri="{FF2B5EF4-FFF2-40B4-BE49-F238E27FC236}">
                <a16:creationId xmlns:a16="http://schemas.microsoft.com/office/drawing/2014/main" id="{6358A3B2-8E1B-4CC6-BC00-50585AB70B9A}"/>
              </a:ext>
            </a:extLst>
          </p:cNvPr>
          <p:cNvSpPr>
            <a:spLocks noGrp="1"/>
          </p:cNvSpPr>
          <p:nvPr/>
        </p:nvSpPr>
        <p:spPr>
          <a:xfrm>
            <a:off x="4687456" y="550823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5" name="01_find_only_3074">
            <a:extLst>
              <a:ext uri="{FF2B5EF4-FFF2-40B4-BE49-F238E27FC236}">
                <a16:creationId xmlns:a16="http://schemas.microsoft.com/office/drawing/2014/main" id="{03B60A6C-6E50-4FA9-9642-3E543D756118}"/>
              </a:ext>
            </a:extLst>
          </p:cNvPr>
          <p:cNvSpPr>
            <a:spLocks noGrp="1"/>
          </p:cNvSpPr>
          <p:nvPr/>
        </p:nvSpPr>
        <p:spPr>
          <a:xfrm>
            <a:off x="5196734" y="54468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6" name="01_find_only_3075">
            <a:extLst>
              <a:ext uri="{FF2B5EF4-FFF2-40B4-BE49-F238E27FC236}">
                <a16:creationId xmlns:a16="http://schemas.microsoft.com/office/drawing/2014/main" id="{31AEB54D-0CCF-4046-AC6B-0A6F7067500A}"/>
              </a:ext>
            </a:extLst>
          </p:cNvPr>
          <p:cNvSpPr>
            <a:spLocks noGrp="1"/>
          </p:cNvSpPr>
          <p:nvPr/>
        </p:nvSpPr>
        <p:spPr>
          <a:xfrm>
            <a:off x="5706012" y="539601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7" name="01_find_only_3076">
            <a:extLst>
              <a:ext uri="{FF2B5EF4-FFF2-40B4-BE49-F238E27FC236}">
                <a16:creationId xmlns:a16="http://schemas.microsoft.com/office/drawing/2014/main" id="{062DE6D1-2661-4D72-82EE-BB9CD5E4A3BE}"/>
              </a:ext>
            </a:extLst>
          </p:cNvPr>
          <p:cNvSpPr>
            <a:spLocks noGrp="1"/>
          </p:cNvSpPr>
          <p:nvPr/>
        </p:nvSpPr>
        <p:spPr>
          <a:xfrm>
            <a:off x="4418220" y="588303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8" name="01_find_only_3077">
            <a:extLst>
              <a:ext uri="{FF2B5EF4-FFF2-40B4-BE49-F238E27FC236}">
                <a16:creationId xmlns:a16="http://schemas.microsoft.com/office/drawing/2014/main" id="{BDED3CE4-15D5-4231-B71D-E216350D81D2}"/>
              </a:ext>
            </a:extLst>
          </p:cNvPr>
          <p:cNvSpPr>
            <a:spLocks noGrp="1"/>
          </p:cNvSpPr>
          <p:nvPr/>
        </p:nvSpPr>
        <p:spPr>
          <a:xfrm>
            <a:off x="4672859" y="540520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9" name="01_find_only_3078">
            <a:extLst>
              <a:ext uri="{FF2B5EF4-FFF2-40B4-BE49-F238E27FC236}">
                <a16:creationId xmlns:a16="http://schemas.microsoft.com/office/drawing/2014/main" id="{BEB77EB0-FECB-4FD0-80EF-1EA50D8FD8A6}"/>
              </a:ext>
            </a:extLst>
          </p:cNvPr>
          <p:cNvSpPr>
            <a:spLocks noGrp="1"/>
          </p:cNvSpPr>
          <p:nvPr/>
        </p:nvSpPr>
        <p:spPr>
          <a:xfrm>
            <a:off x="5182137" y="521685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0" name="01_find_only_3079">
            <a:extLst>
              <a:ext uri="{FF2B5EF4-FFF2-40B4-BE49-F238E27FC236}">
                <a16:creationId xmlns:a16="http://schemas.microsoft.com/office/drawing/2014/main" id="{745F1F63-159C-433F-8407-0480DAB6E36A}"/>
              </a:ext>
            </a:extLst>
          </p:cNvPr>
          <p:cNvSpPr>
            <a:spLocks noGrp="1"/>
          </p:cNvSpPr>
          <p:nvPr/>
        </p:nvSpPr>
        <p:spPr>
          <a:xfrm>
            <a:off x="569141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1" name="01_find_only_3080">
            <a:extLst>
              <a:ext uri="{FF2B5EF4-FFF2-40B4-BE49-F238E27FC236}">
                <a16:creationId xmlns:a16="http://schemas.microsoft.com/office/drawing/2014/main" id="{C61C557A-F4F0-4FD6-9F65-A195FB080EF1}"/>
              </a:ext>
            </a:extLst>
          </p:cNvPr>
          <p:cNvSpPr>
            <a:spLocks noGrp="1"/>
          </p:cNvSpPr>
          <p:nvPr/>
        </p:nvSpPr>
        <p:spPr>
          <a:xfrm>
            <a:off x="6346469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01_find_only_3081">
            <a:extLst>
              <a:ext uri="{FF2B5EF4-FFF2-40B4-BE49-F238E27FC236}">
                <a16:creationId xmlns:a16="http://schemas.microsoft.com/office/drawing/2014/main" id="{BB320D19-4E8E-4D61-BB17-358D8F6B4D46}"/>
              </a:ext>
            </a:extLst>
          </p:cNvPr>
          <p:cNvSpPr>
            <a:spLocks noGrp="1"/>
          </p:cNvSpPr>
          <p:nvPr/>
        </p:nvSpPr>
        <p:spPr>
          <a:xfrm>
            <a:off x="655018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33" y="1257449"/>
                </a:lnTo>
                <a:lnTo>
                  <a:pt x="2881" y="1246883"/>
                </a:lnTo>
                <a:lnTo>
                  <a:pt x="6299" y="1236316"/>
                </a:lnTo>
                <a:lnTo>
                  <a:pt x="10762" y="1225749"/>
                </a:lnTo>
                <a:lnTo>
                  <a:pt x="15988" y="1215182"/>
                </a:lnTo>
                <a:lnTo>
                  <a:pt x="21672" y="1204615"/>
                </a:lnTo>
                <a:lnTo>
                  <a:pt x="27508" y="1194049"/>
                </a:lnTo>
                <a:lnTo>
                  <a:pt x="33221" y="1183482"/>
                </a:lnTo>
                <a:lnTo>
                  <a:pt x="38581" y="1172915"/>
                </a:lnTo>
                <a:lnTo>
                  <a:pt x="43421" y="1162348"/>
                </a:lnTo>
                <a:lnTo>
                  <a:pt x="47634" y="1151781"/>
                </a:lnTo>
                <a:lnTo>
                  <a:pt x="51175" y="1141215"/>
                </a:lnTo>
                <a:lnTo>
                  <a:pt x="54051" y="1130648"/>
                </a:lnTo>
                <a:lnTo>
                  <a:pt x="56309" y="1120081"/>
                </a:lnTo>
                <a:lnTo>
                  <a:pt x="58021" y="1109514"/>
                </a:lnTo>
                <a:lnTo>
                  <a:pt x="59274" y="1098947"/>
                </a:lnTo>
                <a:lnTo>
                  <a:pt x="60160" y="1088381"/>
                </a:lnTo>
                <a:lnTo>
                  <a:pt x="60763" y="1077814"/>
                </a:lnTo>
                <a:lnTo>
                  <a:pt x="61160" y="1067247"/>
                </a:lnTo>
                <a:lnTo>
                  <a:pt x="61414" y="1056680"/>
                </a:lnTo>
                <a:lnTo>
                  <a:pt x="61572" y="1046113"/>
                </a:lnTo>
                <a:lnTo>
                  <a:pt x="61669" y="1035547"/>
                </a:lnTo>
                <a:lnTo>
                  <a:pt x="61729" y="1024980"/>
                </a:lnTo>
                <a:lnTo>
                  <a:pt x="61764" y="1014413"/>
                </a:lnTo>
                <a:lnTo>
                  <a:pt x="61780" y="1003846"/>
                </a:lnTo>
                <a:lnTo>
                  <a:pt x="61778" y="993279"/>
                </a:lnTo>
                <a:lnTo>
                  <a:pt x="61754" y="982713"/>
                </a:lnTo>
                <a:lnTo>
                  <a:pt x="61703" y="972146"/>
                </a:lnTo>
                <a:lnTo>
                  <a:pt x="61623" y="961579"/>
                </a:lnTo>
                <a:lnTo>
                  <a:pt x="61508" y="951012"/>
                </a:lnTo>
                <a:lnTo>
                  <a:pt x="61356" y="940445"/>
                </a:lnTo>
                <a:lnTo>
                  <a:pt x="61168" y="929879"/>
                </a:lnTo>
                <a:lnTo>
                  <a:pt x="60946" y="919312"/>
                </a:lnTo>
                <a:lnTo>
                  <a:pt x="60692" y="908745"/>
                </a:lnTo>
                <a:lnTo>
                  <a:pt x="60411" y="898178"/>
                </a:lnTo>
                <a:lnTo>
                  <a:pt x="60111" y="887611"/>
                </a:lnTo>
                <a:lnTo>
                  <a:pt x="59797" y="877045"/>
                </a:lnTo>
                <a:lnTo>
                  <a:pt x="59475" y="866478"/>
                </a:lnTo>
                <a:lnTo>
                  <a:pt x="59149" y="855911"/>
                </a:lnTo>
                <a:lnTo>
                  <a:pt x="58824" y="845344"/>
                </a:lnTo>
                <a:lnTo>
                  <a:pt x="58498" y="834777"/>
                </a:lnTo>
                <a:lnTo>
                  <a:pt x="58169" y="824211"/>
                </a:lnTo>
                <a:lnTo>
                  <a:pt x="57832" y="813644"/>
                </a:lnTo>
                <a:lnTo>
                  <a:pt x="57478" y="803077"/>
                </a:lnTo>
                <a:lnTo>
                  <a:pt x="57094" y="792510"/>
                </a:lnTo>
                <a:lnTo>
                  <a:pt x="56668" y="781943"/>
                </a:lnTo>
                <a:lnTo>
                  <a:pt x="56185" y="771377"/>
                </a:lnTo>
                <a:lnTo>
                  <a:pt x="55633" y="760810"/>
                </a:lnTo>
                <a:lnTo>
                  <a:pt x="55002" y="750243"/>
                </a:lnTo>
                <a:lnTo>
                  <a:pt x="54289" y="739676"/>
                </a:lnTo>
                <a:lnTo>
                  <a:pt x="53501" y="729109"/>
                </a:lnTo>
                <a:lnTo>
                  <a:pt x="52655" y="718543"/>
                </a:lnTo>
                <a:lnTo>
                  <a:pt x="51778" y="707976"/>
                </a:lnTo>
                <a:lnTo>
                  <a:pt x="50909" y="697409"/>
                </a:lnTo>
                <a:lnTo>
                  <a:pt x="50099" y="686842"/>
                </a:lnTo>
                <a:lnTo>
                  <a:pt x="49401" y="676275"/>
                </a:lnTo>
                <a:lnTo>
                  <a:pt x="48871" y="665708"/>
                </a:lnTo>
                <a:lnTo>
                  <a:pt x="48560" y="655142"/>
                </a:lnTo>
                <a:lnTo>
                  <a:pt x="48507" y="644575"/>
                </a:lnTo>
                <a:lnTo>
                  <a:pt x="48737" y="634008"/>
                </a:lnTo>
                <a:lnTo>
                  <a:pt x="49255" y="623441"/>
                </a:lnTo>
                <a:lnTo>
                  <a:pt x="50047" y="612874"/>
                </a:lnTo>
                <a:lnTo>
                  <a:pt x="51081" y="602308"/>
                </a:lnTo>
                <a:lnTo>
                  <a:pt x="52306" y="591741"/>
                </a:lnTo>
                <a:lnTo>
                  <a:pt x="53664" y="581174"/>
                </a:lnTo>
                <a:lnTo>
                  <a:pt x="55091" y="570607"/>
                </a:lnTo>
                <a:lnTo>
                  <a:pt x="56525" y="560040"/>
                </a:lnTo>
                <a:lnTo>
                  <a:pt x="57907" y="549474"/>
                </a:lnTo>
                <a:lnTo>
                  <a:pt x="59194" y="538907"/>
                </a:lnTo>
                <a:lnTo>
                  <a:pt x="60352" y="528340"/>
                </a:lnTo>
                <a:lnTo>
                  <a:pt x="61362" y="517773"/>
                </a:lnTo>
                <a:lnTo>
                  <a:pt x="62215" y="507206"/>
                </a:lnTo>
                <a:lnTo>
                  <a:pt x="62916" y="496640"/>
                </a:lnTo>
                <a:lnTo>
                  <a:pt x="63475" y="486073"/>
                </a:lnTo>
                <a:lnTo>
                  <a:pt x="63910" y="475506"/>
                </a:lnTo>
                <a:lnTo>
                  <a:pt x="64238" y="464939"/>
                </a:lnTo>
                <a:lnTo>
                  <a:pt x="64479" y="454372"/>
                </a:lnTo>
                <a:lnTo>
                  <a:pt x="64652" y="443806"/>
                </a:lnTo>
                <a:lnTo>
                  <a:pt x="64773" y="433239"/>
                </a:lnTo>
                <a:lnTo>
                  <a:pt x="64855" y="422672"/>
                </a:lnTo>
                <a:lnTo>
                  <a:pt x="64909" y="412105"/>
                </a:lnTo>
                <a:lnTo>
                  <a:pt x="64945" y="401538"/>
                </a:lnTo>
                <a:lnTo>
                  <a:pt x="64967" y="390972"/>
                </a:lnTo>
                <a:lnTo>
                  <a:pt x="64981" y="380405"/>
                </a:lnTo>
                <a:lnTo>
                  <a:pt x="64989" y="369838"/>
                </a:lnTo>
                <a:lnTo>
                  <a:pt x="64994" y="359271"/>
                </a:lnTo>
                <a:lnTo>
                  <a:pt x="64997" y="348704"/>
                </a:lnTo>
                <a:lnTo>
                  <a:pt x="64998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2" y="338138"/>
                </a:lnTo>
                <a:lnTo>
                  <a:pt x="65003" y="348704"/>
                </a:lnTo>
                <a:lnTo>
                  <a:pt x="65006" y="359271"/>
                </a:lnTo>
                <a:lnTo>
                  <a:pt x="65011" y="369838"/>
                </a:lnTo>
                <a:lnTo>
                  <a:pt x="65019" y="380405"/>
                </a:lnTo>
                <a:lnTo>
                  <a:pt x="65033" y="390972"/>
                </a:lnTo>
                <a:lnTo>
                  <a:pt x="65055" y="401538"/>
                </a:lnTo>
                <a:lnTo>
                  <a:pt x="65090" y="412105"/>
                </a:lnTo>
                <a:lnTo>
                  <a:pt x="65145" y="422672"/>
                </a:lnTo>
                <a:lnTo>
                  <a:pt x="65227" y="433239"/>
                </a:lnTo>
                <a:lnTo>
                  <a:pt x="65348" y="443806"/>
                </a:lnTo>
                <a:lnTo>
                  <a:pt x="65521" y="454372"/>
                </a:lnTo>
                <a:lnTo>
                  <a:pt x="65762" y="464939"/>
                </a:lnTo>
                <a:lnTo>
                  <a:pt x="66090" y="475506"/>
                </a:lnTo>
                <a:lnTo>
                  <a:pt x="66525" y="486073"/>
                </a:lnTo>
                <a:lnTo>
                  <a:pt x="67084" y="496640"/>
                </a:lnTo>
                <a:lnTo>
                  <a:pt x="67785" y="507206"/>
                </a:lnTo>
                <a:lnTo>
                  <a:pt x="68638" y="517773"/>
                </a:lnTo>
                <a:lnTo>
                  <a:pt x="69647" y="528340"/>
                </a:lnTo>
                <a:lnTo>
                  <a:pt x="70806" y="538907"/>
                </a:lnTo>
                <a:lnTo>
                  <a:pt x="72093" y="549474"/>
                </a:lnTo>
                <a:lnTo>
                  <a:pt x="73475" y="560040"/>
                </a:lnTo>
                <a:lnTo>
                  <a:pt x="74909" y="570607"/>
                </a:lnTo>
                <a:lnTo>
                  <a:pt x="76336" y="581174"/>
                </a:lnTo>
                <a:lnTo>
                  <a:pt x="77694" y="591741"/>
                </a:lnTo>
                <a:lnTo>
                  <a:pt x="78919" y="602308"/>
                </a:lnTo>
                <a:lnTo>
                  <a:pt x="79953" y="612874"/>
                </a:lnTo>
                <a:lnTo>
                  <a:pt x="80745" y="623441"/>
                </a:lnTo>
                <a:lnTo>
                  <a:pt x="81263" y="634008"/>
                </a:lnTo>
                <a:lnTo>
                  <a:pt x="81493" y="644575"/>
                </a:lnTo>
                <a:lnTo>
                  <a:pt x="81440" y="655142"/>
                </a:lnTo>
                <a:lnTo>
                  <a:pt x="81129" y="665708"/>
                </a:lnTo>
                <a:lnTo>
                  <a:pt x="80599" y="676275"/>
                </a:lnTo>
                <a:lnTo>
                  <a:pt x="79901" y="686842"/>
                </a:lnTo>
                <a:lnTo>
                  <a:pt x="79091" y="697409"/>
                </a:lnTo>
                <a:lnTo>
                  <a:pt x="78222" y="707976"/>
                </a:lnTo>
                <a:lnTo>
                  <a:pt x="77345" y="718543"/>
                </a:lnTo>
                <a:lnTo>
                  <a:pt x="76499" y="729109"/>
                </a:lnTo>
                <a:lnTo>
                  <a:pt x="75711" y="739676"/>
                </a:lnTo>
                <a:lnTo>
                  <a:pt x="74998" y="750243"/>
                </a:lnTo>
                <a:lnTo>
                  <a:pt x="74367" y="760810"/>
                </a:lnTo>
                <a:lnTo>
                  <a:pt x="73815" y="771377"/>
                </a:lnTo>
                <a:lnTo>
                  <a:pt x="73332" y="781943"/>
                </a:lnTo>
                <a:lnTo>
                  <a:pt x="72906" y="792510"/>
                </a:lnTo>
                <a:lnTo>
                  <a:pt x="72522" y="803077"/>
                </a:lnTo>
                <a:lnTo>
                  <a:pt x="72168" y="813644"/>
                </a:lnTo>
                <a:lnTo>
                  <a:pt x="71831" y="824211"/>
                </a:lnTo>
                <a:lnTo>
                  <a:pt x="71502" y="834777"/>
                </a:lnTo>
                <a:lnTo>
                  <a:pt x="71176" y="845344"/>
                </a:lnTo>
                <a:lnTo>
                  <a:pt x="70851" y="855911"/>
                </a:lnTo>
                <a:lnTo>
                  <a:pt x="70525" y="866478"/>
                </a:lnTo>
                <a:lnTo>
                  <a:pt x="70203" y="877045"/>
                </a:lnTo>
                <a:lnTo>
                  <a:pt x="69889" y="887611"/>
                </a:lnTo>
                <a:lnTo>
                  <a:pt x="69589" y="898178"/>
                </a:lnTo>
                <a:lnTo>
                  <a:pt x="69308" y="908745"/>
                </a:lnTo>
                <a:lnTo>
                  <a:pt x="69054" y="919312"/>
                </a:lnTo>
                <a:lnTo>
                  <a:pt x="68832" y="929879"/>
                </a:lnTo>
                <a:lnTo>
                  <a:pt x="68644" y="940445"/>
                </a:lnTo>
                <a:lnTo>
                  <a:pt x="68492" y="951012"/>
                </a:lnTo>
                <a:lnTo>
                  <a:pt x="68377" y="961579"/>
                </a:lnTo>
                <a:lnTo>
                  <a:pt x="68297" y="972146"/>
                </a:lnTo>
                <a:lnTo>
                  <a:pt x="68246" y="982713"/>
                </a:lnTo>
                <a:lnTo>
                  <a:pt x="68222" y="993279"/>
                </a:lnTo>
                <a:lnTo>
                  <a:pt x="68220" y="1003846"/>
                </a:lnTo>
                <a:lnTo>
                  <a:pt x="68236" y="1014413"/>
                </a:lnTo>
                <a:lnTo>
                  <a:pt x="68271" y="1024980"/>
                </a:lnTo>
                <a:lnTo>
                  <a:pt x="68331" y="1035547"/>
                </a:lnTo>
                <a:lnTo>
                  <a:pt x="68428" y="1046113"/>
                </a:lnTo>
                <a:lnTo>
                  <a:pt x="68586" y="1056680"/>
                </a:lnTo>
                <a:lnTo>
                  <a:pt x="68840" y="1067247"/>
                </a:lnTo>
                <a:lnTo>
                  <a:pt x="69237" y="1077814"/>
                </a:lnTo>
                <a:lnTo>
                  <a:pt x="69840" y="1088381"/>
                </a:lnTo>
                <a:lnTo>
                  <a:pt x="70726" y="1098947"/>
                </a:lnTo>
                <a:lnTo>
                  <a:pt x="71979" y="1109514"/>
                </a:lnTo>
                <a:lnTo>
                  <a:pt x="73691" y="1120081"/>
                </a:lnTo>
                <a:lnTo>
                  <a:pt x="75949" y="1130648"/>
                </a:lnTo>
                <a:lnTo>
                  <a:pt x="78825" y="1141215"/>
                </a:lnTo>
                <a:lnTo>
                  <a:pt x="82366" y="1151781"/>
                </a:lnTo>
                <a:lnTo>
                  <a:pt x="86579" y="1162348"/>
                </a:lnTo>
                <a:lnTo>
                  <a:pt x="91419" y="1172915"/>
                </a:lnTo>
                <a:lnTo>
                  <a:pt x="96779" y="1183482"/>
                </a:lnTo>
                <a:lnTo>
                  <a:pt x="102492" y="1194049"/>
                </a:lnTo>
                <a:lnTo>
                  <a:pt x="108328" y="1204615"/>
                </a:lnTo>
                <a:lnTo>
                  <a:pt x="114012" y="1215182"/>
                </a:lnTo>
                <a:lnTo>
                  <a:pt x="119238" y="1225749"/>
                </a:lnTo>
                <a:lnTo>
                  <a:pt x="123701" y="1236316"/>
                </a:lnTo>
                <a:lnTo>
                  <a:pt x="127119" y="1246883"/>
                </a:lnTo>
                <a:lnTo>
                  <a:pt x="129267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3" name="01_find_only_3082">
            <a:extLst>
              <a:ext uri="{FF2B5EF4-FFF2-40B4-BE49-F238E27FC236}">
                <a16:creationId xmlns:a16="http://schemas.microsoft.com/office/drawing/2014/main" id="{9A3BE8C3-50E0-4466-BCFC-7266D2341559}"/>
              </a:ext>
            </a:extLst>
          </p:cNvPr>
          <p:cNvSpPr>
            <a:spLocks noGrp="1"/>
          </p:cNvSpPr>
          <p:nvPr/>
        </p:nvSpPr>
        <p:spPr>
          <a:xfrm>
            <a:off x="680482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8" y="1246883"/>
                </a:lnTo>
                <a:lnTo>
                  <a:pt x="6202" y="1236316"/>
                </a:lnTo>
                <a:lnTo>
                  <a:pt x="10589" y="1225749"/>
                </a:lnTo>
                <a:lnTo>
                  <a:pt x="15719" y="1215182"/>
                </a:lnTo>
                <a:lnTo>
                  <a:pt x="21287" y="1204615"/>
                </a:lnTo>
                <a:lnTo>
                  <a:pt x="26989" y="1194049"/>
                </a:lnTo>
                <a:lnTo>
                  <a:pt x="32550" y="1183482"/>
                </a:lnTo>
                <a:lnTo>
                  <a:pt x="37745" y="1172915"/>
                </a:lnTo>
                <a:lnTo>
                  <a:pt x="42407" y="1162348"/>
                </a:lnTo>
                <a:lnTo>
                  <a:pt x="46437" y="1151781"/>
                </a:lnTo>
                <a:lnTo>
                  <a:pt x="49793" y="1141215"/>
                </a:lnTo>
                <a:lnTo>
                  <a:pt x="52487" y="1130648"/>
                </a:lnTo>
                <a:lnTo>
                  <a:pt x="54572" y="1120081"/>
                </a:lnTo>
                <a:lnTo>
                  <a:pt x="56127" y="1109514"/>
                </a:lnTo>
                <a:lnTo>
                  <a:pt x="57244" y="1098947"/>
                </a:lnTo>
                <a:lnTo>
                  <a:pt x="58019" y="1088381"/>
                </a:lnTo>
                <a:lnTo>
                  <a:pt x="58542" y="1077814"/>
                </a:lnTo>
                <a:lnTo>
                  <a:pt x="58888" y="1067247"/>
                </a:lnTo>
                <a:lnTo>
                  <a:pt x="59121" y="1056680"/>
                </a:lnTo>
                <a:lnTo>
                  <a:pt x="59287" y="1046113"/>
                </a:lnTo>
                <a:lnTo>
                  <a:pt x="59414" y="1035547"/>
                </a:lnTo>
                <a:lnTo>
                  <a:pt x="59521" y="1024980"/>
                </a:lnTo>
                <a:lnTo>
                  <a:pt x="59612" y="1014413"/>
                </a:lnTo>
                <a:lnTo>
                  <a:pt x="59686" y="1003846"/>
                </a:lnTo>
                <a:lnTo>
                  <a:pt x="59737" y="993279"/>
                </a:lnTo>
                <a:lnTo>
                  <a:pt x="59757" y="982713"/>
                </a:lnTo>
                <a:lnTo>
                  <a:pt x="59739" y="972146"/>
                </a:lnTo>
                <a:lnTo>
                  <a:pt x="59680" y="961579"/>
                </a:lnTo>
                <a:lnTo>
                  <a:pt x="59581" y="951012"/>
                </a:lnTo>
                <a:lnTo>
                  <a:pt x="59446" y="940445"/>
                </a:lnTo>
                <a:lnTo>
                  <a:pt x="59286" y="929879"/>
                </a:lnTo>
                <a:lnTo>
                  <a:pt x="59113" y="919312"/>
                </a:lnTo>
                <a:lnTo>
                  <a:pt x="58944" y="908745"/>
                </a:lnTo>
                <a:lnTo>
                  <a:pt x="58797" y="898178"/>
                </a:lnTo>
                <a:lnTo>
                  <a:pt x="58688" y="887611"/>
                </a:lnTo>
                <a:lnTo>
                  <a:pt x="58631" y="877045"/>
                </a:lnTo>
                <a:lnTo>
                  <a:pt x="58639" y="866478"/>
                </a:lnTo>
                <a:lnTo>
                  <a:pt x="58718" y="855911"/>
                </a:lnTo>
                <a:lnTo>
                  <a:pt x="58870" y="845344"/>
                </a:lnTo>
                <a:lnTo>
                  <a:pt x="59091" y="834777"/>
                </a:lnTo>
                <a:lnTo>
                  <a:pt x="59372" y="824211"/>
                </a:lnTo>
                <a:lnTo>
                  <a:pt x="59697" y="813644"/>
                </a:lnTo>
                <a:lnTo>
                  <a:pt x="60048" y="803077"/>
                </a:lnTo>
                <a:lnTo>
                  <a:pt x="60404" y="792510"/>
                </a:lnTo>
                <a:lnTo>
                  <a:pt x="60740" y="781943"/>
                </a:lnTo>
                <a:lnTo>
                  <a:pt x="61036" y="771377"/>
                </a:lnTo>
                <a:lnTo>
                  <a:pt x="61270" y="760810"/>
                </a:lnTo>
                <a:lnTo>
                  <a:pt x="61425" y="750243"/>
                </a:lnTo>
                <a:lnTo>
                  <a:pt x="61490" y="739676"/>
                </a:lnTo>
                <a:lnTo>
                  <a:pt x="61461" y="729109"/>
                </a:lnTo>
                <a:lnTo>
                  <a:pt x="61340" y="718543"/>
                </a:lnTo>
                <a:lnTo>
                  <a:pt x="61137" y="707976"/>
                </a:lnTo>
                <a:lnTo>
                  <a:pt x="60868" y="697409"/>
                </a:lnTo>
                <a:lnTo>
                  <a:pt x="60555" y="686842"/>
                </a:lnTo>
                <a:lnTo>
                  <a:pt x="60224" y="676275"/>
                </a:lnTo>
                <a:lnTo>
                  <a:pt x="59902" y="665708"/>
                </a:lnTo>
                <a:lnTo>
                  <a:pt x="59615" y="655142"/>
                </a:lnTo>
                <a:lnTo>
                  <a:pt x="59385" y="644575"/>
                </a:lnTo>
                <a:lnTo>
                  <a:pt x="59228" y="634008"/>
                </a:lnTo>
                <a:lnTo>
                  <a:pt x="59155" y="623441"/>
                </a:lnTo>
                <a:lnTo>
                  <a:pt x="59167" y="612874"/>
                </a:lnTo>
                <a:lnTo>
                  <a:pt x="59260" y="602308"/>
                </a:lnTo>
                <a:lnTo>
                  <a:pt x="59422" y="591741"/>
                </a:lnTo>
                <a:lnTo>
                  <a:pt x="59638" y="581174"/>
                </a:lnTo>
                <a:lnTo>
                  <a:pt x="59891" y="570607"/>
                </a:lnTo>
                <a:lnTo>
                  <a:pt x="60163" y="560040"/>
                </a:lnTo>
                <a:lnTo>
                  <a:pt x="60436" y="549474"/>
                </a:lnTo>
                <a:lnTo>
                  <a:pt x="60697" y="538907"/>
                </a:lnTo>
                <a:lnTo>
                  <a:pt x="60934" y="528340"/>
                </a:lnTo>
                <a:lnTo>
                  <a:pt x="61141" y="517773"/>
                </a:lnTo>
                <a:lnTo>
                  <a:pt x="61311" y="507206"/>
                </a:lnTo>
                <a:lnTo>
                  <a:pt x="61441" y="496640"/>
                </a:lnTo>
                <a:lnTo>
                  <a:pt x="61529" y="486073"/>
                </a:lnTo>
                <a:lnTo>
                  <a:pt x="61574" y="475506"/>
                </a:lnTo>
                <a:lnTo>
                  <a:pt x="61575" y="464939"/>
                </a:lnTo>
                <a:lnTo>
                  <a:pt x="61532" y="454372"/>
                </a:lnTo>
                <a:lnTo>
                  <a:pt x="61445" y="443806"/>
                </a:lnTo>
                <a:lnTo>
                  <a:pt x="61317" y="433239"/>
                </a:lnTo>
                <a:lnTo>
                  <a:pt x="61150" y="422672"/>
                </a:lnTo>
                <a:lnTo>
                  <a:pt x="60951" y="412105"/>
                </a:lnTo>
                <a:lnTo>
                  <a:pt x="60728" y="401538"/>
                </a:lnTo>
                <a:lnTo>
                  <a:pt x="60491" y="390972"/>
                </a:lnTo>
                <a:lnTo>
                  <a:pt x="60252" y="380405"/>
                </a:lnTo>
                <a:lnTo>
                  <a:pt x="60025" y="369838"/>
                </a:lnTo>
                <a:lnTo>
                  <a:pt x="59820" y="359271"/>
                </a:lnTo>
                <a:lnTo>
                  <a:pt x="59648" y="348704"/>
                </a:lnTo>
                <a:lnTo>
                  <a:pt x="59518" y="338138"/>
                </a:lnTo>
                <a:lnTo>
                  <a:pt x="59435" y="327571"/>
                </a:lnTo>
                <a:lnTo>
                  <a:pt x="59399" y="317004"/>
                </a:lnTo>
                <a:lnTo>
                  <a:pt x="59409" y="306437"/>
                </a:lnTo>
                <a:lnTo>
                  <a:pt x="59461" y="295870"/>
                </a:lnTo>
                <a:lnTo>
                  <a:pt x="59547" y="285304"/>
                </a:lnTo>
                <a:lnTo>
                  <a:pt x="59660" y="274737"/>
                </a:lnTo>
                <a:lnTo>
                  <a:pt x="59792" y="264170"/>
                </a:lnTo>
                <a:lnTo>
                  <a:pt x="59932" y="253603"/>
                </a:lnTo>
                <a:lnTo>
                  <a:pt x="60070" y="243036"/>
                </a:lnTo>
                <a:lnTo>
                  <a:pt x="60194" y="232470"/>
                </a:lnTo>
                <a:lnTo>
                  <a:pt x="60288" y="221903"/>
                </a:lnTo>
                <a:lnTo>
                  <a:pt x="60331" y="211336"/>
                </a:lnTo>
                <a:lnTo>
                  <a:pt x="60296" y="200769"/>
                </a:lnTo>
                <a:lnTo>
                  <a:pt x="60147" y="190202"/>
                </a:lnTo>
                <a:lnTo>
                  <a:pt x="59839" y="179636"/>
                </a:lnTo>
                <a:lnTo>
                  <a:pt x="59319" y="169069"/>
                </a:lnTo>
                <a:lnTo>
                  <a:pt x="58526" y="158502"/>
                </a:lnTo>
                <a:lnTo>
                  <a:pt x="57396" y="147935"/>
                </a:lnTo>
                <a:lnTo>
                  <a:pt x="55868" y="137368"/>
                </a:lnTo>
                <a:lnTo>
                  <a:pt x="53892" y="126802"/>
                </a:lnTo>
                <a:lnTo>
                  <a:pt x="51434" y="116235"/>
                </a:lnTo>
                <a:lnTo>
                  <a:pt x="48490" y="105668"/>
                </a:lnTo>
                <a:lnTo>
                  <a:pt x="45093" y="95101"/>
                </a:lnTo>
                <a:lnTo>
                  <a:pt x="41317" y="84534"/>
                </a:lnTo>
                <a:lnTo>
                  <a:pt x="37282" y="73968"/>
                </a:lnTo>
                <a:lnTo>
                  <a:pt x="33153" y="63401"/>
                </a:lnTo>
                <a:lnTo>
                  <a:pt x="29126" y="52834"/>
                </a:lnTo>
                <a:lnTo>
                  <a:pt x="25418" y="42267"/>
                </a:lnTo>
                <a:lnTo>
                  <a:pt x="22250" y="31700"/>
                </a:lnTo>
                <a:lnTo>
                  <a:pt x="19821" y="21134"/>
                </a:lnTo>
                <a:lnTo>
                  <a:pt x="18294" y="10567"/>
                </a:lnTo>
                <a:lnTo>
                  <a:pt x="17773" y="0"/>
                </a:lnTo>
                <a:lnTo>
                  <a:pt x="112227" y="0"/>
                </a:lnTo>
                <a:lnTo>
                  <a:pt x="112227" y="0"/>
                </a:lnTo>
                <a:lnTo>
                  <a:pt x="111706" y="10567"/>
                </a:lnTo>
                <a:lnTo>
                  <a:pt x="110179" y="21134"/>
                </a:lnTo>
                <a:lnTo>
                  <a:pt x="107750" y="31700"/>
                </a:lnTo>
                <a:lnTo>
                  <a:pt x="104582" y="42267"/>
                </a:lnTo>
                <a:lnTo>
                  <a:pt x="100874" y="52834"/>
                </a:lnTo>
                <a:lnTo>
                  <a:pt x="96847" y="63401"/>
                </a:lnTo>
                <a:lnTo>
                  <a:pt x="92718" y="73968"/>
                </a:lnTo>
                <a:lnTo>
                  <a:pt x="88683" y="84534"/>
                </a:lnTo>
                <a:lnTo>
                  <a:pt x="84908" y="95101"/>
                </a:lnTo>
                <a:lnTo>
                  <a:pt x="81510" y="105668"/>
                </a:lnTo>
                <a:lnTo>
                  <a:pt x="78566" y="116235"/>
                </a:lnTo>
                <a:lnTo>
                  <a:pt x="76108" y="126802"/>
                </a:lnTo>
                <a:lnTo>
                  <a:pt x="74132" y="137368"/>
                </a:lnTo>
                <a:lnTo>
                  <a:pt x="72604" y="147935"/>
                </a:lnTo>
                <a:lnTo>
                  <a:pt x="71474" y="158502"/>
                </a:lnTo>
                <a:lnTo>
                  <a:pt x="70681" y="169069"/>
                </a:lnTo>
                <a:lnTo>
                  <a:pt x="70161" y="179636"/>
                </a:lnTo>
                <a:lnTo>
                  <a:pt x="69853" y="190202"/>
                </a:lnTo>
                <a:lnTo>
                  <a:pt x="69704" y="200769"/>
                </a:lnTo>
                <a:lnTo>
                  <a:pt x="69669" y="211336"/>
                </a:lnTo>
                <a:lnTo>
                  <a:pt x="69712" y="221903"/>
                </a:lnTo>
                <a:lnTo>
                  <a:pt x="69806" y="232470"/>
                </a:lnTo>
                <a:lnTo>
                  <a:pt x="69930" y="243036"/>
                </a:lnTo>
                <a:lnTo>
                  <a:pt x="70068" y="253603"/>
                </a:lnTo>
                <a:lnTo>
                  <a:pt x="70208" y="264170"/>
                </a:lnTo>
                <a:lnTo>
                  <a:pt x="70340" y="274737"/>
                </a:lnTo>
                <a:lnTo>
                  <a:pt x="70453" y="285304"/>
                </a:lnTo>
                <a:lnTo>
                  <a:pt x="70539" y="295870"/>
                </a:lnTo>
                <a:lnTo>
                  <a:pt x="70591" y="306437"/>
                </a:lnTo>
                <a:lnTo>
                  <a:pt x="70601" y="317004"/>
                </a:lnTo>
                <a:lnTo>
                  <a:pt x="70565" y="327571"/>
                </a:lnTo>
                <a:lnTo>
                  <a:pt x="70482" y="338138"/>
                </a:lnTo>
                <a:lnTo>
                  <a:pt x="70352" y="348704"/>
                </a:lnTo>
                <a:lnTo>
                  <a:pt x="70180" y="359271"/>
                </a:lnTo>
                <a:lnTo>
                  <a:pt x="69975" y="369838"/>
                </a:lnTo>
                <a:lnTo>
                  <a:pt x="69748" y="380405"/>
                </a:lnTo>
                <a:lnTo>
                  <a:pt x="69509" y="390972"/>
                </a:lnTo>
                <a:lnTo>
                  <a:pt x="69272" y="401538"/>
                </a:lnTo>
                <a:lnTo>
                  <a:pt x="69049" y="412105"/>
                </a:lnTo>
                <a:lnTo>
                  <a:pt x="68850" y="422672"/>
                </a:lnTo>
                <a:lnTo>
                  <a:pt x="68683" y="433239"/>
                </a:lnTo>
                <a:lnTo>
                  <a:pt x="68555" y="443806"/>
                </a:lnTo>
                <a:lnTo>
                  <a:pt x="68468" y="454372"/>
                </a:lnTo>
                <a:lnTo>
                  <a:pt x="68425" y="464939"/>
                </a:lnTo>
                <a:lnTo>
                  <a:pt x="68426" y="475506"/>
                </a:lnTo>
                <a:lnTo>
                  <a:pt x="68471" y="486073"/>
                </a:lnTo>
                <a:lnTo>
                  <a:pt x="68559" y="496640"/>
                </a:lnTo>
                <a:lnTo>
                  <a:pt x="68689" y="507206"/>
                </a:lnTo>
                <a:lnTo>
                  <a:pt x="68859" y="517773"/>
                </a:lnTo>
                <a:lnTo>
                  <a:pt x="69066" y="528340"/>
                </a:lnTo>
                <a:lnTo>
                  <a:pt x="69303" y="538907"/>
                </a:lnTo>
                <a:lnTo>
                  <a:pt x="69564" y="549474"/>
                </a:lnTo>
                <a:lnTo>
                  <a:pt x="69837" y="560040"/>
                </a:lnTo>
                <a:lnTo>
                  <a:pt x="70109" y="570607"/>
                </a:lnTo>
                <a:lnTo>
                  <a:pt x="70362" y="581174"/>
                </a:lnTo>
                <a:lnTo>
                  <a:pt x="70578" y="591741"/>
                </a:lnTo>
                <a:lnTo>
                  <a:pt x="70740" y="602308"/>
                </a:lnTo>
                <a:lnTo>
                  <a:pt x="70833" y="612874"/>
                </a:lnTo>
                <a:lnTo>
                  <a:pt x="70845" y="623441"/>
                </a:lnTo>
                <a:lnTo>
                  <a:pt x="70772" y="634008"/>
                </a:lnTo>
                <a:lnTo>
                  <a:pt x="70615" y="644575"/>
                </a:lnTo>
                <a:lnTo>
                  <a:pt x="70385" y="655142"/>
                </a:lnTo>
                <a:lnTo>
                  <a:pt x="70098" y="665708"/>
                </a:lnTo>
                <a:lnTo>
                  <a:pt x="69776" y="676275"/>
                </a:lnTo>
                <a:lnTo>
                  <a:pt x="69445" y="686842"/>
                </a:lnTo>
                <a:lnTo>
                  <a:pt x="69132" y="697409"/>
                </a:lnTo>
                <a:lnTo>
                  <a:pt x="68863" y="707976"/>
                </a:lnTo>
                <a:lnTo>
                  <a:pt x="68660" y="718543"/>
                </a:lnTo>
                <a:lnTo>
                  <a:pt x="68539" y="729109"/>
                </a:lnTo>
                <a:lnTo>
                  <a:pt x="68510" y="739676"/>
                </a:lnTo>
                <a:lnTo>
                  <a:pt x="68575" y="750243"/>
                </a:lnTo>
                <a:lnTo>
                  <a:pt x="68730" y="760810"/>
                </a:lnTo>
                <a:lnTo>
                  <a:pt x="68964" y="771377"/>
                </a:lnTo>
                <a:lnTo>
                  <a:pt x="69260" y="781943"/>
                </a:lnTo>
                <a:lnTo>
                  <a:pt x="69596" y="792510"/>
                </a:lnTo>
                <a:lnTo>
                  <a:pt x="69952" y="803077"/>
                </a:lnTo>
                <a:lnTo>
                  <a:pt x="70303" y="813644"/>
                </a:lnTo>
                <a:lnTo>
                  <a:pt x="70628" y="824211"/>
                </a:lnTo>
                <a:lnTo>
                  <a:pt x="70909" y="834777"/>
                </a:lnTo>
                <a:lnTo>
                  <a:pt x="71130" y="845344"/>
                </a:lnTo>
                <a:lnTo>
                  <a:pt x="71282" y="855911"/>
                </a:lnTo>
                <a:lnTo>
                  <a:pt x="71361" y="866478"/>
                </a:lnTo>
                <a:lnTo>
                  <a:pt x="71369" y="877045"/>
                </a:lnTo>
                <a:lnTo>
                  <a:pt x="71312" y="887611"/>
                </a:lnTo>
                <a:lnTo>
                  <a:pt x="71203" y="898178"/>
                </a:lnTo>
                <a:lnTo>
                  <a:pt x="71056" y="908745"/>
                </a:lnTo>
                <a:lnTo>
                  <a:pt x="70887" y="919312"/>
                </a:lnTo>
                <a:lnTo>
                  <a:pt x="70714" y="929879"/>
                </a:lnTo>
                <a:lnTo>
                  <a:pt x="70554" y="940445"/>
                </a:lnTo>
                <a:lnTo>
                  <a:pt x="70419" y="951012"/>
                </a:lnTo>
                <a:lnTo>
                  <a:pt x="70320" y="961579"/>
                </a:lnTo>
                <a:lnTo>
                  <a:pt x="70261" y="972146"/>
                </a:lnTo>
                <a:lnTo>
                  <a:pt x="70243" y="982713"/>
                </a:lnTo>
                <a:lnTo>
                  <a:pt x="70263" y="993279"/>
                </a:lnTo>
                <a:lnTo>
                  <a:pt x="70314" y="1003846"/>
                </a:lnTo>
                <a:lnTo>
                  <a:pt x="70388" y="1014413"/>
                </a:lnTo>
                <a:lnTo>
                  <a:pt x="70479" y="1024980"/>
                </a:lnTo>
                <a:lnTo>
                  <a:pt x="70586" y="1035547"/>
                </a:lnTo>
                <a:lnTo>
                  <a:pt x="70713" y="1046113"/>
                </a:lnTo>
                <a:lnTo>
                  <a:pt x="70879" y="1056680"/>
                </a:lnTo>
                <a:lnTo>
                  <a:pt x="71112" y="1067247"/>
                </a:lnTo>
                <a:lnTo>
                  <a:pt x="71458" y="1077814"/>
                </a:lnTo>
                <a:lnTo>
                  <a:pt x="71981" y="1088381"/>
                </a:lnTo>
                <a:lnTo>
                  <a:pt x="72756" y="1098947"/>
                </a:lnTo>
                <a:lnTo>
                  <a:pt x="73873" y="1109514"/>
                </a:lnTo>
                <a:lnTo>
                  <a:pt x="75428" y="1120081"/>
                </a:lnTo>
                <a:lnTo>
                  <a:pt x="77513" y="1130648"/>
                </a:lnTo>
                <a:lnTo>
                  <a:pt x="80207" y="1141215"/>
                </a:lnTo>
                <a:lnTo>
                  <a:pt x="83563" y="1151781"/>
                </a:lnTo>
                <a:lnTo>
                  <a:pt x="87593" y="1162348"/>
                </a:lnTo>
                <a:lnTo>
                  <a:pt x="92255" y="1172915"/>
                </a:lnTo>
                <a:lnTo>
                  <a:pt x="97450" y="1183482"/>
                </a:lnTo>
                <a:lnTo>
                  <a:pt x="103011" y="1194049"/>
                </a:lnTo>
                <a:lnTo>
                  <a:pt x="108713" y="1204615"/>
                </a:lnTo>
                <a:lnTo>
                  <a:pt x="114281" y="1215182"/>
                </a:lnTo>
                <a:lnTo>
                  <a:pt x="119411" y="1225749"/>
                </a:lnTo>
                <a:lnTo>
                  <a:pt x="123798" y="1236316"/>
                </a:lnTo>
                <a:lnTo>
                  <a:pt x="127162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4" name="01_find_only_3083">
            <a:extLst>
              <a:ext uri="{FF2B5EF4-FFF2-40B4-BE49-F238E27FC236}">
                <a16:creationId xmlns:a16="http://schemas.microsoft.com/office/drawing/2014/main" id="{3C90234D-E0B2-4E7E-B649-13FDA37FDB83}"/>
              </a:ext>
            </a:extLst>
          </p:cNvPr>
          <p:cNvSpPr>
            <a:spLocks noGrp="1"/>
          </p:cNvSpPr>
          <p:nvPr/>
        </p:nvSpPr>
        <p:spPr>
          <a:xfrm>
            <a:off x="731409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7623" y="1268016"/>
                </a:moveTo>
                <a:lnTo>
                  <a:pt x="2377" y="1268016"/>
                </a:lnTo>
                <a:lnTo>
                  <a:pt x="3063" y="1257449"/>
                </a:lnTo>
                <a:lnTo>
                  <a:pt x="5075" y="1246883"/>
                </a:lnTo>
                <a:lnTo>
                  <a:pt x="8275" y="1236316"/>
                </a:lnTo>
                <a:lnTo>
                  <a:pt x="12453" y="1225749"/>
                </a:lnTo>
                <a:lnTo>
                  <a:pt x="17347" y="1215182"/>
                </a:lnTo>
                <a:lnTo>
                  <a:pt x="22670" y="1204615"/>
                </a:lnTo>
                <a:lnTo>
                  <a:pt x="28136" y="1194049"/>
                </a:lnTo>
                <a:lnTo>
                  <a:pt x="33487" y="1183482"/>
                </a:lnTo>
                <a:lnTo>
                  <a:pt x="38509" y="1172915"/>
                </a:lnTo>
                <a:lnTo>
                  <a:pt x="43043" y="1162348"/>
                </a:lnTo>
                <a:lnTo>
                  <a:pt x="46991" y="1151781"/>
                </a:lnTo>
                <a:lnTo>
                  <a:pt x="50310" y="1141215"/>
                </a:lnTo>
                <a:lnTo>
                  <a:pt x="53006" y="1130648"/>
                </a:lnTo>
                <a:lnTo>
                  <a:pt x="55122" y="1120081"/>
                </a:lnTo>
                <a:lnTo>
                  <a:pt x="56723" y="1109514"/>
                </a:lnTo>
                <a:lnTo>
                  <a:pt x="57892" y="1098947"/>
                </a:lnTo>
                <a:lnTo>
                  <a:pt x="58710" y="1088381"/>
                </a:lnTo>
                <a:lnTo>
                  <a:pt x="59254" y="1077814"/>
                </a:lnTo>
                <a:lnTo>
                  <a:pt x="59594" y="1067247"/>
                </a:lnTo>
                <a:lnTo>
                  <a:pt x="59786" y="1056680"/>
                </a:lnTo>
                <a:lnTo>
                  <a:pt x="59872" y="1046113"/>
                </a:lnTo>
                <a:lnTo>
                  <a:pt x="59886" y="1035547"/>
                </a:lnTo>
                <a:lnTo>
                  <a:pt x="59848" y="1024980"/>
                </a:lnTo>
                <a:lnTo>
                  <a:pt x="59774" y="1014413"/>
                </a:lnTo>
                <a:lnTo>
                  <a:pt x="59674" y="1003846"/>
                </a:lnTo>
                <a:lnTo>
                  <a:pt x="59551" y="993279"/>
                </a:lnTo>
                <a:lnTo>
                  <a:pt x="59411" y="982713"/>
                </a:lnTo>
                <a:lnTo>
                  <a:pt x="59256" y="972146"/>
                </a:lnTo>
                <a:lnTo>
                  <a:pt x="59090" y="961579"/>
                </a:lnTo>
                <a:lnTo>
                  <a:pt x="58916" y="951012"/>
                </a:lnTo>
                <a:lnTo>
                  <a:pt x="58740" y="940445"/>
                </a:lnTo>
                <a:lnTo>
                  <a:pt x="58569" y="929879"/>
                </a:lnTo>
                <a:lnTo>
                  <a:pt x="58411" y="919312"/>
                </a:lnTo>
                <a:lnTo>
                  <a:pt x="58275" y="908745"/>
                </a:lnTo>
                <a:lnTo>
                  <a:pt x="58171" y="898178"/>
                </a:lnTo>
                <a:lnTo>
                  <a:pt x="58110" y="887611"/>
                </a:lnTo>
                <a:lnTo>
                  <a:pt x="58101" y="877045"/>
                </a:lnTo>
                <a:lnTo>
                  <a:pt x="58152" y="866478"/>
                </a:lnTo>
                <a:lnTo>
                  <a:pt x="58267" y="855911"/>
                </a:lnTo>
                <a:lnTo>
                  <a:pt x="58448" y="845344"/>
                </a:lnTo>
                <a:lnTo>
                  <a:pt x="58691" y="834777"/>
                </a:lnTo>
                <a:lnTo>
                  <a:pt x="58986" y="824211"/>
                </a:lnTo>
                <a:lnTo>
                  <a:pt x="59321" y="813644"/>
                </a:lnTo>
                <a:lnTo>
                  <a:pt x="59677" y="803077"/>
                </a:lnTo>
                <a:lnTo>
                  <a:pt x="60033" y="792510"/>
                </a:lnTo>
                <a:lnTo>
                  <a:pt x="60364" y="781943"/>
                </a:lnTo>
                <a:lnTo>
                  <a:pt x="60647" y="771377"/>
                </a:lnTo>
                <a:lnTo>
                  <a:pt x="60862" y="760810"/>
                </a:lnTo>
                <a:lnTo>
                  <a:pt x="60991" y="750243"/>
                </a:lnTo>
                <a:lnTo>
                  <a:pt x="61023" y="739676"/>
                </a:lnTo>
                <a:lnTo>
                  <a:pt x="60956" y="729109"/>
                </a:lnTo>
                <a:lnTo>
                  <a:pt x="60793" y="718543"/>
                </a:lnTo>
                <a:lnTo>
                  <a:pt x="60550" y="707976"/>
                </a:lnTo>
                <a:lnTo>
                  <a:pt x="60246" y="697409"/>
                </a:lnTo>
                <a:lnTo>
                  <a:pt x="59909" y="686842"/>
                </a:lnTo>
                <a:lnTo>
                  <a:pt x="59569" y="676275"/>
                </a:lnTo>
                <a:lnTo>
                  <a:pt x="59258" y="665708"/>
                </a:lnTo>
                <a:lnTo>
                  <a:pt x="59006" y="655142"/>
                </a:lnTo>
                <a:lnTo>
                  <a:pt x="58835" y="644575"/>
                </a:lnTo>
                <a:lnTo>
                  <a:pt x="58761" y="634008"/>
                </a:lnTo>
                <a:lnTo>
                  <a:pt x="58791" y="623441"/>
                </a:lnTo>
                <a:lnTo>
                  <a:pt x="58921" y="612874"/>
                </a:lnTo>
                <a:lnTo>
                  <a:pt x="59139" y="602308"/>
                </a:lnTo>
                <a:lnTo>
                  <a:pt x="59425" y="591741"/>
                </a:lnTo>
                <a:lnTo>
                  <a:pt x="59751" y="581174"/>
                </a:lnTo>
                <a:lnTo>
                  <a:pt x="60092" y="570607"/>
                </a:lnTo>
                <a:lnTo>
                  <a:pt x="60418" y="560040"/>
                </a:lnTo>
                <a:lnTo>
                  <a:pt x="60705" y="549474"/>
                </a:lnTo>
                <a:lnTo>
                  <a:pt x="60933" y="538907"/>
                </a:lnTo>
                <a:lnTo>
                  <a:pt x="61086" y="528340"/>
                </a:lnTo>
                <a:lnTo>
                  <a:pt x="61159" y="517773"/>
                </a:lnTo>
                <a:lnTo>
                  <a:pt x="61149" y="507206"/>
                </a:lnTo>
                <a:lnTo>
                  <a:pt x="61061" y="496640"/>
                </a:lnTo>
                <a:lnTo>
                  <a:pt x="60906" y="486073"/>
                </a:lnTo>
                <a:lnTo>
                  <a:pt x="60696" y="475506"/>
                </a:lnTo>
                <a:lnTo>
                  <a:pt x="60448" y="464939"/>
                </a:lnTo>
                <a:lnTo>
                  <a:pt x="60179" y="454372"/>
                </a:lnTo>
                <a:lnTo>
                  <a:pt x="59907" y="443806"/>
                </a:lnTo>
                <a:lnTo>
                  <a:pt x="59648" y="433239"/>
                </a:lnTo>
                <a:lnTo>
                  <a:pt x="59419" y="422672"/>
                </a:lnTo>
                <a:lnTo>
                  <a:pt x="59231" y="412105"/>
                </a:lnTo>
                <a:lnTo>
                  <a:pt x="59093" y="401538"/>
                </a:lnTo>
                <a:lnTo>
                  <a:pt x="59013" y="390972"/>
                </a:lnTo>
                <a:lnTo>
                  <a:pt x="58992" y="380405"/>
                </a:lnTo>
                <a:lnTo>
                  <a:pt x="59031" y="369838"/>
                </a:lnTo>
                <a:lnTo>
                  <a:pt x="59126" y="359271"/>
                </a:lnTo>
                <a:lnTo>
                  <a:pt x="59271" y="348704"/>
                </a:lnTo>
                <a:lnTo>
                  <a:pt x="59458" y="338138"/>
                </a:lnTo>
                <a:lnTo>
                  <a:pt x="59679" y="327571"/>
                </a:lnTo>
                <a:lnTo>
                  <a:pt x="59922" y="317004"/>
                </a:lnTo>
                <a:lnTo>
                  <a:pt x="60178" y="306437"/>
                </a:lnTo>
                <a:lnTo>
                  <a:pt x="60439" y="295870"/>
                </a:lnTo>
                <a:lnTo>
                  <a:pt x="60694" y="285304"/>
                </a:lnTo>
                <a:lnTo>
                  <a:pt x="60937" y="274737"/>
                </a:lnTo>
                <a:lnTo>
                  <a:pt x="61160" y="264170"/>
                </a:lnTo>
                <a:lnTo>
                  <a:pt x="61356" y="253603"/>
                </a:lnTo>
                <a:lnTo>
                  <a:pt x="61517" y="243036"/>
                </a:lnTo>
                <a:lnTo>
                  <a:pt x="61630" y="232470"/>
                </a:lnTo>
                <a:lnTo>
                  <a:pt x="61680" y="221903"/>
                </a:lnTo>
                <a:lnTo>
                  <a:pt x="61640" y="211336"/>
                </a:lnTo>
                <a:lnTo>
                  <a:pt x="61477" y="200769"/>
                </a:lnTo>
                <a:lnTo>
                  <a:pt x="61142" y="190202"/>
                </a:lnTo>
                <a:lnTo>
                  <a:pt x="60577" y="179636"/>
                </a:lnTo>
                <a:lnTo>
                  <a:pt x="59709" y="169069"/>
                </a:lnTo>
                <a:lnTo>
                  <a:pt x="58454" y="158502"/>
                </a:lnTo>
                <a:lnTo>
                  <a:pt x="56727" y="147935"/>
                </a:lnTo>
                <a:lnTo>
                  <a:pt x="54444" y="137368"/>
                </a:lnTo>
                <a:lnTo>
                  <a:pt x="51534" y="126802"/>
                </a:lnTo>
                <a:lnTo>
                  <a:pt x="47954" y="116235"/>
                </a:lnTo>
                <a:lnTo>
                  <a:pt x="43700" y="105668"/>
                </a:lnTo>
                <a:lnTo>
                  <a:pt x="38819" y="95101"/>
                </a:lnTo>
                <a:lnTo>
                  <a:pt x="33416" y="84534"/>
                </a:lnTo>
                <a:lnTo>
                  <a:pt x="27664" y="73968"/>
                </a:lnTo>
                <a:lnTo>
                  <a:pt x="21790" y="63401"/>
                </a:lnTo>
                <a:lnTo>
                  <a:pt x="16073" y="52834"/>
                </a:lnTo>
                <a:lnTo>
                  <a:pt x="10818" y="42267"/>
                </a:lnTo>
                <a:lnTo>
                  <a:pt x="6332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8" y="31700"/>
                </a:lnTo>
                <a:lnTo>
                  <a:pt x="119182" y="42267"/>
                </a:lnTo>
                <a:lnTo>
                  <a:pt x="113927" y="52834"/>
                </a:lnTo>
                <a:lnTo>
                  <a:pt x="108210" y="63401"/>
                </a:lnTo>
                <a:lnTo>
                  <a:pt x="102336" y="73968"/>
                </a:lnTo>
                <a:lnTo>
                  <a:pt x="96584" y="84534"/>
                </a:lnTo>
                <a:lnTo>
                  <a:pt x="91181" y="95101"/>
                </a:lnTo>
                <a:lnTo>
                  <a:pt x="86300" y="105668"/>
                </a:lnTo>
                <a:lnTo>
                  <a:pt x="82046" y="116235"/>
                </a:lnTo>
                <a:lnTo>
                  <a:pt x="78466" y="126802"/>
                </a:lnTo>
                <a:lnTo>
                  <a:pt x="75556" y="137368"/>
                </a:lnTo>
                <a:lnTo>
                  <a:pt x="73273" y="147935"/>
                </a:lnTo>
                <a:lnTo>
                  <a:pt x="71546" y="158502"/>
                </a:lnTo>
                <a:lnTo>
                  <a:pt x="70291" y="169069"/>
                </a:lnTo>
                <a:lnTo>
                  <a:pt x="69423" y="179636"/>
                </a:lnTo>
                <a:lnTo>
                  <a:pt x="68858" y="190202"/>
                </a:lnTo>
                <a:lnTo>
                  <a:pt x="68523" y="200769"/>
                </a:lnTo>
                <a:lnTo>
                  <a:pt x="68360" y="211336"/>
                </a:lnTo>
                <a:lnTo>
                  <a:pt x="68320" y="221903"/>
                </a:lnTo>
                <a:lnTo>
                  <a:pt x="68370" y="232470"/>
                </a:lnTo>
                <a:lnTo>
                  <a:pt x="68483" y="243036"/>
                </a:lnTo>
                <a:lnTo>
                  <a:pt x="68644" y="253603"/>
                </a:lnTo>
                <a:lnTo>
                  <a:pt x="68840" y="264170"/>
                </a:lnTo>
                <a:lnTo>
                  <a:pt x="69063" y="274737"/>
                </a:lnTo>
                <a:lnTo>
                  <a:pt x="69306" y="285304"/>
                </a:lnTo>
                <a:lnTo>
                  <a:pt x="69561" y="295870"/>
                </a:lnTo>
                <a:lnTo>
                  <a:pt x="69822" y="306437"/>
                </a:lnTo>
                <a:lnTo>
                  <a:pt x="70078" y="317004"/>
                </a:lnTo>
                <a:lnTo>
                  <a:pt x="70321" y="327571"/>
                </a:lnTo>
                <a:lnTo>
                  <a:pt x="70542" y="338138"/>
                </a:lnTo>
                <a:lnTo>
                  <a:pt x="70729" y="348704"/>
                </a:lnTo>
                <a:lnTo>
                  <a:pt x="70874" y="359271"/>
                </a:lnTo>
                <a:lnTo>
                  <a:pt x="70969" y="369838"/>
                </a:lnTo>
                <a:lnTo>
                  <a:pt x="71008" y="380405"/>
                </a:lnTo>
                <a:lnTo>
                  <a:pt x="70987" y="390972"/>
                </a:lnTo>
                <a:lnTo>
                  <a:pt x="70907" y="401538"/>
                </a:lnTo>
                <a:lnTo>
                  <a:pt x="70769" y="412105"/>
                </a:lnTo>
                <a:lnTo>
                  <a:pt x="70581" y="422672"/>
                </a:lnTo>
                <a:lnTo>
                  <a:pt x="70352" y="433239"/>
                </a:lnTo>
                <a:lnTo>
                  <a:pt x="70093" y="443806"/>
                </a:lnTo>
                <a:lnTo>
                  <a:pt x="69821" y="454372"/>
                </a:lnTo>
                <a:lnTo>
                  <a:pt x="69552" y="464939"/>
                </a:lnTo>
                <a:lnTo>
                  <a:pt x="69304" y="475506"/>
                </a:lnTo>
                <a:lnTo>
                  <a:pt x="69094" y="486073"/>
                </a:lnTo>
                <a:lnTo>
                  <a:pt x="68939" y="496640"/>
                </a:lnTo>
                <a:lnTo>
                  <a:pt x="68851" y="507206"/>
                </a:lnTo>
                <a:lnTo>
                  <a:pt x="68841" y="517773"/>
                </a:lnTo>
                <a:lnTo>
                  <a:pt x="68914" y="528340"/>
                </a:lnTo>
                <a:lnTo>
                  <a:pt x="69067" y="538907"/>
                </a:lnTo>
                <a:lnTo>
                  <a:pt x="69295" y="549474"/>
                </a:lnTo>
                <a:lnTo>
                  <a:pt x="69582" y="560040"/>
                </a:lnTo>
                <a:lnTo>
                  <a:pt x="69908" y="570607"/>
                </a:lnTo>
                <a:lnTo>
                  <a:pt x="70249" y="581174"/>
                </a:lnTo>
                <a:lnTo>
                  <a:pt x="70575" y="591741"/>
                </a:lnTo>
                <a:lnTo>
                  <a:pt x="70861" y="602308"/>
                </a:lnTo>
                <a:lnTo>
                  <a:pt x="71079" y="612874"/>
                </a:lnTo>
                <a:lnTo>
                  <a:pt x="71209" y="623441"/>
                </a:lnTo>
                <a:lnTo>
                  <a:pt x="71239" y="634008"/>
                </a:lnTo>
                <a:lnTo>
                  <a:pt x="71165" y="644575"/>
                </a:lnTo>
                <a:lnTo>
                  <a:pt x="70994" y="655142"/>
                </a:lnTo>
                <a:lnTo>
                  <a:pt x="70742" y="665708"/>
                </a:lnTo>
                <a:lnTo>
                  <a:pt x="70431" y="676275"/>
                </a:lnTo>
                <a:lnTo>
                  <a:pt x="70091" y="686842"/>
                </a:lnTo>
                <a:lnTo>
                  <a:pt x="69754" y="697409"/>
                </a:lnTo>
                <a:lnTo>
                  <a:pt x="69450" y="707976"/>
                </a:lnTo>
                <a:lnTo>
                  <a:pt x="69207" y="718543"/>
                </a:lnTo>
                <a:lnTo>
                  <a:pt x="69044" y="729109"/>
                </a:lnTo>
                <a:lnTo>
                  <a:pt x="68977" y="739676"/>
                </a:lnTo>
                <a:lnTo>
                  <a:pt x="69009" y="750243"/>
                </a:lnTo>
                <a:lnTo>
                  <a:pt x="69138" y="760810"/>
                </a:lnTo>
                <a:lnTo>
                  <a:pt x="69353" y="771377"/>
                </a:lnTo>
                <a:lnTo>
                  <a:pt x="69636" y="781943"/>
                </a:lnTo>
                <a:lnTo>
                  <a:pt x="69967" y="792510"/>
                </a:lnTo>
                <a:lnTo>
                  <a:pt x="70323" y="803077"/>
                </a:lnTo>
                <a:lnTo>
                  <a:pt x="70679" y="813644"/>
                </a:lnTo>
                <a:lnTo>
                  <a:pt x="71014" y="824211"/>
                </a:lnTo>
                <a:lnTo>
                  <a:pt x="71309" y="834777"/>
                </a:lnTo>
                <a:lnTo>
                  <a:pt x="71552" y="845344"/>
                </a:lnTo>
                <a:lnTo>
                  <a:pt x="71733" y="855911"/>
                </a:lnTo>
                <a:lnTo>
                  <a:pt x="71848" y="866478"/>
                </a:lnTo>
                <a:lnTo>
                  <a:pt x="71899" y="877045"/>
                </a:lnTo>
                <a:lnTo>
                  <a:pt x="71890" y="887611"/>
                </a:lnTo>
                <a:lnTo>
                  <a:pt x="71829" y="898178"/>
                </a:lnTo>
                <a:lnTo>
                  <a:pt x="71725" y="908745"/>
                </a:lnTo>
                <a:lnTo>
                  <a:pt x="71589" y="919312"/>
                </a:lnTo>
                <a:lnTo>
                  <a:pt x="71431" y="929879"/>
                </a:lnTo>
                <a:lnTo>
                  <a:pt x="71260" y="940445"/>
                </a:lnTo>
                <a:lnTo>
                  <a:pt x="71084" y="951012"/>
                </a:lnTo>
                <a:lnTo>
                  <a:pt x="70910" y="961579"/>
                </a:lnTo>
                <a:lnTo>
                  <a:pt x="70744" y="972146"/>
                </a:lnTo>
                <a:lnTo>
                  <a:pt x="70589" y="982713"/>
                </a:lnTo>
                <a:lnTo>
                  <a:pt x="70449" y="993279"/>
                </a:lnTo>
                <a:lnTo>
                  <a:pt x="70326" y="1003846"/>
                </a:lnTo>
                <a:lnTo>
                  <a:pt x="70226" y="1014413"/>
                </a:lnTo>
                <a:lnTo>
                  <a:pt x="70152" y="1024980"/>
                </a:lnTo>
                <a:lnTo>
                  <a:pt x="70114" y="1035547"/>
                </a:lnTo>
                <a:lnTo>
                  <a:pt x="70128" y="1046113"/>
                </a:lnTo>
                <a:lnTo>
                  <a:pt x="70214" y="1056680"/>
                </a:lnTo>
                <a:lnTo>
                  <a:pt x="70406" y="1067247"/>
                </a:lnTo>
                <a:lnTo>
                  <a:pt x="70746" y="1077814"/>
                </a:lnTo>
                <a:lnTo>
                  <a:pt x="71290" y="1088381"/>
                </a:lnTo>
                <a:lnTo>
                  <a:pt x="72108" y="1098947"/>
                </a:lnTo>
                <a:lnTo>
                  <a:pt x="73277" y="1109514"/>
                </a:lnTo>
                <a:lnTo>
                  <a:pt x="74878" y="1120081"/>
                </a:lnTo>
                <a:lnTo>
                  <a:pt x="76994" y="1130648"/>
                </a:lnTo>
                <a:lnTo>
                  <a:pt x="79690" y="1141215"/>
                </a:lnTo>
                <a:lnTo>
                  <a:pt x="83009" y="1151781"/>
                </a:lnTo>
                <a:lnTo>
                  <a:pt x="86957" y="1162348"/>
                </a:lnTo>
                <a:lnTo>
                  <a:pt x="91491" y="1172915"/>
                </a:lnTo>
                <a:lnTo>
                  <a:pt x="96513" y="1183482"/>
                </a:lnTo>
                <a:lnTo>
                  <a:pt x="101864" y="1194049"/>
                </a:lnTo>
                <a:lnTo>
                  <a:pt x="107330" y="1204615"/>
                </a:lnTo>
                <a:lnTo>
                  <a:pt x="112653" y="1215182"/>
                </a:lnTo>
                <a:lnTo>
                  <a:pt x="117547" y="1225749"/>
                </a:lnTo>
                <a:lnTo>
                  <a:pt x="121725" y="1236316"/>
                </a:lnTo>
                <a:lnTo>
                  <a:pt x="124925" y="1246883"/>
                </a:lnTo>
                <a:lnTo>
                  <a:pt x="126937" y="1257449"/>
                </a:lnTo>
                <a:lnTo>
                  <a:pt x="127623" y="1268016"/>
                </a:lnTo>
                <a:lnTo>
                  <a:pt x="127623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5" name="01_find_only_3084">
            <a:extLst>
              <a:ext uri="{FF2B5EF4-FFF2-40B4-BE49-F238E27FC236}">
                <a16:creationId xmlns:a16="http://schemas.microsoft.com/office/drawing/2014/main" id="{8060662A-7D79-41C6-8D7D-DDE524F46DE9}"/>
              </a:ext>
            </a:extLst>
          </p:cNvPr>
          <p:cNvSpPr>
            <a:spLocks noGrp="1"/>
          </p:cNvSpPr>
          <p:nvPr/>
        </p:nvSpPr>
        <p:spPr>
          <a:xfrm>
            <a:off x="782337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2175" y="1268016"/>
                </a:moveTo>
                <a:lnTo>
                  <a:pt x="7825" y="1268016"/>
                </a:lnTo>
                <a:lnTo>
                  <a:pt x="8451" y="1257449"/>
                </a:lnTo>
                <a:lnTo>
                  <a:pt x="10285" y="1246883"/>
                </a:lnTo>
                <a:lnTo>
                  <a:pt x="13203" y="1236316"/>
                </a:lnTo>
                <a:lnTo>
                  <a:pt x="17012" y="1225749"/>
                </a:lnTo>
                <a:lnTo>
                  <a:pt x="21474" y="1215182"/>
                </a:lnTo>
                <a:lnTo>
                  <a:pt x="26326" y="1204615"/>
                </a:lnTo>
                <a:lnTo>
                  <a:pt x="31308" y="1194049"/>
                </a:lnTo>
                <a:lnTo>
                  <a:pt x="36185" y="1183482"/>
                </a:lnTo>
                <a:lnTo>
                  <a:pt x="40761" y="1172915"/>
                </a:lnTo>
                <a:lnTo>
                  <a:pt x="44892" y="1162348"/>
                </a:lnTo>
                <a:lnTo>
                  <a:pt x="48487" y="1151781"/>
                </a:lnTo>
                <a:lnTo>
                  <a:pt x="51509" y="1141215"/>
                </a:lnTo>
                <a:lnTo>
                  <a:pt x="53961" y="1130648"/>
                </a:lnTo>
                <a:lnTo>
                  <a:pt x="55884" y="1120081"/>
                </a:lnTo>
                <a:lnTo>
                  <a:pt x="57339" y="1109514"/>
                </a:lnTo>
                <a:lnTo>
                  <a:pt x="58398" y="1098947"/>
                </a:lnTo>
                <a:lnTo>
                  <a:pt x="59138" y="1088381"/>
                </a:lnTo>
                <a:lnTo>
                  <a:pt x="59629" y="1077814"/>
                </a:lnTo>
                <a:lnTo>
                  <a:pt x="59934" y="1067247"/>
                </a:lnTo>
                <a:lnTo>
                  <a:pt x="60104" y="1056680"/>
                </a:lnTo>
                <a:lnTo>
                  <a:pt x="60178" y="1046113"/>
                </a:lnTo>
                <a:lnTo>
                  <a:pt x="60186" y="1035547"/>
                </a:lnTo>
                <a:lnTo>
                  <a:pt x="60148" y="1024980"/>
                </a:lnTo>
                <a:lnTo>
                  <a:pt x="60077" y="1014413"/>
                </a:lnTo>
                <a:lnTo>
                  <a:pt x="59981" y="1003846"/>
                </a:lnTo>
                <a:lnTo>
                  <a:pt x="59865" y="993279"/>
                </a:lnTo>
                <a:lnTo>
                  <a:pt x="59732" y="982713"/>
                </a:lnTo>
                <a:lnTo>
                  <a:pt x="59586" y="972146"/>
                </a:lnTo>
                <a:lnTo>
                  <a:pt x="59429" y="961579"/>
                </a:lnTo>
                <a:lnTo>
                  <a:pt x="59265" y="951012"/>
                </a:lnTo>
                <a:lnTo>
                  <a:pt x="59099" y="940445"/>
                </a:lnTo>
                <a:lnTo>
                  <a:pt x="58938" y="929879"/>
                </a:lnTo>
                <a:lnTo>
                  <a:pt x="58789" y="919312"/>
                </a:lnTo>
                <a:lnTo>
                  <a:pt x="58661" y="908745"/>
                </a:lnTo>
                <a:lnTo>
                  <a:pt x="58564" y="898178"/>
                </a:lnTo>
                <a:lnTo>
                  <a:pt x="58507" y="887611"/>
                </a:lnTo>
                <a:lnTo>
                  <a:pt x="58499" y="877045"/>
                </a:lnTo>
                <a:lnTo>
                  <a:pt x="58548" y="866478"/>
                </a:lnTo>
                <a:lnTo>
                  <a:pt x="58659" y="855911"/>
                </a:lnTo>
                <a:lnTo>
                  <a:pt x="58833" y="845344"/>
                </a:lnTo>
                <a:lnTo>
                  <a:pt x="59067" y="834777"/>
                </a:lnTo>
                <a:lnTo>
                  <a:pt x="59354" y="824211"/>
                </a:lnTo>
                <a:lnTo>
                  <a:pt x="59681" y="813644"/>
                </a:lnTo>
                <a:lnTo>
                  <a:pt x="60032" y="803077"/>
                </a:lnTo>
                <a:lnTo>
                  <a:pt x="60388" y="792510"/>
                </a:lnTo>
                <a:lnTo>
                  <a:pt x="60727" y="781943"/>
                </a:lnTo>
                <a:lnTo>
                  <a:pt x="61030" y="771377"/>
                </a:lnTo>
                <a:lnTo>
                  <a:pt x="61277" y="760810"/>
                </a:lnTo>
                <a:lnTo>
                  <a:pt x="61452" y="750243"/>
                </a:lnTo>
                <a:lnTo>
                  <a:pt x="61546" y="739676"/>
                </a:lnTo>
                <a:lnTo>
                  <a:pt x="61554" y="729109"/>
                </a:lnTo>
                <a:lnTo>
                  <a:pt x="61480" y="718543"/>
                </a:lnTo>
                <a:lnTo>
                  <a:pt x="61334" y="707976"/>
                </a:lnTo>
                <a:lnTo>
                  <a:pt x="61133" y="697409"/>
                </a:lnTo>
                <a:lnTo>
                  <a:pt x="60898" y="686842"/>
                </a:lnTo>
                <a:lnTo>
                  <a:pt x="60655" y="676275"/>
                </a:lnTo>
                <a:lnTo>
                  <a:pt x="60429" y="665708"/>
                </a:lnTo>
                <a:lnTo>
                  <a:pt x="60243" y="655142"/>
                </a:lnTo>
                <a:lnTo>
                  <a:pt x="60118" y="644575"/>
                </a:lnTo>
                <a:lnTo>
                  <a:pt x="60066" y="634008"/>
                </a:lnTo>
                <a:lnTo>
                  <a:pt x="60095" y="623441"/>
                </a:lnTo>
                <a:lnTo>
                  <a:pt x="60204" y="612874"/>
                </a:lnTo>
                <a:lnTo>
                  <a:pt x="60384" y="602308"/>
                </a:lnTo>
                <a:lnTo>
                  <a:pt x="60621" y="591741"/>
                </a:lnTo>
                <a:lnTo>
                  <a:pt x="60899" y="581174"/>
                </a:lnTo>
                <a:lnTo>
                  <a:pt x="61199" y="570607"/>
                </a:lnTo>
                <a:lnTo>
                  <a:pt x="61500" y="560040"/>
                </a:lnTo>
                <a:lnTo>
                  <a:pt x="61787" y="549474"/>
                </a:lnTo>
                <a:lnTo>
                  <a:pt x="62044" y="538907"/>
                </a:lnTo>
                <a:lnTo>
                  <a:pt x="62263" y="528340"/>
                </a:lnTo>
                <a:lnTo>
                  <a:pt x="62436" y="517773"/>
                </a:lnTo>
                <a:lnTo>
                  <a:pt x="62560" y="507206"/>
                </a:lnTo>
                <a:lnTo>
                  <a:pt x="62635" y="496640"/>
                </a:lnTo>
                <a:lnTo>
                  <a:pt x="62660" y="486073"/>
                </a:lnTo>
                <a:lnTo>
                  <a:pt x="62640" y="475506"/>
                </a:lnTo>
                <a:lnTo>
                  <a:pt x="62574" y="464939"/>
                </a:lnTo>
                <a:lnTo>
                  <a:pt x="62467" y="454372"/>
                </a:lnTo>
                <a:lnTo>
                  <a:pt x="62321" y="443806"/>
                </a:lnTo>
                <a:lnTo>
                  <a:pt x="62139" y="433239"/>
                </a:lnTo>
                <a:lnTo>
                  <a:pt x="61923" y="422672"/>
                </a:lnTo>
                <a:lnTo>
                  <a:pt x="61679" y="412105"/>
                </a:lnTo>
                <a:lnTo>
                  <a:pt x="61412" y="401538"/>
                </a:lnTo>
                <a:lnTo>
                  <a:pt x="61129" y="390972"/>
                </a:lnTo>
                <a:lnTo>
                  <a:pt x="60838" y="380405"/>
                </a:lnTo>
                <a:lnTo>
                  <a:pt x="60549" y="369838"/>
                </a:lnTo>
                <a:lnTo>
                  <a:pt x="60271" y="359271"/>
                </a:lnTo>
                <a:lnTo>
                  <a:pt x="60015" y="348704"/>
                </a:lnTo>
                <a:lnTo>
                  <a:pt x="59789" y="338138"/>
                </a:lnTo>
                <a:lnTo>
                  <a:pt x="59603" y="327571"/>
                </a:lnTo>
                <a:lnTo>
                  <a:pt x="59462" y="317004"/>
                </a:lnTo>
                <a:lnTo>
                  <a:pt x="59370" y="306437"/>
                </a:lnTo>
                <a:lnTo>
                  <a:pt x="59328" y="295870"/>
                </a:lnTo>
                <a:lnTo>
                  <a:pt x="59336" y="285304"/>
                </a:lnTo>
                <a:lnTo>
                  <a:pt x="59389" y="274737"/>
                </a:lnTo>
                <a:lnTo>
                  <a:pt x="59481" y="264170"/>
                </a:lnTo>
                <a:lnTo>
                  <a:pt x="59603" y="253603"/>
                </a:lnTo>
                <a:lnTo>
                  <a:pt x="59742" y="243036"/>
                </a:lnTo>
                <a:lnTo>
                  <a:pt x="59881" y="232470"/>
                </a:lnTo>
                <a:lnTo>
                  <a:pt x="59996" y="221903"/>
                </a:lnTo>
                <a:lnTo>
                  <a:pt x="60053" y="211336"/>
                </a:lnTo>
                <a:lnTo>
                  <a:pt x="60011" y="200769"/>
                </a:lnTo>
                <a:lnTo>
                  <a:pt x="59814" y="190202"/>
                </a:lnTo>
                <a:lnTo>
                  <a:pt x="59396" y="179636"/>
                </a:lnTo>
                <a:lnTo>
                  <a:pt x="58677" y="169069"/>
                </a:lnTo>
                <a:lnTo>
                  <a:pt x="57570" y="158502"/>
                </a:lnTo>
                <a:lnTo>
                  <a:pt x="55984" y="147935"/>
                </a:lnTo>
                <a:lnTo>
                  <a:pt x="53830" y="137368"/>
                </a:lnTo>
                <a:lnTo>
                  <a:pt x="51038" y="126802"/>
                </a:lnTo>
                <a:lnTo>
                  <a:pt x="47561" y="116235"/>
                </a:lnTo>
                <a:lnTo>
                  <a:pt x="43395" y="105668"/>
                </a:lnTo>
                <a:lnTo>
                  <a:pt x="38588" y="95101"/>
                </a:lnTo>
                <a:lnTo>
                  <a:pt x="33247" y="84534"/>
                </a:lnTo>
                <a:lnTo>
                  <a:pt x="27543" y="73968"/>
                </a:lnTo>
                <a:lnTo>
                  <a:pt x="21707" y="63401"/>
                </a:lnTo>
                <a:lnTo>
                  <a:pt x="16019" y="52834"/>
                </a:lnTo>
                <a:lnTo>
                  <a:pt x="10785" y="42267"/>
                </a:lnTo>
                <a:lnTo>
                  <a:pt x="6314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6" y="31700"/>
                </a:lnTo>
                <a:lnTo>
                  <a:pt x="119215" y="42267"/>
                </a:lnTo>
                <a:lnTo>
                  <a:pt x="113981" y="52834"/>
                </a:lnTo>
                <a:lnTo>
                  <a:pt x="108293" y="63401"/>
                </a:lnTo>
                <a:lnTo>
                  <a:pt x="102457" y="73968"/>
                </a:lnTo>
                <a:lnTo>
                  <a:pt x="96753" y="84534"/>
                </a:lnTo>
                <a:lnTo>
                  <a:pt x="91412" y="95101"/>
                </a:lnTo>
                <a:lnTo>
                  <a:pt x="86605" y="105668"/>
                </a:lnTo>
                <a:lnTo>
                  <a:pt x="82439" y="116235"/>
                </a:lnTo>
                <a:lnTo>
                  <a:pt x="78962" y="126802"/>
                </a:lnTo>
                <a:lnTo>
                  <a:pt x="76170" y="137368"/>
                </a:lnTo>
                <a:lnTo>
                  <a:pt x="74016" y="147935"/>
                </a:lnTo>
                <a:lnTo>
                  <a:pt x="72430" y="158502"/>
                </a:lnTo>
                <a:lnTo>
                  <a:pt x="71323" y="169069"/>
                </a:lnTo>
                <a:lnTo>
                  <a:pt x="70604" y="179636"/>
                </a:lnTo>
                <a:lnTo>
                  <a:pt x="70186" y="190202"/>
                </a:lnTo>
                <a:lnTo>
                  <a:pt x="69989" y="200769"/>
                </a:lnTo>
                <a:lnTo>
                  <a:pt x="69947" y="211336"/>
                </a:lnTo>
                <a:lnTo>
                  <a:pt x="70004" y="221903"/>
                </a:lnTo>
                <a:lnTo>
                  <a:pt x="70119" y="232470"/>
                </a:lnTo>
                <a:lnTo>
                  <a:pt x="70258" y="243036"/>
                </a:lnTo>
                <a:lnTo>
                  <a:pt x="70397" y="253603"/>
                </a:lnTo>
                <a:lnTo>
                  <a:pt x="70519" y="264170"/>
                </a:lnTo>
                <a:lnTo>
                  <a:pt x="70611" y="274737"/>
                </a:lnTo>
                <a:lnTo>
                  <a:pt x="70664" y="285304"/>
                </a:lnTo>
                <a:lnTo>
                  <a:pt x="70672" y="295870"/>
                </a:lnTo>
                <a:lnTo>
                  <a:pt x="70630" y="306437"/>
                </a:lnTo>
                <a:lnTo>
                  <a:pt x="70538" y="317004"/>
                </a:lnTo>
                <a:lnTo>
                  <a:pt x="70397" y="327571"/>
                </a:lnTo>
                <a:lnTo>
                  <a:pt x="70211" y="338138"/>
                </a:lnTo>
                <a:lnTo>
                  <a:pt x="69985" y="348704"/>
                </a:lnTo>
                <a:lnTo>
                  <a:pt x="69729" y="359271"/>
                </a:lnTo>
                <a:lnTo>
                  <a:pt x="69451" y="369838"/>
                </a:lnTo>
                <a:lnTo>
                  <a:pt x="69162" y="380405"/>
                </a:lnTo>
                <a:lnTo>
                  <a:pt x="68871" y="390972"/>
                </a:lnTo>
                <a:lnTo>
                  <a:pt x="68588" y="401538"/>
                </a:lnTo>
                <a:lnTo>
                  <a:pt x="68321" y="412105"/>
                </a:lnTo>
                <a:lnTo>
                  <a:pt x="68077" y="422672"/>
                </a:lnTo>
                <a:lnTo>
                  <a:pt x="67861" y="433239"/>
                </a:lnTo>
                <a:lnTo>
                  <a:pt x="67679" y="443806"/>
                </a:lnTo>
                <a:lnTo>
                  <a:pt x="67533" y="454372"/>
                </a:lnTo>
                <a:lnTo>
                  <a:pt x="67426" y="464939"/>
                </a:lnTo>
                <a:lnTo>
                  <a:pt x="67360" y="475506"/>
                </a:lnTo>
                <a:lnTo>
                  <a:pt x="67340" y="486073"/>
                </a:lnTo>
                <a:lnTo>
                  <a:pt x="67365" y="496640"/>
                </a:lnTo>
                <a:lnTo>
                  <a:pt x="67440" y="507206"/>
                </a:lnTo>
                <a:lnTo>
                  <a:pt x="67564" y="517773"/>
                </a:lnTo>
                <a:lnTo>
                  <a:pt x="67737" y="528340"/>
                </a:lnTo>
                <a:lnTo>
                  <a:pt x="67956" y="538907"/>
                </a:lnTo>
                <a:lnTo>
                  <a:pt x="68213" y="549474"/>
                </a:lnTo>
                <a:lnTo>
                  <a:pt x="68500" y="560040"/>
                </a:lnTo>
                <a:lnTo>
                  <a:pt x="68801" y="570607"/>
                </a:lnTo>
                <a:lnTo>
                  <a:pt x="69101" y="581174"/>
                </a:lnTo>
                <a:lnTo>
                  <a:pt x="69379" y="591741"/>
                </a:lnTo>
                <a:lnTo>
                  <a:pt x="69616" y="602308"/>
                </a:lnTo>
                <a:lnTo>
                  <a:pt x="69796" y="612874"/>
                </a:lnTo>
                <a:lnTo>
                  <a:pt x="69905" y="623441"/>
                </a:lnTo>
                <a:lnTo>
                  <a:pt x="69934" y="634008"/>
                </a:lnTo>
                <a:lnTo>
                  <a:pt x="69882" y="644575"/>
                </a:lnTo>
                <a:lnTo>
                  <a:pt x="69757" y="655142"/>
                </a:lnTo>
                <a:lnTo>
                  <a:pt x="69571" y="665708"/>
                </a:lnTo>
                <a:lnTo>
                  <a:pt x="69345" y="676275"/>
                </a:lnTo>
                <a:lnTo>
                  <a:pt x="69102" y="686842"/>
                </a:lnTo>
                <a:lnTo>
                  <a:pt x="68867" y="697409"/>
                </a:lnTo>
                <a:lnTo>
                  <a:pt x="68666" y="707976"/>
                </a:lnTo>
                <a:lnTo>
                  <a:pt x="68520" y="718543"/>
                </a:lnTo>
                <a:lnTo>
                  <a:pt x="68446" y="729109"/>
                </a:lnTo>
                <a:lnTo>
                  <a:pt x="68454" y="739676"/>
                </a:lnTo>
                <a:lnTo>
                  <a:pt x="68548" y="750243"/>
                </a:lnTo>
                <a:lnTo>
                  <a:pt x="68723" y="760810"/>
                </a:lnTo>
                <a:lnTo>
                  <a:pt x="68970" y="771377"/>
                </a:lnTo>
                <a:lnTo>
                  <a:pt x="69273" y="781943"/>
                </a:lnTo>
                <a:lnTo>
                  <a:pt x="69612" y="792510"/>
                </a:lnTo>
                <a:lnTo>
                  <a:pt x="69968" y="803077"/>
                </a:lnTo>
                <a:lnTo>
                  <a:pt x="70319" y="813644"/>
                </a:lnTo>
                <a:lnTo>
                  <a:pt x="70646" y="824211"/>
                </a:lnTo>
                <a:lnTo>
                  <a:pt x="70933" y="834777"/>
                </a:lnTo>
                <a:lnTo>
                  <a:pt x="71167" y="845344"/>
                </a:lnTo>
                <a:lnTo>
                  <a:pt x="71341" y="855911"/>
                </a:lnTo>
                <a:lnTo>
                  <a:pt x="71452" y="866478"/>
                </a:lnTo>
                <a:lnTo>
                  <a:pt x="71501" y="877045"/>
                </a:lnTo>
                <a:lnTo>
                  <a:pt x="71493" y="887611"/>
                </a:lnTo>
                <a:lnTo>
                  <a:pt x="71436" y="898178"/>
                </a:lnTo>
                <a:lnTo>
                  <a:pt x="71339" y="908745"/>
                </a:lnTo>
                <a:lnTo>
                  <a:pt x="71211" y="919312"/>
                </a:lnTo>
                <a:lnTo>
                  <a:pt x="71062" y="929879"/>
                </a:lnTo>
                <a:lnTo>
                  <a:pt x="70901" y="940445"/>
                </a:lnTo>
                <a:lnTo>
                  <a:pt x="70735" y="951012"/>
                </a:lnTo>
                <a:lnTo>
                  <a:pt x="70571" y="961579"/>
                </a:lnTo>
                <a:lnTo>
                  <a:pt x="70414" y="972146"/>
                </a:lnTo>
                <a:lnTo>
                  <a:pt x="70268" y="982713"/>
                </a:lnTo>
                <a:lnTo>
                  <a:pt x="70135" y="993279"/>
                </a:lnTo>
                <a:lnTo>
                  <a:pt x="70019" y="1003846"/>
                </a:lnTo>
                <a:lnTo>
                  <a:pt x="69923" y="1014413"/>
                </a:lnTo>
                <a:lnTo>
                  <a:pt x="69852" y="1024980"/>
                </a:lnTo>
                <a:lnTo>
                  <a:pt x="69814" y="1035547"/>
                </a:lnTo>
                <a:lnTo>
                  <a:pt x="69822" y="1046113"/>
                </a:lnTo>
                <a:lnTo>
                  <a:pt x="69896" y="1056680"/>
                </a:lnTo>
                <a:lnTo>
                  <a:pt x="70066" y="1067247"/>
                </a:lnTo>
                <a:lnTo>
                  <a:pt x="70371" y="1077814"/>
                </a:lnTo>
                <a:lnTo>
                  <a:pt x="70862" y="1088381"/>
                </a:lnTo>
                <a:lnTo>
                  <a:pt x="71602" y="1098947"/>
                </a:lnTo>
                <a:lnTo>
                  <a:pt x="72661" y="1109514"/>
                </a:lnTo>
                <a:lnTo>
                  <a:pt x="74116" y="1120081"/>
                </a:lnTo>
                <a:lnTo>
                  <a:pt x="76039" y="1130648"/>
                </a:lnTo>
                <a:lnTo>
                  <a:pt x="78491" y="1141215"/>
                </a:lnTo>
                <a:lnTo>
                  <a:pt x="81513" y="1151781"/>
                </a:lnTo>
                <a:lnTo>
                  <a:pt x="85108" y="1162348"/>
                </a:lnTo>
                <a:lnTo>
                  <a:pt x="89239" y="1172915"/>
                </a:lnTo>
                <a:lnTo>
                  <a:pt x="93815" y="1183482"/>
                </a:lnTo>
                <a:lnTo>
                  <a:pt x="98692" y="1194049"/>
                </a:lnTo>
                <a:lnTo>
                  <a:pt x="103674" y="1204615"/>
                </a:lnTo>
                <a:lnTo>
                  <a:pt x="108526" y="1215182"/>
                </a:lnTo>
                <a:lnTo>
                  <a:pt x="112988" y="1225749"/>
                </a:lnTo>
                <a:lnTo>
                  <a:pt x="116797" y="1236316"/>
                </a:lnTo>
                <a:lnTo>
                  <a:pt x="119715" y="1246883"/>
                </a:lnTo>
                <a:lnTo>
                  <a:pt x="121549" y="1257449"/>
                </a:lnTo>
                <a:lnTo>
                  <a:pt x="122175" y="1268016"/>
                </a:lnTo>
                <a:lnTo>
                  <a:pt x="122175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6" name="01_find_only_3085">
            <a:extLst>
              <a:ext uri="{FF2B5EF4-FFF2-40B4-BE49-F238E27FC236}">
                <a16:creationId xmlns:a16="http://schemas.microsoft.com/office/drawing/2014/main" id="{47851E03-82FF-4A73-8937-C82ED6DEA0E4}"/>
              </a:ext>
            </a:extLst>
          </p:cNvPr>
          <p:cNvSpPr>
            <a:spLocks noGrp="1"/>
          </p:cNvSpPr>
          <p:nvPr/>
        </p:nvSpPr>
        <p:spPr>
          <a:xfrm>
            <a:off x="636174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7" name="text_3086">
            <a:extLst>
              <a:ext uri="{FF2B5EF4-FFF2-40B4-BE49-F238E27FC236}">
                <a16:creationId xmlns:a16="http://schemas.microsoft.com/office/drawing/2014/main" id="{7B3BD0D6-9FEC-4FBA-A0E3-1646C07BBF21}"/>
              </a:ext>
            </a:extLst>
          </p:cNvPr>
          <p:cNvSpPr>
            <a:spLocks noGrp="1"/>
          </p:cNvSpPr>
          <p:nvPr/>
        </p:nvSpPr>
        <p:spPr>
          <a:xfrm>
            <a:off x="6335497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088" name="01_find_only_3087">
            <a:extLst>
              <a:ext uri="{FF2B5EF4-FFF2-40B4-BE49-F238E27FC236}">
                <a16:creationId xmlns:a16="http://schemas.microsoft.com/office/drawing/2014/main" id="{13FA12FA-A7D2-4624-AA72-DC097FA00E90}"/>
              </a:ext>
            </a:extLst>
          </p:cNvPr>
          <p:cNvSpPr>
            <a:spLocks noGrp="1"/>
          </p:cNvSpPr>
          <p:nvPr/>
        </p:nvSpPr>
        <p:spPr>
          <a:xfrm>
            <a:off x="661638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9" name="text_3088">
            <a:extLst>
              <a:ext uri="{FF2B5EF4-FFF2-40B4-BE49-F238E27FC236}">
                <a16:creationId xmlns:a16="http://schemas.microsoft.com/office/drawing/2014/main" id="{8C186EC8-38E2-40E5-9F29-8896103AF6F7}"/>
              </a:ext>
            </a:extLst>
          </p:cNvPr>
          <p:cNvSpPr>
            <a:spLocks noGrp="1"/>
          </p:cNvSpPr>
          <p:nvPr/>
        </p:nvSpPr>
        <p:spPr>
          <a:xfrm>
            <a:off x="6563883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090" name="01_find_only_3089">
            <a:extLst>
              <a:ext uri="{FF2B5EF4-FFF2-40B4-BE49-F238E27FC236}">
                <a16:creationId xmlns:a16="http://schemas.microsoft.com/office/drawing/2014/main" id="{A11B27C3-EA74-4937-AF9F-E808D7D381BF}"/>
              </a:ext>
            </a:extLst>
          </p:cNvPr>
          <p:cNvSpPr>
            <a:spLocks noGrp="1"/>
          </p:cNvSpPr>
          <p:nvPr/>
        </p:nvSpPr>
        <p:spPr>
          <a:xfrm>
            <a:off x="6871026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1" name="text_3090">
            <a:extLst>
              <a:ext uri="{FF2B5EF4-FFF2-40B4-BE49-F238E27FC236}">
                <a16:creationId xmlns:a16="http://schemas.microsoft.com/office/drawing/2014/main" id="{9E31E0FA-5A81-45EF-AD0C-928C6743D804}"/>
              </a:ext>
            </a:extLst>
          </p:cNvPr>
          <p:cNvSpPr>
            <a:spLocks noGrp="1"/>
          </p:cNvSpPr>
          <p:nvPr/>
        </p:nvSpPr>
        <p:spPr>
          <a:xfrm>
            <a:off x="6792271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092" name="01_find_only_3091">
            <a:extLst>
              <a:ext uri="{FF2B5EF4-FFF2-40B4-BE49-F238E27FC236}">
                <a16:creationId xmlns:a16="http://schemas.microsoft.com/office/drawing/2014/main" id="{0B641C91-C97F-4066-AA0C-DC79FD936E65}"/>
              </a:ext>
            </a:extLst>
          </p:cNvPr>
          <p:cNvSpPr>
            <a:spLocks noGrp="1"/>
          </p:cNvSpPr>
          <p:nvPr/>
        </p:nvSpPr>
        <p:spPr>
          <a:xfrm>
            <a:off x="7380304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3" name="text_3092">
            <a:extLst>
              <a:ext uri="{FF2B5EF4-FFF2-40B4-BE49-F238E27FC236}">
                <a16:creationId xmlns:a16="http://schemas.microsoft.com/office/drawing/2014/main" id="{E462816B-5C83-4DCC-9137-85CEC3B0C355}"/>
              </a:ext>
            </a:extLst>
          </p:cNvPr>
          <p:cNvSpPr>
            <a:spLocks noGrp="1"/>
          </p:cNvSpPr>
          <p:nvPr/>
        </p:nvSpPr>
        <p:spPr>
          <a:xfrm>
            <a:off x="7301549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3094" name="01_find_only_3093">
            <a:extLst>
              <a:ext uri="{FF2B5EF4-FFF2-40B4-BE49-F238E27FC236}">
                <a16:creationId xmlns:a16="http://schemas.microsoft.com/office/drawing/2014/main" id="{804F383F-3036-480D-A982-CCD7E7C12A7E}"/>
              </a:ext>
            </a:extLst>
          </p:cNvPr>
          <p:cNvSpPr>
            <a:spLocks noGrp="1"/>
          </p:cNvSpPr>
          <p:nvPr/>
        </p:nvSpPr>
        <p:spPr>
          <a:xfrm>
            <a:off x="7889582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5" name="text_3094">
            <a:extLst>
              <a:ext uri="{FF2B5EF4-FFF2-40B4-BE49-F238E27FC236}">
                <a16:creationId xmlns:a16="http://schemas.microsoft.com/office/drawing/2014/main" id="{468DD670-E837-4B30-8FE6-3D5ABE3E1DCD}"/>
              </a:ext>
            </a:extLst>
          </p:cNvPr>
          <p:cNvSpPr>
            <a:spLocks noGrp="1"/>
          </p:cNvSpPr>
          <p:nvPr/>
        </p:nvSpPr>
        <p:spPr>
          <a:xfrm>
            <a:off x="7810827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3096" name="text_3095">
            <a:extLst>
              <a:ext uri="{FF2B5EF4-FFF2-40B4-BE49-F238E27FC236}">
                <a16:creationId xmlns:a16="http://schemas.microsoft.com/office/drawing/2014/main" id="{6E82CA3C-1B5B-4D9B-88ED-6998D8A7141B}"/>
              </a:ext>
            </a:extLst>
          </p:cNvPr>
          <p:cNvSpPr>
            <a:spLocks noGrp="1"/>
          </p:cNvSpPr>
          <p:nvPr/>
        </p:nvSpPr>
        <p:spPr>
          <a:xfrm>
            <a:off x="655141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3097" name="01_find_only_3096">
            <a:extLst>
              <a:ext uri="{FF2B5EF4-FFF2-40B4-BE49-F238E27FC236}">
                <a16:creationId xmlns:a16="http://schemas.microsoft.com/office/drawing/2014/main" id="{03176C42-24D0-4217-9629-61E617B47A14}"/>
              </a:ext>
            </a:extLst>
          </p:cNvPr>
          <p:cNvSpPr>
            <a:spLocks noGrp="1"/>
          </p:cNvSpPr>
          <p:nvPr/>
        </p:nvSpPr>
        <p:spPr>
          <a:xfrm>
            <a:off x="6346469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098" name="01_find_only_3097">
            <a:extLst>
              <a:ext uri="{FF2B5EF4-FFF2-40B4-BE49-F238E27FC236}">
                <a16:creationId xmlns:a16="http://schemas.microsoft.com/office/drawing/2014/main" id="{379466A9-99D5-4AE6-A2FC-45201339382B}"/>
              </a:ext>
            </a:extLst>
          </p:cNvPr>
          <p:cNvSpPr>
            <a:spLocks noGrp="1"/>
          </p:cNvSpPr>
          <p:nvPr/>
        </p:nvSpPr>
        <p:spPr>
          <a:xfrm>
            <a:off x="630766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9" name="text_3098">
            <a:extLst>
              <a:ext uri="{FF2B5EF4-FFF2-40B4-BE49-F238E27FC236}">
                <a16:creationId xmlns:a16="http://schemas.microsoft.com/office/drawing/2014/main" id="{796D2802-75BB-4FA9-980E-63688E9DDCAF}"/>
              </a:ext>
            </a:extLst>
          </p:cNvPr>
          <p:cNvSpPr>
            <a:spLocks noGrp="1"/>
          </p:cNvSpPr>
          <p:nvPr/>
        </p:nvSpPr>
        <p:spPr>
          <a:xfrm>
            <a:off x="621635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100" name="01_find_only_3099">
            <a:extLst>
              <a:ext uri="{FF2B5EF4-FFF2-40B4-BE49-F238E27FC236}">
                <a16:creationId xmlns:a16="http://schemas.microsoft.com/office/drawing/2014/main" id="{20E64887-09AC-45DD-8DC2-6D8CE1ECD01D}"/>
              </a:ext>
            </a:extLst>
          </p:cNvPr>
          <p:cNvSpPr>
            <a:spLocks noGrp="1"/>
          </p:cNvSpPr>
          <p:nvPr/>
        </p:nvSpPr>
        <p:spPr>
          <a:xfrm>
            <a:off x="6346469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1" name="01_find_only_3100">
            <a:extLst>
              <a:ext uri="{FF2B5EF4-FFF2-40B4-BE49-F238E27FC236}">
                <a16:creationId xmlns:a16="http://schemas.microsoft.com/office/drawing/2014/main" id="{E50B1BCC-D4E3-41F9-86F3-7CFF0F825AC4}"/>
              </a:ext>
            </a:extLst>
          </p:cNvPr>
          <p:cNvSpPr>
            <a:spLocks noGrp="1"/>
          </p:cNvSpPr>
          <p:nvPr/>
        </p:nvSpPr>
        <p:spPr>
          <a:xfrm>
            <a:off x="630766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2" name="text_3101">
            <a:extLst>
              <a:ext uri="{FF2B5EF4-FFF2-40B4-BE49-F238E27FC236}">
                <a16:creationId xmlns:a16="http://schemas.microsoft.com/office/drawing/2014/main" id="{E8373FEE-786C-4081-A86F-157CCB72F808}"/>
              </a:ext>
            </a:extLst>
          </p:cNvPr>
          <p:cNvSpPr>
            <a:spLocks noGrp="1"/>
          </p:cNvSpPr>
          <p:nvPr/>
        </p:nvSpPr>
        <p:spPr>
          <a:xfrm>
            <a:off x="6163848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103" name="01_find_only_3102">
            <a:extLst>
              <a:ext uri="{FF2B5EF4-FFF2-40B4-BE49-F238E27FC236}">
                <a16:creationId xmlns:a16="http://schemas.microsoft.com/office/drawing/2014/main" id="{1CC6CA09-FE13-4DDB-8C52-2B29A7A41496}"/>
              </a:ext>
            </a:extLst>
          </p:cNvPr>
          <p:cNvSpPr>
            <a:spLocks noGrp="1"/>
          </p:cNvSpPr>
          <p:nvPr/>
        </p:nvSpPr>
        <p:spPr>
          <a:xfrm>
            <a:off x="6346469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4" name="01_find_only_3103">
            <a:extLst>
              <a:ext uri="{FF2B5EF4-FFF2-40B4-BE49-F238E27FC236}">
                <a16:creationId xmlns:a16="http://schemas.microsoft.com/office/drawing/2014/main" id="{D04D8A8F-1EF2-408F-B432-021B07E93FE4}"/>
              </a:ext>
            </a:extLst>
          </p:cNvPr>
          <p:cNvSpPr>
            <a:spLocks noGrp="1"/>
          </p:cNvSpPr>
          <p:nvPr/>
        </p:nvSpPr>
        <p:spPr>
          <a:xfrm>
            <a:off x="630766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5" name="text_3104">
            <a:extLst>
              <a:ext uri="{FF2B5EF4-FFF2-40B4-BE49-F238E27FC236}">
                <a16:creationId xmlns:a16="http://schemas.microsoft.com/office/drawing/2014/main" id="{70A6758A-3D5D-4C28-B8F4-B254C486C0D0}"/>
              </a:ext>
            </a:extLst>
          </p:cNvPr>
          <p:cNvSpPr>
            <a:spLocks noGrp="1"/>
          </p:cNvSpPr>
          <p:nvPr/>
        </p:nvSpPr>
        <p:spPr>
          <a:xfrm>
            <a:off x="6111346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106" name="01_find_only_3105">
            <a:extLst>
              <a:ext uri="{FF2B5EF4-FFF2-40B4-BE49-F238E27FC236}">
                <a16:creationId xmlns:a16="http://schemas.microsoft.com/office/drawing/2014/main" id="{623C4992-03B0-4233-A6D1-50F04ED7BD18}"/>
              </a:ext>
            </a:extLst>
          </p:cNvPr>
          <p:cNvSpPr>
            <a:spLocks noGrp="1"/>
          </p:cNvSpPr>
          <p:nvPr/>
        </p:nvSpPr>
        <p:spPr>
          <a:xfrm>
            <a:off x="657482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01_find_only_3106">
            <a:extLst>
              <a:ext uri="{FF2B5EF4-FFF2-40B4-BE49-F238E27FC236}">
                <a16:creationId xmlns:a16="http://schemas.microsoft.com/office/drawing/2014/main" id="{2904EA4F-3BB2-482B-A6A7-1B18DDBE5558}"/>
              </a:ext>
            </a:extLst>
          </p:cNvPr>
          <p:cNvSpPr>
            <a:spLocks noGrp="1"/>
          </p:cNvSpPr>
          <p:nvPr/>
        </p:nvSpPr>
        <p:spPr>
          <a:xfrm>
            <a:off x="6636996" y="57584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01_find_only_3107">
            <a:extLst>
              <a:ext uri="{FF2B5EF4-FFF2-40B4-BE49-F238E27FC236}">
                <a16:creationId xmlns:a16="http://schemas.microsoft.com/office/drawing/2014/main" id="{F5A72593-B739-466A-AF9E-566EABE2123C}"/>
              </a:ext>
            </a:extLst>
          </p:cNvPr>
          <p:cNvSpPr>
            <a:spLocks noGrp="1"/>
          </p:cNvSpPr>
          <p:nvPr/>
        </p:nvSpPr>
        <p:spPr>
          <a:xfrm>
            <a:off x="65544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01_find_only_3108">
            <a:extLst>
              <a:ext uri="{FF2B5EF4-FFF2-40B4-BE49-F238E27FC236}">
                <a16:creationId xmlns:a16="http://schemas.microsoft.com/office/drawing/2014/main" id="{50D6FBDD-3E51-4983-9208-40C2C7E282CF}"/>
              </a:ext>
            </a:extLst>
          </p:cNvPr>
          <p:cNvSpPr>
            <a:spLocks noGrp="1"/>
          </p:cNvSpPr>
          <p:nvPr/>
        </p:nvSpPr>
        <p:spPr>
          <a:xfrm>
            <a:off x="6629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01_find_only_3109">
            <a:extLst>
              <a:ext uri="{FF2B5EF4-FFF2-40B4-BE49-F238E27FC236}">
                <a16:creationId xmlns:a16="http://schemas.microsoft.com/office/drawing/2014/main" id="{E3ADA4AB-D60B-4901-A110-FD11B60B12F7}"/>
              </a:ext>
            </a:extLst>
          </p:cNvPr>
          <p:cNvSpPr>
            <a:spLocks noGrp="1"/>
          </p:cNvSpPr>
          <p:nvPr/>
        </p:nvSpPr>
        <p:spPr>
          <a:xfrm>
            <a:off x="65906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01_find_only_3110">
            <a:extLst>
              <a:ext uri="{FF2B5EF4-FFF2-40B4-BE49-F238E27FC236}">
                <a16:creationId xmlns:a16="http://schemas.microsoft.com/office/drawing/2014/main" id="{9D7E6AAC-0020-499E-B601-0DABB0200C4A}"/>
              </a:ext>
            </a:extLst>
          </p:cNvPr>
          <p:cNvSpPr>
            <a:spLocks noGrp="1"/>
          </p:cNvSpPr>
          <p:nvPr/>
        </p:nvSpPr>
        <p:spPr>
          <a:xfrm>
            <a:off x="6643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01_find_only_3111">
            <a:extLst>
              <a:ext uri="{FF2B5EF4-FFF2-40B4-BE49-F238E27FC236}">
                <a16:creationId xmlns:a16="http://schemas.microsoft.com/office/drawing/2014/main" id="{D5395E38-3B40-445E-BB10-AFF21D0AC89C}"/>
              </a:ext>
            </a:extLst>
          </p:cNvPr>
          <p:cNvSpPr>
            <a:spLocks noGrp="1"/>
          </p:cNvSpPr>
          <p:nvPr/>
        </p:nvSpPr>
        <p:spPr>
          <a:xfrm>
            <a:off x="6574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01_find_only_3112">
            <a:extLst>
              <a:ext uri="{FF2B5EF4-FFF2-40B4-BE49-F238E27FC236}">
                <a16:creationId xmlns:a16="http://schemas.microsoft.com/office/drawing/2014/main" id="{B7FAFBA5-45B2-49A9-B076-46D87F6012AD}"/>
              </a:ext>
            </a:extLst>
          </p:cNvPr>
          <p:cNvSpPr>
            <a:spLocks noGrp="1"/>
          </p:cNvSpPr>
          <p:nvPr/>
        </p:nvSpPr>
        <p:spPr>
          <a:xfrm>
            <a:off x="6622132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01_find_only_3113">
            <a:extLst>
              <a:ext uri="{FF2B5EF4-FFF2-40B4-BE49-F238E27FC236}">
                <a16:creationId xmlns:a16="http://schemas.microsoft.com/office/drawing/2014/main" id="{311EF9E5-EEEC-4C68-A605-B7E4EFDA9976}"/>
              </a:ext>
            </a:extLst>
          </p:cNvPr>
          <p:cNvSpPr>
            <a:spLocks noGrp="1"/>
          </p:cNvSpPr>
          <p:nvPr/>
        </p:nvSpPr>
        <p:spPr>
          <a:xfrm>
            <a:off x="655781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01_find_only_3114">
            <a:extLst>
              <a:ext uri="{FF2B5EF4-FFF2-40B4-BE49-F238E27FC236}">
                <a16:creationId xmlns:a16="http://schemas.microsoft.com/office/drawing/2014/main" id="{F0B0618F-8B26-464A-938A-5142CFD56B05}"/>
              </a:ext>
            </a:extLst>
          </p:cNvPr>
          <p:cNvSpPr>
            <a:spLocks noGrp="1"/>
          </p:cNvSpPr>
          <p:nvPr/>
        </p:nvSpPr>
        <p:spPr>
          <a:xfrm>
            <a:off x="657851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01_find_only_3115">
            <a:extLst>
              <a:ext uri="{FF2B5EF4-FFF2-40B4-BE49-F238E27FC236}">
                <a16:creationId xmlns:a16="http://schemas.microsoft.com/office/drawing/2014/main" id="{E752508C-9810-4187-AB7B-F54DE052F525}"/>
              </a:ext>
            </a:extLst>
          </p:cNvPr>
          <p:cNvSpPr>
            <a:spLocks noGrp="1"/>
          </p:cNvSpPr>
          <p:nvPr/>
        </p:nvSpPr>
        <p:spPr>
          <a:xfrm>
            <a:off x="65576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01_find_only_3116">
            <a:extLst>
              <a:ext uri="{FF2B5EF4-FFF2-40B4-BE49-F238E27FC236}">
                <a16:creationId xmlns:a16="http://schemas.microsoft.com/office/drawing/2014/main" id="{DC49CC06-0971-4DCA-A2B3-C1B7B67539C0}"/>
              </a:ext>
            </a:extLst>
          </p:cNvPr>
          <p:cNvSpPr>
            <a:spLocks noGrp="1"/>
          </p:cNvSpPr>
          <p:nvPr/>
        </p:nvSpPr>
        <p:spPr>
          <a:xfrm>
            <a:off x="6612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01_find_only_3117">
            <a:extLst>
              <a:ext uri="{FF2B5EF4-FFF2-40B4-BE49-F238E27FC236}">
                <a16:creationId xmlns:a16="http://schemas.microsoft.com/office/drawing/2014/main" id="{F6AFA1C5-0775-4BCF-A871-1B584897A5C5}"/>
              </a:ext>
            </a:extLst>
          </p:cNvPr>
          <p:cNvSpPr>
            <a:spLocks noGrp="1"/>
          </p:cNvSpPr>
          <p:nvPr/>
        </p:nvSpPr>
        <p:spPr>
          <a:xfrm>
            <a:off x="65707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01_find_only_3118">
            <a:extLst>
              <a:ext uri="{FF2B5EF4-FFF2-40B4-BE49-F238E27FC236}">
                <a16:creationId xmlns:a16="http://schemas.microsoft.com/office/drawing/2014/main" id="{8BF7C4D7-C80D-40FE-87A4-09C280DBABE4}"/>
              </a:ext>
            </a:extLst>
          </p:cNvPr>
          <p:cNvSpPr>
            <a:spLocks noGrp="1"/>
          </p:cNvSpPr>
          <p:nvPr/>
        </p:nvSpPr>
        <p:spPr>
          <a:xfrm>
            <a:off x="6599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01_find_only_3119">
            <a:extLst>
              <a:ext uri="{FF2B5EF4-FFF2-40B4-BE49-F238E27FC236}">
                <a16:creationId xmlns:a16="http://schemas.microsoft.com/office/drawing/2014/main" id="{3B1B36A5-D23D-4FD3-9A5A-F61F702DD5D6}"/>
              </a:ext>
            </a:extLst>
          </p:cNvPr>
          <p:cNvSpPr>
            <a:spLocks noGrp="1"/>
          </p:cNvSpPr>
          <p:nvPr/>
        </p:nvSpPr>
        <p:spPr>
          <a:xfrm>
            <a:off x="6589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01_find_only_3120">
            <a:extLst>
              <a:ext uri="{FF2B5EF4-FFF2-40B4-BE49-F238E27FC236}">
                <a16:creationId xmlns:a16="http://schemas.microsoft.com/office/drawing/2014/main" id="{E85975E2-E516-409F-81EB-F3AB24E6B663}"/>
              </a:ext>
            </a:extLst>
          </p:cNvPr>
          <p:cNvSpPr>
            <a:spLocks noGrp="1"/>
          </p:cNvSpPr>
          <p:nvPr/>
        </p:nvSpPr>
        <p:spPr>
          <a:xfrm>
            <a:off x="6579968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01_find_only_3121">
            <a:extLst>
              <a:ext uri="{FF2B5EF4-FFF2-40B4-BE49-F238E27FC236}">
                <a16:creationId xmlns:a16="http://schemas.microsoft.com/office/drawing/2014/main" id="{33442844-D358-4957-B445-5AD9626CF3CB}"/>
              </a:ext>
            </a:extLst>
          </p:cNvPr>
          <p:cNvSpPr>
            <a:spLocks noGrp="1"/>
          </p:cNvSpPr>
          <p:nvPr/>
        </p:nvSpPr>
        <p:spPr>
          <a:xfrm>
            <a:off x="655733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01_find_only_3122">
            <a:extLst>
              <a:ext uri="{FF2B5EF4-FFF2-40B4-BE49-F238E27FC236}">
                <a16:creationId xmlns:a16="http://schemas.microsoft.com/office/drawing/2014/main" id="{F68792CE-1782-499E-88C8-58E1FA7B5CDF}"/>
              </a:ext>
            </a:extLst>
          </p:cNvPr>
          <p:cNvSpPr>
            <a:spLocks noGrp="1"/>
          </p:cNvSpPr>
          <p:nvPr/>
        </p:nvSpPr>
        <p:spPr>
          <a:xfrm>
            <a:off x="664457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01_find_only_3123">
            <a:extLst>
              <a:ext uri="{FF2B5EF4-FFF2-40B4-BE49-F238E27FC236}">
                <a16:creationId xmlns:a16="http://schemas.microsoft.com/office/drawing/2014/main" id="{C232F8A9-E7B0-4E5F-AB0B-AA715A501D19}"/>
              </a:ext>
            </a:extLst>
          </p:cNvPr>
          <p:cNvSpPr>
            <a:spLocks noGrp="1"/>
          </p:cNvSpPr>
          <p:nvPr/>
        </p:nvSpPr>
        <p:spPr>
          <a:xfrm>
            <a:off x="65586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01_find_only_3124">
            <a:extLst>
              <a:ext uri="{FF2B5EF4-FFF2-40B4-BE49-F238E27FC236}">
                <a16:creationId xmlns:a16="http://schemas.microsoft.com/office/drawing/2014/main" id="{42040AD0-818A-4362-8BF4-E99842B44386}"/>
              </a:ext>
            </a:extLst>
          </p:cNvPr>
          <p:cNvSpPr>
            <a:spLocks noGrp="1"/>
          </p:cNvSpPr>
          <p:nvPr/>
        </p:nvSpPr>
        <p:spPr>
          <a:xfrm>
            <a:off x="66373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01_find_only_3125">
            <a:extLst>
              <a:ext uri="{FF2B5EF4-FFF2-40B4-BE49-F238E27FC236}">
                <a16:creationId xmlns:a16="http://schemas.microsoft.com/office/drawing/2014/main" id="{B07AC510-1EA4-4B18-8799-362DC6AA5C03}"/>
              </a:ext>
            </a:extLst>
          </p:cNvPr>
          <p:cNvSpPr>
            <a:spLocks noGrp="1"/>
          </p:cNvSpPr>
          <p:nvPr/>
        </p:nvSpPr>
        <p:spPr>
          <a:xfrm>
            <a:off x="65910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01_find_only_3126">
            <a:extLst>
              <a:ext uri="{FF2B5EF4-FFF2-40B4-BE49-F238E27FC236}">
                <a16:creationId xmlns:a16="http://schemas.microsoft.com/office/drawing/2014/main" id="{881FD039-D222-46FB-878A-AA4072BA31D5}"/>
              </a:ext>
            </a:extLst>
          </p:cNvPr>
          <p:cNvSpPr>
            <a:spLocks noGrp="1"/>
          </p:cNvSpPr>
          <p:nvPr/>
        </p:nvSpPr>
        <p:spPr>
          <a:xfrm>
            <a:off x="66485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01_find_only_3127">
            <a:extLst>
              <a:ext uri="{FF2B5EF4-FFF2-40B4-BE49-F238E27FC236}">
                <a16:creationId xmlns:a16="http://schemas.microsoft.com/office/drawing/2014/main" id="{ECF7D76C-D177-474E-AB96-08ECE192CB02}"/>
              </a:ext>
            </a:extLst>
          </p:cNvPr>
          <p:cNvSpPr>
            <a:spLocks noGrp="1"/>
          </p:cNvSpPr>
          <p:nvPr/>
        </p:nvSpPr>
        <p:spPr>
          <a:xfrm>
            <a:off x="661814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01_find_only_3128">
            <a:extLst>
              <a:ext uri="{FF2B5EF4-FFF2-40B4-BE49-F238E27FC236}">
                <a16:creationId xmlns:a16="http://schemas.microsoft.com/office/drawing/2014/main" id="{AD4C5854-B05B-43C7-A104-A72E1C9EBBF7}"/>
              </a:ext>
            </a:extLst>
          </p:cNvPr>
          <p:cNvSpPr>
            <a:spLocks noGrp="1"/>
          </p:cNvSpPr>
          <p:nvPr/>
        </p:nvSpPr>
        <p:spPr>
          <a:xfrm>
            <a:off x="66247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01_find_only_3129">
            <a:extLst>
              <a:ext uri="{FF2B5EF4-FFF2-40B4-BE49-F238E27FC236}">
                <a16:creationId xmlns:a16="http://schemas.microsoft.com/office/drawing/2014/main" id="{8D968DEC-2081-4344-934E-43552E8C0E5A}"/>
              </a:ext>
            </a:extLst>
          </p:cNvPr>
          <p:cNvSpPr>
            <a:spLocks noGrp="1"/>
          </p:cNvSpPr>
          <p:nvPr/>
        </p:nvSpPr>
        <p:spPr>
          <a:xfrm>
            <a:off x="6582105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01_find_only_3130">
            <a:extLst>
              <a:ext uri="{FF2B5EF4-FFF2-40B4-BE49-F238E27FC236}">
                <a16:creationId xmlns:a16="http://schemas.microsoft.com/office/drawing/2014/main" id="{A461E21F-0B26-4B03-878A-F1127ACFFCFD}"/>
              </a:ext>
            </a:extLst>
          </p:cNvPr>
          <p:cNvSpPr>
            <a:spLocks noGrp="1"/>
          </p:cNvSpPr>
          <p:nvPr/>
        </p:nvSpPr>
        <p:spPr>
          <a:xfrm>
            <a:off x="664311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01_find_only_3131">
            <a:extLst>
              <a:ext uri="{FF2B5EF4-FFF2-40B4-BE49-F238E27FC236}">
                <a16:creationId xmlns:a16="http://schemas.microsoft.com/office/drawing/2014/main" id="{0D4EE349-1099-4102-B8C3-D59B96C88AD9}"/>
              </a:ext>
            </a:extLst>
          </p:cNvPr>
          <p:cNvSpPr>
            <a:spLocks noGrp="1"/>
          </p:cNvSpPr>
          <p:nvPr/>
        </p:nvSpPr>
        <p:spPr>
          <a:xfrm>
            <a:off x="662494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01_find_only_3132">
            <a:extLst>
              <a:ext uri="{FF2B5EF4-FFF2-40B4-BE49-F238E27FC236}">
                <a16:creationId xmlns:a16="http://schemas.microsoft.com/office/drawing/2014/main" id="{C73687BE-88A5-428A-8BCF-925C6A10170C}"/>
              </a:ext>
            </a:extLst>
          </p:cNvPr>
          <p:cNvSpPr>
            <a:spLocks noGrp="1"/>
          </p:cNvSpPr>
          <p:nvPr/>
        </p:nvSpPr>
        <p:spPr>
          <a:xfrm>
            <a:off x="6569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01_find_only_3133">
            <a:extLst>
              <a:ext uri="{FF2B5EF4-FFF2-40B4-BE49-F238E27FC236}">
                <a16:creationId xmlns:a16="http://schemas.microsoft.com/office/drawing/2014/main" id="{395625D9-2C11-4C76-A367-40E940C3C2C2}"/>
              </a:ext>
            </a:extLst>
          </p:cNvPr>
          <p:cNvSpPr>
            <a:spLocks noGrp="1"/>
          </p:cNvSpPr>
          <p:nvPr/>
        </p:nvSpPr>
        <p:spPr>
          <a:xfrm>
            <a:off x="6623298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01_find_only_3134">
            <a:extLst>
              <a:ext uri="{FF2B5EF4-FFF2-40B4-BE49-F238E27FC236}">
                <a16:creationId xmlns:a16="http://schemas.microsoft.com/office/drawing/2014/main" id="{9591194C-450A-4041-A57F-42CC718E322D}"/>
              </a:ext>
            </a:extLst>
          </p:cNvPr>
          <p:cNvSpPr>
            <a:spLocks noGrp="1"/>
          </p:cNvSpPr>
          <p:nvPr/>
        </p:nvSpPr>
        <p:spPr>
          <a:xfrm>
            <a:off x="65744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01_find_only_3135">
            <a:extLst>
              <a:ext uri="{FF2B5EF4-FFF2-40B4-BE49-F238E27FC236}">
                <a16:creationId xmlns:a16="http://schemas.microsoft.com/office/drawing/2014/main" id="{56476C56-3887-4FDA-B348-950AB935EEE6}"/>
              </a:ext>
            </a:extLst>
          </p:cNvPr>
          <p:cNvSpPr>
            <a:spLocks noGrp="1"/>
          </p:cNvSpPr>
          <p:nvPr/>
        </p:nvSpPr>
        <p:spPr>
          <a:xfrm>
            <a:off x="658200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01_find_only_3136">
            <a:extLst>
              <a:ext uri="{FF2B5EF4-FFF2-40B4-BE49-F238E27FC236}">
                <a16:creationId xmlns:a16="http://schemas.microsoft.com/office/drawing/2014/main" id="{598A512F-FF0C-4808-80C7-A003C85E74D3}"/>
              </a:ext>
            </a:extLst>
          </p:cNvPr>
          <p:cNvSpPr>
            <a:spLocks noGrp="1"/>
          </p:cNvSpPr>
          <p:nvPr/>
        </p:nvSpPr>
        <p:spPr>
          <a:xfrm>
            <a:off x="66423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01_find_only_3137">
            <a:extLst>
              <a:ext uri="{FF2B5EF4-FFF2-40B4-BE49-F238E27FC236}">
                <a16:creationId xmlns:a16="http://schemas.microsoft.com/office/drawing/2014/main" id="{3179D142-9126-4964-8F6F-BD58D2233B5C}"/>
              </a:ext>
            </a:extLst>
          </p:cNvPr>
          <p:cNvSpPr>
            <a:spLocks noGrp="1"/>
          </p:cNvSpPr>
          <p:nvPr/>
        </p:nvSpPr>
        <p:spPr>
          <a:xfrm>
            <a:off x="658356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01_find_only_3138">
            <a:extLst>
              <a:ext uri="{FF2B5EF4-FFF2-40B4-BE49-F238E27FC236}">
                <a16:creationId xmlns:a16="http://schemas.microsoft.com/office/drawing/2014/main" id="{41B68D62-D2B4-45A7-90A5-CE57F7F3DD02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01_find_only_3139">
            <a:extLst>
              <a:ext uri="{FF2B5EF4-FFF2-40B4-BE49-F238E27FC236}">
                <a16:creationId xmlns:a16="http://schemas.microsoft.com/office/drawing/2014/main" id="{38ECB4CB-D0A2-43B7-A894-7B394B512F69}"/>
              </a:ext>
            </a:extLst>
          </p:cNvPr>
          <p:cNvSpPr>
            <a:spLocks noGrp="1"/>
          </p:cNvSpPr>
          <p:nvPr/>
        </p:nvSpPr>
        <p:spPr>
          <a:xfrm>
            <a:off x="663767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01_find_only_3140">
            <a:extLst>
              <a:ext uri="{FF2B5EF4-FFF2-40B4-BE49-F238E27FC236}">
                <a16:creationId xmlns:a16="http://schemas.microsoft.com/office/drawing/2014/main" id="{87F841A8-8A5C-42EC-92A7-945F11AB3A91}"/>
              </a:ext>
            </a:extLst>
          </p:cNvPr>
          <p:cNvSpPr>
            <a:spLocks noGrp="1"/>
          </p:cNvSpPr>
          <p:nvPr/>
        </p:nvSpPr>
        <p:spPr>
          <a:xfrm>
            <a:off x="6640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01_find_only_3141">
            <a:extLst>
              <a:ext uri="{FF2B5EF4-FFF2-40B4-BE49-F238E27FC236}">
                <a16:creationId xmlns:a16="http://schemas.microsoft.com/office/drawing/2014/main" id="{D5428B91-5499-46C9-A3E5-8DF5FA9772CF}"/>
              </a:ext>
            </a:extLst>
          </p:cNvPr>
          <p:cNvSpPr>
            <a:spLocks noGrp="1"/>
          </p:cNvSpPr>
          <p:nvPr/>
        </p:nvSpPr>
        <p:spPr>
          <a:xfrm>
            <a:off x="658434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01_find_only_3142">
            <a:extLst>
              <a:ext uri="{FF2B5EF4-FFF2-40B4-BE49-F238E27FC236}">
                <a16:creationId xmlns:a16="http://schemas.microsoft.com/office/drawing/2014/main" id="{2C8824C6-2D89-4448-9673-F5D0A371046A}"/>
              </a:ext>
            </a:extLst>
          </p:cNvPr>
          <p:cNvSpPr>
            <a:spLocks noGrp="1"/>
          </p:cNvSpPr>
          <p:nvPr/>
        </p:nvSpPr>
        <p:spPr>
          <a:xfrm>
            <a:off x="65696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01_find_only_3143">
            <a:extLst>
              <a:ext uri="{FF2B5EF4-FFF2-40B4-BE49-F238E27FC236}">
                <a16:creationId xmlns:a16="http://schemas.microsoft.com/office/drawing/2014/main" id="{127403EC-0184-47E4-BA56-3308C4004AD0}"/>
              </a:ext>
            </a:extLst>
          </p:cNvPr>
          <p:cNvSpPr>
            <a:spLocks noGrp="1"/>
          </p:cNvSpPr>
          <p:nvPr/>
        </p:nvSpPr>
        <p:spPr>
          <a:xfrm>
            <a:off x="6626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01_find_only_3144">
            <a:extLst>
              <a:ext uri="{FF2B5EF4-FFF2-40B4-BE49-F238E27FC236}">
                <a16:creationId xmlns:a16="http://schemas.microsoft.com/office/drawing/2014/main" id="{077DD4D4-F7FD-40B4-A5C9-536230ABB158}"/>
              </a:ext>
            </a:extLst>
          </p:cNvPr>
          <p:cNvSpPr>
            <a:spLocks noGrp="1"/>
          </p:cNvSpPr>
          <p:nvPr/>
        </p:nvSpPr>
        <p:spPr>
          <a:xfrm>
            <a:off x="65651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01_find_only_3145">
            <a:extLst>
              <a:ext uri="{FF2B5EF4-FFF2-40B4-BE49-F238E27FC236}">
                <a16:creationId xmlns:a16="http://schemas.microsoft.com/office/drawing/2014/main" id="{740878FF-A1E5-44BB-B823-6B60EDA8F74E}"/>
              </a:ext>
            </a:extLst>
          </p:cNvPr>
          <p:cNvSpPr>
            <a:spLocks noGrp="1"/>
          </p:cNvSpPr>
          <p:nvPr/>
        </p:nvSpPr>
        <p:spPr>
          <a:xfrm>
            <a:off x="6571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01_find_only_3146">
            <a:extLst>
              <a:ext uri="{FF2B5EF4-FFF2-40B4-BE49-F238E27FC236}">
                <a16:creationId xmlns:a16="http://schemas.microsoft.com/office/drawing/2014/main" id="{E3F0129A-208C-47E7-83EB-F05C3FD065AB}"/>
              </a:ext>
            </a:extLst>
          </p:cNvPr>
          <p:cNvSpPr>
            <a:spLocks noGrp="1"/>
          </p:cNvSpPr>
          <p:nvPr/>
        </p:nvSpPr>
        <p:spPr>
          <a:xfrm>
            <a:off x="662864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01_find_only_3147">
            <a:extLst>
              <a:ext uri="{FF2B5EF4-FFF2-40B4-BE49-F238E27FC236}">
                <a16:creationId xmlns:a16="http://schemas.microsoft.com/office/drawing/2014/main" id="{033B7FEF-3E46-4865-8294-0E180C6F5625}"/>
              </a:ext>
            </a:extLst>
          </p:cNvPr>
          <p:cNvSpPr>
            <a:spLocks noGrp="1"/>
          </p:cNvSpPr>
          <p:nvPr/>
        </p:nvSpPr>
        <p:spPr>
          <a:xfrm>
            <a:off x="656597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01_find_only_3148">
            <a:extLst>
              <a:ext uri="{FF2B5EF4-FFF2-40B4-BE49-F238E27FC236}">
                <a16:creationId xmlns:a16="http://schemas.microsoft.com/office/drawing/2014/main" id="{D1AD7DC4-7B50-4059-B218-4B15C94CA5EF}"/>
              </a:ext>
            </a:extLst>
          </p:cNvPr>
          <p:cNvSpPr>
            <a:spLocks noGrp="1"/>
          </p:cNvSpPr>
          <p:nvPr/>
        </p:nvSpPr>
        <p:spPr>
          <a:xfrm>
            <a:off x="6647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01_find_only_3149">
            <a:extLst>
              <a:ext uri="{FF2B5EF4-FFF2-40B4-BE49-F238E27FC236}">
                <a16:creationId xmlns:a16="http://schemas.microsoft.com/office/drawing/2014/main" id="{85539ED2-5A3E-4B03-9BC9-BF6A269408CA}"/>
              </a:ext>
            </a:extLst>
          </p:cNvPr>
          <p:cNvSpPr>
            <a:spLocks noGrp="1"/>
          </p:cNvSpPr>
          <p:nvPr/>
        </p:nvSpPr>
        <p:spPr>
          <a:xfrm>
            <a:off x="66324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01_find_only_3150">
            <a:extLst>
              <a:ext uri="{FF2B5EF4-FFF2-40B4-BE49-F238E27FC236}">
                <a16:creationId xmlns:a16="http://schemas.microsoft.com/office/drawing/2014/main" id="{63FC34BB-5322-4CE6-8100-28AEF5237E61}"/>
              </a:ext>
            </a:extLst>
          </p:cNvPr>
          <p:cNvSpPr>
            <a:spLocks noGrp="1"/>
          </p:cNvSpPr>
          <p:nvPr/>
        </p:nvSpPr>
        <p:spPr>
          <a:xfrm>
            <a:off x="65972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01_find_only_3151">
            <a:extLst>
              <a:ext uri="{FF2B5EF4-FFF2-40B4-BE49-F238E27FC236}">
                <a16:creationId xmlns:a16="http://schemas.microsoft.com/office/drawing/2014/main" id="{4E67F5F3-AA50-45B5-A8B8-C153B985BD00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01_find_only_3152">
            <a:extLst>
              <a:ext uri="{FF2B5EF4-FFF2-40B4-BE49-F238E27FC236}">
                <a16:creationId xmlns:a16="http://schemas.microsoft.com/office/drawing/2014/main" id="{8FA3365B-E929-4ED0-863A-9B41D1974951}"/>
              </a:ext>
            </a:extLst>
          </p:cNvPr>
          <p:cNvSpPr>
            <a:spLocks noGrp="1"/>
          </p:cNvSpPr>
          <p:nvPr/>
        </p:nvSpPr>
        <p:spPr>
          <a:xfrm>
            <a:off x="665001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01_find_only_3153">
            <a:extLst>
              <a:ext uri="{FF2B5EF4-FFF2-40B4-BE49-F238E27FC236}">
                <a16:creationId xmlns:a16="http://schemas.microsoft.com/office/drawing/2014/main" id="{80CBA614-56CA-4156-998A-0B0A0CF770F0}"/>
              </a:ext>
            </a:extLst>
          </p:cNvPr>
          <p:cNvSpPr>
            <a:spLocks noGrp="1"/>
          </p:cNvSpPr>
          <p:nvPr/>
        </p:nvSpPr>
        <p:spPr>
          <a:xfrm>
            <a:off x="66147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01_find_only_3154">
            <a:extLst>
              <a:ext uri="{FF2B5EF4-FFF2-40B4-BE49-F238E27FC236}">
                <a16:creationId xmlns:a16="http://schemas.microsoft.com/office/drawing/2014/main" id="{37754F6D-CA37-43A5-A711-EE38E03C725B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01_find_only_3155">
            <a:extLst>
              <a:ext uri="{FF2B5EF4-FFF2-40B4-BE49-F238E27FC236}">
                <a16:creationId xmlns:a16="http://schemas.microsoft.com/office/drawing/2014/main" id="{A258425F-0D4D-4F5A-9177-4D8BD056EB8E}"/>
              </a:ext>
            </a:extLst>
          </p:cNvPr>
          <p:cNvSpPr>
            <a:spLocks noGrp="1"/>
          </p:cNvSpPr>
          <p:nvPr/>
        </p:nvSpPr>
        <p:spPr>
          <a:xfrm>
            <a:off x="656879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01_find_only_3156">
            <a:extLst>
              <a:ext uri="{FF2B5EF4-FFF2-40B4-BE49-F238E27FC236}">
                <a16:creationId xmlns:a16="http://schemas.microsoft.com/office/drawing/2014/main" id="{4FE3F7A5-721E-4D98-86E3-1046D9232E8C}"/>
              </a:ext>
            </a:extLst>
          </p:cNvPr>
          <p:cNvSpPr>
            <a:spLocks noGrp="1"/>
          </p:cNvSpPr>
          <p:nvPr/>
        </p:nvSpPr>
        <p:spPr>
          <a:xfrm>
            <a:off x="65961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01_find_only_3157">
            <a:extLst>
              <a:ext uri="{FF2B5EF4-FFF2-40B4-BE49-F238E27FC236}">
                <a16:creationId xmlns:a16="http://schemas.microsoft.com/office/drawing/2014/main" id="{BC81A8A2-1942-4B4F-BE1B-F95CC26B28D3}"/>
              </a:ext>
            </a:extLst>
          </p:cNvPr>
          <p:cNvSpPr>
            <a:spLocks noGrp="1"/>
          </p:cNvSpPr>
          <p:nvPr/>
        </p:nvSpPr>
        <p:spPr>
          <a:xfrm>
            <a:off x="66308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01_find_only_3158">
            <a:extLst>
              <a:ext uri="{FF2B5EF4-FFF2-40B4-BE49-F238E27FC236}">
                <a16:creationId xmlns:a16="http://schemas.microsoft.com/office/drawing/2014/main" id="{B0708F1F-F455-425F-B01E-53D254D5D904}"/>
              </a:ext>
            </a:extLst>
          </p:cNvPr>
          <p:cNvSpPr>
            <a:spLocks noGrp="1"/>
          </p:cNvSpPr>
          <p:nvPr/>
        </p:nvSpPr>
        <p:spPr>
          <a:xfrm>
            <a:off x="66167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01_find_only_3159">
            <a:extLst>
              <a:ext uri="{FF2B5EF4-FFF2-40B4-BE49-F238E27FC236}">
                <a16:creationId xmlns:a16="http://schemas.microsoft.com/office/drawing/2014/main" id="{B4B03522-1445-4EC6-888E-A6F933FAAD24}"/>
              </a:ext>
            </a:extLst>
          </p:cNvPr>
          <p:cNvSpPr>
            <a:spLocks noGrp="1"/>
          </p:cNvSpPr>
          <p:nvPr/>
        </p:nvSpPr>
        <p:spPr>
          <a:xfrm>
            <a:off x="6645254" y="566411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01_find_only_3160">
            <a:extLst>
              <a:ext uri="{FF2B5EF4-FFF2-40B4-BE49-F238E27FC236}">
                <a16:creationId xmlns:a16="http://schemas.microsoft.com/office/drawing/2014/main" id="{EB07773A-30EF-4D19-BAE5-038341296193}"/>
              </a:ext>
            </a:extLst>
          </p:cNvPr>
          <p:cNvSpPr>
            <a:spLocks noGrp="1"/>
          </p:cNvSpPr>
          <p:nvPr/>
        </p:nvSpPr>
        <p:spPr>
          <a:xfrm>
            <a:off x="655509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01_find_only_3161">
            <a:extLst>
              <a:ext uri="{FF2B5EF4-FFF2-40B4-BE49-F238E27FC236}">
                <a16:creationId xmlns:a16="http://schemas.microsoft.com/office/drawing/2014/main" id="{0C3FFA6F-6662-4C97-80AE-BF7BCE2CAD17}"/>
              </a:ext>
            </a:extLst>
          </p:cNvPr>
          <p:cNvSpPr>
            <a:spLocks noGrp="1"/>
          </p:cNvSpPr>
          <p:nvPr/>
        </p:nvSpPr>
        <p:spPr>
          <a:xfrm>
            <a:off x="65951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01_find_only_3162">
            <a:extLst>
              <a:ext uri="{FF2B5EF4-FFF2-40B4-BE49-F238E27FC236}">
                <a16:creationId xmlns:a16="http://schemas.microsoft.com/office/drawing/2014/main" id="{2F725676-B41B-4AD0-9EA9-389481E84902}"/>
              </a:ext>
            </a:extLst>
          </p:cNvPr>
          <p:cNvSpPr>
            <a:spLocks noGrp="1"/>
          </p:cNvSpPr>
          <p:nvPr/>
        </p:nvSpPr>
        <p:spPr>
          <a:xfrm>
            <a:off x="661329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01_find_only_3163">
            <a:extLst>
              <a:ext uri="{FF2B5EF4-FFF2-40B4-BE49-F238E27FC236}">
                <a16:creationId xmlns:a16="http://schemas.microsoft.com/office/drawing/2014/main" id="{3A7F098E-D6BD-4031-99DB-D793B9E2D262}"/>
              </a:ext>
            </a:extLst>
          </p:cNvPr>
          <p:cNvSpPr>
            <a:spLocks noGrp="1"/>
          </p:cNvSpPr>
          <p:nvPr/>
        </p:nvSpPr>
        <p:spPr>
          <a:xfrm>
            <a:off x="658307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01_find_only_3164">
            <a:extLst>
              <a:ext uri="{FF2B5EF4-FFF2-40B4-BE49-F238E27FC236}">
                <a16:creationId xmlns:a16="http://schemas.microsoft.com/office/drawing/2014/main" id="{E75142AE-F862-40C8-84C5-279AC08A708C}"/>
              </a:ext>
            </a:extLst>
          </p:cNvPr>
          <p:cNvSpPr>
            <a:spLocks noGrp="1"/>
          </p:cNvSpPr>
          <p:nvPr/>
        </p:nvSpPr>
        <p:spPr>
          <a:xfrm>
            <a:off x="660483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01_find_only_3165">
            <a:extLst>
              <a:ext uri="{FF2B5EF4-FFF2-40B4-BE49-F238E27FC236}">
                <a16:creationId xmlns:a16="http://schemas.microsoft.com/office/drawing/2014/main" id="{56F4E653-9827-42A1-AD42-B0ED7CE45BCA}"/>
              </a:ext>
            </a:extLst>
          </p:cNvPr>
          <p:cNvSpPr>
            <a:spLocks noGrp="1"/>
          </p:cNvSpPr>
          <p:nvPr/>
        </p:nvSpPr>
        <p:spPr>
          <a:xfrm>
            <a:off x="659259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01_find_only_3166">
            <a:extLst>
              <a:ext uri="{FF2B5EF4-FFF2-40B4-BE49-F238E27FC236}">
                <a16:creationId xmlns:a16="http://schemas.microsoft.com/office/drawing/2014/main" id="{44DED19A-3961-4B5B-8603-BDAA97345010}"/>
              </a:ext>
            </a:extLst>
          </p:cNvPr>
          <p:cNvSpPr>
            <a:spLocks noGrp="1"/>
          </p:cNvSpPr>
          <p:nvPr/>
        </p:nvSpPr>
        <p:spPr>
          <a:xfrm>
            <a:off x="663456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01_find_only_3167">
            <a:extLst>
              <a:ext uri="{FF2B5EF4-FFF2-40B4-BE49-F238E27FC236}">
                <a16:creationId xmlns:a16="http://schemas.microsoft.com/office/drawing/2014/main" id="{BD5D2E12-8D6F-4877-9193-392C3A85507D}"/>
              </a:ext>
            </a:extLst>
          </p:cNvPr>
          <p:cNvSpPr>
            <a:spLocks noGrp="1"/>
          </p:cNvSpPr>
          <p:nvPr/>
        </p:nvSpPr>
        <p:spPr>
          <a:xfrm>
            <a:off x="656578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01_find_only_3168">
            <a:extLst>
              <a:ext uri="{FF2B5EF4-FFF2-40B4-BE49-F238E27FC236}">
                <a16:creationId xmlns:a16="http://schemas.microsoft.com/office/drawing/2014/main" id="{ADAE03AE-4D51-4E7D-8466-E9ECE9BF156E}"/>
              </a:ext>
            </a:extLst>
          </p:cNvPr>
          <p:cNvSpPr>
            <a:spLocks noGrp="1"/>
          </p:cNvSpPr>
          <p:nvPr/>
        </p:nvSpPr>
        <p:spPr>
          <a:xfrm>
            <a:off x="65702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01_find_only_3169">
            <a:extLst>
              <a:ext uri="{FF2B5EF4-FFF2-40B4-BE49-F238E27FC236}">
                <a16:creationId xmlns:a16="http://schemas.microsoft.com/office/drawing/2014/main" id="{D3959F03-7AEB-4511-B7B2-DA0312B22F75}"/>
              </a:ext>
            </a:extLst>
          </p:cNvPr>
          <p:cNvSpPr>
            <a:spLocks noGrp="1"/>
          </p:cNvSpPr>
          <p:nvPr/>
        </p:nvSpPr>
        <p:spPr>
          <a:xfrm>
            <a:off x="661066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01_find_only_3170">
            <a:extLst>
              <a:ext uri="{FF2B5EF4-FFF2-40B4-BE49-F238E27FC236}">
                <a16:creationId xmlns:a16="http://schemas.microsoft.com/office/drawing/2014/main" id="{FF499691-CC74-4307-BCC9-723FF4CC53FC}"/>
              </a:ext>
            </a:extLst>
          </p:cNvPr>
          <p:cNvSpPr>
            <a:spLocks noGrp="1"/>
          </p:cNvSpPr>
          <p:nvPr/>
        </p:nvSpPr>
        <p:spPr>
          <a:xfrm>
            <a:off x="66097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01_find_only_3171">
            <a:extLst>
              <a:ext uri="{FF2B5EF4-FFF2-40B4-BE49-F238E27FC236}">
                <a16:creationId xmlns:a16="http://schemas.microsoft.com/office/drawing/2014/main" id="{FD3822D8-2905-453D-8AA7-D78C2508C9D9}"/>
              </a:ext>
            </a:extLst>
          </p:cNvPr>
          <p:cNvSpPr>
            <a:spLocks noGrp="1"/>
          </p:cNvSpPr>
          <p:nvPr/>
        </p:nvSpPr>
        <p:spPr>
          <a:xfrm>
            <a:off x="66413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01_find_only_3172">
            <a:extLst>
              <a:ext uri="{FF2B5EF4-FFF2-40B4-BE49-F238E27FC236}">
                <a16:creationId xmlns:a16="http://schemas.microsoft.com/office/drawing/2014/main" id="{EFD444F9-F246-46D1-A7C7-6719D8196586}"/>
              </a:ext>
            </a:extLst>
          </p:cNvPr>
          <p:cNvSpPr>
            <a:spLocks noGrp="1"/>
          </p:cNvSpPr>
          <p:nvPr/>
        </p:nvSpPr>
        <p:spPr>
          <a:xfrm>
            <a:off x="66266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01_find_only_3173">
            <a:extLst>
              <a:ext uri="{FF2B5EF4-FFF2-40B4-BE49-F238E27FC236}">
                <a16:creationId xmlns:a16="http://schemas.microsoft.com/office/drawing/2014/main" id="{D87BEDB0-FC8A-49B9-907D-C067AFB9A0FF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01_find_only_3174">
            <a:extLst>
              <a:ext uri="{FF2B5EF4-FFF2-40B4-BE49-F238E27FC236}">
                <a16:creationId xmlns:a16="http://schemas.microsoft.com/office/drawing/2014/main" id="{3AC4D54B-2BC6-40F3-897C-912D66882583}"/>
              </a:ext>
            </a:extLst>
          </p:cNvPr>
          <p:cNvSpPr>
            <a:spLocks noGrp="1"/>
          </p:cNvSpPr>
          <p:nvPr/>
        </p:nvSpPr>
        <p:spPr>
          <a:xfrm>
            <a:off x="66286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01_find_only_3175">
            <a:extLst>
              <a:ext uri="{FF2B5EF4-FFF2-40B4-BE49-F238E27FC236}">
                <a16:creationId xmlns:a16="http://schemas.microsoft.com/office/drawing/2014/main" id="{226C36DF-3D63-4AD6-B8A1-29A36B586885}"/>
              </a:ext>
            </a:extLst>
          </p:cNvPr>
          <p:cNvSpPr>
            <a:spLocks noGrp="1"/>
          </p:cNvSpPr>
          <p:nvPr/>
        </p:nvSpPr>
        <p:spPr>
          <a:xfrm>
            <a:off x="662077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01_find_only_3176">
            <a:extLst>
              <a:ext uri="{FF2B5EF4-FFF2-40B4-BE49-F238E27FC236}">
                <a16:creationId xmlns:a16="http://schemas.microsoft.com/office/drawing/2014/main" id="{51D631D1-28B0-40ED-85E6-15192E89C8E8}"/>
              </a:ext>
            </a:extLst>
          </p:cNvPr>
          <p:cNvSpPr>
            <a:spLocks noGrp="1"/>
          </p:cNvSpPr>
          <p:nvPr/>
        </p:nvSpPr>
        <p:spPr>
          <a:xfrm>
            <a:off x="66249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01_find_only_3177">
            <a:extLst>
              <a:ext uri="{FF2B5EF4-FFF2-40B4-BE49-F238E27FC236}">
                <a16:creationId xmlns:a16="http://schemas.microsoft.com/office/drawing/2014/main" id="{D254A86D-BEB3-4041-89B2-3769FF248E82}"/>
              </a:ext>
            </a:extLst>
          </p:cNvPr>
          <p:cNvSpPr>
            <a:spLocks noGrp="1"/>
          </p:cNvSpPr>
          <p:nvPr/>
        </p:nvSpPr>
        <p:spPr>
          <a:xfrm>
            <a:off x="6606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01_find_only_3178">
            <a:extLst>
              <a:ext uri="{FF2B5EF4-FFF2-40B4-BE49-F238E27FC236}">
                <a16:creationId xmlns:a16="http://schemas.microsoft.com/office/drawing/2014/main" id="{F880A925-D00A-4583-9B82-CCF6BAC2A350}"/>
              </a:ext>
            </a:extLst>
          </p:cNvPr>
          <p:cNvSpPr>
            <a:spLocks noGrp="1"/>
          </p:cNvSpPr>
          <p:nvPr/>
        </p:nvSpPr>
        <p:spPr>
          <a:xfrm>
            <a:off x="65561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01_find_only_3179">
            <a:extLst>
              <a:ext uri="{FF2B5EF4-FFF2-40B4-BE49-F238E27FC236}">
                <a16:creationId xmlns:a16="http://schemas.microsoft.com/office/drawing/2014/main" id="{5ACCFEEC-9A11-4AEC-AD47-D61D35F187FE}"/>
              </a:ext>
            </a:extLst>
          </p:cNvPr>
          <p:cNvSpPr>
            <a:spLocks noGrp="1"/>
          </p:cNvSpPr>
          <p:nvPr/>
        </p:nvSpPr>
        <p:spPr>
          <a:xfrm>
            <a:off x="6621161" y="60896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01_find_only_3180">
            <a:extLst>
              <a:ext uri="{FF2B5EF4-FFF2-40B4-BE49-F238E27FC236}">
                <a16:creationId xmlns:a16="http://schemas.microsoft.com/office/drawing/2014/main" id="{FA5E3B47-BDD1-40D9-86D7-EA331080A832}"/>
              </a:ext>
            </a:extLst>
          </p:cNvPr>
          <p:cNvSpPr>
            <a:spLocks noGrp="1"/>
          </p:cNvSpPr>
          <p:nvPr/>
        </p:nvSpPr>
        <p:spPr>
          <a:xfrm>
            <a:off x="6633984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01_find_only_3181">
            <a:extLst>
              <a:ext uri="{FF2B5EF4-FFF2-40B4-BE49-F238E27FC236}">
                <a16:creationId xmlns:a16="http://schemas.microsoft.com/office/drawing/2014/main" id="{AAFBBFC3-581B-4938-9EC7-2AEA46A30BB7}"/>
              </a:ext>
            </a:extLst>
          </p:cNvPr>
          <p:cNvSpPr>
            <a:spLocks noGrp="1"/>
          </p:cNvSpPr>
          <p:nvPr/>
        </p:nvSpPr>
        <p:spPr>
          <a:xfrm>
            <a:off x="65722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01_find_only_3182">
            <a:extLst>
              <a:ext uri="{FF2B5EF4-FFF2-40B4-BE49-F238E27FC236}">
                <a16:creationId xmlns:a16="http://schemas.microsoft.com/office/drawing/2014/main" id="{9A974A55-EAEE-4CC6-9B55-A3AE3CBFDF37}"/>
              </a:ext>
            </a:extLst>
          </p:cNvPr>
          <p:cNvSpPr>
            <a:spLocks noGrp="1"/>
          </p:cNvSpPr>
          <p:nvPr/>
        </p:nvSpPr>
        <p:spPr>
          <a:xfrm>
            <a:off x="6565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01_find_only_3183">
            <a:extLst>
              <a:ext uri="{FF2B5EF4-FFF2-40B4-BE49-F238E27FC236}">
                <a16:creationId xmlns:a16="http://schemas.microsoft.com/office/drawing/2014/main" id="{0536BABC-F17D-4B6D-92B9-886CC5B18F88}"/>
              </a:ext>
            </a:extLst>
          </p:cNvPr>
          <p:cNvSpPr>
            <a:spLocks noGrp="1"/>
          </p:cNvSpPr>
          <p:nvPr/>
        </p:nvSpPr>
        <p:spPr>
          <a:xfrm>
            <a:off x="6620966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01_find_only_3184">
            <a:extLst>
              <a:ext uri="{FF2B5EF4-FFF2-40B4-BE49-F238E27FC236}">
                <a16:creationId xmlns:a16="http://schemas.microsoft.com/office/drawing/2014/main" id="{5073F513-1CCC-4FCE-9A9F-CDE9C24B943A}"/>
              </a:ext>
            </a:extLst>
          </p:cNvPr>
          <p:cNvSpPr>
            <a:spLocks noGrp="1"/>
          </p:cNvSpPr>
          <p:nvPr/>
        </p:nvSpPr>
        <p:spPr>
          <a:xfrm>
            <a:off x="6646031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01_find_only_3185">
            <a:extLst>
              <a:ext uri="{FF2B5EF4-FFF2-40B4-BE49-F238E27FC236}">
                <a16:creationId xmlns:a16="http://schemas.microsoft.com/office/drawing/2014/main" id="{9573A9C6-271E-4042-8093-051C838EB90A}"/>
              </a:ext>
            </a:extLst>
          </p:cNvPr>
          <p:cNvSpPr>
            <a:spLocks noGrp="1"/>
          </p:cNvSpPr>
          <p:nvPr/>
        </p:nvSpPr>
        <p:spPr>
          <a:xfrm>
            <a:off x="6650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01_find_only_3186">
            <a:extLst>
              <a:ext uri="{FF2B5EF4-FFF2-40B4-BE49-F238E27FC236}">
                <a16:creationId xmlns:a16="http://schemas.microsoft.com/office/drawing/2014/main" id="{07DAAFAA-E9CC-4213-BD14-34340AE9C70B}"/>
              </a:ext>
            </a:extLst>
          </p:cNvPr>
          <p:cNvSpPr>
            <a:spLocks noGrp="1"/>
          </p:cNvSpPr>
          <p:nvPr/>
        </p:nvSpPr>
        <p:spPr>
          <a:xfrm>
            <a:off x="659016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01_find_only_3187">
            <a:extLst>
              <a:ext uri="{FF2B5EF4-FFF2-40B4-BE49-F238E27FC236}">
                <a16:creationId xmlns:a16="http://schemas.microsoft.com/office/drawing/2014/main" id="{524126CA-2A04-4BB1-87A4-D4DF053A8689}"/>
              </a:ext>
            </a:extLst>
          </p:cNvPr>
          <p:cNvSpPr>
            <a:spLocks noGrp="1"/>
          </p:cNvSpPr>
          <p:nvPr/>
        </p:nvSpPr>
        <p:spPr>
          <a:xfrm>
            <a:off x="66258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01_find_only_3188">
            <a:extLst>
              <a:ext uri="{FF2B5EF4-FFF2-40B4-BE49-F238E27FC236}">
                <a16:creationId xmlns:a16="http://schemas.microsoft.com/office/drawing/2014/main" id="{814E5FB6-02AA-4151-B2C5-E002AE229242}"/>
              </a:ext>
            </a:extLst>
          </p:cNvPr>
          <p:cNvSpPr>
            <a:spLocks noGrp="1"/>
          </p:cNvSpPr>
          <p:nvPr/>
        </p:nvSpPr>
        <p:spPr>
          <a:xfrm>
            <a:off x="66332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01_find_only_3189">
            <a:extLst>
              <a:ext uri="{FF2B5EF4-FFF2-40B4-BE49-F238E27FC236}">
                <a16:creationId xmlns:a16="http://schemas.microsoft.com/office/drawing/2014/main" id="{F7252DBD-77EA-4491-ACCB-5D3866E2D315}"/>
              </a:ext>
            </a:extLst>
          </p:cNvPr>
          <p:cNvSpPr>
            <a:spLocks noGrp="1"/>
          </p:cNvSpPr>
          <p:nvPr/>
        </p:nvSpPr>
        <p:spPr>
          <a:xfrm>
            <a:off x="66449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01_find_only_3190">
            <a:extLst>
              <a:ext uri="{FF2B5EF4-FFF2-40B4-BE49-F238E27FC236}">
                <a16:creationId xmlns:a16="http://schemas.microsoft.com/office/drawing/2014/main" id="{FBDAC2F7-AB01-470B-88F8-C90A7768D3AF}"/>
              </a:ext>
            </a:extLst>
          </p:cNvPr>
          <p:cNvSpPr>
            <a:spLocks noGrp="1"/>
          </p:cNvSpPr>
          <p:nvPr/>
        </p:nvSpPr>
        <p:spPr>
          <a:xfrm>
            <a:off x="6634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01_find_only_3191">
            <a:extLst>
              <a:ext uri="{FF2B5EF4-FFF2-40B4-BE49-F238E27FC236}">
                <a16:creationId xmlns:a16="http://schemas.microsoft.com/office/drawing/2014/main" id="{F1B404F2-0FAD-4D52-953B-136017D55381}"/>
              </a:ext>
            </a:extLst>
          </p:cNvPr>
          <p:cNvSpPr>
            <a:spLocks noGrp="1"/>
          </p:cNvSpPr>
          <p:nvPr/>
        </p:nvSpPr>
        <p:spPr>
          <a:xfrm>
            <a:off x="66199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01_find_only_3192">
            <a:extLst>
              <a:ext uri="{FF2B5EF4-FFF2-40B4-BE49-F238E27FC236}">
                <a16:creationId xmlns:a16="http://schemas.microsoft.com/office/drawing/2014/main" id="{73E45B88-20F5-4430-AD8F-72209D63CE7E}"/>
              </a:ext>
            </a:extLst>
          </p:cNvPr>
          <p:cNvSpPr>
            <a:spLocks noGrp="1"/>
          </p:cNvSpPr>
          <p:nvPr/>
        </p:nvSpPr>
        <p:spPr>
          <a:xfrm>
            <a:off x="65604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01_find_only_3193">
            <a:extLst>
              <a:ext uri="{FF2B5EF4-FFF2-40B4-BE49-F238E27FC236}">
                <a16:creationId xmlns:a16="http://schemas.microsoft.com/office/drawing/2014/main" id="{5C341F27-0A48-454D-B3E7-0E7093470E8C}"/>
              </a:ext>
            </a:extLst>
          </p:cNvPr>
          <p:cNvSpPr>
            <a:spLocks noGrp="1"/>
          </p:cNvSpPr>
          <p:nvPr/>
        </p:nvSpPr>
        <p:spPr>
          <a:xfrm>
            <a:off x="65698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01_find_only_3194">
            <a:extLst>
              <a:ext uri="{FF2B5EF4-FFF2-40B4-BE49-F238E27FC236}">
                <a16:creationId xmlns:a16="http://schemas.microsoft.com/office/drawing/2014/main" id="{BC324F41-952D-4AFF-85D0-1F968DD52B55}"/>
              </a:ext>
            </a:extLst>
          </p:cNvPr>
          <p:cNvSpPr>
            <a:spLocks noGrp="1"/>
          </p:cNvSpPr>
          <p:nvPr/>
        </p:nvSpPr>
        <p:spPr>
          <a:xfrm>
            <a:off x="66209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01_find_only_3195">
            <a:extLst>
              <a:ext uri="{FF2B5EF4-FFF2-40B4-BE49-F238E27FC236}">
                <a16:creationId xmlns:a16="http://schemas.microsoft.com/office/drawing/2014/main" id="{DADE0A25-F1A3-4A0C-89EC-221D769CF445}"/>
              </a:ext>
            </a:extLst>
          </p:cNvPr>
          <p:cNvSpPr>
            <a:spLocks noGrp="1"/>
          </p:cNvSpPr>
          <p:nvPr/>
        </p:nvSpPr>
        <p:spPr>
          <a:xfrm>
            <a:off x="661115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01_find_only_3196">
            <a:extLst>
              <a:ext uri="{FF2B5EF4-FFF2-40B4-BE49-F238E27FC236}">
                <a16:creationId xmlns:a16="http://schemas.microsoft.com/office/drawing/2014/main" id="{B785DA01-CDC0-4053-BCE7-99CB7B644C3C}"/>
              </a:ext>
            </a:extLst>
          </p:cNvPr>
          <p:cNvSpPr>
            <a:spLocks noGrp="1"/>
          </p:cNvSpPr>
          <p:nvPr/>
        </p:nvSpPr>
        <p:spPr>
          <a:xfrm>
            <a:off x="6573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01_find_only_3197">
            <a:extLst>
              <a:ext uri="{FF2B5EF4-FFF2-40B4-BE49-F238E27FC236}">
                <a16:creationId xmlns:a16="http://schemas.microsoft.com/office/drawing/2014/main" id="{8DE9D597-FE8E-4028-9107-6308196E0B63}"/>
              </a:ext>
            </a:extLst>
          </p:cNvPr>
          <p:cNvSpPr>
            <a:spLocks noGrp="1"/>
          </p:cNvSpPr>
          <p:nvPr/>
        </p:nvSpPr>
        <p:spPr>
          <a:xfrm>
            <a:off x="65915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01_find_only_3198">
            <a:extLst>
              <a:ext uri="{FF2B5EF4-FFF2-40B4-BE49-F238E27FC236}">
                <a16:creationId xmlns:a16="http://schemas.microsoft.com/office/drawing/2014/main" id="{0DC8AC97-1A99-4482-80B0-61BC92F62DE5}"/>
              </a:ext>
            </a:extLst>
          </p:cNvPr>
          <p:cNvSpPr>
            <a:spLocks noGrp="1"/>
          </p:cNvSpPr>
          <p:nvPr/>
        </p:nvSpPr>
        <p:spPr>
          <a:xfrm>
            <a:off x="6557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01_find_only_3199">
            <a:extLst>
              <a:ext uri="{FF2B5EF4-FFF2-40B4-BE49-F238E27FC236}">
                <a16:creationId xmlns:a16="http://schemas.microsoft.com/office/drawing/2014/main" id="{BC19C384-9CEF-42A5-9764-DE871798A946}"/>
              </a:ext>
            </a:extLst>
          </p:cNvPr>
          <p:cNvSpPr>
            <a:spLocks noGrp="1"/>
          </p:cNvSpPr>
          <p:nvPr/>
        </p:nvSpPr>
        <p:spPr>
          <a:xfrm>
            <a:off x="68294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01_find_only_3200">
            <a:extLst>
              <a:ext uri="{FF2B5EF4-FFF2-40B4-BE49-F238E27FC236}">
                <a16:creationId xmlns:a16="http://schemas.microsoft.com/office/drawing/2014/main" id="{79DF0239-DF50-492B-890E-2E327C4D60AD}"/>
              </a:ext>
            </a:extLst>
          </p:cNvPr>
          <p:cNvSpPr>
            <a:spLocks noGrp="1"/>
          </p:cNvSpPr>
          <p:nvPr/>
        </p:nvSpPr>
        <p:spPr>
          <a:xfrm>
            <a:off x="6891635" y="560947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01_find_only_3201">
            <a:extLst>
              <a:ext uri="{FF2B5EF4-FFF2-40B4-BE49-F238E27FC236}">
                <a16:creationId xmlns:a16="http://schemas.microsoft.com/office/drawing/2014/main" id="{8E112472-C3B8-43B9-A285-E232FCED4EDB}"/>
              </a:ext>
            </a:extLst>
          </p:cNvPr>
          <p:cNvSpPr>
            <a:spLocks noGrp="1"/>
          </p:cNvSpPr>
          <p:nvPr/>
        </p:nvSpPr>
        <p:spPr>
          <a:xfrm>
            <a:off x="6809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01_find_only_3202">
            <a:extLst>
              <a:ext uri="{FF2B5EF4-FFF2-40B4-BE49-F238E27FC236}">
                <a16:creationId xmlns:a16="http://schemas.microsoft.com/office/drawing/2014/main" id="{17B7FD20-3C94-4819-BE7A-1AA54AE129D4}"/>
              </a:ext>
            </a:extLst>
          </p:cNvPr>
          <p:cNvSpPr>
            <a:spLocks noGrp="1"/>
          </p:cNvSpPr>
          <p:nvPr/>
        </p:nvSpPr>
        <p:spPr>
          <a:xfrm>
            <a:off x="6883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01_find_only_3203">
            <a:extLst>
              <a:ext uri="{FF2B5EF4-FFF2-40B4-BE49-F238E27FC236}">
                <a16:creationId xmlns:a16="http://schemas.microsoft.com/office/drawing/2014/main" id="{FC2229AC-2B0A-4053-8203-A614F1288815}"/>
              </a:ext>
            </a:extLst>
          </p:cNvPr>
          <p:cNvSpPr>
            <a:spLocks noGrp="1"/>
          </p:cNvSpPr>
          <p:nvPr/>
        </p:nvSpPr>
        <p:spPr>
          <a:xfrm>
            <a:off x="6845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01_find_only_3204">
            <a:extLst>
              <a:ext uri="{FF2B5EF4-FFF2-40B4-BE49-F238E27FC236}">
                <a16:creationId xmlns:a16="http://schemas.microsoft.com/office/drawing/2014/main" id="{6D874FB7-14E0-4B29-A85D-30A0DF9798BA}"/>
              </a:ext>
            </a:extLst>
          </p:cNvPr>
          <p:cNvSpPr>
            <a:spLocks noGrp="1"/>
          </p:cNvSpPr>
          <p:nvPr/>
        </p:nvSpPr>
        <p:spPr>
          <a:xfrm>
            <a:off x="68985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01_find_only_3205">
            <a:extLst>
              <a:ext uri="{FF2B5EF4-FFF2-40B4-BE49-F238E27FC236}">
                <a16:creationId xmlns:a16="http://schemas.microsoft.com/office/drawing/2014/main" id="{B3F0865D-5D19-4C39-825B-1C5F08512630}"/>
              </a:ext>
            </a:extLst>
          </p:cNvPr>
          <p:cNvSpPr>
            <a:spLocks noGrp="1"/>
          </p:cNvSpPr>
          <p:nvPr/>
        </p:nvSpPr>
        <p:spPr>
          <a:xfrm>
            <a:off x="68293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01_find_only_3206">
            <a:extLst>
              <a:ext uri="{FF2B5EF4-FFF2-40B4-BE49-F238E27FC236}">
                <a16:creationId xmlns:a16="http://schemas.microsoft.com/office/drawing/2014/main" id="{E4CDCA47-98F1-4DD2-85A8-54968A131820}"/>
              </a:ext>
            </a:extLst>
          </p:cNvPr>
          <p:cNvSpPr>
            <a:spLocks noGrp="1"/>
          </p:cNvSpPr>
          <p:nvPr/>
        </p:nvSpPr>
        <p:spPr>
          <a:xfrm>
            <a:off x="68767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01_find_only_3207">
            <a:extLst>
              <a:ext uri="{FF2B5EF4-FFF2-40B4-BE49-F238E27FC236}">
                <a16:creationId xmlns:a16="http://schemas.microsoft.com/office/drawing/2014/main" id="{F9003BE4-AEEF-4324-9C10-589ADB5E2B89}"/>
              </a:ext>
            </a:extLst>
          </p:cNvPr>
          <p:cNvSpPr>
            <a:spLocks noGrp="1"/>
          </p:cNvSpPr>
          <p:nvPr/>
        </p:nvSpPr>
        <p:spPr>
          <a:xfrm>
            <a:off x="6812457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01_find_only_3208">
            <a:extLst>
              <a:ext uri="{FF2B5EF4-FFF2-40B4-BE49-F238E27FC236}">
                <a16:creationId xmlns:a16="http://schemas.microsoft.com/office/drawing/2014/main" id="{B0F8E822-B158-4641-9CD0-A2FC9C6D6386}"/>
              </a:ext>
            </a:extLst>
          </p:cNvPr>
          <p:cNvSpPr>
            <a:spLocks noGrp="1"/>
          </p:cNvSpPr>
          <p:nvPr/>
        </p:nvSpPr>
        <p:spPr>
          <a:xfrm>
            <a:off x="68331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01_find_only_3209">
            <a:extLst>
              <a:ext uri="{FF2B5EF4-FFF2-40B4-BE49-F238E27FC236}">
                <a16:creationId xmlns:a16="http://schemas.microsoft.com/office/drawing/2014/main" id="{46FA5A01-15B0-46F1-8796-853A5B04035D}"/>
              </a:ext>
            </a:extLst>
          </p:cNvPr>
          <p:cNvSpPr>
            <a:spLocks noGrp="1"/>
          </p:cNvSpPr>
          <p:nvPr/>
        </p:nvSpPr>
        <p:spPr>
          <a:xfrm>
            <a:off x="68122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01_find_only_3210">
            <a:extLst>
              <a:ext uri="{FF2B5EF4-FFF2-40B4-BE49-F238E27FC236}">
                <a16:creationId xmlns:a16="http://schemas.microsoft.com/office/drawing/2014/main" id="{BBE2851A-61C5-4518-A5E7-96FF17C6D2E2}"/>
              </a:ext>
            </a:extLst>
          </p:cNvPr>
          <p:cNvSpPr>
            <a:spLocks noGrp="1"/>
          </p:cNvSpPr>
          <p:nvPr/>
        </p:nvSpPr>
        <p:spPr>
          <a:xfrm>
            <a:off x="68671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01_find_only_3211">
            <a:extLst>
              <a:ext uri="{FF2B5EF4-FFF2-40B4-BE49-F238E27FC236}">
                <a16:creationId xmlns:a16="http://schemas.microsoft.com/office/drawing/2014/main" id="{4A79AAF9-4ACC-4BA9-ADFE-4253199281EF}"/>
              </a:ext>
            </a:extLst>
          </p:cNvPr>
          <p:cNvSpPr>
            <a:spLocks noGrp="1"/>
          </p:cNvSpPr>
          <p:nvPr/>
        </p:nvSpPr>
        <p:spPr>
          <a:xfrm>
            <a:off x="68253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01_find_only_3212">
            <a:extLst>
              <a:ext uri="{FF2B5EF4-FFF2-40B4-BE49-F238E27FC236}">
                <a16:creationId xmlns:a16="http://schemas.microsoft.com/office/drawing/2014/main" id="{CB3ACC61-E48B-4CBD-8BF1-CF068ABA3DA3}"/>
              </a:ext>
            </a:extLst>
          </p:cNvPr>
          <p:cNvSpPr>
            <a:spLocks noGrp="1"/>
          </p:cNvSpPr>
          <p:nvPr/>
        </p:nvSpPr>
        <p:spPr>
          <a:xfrm>
            <a:off x="68545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01_find_only_3213">
            <a:extLst>
              <a:ext uri="{FF2B5EF4-FFF2-40B4-BE49-F238E27FC236}">
                <a16:creationId xmlns:a16="http://schemas.microsoft.com/office/drawing/2014/main" id="{3A8A76A7-54CF-4AB4-8F43-E5646C465830}"/>
              </a:ext>
            </a:extLst>
          </p:cNvPr>
          <p:cNvSpPr>
            <a:spLocks noGrp="1"/>
          </p:cNvSpPr>
          <p:nvPr/>
        </p:nvSpPr>
        <p:spPr>
          <a:xfrm>
            <a:off x="684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01_find_only_3214">
            <a:extLst>
              <a:ext uri="{FF2B5EF4-FFF2-40B4-BE49-F238E27FC236}">
                <a16:creationId xmlns:a16="http://schemas.microsoft.com/office/drawing/2014/main" id="{3EAB45C1-FD2C-4327-A1A0-6C91A9B4A438}"/>
              </a:ext>
            </a:extLst>
          </p:cNvPr>
          <p:cNvSpPr>
            <a:spLocks noGrp="1"/>
          </p:cNvSpPr>
          <p:nvPr/>
        </p:nvSpPr>
        <p:spPr>
          <a:xfrm>
            <a:off x="6834607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01_find_only_3215">
            <a:extLst>
              <a:ext uri="{FF2B5EF4-FFF2-40B4-BE49-F238E27FC236}">
                <a16:creationId xmlns:a16="http://schemas.microsoft.com/office/drawing/2014/main" id="{DEAD1560-B296-483F-BFC5-CC896F07DED1}"/>
              </a:ext>
            </a:extLst>
          </p:cNvPr>
          <p:cNvSpPr>
            <a:spLocks noGrp="1"/>
          </p:cNvSpPr>
          <p:nvPr/>
        </p:nvSpPr>
        <p:spPr>
          <a:xfrm>
            <a:off x="681197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01_find_only_3216">
            <a:extLst>
              <a:ext uri="{FF2B5EF4-FFF2-40B4-BE49-F238E27FC236}">
                <a16:creationId xmlns:a16="http://schemas.microsoft.com/office/drawing/2014/main" id="{C88BF02A-6632-4A2D-9D78-816C731B5286}"/>
              </a:ext>
            </a:extLst>
          </p:cNvPr>
          <p:cNvSpPr>
            <a:spLocks noGrp="1"/>
          </p:cNvSpPr>
          <p:nvPr/>
        </p:nvSpPr>
        <p:spPr>
          <a:xfrm>
            <a:off x="6899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01_find_only_3217">
            <a:extLst>
              <a:ext uri="{FF2B5EF4-FFF2-40B4-BE49-F238E27FC236}">
                <a16:creationId xmlns:a16="http://schemas.microsoft.com/office/drawing/2014/main" id="{7F4F70C6-CBC7-45BB-A5A3-C07C443C5413}"/>
              </a:ext>
            </a:extLst>
          </p:cNvPr>
          <p:cNvSpPr>
            <a:spLocks noGrp="1"/>
          </p:cNvSpPr>
          <p:nvPr/>
        </p:nvSpPr>
        <p:spPr>
          <a:xfrm>
            <a:off x="6813331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01_find_only_3218">
            <a:extLst>
              <a:ext uri="{FF2B5EF4-FFF2-40B4-BE49-F238E27FC236}">
                <a16:creationId xmlns:a16="http://schemas.microsoft.com/office/drawing/2014/main" id="{78CCBE1D-6156-42A0-889E-20BAA7CD13D9}"/>
              </a:ext>
            </a:extLst>
          </p:cNvPr>
          <p:cNvSpPr>
            <a:spLocks noGrp="1"/>
          </p:cNvSpPr>
          <p:nvPr/>
        </p:nvSpPr>
        <p:spPr>
          <a:xfrm>
            <a:off x="68920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01_find_only_3219">
            <a:extLst>
              <a:ext uri="{FF2B5EF4-FFF2-40B4-BE49-F238E27FC236}">
                <a16:creationId xmlns:a16="http://schemas.microsoft.com/office/drawing/2014/main" id="{A782DF5B-6265-446F-B632-AD70423393FC}"/>
              </a:ext>
            </a:extLst>
          </p:cNvPr>
          <p:cNvSpPr>
            <a:spLocks noGrp="1"/>
          </p:cNvSpPr>
          <p:nvPr/>
        </p:nvSpPr>
        <p:spPr>
          <a:xfrm>
            <a:off x="68456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01_find_only_3220">
            <a:extLst>
              <a:ext uri="{FF2B5EF4-FFF2-40B4-BE49-F238E27FC236}">
                <a16:creationId xmlns:a16="http://schemas.microsoft.com/office/drawing/2014/main" id="{E179E44D-9D7C-45DD-8692-1382813499D3}"/>
              </a:ext>
            </a:extLst>
          </p:cNvPr>
          <p:cNvSpPr>
            <a:spLocks noGrp="1"/>
          </p:cNvSpPr>
          <p:nvPr/>
        </p:nvSpPr>
        <p:spPr>
          <a:xfrm>
            <a:off x="690319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01_find_only_3221">
            <a:extLst>
              <a:ext uri="{FF2B5EF4-FFF2-40B4-BE49-F238E27FC236}">
                <a16:creationId xmlns:a16="http://schemas.microsoft.com/office/drawing/2014/main" id="{F8A76141-3734-4770-8371-05D838EFEB1C}"/>
              </a:ext>
            </a:extLst>
          </p:cNvPr>
          <p:cNvSpPr>
            <a:spLocks noGrp="1"/>
          </p:cNvSpPr>
          <p:nvPr/>
        </p:nvSpPr>
        <p:spPr>
          <a:xfrm>
            <a:off x="68727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01_find_only_3222">
            <a:extLst>
              <a:ext uri="{FF2B5EF4-FFF2-40B4-BE49-F238E27FC236}">
                <a16:creationId xmlns:a16="http://schemas.microsoft.com/office/drawing/2014/main" id="{964FEE2B-99F6-4B9A-9906-396851B455F5}"/>
              </a:ext>
            </a:extLst>
          </p:cNvPr>
          <p:cNvSpPr>
            <a:spLocks noGrp="1"/>
          </p:cNvSpPr>
          <p:nvPr/>
        </p:nvSpPr>
        <p:spPr>
          <a:xfrm>
            <a:off x="68793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01_find_only_3223">
            <a:extLst>
              <a:ext uri="{FF2B5EF4-FFF2-40B4-BE49-F238E27FC236}">
                <a16:creationId xmlns:a16="http://schemas.microsoft.com/office/drawing/2014/main" id="{06BB1798-DF14-4C07-A907-E5547CD1E7FB}"/>
              </a:ext>
            </a:extLst>
          </p:cNvPr>
          <p:cNvSpPr>
            <a:spLocks noGrp="1"/>
          </p:cNvSpPr>
          <p:nvPr/>
        </p:nvSpPr>
        <p:spPr>
          <a:xfrm>
            <a:off x="6836744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01_find_only_3224">
            <a:extLst>
              <a:ext uri="{FF2B5EF4-FFF2-40B4-BE49-F238E27FC236}">
                <a16:creationId xmlns:a16="http://schemas.microsoft.com/office/drawing/2014/main" id="{10291926-7A4B-4F86-84B7-F81516EF6037}"/>
              </a:ext>
            </a:extLst>
          </p:cNvPr>
          <p:cNvSpPr>
            <a:spLocks noGrp="1"/>
          </p:cNvSpPr>
          <p:nvPr/>
        </p:nvSpPr>
        <p:spPr>
          <a:xfrm>
            <a:off x="689775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01_find_only_3225">
            <a:extLst>
              <a:ext uri="{FF2B5EF4-FFF2-40B4-BE49-F238E27FC236}">
                <a16:creationId xmlns:a16="http://schemas.microsoft.com/office/drawing/2014/main" id="{F03F8620-B977-439B-A1A3-85455B16981D}"/>
              </a:ext>
            </a:extLst>
          </p:cNvPr>
          <p:cNvSpPr>
            <a:spLocks noGrp="1"/>
          </p:cNvSpPr>
          <p:nvPr/>
        </p:nvSpPr>
        <p:spPr>
          <a:xfrm>
            <a:off x="6879588" y="5349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01_find_only_3226">
            <a:extLst>
              <a:ext uri="{FF2B5EF4-FFF2-40B4-BE49-F238E27FC236}">
                <a16:creationId xmlns:a16="http://schemas.microsoft.com/office/drawing/2014/main" id="{28A300A4-2450-4EBC-9534-DB6ED6DEEC5D}"/>
              </a:ext>
            </a:extLst>
          </p:cNvPr>
          <p:cNvSpPr>
            <a:spLocks noGrp="1"/>
          </p:cNvSpPr>
          <p:nvPr/>
        </p:nvSpPr>
        <p:spPr>
          <a:xfrm>
            <a:off x="68241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01_find_only_3227">
            <a:extLst>
              <a:ext uri="{FF2B5EF4-FFF2-40B4-BE49-F238E27FC236}">
                <a16:creationId xmlns:a16="http://schemas.microsoft.com/office/drawing/2014/main" id="{57DABE9D-43F6-4471-B0C6-134585B4AF10}"/>
              </a:ext>
            </a:extLst>
          </p:cNvPr>
          <p:cNvSpPr>
            <a:spLocks noGrp="1"/>
          </p:cNvSpPr>
          <p:nvPr/>
        </p:nvSpPr>
        <p:spPr>
          <a:xfrm>
            <a:off x="6877937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01_find_only_3228">
            <a:extLst>
              <a:ext uri="{FF2B5EF4-FFF2-40B4-BE49-F238E27FC236}">
                <a16:creationId xmlns:a16="http://schemas.microsoft.com/office/drawing/2014/main" id="{75CE490D-8F51-4494-B1AF-E0FE59B74A41}"/>
              </a:ext>
            </a:extLst>
          </p:cNvPr>
          <p:cNvSpPr>
            <a:spLocks noGrp="1"/>
          </p:cNvSpPr>
          <p:nvPr/>
        </p:nvSpPr>
        <p:spPr>
          <a:xfrm>
            <a:off x="68290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01_find_only_3229">
            <a:extLst>
              <a:ext uri="{FF2B5EF4-FFF2-40B4-BE49-F238E27FC236}">
                <a16:creationId xmlns:a16="http://schemas.microsoft.com/office/drawing/2014/main" id="{66FEA30E-DFCC-4BE0-AE29-108D5BB8AECC}"/>
              </a:ext>
            </a:extLst>
          </p:cNvPr>
          <p:cNvSpPr>
            <a:spLocks noGrp="1"/>
          </p:cNvSpPr>
          <p:nvPr/>
        </p:nvSpPr>
        <p:spPr>
          <a:xfrm>
            <a:off x="683664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01_find_only_3230">
            <a:extLst>
              <a:ext uri="{FF2B5EF4-FFF2-40B4-BE49-F238E27FC236}">
                <a16:creationId xmlns:a16="http://schemas.microsoft.com/office/drawing/2014/main" id="{CBF58E1A-49BB-4EE6-AA91-5A2DE03DDBB0}"/>
              </a:ext>
            </a:extLst>
          </p:cNvPr>
          <p:cNvSpPr>
            <a:spLocks noGrp="1"/>
          </p:cNvSpPr>
          <p:nvPr/>
        </p:nvSpPr>
        <p:spPr>
          <a:xfrm>
            <a:off x="68969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01_find_only_3231">
            <a:extLst>
              <a:ext uri="{FF2B5EF4-FFF2-40B4-BE49-F238E27FC236}">
                <a16:creationId xmlns:a16="http://schemas.microsoft.com/office/drawing/2014/main" id="{3DE20E30-2A2A-428A-BD64-2B0D142F3565}"/>
              </a:ext>
            </a:extLst>
          </p:cNvPr>
          <p:cNvSpPr>
            <a:spLocks noGrp="1"/>
          </p:cNvSpPr>
          <p:nvPr/>
        </p:nvSpPr>
        <p:spPr>
          <a:xfrm>
            <a:off x="6838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01_find_only_3232">
            <a:extLst>
              <a:ext uri="{FF2B5EF4-FFF2-40B4-BE49-F238E27FC236}">
                <a16:creationId xmlns:a16="http://schemas.microsoft.com/office/drawing/2014/main" id="{A3FB7A58-5080-4809-932A-99CEB2349245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01_find_only_3233">
            <a:extLst>
              <a:ext uri="{FF2B5EF4-FFF2-40B4-BE49-F238E27FC236}">
                <a16:creationId xmlns:a16="http://schemas.microsoft.com/office/drawing/2014/main" id="{0E2199D1-EFC2-4064-9250-41CEBA7BAAF7}"/>
              </a:ext>
            </a:extLst>
          </p:cNvPr>
          <p:cNvSpPr>
            <a:spLocks noGrp="1"/>
          </p:cNvSpPr>
          <p:nvPr/>
        </p:nvSpPr>
        <p:spPr>
          <a:xfrm>
            <a:off x="68923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01_find_only_3234">
            <a:extLst>
              <a:ext uri="{FF2B5EF4-FFF2-40B4-BE49-F238E27FC236}">
                <a16:creationId xmlns:a16="http://schemas.microsoft.com/office/drawing/2014/main" id="{A2637635-C199-4EE1-BCD4-00653160DF25}"/>
              </a:ext>
            </a:extLst>
          </p:cNvPr>
          <p:cNvSpPr>
            <a:spLocks noGrp="1"/>
          </p:cNvSpPr>
          <p:nvPr/>
        </p:nvSpPr>
        <p:spPr>
          <a:xfrm>
            <a:off x="68948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01_find_only_3235">
            <a:extLst>
              <a:ext uri="{FF2B5EF4-FFF2-40B4-BE49-F238E27FC236}">
                <a16:creationId xmlns:a16="http://schemas.microsoft.com/office/drawing/2014/main" id="{D1D1C2CD-9BF8-4A7B-9128-8C0E046C40BE}"/>
              </a:ext>
            </a:extLst>
          </p:cNvPr>
          <p:cNvSpPr>
            <a:spLocks noGrp="1"/>
          </p:cNvSpPr>
          <p:nvPr/>
        </p:nvSpPr>
        <p:spPr>
          <a:xfrm>
            <a:off x="6838979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01_find_only_3236">
            <a:extLst>
              <a:ext uri="{FF2B5EF4-FFF2-40B4-BE49-F238E27FC236}">
                <a16:creationId xmlns:a16="http://schemas.microsoft.com/office/drawing/2014/main" id="{5334A3EF-1D96-4DA0-B8D7-B1CD2D4FEE52}"/>
              </a:ext>
            </a:extLst>
          </p:cNvPr>
          <p:cNvSpPr>
            <a:spLocks noGrp="1"/>
          </p:cNvSpPr>
          <p:nvPr/>
        </p:nvSpPr>
        <p:spPr>
          <a:xfrm>
            <a:off x="68243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01_find_only_3237">
            <a:extLst>
              <a:ext uri="{FF2B5EF4-FFF2-40B4-BE49-F238E27FC236}">
                <a16:creationId xmlns:a16="http://schemas.microsoft.com/office/drawing/2014/main" id="{99E42717-5A0F-4E88-8996-59E1004F31FA}"/>
              </a:ext>
            </a:extLst>
          </p:cNvPr>
          <p:cNvSpPr>
            <a:spLocks noGrp="1"/>
          </p:cNvSpPr>
          <p:nvPr/>
        </p:nvSpPr>
        <p:spPr>
          <a:xfrm>
            <a:off x="688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01_find_only_3238">
            <a:extLst>
              <a:ext uri="{FF2B5EF4-FFF2-40B4-BE49-F238E27FC236}">
                <a16:creationId xmlns:a16="http://schemas.microsoft.com/office/drawing/2014/main" id="{DDA0A440-6FCF-4EE0-A4FA-73FE4D8FC49A}"/>
              </a:ext>
            </a:extLst>
          </p:cNvPr>
          <p:cNvSpPr>
            <a:spLocks noGrp="1"/>
          </p:cNvSpPr>
          <p:nvPr/>
        </p:nvSpPr>
        <p:spPr>
          <a:xfrm>
            <a:off x="68197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01_find_only_3239">
            <a:extLst>
              <a:ext uri="{FF2B5EF4-FFF2-40B4-BE49-F238E27FC236}">
                <a16:creationId xmlns:a16="http://schemas.microsoft.com/office/drawing/2014/main" id="{4206D5E4-B3AB-4C95-BF26-C2CC80DB9BB0}"/>
              </a:ext>
            </a:extLst>
          </p:cNvPr>
          <p:cNvSpPr>
            <a:spLocks noGrp="1"/>
          </p:cNvSpPr>
          <p:nvPr/>
        </p:nvSpPr>
        <p:spPr>
          <a:xfrm>
            <a:off x="6825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01_find_only_3240">
            <a:extLst>
              <a:ext uri="{FF2B5EF4-FFF2-40B4-BE49-F238E27FC236}">
                <a16:creationId xmlns:a16="http://schemas.microsoft.com/office/drawing/2014/main" id="{CCBDD2E0-80D4-4223-A61C-64E378D3F1F3}"/>
              </a:ext>
            </a:extLst>
          </p:cNvPr>
          <p:cNvSpPr>
            <a:spLocks noGrp="1"/>
          </p:cNvSpPr>
          <p:nvPr/>
        </p:nvSpPr>
        <p:spPr>
          <a:xfrm>
            <a:off x="6883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01_find_only_3241">
            <a:extLst>
              <a:ext uri="{FF2B5EF4-FFF2-40B4-BE49-F238E27FC236}">
                <a16:creationId xmlns:a16="http://schemas.microsoft.com/office/drawing/2014/main" id="{A1FA1887-D8F6-4250-94AF-63FFA098E2E0}"/>
              </a:ext>
            </a:extLst>
          </p:cNvPr>
          <p:cNvSpPr>
            <a:spLocks noGrp="1"/>
          </p:cNvSpPr>
          <p:nvPr/>
        </p:nvSpPr>
        <p:spPr>
          <a:xfrm>
            <a:off x="682061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01_find_only_3242">
            <a:extLst>
              <a:ext uri="{FF2B5EF4-FFF2-40B4-BE49-F238E27FC236}">
                <a16:creationId xmlns:a16="http://schemas.microsoft.com/office/drawing/2014/main" id="{7765A37F-13A5-4BC4-8E65-0ABF61044C22}"/>
              </a:ext>
            </a:extLst>
          </p:cNvPr>
          <p:cNvSpPr>
            <a:spLocks noGrp="1"/>
          </p:cNvSpPr>
          <p:nvPr/>
        </p:nvSpPr>
        <p:spPr>
          <a:xfrm>
            <a:off x="6901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01_find_only_3243">
            <a:extLst>
              <a:ext uri="{FF2B5EF4-FFF2-40B4-BE49-F238E27FC236}">
                <a16:creationId xmlns:a16="http://schemas.microsoft.com/office/drawing/2014/main" id="{539277E3-30E2-4DEB-B130-E0F11165B8D5}"/>
              </a:ext>
            </a:extLst>
          </p:cNvPr>
          <p:cNvSpPr>
            <a:spLocks noGrp="1"/>
          </p:cNvSpPr>
          <p:nvPr/>
        </p:nvSpPr>
        <p:spPr>
          <a:xfrm>
            <a:off x="68870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01_find_only_3244">
            <a:extLst>
              <a:ext uri="{FF2B5EF4-FFF2-40B4-BE49-F238E27FC236}">
                <a16:creationId xmlns:a16="http://schemas.microsoft.com/office/drawing/2014/main" id="{BD08807B-91F0-4E5E-87C4-C3A9D5D7BDBE}"/>
              </a:ext>
            </a:extLst>
          </p:cNvPr>
          <p:cNvSpPr>
            <a:spLocks noGrp="1"/>
          </p:cNvSpPr>
          <p:nvPr/>
        </p:nvSpPr>
        <p:spPr>
          <a:xfrm>
            <a:off x="6851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01_find_only_3245">
            <a:extLst>
              <a:ext uri="{FF2B5EF4-FFF2-40B4-BE49-F238E27FC236}">
                <a16:creationId xmlns:a16="http://schemas.microsoft.com/office/drawing/2014/main" id="{F9AF198C-8185-402C-904E-43C7E40564B1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01_find_only_3246">
            <a:extLst>
              <a:ext uri="{FF2B5EF4-FFF2-40B4-BE49-F238E27FC236}">
                <a16:creationId xmlns:a16="http://schemas.microsoft.com/office/drawing/2014/main" id="{8D99EAA9-B70C-4186-BDA2-6DE583EF3BE0}"/>
              </a:ext>
            </a:extLst>
          </p:cNvPr>
          <p:cNvSpPr>
            <a:spLocks noGrp="1"/>
          </p:cNvSpPr>
          <p:nvPr/>
        </p:nvSpPr>
        <p:spPr>
          <a:xfrm>
            <a:off x="690465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01_find_only_3247">
            <a:extLst>
              <a:ext uri="{FF2B5EF4-FFF2-40B4-BE49-F238E27FC236}">
                <a16:creationId xmlns:a16="http://schemas.microsoft.com/office/drawing/2014/main" id="{6847DEB3-17F5-4D9C-A528-24D72BD3AB2E}"/>
              </a:ext>
            </a:extLst>
          </p:cNvPr>
          <p:cNvSpPr>
            <a:spLocks noGrp="1"/>
          </p:cNvSpPr>
          <p:nvPr/>
        </p:nvSpPr>
        <p:spPr>
          <a:xfrm>
            <a:off x="6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01_find_only_3248">
            <a:extLst>
              <a:ext uri="{FF2B5EF4-FFF2-40B4-BE49-F238E27FC236}">
                <a16:creationId xmlns:a16="http://schemas.microsoft.com/office/drawing/2014/main" id="{D3105B0D-E45C-4A73-AA7C-C07900A922B6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01_find_only_3249">
            <a:extLst>
              <a:ext uri="{FF2B5EF4-FFF2-40B4-BE49-F238E27FC236}">
                <a16:creationId xmlns:a16="http://schemas.microsoft.com/office/drawing/2014/main" id="{BF9C200A-5C64-4E9B-953A-482B056637FC}"/>
              </a:ext>
            </a:extLst>
          </p:cNvPr>
          <p:cNvSpPr>
            <a:spLocks noGrp="1"/>
          </p:cNvSpPr>
          <p:nvPr/>
        </p:nvSpPr>
        <p:spPr>
          <a:xfrm>
            <a:off x="68234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01_find_only_3250">
            <a:extLst>
              <a:ext uri="{FF2B5EF4-FFF2-40B4-BE49-F238E27FC236}">
                <a16:creationId xmlns:a16="http://schemas.microsoft.com/office/drawing/2014/main" id="{371C5803-9501-4C13-8B45-A11FB3AC11D9}"/>
              </a:ext>
            </a:extLst>
          </p:cNvPr>
          <p:cNvSpPr>
            <a:spLocks noGrp="1"/>
          </p:cNvSpPr>
          <p:nvPr/>
        </p:nvSpPr>
        <p:spPr>
          <a:xfrm>
            <a:off x="68508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01_find_only_3251">
            <a:extLst>
              <a:ext uri="{FF2B5EF4-FFF2-40B4-BE49-F238E27FC236}">
                <a16:creationId xmlns:a16="http://schemas.microsoft.com/office/drawing/2014/main" id="{2F3EF29A-5A7B-4557-AE24-2C2D3A37C61E}"/>
              </a:ext>
            </a:extLst>
          </p:cNvPr>
          <p:cNvSpPr>
            <a:spLocks noGrp="1"/>
          </p:cNvSpPr>
          <p:nvPr/>
        </p:nvSpPr>
        <p:spPr>
          <a:xfrm>
            <a:off x="68855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01_find_only_3252">
            <a:extLst>
              <a:ext uri="{FF2B5EF4-FFF2-40B4-BE49-F238E27FC236}">
                <a16:creationId xmlns:a16="http://schemas.microsoft.com/office/drawing/2014/main" id="{1C2DE186-B208-4122-9420-F670F1E5D719}"/>
              </a:ext>
            </a:extLst>
          </p:cNvPr>
          <p:cNvSpPr>
            <a:spLocks noGrp="1"/>
          </p:cNvSpPr>
          <p:nvPr/>
        </p:nvSpPr>
        <p:spPr>
          <a:xfrm>
            <a:off x="687142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01_find_only_3253">
            <a:extLst>
              <a:ext uri="{FF2B5EF4-FFF2-40B4-BE49-F238E27FC236}">
                <a16:creationId xmlns:a16="http://schemas.microsoft.com/office/drawing/2014/main" id="{23284A76-FD5B-43C4-B0C6-0359906831D9}"/>
              </a:ext>
            </a:extLst>
          </p:cNvPr>
          <p:cNvSpPr>
            <a:spLocks noGrp="1"/>
          </p:cNvSpPr>
          <p:nvPr/>
        </p:nvSpPr>
        <p:spPr>
          <a:xfrm>
            <a:off x="6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01_find_only_3254">
            <a:extLst>
              <a:ext uri="{FF2B5EF4-FFF2-40B4-BE49-F238E27FC236}">
                <a16:creationId xmlns:a16="http://schemas.microsoft.com/office/drawing/2014/main" id="{CCD94F39-1C9F-4C1E-A5E9-A6D1AC3BEDBB}"/>
              </a:ext>
            </a:extLst>
          </p:cNvPr>
          <p:cNvSpPr>
            <a:spLocks noGrp="1"/>
          </p:cNvSpPr>
          <p:nvPr/>
        </p:nvSpPr>
        <p:spPr>
          <a:xfrm>
            <a:off x="68097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01_find_only_3255">
            <a:extLst>
              <a:ext uri="{FF2B5EF4-FFF2-40B4-BE49-F238E27FC236}">
                <a16:creationId xmlns:a16="http://schemas.microsoft.com/office/drawing/2014/main" id="{FB0B4F25-3ED0-417D-ABFB-316661D0478E}"/>
              </a:ext>
            </a:extLst>
          </p:cNvPr>
          <p:cNvSpPr>
            <a:spLocks noGrp="1"/>
          </p:cNvSpPr>
          <p:nvPr/>
        </p:nvSpPr>
        <p:spPr>
          <a:xfrm>
            <a:off x="68497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01_find_only_3256">
            <a:extLst>
              <a:ext uri="{FF2B5EF4-FFF2-40B4-BE49-F238E27FC236}">
                <a16:creationId xmlns:a16="http://schemas.microsoft.com/office/drawing/2014/main" id="{AAE16791-B2D5-40DC-9045-9FA37D67FE57}"/>
              </a:ext>
            </a:extLst>
          </p:cNvPr>
          <p:cNvSpPr>
            <a:spLocks noGrp="1"/>
          </p:cNvSpPr>
          <p:nvPr/>
        </p:nvSpPr>
        <p:spPr>
          <a:xfrm>
            <a:off x="68679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01_find_only_3257">
            <a:extLst>
              <a:ext uri="{FF2B5EF4-FFF2-40B4-BE49-F238E27FC236}">
                <a16:creationId xmlns:a16="http://schemas.microsoft.com/office/drawing/2014/main" id="{42CFDB6D-778D-4D9C-A47D-64953A287B84}"/>
              </a:ext>
            </a:extLst>
          </p:cNvPr>
          <p:cNvSpPr>
            <a:spLocks noGrp="1"/>
          </p:cNvSpPr>
          <p:nvPr/>
        </p:nvSpPr>
        <p:spPr>
          <a:xfrm>
            <a:off x="68377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01_find_only_3258">
            <a:extLst>
              <a:ext uri="{FF2B5EF4-FFF2-40B4-BE49-F238E27FC236}">
                <a16:creationId xmlns:a16="http://schemas.microsoft.com/office/drawing/2014/main" id="{0B2B4801-2E36-4A9D-A45C-04DDD7131604}"/>
              </a:ext>
            </a:extLst>
          </p:cNvPr>
          <p:cNvSpPr>
            <a:spLocks noGrp="1"/>
          </p:cNvSpPr>
          <p:nvPr/>
        </p:nvSpPr>
        <p:spPr>
          <a:xfrm>
            <a:off x="6859477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01_find_only_3259">
            <a:extLst>
              <a:ext uri="{FF2B5EF4-FFF2-40B4-BE49-F238E27FC236}">
                <a16:creationId xmlns:a16="http://schemas.microsoft.com/office/drawing/2014/main" id="{A5EADEF7-B1A0-4A48-8C14-CFBF9762B9AC}"/>
              </a:ext>
            </a:extLst>
          </p:cNvPr>
          <p:cNvSpPr>
            <a:spLocks noGrp="1"/>
          </p:cNvSpPr>
          <p:nvPr/>
        </p:nvSpPr>
        <p:spPr>
          <a:xfrm>
            <a:off x="6847236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01_find_only_3260">
            <a:extLst>
              <a:ext uri="{FF2B5EF4-FFF2-40B4-BE49-F238E27FC236}">
                <a16:creationId xmlns:a16="http://schemas.microsoft.com/office/drawing/2014/main" id="{673CF0E2-2101-413F-B86D-7348CC3BAF28}"/>
              </a:ext>
            </a:extLst>
          </p:cNvPr>
          <p:cNvSpPr>
            <a:spLocks noGrp="1"/>
          </p:cNvSpPr>
          <p:nvPr/>
        </p:nvSpPr>
        <p:spPr>
          <a:xfrm>
            <a:off x="6889206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01_find_only_3261">
            <a:extLst>
              <a:ext uri="{FF2B5EF4-FFF2-40B4-BE49-F238E27FC236}">
                <a16:creationId xmlns:a16="http://schemas.microsoft.com/office/drawing/2014/main" id="{F28C3B39-9FBB-4DAB-BE61-C6E6382F7014}"/>
              </a:ext>
            </a:extLst>
          </p:cNvPr>
          <p:cNvSpPr>
            <a:spLocks noGrp="1"/>
          </p:cNvSpPr>
          <p:nvPr/>
        </p:nvSpPr>
        <p:spPr>
          <a:xfrm>
            <a:off x="6820423" y="512597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01_find_only_3262">
            <a:extLst>
              <a:ext uri="{FF2B5EF4-FFF2-40B4-BE49-F238E27FC236}">
                <a16:creationId xmlns:a16="http://schemas.microsoft.com/office/drawing/2014/main" id="{1B9F02E9-C887-4701-8BFA-4DE9CBEC1960}"/>
              </a:ext>
            </a:extLst>
          </p:cNvPr>
          <p:cNvSpPr>
            <a:spLocks noGrp="1"/>
          </p:cNvSpPr>
          <p:nvPr/>
        </p:nvSpPr>
        <p:spPr>
          <a:xfrm>
            <a:off x="68248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01_find_only_3263">
            <a:extLst>
              <a:ext uri="{FF2B5EF4-FFF2-40B4-BE49-F238E27FC236}">
                <a16:creationId xmlns:a16="http://schemas.microsoft.com/office/drawing/2014/main" id="{4A54F420-0BFD-490F-99F1-4BE97867A530}"/>
              </a:ext>
            </a:extLst>
          </p:cNvPr>
          <p:cNvSpPr>
            <a:spLocks noGrp="1"/>
          </p:cNvSpPr>
          <p:nvPr/>
        </p:nvSpPr>
        <p:spPr>
          <a:xfrm>
            <a:off x="68653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01_find_only_3264">
            <a:extLst>
              <a:ext uri="{FF2B5EF4-FFF2-40B4-BE49-F238E27FC236}">
                <a16:creationId xmlns:a16="http://schemas.microsoft.com/office/drawing/2014/main" id="{B09E7381-E859-4990-8177-E5025328DDA5}"/>
              </a:ext>
            </a:extLst>
          </p:cNvPr>
          <p:cNvSpPr>
            <a:spLocks noGrp="1"/>
          </p:cNvSpPr>
          <p:nvPr/>
        </p:nvSpPr>
        <p:spPr>
          <a:xfrm>
            <a:off x="6864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01_find_only_3265">
            <a:extLst>
              <a:ext uri="{FF2B5EF4-FFF2-40B4-BE49-F238E27FC236}">
                <a16:creationId xmlns:a16="http://schemas.microsoft.com/office/drawing/2014/main" id="{A6DB6310-4B9B-4DF4-9ED2-1FB52C7B9BBF}"/>
              </a:ext>
            </a:extLst>
          </p:cNvPr>
          <p:cNvSpPr>
            <a:spLocks noGrp="1"/>
          </p:cNvSpPr>
          <p:nvPr/>
        </p:nvSpPr>
        <p:spPr>
          <a:xfrm>
            <a:off x="68960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01_find_only_3266">
            <a:extLst>
              <a:ext uri="{FF2B5EF4-FFF2-40B4-BE49-F238E27FC236}">
                <a16:creationId xmlns:a16="http://schemas.microsoft.com/office/drawing/2014/main" id="{E058BF08-EEF4-485F-BEA0-EAE73856336F}"/>
              </a:ext>
            </a:extLst>
          </p:cNvPr>
          <p:cNvSpPr>
            <a:spLocks noGrp="1"/>
          </p:cNvSpPr>
          <p:nvPr/>
        </p:nvSpPr>
        <p:spPr>
          <a:xfrm>
            <a:off x="6881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01_find_only_3267">
            <a:extLst>
              <a:ext uri="{FF2B5EF4-FFF2-40B4-BE49-F238E27FC236}">
                <a16:creationId xmlns:a16="http://schemas.microsoft.com/office/drawing/2014/main" id="{4E42E09B-8021-4739-8941-8378C34ED8E5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01_find_only_3268">
            <a:extLst>
              <a:ext uri="{FF2B5EF4-FFF2-40B4-BE49-F238E27FC236}">
                <a16:creationId xmlns:a16="http://schemas.microsoft.com/office/drawing/2014/main" id="{520EA219-E37B-4924-BA46-687973592089}"/>
              </a:ext>
            </a:extLst>
          </p:cNvPr>
          <p:cNvSpPr>
            <a:spLocks noGrp="1"/>
          </p:cNvSpPr>
          <p:nvPr/>
        </p:nvSpPr>
        <p:spPr>
          <a:xfrm>
            <a:off x="688328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01_find_only_3269">
            <a:extLst>
              <a:ext uri="{FF2B5EF4-FFF2-40B4-BE49-F238E27FC236}">
                <a16:creationId xmlns:a16="http://schemas.microsoft.com/office/drawing/2014/main" id="{0C154CFE-4E72-46C3-AC0F-6791BC201819}"/>
              </a:ext>
            </a:extLst>
          </p:cNvPr>
          <p:cNvSpPr>
            <a:spLocks noGrp="1"/>
          </p:cNvSpPr>
          <p:nvPr/>
        </p:nvSpPr>
        <p:spPr>
          <a:xfrm>
            <a:off x="687541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01_find_only_3270">
            <a:extLst>
              <a:ext uri="{FF2B5EF4-FFF2-40B4-BE49-F238E27FC236}">
                <a16:creationId xmlns:a16="http://schemas.microsoft.com/office/drawing/2014/main" id="{5BA9DCD2-0BCA-415F-9957-F99BA57F29EB}"/>
              </a:ext>
            </a:extLst>
          </p:cNvPr>
          <p:cNvSpPr>
            <a:spLocks noGrp="1"/>
          </p:cNvSpPr>
          <p:nvPr/>
        </p:nvSpPr>
        <p:spPr>
          <a:xfrm>
            <a:off x="68795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01_find_only_3271">
            <a:extLst>
              <a:ext uri="{FF2B5EF4-FFF2-40B4-BE49-F238E27FC236}">
                <a16:creationId xmlns:a16="http://schemas.microsoft.com/office/drawing/2014/main" id="{95E39DF9-E30D-42DC-AF32-54DF53ED4A89}"/>
              </a:ext>
            </a:extLst>
          </p:cNvPr>
          <p:cNvSpPr>
            <a:spLocks noGrp="1"/>
          </p:cNvSpPr>
          <p:nvPr/>
        </p:nvSpPr>
        <p:spPr>
          <a:xfrm>
            <a:off x="6861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01_find_only_3272">
            <a:extLst>
              <a:ext uri="{FF2B5EF4-FFF2-40B4-BE49-F238E27FC236}">
                <a16:creationId xmlns:a16="http://schemas.microsoft.com/office/drawing/2014/main" id="{D4F52A19-CB0D-4E1B-92F2-7D67836B9C4F}"/>
              </a:ext>
            </a:extLst>
          </p:cNvPr>
          <p:cNvSpPr>
            <a:spLocks noGrp="1"/>
          </p:cNvSpPr>
          <p:nvPr/>
        </p:nvSpPr>
        <p:spPr>
          <a:xfrm>
            <a:off x="68108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01_find_only_3273">
            <a:extLst>
              <a:ext uri="{FF2B5EF4-FFF2-40B4-BE49-F238E27FC236}">
                <a16:creationId xmlns:a16="http://schemas.microsoft.com/office/drawing/2014/main" id="{696C08E7-275E-494E-BC92-A7EACEC7815B}"/>
              </a:ext>
            </a:extLst>
          </p:cNvPr>
          <p:cNvSpPr>
            <a:spLocks noGrp="1"/>
          </p:cNvSpPr>
          <p:nvPr/>
        </p:nvSpPr>
        <p:spPr>
          <a:xfrm>
            <a:off x="6875800" y="60399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01_find_only_3274">
            <a:extLst>
              <a:ext uri="{FF2B5EF4-FFF2-40B4-BE49-F238E27FC236}">
                <a16:creationId xmlns:a16="http://schemas.microsoft.com/office/drawing/2014/main" id="{0B4260CA-858B-4DF7-B39B-2E82EDAF05BE}"/>
              </a:ext>
            </a:extLst>
          </p:cNvPr>
          <p:cNvSpPr>
            <a:spLocks noGrp="1"/>
          </p:cNvSpPr>
          <p:nvPr/>
        </p:nvSpPr>
        <p:spPr>
          <a:xfrm>
            <a:off x="6888623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01_find_only_3275">
            <a:extLst>
              <a:ext uri="{FF2B5EF4-FFF2-40B4-BE49-F238E27FC236}">
                <a16:creationId xmlns:a16="http://schemas.microsoft.com/office/drawing/2014/main" id="{CF64AD14-C0AE-423C-9802-38B156F2B341}"/>
              </a:ext>
            </a:extLst>
          </p:cNvPr>
          <p:cNvSpPr>
            <a:spLocks noGrp="1"/>
          </p:cNvSpPr>
          <p:nvPr/>
        </p:nvSpPr>
        <p:spPr>
          <a:xfrm>
            <a:off x="6826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01_find_only_3276">
            <a:extLst>
              <a:ext uri="{FF2B5EF4-FFF2-40B4-BE49-F238E27FC236}">
                <a16:creationId xmlns:a16="http://schemas.microsoft.com/office/drawing/2014/main" id="{6D597D3F-629E-4EE5-A9E5-2BEC867E3540}"/>
              </a:ext>
            </a:extLst>
          </p:cNvPr>
          <p:cNvSpPr>
            <a:spLocks noGrp="1"/>
          </p:cNvSpPr>
          <p:nvPr/>
        </p:nvSpPr>
        <p:spPr>
          <a:xfrm>
            <a:off x="6819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01_find_only_3277">
            <a:extLst>
              <a:ext uri="{FF2B5EF4-FFF2-40B4-BE49-F238E27FC236}">
                <a16:creationId xmlns:a16="http://schemas.microsoft.com/office/drawing/2014/main" id="{5972C235-4574-4341-9FA8-908A1AE35804}"/>
              </a:ext>
            </a:extLst>
          </p:cNvPr>
          <p:cNvSpPr>
            <a:spLocks noGrp="1"/>
          </p:cNvSpPr>
          <p:nvPr/>
        </p:nvSpPr>
        <p:spPr>
          <a:xfrm>
            <a:off x="6875605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01_find_only_3278">
            <a:extLst>
              <a:ext uri="{FF2B5EF4-FFF2-40B4-BE49-F238E27FC236}">
                <a16:creationId xmlns:a16="http://schemas.microsoft.com/office/drawing/2014/main" id="{F63324FE-9D80-467E-B7AE-C5D414877C13}"/>
              </a:ext>
            </a:extLst>
          </p:cNvPr>
          <p:cNvSpPr>
            <a:spLocks noGrp="1"/>
          </p:cNvSpPr>
          <p:nvPr/>
        </p:nvSpPr>
        <p:spPr>
          <a:xfrm>
            <a:off x="6900670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01_find_only_3279">
            <a:extLst>
              <a:ext uri="{FF2B5EF4-FFF2-40B4-BE49-F238E27FC236}">
                <a16:creationId xmlns:a16="http://schemas.microsoft.com/office/drawing/2014/main" id="{19192A79-D08D-4FF2-B850-8CF9388C6C02}"/>
              </a:ext>
            </a:extLst>
          </p:cNvPr>
          <p:cNvSpPr>
            <a:spLocks noGrp="1"/>
          </p:cNvSpPr>
          <p:nvPr/>
        </p:nvSpPr>
        <p:spPr>
          <a:xfrm>
            <a:off x="6904848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01_find_only_3280">
            <a:extLst>
              <a:ext uri="{FF2B5EF4-FFF2-40B4-BE49-F238E27FC236}">
                <a16:creationId xmlns:a16="http://schemas.microsoft.com/office/drawing/2014/main" id="{B92A4FE9-8292-4CAE-B58E-F2D5A012B69F}"/>
              </a:ext>
            </a:extLst>
          </p:cNvPr>
          <p:cNvSpPr>
            <a:spLocks noGrp="1"/>
          </p:cNvSpPr>
          <p:nvPr/>
        </p:nvSpPr>
        <p:spPr>
          <a:xfrm>
            <a:off x="6844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01_find_only_3281">
            <a:extLst>
              <a:ext uri="{FF2B5EF4-FFF2-40B4-BE49-F238E27FC236}">
                <a16:creationId xmlns:a16="http://schemas.microsoft.com/office/drawing/2014/main" id="{B73702E3-549E-4FC6-A833-6C1FCD56B0D6}"/>
              </a:ext>
            </a:extLst>
          </p:cNvPr>
          <p:cNvSpPr>
            <a:spLocks noGrp="1"/>
          </p:cNvSpPr>
          <p:nvPr/>
        </p:nvSpPr>
        <p:spPr>
          <a:xfrm>
            <a:off x="688046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01_find_only_3282">
            <a:extLst>
              <a:ext uri="{FF2B5EF4-FFF2-40B4-BE49-F238E27FC236}">
                <a16:creationId xmlns:a16="http://schemas.microsoft.com/office/drawing/2014/main" id="{0D1AD6C2-2EDF-4B23-8161-8F652396B663}"/>
              </a:ext>
            </a:extLst>
          </p:cNvPr>
          <p:cNvSpPr>
            <a:spLocks noGrp="1"/>
          </p:cNvSpPr>
          <p:nvPr/>
        </p:nvSpPr>
        <p:spPr>
          <a:xfrm>
            <a:off x="68878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01_find_only_3283">
            <a:extLst>
              <a:ext uri="{FF2B5EF4-FFF2-40B4-BE49-F238E27FC236}">
                <a16:creationId xmlns:a16="http://schemas.microsoft.com/office/drawing/2014/main" id="{FFA56A12-A021-4038-A91A-9DC39E8CDCB3}"/>
              </a:ext>
            </a:extLst>
          </p:cNvPr>
          <p:cNvSpPr>
            <a:spLocks noGrp="1"/>
          </p:cNvSpPr>
          <p:nvPr/>
        </p:nvSpPr>
        <p:spPr>
          <a:xfrm>
            <a:off x="68996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01_find_only_3284">
            <a:extLst>
              <a:ext uri="{FF2B5EF4-FFF2-40B4-BE49-F238E27FC236}">
                <a16:creationId xmlns:a16="http://schemas.microsoft.com/office/drawing/2014/main" id="{33D22702-F03A-4404-8B91-068050C59DBD}"/>
              </a:ext>
            </a:extLst>
          </p:cNvPr>
          <p:cNvSpPr>
            <a:spLocks noGrp="1"/>
          </p:cNvSpPr>
          <p:nvPr/>
        </p:nvSpPr>
        <p:spPr>
          <a:xfrm>
            <a:off x="6889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01_find_only_3285">
            <a:extLst>
              <a:ext uri="{FF2B5EF4-FFF2-40B4-BE49-F238E27FC236}">
                <a16:creationId xmlns:a16="http://schemas.microsoft.com/office/drawing/2014/main" id="{2C7AA242-D019-4471-B70D-4502CEDC22EF}"/>
              </a:ext>
            </a:extLst>
          </p:cNvPr>
          <p:cNvSpPr>
            <a:spLocks noGrp="1"/>
          </p:cNvSpPr>
          <p:nvPr/>
        </p:nvSpPr>
        <p:spPr>
          <a:xfrm>
            <a:off x="6874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01_find_only_3286">
            <a:extLst>
              <a:ext uri="{FF2B5EF4-FFF2-40B4-BE49-F238E27FC236}">
                <a16:creationId xmlns:a16="http://schemas.microsoft.com/office/drawing/2014/main" id="{A4BE5A30-026B-43EB-8C52-8580699055B7}"/>
              </a:ext>
            </a:extLst>
          </p:cNvPr>
          <p:cNvSpPr>
            <a:spLocks noGrp="1"/>
          </p:cNvSpPr>
          <p:nvPr/>
        </p:nvSpPr>
        <p:spPr>
          <a:xfrm>
            <a:off x="68150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01_find_only_3287">
            <a:extLst>
              <a:ext uri="{FF2B5EF4-FFF2-40B4-BE49-F238E27FC236}">
                <a16:creationId xmlns:a16="http://schemas.microsoft.com/office/drawing/2014/main" id="{86DB60E2-BD00-4032-85D9-138F7132200D}"/>
              </a:ext>
            </a:extLst>
          </p:cNvPr>
          <p:cNvSpPr>
            <a:spLocks noGrp="1"/>
          </p:cNvSpPr>
          <p:nvPr/>
        </p:nvSpPr>
        <p:spPr>
          <a:xfrm>
            <a:off x="682450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01_find_only_3288">
            <a:extLst>
              <a:ext uri="{FF2B5EF4-FFF2-40B4-BE49-F238E27FC236}">
                <a16:creationId xmlns:a16="http://schemas.microsoft.com/office/drawing/2014/main" id="{BBAD18E6-9273-4CED-8F23-49A906C6FA53}"/>
              </a:ext>
            </a:extLst>
          </p:cNvPr>
          <p:cNvSpPr>
            <a:spLocks noGrp="1"/>
          </p:cNvSpPr>
          <p:nvPr/>
        </p:nvSpPr>
        <p:spPr>
          <a:xfrm>
            <a:off x="68756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01_find_only_3289">
            <a:extLst>
              <a:ext uri="{FF2B5EF4-FFF2-40B4-BE49-F238E27FC236}">
                <a16:creationId xmlns:a16="http://schemas.microsoft.com/office/drawing/2014/main" id="{53C35E46-F356-403C-A732-415FAD55EA7C}"/>
              </a:ext>
            </a:extLst>
          </p:cNvPr>
          <p:cNvSpPr>
            <a:spLocks noGrp="1"/>
          </p:cNvSpPr>
          <p:nvPr/>
        </p:nvSpPr>
        <p:spPr>
          <a:xfrm>
            <a:off x="68657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01_find_only_3290">
            <a:extLst>
              <a:ext uri="{FF2B5EF4-FFF2-40B4-BE49-F238E27FC236}">
                <a16:creationId xmlns:a16="http://schemas.microsoft.com/office/drawing/2014/main" id="{1060B432-6034-4B9F-9F35-81060CD90F1B}"/>
              </a:ext>
            </a:extLst>
          </p:cNvPr>
          <p:cNvSpPr>
            <a:spLocks noGrp="1"/>
          </p:cNvSpPr>
          <p:nvPr/>
        </p:nvSpPr>
        <p:spPr>
          <a:xfrm>
            <a:off x="6828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01_find_only_3291">
            <a:extLst>
              <a:ext uri="{FF2B5EF4-FFF2-40B4-BE49-F238E27FC236}">
                <a16:creationId xmlns:a16="http://schemas.microsoft.com/office/drawing/2014/main" id="{C3C2C8F1-0B62-45ED-BAB0-7999060F5547}"/>
              </a:ext>
            </a:extLst>
          </p:cNvPr>
          <p:cNvSpPr>
            <a:spLocks noGrp="1"/>
          </p:cNvSpPr>
          <p:nvPr/>
        </p:nvSpPr>
        <p:spPr>
          <a:xfrm>
            <a:off x="6846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01_find_only_3292">
            <a:extLst>
              <a:ext uri="{FF2B5EF4-FFF2-40B4-BE49-F238E27FC236}">
                <a16:creationId xmlns:a16="http://schemas.microsoft.com/office/drawing/2014/main" id="{9BCD96A7-C82A-4FB4-AF66-BE8895021FFA}"/>
              </a:ext>
            </a:extLst>
          </p:cNvPr>
          <p:cNvSpPr>
            <a:spLocks noGrp="1"/>
          </p:cNvSpPr>
          <p:nvPr/>
        </p:nvSpPr>
        <p:spPr>
          <a:xfrm>
            <a:off x="68117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01_find_only_3293">
            <a:extLst>
              <a:ext uri="{FF2B5EF4-FFF2-40B4-BE49-F238E27FC236}">
                <a16:creationId xmlns:a16="http://schemas.microsoft.com/office/drawing/2014/main" id="{72E11A50-531F-4CB7-A24D-08D4BCCFB2AD}"/>
              </a:ext>
            </a:extLst>
          </p:cNvPr>
          <p:cNvSpPr>
            <a:spLocks noGrp="1"/>
          </p:cNvSpPr>
          <p:nvPr/>
        </p:nvSpPr>
        <p:spPr>
          <a:xfrm>
            <a:off x="73387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01_find_only_3294">
            <a:extLst>
              <a:ext uri="{FF2B5EF4-FFF2-40B4-BE49-F238E27FC236}">
                <a16:creationId xmlns:a16="http://schemas.microsoft.com/office/drawing/2014/main" id="{B8709EAC-1B7A-495E-9B95-8AED0A026D84}"/>
              </a:ext>
            </a:extLst>
          </p:cNvPr>
          <p:cNvSpPr>
            <a:spLocks noGrp="1"/>
          </p:cNvSpPr>
          <p:nvPr/>
        </p:nvSpPr>
        <p:spPr>
          <a:xfrm>
            <a:off x="7400913" y="53776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01_find_only_3295">
            <a:extLst>
              <a:ext uri="{FF2B5EF4-FFF2-40B4-BE49-F238E27FC236}">
                <a16:creationId xmlns:a16="http://schemas.microsoft.com/office/drawing/2014/main" id="{715D2EDA-76AE-47EA-AD4B-AA43BD498A50}"/>
              </a:ext>
            </a:extLst>
          </p:cNvPr>
          <p:cNvSpPr>
            <a:spLocks noGrp="1"/>
          </p:cNvSpPr>
          <p:nvPr/>
        </p:nvSpPr>
        <p:spPr>
          <a:xfrm>
            <a:off x="7318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01_find_only_3296">
            <a:extLst>
              <a:ext uri="{FF2B5EF4-FFF2-40B4-BE49-F238E27FC236}">
                <a16:creationId xmlns:a16="http://schemas.microsoft.com/office/drawing/2014/main" id="{37B630E8-269A-459F-87BE-97552C135A69}"/>
              </a:ext>
            </a:extLst>
          </p:cNvPr>
          <p:cNvSpPr>
            <a:spLocks noGrp="1"/>
          </p:cNvSpPr>
          <p:nvPr/>
        </p:nvSpPr>
        <p:spPr>
          <a:xfrm>
            <a:off x="7393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01_find_only_3297">
            <a:extLst>
              <a:ext uri="{FF2B5EF4-FFF2-40B4-BE49-F238E27FC236}">
                <a16:creationId xmlns:a16="http://schemas.microsoft.com/office/drawing/2014/main" id="{1173B0CE-1B7E-4C8F-B1D4-B0FB35C0E1BD}"/>
              </a:ext>
            </a:extLst>
          </p:cNvPr>
          <p:cNvSpPr>
            <a:spLocks noGrp="1"/>
          </p:cNvSpPr>
          <p:nvPr/>
        </p:nvSpPr>
        <p:spPr>
          <a:xfrm>
            <a:off x="73545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01_find_only_3298">
            <a:extLst>
              <a:ext uri="{FF2B5EF4-FFF2-40B4-BE49-F238E27FC236}">
                <a16:creationId xmlns:a16="http://schemas.microsoft.com/office/drawing/2014/main" id="{E45B1EB4-54E6-4E9C-8246-848FB0437670}"/>
              </a:ext>
            </a:extLst>
          </p:cNvPr>
          <p:cNvSpPr>
            <a:spLocks noGrp="1"/>
          </p:cNvSpPr>
          <p:nvPr/>
        </p:nvSpPr>
        <p:spPr>
          <a:xfrm>
            <a:off x="74078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01_find_only_3299">
            <a:extLst>
              <a:ext uri="{FF2B5EF4-FFF2-40B4-BE49-F238E27FC236}">
                <a16:creationId xmlns:a16="http://schemas.microsoft.com/office/drawing/2014/main" id="{EEBBADDA-90A7-466D-B531-290FD4942069}"/>
              </a:ext>
            </a:extLst>
          </p:cNvPr>
          <p:cNvSpPr>
            <a:spLocks noGrp="1"/>
          </p:cNvSpPr>
          <p:nvPr/>
        </p:nvSpPr>
        <p:spPr>
          <a:xfrm>
            <a:off x="73386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01_find_only_3300">
            <a:extLst>
              <a:ext uri="{FF2B5EF4-FFF2-40B4-BE49-F238E27FC236}">
                <a16:creationId xmlns:a16="http://schemas.microsoft.com/office/drawing/2014/main" id="{962E2D57-1F82-45FE-A755-480C4EFDD703}"/>
              </a:ext>
            </a:extLst>
          </p:cNvPr>
          <p:cNvSpPr>
            <a:spLocks noGrp="1"/>
          </p:cNvSpPr>
          <p:nvPr/>
        </p:nvSpPr>
        <p:spPr>
          <a:xfrm>
            <a:off x="73860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01_find_only_3301">
            <a:extLst>
              <a:ext uri="{FF2B5EF4-FFF2-40B4-BE49-F238E27FC236}">
                <a16:creationId xmlns:a16="http://schemas.microsoft.com/office/drawing/2014/main" id="{BF8D9CF0-F333-4616-8AC3-7CCD5B00AC22}"/>
              </a:ext>
            </a:extLst>
          </p:cNvPr>
          <p:cNvSpPr>
            <a:spLocks noGrp="1"/>
          </p:cNvSpPr>
          <p:nvPr/>
        </p:nvSpPr>
        <p:spPr>
          <a:xfrm>
            <a:off x="7321735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01_find_only_3302">
            <a:extLst>
              <a:ext uri="{FF2B5EF4-FFF2-40B4-BE49-F238E27FC236}">
                <a16:creationId xmlns:a16="http://schemas.microsoft.com/office/drawing/2014/main" id="{897B8FD3-F321-45A5-8F11-C70BB335658E}"/>
              </a:ext>
            </a:extLst>
          </p:cNvPr>
          <p:cNvSpPr>
            <a:spLocks noGrp="1"/>
          </p:cNvSpPr>
          <p:nvPr/>
        </p:nvSpPr>
        <p:spPr>
          <a:xfrm>
            <a:off x="7342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01_find_only_3303">
            <a:extLst>
              <a:ext uri="{FF2B5EF4-FFF2-40B4-BE49-F238E27FC236}">
                <a16:creationId xmlns:a16="http://schemas.microsoft.com/office/drawing/2014/main" id="{140E64A0-A025-4A2B-8DD4-2D6CA7FA914D}"/>
              </a:ext>
            </a:extLst>
          </p:cNvPr>
          <p:cNvSpPr>
            <a:spLocks noGrp="1"/>
          </p:cNvSpPr>
          <p:nvPr/>
        </p:nvSpPr>
        <p:spPr>
          <a:xfrm>
            <a:off x="7321540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01_find_only_3304">
            <a:extLst>
              <a:ext uri="{FF2B5EF4-FFF2-40B4-BE49-F238E27FC236}">
                <a16:creationId xmlns:a16="http://schemas.microsoft.com/office/drawing/2014/main" id="{0FDF7CE1-3029-4FC9-B85D-FEF97A35BF75}"/>
              </a:ext>
            </a:extLst>
          </p:cNvPr>
          <p:cNvSpPr>
            <a:spLocks noGrp="1"/>
          </p:cNvSpPr>
          <p:nvPr/>
        </p:nvSpPr>
        <p:spPr>
          <a:xfrm>
            <a:off x="737643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01_find_only_3305">
            <a:extLst>
              <a:ext uri="{FF2B5EF4-FFF2-40B4-BE49-F238E27FC236}">
                <a16:creationId xmlns:a16="http://schemas.microsoft.com/office/drawing/2014/main" id="{845DBA23-73DF-4827-9B3B-EF9DDDD32939}"/>
              </a:ext>
            </a:extLst>
          </p:cNvPr>
          <p:cNvSpPr>
            <a:spLocks noGrp="1"/>
          </p:cNvSpPr>
          <p:nvPr/>
        </p:nvSpPr>
        <p:spPr>
          <a:xfrm>
            <a:off x="73346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01_find_only_3306">
            <a:extLst>
              <a:ext uri="{FF2B5EF4-FFF2-40B4-BE49-F238E27FC236}">
                <a16:creationId xmlns:a16="http://schemas.microsoft.com/office/drawing/2014/main" id="{65B28322-C640-4508-B876-F961D81B2DDB}"/>
              </a:ext>
            </a:extLst>
          </p:cNvPr>
          <p:cNvSpPr>
            <a:spLocks noGrp="1"/>
          </p:cNvSpPr>
          <p:nvPr/>
        </p:nvSpPr>
        <p:spPr>
          <a:xfrm>
            <a:off x="73638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01_find_only_3307">
            <a:extLst>
              <a:ext uri="{FF2B5EF4-FFF2-40B4-BE49-F238E27FC236}">
                <a16:creationId xmlns:a16="http://schemas.microsoft.com/office/drawing/2014/main" id="{AE052D9B-3467-4277-A37B-0151AF94ABE0}"/>
              </a:ext>
            </a:extLst>
          </p:cNvPr>
          <p:cNvSpPr>
            <a:spLocks noGrp="1"/>
          </p:cNvSpPr>
          <p:nvPr/>
        </p:nvSpPr>
        <p:spPr>
          <a:xfrm>
            <a:off x="7353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01_find_only_3308">
            <a:extLst>
              <a:ext uri="{FF2B5EF4-FFF2-40B4-BE49-F238E27FC236}">
                <a16:creationId xmlns:a16="http://schemas.microsoft.com/office/drawing/2014/main" id="{FC4CB4B2-195F-4E00-893B-FEDB090BFEED}"/>
              </a:ext>
            </a:extLst>
          </p:cNvPr>
          <p:cNvSpPr>
            <a:spLocks noGrp="1"/>
          </p:cNvSpPr>
          <p:nvPr/>
        </p:nvSpPr>
        <p:spPr>
          <a:xfrm>
            <a:off x="7343885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01_find_only_3309">
            <a:extLst>
              <a:ext uri="{FF2B5EF4-FFF2-40B4-BE49-F238E27FC236}">
                <a16:creationId xmlns:a16="http://schemas.microsoft.com/office/drawing/2014/main" id="{81BD4B16-1E4C-42DA-9792-75A1503BCBA2}"/>
              </a:ext>
            </a:extLst>
          </p:cNvPr>
          <p:cNvSpPr>
            <a:spLocks noGrp="1"/>
          </p:cNvSpPr>
          <p:nvPr/>
        </p:nvSpPr>
        <p:spPr>
          <a:xfrm>
            <a:off x="732124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01_find_only_3310">
            <a:extLst>
              <a:ext uri="{FF2B5EF4-FFF2-40B4-BE49-F238E27FC236}">
                <a16:creationId xmlns:a16="http://schemas.microsoft.com/office/drawing/2014/main" id="{4898D3C2-4B22-41B7-AADA-2C89A329F769}"/>
              </a:ext>
            </a:extLst>
          </p:cNvPr>
          <p:cNvSpPr>
            <a:spLocks noGrp="1"/>
          </p:cNvSpPr>
          <p:nvPr/>
        </p:nvSpPr>
        <p:spPr>
          <a:xfrm>
            <a:off x="74084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01_find_only_3311">
            <a:extLst>
              <a:ext uri="{FF2B5EF4-FFF2-40B4-BE49-F238E27FC236}">
                <a16:creationId xmlns:a16="http://schemas.microsoft.com/office/drawing/2014/main" id="{8E23EBFE-DE41-47B2-A5D7-1F619B85B102}"/>
              </a:ext>
            </a:extLst>
          </p:cNvPr>
          <p:cNvSpPr>
            <a:spLocks noGrp="1"/>
          </p:cNvSpPr>
          <p:nvPr/>
        </p:nvSpPr>
        <p:spPr>
          <a:xfrm>
            <a:off x="7322609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01_find_only_3312">
            <a:extLst>
              <a:ext uri="{FF2B5EF4-FFF2-40B4-BE49-F238E27FC236}">
                <a16:creationId xmlns:a16="http://schemas.microsoft.com/office/drawing/2014/main" id="{81E296C3-BF3F-4BA2-B343-7155BC15E701}"/>
              </a:ext>
            </a:extLst>
          </p:cNvPr>
          <p:cNvSpPr>
            <a:spLocks noGrp="1"/>
          </p:cNvSpPr>
          <p:nvPr/>
        </p:nvSpPr>
        <p:spPr>
          <a:xfrm>
            <a:off x="74013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01_find_only_3313">
            <a:extLst>
              <a:ext uri="{FF2B5EF4-FFF2-40B4-BE49-F238E27FC236}">
                <a16:creationId xmlns:a16="http://schemas.microsoft.com/office/drawing/2014/main" id="{173B12EE-187C-4186-849C-AACF922496BF}"/>
              </a:ext>
            </a:extLst>
          </p:cNvPr>
          <p:cNvSpPr>
            <a:spLocks noGrp="1"/>
          </p:cNvSpPr>
          <p:nvPr/>
        </p:nvSpPr>
        <p:spPr>
          <a:xfrm>
            <a:off x="73549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01_find_only_3314">
            <a:extLst>
              <a:ext uri="{FF2B5EF4-FFF2-40B4-BE49-F238E27FC236}">
                <a16:creationId xmlns:a16="http://schemas.microsoft.com/office/drawing/2014/main" id="{318DAE0C-1E2C-4FFA-8214-7CCD05FC8769}"/>
              </a:ext>
            </a:extLst>
          </p:cNvPr>
          <p:cNvSpPr>
            <a:spLocks noGrp="1"/>
          </p:cNvSpPr>
          <p:nvPr/>
        </p:nvSpPr>
        <p:spPr>
          <a:xfrm>
            <a:off x="7412474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01_find_only_3315">
            <a:extLst>
              <a:ext uri="{FF2B5EF4-FFF2-40B4-BE49-F238E27FC236}">
                <a16:creationId xmlns:a16="http://schemas.microsoft.com/office/drawing/2014/main" id="{E214834F-D5C2-43AE-BC3E-AA7C111129C7}"/>
              </a:ext>
            </a:extLst>
          </p:cNvPr>
          <p:cNvSpPr>
            <a:spLocks noGrp="1"/>
          </p:cNvSpPr>
          <p:nvPr/>
        </p:nvSpPr>
        <p:spPr>
          <a:xfrm>
            <a:off x="73820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01_find_only_3316">
            <a:extLst>
              <a:ext uri="{FF2B5EF4-FFF2-40B4-BE49-F238E27FC236}">
                <a16:creationId xmlns:a16="http://schemas.microsoft.com/office/drawing/2014/main" id="{DC35F17B-1513-45F3-879F-39898C6D4205}"/>
              </a:ext>
            </a:extLst>
          </p:cNvPr>
          <p:cNvSpPr>
            <a:spLocks noGrp="1"/>
          </p:cNvSpPr>
          <p:nvPr/>
        </p:nvSpPr>
        <p:spPr>
          <a:xfrm>
            <a:off x="73886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01_find_only_3317">
            <a:extLst>
              <a:ext uri="{FF2B5EF4-FFF2-40B4-BE49-F238E27FC236}">
                <a16:creationId xmlns:a16="http://schemas.microsoft.com/office/drawing/2014/main" id="{51675109-DC36-4783-BEA6-32A148B69A1F}"/>
              </a:ext>
            </a:extLst>
          </p:cNvPr>
          <p:cNvSpPr>
            <a:spLocks noGrp="1"/>
          </p:cNvSpPr>
          <p:nvPr/>
        </p:nvSpPr>
        <p:spPr>
          <a:xfrm>
            <a:off x="7346022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01_find_only_3318">
            <a:extLst>
              <a:ext uri="{FF2B5EF4-FFF2-40B4-BE49-F238E27FC236}">
                <a16:creationId xmlns:a16="http://schemas.microsoft.com/office/drawing/2014/main" id="{8C9EFC1F-811B-4FC9-A1EE-14D8C0E58E2A}"/>
              </a:ext>
            </a:extLst>
          </p:cNvPr>
          <p:cNvSpPr>
            <a:spLocks noGrp="1"/>
          </p:cNvSpPr>
          <p:nvPr/>
        </p:nvSpPr>
        <p:spPr>
          <a:xfrm>
            <a:off x="740703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01_find_only_3319">
            <a:extLst>
              <a:ext uri="{FF2B5EF4-FFF2-40B4-BE49-F238E27FC236}">
                <a16:creationId xmlns:a16="http://schemas.microsoft.com/office/drawing/2014/main" id="{979C683F-D912-4F46-9D3C-8A72A82AA834}"/>
              </a:ext>
            </a:extLst>
          </p:cNvPr>
          <p:cNvSpPr>
            <a:spLocks noGrp="1"/>
          </p:cNvSpPr>
          <p:nvPr/>
        </p:nvSpPr>
        <p:spPr>
          <a:xfrm>
            <a:off x="73888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01_find_only_3320">
            <a:extLst>
              <a:ext uri="{FF2B5EF4-FFF2-40B4-BE49-F238E27FC236}">
                <a16:creationId xmlns:a16="http://schemas.microsoft.com/office/drawing/2014/main" id="{384281E4-862B-49E1-94EF-0C6C800A4281}"/>
              </a:ext>
            </a:extLst>
          </p:cNvPr>
          <p:cNvSpPr>
            <a:spLocks noGrp="1"/>
          </p:cNvSpPr>
          <p:nvPr/>
        </p:nvSpPr>
        <p:spPr>
          <a:xfrm>
            <a:off x="73333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01_find_only_3321">
            <a:extLst>
              <a:ext uri="{FF2B5EF4-FFF2-40B4-BE49-F238E27FC236}">
                <a16:creationId xmlns:a16="http://schemas.microsoft.com/office/drawing/2014/main" id="{72A96B3C-A07F-4BC2-845D-8B42F170FE89}"/>
              </a:ext>
            </a:extLst>
          </p:cNvPr>
          <p:cNvSpPr>
            <a:spLocks noGrp="1"/>
          </p:cNvSpPr>
          <p:nvPr/>
        </p:nvSpPr>
        <p:spPr>
          <a:xfrm>
            <a:off x="7387215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01_find_only_3322">
            <a:extLst>
              <a:ext uri="{FF2B5EF4-FFF2-40B4-BE49-F238E27FC236}">
                <a16:creationId xmlns:a16="http://schemas.microsoft.com/office/drawing/2014/main" id="{45D88E33-F1BD-4A3A-A7FB-93500604A800}"/>
              </a:ext>
            </a:extLst>
          </p:cNvPr>
          <p:cNvSpPr>
            <a:spLocks noGrp="1"/>
          </p:cNvSpPr>
          <p:nvPr/>
        </p:nvSpPr>
        <p:spPr>
          <a:xfrm>
            <a:off x="73383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01_find_only_3323">
            <a:extLst>
              <a:ext uri="{FF2B5EF4-FFF2-40B4-BE49-F238E27FC236}">
                <a16:creationId xmlns:a16="http://schemas.microsoft.com/office/drawing/2014/main" id="{B0B6BF50-F075-41DF-9A67-1A47988E11E6}"/>
              </a:ext>
            </a:extLst>
          </p:cNvPr>
          <p:cNvSpPr>
            <a:spLocks noGrp="1"/>
          </p:cNvSpPr>
          <p:nvPr/>
        </p:nvSpPr>
        <p:spPr>
          <a:xfrm>
            <a:off x="73459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01_find_only_3324">
            <a:extLst>
              <a:ext uri="{FF2B5EF4-FFF2-40B4-BE49-F238E27FC236}">
                <a16:creationId xmlns:a16="http://schemas.microsoft.com/office/drawing/2014/main" id="{5E7CBC8A-0F00-4F7B-BB56-181B73073551}"/>
              </a:ext>
            </a:extLst>
          </p:cNvPr>
          <p:cNvSpPr>
            <a:spLocks noGrp="1"/>
          </p:cNvSpPr>
          <p:nvPr/>
        </p:nvSpPr>
        <p:spPr>
          <a:xfrm>
            <a:off x="74062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01_find_only_3325">
            <a:extLst>
              <a:ext uri="{FF2B5EF4-FFF2-40B4-BE49-F238E27FC236}">
                <a16:creationId xmlns:a16="http://schemas.microsoft.com/office/drawing/2014/main" id="{912EFF9D-D5BB-41EB-90ED-FB58BFF0647B}"/>
              </a:ext>
            </a:extLst>
          </p:cNvPr>
          <p:cNvSpPr>
            <a:spLocks noGrp="1"/>
          </p:cNvSpPr>
          <p:nvPr/>
        </p:nvSpPr>
        <p:spPr>
          <a:xfrm>
            <a:off x="73474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01_find_only_3326">
            <a:extLst>
              <a:ext uri="{FF2B5EF4-FFF2-40B4-BE49-F238E27FC236}">
                <a16:creationId xmlns:a16="http://schemas.microsoft.com/office/drawing/2014/main" id="{3B972B64-12C8-451F-849E-421B0B5BE5D6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01_find_only_3327">
            <a:extLst>
              <a:ext uri="{FF2B5EF4-FFF2-40B4-BE49-F238E27FC236}">
                <a16:creationId xmlns:a16="http://schemas.microsoft.com/office/drawing/2014/main" id="{1AE3105C-2695-4BA7-AFCA-D26D5612AB09}"/>
              </a:ext>
            </a:extLst>
          </p:cNvPr>
          <p:cNvSpPr>
            <a:spLocks noGrp="1"/>
          </p:cNvSpPr>
          <p:nvPr/>
        </p:nvSpPr>
        <p:spPr>
          <a:xfrm>
            <a:off x="74015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01_find_only_3328">
            <a:extLst>
              <a:ext uri="{FF2B5EF4-FFF2-40B4-BE49-F238E27FC236}">
                <a16:creationId xmlns:a16="http://schemas.microsoft.com/office/drawing/2014/main" id="{F2ABE17C-C125-4164-B617-41475066048D}"/>
              </a:ext>
            </a:extLst>
          </p:cNvPr>
          <p:cNvSpPr>
            <a:spLocks noGrp="1"/>
          </p:cNvSpPr>
          <p:nvPr/>
        </p:nvSpPr>
        <p:spPr>
          <a:xfrm>
            <a:off x="74041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01_find_only_3329">
            <a:extLst>
              <a:ext uri="{FF2B5EF4-FFF2-40B4-BE49-F238E27FC236}">
                <a16:creationId xmlns:a16="http://schemas.microsoft.com/office/drawing/2014/main" id="{2A9767B8-7138-4138-B81B-F7EB2B04FD34}"/>
              </a:ext>
            </a:extLst>
          </p:cNvPr>
          <p:cNvSpPr>
            <a:spLocks noGrp="1"/>
          </p:cNvSpPr>
          <p:nvPr/>
        </p:nvSpPr>
        <p:spPr>
          <a:xfrm>
            <a:off x="7348257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01_find_only_3330">
            <a:extLst>
              <a:ext uri="{FF2B5EF4-FFF2-40B4-BE49-F238E27FC236}">
                <a16:creationId xmlns:a16="http://schemas.microsoft.com/office/drawing/2014/main" id="{42C4F5FC-E992-4729-9377-96E6A5A93AC7}"/>
              </a:ext>
            </a:extLst>
          </p:cNvPr>
          <p:cNvSpPr>
            <a:spLocks noGrp="1"/>
          </p:cNvSpPr>
          <p:nvPr/>
        </p:nvSpPr>
        <p:spPr>
          <a:xfrm>
            <a:off x="73335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01_find_only_3331">
            <a:extLst>
              <a:ext uri="{FF2B5EF4-FFF2-40B4-BE49-F238E27FC236}">
                <a16:creationId xmlns:a16="http://schemas.microsoft.com/office/drawing/2014/main" id="{F4D8C743-021B-4605-872B-5178A3A6C32A}"/>
              </a:ext>
            </a:extLst>
          </p:cNvPr>
          <p:cNvSpPr>
            <a:spLocks noGrp="1"/>
          </p:cNvSpPr>
          <p:nvPr/>
        </p:nvSpPr>
        <p:spPr>
          <a:xfrm>
            <a:off x="73901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01_find_only_3332">
            <a:extLst>
              <a:ext uri="{FF2B5EF4-FFF2-40B4-BE49-F238E27FC236}">
                <a16:creationId xmlns:a16="http://schemas.microsoft.com/office/drawing/2014/main" id="{448CBF18-6286-43BF-AB7D-79114B8BA25E}"/>
              </a:ext>
            </a:extLst>
          </p:cNvPr>
          <p:cNvSpPr>
            <a:spLocks noGrp="1"/>
          </p:cNvSpPr>
          <p:nvPr/>
        </p:nvSpPr>
        <p:spPr>
          <a:xfrm>
            <a:off x="73290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01_find_only_3333">
            <a:extLst>
              <a:ext uri="{FF2B5EF4-FFF2-40B4-BE49-F238E27FC236}">
                <a16:creationId xmlns:a16="http://schemas.microsoft.com/office/drawing/2014/main" id="{283765F7-A2BB-4064-B7DE-50473DD067D3}"/>
              </a:ext>
            </a:extLst>
          </p:cNvPr>
          <p:cNvSpPr>
            <a:spLocks noGrp="1"/>
          </p:cNvSpPr>
          <p:nvPr/>
        </p:nvSpPr>
        <p:spPr>
          <a:xfrm>
            <a:off x="7335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01_find_only_3334">
            <a:extLst>
              <a:ext uri="{FF2B5EF4-FFF2-40B4-BE49-F238E27FC236}">
                <a16:creationId xmlns:a16="http://schemas.microsoft.com/office/drawing/2014/main" id="{5F6E6CF4-FD77-4193-97A5-7BB4AC91DE3C}"/>
              </a:ext>
            </a:extLst>
          </p:cNvPr>
          <p:cNvSpPr>
            <a:spLocks noGrp="1"/>
          </p:cNvSpPr>
          <p:nvPr/>
        </p:nvSpPr>
        <p:spPr>
          <a:xfrm>
            <a:off x="73925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01_find_only_3335">
            <a:extLst>
              <a:ext uri="{FF2B5EF4-FFF2-40B4-BE49-F238E27FC236}">
                <a16:creationId xmlns:a16="http://schemas.microsoft.com/office/drawing/2014/main" id="{E5676461-29B0-4396-B4A8-8DF8C0EB3B00}"/>
              </a:ext>
            </a:extLst>
          </p:cNvPr>
          <p:cNvSpPr>
            <a:spLocks noGrp="1"/>
          </p:cNvSpPr>
          <p:nvPr/>
        </p:nvSpPr>
        <p:spPr>
          <a:xfrm>
            <a:off x="732989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01_find_only_3336">
            <a:extLst>
              <a:ext uri="{FF2B5EF4-FFF2-40B4-BE49-F238E27FC236}">
                <a16:creationId xmlns:a16="http://schemas.microsoft.com/office/drawing/2014/main" id="{39D6C4A7-9D8E-40A2-90E5-F7F10522B56D}"/>
              </a:ext>
            </a:extLst>
          </p:cNvPr>
          <p:cNvSpPr>
            <a:spLocks noGrp="1"/>
          </p:cNvSpPr>
          <p:nvPr/>
        </p:nvSpPr>
        <p:spPr>
          <a:xfrm>
            <a:off x="7411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01_find_only_3337">
            <a:extLst>
              <a:ext uri="{FF2B5EF4-FFF2-40B4-BE49-F238E27FC236}">
                <a16:creationId xmlns:a16="http://schemas.microsoft.com/office/drawing/2014/main" id="{518FE68B-7AE5-42F0-A743-584E868D17CE}"/>
              </a:ext>
            </a:extLst>
          </p:cNvPr>
          <p:cNvSpPr>
            <a:spLocks noGrp="1"/>
          </p:cNvSpPr>
          <p:nvPr/>
        </p:nvSpPr>
        <p:spPr>
          <a:xfrm>
            <a:off x="73963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01_find_only_3338">
            <a:extLst>
              <a:ext uri="{FF2B5EF4-FFF2-40B4-BE49-F238E27FC236}">
                <a16:creationId xmlns:a16="http://schemas.microsoft.com/office/drawing/2014/main" id="{4D090B55-B79E-426C-9F37-261E2F71870F}"/>
              </a:ext>
            </a:extLst>
          </p:cNvPr>
          <p:cNvSpPr>
            <a:spLocks noGrp="1"/>
          </p:cNvSpPr>
          <p:nvPr/>
        </p:nvSpPr>
        <p:spPr>
          <a:xfrm>
            <a:off x="7361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01_find_only_3339">
            <a:extLst>
              <a:ext uri="{FF2B5EF4-FFF2-40B4-BE49-F238E27FC236}">
                <a16:creationId xmlns:a16="http://schemas.microsoft.com/office/drawing/2014/main" id="{28869B33-F360-41C2-A721-FEC8922193F3}"/>
              </a:ext>
            </a:extLst>
          </p:cNvPr>
          <p:cNvSpPr>
            <a:spLocks noGrp="1"/>
          </p:cNvSpPr>
          <p:nvPr/>
        </p:nvSpPr>
        <p:spPr>
          <a:xfrm>
            <a:off x="73447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01_find_only_3340">
            <a:extLst>
              <a:ext uri="{FF2B5EF4-FFF2-40B4-BE49-F238E27FC236}">
                <a16:creationId xmlns:a16="http://schemas.microsoft.com/office/drawing/2014/main" id="{820D3BF0-A5FE-4D88-895B-6DAFA24C451D}"/>
              </a:ext>
            </a:extLst>
          </p:cNvPr>
          <p:cNvSpPr>
            <a:spLocks noGrp="1"/>
          </p:cNvSpPr>
          <p:nvPr/>
        </p:nvSpPr>
        <p:spPr>
          <a:xfrm>
            <a:off x="741393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01_find_only_3341">
            <a:extLst>
              <a:ext uri="{FF2B5EF4-FFF2-40B4-BE49-F238E27FC236}">
                <a16:creationId xmlns:a16="http://schemas.microsoft.com/office/drawing/2014/main" id="{C2B6BD70-116A-473B-B147-1F8D4F7EC6C1}"/>
              </a:ext>
            </a:extLst>
          </p:cNvPr>
          <p:cNvSpPr>
            <a:spLocks noGrp="1"/>
          </p:cNvSpPr>
          <p:nvPr/>
        </p:nvSpPr>
        <p:spPr>
          <a:xfrm>
            <a:off x="73786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01_find_only_3342">
            <a:extLst>
              <a:ext uri="{FF2B5EF4-FFF2-40B4-BE49-F238E27FC236}">
                <a16:creationId xmlns:a16="http://schemas.microsoft.com/office/drawing/2014/main" id="{E6D9C497-4615-464A-953E-875CDA058CB3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01_find_only_3343">
            <a:extLst>
              <a:ext uri="{FF2B5EF4-FFF2-40B4-BE49-F238E27FC236}">
                <a16:creationId xmlns:a16="http://schemas.microsoft.com/office/drawing/2014/main" id="{A5997EFA-F2E6-485E-99C0-FB89D3D26126}"/>
              </a:ext>
            </a:extLst>
          </p:cNvPr>
          <p:cNvSpPr>
            <a:spLocks noGrp="1"/>
          </p:cNvSpPr>
          <p:nvPr/>
        </p:nvSpPr>
        <p:spPr>
          <a:xfrm>
            <a:off x="7332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01_find_only_3344">
            <a:extLst>
              <a:ext uri="{FF2B5EF4-FFF2-40B4-BE49-F238E27FC236}">
                <a16:creationId xmlns:a16="http://schemas.microsoft.com/office/drawing/2014/main" id="{F4D8544D-7E83-4801-9D7A-AAC6F390474E}"/>
              </a:ext>
            </a:extLst>
          </p:cNvPr>
          <p:cNvSpPr>
            <a:spLocks noGrp="1"/>
          </p:cNvSpPr>
          <p:nvPr/>
        </p:nvSpPr>
        <p:spPr>
          <a:xfrm>
            <a:off x="73601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01_find_only_3345">
            <a:extLst>
              <a:ext uri="{FF2B5EF4-FFF2-40B4-BE49-F238E27FC236}">
                <a16:creationId xmlns:a16="http://schemas.microsoft.com/office/drawing/2014/main" id="{752B565D-60FA-4C95-A50B-CDA9DD272F9D}"/>
              </a:ext>
            </a:extLst>
          </p:cNvPr>
          <p:cNvSpPr>
            <a:spLocks noGrp="1"/>
          </p:cNvSpPr>
          <p:nvPr/>
        </p:nvSpPr>
        <p:spPr>
          <a:xfrm>
            <a:off x="73947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01_find_only_3346">
            <a:extLst>
              <a:ext uri="{FF2B5EF4-FFF2-40B4-BE49-F238E27FC236}">
                <a16:creationId xmlns:a16="http://schemas.microsoft.com/office/drawing/2014/main" id="{7A4FE541-FE12-424C-8921-3796E8BEE40C}"/>
              </a:ext>
            </a:extLst>
          </p:cNvPr>
          <p:cNvSpPr>
            <a:spLocks noGrp="1"/>
          </p:cNvSpPr>
          <p:nvPr/>
        </p:nvSpPr>
        <p:spPr>
          <a:xfrm>
            <a:off x="7380705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01_find_only_3347">
            <a:extLst>
              <a:ext uri="{FF2B5EF4-FFF2-40B4-BE49-F238E27FC236}">
                <a16:creationId xmlns:a16="http://schemas.microsoft.com/office/drawing/2014/main" id="{D849EC7F-5DC0-4944-B377-84A3985FA835}"/>
              </a:ext>
            </a:extLst>
          </p:cNvPr>
          <p:cNvSpPr>
            <a:spLocks noGrp="1"/>
          </p:cNvSpPr>
          <p:nvPr/>
        </p:nvSpPr>
        <p:spPr>
          <a:xfrm>
            <a:off x="7409171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01_find_only_3348">
            <a:extLst>
              <a:ext uri="{FF2B5EF4-FFF2-40B4-BE49-F238E27FC236}">
                <a16:creationId xmlns:a16="http://schemas.microsoft.com/office/drawing/2014/main" id="{F04ED453-F36E-40BF-B9BA-EB5EFA8C7045}"/>
              </a:ext>
            </a:extLst>
          </p:cNvPr>
          <p:cNvSpPr>
            <a:spLocks noGrp="1"/>
          </p:cNvSpPr>
          <p:nvPr/>
        </p:nvSpPr>
        <p:spPr>
          <a:xfrm>
            <a:off x="731901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01_find_only_3349">
            <a:extLst>
              <a:ext uri="{FF2B5EF4-FFF2-40B4-BE49-F238E27FC236}">
                <a16:creationId xmlns:a16="http://schemas.microsoft.com/office/drawing/2014/main" id="{F5A035D3-24ED-4841-9861-7B29FADBF52F}"/>
              </a:ext>
            </a:extLst>
          </p:cNvPr>
          <p:cNvSpPr>
            <a:spLocks noGrp="1"/>
          </p:cNvSpPr>
          <p:nvPr/>
        </p:nvSpPr>
        <p:spPr>
          <a:xfrm>
            <a:off x="73590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01_find_only_3350">
            <a:extLst>
              <a:ext uri="{FF2B5EF4-FFF2-40B4-BE49-F238E27FC236}">
                <a16:creationId xmlns:a16="http://schemas.microsoft.com/office/drawing/2014/main" id="{50306857-3A39-45FC-970E-C011CC09D5CC}"/>
              </a:ext>
            </a:extLst>
          </p:cNvPr>
          <p:cNvSpPr>
            <a:spLocks noGrp="1"/>
          </p:cNvSpPr>
          <p:nvPr/>
        </p:nvSpPr>
        <p:spPr>
          <a:xfrm>
            <a:off x="73772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01_find_only_3351">
            <a:extLst>
              <a:ext uri="{FF2B5EF4-FFF2-40B4-BE49-F238E27FC236}">
                <a16:creationId xmlns:a16="http://schemas.microsoft.com/office/drawing/2014/main" id="{1B289D27-091D-403F-A218-B3E409F5A3F5}"/>
              </a:ext>
            </a:extLst>
          </p:cNvPr>
          <p:cNvSpPr>
            <a:spLocks noGrp="1"/>
          </p:cNvSpPr>
          <p:nvPr/>
        </p:nvSpPr>
        <p:spPr>
          <a:xfrm>
            <a:off x="73469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01_find_only_3352">
            <a:extLst>
              <a:ext uri="{FF2B5EF4-FFF2-40B4-BE49-F238E27FC236}">
                <a16:creationId xmlns:a16="http://schemas.microsoft.com/office/drawing/2014/main" id="{C3A14422-A5E6-4054-BE94-296129ECA300}"/>
              </a:ext>
            </a:extLst>
          </p:cNvPr>
          <p:cNvSpPr>
            <a:spLocks noGrp="1"/>
          </p:cNvSpPr>
          <p:nvPr/>
        </p:nvSpPr>
        <p:spPr>
          <a:xfrm>
            <a:off x="73687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01_find_only_3353">
            <a:extLst>
              <a:ext uri="{FF2B5EF4-FFF2-40B4-BE49-F238E27FC236}">
                <a16:creationId xmlns:a16="http://schemas.microsoft.com/office/drawing/2014/main" id="{A7D90166-F61D-4EB4-B8D3-CBCFF93C2A26}"/>
              </a:ext>
            </a:extLst>
          </p:cNvPr>
          <p:cNvSpPr>
            <a:spLocks noGrp="1"/>
          </p:cNvSpPr>
          <p:nvPr/>
        </p:nvSpPr>
        <p:spPr>
          <a:xfrm>
            <a:off x="735651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01_find_only_3354">
            <a:extLst>
              <a:ext uri="{FF2B5EF4-FFF2-40B4-BE49-F238E27FC236}">
                <a16:creationId xmlns:a16="http://schemas.microsoft.com/office/drawing/2014/main" id="{C49467C3-A6FE-4ACD-A0BF-C97072FCB72F}"/>
              </a:ext>
            </a:extLst>
          </p:cNvPr>
          <p:cNvSpPr>
            <a:spLocks noGrp="1"/>
          </p:cNvSpPr>
          <p:nvPr/>
        </p:nvSpPr>
        <p:spPr>
          <a:xfrm>
            <a:off x="739848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01_find_only_3355">
            <a:extLst>
              <a:ext uri="{FF2B5EF4-FFF2-40B4-BE49-F238E27FC236}">
                <a16:creationId xmlns:a16="http://schemas.microsoft.com/office/drawing/2014/main" id="{F5C808A4-C093-453C-AB73-21221A50AEB0}"/>
              </a:ext>
            </a:extLst>
          </p:cNvPr>
          <p:cNvSpPr>
            <a:spLocks noGrp="1"/>
          </p:cNvSpPr>
          <p:nvPr/>
        </p:nvSpPr>
        <p:spPr>
          <a:xfrm>
            <a:off x="7329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01_find_only_3356">
            <a:extLst>
              <a:ext uri="{FF2B5EF4-FFF2-40B4-BE49-F238E27FC236}">
                <a16:creationId xmlns:a16="http://schemas.microsoft.com/office/drawing/2014/main" id="{721C28AF-5D76-4F71-95FF-F7E777384FEA}"/>
              </a:ext>
            </a:extLst>
          </p:cNvPr>
          <p:cNvSpPr>
            <a:spLocks noGrp="1"/>
          </p:cNvSpPr>
          <p:nvPr/>
        </p:nvSpPr>
        <p:spPr>
          <a:xfrm>
            <a:off x="73341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01_find_only_3357">
            <a:extLst>
              <a:ext uri="{FF2B5EF4-FFF2-40B4-BE49-F238E27FC236}">
                <a16:creationId xmlns:a16="http://schemas.microsoft.com/office/drawing/2014/main" id="{0D368194-0EBD-470B-BA3F-7C72E94BB6D7}"/>
              </a:ext>
            </a:extLst>
          </p:cNvPr>
          <p:cNvSpPr>
            <a:spLocks noGrp="1"/>
          </p:cNvSpPr>
          <p:nvPr/>
        </p:nvSpPr>
        <p:spPr>
          <a:xfrm>
            <a:off x="73745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01_find_only_3358">
            <a:extLst>
              <a:ext uri="{FF2B5EF4-FFF2-40B4-BE49-F238E27FC236}">
                <a16:creationId xmlns:a16="http://schemas.microsoft.com/office/drawing/2014/main" id="{8F779DA4-7057-481C-BEE2-37EF0AC5BA6A}"/>
              </a:ext>
            </a:extLst>
          </p:cNvPr>
          <p:cNvSpPr>
            <a:spLocks noGrp="1"/>
          </p:cNvSpPr>
          <p:nvPr/>
        </p:nvSpPr>
        <p:spPr>
          <a:xfrm>
            <a:off x="73737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01_find_only_3359">
            <a:extLst>
              <a:ext uri="{FF2B5EF4-FFF2-40B4-BE49-F238E27FC236}">
                <a16:creationId xmlns:a16="http://schemas.microsoft.com/office/drawing/2014/main" id="{3C732B30-3531-4D95-B537-9A52CBF6A4A6}"/>
              </a:ext>
            </a:extLst>
          </p:cNvPr>
          <p:cNvSpPr>
            <a:spLocks noGrp="1"/>
          </p:cNvSpPr>
          <p:nvPr/>
        </p:nvSpPr>
        <p:spPr>
          <a:xfrm>
            <a:off x="74052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01_find_only_3360">
            <a:extLst>
              <a:ext uri="{FF2B5EF4-FFF2-40B4-BE49-F238E27FC236}">
                <a16:creationId xmlns:a16="http://schemas.microsoft.com/office/drawing/2014/main" id="{DD206734-84D2-440A-8C7D-8DEB62F3965D}"/>
              </a:ext>
            </a:extLst>
          </p:cNvPr>
          <p:cNvSpPr>
            <a:spLocks noGrp="1"/>
          </p:cNvSpPr>
          <p:nvPr/>
        </p:nvSpPr>
        <p:spPr>
          <a:xfrm>
            <a:off x="73906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01_find_only_3361">
            <a:extLst>
              <a:ext uri="{FF2B5EF4-FFF2-40B4-BE49-F238E27FC236}">
                <a16:creationId xmlns:a16="http://schemas.microsoft.com/office/drawing/2014/main" id="{FC6C4AAE-8861-4B01-BF10-17FDB201AB8B}"/>
              </a:ext>
            </a:extLst>
          </p:cNvPr>
          <p:cNvSpPr>
            <a:spLocks noGrp="1"/>
          </p:cNvSpPr>
          <p:nvPr/>
        </p:nvSpPr>
        <p:spPr>
          <a:xfrm>
            <a:off x="73447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01_find_only_3362">
            <a:extLst>
              <a:ext uri="{FF2B5EF4-FFF2-40B4-BE49-F238E27FC236}">
                <a16:creationId xmlns:a16="http://schemas.microsoft.com/office/drawing/2014/main" id="{7AD0925F-D478-48F1-A5BD-CB6040715C92}"/>
              </a:ext>
            </a:extLst>
          </p:cNvPr>
          <p:cNvSpPr>
            <a:spLocks noGrp="1"/>
          </p:cNvSpPr>
          <p:nvPr/>
        </p:nvSpPr>
        <p:spPr>
          <a:xfrm>
            <a:off x="739255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01_find_only_3363">
            <a:extLst>
              <a:ext uri="{FF2B5EF4-FFF2-40B4-BE49-F238E27FC236}">
                <a16:creationId xmlns:a16="http://schemas.microsoft.com/office/drawing/2014/main" id="{1A519C12-55B8-4292-B089-DD67AD413B5A}"/>
              </a:ext>
            </a:extLst>
          </p:cNvPr>
          <p:cNvSpPr>
            <a:spLocks noGrp="1"/>
          </p:cNvSpPr>
          <p:nvPr/>
        </p:nvSpPr>
        <p:spPr>
          <a:xfrm>
            <a:off x="73846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01_find_only_3364">
            <a:extLst>
              <a:ext uri="{FF2B5EF4-FFF2-40B4-BE49-F238E27FC236}">
                <a16:creationId xmlns:a16="http://schemas.microsoft.com/office/drawing/2014/main" id="{2D45541A-33BE-4639-81D3-7290FB2D898E}"/>
              </a:ext>
            </a:extLst>
          </p:cNvPr>
          <p:cNvSpPr>
            <a:spLocks noGrp="1"/>
          </p:cNvSpPr>
          <p:nvPr/>
        </p:nvSpPr>
        <p:spPr>
          <a:xfrm>
            <a:off x="738886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01_find_only_3365">
            <a:extLst>
              <a:ext uri="{FF2B5EF4-FFF2-40B4-BE49-F238E27FC236}">
                <a16:creationId xmlns:a16="http://schemas.microsoft.com/office/drawing/2014/main" id="{63DF9D2D-BB2B-4933-8F7D-A6313B9D429B}"/>
              </a:ext>
            </a:extLst>
          </p:cNvPr>
          <p:cNvSpPr>
            <a:spLocks noGrp="1"/>
          </p:cNvSpPr>
          <p:nvPr/>
        </p:nvSpPr>
        <p:spPr>
          <a:xfrm>
            <a:off x="7370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01_find_only_3366">
            <a:extLst>
              <a:ext uri="{FF2B5EF4-FFF2-40B4-BE49-F238E27FC236}">
                <a16:creationId xmlns:a16="http://schemas.microsoft.com/office/drawing/2014/main" id="{D9058710-47E7-4507-BB92-0AC12B15831B}"/>
              </a:ext>
            </a:extLst>
          </p:cNvPr>
          <p:cNvSpPr>
            <a:spLocks noGrp="1"/>
          </p:cNvSpPr>
          <p:nvPr/>
        </p:nvSpPr>
        <p:spPr>
          <a:xfrm>
            <a:off x="73200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01_find_only_3367">
            <a:extLst>
              <a:ext uri="{FF2B5EF4-FFF2-40B4-BE49-F238E27FC236}">
                <a16:creationId xmlns:a16="http://schemas.microsoft.com/office/drawing/2014/main" id="{5A9E57E6-B50C-4F38-98A0-A8148FDAF844}"/>
              </a:ext>
            </a:extLst>
          </p:cNvPr>
          <p:cNvSpPr>
            <a:spLocks noGrp="1"/>
          </p:cNvSpPr>
          <p:nvPr/>
        </p:nvSpPr>
        <p:spPr>
          <a:xfrm>
            <a:off x="7385078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01_find_only_3368">
            <a:extLst>
              <a:ext uri="{FF2B5EF4-FFF2-40B4-BE49-F238E27FC236}">
                <a16:creationId xmlns:a16="http://schemas.microsoft.com/office/drawing/2014/main" id="{6F35420F-1BAF-4E1E-8003-90173DF1810B}"/>
              </a:ext>
            </a:extLst>
          </p:cNvPr>
          <p:cNvSpPr>
            <a:spLocks noGrp="1"/>
          </p:cNvSpPr>
          <p:nvPr/>
        </p:nvSpPr>
        <p:spPr>
          <a:xfrm>
            <a:off x="739790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01_find_only_3369">
            <a:extLst>
              <a:ext uri="{FF2B5EF4-FFF2-40B4-BE49-F238E27FC236}">
                <a16:creationId xmlns:a16="http://schemas.microsoft.com/office/drawing/2014/main" id="{E765266C-5B03-489F-87C9-75163501A5D5}"/>
              </a:ext>
            </a:extLst>
          </p:cNvPr>
          <p:cNvSpPr>
            <a:spLocks noGrp="1"/>
          </p:cNvSpPr>
          <p:nvPr/>
        </p:nvSpPr>
        <p:spPr>
          <a:xfrm>
            <a:off x="7336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01_find_only_3370">
            <a:extLst>
              <a:ext uri="{FF2B5EF4-FFF2-40B4-BE49-F238E27FC236}">
                <a16:creationId xmlns:a16="http://schemas.microsoft.com/office/drawing/2014/main" id="{5C598ED8-03C6-40B5-9DAF-C16F8BF5FB44}"/>
              </a:ext>
            </a:extLst>
          </p:cNvPr>
          <p:cNvSpPr>
            <a:spLocks noGrp="1"/>
          </p:cNvSpPr>
          <p:nvPr/>
        </p:nvSpPr>
        <p:spPr>
          <a:xfrm>
            <a:off x="73289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01_find_only_3371">
            <a:extLst>
              <a:ext uri="{FF2B5EF4-FFF2-40B4-BE49-F238E27FC236}">
                <a16:creationId xmlns:a16="http://schemas.microsoft.com/office/drawing/2014/main" id="{48751953-1E1B-4314-BAB7-BBA3798802D9}"/>
              </a:ext>
            </a:extLst>
          </p:cNvPr>
          <p:cNvSpPr>
            <a:spLocks noGrp="1"/>
          </p:cNvSpPr>
          <p:nvPr/>
        </p:nvSpPr>
        <p:spPr>
          <a:xfrm>
            <a:off x="7384883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01_find_only_3372">
            <a:extLst>
              <a:ext uri="{FF2B5EF4-FFF2-40B4-BE49-F238E27FC236}">
                <a16:creationId xmlns:a16="http://schemas.microsoft.com/office/drawing/2014/main" id="{4571D48F-A283-44DD-A1D2-43351F6E0A1E}"/>
              </a:ext>
            </a:extLst>
          </p:cNvPr>
          <p:cNvSpPr>
            <a:spLocks noGrp="1"/>
          </p:cNvSpPr>
          <p:nvPr/>
        </p:nvSpPr>
        <p:spPr>
          <a:xfrm>
            <a:off x="7409948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01_find_only_3373">
            <a:extLst>
              <a:ext uri="{FF2B5EF4-FFF2-40B4-BE49-F238E27FC236}">
                <a16:creationId xmlns:a16="http://schemas.microsoft.com/office/drawing/2014/main" id="{58498B89-FB83-4F2B-B0C6-4E7D5F0925A7}"/>
              </a:ext>
            </a:extLst>
          </p:cNvPr>
          <p:cNvSpPr>
            <a:spLocks noGrp="1"/>
          </p:cNvSpPr>
          <p:nvPr/>
        </p:nvSpPr>
        <p:spPr>
          <a:xfrm>
            <a:off x="7414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01_find_only_3374">
            <a:extLst>
              <a:ext uri="{FF2B5EF4-FFF2-40B4-BE49-F238E27FC236}">
                <a16:creationId xmlns:a16="http://schemas.microsoft.com/office/drawing/2014/main" id="{D76219E6-39C6-41BC-942E-9023C0D3A77A}"/>
              </a:ext>
            </a:extLst>
          </p:cNvPr>
          <p:cNvSpPr>
            <a:spLocks noGrp="1"/>
          </p:cNvSpPr>
          <p:nvPr/>
        </p:nvSpPr>
        <p:spPr>
          <a:xfrm>
            <a:off x="73540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01_find_only_3375">
            <a:extLst>
              <a:ext uri="{FF2B5EF4-FFF2-40B4-BE49-F238E27FC236}">
                <a16:creationId xmlns:a16="http://schemas.microsoft.com/office/drawing/2014/main" id="{4B05D4FF-1C7D-47FE-9A54-4B4CFCAF7F8A}"/>
              </a:ext>
            </a:extLst>
          </p:cNvPr>
          <p:cNvSpPr>
            <a:spLocks noGrp="1"/>
          </p:cNvSpPr>
          <p:nvPr/>
        </p:nvSpPr>
        <p:spPr>
          <a:xfrm>
            <a:off x="73897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01_find_only_3376">
            <a:extLst>
              <a:ext uri="{FF2B5EF4-FFF2-40B4-BE49-F238E27FC236}">
                <a16:creationId xmlns:a16="http://schemas.microsoft.com/office/drawing/2014/main" id="{8832A3CB-81E9-41EE-929D-B0CDA5866FE1}"/>
              </a:ext>
            </a:extLst>
          </p:cNvPr>
          <p:cNvSpPr>
            <a:spLocks noGrp="1"/>
          </p:cNvSpPr>
          <p:nvPr/>
        </p:nvSpPr>
        <p:spPr>
          <a:xfrm>
            <a:off x="73971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01_find_only_3377">
            <a:extLst>
              <a:ext uri="{FF2B5EF4-FFF2-40B4-BE49-F238E27FC236}">
                <a16:creationId xmlns:a16="http://schemas.microsoft.com/office/drawing/2014/main" id="{3A50F7A0-699A-4882-8943-3EE4020D5EBE}"/>
              </a:ext>
            </a:extLst>
          </p:cNvPr>
          <p:cNvSpPr>
            <a:spLocks noGrp="1"/>
          </p:cNvSpPr>
          <p:nvPr/>
        </p:nvSpPr>
        <p:spPr>
          <a:xfrm>
            <a:off x="7408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01_find_only_3378">
            <a:extLst>
              <a:ext uri="{FF2B5EF4-FFF2-40B4-BE49-F238E27FC236}">
                <a16:creationId xmlns:a16="http://schemas.microsoft.com/office/drawing/2014/main" id="{AB001113-043B-4167-B53F-0C68B76DF725}"/>
              </a:ext>
            </a:extLst>
          </p:cNvPr>
          <p:cNvSpPr>
            <a:spLocks noGrp="1"/>
          </p:cNvSpPr>
          <p:nvPr/>
        </p:nvSpPr>
        <p:spPr>
          <a:xfrm>
            <a:off x="7398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01_find_only_3379">
            <a:extLst>
              <a:ext uri="{FF2B5EF4-FFF2-40B4-BE49-F238E27FC236}">
                <a16:creationId xmlns:a16="http://schemas.microsoft.com/office/drawing/2014/main" id="{D47739A8-6922-4F61-94EB-B1A6F4B60FA6}"/>
              </a:ext>
            </a:extLst>
          </p:cNvPr>
          <p:cNvSpPr>
            <a:spLocks noGrp="1"/>
          </p:cNvSpPr>
          <p:nvPr/>
        </p:nvSpPr>
        <p:spPr>
          <a:xfrm>
            <a:off x="7383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01_find_only_3380">
            <a:extLst>
              <a:ext uri="{FF2B5EF4-FFF2-40B4-BE49-F238E27FC236}">
                <a16:creationId xmlns:a16="http://schemas.microsoft.com/office/drawing/2014/main" id="{F94E1F9E-A8E2-4203-A0C9-0206E3753D2D}"/>
              </a:ext>
            </a:extLst>
          </p:cNvPr>
          <p:cNvSpPr>
            <a:spLocks noGrp="1"/>
          </p:cNvSpPr>
          <p:nvPr/>
        </p:nvSpPr>
        <p:spPr>
          <a:xfrm>
            <a:off x="73243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01_find_only_3381">
            <a:extLst>
              <a:ext uri="{FF2B5EF4-FFF2-40B4-BE49-F238E27FC236}">
                <a16:creationId xmlns:a16="http://schemas.microsoft.com/office/drawing/2014/main" id="{911EA1EA-7C6B-4BFC-8860-AA77644C63A2}"/>
              </a:ext>
            </a:extLst>
          </p:cNvPr>
          <p:cNvSpPr>
            <a:spLocks noGrp="1"/>
          </p:cNvSpPr>
          <p:nvPr/>
        </p:nvSpPr>
        <p:spPr>
          <a:xfrm>
            <a:off x="7333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01_find_only_3382">
            <a:extLst>
              <a:ext uri="{FF2B5EF4-FFF2-40B4-BE49-F238E27FC236}">
                <a16:creationId xmlns:a16="http://schemas.microsoft.com/office/drawing/2014/main" id="{ADB8D029-612A-4462-8F95-7D1D2F50D1A6}"/>
              </a:ext>
            </a:extLst>
          </p:cNvPr>
          <p:cNvSpPr>
            <a:spLocks noGrp="1"/>
          </p:cNvSpPr>
          <p:nvPr/>
        </p:nvSpPr>
        <p:spPr>
          <a:xfrm>
            <a:off x="73848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01_find_only_3383">
            <a:extLst>
              <a:ext uri="{FF2B5EF4-FFF2-40B4-BE49-F238E27FC236}">
                <a16:creationId xmlns:a16="http://schemas.microsoft.com/office/drawing/2014/main" id="{61720828-5D76-45AC-803B-143E84B5317B}"/>
              </a:ext>
            </a:extLst>
          </p:cNvPr>
          <p:cNvSpPr>
            <a:spLocks noGrp="1"/>
          </p:cNvSpPr>
          <p:nvPr/>
        </p:nvSpPr>
        <p:spPr>
          <a:xfrm>
            <a:off x="73750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01_find_only_3384">
            <a:extLst>
              <a:ext uri="{FF2B5EF4-FFF2-40B4-BE49-F238E27FC236}">
                <a16:creationId xmlns:a16="http://schemas.microsoft.com/office/drawing/2014/main" id="{F8372341-701E-469F-998A-7A7F2A3AEFAF}"/>
              </a:ext>
            </a:extLst>
          </p:cNvPr>
          <p:cNvSpPr>
            <a:spLocks noGrp="1"/>
          </p:cNvSpPr>
          <p:nvPr/>
        </p:nvSpPr>
        <p:spPr>
          <a:xfrm>
            <a:off x="7337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01_find_only_3385">
            <a:extLst>
              <a:ext uri="{FF2B5EF4-FFF2-40B4-BE49-F238E27FC236}">
                <a16:creationId xmlns:a16="http://schemas.microsoft.com/office/drawing/2014/main" id="{1E8414D4-B61C-492E-B5EC-715C71DE6A47}"/>
              </a:ext>
            </a:extLst>
          </p:cNvPr>
          <p:cNvSpPr>
            <a:spLocks noGrp="1"/>
          </p:cNvSpPr>
          <p:nvPr/>
        </p:nvSpPr>
        <p:spPr>
          <a:xfrm>
            <a:off x="7355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01_find_only_3386">
            <a:extLst>
              <a:ext uri="{FF2B5EF4-FFF2-40B4-BE49-F238E27FC236}">
                <a16:creationId xmlns:a16="http://schemas.microsoft.com/office/drawing/2014/main" id="{ACE3B198-2119-4DD6-9F39-F00F6B9D9AB7}"/>
              </a:ext>
            </a:extLst>
          </p:cNvPr>
          <p:cNvSpPr>
            <a:spLocks noGrp="1"/>
          </p:cNvSpPr>
          <p:nvPr/>
        </p:nvSpPr>
        <p:spPr>
          <a:xfrm>
            <a:off x="73210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01_find_only_3387">
            <a:extLst>
              <a:ext uri="{FF2B5EF4-FFF2-40B4-BE49-F238E27FC236}">
                <a16:creationId xmlns:a16="http://schemas.microsoft.com/office/drawing/2014/main" id="{DC65E245-678A-4B0D-A74D-5D9D98568CF9}"/>
              </a:ext>
            </a:extLst>
          </p:cNvPr>
          <p:cNvSpPr>
            <a:spLocks noGrp="1"/>
          </p:cNvSpPr>
          <p:nvPr/>
        </p:nvSpPr>
        <p:spPr>
          <a:xfrm>
            <a:off x="78480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01_find_only_3388">
            <a:extLst>
              <a:ext uri="{FF2B5EF4-FFF2-40B4-BE49-F238E27FC236}">
                <a16:creationId xmlns:a16="http://schemas.microsoft.com/office/drawing/2014/main" id="{B59B0F67-805F-4FFF-88E9-28AA279B30E4}"/>
              </a:ext>
            </a:extLst>
          </p:cNvPr>
          <p:cNvSpPr>
            <a:spLocks noGrp="1"/>
          </p:cNvSpPr>
          <p:nvPr/>
        </p:nvSpPr>
        <p:spPr>
          <a:xfrm>
            <a:off x="7910191" y="52783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01_find_only_3389">
            <a:extLst>
              <a:ext uri="{FF2B5EF4-FFF2-40B4-BE49-F238E27FC236}">
                <a16:creationId xmlns:a16="http://schemas.microsoft.com/office/drawing/2014/main" id="{5EA57975-5EC9-4EE0-B8D7-170C692E4875}"/>
              </a:ext>
            </a:extLst>
          </p:cNvPr>
          <p:cNvSpPr>
            <a:spLocks noGrp="1"/>
          </p:cNvSpPr>
          <p:nvPr/>
        </p:nvSpPr>
        <p:spPr>
          <a:xfrm>
            <a:off x="78276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01_find_only_3390">
            <a:extLst>
              <a:ext uri="{FF2B5EF4-FFF2-40B4-BE49-F238E27FC236}">
                <a16:creationId xmlns:a16="http://schemas.microsoft.com/office/drawing/2014/main" id="{2A5D8A9B-C753-4E2C-B0C0-670C3BB7CCEA}"/>
              </a:ext>
            </a:extLst>
          </p:cNvPr>
          <p:cNvSpPr>
            <a:spLocks noGrp="1"/>
          </p:cNvSpPr>
          <p:nvPr/>
        </p:nvSpPr>
        <p:spPr>
          <a:xfrm>
            <a:off x="7902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01_find_only_3391">
            <a:extLst>
              <a:ext uri="{FF2B5EF4-FFF2-40B4-BE49-F238E27FC236}">
                <a16:creationId xmlns:a16="http://schemas.microsoft.com/office/drawing/2014/main" id="{14247F6B-F1C4-4629-B88A-0317AEC22235}"/>
              </a:ext>
            </a:extLst>
          </p:cNvPr>
          <p:cNvSpPr>
            <a:spLocks noGrp="1"/>
          </p:cNvSpPr>
          <p:nvPr/>
        </p:nvSpPr>
        <p:spPr>
          <a:xfrm>
            <a:off x="78638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01_find_only_3392">
            <a:extLst>
              <a:ext uri="{FF2B5EF4-FFF2-40B4-BE49-F238E27FC236}">
                <a16:creationId xmlns:a16="http://schemas.microsoft.com/office/drawing/2014/main" id="{5B3672F1-1FEA-45F9-B0FB-4756A5856B4C}"/>
              </a:ext>
            </a:extLst>
          </p:cNvPr>
          <p:cNvSpPr>
            <a:spLocks noGrp="1"/>
          </p:cNvSpPr>
          <p:nvPr/>
        </p:nvSpPr>
        <p:spPr>
          <a:xfrm>
            <a:off x="79170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01_find_only_3393">
            <a:extLst>
              <a:ext uri="{FF2B5EF4-FFF2-40B4-BE49-F238E27FC236}">
                <a16:creationId xmlns:a16="http://schemas.microsoft.com/office/drawing/2014/main" id="{C4C263B4-CAE7-4891-BC04-00798CE6079F}"/>
              </a:ext>
            </a:extLst>
          </p:cNvPr>
          <p:cNvSpPr>
            <a:spLocks noGrp="1"/>
          </p:cNvSpPr>
          <p:nvPr/>
        </p:nvSpPr>
        <p:spPr>
          <a:xfrm>
            <a:off x="78479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01_find_only_3394">
            <a:extLst>
              <a:ext uri="{FF2B5EF4-FFF2-40B4-BE49-F238E27FC236}">
                <a16:creationId xmlns:a16="http://schemas.microsoft.com/office/drawing/2014/main" id="{FB10AA87-792A-4F50-AA48-DDBC9EEE94DD}"/>
              </a:ext>
            </a:extLst>
          </p:cNvPr>
          <p:cNvSpPr>
            <a:spLocks noGrp="1"/>
          </p:cNvSpPr>
          <p:nvPr/>
        </p:nvSpPr>
        <p:spPr>
          <a:xfrm>
            <a:off x="78953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01_find_only_3395">
            <a:extLst>
              <a:ext uri="{FF2B5EF4-FFF2-40B4-BE49-F238E27FC236}">
                <a16:creationId xmlns:a16="http://schemas.microsoft.com/office/drawing/2014/main" id="{FC5F7606-4ED5-4555-BAFE-29460C8E472C}"/>
              </a:ext>
            </a:extLst>
          </p:cNvPr>
          <p:cNvSpPr>
            <a:spLocks noGrp="1"/>
          </p:cNvSpPr>
          <p:nvPr/>
        </p:nvSpPr>
        <p:spPr>
          <a:xfrm>
            <a:off x="7831013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01_find_only_3396">
            <a:extLst>
              <a:ext uri="{FF2B5EF4-FFF2-40B4-BE49-F238E27FC236}">
                <a16:creationId xmlns:a16="http://schemas.microsoft.com/office/drawing/2014/main" id="{918C6FEB-B65A-4407-87A0-EBA5349DA2CB}"/>
              </a:ext>
            </a:extLst>
          </p:cNvPr>
          <p:cNvSpPr>
            <a:spLocks noGrp="1"/>
          </p:cNvSpPr>
          <p:nvPr/>
        </p:nvSpPr>
        <p:spPr>
          <a:xfrm>
            <a:off x="78517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01_find_only_3397">
            <a:extLst>
              <a:ext uri="{FF2B5EF4-FFF2-40B4-BE49-F238E27FC236}">
                <a16:creationId xmlns:a16="http://schemas.microsoft.com/office/drawing/2014/main" id="{9A24864B-0891-4594-B56E-EEB1F9BE6C3D}"/>
              </a:ext>
            </a:extLst>
          </p:cNvPr>
          <p:cNvSpPr>
            <a:spLocks noGrp="1"/>
          </p:cNvSpPr>
          <p:nvPr/>
        </p:nvSpPr>
        <p:spPr>
          <a:xfrm>
            <a:off x="7830818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01_find_only_3398">
            <a:extLst>
              <a:ext uri="{FF2B5EF4-FFF2-40B4-BE49-F238E27FC236}">
                <a16:creationId xmlns:a16="http://schemas.microsoft.com/office/drawing/2014/main" id="{B97C5A2B-0250-4C66-B783-F3CE4E7347E6}"/>
              </a:ext>
            </a:extLst>
          </p:cNvPr>
          <p:cNvSpPr>
            <a:spLocks noGrp="1"/>
          </p:cNvSpPr>
          <p:nvPr/>
        </p:nvSpPr>
        <p:spPr>
          <a:xfrm>
            <a:off x="78857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01_find_only_3399">
            <a:extLst>
              <a:ext uri="{FF2B5EF4-FFF2-40B4-BE49-F238E27FC236}">
                <a16:creationId xmlns:a16="http://schemas.microsoft.com/office/drawing/2014/main" id="{002068B8-E695-4F6A-BD2E-D4EB9FD32E85}"/>
              </a:ext>
            </a:extLst>
          </p:cNvPr>
          <p:cNvSpPr>
            <a:spLocks noGrp="1"/>
          </p:cNvSpPr>
          <p:nvPr/>
        </p:nvSpPr>
        <p:spPr>
          <a:xfrm>
            <a:off x="78439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01_find_only_3400">
            <a:extLst>
              <a:ext uri="{FF2B5EF4-FFF2-40B4-BE49-F238E27FC236}">
                <a16:creationId xmlns:a16="http://schemas.microsoft.com/office/drawing/2014/main" id="{F87039A1-3CB5-45D7-8B88-EED5B74D9ED8}"/>
              </a:ext>
            </a:extLst>
          </p:cNvPr>
          <p:cNvSpPr>
            <a:spLocks noGrp="1"/>
          </p:cNvSpPr>
          <p:nvPr/>
        </p:nvSpPr>
        <p:spPr>
          <a:xfrm>
            <a:off x="78730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01_find_only_3401">
            <a:extLst>
              <a:ext uri="{FF2B5EF4-FFF2-40B4-BE49-F238E27FC236}">
                <a16:creationId xmlns:a16="http://schemas.microsoft.com/office/drawing/2014/main" id="{A369E7A1-1CE4-4161-803F-7F7031B597E8}"/>
              </a:ext>
            </a:extLst>
          </p:cNvPr>
          <p:cNvSpPr>
            <a:spLocks noGrp="1"/>
          </p:cNvSpPr>
          <p:nvPr/>
        </p:nvSpPr>
        <p:spPr>
          <a:xfrm>
            <a:off x="7862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01_find_only_3402">
            <a:extLst>
              <a:ext uri="{FF2B5EF4-FFF2-40B4-BE49-F238E27FC236}">
                <a16:creationId xmlns:a16="http://schemas.microsoft.com/office/drawing/2014/main" id="{9C319AEF-AC47-4AC3-9DF3-7DAC4BF240D1}"/>
              </a:ext>
            </a:extLst>
          </p:cNvPr>
          <p:cNvSpPr>
            <a:spLocks noGrp="1"/>
          </p:cNvSpPr>
          <p:nvPr/>
        </p:nvSpPr>
        <p:spPr>
          <a:xfrm>
            <a:off x="7853163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01_find_only_3403">
            <a:extLst>
              <a:ext uri="{FF2B5EF4-FFF2-40B4-BE49-F238E27FC236}">
                <a16:creationId xmlns:a16="http://schemas.microsoft.com/office/drawing/2014/main" id="{F6C4B079-C9F6-4852-8E60-4D4A858DADEA}"/>
              </a:ext>
            </a:extLst>
          </p:cNvPr>
          <p:cNvSpPr>
            <a:spLocks noGrp="1"/>
          </p:cNvSpPr>
          <p:nvPr/>
        </p:nvSpPr>
        <p:spPr>
          <a:xfrm>
            <a:off x="783052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01_find_only_3404">
            <a:extLst>
              <a:ext uri="{FF2B5EF4-FFF2-40B4-BE49-F238E27FC236}">
                <a16:creationId xmlns:a16="http://schemas.microsoft.com/office/drawing/2014/main" id="{6F7B4B35-C653-4654-9252-2F5B3C8E9B16}"/>
              </a:ext>
            </a:extLst>
          </p:cNvPr>
          <p:cNvSpPr>
            <a:spLocks noGrp="1"/>
          </p:cNvSpPr>
          <p:nvPr/>
        </p:nvSpPr>
        <p:spPr>
          <a:xfrm>
            <a:off x="79177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01_find_only_3405">
            <a:extLst>
              <a:ext uri="{FF2B5EF4-FFF2-40B4-BE49-F238E27FC236}">
                <a16:creationId xmlns:a16="http://schemas.microsoft.com/office/drawing/2014/main" id="{7446AB7B-4830-4793-84AF-32CBF35FEC24}"/>
              </a:ext>
            </a:extLst>
          </p:cNvPr>
          <p:cNvSpPr>
            <a:spLocks noGrp="1"/>
          </p:cNvSpPr>
          <p:nvPr/>
        </p:nvSpPr>
        <p:spPr>
          <a:xfrm>
            <a:off x="7831887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01_find_only_3406">
            <a:extLst>
              <a:ext uri="{FF2B5EF4-FFF2-40B4-BE49-F238E27FC236}">
                <a16:creationId xmlns:a16="http://schemas.microsoft.com/office/drawing/2014/main" id="{D1A2C0E4-B3D5-42FA-9D76-F17A98F5F2EF}"/>
              </a:ext>
            </a:extLst>
          </p:cNvPr>
          <p:cNvSpPr>
            <a:spLocks noGrp="1"/>
          </p:cNvSpPr>
          <p:nvPr/>
        </p:nvSpPr>
        <p:spPr>
          <a:xfrm>
            <a:off x="7910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01_find_only_3407">
            <a:extLst>
              <a:ext uri="{FF2B5EF4-FFF2-40B4-BE49-F238E27FC236}">
                <a16:creationId xmlns:a16="http://schemas.microsoft.com/office/drawing/2014/main" id="{A6377689-8A85-48E8-9D5E-BBC36A5BB0F6}"/>
              </a:ext>
            </a:extLst>
          </p:cNvPr>
          <p:cNvSpPr>
            <a:spLocks noGrp="1"/>
          </p:cNvSpPr>
          <p:nvPr/>
        </p:nvSpPr>
        <p:spPr>
          <a:xfrm>
            <a:off x="78642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01_find_only_3408">
            <a:extLst>
              <a:ext uri="{FF2B5EF4-FFF2-40B4-BE49-F238E27FC236}">
                <a16:creationId xmlns:a16="http://schemas.microsoft.com/office/drawing/2014/main" id="{7C6FD0E8-7E96-4750-A681-763288C0A00F}"/>
              </a:ext>
            </a:extLst>
          </p:cNvPr>
          <p:cNvSpPr>
            <a:spLocks noGrp="1"/>
          </p:cNvSpPr>
          <p:nvPr/>
        </p:nvSpPr>
        <p:spPr>
          <a:xfrm>
            <a:off x="792175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01_find_only_3409">
            <a:extLst>
              <a:ext uri="{FF2B5EF4-FFF2-40B4-BE49-F238E27FC236}">
                <a16:creationId xmlns:a16="http://schemas.microsoft.com/office/drawing/2014/main" id="{53EFC9EC-9185-463E-B52E-3C3105B9FBEE}"/>
              </a:ext>
            </a:extLst>
          </p:cNvPr>
          <p:cNvSpPr>
            <a:spLocks noGrp="1"/>
          </p:cNvSpPr>
          <p:nvPr/>
        </p:nvSpPr>
        <p:spPr>
          <a:xfrm>
            <a:off x="7891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01_find_only_3410">
            <a:extLst>
              <a:ext uri="{FF2B5EF4-FFF2-40B4-BE49-F238E27FC236}">
                <a16:creationId xmlns:a16="http://schemas.microsoft.com/office/drawing/2014/main" id="{1A72C963-EE34-4A35-9264-1F3B9C8FD96D}"/>
              </a:ext>
            </a:extLst>
          </p:cNvPr>
          <p:cNvSpPr>
            <a:spLocks noGrp="1"/>
          </p:cNvSpPr>
          <p:nvPr/>
        </p:nvSpPr>
        <p:spPr>
          <a:xfrm>
            <a:off x="7897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01_find_only_3411">
            <a:extLst>
              <a:ext uri="{FF2B5EF4-FFF2-40B4-BE49-F238E27FC236}">
                <a16:creationId xmlns:a16="http://schemas.microsoft.com/office/drawing/2014/main" id="{AF5DBB37-2A88-45B5-B59D-C579A7CCEECD}"/>
              </a:ext>
            </a:extLst>
          </p:cNvPr>
          <p:cNvSpPr>
            <a:spLocks noGrp="1"/>
          </p:cNvSpPr>
          <p:nvPr/>
        </p:nvSpPr>
        <p:spPr>
          <a:xfrm>
            <a:off x="7855300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01_find_only_3412">
            <a:extLst>
              <a:ext uri="{FF2B5EF4-FFF2-40B4-BE49-F238E27FC236}">
                <a16:creationId xmlns:a16="http://schemas.microsoft.com/office/drawing/2014/main" id="{16F49764-0CF7-4FEE-B0DD-7634AA1F9F25}"/>
              </a:ext>
            </a:extLst>
          </p:cNvPr>
          <p:cNvSpPr>
            <a:spLocks noGrp="1"/>
          </p:cNvSpPr>
          <p:nvPr/>
        </p:nvSpPr>
        <p:spPr>
          <a:xfrm>
            <a:off x="791631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01_find_only_3413">
            <a:extLst>
              <a:ext uri="{FF2B5EF4-FFF2-40B4-BE49-F238E27FC236}">
                <a16:creationId xmlns:a16="http://schemas.microsoft.com/office/drawing/2014/main" id="{71D51A68-8E74-4EE4-B6EE-5599D0284C50}"/>
              </a:ext>
            </a:extLst>
          </p:cNvPr>
          <p:cNvSpPr>
            <a:spLocks noGrp="1"/>
          </p:cNvSpPr>
          <p:nvPr/>
        </p:nvSpPr>
        <p:spPr>
          <a:xfrm>
            <a:off x="78981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01_find_only_3414">
            <a:extLst>
              <a:ext uri="{FF2B5EF4-FFF2-40B4-BE49-F238E27FC236}">
                <a16:creationId xmlns:a16="http://schemas.microsoft.com/office/drawing/2014/main" id="{11607AB4-1DAE-4ECB-9E9E-F1BA3BDA82AA}"/>
              </a:ext>
            </a:extLst>
          </p:cNvPr>
          <p:cNvSpPr>
            <a:spLocks noGrp="1"/>
          </p:cNvSpPr>
          <p:nvPr/>
        </p:nvSpPr>
        <p:spPr>
          <a:xfrm>
            <a:off x="78426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01_find_only_3415">
            <a:extLst>
              <a:ext uri="{FF2B5EF4-FFF2-40B4-BE49-F238E27FC236}">
                <a16:creationId xmlns:a16="http://schemas.microsoft.com/office/drawing/2014/main" id="{14E49BD2-050B-460F-833D-1235AE135E2A}"/>
              </a:ext>
            </a:extLst>
          </p:cNvPr>
          <p:cNvSpPr>
            <a:spLocks noGrp="1"/>
          </p:cNvSpPr>
          <p:nvPr/>
        </p:nvSpPr>
        <p:spPr>
          <a:xfrm>
            <a:off x="7896493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01_find_only_3416">
            <a:extLst>
              <a:ext uri="{FF2B5EF4-FFF2-40B4-BE49-F238E27FC236}">
                <a16:creationId xmlns:a16="http://schemas.microsoft.com/office/drawing/2014/main" id="{3E4437AC-9051-47CA-A8AF-5EFAC03DF7E3}"/>
              </a:ext>
            </a:extLst>
          </p:cNvPr>
          <p:cNvSpPr>
            <a:spLocks noGrp="1"/>
          </p:cNvSpPr>
          <p:nvPr/>
        </p:nvSpPr>
        <p:spPr>
          <a:xfrm>
            <a:off x="78476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01_find_only_3417">
            <a:extLst>
              <a:ext uri="{FF2B5EF4-FFF2-40B4-BE49-F238E27FC236}">
                <a16:creationId xmlns:a16="http://schemas.microsoft.com/office/drawing/2014/main" id="{A17F096C-7BF8-4AFA-B51D-909690D5D253}"/>
              </a:ext>
            </a:extLst>
          </p:cNvPr>
          <p:cNvSpPr>
            <a:spLocks noGrp="1"/>
          </p:cNvSpPr>
          <p:nvPr/>
        </p:nvSpPr>
        <p:spPr>
          <a:xfrm>
            <a:off x="7855204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01_find_only_3418">
            <a:extLst>
              <a:ext uri="{FF2B5EF4-FFF2-40B4-BE49-F238E27FC236}">
                <a16:creationId xmlns:a16="http://schemas.microsoft.com/office/drawing/2014/main" id="{9B99226F-303D-48C8-B9CF-EE00EC2CC32B}"/>
              </a:ext>
            </a:extLst>
          </p:cNvPr>
          <p:cNvSpPr>
            <a:spLocks noGrp="1"/>
          </p:cNvSpPr>
          <p:nvPr/>
        </p:nvSpPr>
        <p:spPr>
          <a:xfrm>
            <a:off x="79155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01_find_only_3419">
            <a:extLst>
              <a:ext uri="{FF2B5EF4-FFF2-40B4-BE49-F238E27FC236}">
                <a16:creationId xmlns:a16="http://schemas.microsoft.com/office/drawing/2014/main" id="{793C4C6F-E42F-414C-8B71-D86D77471318}"/>
              </a:ext>
            </a:extLst>
          </p:cNvPr>
          <p:cNvSpPr>
            <a:spLocks noGrp="1"/>
          </p:cNvSpPr>
          <p:nvPr/>
        </p:nvSpPr>
        <p:spPr>
          <a:xfrm>
            <a:off x="78567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01_find_only_3420">
            <a:extLst>
              <a:ext uri="{FF2B5EF4-FFF2-40B4-BE49-F238E27FC236}">
                <a16:creationId xmlns:a16="http://schemas.microsoft.com/office/drawing/2014/main" id="{7CFC8463-3C58-49AD-AE9D-0997E23049AE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01_find_only_3421">
            <a:extLst>
              <a:ext uri="{FF2B5EF4-FFF2-40B4-BE49-F238E27FC236}">
                <a16:creationId xmlns:a16="http://schemas.microsoft.com/office/drawing/2014/main" id="{C5FDF718-5696-4C2A-8054-C00353DA0B27}"/>
              </a:ext>
            </a:extLst>
          </p:cNvPr>
          <p:cNvSpPr>
            <a:spLocks noGrp="1"/>
          </p:cNvSpPr>
          <p:nvPr/>
        </p:nvSpPr>
        <p:spPr>
          <a:xfrm>
            <a:off x="79108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01_find_only_3422">
            <a:extLst>
              <a:ext uri="{FF2B5EF4-FFF2-40B4-BE49-F238E27FC236}">
                <a16:creationId xmlns:a16="http://schemas.microsoft.com/office/drawing/2014/main" id="{6AADCA1B-727A-4389-9F18-E105BBCAEEFF}"/>
              </a:ext>
            </a:extLst>
          </p:cNvPr>
          <p:cNvSpPr>
            <a:spLocks noGrp="1"/>
          </p:cNvSpPr>
          <p:nvPr/>
        </p:nvSpPr>
        <p:spPr>
          <a:xfrm>
            <a:off x="791339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01_find_only_3423">
            <a:extLst>
              <a:ext uri="{FF2B5EF4-FFF2-40B4-BE49-F238E27FC236}">
                <a16:creationId xmlns:a16="http://schemas.microsoft.com/office/drawing/2014/main" id="{DC6409FF-3B30-4CAD-B733-EFF858DD040B}"/>
              </a:ext>
            </a:extLst>
          </p:cNvPr>
          <p:cNvSpPr>
            <a:spLocks noGrp="1"/>
          </p:cNvSpPr>
          <p:nvPr/>
        </p:nvSpPr>
        <p:spPr>
          <a:xfrm>
            <a:off x="78575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01_find_only_3424">
            <a:extLst>
              <a:ext uri="{FF2B5EF4-FFF2-40B4-BE49-F238E27FC236}">
                <a16:creationId xmlns:a16="http://schemas.microsoft.com/office/drawing/2014/main" id="{D7528F5E-CFEE-4A06-BB00-048E97F07C2F}"/>
              </a:ext>
            </a:extLst>
          </p:cNvPr>
          <p:cNvSpPr>
            <a:spLocks noGrp="1"/>
          </p:cNvSpPr>
          <p:nvPr/>
        </p:nvSpPr>
        <p:spPr>
          <a:xfrm>
            <a:off x="784286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01_find_only_3425">
            <a:extLst>
              <a:ext uri="{FF2B5EF4-FFF2-40B4-BE49-F238E27FC236}">
                <a16:creationId xmlns:a16="http://schemas.microsoft.com/office/drawing/2014/main" id="{51197A4E-2768-4340-B81D-E4833B28569F}"/>
              </a:ext>
            </a:extLst>
          </p:cNvPr>
          <p:cNvSpPr>
            <a:spLocks noGrp="1"/>
          </p:cNvSpPr>
          <p:nvPr/>
        </p:nvSpPr>
        <p:spPr>
          <a:xfrm>
            <a:off x="78994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01_find_only_3426">
            <a:extLst>
              <a:ext uri="{FF2B5EF4-FFF2-40B4-BE49-F238E27FC236}">
                <a16:creationId xmlns:a16="http://schemas.microsoft.com/office/drawing/2014/main" id="{6DB2A958-05EE-40E7-BB81-6956BA909E11}"/>
              </a:ext>
            </a:extLst>
          </p:cNvPr>
          <p:cNvSpPr>
            <a:spLocks noGrp="1"/>
          </p:cNvSpPr>
          <p:nvPr/>
        </p:nvSpPr>
        <p:spPr>
          <a:xfrm>
            <a:off x="78382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01_find_only_3427">
            <a:extLst>
              <a:ext uri="{FF2B5EF4-FFF2-40B4-BE49-F238E27FC236}">
                <a16:creationId xmlns:a16="http://schemas.microsoft.com/office/drawing/2014/main" id="{28B5976E-524F-48DB-9E69-2D6B3F8B37DF}"/>
              </a:ext>
            </a:extLst>
          </p:cNvPr>
          <p:cNvSpPr>
            <a:spLocks noGrp="1"/>
          </p:cNvSpPr>
          <p:nvPr/>
        </p:nvSpPr>
        <p:spPr>
          <a:xfrm>
            <a:off x="7844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01_find_only_3428">
            <a:extLst>
              <a:ext uri="{FF2B5EF4-FFF2-40B4-BE49-F238E27FC236}">
                <a16:creationId xmlns:a16="http://schemas.microsoft.com/office/drawing/2014/main" id="{BD822C24-433E-4793-8104-6214264202C1}"/>
              </a:ext>
            </a:extLst>
          </p:cNvPr>
          <p:cNvSpPr>
            <a:spLocks noGrp="1"/>
          </p:cNvSpPr>
          <p:nvPr/>
        </p:nvSpPr>
        <p:spPr>
          <a:xfrm>
            <a:off x="79018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01_find_only_3429">
            <a:extLst>
              <a:ext uri="{FF2B5EF4-FFF2-40B4-BE49-F238E27FC236}">
                <a16:creationId xmlns:a16="http://schemas.microsoft.com/office/drawing/2014/main" id="{AEB674CA-7738-4546-958C-3D84730192FB}"/>
              </a:ext>
            </a:extLst>
          </p:cNvPr>
          <p:cNvSpPr>
            <a:spLocks noGrp="1"/>
          </p:cNvSpPr>
          <p:nvPr/>
        </p:nvSpPr>
        <p:spPr>
          <a:xfrm>
            <a:off x="783917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01_find_only_3430">
            <a:extLst>
              <a:ext uri="{FF2B5EF4-FFF2-40B4-BE49-F238E27FC236}">
                <a16:creationId xmlns:a16="http://schemas.microsoft.com/office/drawing/2014/main" id="{53FBA9B9-0130-4869-BA70-34E7F52E3CFA}"/>
              </a:ext>
            </a:extLst>
          </p:cNvPr>
          <p:cNvSpPr>
            <a:spLocks noGrp="1"/>
          </p:cNvSpPr>
          <p:nvPr/>
        </p:nvSpPr>
        <p:spPr>
          <a:xfrm>
            <a:off x="7920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01_find_only_3431">
            <a:extLst>
              <a:ext uri="{FF2B5EF4-FFF2-40B4-BE49-F238E27FC236}">
                <a16:creationId xmlns:a16="http://schemas.microsoft.com/office/drawing/2014/main" id="{E9F45748-90A3-481E-909C-FD4BF85BDD79}"/>
              </a:ext>
            </a:extLst>
          </p:cNvPr>
          <p:cNvSpPr>
            <a:spLocks noGrp="1"/>
          </p:cNvSpPr>
          <p:nvPr/>
        </p:nvSpPr>
        <p:spPr>
          <a:xfrm>
            <a:off x="79056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01_find_only_3432">
            <a:extLst>
              <a:ext uri="{FF2B5EF4-FFF2-40B4-BE49-F238E27FC236}">
                <a16:creationId xmlns:a16="http://schemas.microsoft.com/office/drawing/2014/main" id="{B2DD48FF-9E79-4E4E-9721-735534A62723}"/>
              </a:ext>
            </a:extLst>
          </p:cNvPr>
          <p:cNvSpPr>
            <a:spLocks noGrp="1"/>
          </p:cNvSpPr>
          <p:nvPr/>
        </p:nvSpPr>
        <p:spPr>
          <a:xfrm>
            <a:off x="7870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01_find_only_3433">
            <a:extLst>
              <a:ext uri="{FF2B5EF4-FFF2-40B4-BE49-F238E27FC236}">
                <a16:creationId xmlns:a16="http://schemas.microsoft.com/office/drawing/2014/main" id="{E2E214B2-1791-4706-B5DB-6B2CB7EB2024}"/>
              </a:ext>
            </a:extLst>
          </p:cNvPr>
          <p:cNvSpPr>
            <a:spLocks noGrp="1"/>
          </p:cNvSpPr>
          <p:nvPr/>
        </p:nvSpPr>
        <p:spPr>
          <a:xfrm>
            <a:off x="78540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01_find_only_3434">
            <a:extLst>
              <a:ext uri="{FF2B5EF4-FFF2-40B4-BE49-F238E27FC236}">
                <a16:creationId xmlns:a16="http://schemas.microsoft.com/office/drawing/2014/main" id="{15FD8A85-43FC-4A2A-8DB0-1B1CAB216005}"/>
              </a:ext>
            </a:extLst>
          </p:cNvPr>
          <p:cNvSpPr>
            <a:spLocks noGrp="1"/>
          </p:cNvSpPr>
          <p:nvPr/>
        </p:nvSpPr>
        <p:spPr>
          <a:xfrm>
            <a:off x="7923209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01_find_only_3435">
            <a:extLst>
              <a:ext uri="{FF2B5EF4-FFF2-40B4-BE49-F238E27FC236}">
                <a16:creationId xmlns:a16="http://schemas.microsoft.com/office/drawing/2014/main" id="{2422977F-278D-4724-AB86-723C78694F73}"/>
              </a:ext>
            </a:extLst>
          </p:cNvPr>
          <p:cNvSpPr>
            <a:spLocks noGrp="1"/>
          </p:cNvSpPr>
          <p:nvPr/>
        </p:nvSpPr>
        <p:spPr>
          <a:xfrm>
            <a:off x="78879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01_find_only_3436">
            <a:extLst>
              <a:ext uri="{FF2B5EF4-FFF2-40B4-BE49-F238E27FC236}">
                <a16:creationId xmlns:a16="http://schemas.microsoft.com/office/drawing/2014/main" id="{1BC1FFCD-0DAF-4593-B772-ABCF7BB2D2F5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01_find_only_3437">
            <a:extLst>
              <a:ext uri="{FF2B5EF4-FFF2-40B4-BE49-F238E27FC236}">
                <a16:creationId xmlns:a16="http://schemas.microsoft.com/office/drawing/2014/main" id="{9146F00B-1746-4E78-94A9-9A5F5EC6B6AB}"/>
              </a:ext>
            </a:extLst>
          </p:cNvPr>
          <p:cNvSpPr>
            <a:spLocks noGrp="1"/>
          </p:cNvSpPr>
          <p:nvPr/>
        </p:nvSpPr>
        <p:spPr>
          <a:xfrm>
            <a:off x="78419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01_find_only_3438">
            <a:extLst>
              <a:ext uri="{FF2B5EF4-FFF2-40B4-BE49-F238E27FC236}">
                <a16:creationId xmlns:a16="http://schemas.microsoft.com/office/drawing/2014/main" id="{A14BCB33-8E21-4D51-AB48-177DBBD17414}"/>
              </a:ext>
            </a:extLst>
          </p:cNvPr>
          <p:cNvSpPr>
            <a:spLocks noGrp="1"/>
          </p:cNvSpPr>
          <p:nvPr/>
        </p:nvSpPr>
        <p:spPr>
          <a:xfrm>
            <a:off x="7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01_find_only_3439">
            <a:extLst>
              <a:ext uri="{FF2B5EF4-FFF2-40B4-BE49-F238E27FC236}">
                <a16:creationId xmlns:a16="http://schemas.microsoft.com/office/drawing/2014/main" id="{1E250DB9-901F-40A2-A5B9-A04D8EFB274D}"/>
              </a:ext>
            </a:extLst>
          </p:cNvPr>
          <p:cNvSpPr>
            <a:spLocks noGrp="1"/>
          </p:cNvSpPr>
          <p:nvPr/>
        </p:nvSpPr>
        <p:spPr>
          <a:xfrm>
            <a:off x="79040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01_find_only_3440">
            <a:extLst>
              <a:ext uri="{FF2B5EF4-FFF2-40B4-BE49-F238E27FC236}">
                <a16:creationId xmlns:a16="http://schemas.microsoft.com/office/drawing/2014/main" id="{D1925B6D-7200-48C7-88F8-3D2046570787}"/>
              </a:ext>
            </a:extLst>
          </p:cNvPr>
          <p:cNvSpPr>
            <a:spLocks noGrp="1"/>
          </p:cNvSpPr>
          <p:nvPr/>
        </p:nvSpPr>
        <p:spPr>
          <a:xfrm>
            <a:off x="7889983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01_find_only_3441">
            <a:extLst>
              <a:ext uri="{FF2B5EF4-FFF2-40B4-BE49-F238E27FC236}">
                <a16:creationId xmlns:a16="http://schemas.microsoft.com/office/drawing/2014/main" id="{E8082ABC-DD84-4DBB-A498-59ECD7CC2469}"/>
              </a:ext>
            </a:extLst>
          </p:cNvPr>
          <p:cNvSpPr>
            <a:spLocks noGrp="1"/>
          </p:cNvSpPr>
          <p:nvPr/>
        </p:nvSpPr>
        <p:spPr>
          <a:xfrm>
            <a:off x="7918449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01_find_only_3442">
            <a:extLst>
              <a:ext uri="{FF2B5EF4-FFF2-40B4-BE49-F238E27FC236}">
                <a16:creationId xmlns:a16="http://schemas.microsoft.com/office/drawing/2014/main" id="{EC9EA1B3-E135-4F77-9813-59D1B3A459B8}"/>
              </a:ext>
            </a:extLst>
          </p:cNvPr>
          <p:cNvSpPr>
            <a:spLocks noGrp="1"/>
          </p:cNvSpPr>
          <p:nvPr/>
        </p:nvSpPr>
        <p:spPr>
          <a:xfrm>
            <a:off x="78282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01_find_only_3443">
            <a:extLst>
              <a:ext uri="{FF2B5EF4-FFF2-40B4-BE49-F238E27FC236}">
                <a16:creationId xmlns:a16="http://schemas.microsoft.com/office/drawing/2014/main" id="{F882BB4D-92A3-46B3-A978-FDE66E2D7D0C}"/>
              </a:ext>
            </a:extLst>
          </p:cNvPr>
          <p:cNvSpPr>
            <a:spLocks noGrp="1"/>
          </p:cNvSpPr>
          <p:nvPr/>
        </p:nvSpPr>
        <p:spPr>
          <a:xfrm>
            <a:off x="78683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01_find_only_3444">
            <a:extLst>
              <a:ext uri="{FF2B5EF4-FFF2-40B4-BE49-F238E27FC236}">
                <a16:creationId xmlns:a16="http://schemas.microsoft.com/office/drawing/2014/main" id="{F23BF696-4C4A-4FF4-B652-8CB4F1108920}"/>
              </a:ext>
            </a:extLst>
          </p:cNvPr>
          <p:cNvSpPr>
            <a:spLocks noGrp="1"/>
          </p:cNvSpPr>
          <p:nvPr/>
        </p:nvSpPr>
        <p:spPr>
          <a:xfrm>
            <a:off x="78864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01_find_only_3445">
            <a:extLst>
              <a:ext uri="{FF2B5EF4-FFF2-40B4-BE49-F238E27FC236}">
                <a16:creationId xmlns:a16="http://schemas.microsoft.com/office/drawing/2014/main" id="{ADDAD819-32F3-45BD-B8FD-6167424636C9}"/>
              </a:ext>
            </a:extLst>
          </p:cNvPr>
          <p:cNvSpPr>
            <a:spLocks noGrp="1"/>
          </p:cNvSpPr>
          <p:nvPr/>
        </p:nvSpPr>
        <p:spPr>
          <a:xfrm>
            <a:off x="78562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01_find_only_3446">
            <a:extLst>
              <a:ext uri="{FF2B5EF4-FFF2-40B4-BE49-F238E27FC236}">
                <a16:creationId xmlns:a16="http://schemas.microsoft.com/office/drawing/2014/main" id="{7D36C92C-B252-43E5-B6A7-EEBA396BA2AB}"/>
              </a:ext>
            </a:extLst>
          </p:cNvPr>
          <p:cNvSpPr>
            <a:spLocks noGrp="1"/>
          </p:cNvSpPr>
          <p:nvPr/>
        </p:nvSpPr>
        <p:spPr>
          <a:xfrm>
            <a:off x="78780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01_find_only_3447">
            <a:extLst>
              <a:ext uri="{FF2B5EF4-FFF2-40B4-BE49-F238E27FC236}">
                <a16:creationId xmlns:a16="http://schemas.microsoft.com/office/drawing/2014/main" id="{3A315C22-BD48-4C8C-8E3F-36984808DFBE}"/>
              </a:ext>
            </a:extLst>
          </p:cNvPr>
          <p:cNvSpPr>
            <a:spLocks noGrp="1"/>
          </p:cNvSpPr>
          <p:nvPr/>
        </p:nvSpPr>
        <p:spPr>
          <a:xfrm>
            <a:off x="7865792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01_find_only_3448">
            <a:extLst>
              <a:ext uri="{FF2B5EF4-FFF2-40B4-BE49-F238E27FC236}">
                <a16:creationId xmlns:a16="http://schemas.microsoft.com/office/drawing/2014/main" id="{DB6FEC82-1455-4531-A9AA-ACA17B35F29E}"/>
              </a:ext>
            </a:extLst>
          </p:cNvPr>
          <p:cNvSpPr>
            <a:spLocks noGrp="1"/>
          </p:cNvSpPr>
          <p:nvPr/>
        </p:nvSpPr>
        <p:spPr>
          <a:xfrm>
            <a:off x="7907762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01_find_only_3449">
            <a:extLst>
              <a:ext uri="{FF2B5EF4-FFF2-40B4-BE49-F238E27FC236}">
                <a16:creationId xmlns:a16="http://schemas.microsoft.com/office/drawing/2014/main" id="{70703B7D-A894-450B-A708-BEED0042DAAA}"/>
              </a:ext>
            </a:extLst>
          </p:cNvPr>
          <p:cNvSpPr>
            <a:spLocks noGrp="1"/>
          </p:cNvSpPr>
          <p:nvPr/>
        </p:nvSpPr>
        <p:spPr>
          <a:xfrm>
            <a:off x="7838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01_find_only_3450">
            <a:extLst>
              <a:ext uri="{FF2B5EF4-FFF2-40B4-BE49-F238E27FC236}">
                <a16:creationId xmlns:a16="http://schemas.microsoft.com/office/drawing/2014/main" id="{372CB3B8-559F-4CC2-A49F-7335CB8671DF}"/>
              </a:ext>
            </a:extLst>
          </p:cNvPr>
          <p:cNvSpPr>
            <a:spLocks noGrp="1"/>
          </p:cNvSpPr>
          <p:nvPr/>
        </p:nvSpPr>
        <p:spPr>
          <a:xfrm>
            <a:off x="78434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01_find_only_3451">
            <a:extLst>
              <a:ext uri="{FF2B5EF4-FFF2-40B4-BE49-F238E27FC236}">
                <a16:creationId xmlns:a16="http://schemas.microsoft.com/office/drawing/2014/main" id="{13626F3D-30F5-4223-B2D5-0BD225C4BA09}"/>
              </a:ext>
            </a:extLst>
          </p:cNvPr>
          <p:cNvSpPr>
            <a:spLocks noGrp="1"/>
          </p:cNvSpPr>
          <p:nvPr/>
        </p:nvSpPr>
        <p:spPr>
          <a:xfrm>
            <a:off x="78838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01_find_only_3452">
            <a:extLst>
              <a:ext uri="{FF2B5EF4-FFF2-40B4-BE49-F238E27FC236}">
                <a16:creationId xmlns:a16="http://schemas.microsoft.com/office/drawing/2014/main" id="{CE854D26-3AB6-4E5B-9197-17F0EF83E4B3}"/>
              </a:ext>
            </a:extLst>
          </p:cNvPr>
          <p:cNvSpPr>
            <a:spLocks noGrp="1"/>
          </p:cNvSpPr>
          <p:nvPr/>
        </p:nvSpPr>
        <p:spPr>
          <a:xfrm>
            <a:off x="78829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01_find_only_3453">
            <a:extLst>
              <a:ext uri="{FF2B5EF4-FFF2-40B4-BE49-F238E27FC236}">
                <a16:creationId xmlns:a16="http://schemas.microsoft.com/office/drawing/2014/main" id="{3EFEBFAB-8384-46FF-A757-CD8F55FF51FA}"/>
              </a:ext>
            </a:extLst>
          </p:cNvPr>
          <p:cNvSpPr>
            <a:spLocks noGrp="1"/>
          </p:cNvSpPr>
          <p:nvPr/>
        </p:nvSpPr>
        <p:spPr>
          <a:xfrm>
            <a:off x="79145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01_find_only_3454">
            <a:extLst>
              <a:ext uri="{FF2B5EF4-FFF2-40B4-BE49-F238E27FC236}">
                <a16:creationId xmlns:a16="http://schemas.microsoft.com/office/drawing/2014/main" id="{9AE6B89B-811B-4A41-BF72-E6D3F3C216B9}"/>
              </a:ext>
            </a:extLst>
          </p:cNvPr>
          <p:cNvSpPr>
            <a:spLocks noGrp="1"/>
          </p:cNvSpPr>
          <p:nvPr/>
        </p:nvSpPr>
        <p:spPr>
          <a:xfrm>
            <a:off x="7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01_find_only_3455">
            <a:extLst>
              <a:ext uri="{FF2B5EF4-FFF2-40B4-BE49-F238E27FC236}">
                <a16:creationId xmlns:a16="http://schemas.microsoft.com/office/drawing/2014/main" id="{746E102F-79D9-47AB-A6DE-445C72BA6092}"/>
              </a:ext>
            </a:extLst>
          </p:cNvPr>
          <p:cNvSpPr>
            <a:spLocks noGrp="1"/>
          </p:cNvSpPr>
          <p:nvPr/>
        </p:nvSpPr>
        <p:spPr>
          <a:xfrm>
            <a:off x="78540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01_find_only_3456">
            <a:extLst>
              <a:ext uri="{FF2B5EF4-FFF2-40B4-BE49-F238E27FC236}">
                <a16:creationId xmlns:a16="http://schemas.microsoft.com/office/drawing/2014/main" id="{D3FEEF89-5310-41F8-99E9-B9732187A257}"/>
              </a:ext>
            </a:extLst>
          </p:cNvPr>
          <p:cNvSpPr>
            <a:spLocks noGrp="1"/>
          </p:cNvSpPr>
          <p:nvPr/>
        </p:nvSpPr>
        <p:spPr>
          <a:xfrm>
            <a:off x="790183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01_find_only_3457">
            <a:extLst>
              <a:ext uri="{FF2B5EF4-FFF2-40B4-BE49-F238E27FC236}">
                <a16:creationId xmlns:a16="http://schemas.microsoft.com/office/drawing/2014/main" id="{EE51DCFA-597E-48BA-BCC0-570005EC2DB8}"/>
              </a:ext>
            </a:extLst>
          </p:cNvPr>
          <p:cNvSpPr>
            <a:spLocks noGrp="1"/>
          </p:cNvSpPr>
          <p:nvPr/>
        </p:nvSpPr>
        <p:spPr>
          <a:xfrm>
            <a:off x="7893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01_find_only_3458">
            <a:extLst>
              <a:ext uri="{FF2B5EF4-FFF2-40B4-BE49-F238E27FC236}">
                <a16:creationId xmlns:a16="http://schemas.microsoft.com/office/drawing/2014/main" id="{F6B87F04-CED1-4DD8-A17A-F3FF029800E0}"/>
              </a:ext>
            </a:extLst>
          </p:cNvPr>
          <p:cNvSpPr>
            <a:spLocks noGrp="1"/>
          </p:cNvSpPr>
          <p:nvPr/>
        </p:nvSpPr>
        <p:spPr>
          <a:xfrm>
            <a:off x="78981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01_find_only_3459">
            <a:extLst>
              <a:ext uri="{FF2B5EF4-FFF2-40B4-BE49-F238E27FC236}">
                <a16:creationId xmlns:a16="http://schemas.microsoft.com/office/drawing/2014/main" id="{B0B7F5CD-0290-420B-A3CD-F1A110BF96C5}"/>
              </a:ext>
            </a:extLst>
          </p:cNvPr>
          <p:cNvSpPr>
            <a:spLocks noGrp="1"/>
          </p:cNvSpPr>
          <p:nvPr/>
        </p:nvSpPr>
        <p:spPr>
          <a:xfrm>
            <a:off x="7879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01_find_only_3460">
            <a:extLst>
              <a:ext uri="{FF2B5EF4-FFF2-40B4-BE49-F238E27FC236}">
                <a16:creationId xmlns:a16="http://schemas.microsoft.com/office/drawing/2014/main" id="{4B6AB313-444E-4510-A928-0F39056678CE}"/>
              </a:ext>
            </a:extLst>
          </p:cNvPr>
          <p:cNvSpPr>
            <a:spLocks noGrp="1"/>
          </p:cNvSpPr>
          <p:nvPr/>
        </p:nvSpPr>
        <p:spPr>
          <a:xfrm>
            <a:off x="78293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01_find_only_3461">
            <a:extLst>
              <a:ext uri="{FF2B5EF4-FFF2-40B4-BE49-F238E27FC236}">
                <a16:creationId xmlns:a16="http://schemas.microsoft.com/office/drawing/2014/main" id="{D5C4D5D6-77C0-437B-9F0C-5BEA3DA63588}"/>
              </a:ext>
            </a:extLst>
          </p:cNvPr>
          <p:cNvSpPr>
            <a:spLocks noGrp="1"/>
          </p:cNvSpPr>
          <p:nvPr/>
        </p:nvSpPr>
        <p:spPr>
          <a:xfrm>
            <a:off x="7894356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01_find_only_3462">
            <a:extLst>
              <a:ext uri="{FF2B5EF4-FFF2-40B4-BE49-F238E27FC236}">
                <a16:creationId xmlns:a16="http://schemas.microsoft.com/office/drawing/2014/main" id="{4DE0EE8A-208D-49DB-A3DF-EAEC816BBEEA}"/>
              </a:ext>
            </a:extLst>
          </p:cNvPr>
          <p:cNvSpPr>
            <a:spLocks noGrp="1"/>
          </p:cNvSpPr>
          <p:nvPr/>
        </p:nvSpPr>
        <p:spPr>
          <a:xfrm>
            <a:off x="790717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01_find_only_3463">
            <a:extLst>
              <a:ext uri="{FF2B5EF4-FFF2-40B4-BE49-F238E27FC236}">
                <a16:creationId xmlns:a16="http://schemas.microsoft.com/office/drawing/2014/main" id="{9BBB35F9-CE6F-4D80-B164-C107BA3082EE}"/>
              </a:ext>
            </a:extLst>
          </p:cNvPr>
          <p:cNvSpPr>
            <a:spLocks noGrp="1"/>
          </p:cNvSpPr>
          <p:nvPr/>
        </p:nvSpPr>
        <p:spPr>
          <a:xfrm>
            <a:off x="7845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01_find_only_3464">
            <a:extLst>
              <a:ext uri="{FF2B5EF4-FFF2-40B4-BE49-F238E27FC236}">
                <a16:creationId xmlns:a16="http://schemas.microsoft.com/office/drawing/2014/main" id="{F38F7044-A1DE-4230-8A7D-13F5AA92D6C9}"/>
              </a:ext>
            </a:extLst>
          </p:cNvPr>
          <p:cNvSpPr>
            <a:spLocks noGrp="1"/>
          </p:cNvSpPr>
          <p:nvPr/>
        </p:nvSpPr>
        <p:spPr>
          <a:xfrm>
            <a:off x="7838202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01_find_only_3465">
            <a:extLst>
              <a:ext uri="{FF2B5EF4-FFF2-40B4-BE49-F238E27FC236}">
                <a16:creationId xmlns:a16="http://schemas.microsoft.com/office/drawing/2014/main" id="{B07A80D4-A64B-4D2B-A904-940567043E8C}"/>
              </a:ext>
            </a:extLst>
          </p:cNvPr>
          <p:cNvSpPr>
            <a:spLocks noGrp="1"/>
          </p:cNvSpPr>
          <p:nvPr/>
        </p:nvSpPr>
        <p:spPr>
          <a:xfrm>
            <a:off x="7894161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01_find_only_3466">
            <a:extLst>
              <a:ext uri="{FF2B5EF4-FFF2-40B4-BE49-F238E27FC236}">
                <a16:creationId xmlns:a16="http://schemas.microsoft.com/office/drawing/2014/main" id="{C4D67F9E-BD94-4F22-BB85-8F03EE2FBB79}"/>
              </a:ext>
            </a:extLst>
          </p:cNvPr>
          <p:cNvSpPr>
            <a:spLocks noGrp="1"/>
          </p:cNvSpPr>
          <p:nvPr/>
        </p:nvSpPr>
        <p:spPr>
          <a:xfrm>
            <a:off x="7919226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01_find_only_3467">
            <a:extLst>
              <a:ext uri="{FF2B5EF4-FFF2-40B4-BE49-F238E27FC236}">
                <a16:creationId xmlns:a16="http://schemas.microsoft.com/office/drawing/2014/main" id="{73DF677E-2E4D-4117-9EE2-30E33F8D242D}"/>
              </a:ext>
            </a:extLst>
          </p:cNvPr>
          <p:cNvSpPr>
            <a:spLocks noGrp="1"/>
          </p:cNvSpPr>
          <p:nvPr/>
        </p:nvSpPr>
        <p:spPr>
          <a:xfrm>
            <a:off x="7923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01_find_only_3468">
            <a:extLst>
              <a:ext uri="{FF2B5EF4-FFF2-40B4-BE49-F238E27FC236}">
                <a16:creationId xmlns:a16="http://schemas.microsoft.com/office/drawing/2014/main" id="{5E8629F3-EF1B-4939-BC94-2B39D204115B}"/>
              </a:ext>
            </a:extLst>
          </p:cNvPr>
          <p:cNvSpPr>
            <a:spLocks noGrp="1"/>
          </p:cNvSpPr>
          <p:nvPr/>
        </p:nvSpPr>
        <p:spPr>
          <a:xfrm>
            <a:off x="7863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01_find_only_3469">
            <a:extLst>
              <a:ext uri="{FF2B5EF4-FFF2-40B4-BE49-F238E27FC236}">
                <a16:creationId xmlns:a16="http://schemas.microsoft.com/office/drawing/2014/main" id="{CDD6CACB-F382-4597-A65C-E39DE3DB8932}"/>
              </a:ext>
            </a:extLst>
          </p:cNvPr>
          <p:cNvSpPr>
            <a:spLocks noGrp="1"/>
          </p:cNvSpPr>
          <p:nvPr/>
        </p:nvSpPr>
        <p:spPr>
          <a:xfrm>
            <a:off x="78990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01_find_only_3470">
            <a:extLst>
              <a:ext uri="{FF2B5EF4-FFF2-40B4-BE49-F238E27FC236}">
                <a16:creationId xmlns:a16="http://schemas.microsoft.com/office/drawing/2014/main" id="{8A6A5FDD-6EEB-45D2-B4AA-7847CCC25EBF}"/>
              </a:ext>
            </a:extLst>
          </p:cNvPr>
          <p:cNvSpPr>
            <a:spLocks noGrp="1"/>
          </p:cNvSpPr>
          <p:nvPr/>
        </p:nvSpPr>
        <p:spPr>
          <a:xfrm>
            <a:off x="79064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01_find_only_3471">
            <a:extLst>
              <a:ext uri="{FF2B5EF4-FFF2-40B4-BE49-F238E27FC236}">
                <a16:creationId xmlns:a16="http://schemas.microsoft.com/office/drawing/2014/main" id="{4259422A-C347-4A20-9289-03CD0FD03592}"/>
              </a:ext>
            </a:extLst>
          </p:cNvPr>
          <p:cNvSpPr>
            <a:spLocks noGrp="1"/>
          </p:cNvSpPr>
          <p:nvPr/>
        </p:nvSpPr>
        <p:spPr>
          <a:xfrm>
            <a:off x="791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01_find_only_3472">
            <a:extLst>
              <a:ext uri="{FF2B5EF4-FFF2-40B4-BE49-F238E27FC236}">
                <a16:creationId xmlns:a16="http://schemas.microsoft.com/office/drawing/2014/main" id="{873917F6-B8F1-4B97-A326-79F5E86E932E}"/>
              </a:ext>
            </a:extLst>
          </p:cNvPr>
          <p:cNvSpPr>
            <a:spLocks noGrp="1"/>
          </p:cNvSpPr>
          <p:nvPr/>
        </p:nvSpPr>
        <p:spPr>
          <a:xfrm>
            <a:off x="79078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01_find_only_3473">
            <a:extLst>
              <a:ext uri="{FF2B5EF4-FFF2-40B4-BE49-F238E27FC236}">
                <a16:creationId xmlns:a16="http://schemas.microsoft.com/office/drawing/2014/main" id="{8480945A-5CC5-4BDA-A064-874F1C16D3F5}"/>
              </a:ext>
            </a:extLst>
          </p:cNvPr>
          <p:cNvSpPr>
            <a:spLocks noGrp="1"/>
          </p:cNvSpPr>
          <p:nvPr/>
        </p:nvSpPr>
        <p:spPr>
          <a:xfrm>
            <a:off x="7893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01_find_only_3474">
            <a:extLst>
              <a:ext uri="{FF2B5EF4-FFF2-40B4-BE49-F238E27FC236}">
                <a16:creationId xmlns:a16="http://schemas.microsoft.com/office/drawing/2014/main" id="{F3267C08-CE5D-4EED-AFCA-AEC8696C427D}"/>
              </a:ext>
            </a:extLst>
          </p:cNvPr>
          <p:cNvSpPr>
            <a:spLocks noGrp="1"/>
          </p:cNvSpPr>
          <p:nvPr/>
        </p:nvSpPr>
        <p:spPr>
          <a:xfrm>
            <a:off x="78336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01_find_only_3475">
            <a:extLst>
              <a:ext uri="{FF2B5EF4-FFF2-40B4-BE49-F238E27FC236}">
                <a16:creationId xmlns:a16="http://schemas.microsoft.com/office/drawing/2014/main" id="{FAA23501-7C77-499C-BC9D-3BEED2CE000F}"/>
              </a:ext>
            </a:extLst>
          </p:cNvPr>
          <p:cNvSpPr>
            <a:spLocks noGrp="1"/>
          </p:cNvSpPr>
          <p:nvPr/>
        </p:nvSpPr>
        <p:spPr>
          <a:xfrm>
            <a:off x="7843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01_find_only_3476">
            <a:extLst>
              <a:ext uri="{FF2B5EF4-FFF2-40B4-BE49-F238E27FC236}">
                <a16:creationId xmlns:a16="http://schemas.microsoft.com/office/drawing/2014/main" id="{4B33CD31-7F52-4CF2-A3B8-3EE0733E9BAE}"/>
              </a:ext>
            </a:extLst>
          </p:cNvPr>
          <p:cNvSpPr>
            <a:spLocks noGrp="1"/>
          </p:cNvSpPr>
          <p:nvPr/>
        </p:nvSpPr>
        <p:spPr>
          <a:xfrm>
            <a:off x="789416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01_find_only_3477">
            <a:extLst>
              <a:ext uri="{FF2B5EF4-FFF2-40B4-BE49-F238E27FC236}">
                <a16:creationId xmlns:a16="http://schemas.microsoft.com/office/drawing/2014/main" id="{774EC44D-F75D-4026-868F-1C4A6FB05ED7}"/>
              </a:ext>
            </a:extLst>
          </p:cNvPr>
          <p:cNvSpPr>
            <a:spLocks noGrp="1"/>
          </p:cNvSpPr>
          <p:nvPr/>
        </p:nvSpPr>
        <p:spPr>
          <a:xfrm>
            <a:off x="78843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01_find_only_3478">
            <a:extLst>
              <a:ext uri="{FF2B5EF4-FFF2-40B4-BE49-F238E27FC236}">
                <a16:creationId xmlns:a16="http://schemas.microsoft.com/office/drawing/2014/main" id="{15ACCD5C-B61C-4E06-88DA-5D81721CF8E2}"/>
              </a:ext>
            </a:extLst>
          </p:cNvPr>
          <p:cNvSpPr>
            <a:spLocks noGrp="1"/>
          </p:cNvSpPr>
          <p:nvPr/>
        </p:nvSpPr>
        <p:spPr>
          <a:xfrm>
            <a:off x="7847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01_find_only_3479">
            <a:extLst>
              <a:ext uri="{FF2B5EF4-FFF2-40B4-BE49-F238E27FC236}">
                <a16:creationId xmlns:a16="http://schemas.microsoft.com/office/drawing/2014/main" id="{A5D46E3B-BAB8-48F2-A918-89C5E3CCAE09}"/>
              </a:ext>
            </a:extLst>
          </p:cNvPr>
          <p:cNvSpPr>
            <a:spLocks noGrp="1"/>
          </p:cNvSpPr>
          <p:nvPr/>
        </p:nvSpPr>
        <p:spPr>
          <a:xfrm>
            <a:off x="7864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01_find_only_3480">
            <a:extLst>
              <a:ext uri="{FF2B5EF4-FFF2-40B4-BE49-F238E27FC236}">
                <a16:creationId xmlns:a16="http://schemas.microsoft.com/office/drawing/2014/main" id="{79D4D2A2-DECA-43D1-B4D6-43EA42C51EE4}"/>
              </a:ext>
            </a:extLst>
          </p:cNvPr>
          <p:cNvSpPr>
            <a:spLocks noGrp="1"/>
          </p:cNvSpPr>
          <p:nvPr/>
        </p:nvSpPr>
        <p:spPr>
          <a:xfrm>
            <a:off x="78303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01_find_only_3481">
            <a:extLst>
              <a:ext uri="{FF2B5EF4-FFF2-40B4-BE49-F238E27FC236}">
                <a16:creationId xmlns:a16="http://schemas.microsoft.com/office/drawing/2014/main" id="{3C4D9A4D-E36A-45E8-8F41-6BFC0CCABF3B}"/>
              </a:ext>
            </a:extLst>
          </p:cNvPr>
          <p:cNvSpPr>
            <a:spLocks noGrp="1"/>
          </p:cNvSpPr>
          <p:nvPr/>
        </p:nvSpPr>
        <p:spPr>
          <a:xfrm>
            <a:off x="634647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3" name="01_find_only_3482">
            <a:extLst>
              <a:ext uri="{FF2B5EF4-FFF2-40B4-BE49-F238E27FC236}">
                <a16:creationId xmlns:a16="http://schemas.microsoft.com/office/drawing/2014/main" id="{5B154D45-65BB-4241-8D15-792F876482F8}"/>
              </a:ext>
            </a:extLst>
          </p:cNvPr>
          <p:cNvSpPr>
            <a:spLocks noGrp="1"/>
          </p:cNvSpPr>
          <p:nvPr/>
        </p:nvSpPr>
        <p:spPr>
          <a:xfrm>
            <a:off x="6346469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4" name="text_3483">
            <a:extLst>
              <a:ext uri="{FF2B5EF4-FFF2-40B4-BE49-F238E27FC236}">
                <a16:creationId xmlns:a16="http://schemas.microsoft.com/office/drawing/2014/main" id="{FD51404B-7B2F-4A86-9228-D42FEFDD9ED6}"/>
              </a:ext>
            </a:extLst>
          </p:cNvPr>
          <p:cNvSpPr>
            <a:spLocks noGrp="1"/>
          </p:cNvSpPr>
          <p:nvPr/>
        </p:nvSpPr>
        <p:spPr>
          <a:xfrm>
            <a:off x="6115462" y="4752409"/>
            <a:ext cx="56011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f</a:t>
            </a:r>
          </a:p>
        </p:txBody>
      </p:sp>
      <p:sp>
        <p:nvSpPr>
          <p:cNvPr id="3485" name="text_3484">
            <a:extLst>
              <a:ext uri="{FF2B5EF4-FFF2-40B4-BE49-F238E27FC236}">
                <a16:creationId xmlns:a16="http://schemas.microsoft.com/office/drawing/2014/main" id="{CE31A3BB-6A21-4436-816D-98E1A4FF1971}"/>
              </a:ext>
            </a:extLst>
          </p:cNvPr>
          <p:cNvSpPr>
            <a:spLocks noGrp="1"/>
          </p:cNvSpPr>
          <p:nvPr/>
        </p:nvSpPr>
        <p:spPr>
          <a:xfrm>
            <a:off x="6346470" y="4743417"/>
            <a:ext cx="133270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Emap2lig</a:t>
            </a:r>
          </a:p>
        </p:txBody>
      </p:sp>
      <p:sp>
        <p:nvSpPr>
          <p:cNvPr id="3486" name="01_find_only_3485">
            <a:extLst>
              <a:ext uri="{FF2B5EF4-FFF2-40B4-BE49-F238E27FC236}">
                <a16:creationId xmlns:a16="http://schemas.microsoft.com/office/drawing/2014/main" id="{5459B978-0E77-451C-A7F5-6FFF5218D2C5}"/>
              </a:ext>
            </a:extLst>
          </p:cNvPr>
          <p:cNvSpPr>
            <a:spLocks noGrp="1"/>
          </p:cNvSpPr>
          <p:nvPr/>
        </p:nvSpPr>
        <p:spPr>
          <a:xfrm>
            <a:off x="6361748" y="5636975"/>
            <a:ext cx="1527834" cy="665848"/>
          </a:xfrm>
          <a:custGeom>
            <a:avLst/>
            <a:gdLst/>
            <a:ahLst/>
            <a:cxnLst/>
            <a:rect l="0" t="0" r="0" b="0"/>
            <a:pathLst>
              <a:path w="1500000" h="653718">
                <a:moveTo>
                  <a:pt x="0" y="653718"/>
                </a:moveTo>
                <a:lnTo>
                  <a:pt x="19231" y="652682"/>
                </a:lnTo>
                <a:lnTo>
                  <a:pt x="19231" y="651990"/>
                </a:lnTo>
                <a:lnTo>
                  <a:pt x="27778" y="650918"/>
                </a:lnTo>
                <a:lnTo>
                  <a:pt x="27778" y="649419"/>
                </a:lnTo>
                <a:lnTo>
                  <a:pt x="35714" y="649021"/>
                </a:lnTo>
                <a:lnTo>
                  <a:pt x="35714" y="647094"/>
                </a:lnTo>
                <a:lnTo>
                  <a:pt x="41667" y="646403"/>
                </a:lnTo>
                <a:lnTo>
                  <a:pt x="41667" y="643930"/>
                </a:lnTo>
                <a:lnTo>
                  <a:pt x="50000" y="642530"/>
                </a:lnTo>
                <a:lnTo>
                  <a:pt x="51282" y="640109"/>
                </a:lnTo>
                <a:lnTo>
                  <a:pt x="55556" y="640109"/>
                </a:lnTo>
                <a:lnTo>
                  <a:pt x="55556" y="638610"/>
                </a:lnTo>
                <a:lnTo>
                  <a:pt x="62500" y="637694"/>
                </a:lnTo>
                <a:lnTo>
                  <a:pt x="62500" y="632635"/>
                </a:lnTo>
                <a:lnTo>
                  <a:pt x="71429" y="632064"/>
                </a:lnTo>
                <a:lnTo>
                  <a:pt x="71429" y="627247"/>
                </a:lnTo>
                <a:lnTo>
                  <a:pt x="83333" y="626174"/>
                </a:lnTo>
                <a:lnTo>
                  <a:pt x="83333" y="613786"/>
                </a:lnTo>
                <a:lnTo>
                  <a:pt x="90909" y="613613"/>
                </a:lnTo>
                <a:lnTo>
                  <a:pt x="91667" y="610936"/>
                </a:lnTo>
                <a:lnTo>
                  <a:pt x="100000" y="610763"/>
                </a:lnTo>
                <a:lnTo>
                  <a:pt x="100000" y="601095"/>
                </a:lnTo>
                <a:lnTo>
                  <a:pt x="115385" y="599775"/>
                </a:lnTo>
                <a:lnTo>
                  <a:pt x="116667" y="599377"/>
                </a:lnTo>
                <a:lnTo>
                  <a:pt x="125000" y="599377"/>
                </a:lnTo>
                <a:lnTo>
                  <a:pt x="125000" y="576108"/>
                </a:lnTo>
                <a:lnTo>
                  <a:pt x="136364" y="575710"/>
                </a:lnTo>
                <a:lnTo>
                  <a:pt x="136364" y="573257"/>
                </a:lnTo>
                <a:lnTo>
                  <a:pt x="142857" y="572110"/>
                </a:lnTo>
                <a:lnTo>
                  <a:pt x="142857" y="568256"/>
                </a:lnTo>
                <a:lnTo>
                  <a:pt x="150000" y="568083"/>
                </a:lnTo>
                <a:lnTo>
                  <a:pt x="150000" y="565835"/>
                </a:lnTo>
                <a:lnTo>
                  <a:pt x="166667" y="565264"/>
                </a:lnTo>
                <a:lnTo>
                  <a:pt x="166667" y="541433"/>
                </a:lnTo>
                <a:lnTo>
                  <a:pt x="178571" y="541035"/>
                </a:lnTo>
                <a:lnTo>
                  <a:pt x="178571" y="539108"/>
                </a:lnTo>
                <a:lnTo>
                  <a:pt x="181818" y="539108"/>
                </a:lnTo>
                <a:lnTo>
                  <a:pt x="181818" y="536655"/>
                </a:lnTo>
                <a:lnTo>
                  <a:pt x="187500" y="536257"/>
                </a:lnTo>
                <a:lnTo>
                  <a:pt x="187500" y="531199"/>
                </a:lnTo>
                <a:lnTo>
                  <a:pt x="194444" y="530974"/>
                </a:lnTo>
                <a:lnTo>
                  <a:pt x="194444" y="529475"/>
                </a:lnTo>
                <a:lnTo>
                  <a:pt x="200000" y="529302"/>
                </a:lnTo>
                <a:lnTo>
                  <a:pt x="200000" y="519635"/>
                </a:lnTo>
                <a:lnTo>
                  <a:pt x="214286" y="518545"/>
                </a:lnTo>
                <a:lnTo>
                  <a:pt x="214286" y="514691"/>
                </a:lnTo>
                <a:lnTo>
                  <a:pt x="227273" y="514068"/>
                </a:lnTo>
                <a:lnTo>
                  <a:pt x="227273" y="511616"/>
                </a:lnTo>
                <a:lnTo>
                  <a:pt x="250000" y="510872"/>
                </a:lnTo>
                <a:lnTo>
                  <a:pt x="250000" y="411660"/>
                </a:lnTo>
                <a:lnTo>
                  <a:pt x="272727" y="410864"/>
                </a:lnTo>
                <a:lnTo>
                  <a:pt x="272727" y="408412"/>
                </a:lnTo>
                <a:lnTo>
                  <a:pt x="285714" y="407962"/>
                </a:lnTo>
                <a:lnTo>
                  <a:pt x="285714" y="404108"/>
                </a:lnTo>
                <a:lnTo>
                  <a:pt x="300000" y="403883"/>
                </a:lnTo>
                <a:lnTo>
                  <a:pt x="301282" y="396740"/>
                </a:lnTo>
                <a:lnTo>
                  <a:pt x="312500" y="396567"/>
                </a:lnTo>
                <a:lnTo>
                  <a:pt x="312500" y="394881"/>
                </a:lnTo>
                <a:lnTo>
                  <a:pt x="318182" y="394656"/>
                </a:lnTo>
                <a:lnTo>
                  <a:pt x="318182" y="392204"/>
                </a:lnTo>
                <a:lnTo>
                  <a:pt x="333333" y="392031"/>
                </a:lnTo>
                <a:lnTo>
                  <a:pt x="333333" y="367127"/>
                </a:lnTo>
                <a:lnTo>
                  <a:pt x="357143" y="366902"/>
                </a:lnTo>
                <a:lnTo>
                  <a:pt x="357143" y="363048"/>
                </a:lnTo>
                <a:lnTo>
                  <a:pt x="363636" y="363048"/>
                </a:lnTo>
                <a:lnTo>
                  <a:pt x="363636" y="360595"/>
                </a:lnTo>
                <a:lnTo>
                  <a:pt x="375000" y="360423"/>
                </a:lnTo>
                <a:lnTo>
                  <a:pt x="375000" y="345247"/>
                </a:lnTo>
                <a:lnTo>
                  <a:pt x="400000" y="344676"/>
                </a:lnTo>
                <a:lnTo>
                  <a:pt x="400000" y="337707"/>
                </a:lnTo>
                <a:lnTo>
                  <a:pt x="416667" y="337482"/>
                </a:lnTo>
                <a:lnTo>
                  <a:pt x="416667" y="328264"/>
                </a:lnTo>
                <a:lnTo>
                  <a:pt x="428571" y="328039"/>
                </a:lnTo>
                <a:lnTo>
                  <a:pt x="428571" y="326112"/>
                </a:lnTo>
                <a:lnTo>
                  <a:pt x="450000" y="324913"/>
                </a:lnTo>
                <a:lnTo>
                  <a:pt x="450000" y="323564"/>
                </a:lnTo>
                <a:lnTo>
                  <a:pt x="458333" y="322338"/>
                </a:lnTo>
                <a:lnTo>
                  <a:pt x="458333" y="322113"/>
                </a:lnTo>
                <a:lnTo>
                  <a:pt x="500000" y="321594"/>
                </a:lnTo>
                <a:lnTo>
                  <a:pt x="500000" y="93503"/>
                </a:lnTo>
                <a:lnTo>
                  <a:pt x="545455" y="92880"/>
                </a:lnTo>
                <a:lnTo>
                  <a:pt x="545455" y="91654"/>
                </a:lnTo>
                <a:lnTo>
                  <a:pt x="557692" y="90305"/>
                </a:lnTo>
                <a:lnTo>
                  <a:pt x="557692" y="89613"/>
                </a:lnTo>
                <a:lnTo>
                  <a:pt x="583333" y="89613"/>
                </a:lnTo>
                <a:lnTo>
                  <a:pt x="583333" y="84892"/>
                </a:lnTo>
                <a:lnTo>
                  <a:pt x="591667" y="83492"/>
                </a:lnTo>
                <a:lnTo>
                  <a:pt x="591667" y="83267"/>
                </a:lnTo>
                <a:lnTo>
                  <a:pt x="600000" y="83095"/>
                </a:lnTo>
                <a:lnTo>
                  <a:pt x="600000" y="80397"/>
                </a:lnTo>
                <a:lnTo>
                  <a:pt x="636364" y="80051"/>
                </a:lnTo>
                <a:lnTo>
                  <a:pt x="636364" y="78824"/>
                </a:lnTo>
                <a:lnTo>
                  <a:pt x="750000" y="77510"/>
                </a:lnTo>
                <a:lnTo>
                  <a:pt x="750000" y="74138"/>
                </a:lnTo>
                <a:lnTo>
                  <a:pt x="833333" y="73965"/>
                </a:lnTo>
                <a:lnTo>
                  <a:pt x="833333" y="70592"/>
                </a:lnTo>
                <a:lnTo>
                  <a:pt x="875000" y="70419"/>
                </a:lnTo>
                <a:lnTo>
                  <a:pt x="875000" y="67047"/>
                </a:lnTo>
                <a:lnTo>
                  <a:pt x="900000" y="66874"/>
                </a:lnTo>
                <a:lnTo>
                  <a:pt x="900000" y="64176"/>
                </a:lnTo>
                <a:lnTo>
                  <a:pt x="1000000" y="62865"/>
                </a:lnTo>
                <a:lnTo>
                  <a:pt x="1000000" y="24644"/>
                </a:lnTo>
                <a:lnTo>
                  <a:pt x="1166667" y="24126"/>
                </a:lnTo>
                <a:lnTo>
                  <a:pt x="1166667" y="17381"/>
                </a:lnTo>
                <a:lnTo>
                  <a:pt x="1250000" y="17208"/>
                </a:lnTo>
                <a:lnTo>
                  <a:pt x="1250000" y="13835"/>
                </a:lnTo>
                <a:lnTo>
                  <a:pt x="1500000" y="1349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87" name="01_find_only_3486">
            <a:extLst>
              <a:ext uri="{FF2B5EF4-FFF2-40B4-BE49-F238E27FC236}">
                <a16:creationId xmlns:a16="http://schemas.microsoft.com/office/drawing/2014/main" id="{F83E3A4C-35BE-4F30-B09F-3DC053AEE649}"/>
              </a:ext>
            </a:extLst>
          </p:cNvPr>
          <p:cNvSpPr>
            <a:spLocks noGrp="1"/>
          </p:cNvSpPr>
          <p:nvPr/>
        </p:nvSpPr>
        <p:spPr>
          <a:xfrm>
            <a:off x="6361748" y="5657051"/>
            <a:ext cx="1527834" cy="645773"/>
          </a:xfrm>
          <a:custGeom>
            <a:avLst/>
            <a:gdLst/>
            <a:ahLst/>
            <a:cxnLst/>
            <a:rect l="0" t="0" r="0" b="0"/>
            <a:pathLst>
              <a:path w="1500000" h="634008">
                <a:moveTo>
                  <a:pt x="0" y="634008"/>
                </a:moveTo>
                <a:lnTo>
                  <a:pt x="416667" y="634008"/>
                </a:lnTo>
                <a:lnTo>
                  <a:pt x="416667" y="622687"/>
                </a:lnTo>
                <a:lnTo>
                  <a:pt x="500000" y="622687"/>
                </a:lnTo>
                <a:lnTo>
                  <a:pt x="500000" y="211336"/>
                </a:lnTo>
                <a:lnTo>
                  <a:pt x="1000000" y="211336"/>
                </a:lnTo>
                <a:lnTo>
                  <a:pt x="10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88" name="01_find_only_3487">
            <a:extLst>
              <a:ext uri="{FF2B5EF4-FFF2-40B4-BE49-F238E27FC236}">
                <a16:creationId xmlns:a16="http://schemas.microsoft.com/office/drawing/2014/main" id="{82D28198-E9DF-4EFA-ADC6-38515BFDA7D7}"/>
              </a:ext>
            </a:extLst>
          </p:cNvPr>
          <p:cNvSpPr>
            <a:spLocks noGrp="1"/>
          </p:cNvSpPr>
          <p:nvPr/>
        </p:nvSpPr>
        <p:spPr>
          <a:xfrm>
            <a:off x="6594396" y="603428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9" name="01_find_only_3488">
            <a:extLst>
              <a:ext uri="{FF2B5EF4-FFF2-40B4-BE49-F238E27FC236}">
                <a16:creationId xmlns:a16="http://schemas.microsoft.com/office/drawing/2014/main" id="{B4BEA08A-19F1-499A-8090-203F13EAD1B3}"/>
              </a:ext>
            </a:extLst>
          </p:cNvPr>
          <p:cNvSpPr>
            <a:spLocks noGrp="1"/>
          </p:cNvSpPr>
          <p:nvPr/>
        </p:nvSpPr>
        <p:spPr>
          <a:xfrm>
            <a:off x="6849035" y="571022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0" name="01_find_only_3489">
            <a:extLst>
              <a:ext uri="{FF2B5EF4-FFF2-40B4-BE49-F238E27FC236}">
                <a16:creationId xmlns:a16="http://schemas.microsoft.com/office/drawing/2014/main" id="{6BCBEDDC-2C7A-40A2-B100-9661070DF5B7}"/>
              </a:ext>
            </a:extLst>
          </p:cNvPr>
          <p:cNvSpPr>
            <a:spLocks noGrp="1"/>
          </p:cNvSpPr>
          <p:nvPr/>
        </p:nvSpPr>
        <p:spPr>
          <a:xfrm>
            <a:off x="7358313" y="5640086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1" name="01_find_only_3490">
            <a:extLst>
              <a:ext uri="{FF2B5EF4-FFF2-40B4-BE49-F238E27FC236}">
                <a16:creationId xmlns:a16="http://schemas.microsoft.com/office/drawing/2014/main" id="{E62D1984-F8BE-4F3E-B1DF-E1184F1AA6A3}"/>
              </a:ext>
            </a:extLst>
          </p:cNvPr>
          <p:cNvSpPr>
            <a:spLocks noGrp="1"/>
          </p:cNvSpPr>
          <p:nvPr/>
        </p:nvSpPr>
        <p:spPr>
          <a:xfrm>
            <a:off x="7867591" y="561498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2" name="01_find_only_3491">
            <a:extLst>
              <a:ext uri="{FF2B5EF4-FFF2-40B4-BE49-F238E27FC236}">
                <a16:creationId xmlns:a16="http://schemas.microsoft.com/office/drawing/2014/main" id="{08DFF248-68F0-484C-9141-C50524BAE338}"/>
              </a:ext>
            </a:extLst>
          </p:cNvPr>
          <p:cNvSpPr>
            <a:spLocks noGrp="1"/>
          </p:cNvSpPr>
          <p:nvPr/>
        </p:nvSpPr>
        <p:spPr>
          <a:xfrm>
            <a:off x="6579799" y="626623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3" name="01_find_only_3492">
            <a:extLst>
              <a:ext uri="{FF2B5EF4-FFF2-40B4-BE49-F238E27FC236}">
                <a16:creationId xmlns:a16="http://schemas.microsoft.com/office/drawing/2014/main" id="{CE9C8D25-3946-4088-A961-CD44C44565AA}"/>
              </a:ext>
            </a:extLst>
          </p:cNvPr>
          <p:cNvSpPr>
            <a:spLocks noGrp="1"/>
          </p:cNvSpPr>
          <p:nvPr/>
        </p:nvSpPr>
        <p:spPr>
          <a:xfrm>
            <a:off x="6834438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4" name="01_find_only_3493">
            <a:extLst>
              <a:ext uri="{FF2B5EF4-FFF2-40B4-BE49-F238E27FC236}">
                <a16:creationId xmlns:a16="http://schemas.microsoft.com/office/drawing/2014/main" id="{F4D13324-FD16-4C09-AF6A-92B4E5BDEE37}"/>
              </a:ext>
            </a:extLst>
          </p:cNvPr>
          <p:cNvSpPr>
            <a:spLocks noGrp="1"/>
          </p:cNvSpPr>
          <p:nvPr/>
        </p:nvSpPr>
        <p:spPr>
          <a:xfrm>
            <a:off x="7343716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5" name="01_find_only_3494">
            <a:extLst>
              <a:ext uri="{FF2B5EF4-FFF2-40B4-BE49-F238E27FC236}">
                <a16:creationId xmlns:a16="http://schemas.microsoft.com/office/drawing/2014/main" id="{EF279147-6397-4265-B070-B3FA31D56D2E}"/>
              </a:ext>
            </a:extLst>
          </p:cNvPr>
          <p:cNvSpPr>
            <a:spLocks noGrp="1"/>
          </p:cNvSpPr>
          <p:nvPr/>
        </p:nvSpPr>
        <p:spPr>
          <a:xfrm>
            <a:off x="7852994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6" name="text_3495">
            <a:extLst>
              <a:ext uri="{FF2B5EF4-FFF2-40B4-BE49-F238E27FC236}">
                <a16:creationId xmlns:a16="http://schemas.microsoft.com/office/drawing/2014/main" id="{E7F9D810-6F8F-4D0B-B9D1-8438A5BC6010}"/>
              </a:ext>
            </a:extLst>
          </p:cNvPr>
          <p:cNvSpPr>
            <a:spLocks noGrp="1"/>
          </p:cNvSpPr>
          <p:nvPr/>
        </p:nvSpPr>
        <p:spPr>
          <a:xfrm>
            <a:off x="2023311" y="1891156"/>
            <a:ext cx="2805758" cy="1697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70"/>
              <a:t>Ligand detection across ranked candidates</a:t>
            </a:r>
          </a:p>
        </p:txBody>
      </p:sp>
      <p:sp>
        <p:nvSpPr>
          <p:cNvPr id="3497" name="01_find_only_3496">
            <a:extLst>
              <a:ext uri="{FF2B5EF4-FFF2-40B4-BE49-F238E27FC236}">
                <a16:creationId xmlns:a16="http://schemas.microsoft.com/office/drawing/2014/main" id="{B87C8847-D1E2-4E5E-9A3D-23F5EF682DD7}"/>
              </a:ext>
            </a:extLst>
          </p:cNvPr>
          <p:cNvSpPr>
            <a:spLocks noGrp="1"/>
          </p:cNvSpPr>
          <p:nvPr/>
        </p:nvSpPr>
        <p:spPr>
          <a:xfrm>
            <a:off x="2044624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98" name="01_find_only_3497">
            <a:extLst>
              <a:ext uri="{FF2B5EF4-FFF2-40B4-BE49-F238E27FC236}">
                <a16:creationId xmlns:a16="http://schemas.microsoft.com/office/drawing/2014/main" id="{7441625E-2A59-4E85-93E7-7616A26B12D3}"/>
              </a:ext>
            </a:extLst>
          </p:cNvPr>
          <p:cNvSpPr>
            <a:spLocks noGrp="1"/>
          </p:cNvSpPr>
          <p:nvPr/>
        </p:nvSpPr>
        <p:spPr>
          <a:xfrm>
            <a:off x="2120944" y="2322355"/>
            <a:ext cx="41394" cy="41394"/>
          </a:xfrm>
          <a:prstGeom prst="ellipse">
            <a:avLst/>
          </a:prstGeom>
          <a:solidFill>
            <a:srgbClr val="00878B"/>
          </a:solidFill>
          <a:ln w="12700">
            <a:solidFill>
              <a:srgbClr val="00878B"/>
            </a:solidFill>
            <a:prstDash val="solid"/>
          </a:ln>
        </p:spPr>
      </p:sp>
      <p:sp>
        <p:nvSpPr>
          <p:cNvPr id="3499" name="text_3498">
            <a:extLst>
              <a:ext uri="{FF2B5EF4-FFF2-40B4-BE49-F238E27FC236}">
                <a16:creationId xmlns:a16="http://schemas.microsoft.com/office/drawing/2014/main" id="{470582F5-F7B3-4F05-9B7B-E30CB3274149}"/>
              </a:ext>
            </a:extLst>
          </p:cNvPr>
          <p:cNvSpPr>
            <a:spLocks noGrp="1"/>
          </p:cNvSpPr>
          <p:nvPr/>
        </p:nvSpPr>
        <p:spPr>
          <a:xfrm>
            <a:off x="2316273" y="2300365"/>
            <a:ext cx="2555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Mean</a:t>
            </a:r>
          </a:p>
        </p:txBody>
      </p:sp>
      <p:sp>
        <p:nvSpPr>
          <p:cNvPr id="3500" name="01_find_only_3499">
            <a:extLst>
              <a:ext uri="{FF2B5EF4-FFF2-40B4-BE49-F238E27FC236}">
                <a16:creationId xmlns:a16="http://schemas.microsoft.com/office/drawing/2014/main" id="{0633EA2E-8CCA-481A-9E0E-DEDF8C7340F0}"/>
              </a:ext>
            </a:extLst>
          </p:cNvPr>
          <p:cNvSpPr>
            <a:spLocks noGrp="1"/>
          </p:cNvSpPr>
          <p:nvPr/>
        </p:nvSpPr>
        <p:spPr>
          <a:xfrm>
            <a:off x="2752973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501" name="01_find_only_3500">
            <a:extLst>
              <a:ext uri="{FF2B5EF4-FFF2-40B4-BE49-F238E27FC236}">
                <a16:creationId xmlns:a16="http://schemas.microsoft.com/office/drawing/2014/main" id="{88955CF0-CA4F-4E3B-B381-A0CAFEB11E12}"/>
              </a:ext>
            </a:extLst>
          </p:cNvPr>
          <p:cNvSpPr>
            <a:spLocks noGrp="1"/>
          </p:cNvSpPr>
          <p:nvPr/>
        </p:nvSpPr>
        <p:spPr>
          <a:xfrm>
            <a:off x="2817976" y="2311038"/>
            <a:ext cx="64028" cy="64028"/>
          </a:xfrm>
          <a:custGeom>
            <a:avLst/>
            <a:gdLst/>
            <a:ahLst/>
            <a:cxnLst/>
            <a:rect l="0" t="0" r="0" b="0"/>
            <a:pathLst>
              <a:path w="62862" h="62862">
                <a:moveTo>
                  <a:pt x="31431" y="62862"/>
                </a:moveTo>
                <a:lnTo>
                  <a:pt x="62862" y="31431"/>
                </a:lnTo>
                <a:lnTo>
                  <a:pt x="31431" y="0"/>
                </a:lnTo>
                <a:lnTo>
                  <a:pt x="0" y="31431"/>
                </a:lnTo>
                <a:lnTo>
                  <a:pt x="31431" y="6286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3A64C8"/>
            </a:solidFill>
            <a:prstDash val="solid"/>
          </a:ln>
        </p:spPr>
      </p:sp>
      <p:sp>
        <p:nvSpPr>
          <p:cNvPr id="3502" name="text_3501">
            <a:extLst>
              <a:ext uri="{FF2B5EF4-FFF2-40B4-BE49-F238E27FC236}">
                <a16:creationId xmlns:a16="http://schemas.microsoft.com/office/drawing/2014/main" id="{7D47B6C8-4BA0-4424-92BB-3D379CA5A6AB}"/>
              </a:ext>
            </a:extLst>
          </p:cNvPr>
          <p:cNvSpPr>
            <a:spLocks noGrp="1"/>
          </p:cNvSpPr>
          <p:nvPr/>
        </p:nvSpPr>
        <p:spPr>
          <a:xfrm>
            <a:off x="3024622" y="2300365"/>
            <a:ext cx="33105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Median</a:t>
            </a:r>
          </a:p>
        </p:txBody>
      </p:sp>
      <p:sp>
        <p:nvSpPr>
          <p:cNvPr id="3503" name="01_find_only_3502">
            <a:extLst>
              <a:ext uri="{FF2B5EF4-FFF2-40B4-BE49-F238E27FC236}">
                <a16:creationId xmlns:a16="http://schemas.microsoft.com/office/drawing/2014/main" id="{4BE579E6-64AC-4D21-A1E2-40CFB2D56526}"/>
              </a:ext>
            </a:extLst>
          </p:cNvPr>
          <p:cNvSpPr>
            <a:spLocks noGrp="1"/>
          </p:cNvSpPr>
          <p:nvPr/>
        </p:nvSpPr>
        <p:spPr>
          <a:xfrm>
            <a:off x="3614442" y="2323648"/>
            <a:ext cx="38807" cy="38807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504" name="text_3503">
            <a:extLst>
              <a:ext uri="{FF2B5EF4-FFF2-40B4-BE49-F238E27FC236}">
                <a16:creationId xmlns:a16="http://schemas.microsoft.com/office/drawing/2014/main" id="{8D671A8D-B0C9-45AC-98B6-F76178C5DC8C}"/>
              </a:ext>
            </a:extLst>
          </p:cNvPr>
          <p:cNvSpPr>
            <a:spLocks noGrp="1"/>
          </p:cNvSpPr>
          <p:nvPr/>
        </p:nvSpPr>
        <p:spPr>
          <a:xfrm>
            <a:off x="3808477" y="2300365"/>
            <a:ext cx="6491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2493695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89" name="data_0">
            <a:extLst xmlns:a="http://schemas.openxmlformats.org/drawingml/2006/main">
              <a:ext uri="{FF2B5EF4-FFF2-40B4-BE49-F238E27FC236}">
                <a16:creationId xmlns:a16="http://schemas.microsoft.com/office/drawing/2014/main" id="{C5F36E1A-CC6B-45D0-AF95-99FA124A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544" y="161925"/>
            <a:ext cx="8975912" cy="8477250"/>
          </a:xfrm>
          <a:custGeom xmlns:a="http://schemas.openxmlformats.org/drawingml/2006/main">
            <a:pathLst>
              <a:path w="8975912" h="8477250">
                <a:moveTo>
                  <a:pt x="0" y="8477250"/>
                </a:moveTo>
                <a:lnTo>
                  <a:pt x="8975912" y="8477250"/>
                </a:lnTo>
                <a:lnTo>
                  <a:pt x="8975912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1">
            <a:extLst xmlns:a="http://schemas.openxmlformats.org/drawingml/2006/main">
              <a:ext uri="{FF2B5EF4-FFF2-40B4-BE49-F238E27FC236}">
                <a16:creationId xmlns:a16="http://schemas.microsoft.com/office/drawing/2014/main" id="{B912725C-190B-4F45-9BFD-D4A3C6B8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1348740"/>
            <a:ext cx="2913552" cy="1992941"/>
          </a:xfrm>
          <a:custGeom xmlns:a="http://schemas.openxmlformats.org/drawingml/2006/main"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2">
            <a:extLst xmlns:a="http://schemas.openxmlformats.org/drawingml/2006/main">
              <a:ext uri="{FF2B5EF4-FFF2-40B4-BE49-F238E27FC236}">
                <a16:creationId xmlns:a16="http://schemas.microsoft.com/office/drawing/2014/main" id="{E6F39892-D765-42F3-96C5-A60CC17D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403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4" name="text_3">
            <a:extLst xmlns:a="http://schemas.openxmlformats.org/drawingml/2006/main">
              <a:ext uri="{FF2B5EF4-FFF2-40B4-BE49-F238E27FC236}">
                <a16:creationId xmlns:a16="http://schemas.microsoft.com/office/drawing/2014/main" id="{E2FB456C-25FD-46F6-ADAB-C89B66E7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88" y="3477297"/>
            <a:ext cx="735825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 xmlns:a="http://schemas.openxmlformats.org/drawingml/2006/main">
              <a:ext uri="{FF2B5EF4-FFF2-40B4-BE49-F238E27FC236}">
                <a16:creationId xmlns:a16="http://schemas.microsoft.com/office/drawing/2014/main" id="{AC77B050-9051-4D0A-8E79-40A152DE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179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6" name="text_5">
            <a:extLst xmlns:a="http://schemas.openxmlformats.org/drawingml/2006/main">
              <a:ext uri="{FF2B5EF4-FFF2-40B4-BE49-F238E27FC236}">
                <a16:creationId xmlns:a16="http://schemas.microsoft.com/office/drawing/2014/main" id="{E98CE58F-23E5-45D8-B7AC-DBF74ADE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4978" y="3477297"/>
            <a:ext cx="7234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 xmlns:a="http://schemas.openxmlformats.org/drawingml/2006/main">
              <a:ext uri="{FF2B5EF4-FFF2-40B4-BE49-F238E27FC236}">
                <a16:creationId xmlns:a16="http://schemas.microsoft.com/office/drawing/2014/main" id="{8B8EA572-CBC2-49D7-9179-ADC559DB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5324" y="3596051"/>
            <a:ext cx="74279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 xmlns:a="http://schemas.openxmlformats.org/drawingml/2006/main">
              <a:ext uri="{FF2B5EF4-FFF2-40B4-BE49-F238E27FC236}">
                <a16:creationId xmlns:a16="http://schemas.microsoft.com/office/drawing/2014/main" id="{EAD7C6E3-4FBA-4E7A-A8E8-3B27B49D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0644" y="3596051"/>
            <a:ext cx="7757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 xmlns:a="http://schemas.openxmlformats.org/drawingml/2006/main">
              <a:ext uri="{FF2B5EF4-FFF2-40B4-BE49-F238E27FC236}">
                <a16:creationId xmlns:a16="http://schemas.microsoft.com/office/drawing/2014/main" id="{9ABB3BCB-1210-4E55-A5E9-FBFCD3FC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9297" y="3596051"/>
            <a:ext cx="8213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 xmlns:a="http://schemas.openxmlformats.org/drawingml/2006/main">
              <a:ext uri="{FF2B5EF4-FFF2-40B4-BE49-F238E27FC236}">
                <a16:creationId xmlns:a16="http://schemas.microsoft.com/office/drawing/2014/main" id="{90370C53-C3D1-46C3-9854-6DE57389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2457" y="3596051"/>
            <a:ext cx="901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 xmlns:a="http://schemas.openxmlformats.org/drawingml/2006/main">
              <a:ext uri="{FF2B5EF4-FFF2-40B4-BE49-F238E27FC236}">
                <a16:creationId xmlns:a16="http://schemas.microsoft.com/office/drawing/2014/main" id="{61BABBEF-19E5-40DF-9681-C8CC615B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3581" y="3596051"/>
            <a:ext cx="76306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 xmlns:a="http://schemas.openxmlformats.org/drawingml/2006/main">
              <a:ext uri="{FF2B5EF4-FFF2-40B4-BE49-F238E27FC236}">
                <a16:creationId xmlns:a16="http://schemas.microsoft.com/office/drawing/2014/main" id="{706439CB-12DE-444A-AE50-774E24FE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2033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3" name="text_12">
            <a:extLst xmlns:a="http://schemas.openxmlformats.org/drawingml/2006/main">
              <a:ext uri="{FF2B5EF4-FFF2-40B4-BE49-F238E27FC236}">
                <a16:creationId xmlns:a16="http://schemas.microsoft.com/office/drawing/2014/main" id="{8E667F48-9CA1-4732-B9A8-F548B233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6893" y="3643799"/>
            <a:ext cx="31139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_13">
            <a:extLst xmlns:a="http://schemas.openxmlformats.org/drawingml/2006/main">
              <a:ext uri="{FF2B5EF4-FFF2-40B4-BE49-F238E27FC236}">
                <a16:creationId xmlns:a16="http://schemas.microsoft.com/office/drawing/2014/main" id="{EDC57A0B-E4C0-41FB-979F-8B28441D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9236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data_14">
            <a:extLst xmlns:a="http://schemas.openxmlformats.org/drawingml/2006/main">
              <a:ext uri="{FF2B5EF4-FFF2-40B4-BE49-F238E27FC236}">
                <a16:creationId xmlns:a16="http://schemas.microsoft.com/office/drawing/2014/main" id="{C6D1707F-AFDA-4E3B-9475-A86C910A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 xmlns:a="http://schemas.openxmlformats.org/drawingml/2006/main">
              <a:ext uri="{FF2B5EF4-FFF2-40B4-BE49-F238E27FC236}">
                <a16:creationId xmlns:a16="http://schemas.microsoft.com/office/drawing/2014/main" id="{E579D932-968F-4D15-9786-8C6E34AD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3341681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 xmlns:a="http://schemas.openxmlformats.org/drawingml/2006/main">
              <a:ext uri="{FF2B5EF4-FFF2-40B4-BE49-F238E27FC236}">
                <a16:creationId xmlns:a16="http://schemas.microsoft.com/office/drawing/2014/main" id="{26F2424C-ACEA-456D-BA67-EACC9B87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3284694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 xmlns:a="http://schemas.openxmlformats.org/drawingml/2006/main">
              <a:ext uri="{FF2B5EF4-FFF2-40B4-BE49-F238E27FC236}">
                <a16:creationId xmlns:a16="http://schemas.microsoft.com/office/drawing/2014/main" id="{C90BF581-8E82-4AF5-A2FB-1D86E420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2401614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 xmlns:a="http://schemas.openxmlformats.org/drawingml/2006/main">
              <a:ext uri="{FF2B5EF4-FFF2-40B4-BE49-F238E27FC236}">
                <a16:creationId xmlns:a16="http://schemas.microsoft.com/office/drawing/2014/main" id="{ABA24526-ADC5-476E-84CC-C24FE8C0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2401614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 xmlns:a="http://schemas.openxmlformats.org/drawingml/2006/main">
              <a:ext uri="{FF2B5EF4-FFF2-40B4-BE49-F238E27FC236}">
                <a16:creationId xmlns:a16="http://schemas.microsoft.com/office/drawing/2014/main" id="{D4CAF869-F4BF-4DF5-A71F-DD1C66B7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234462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 xmlns:a="http://schemas.openxmlformats.org/drawingml/2006/main">
              <a:ext uri="{FF2B5EF4-FFF2-40B4-BE49-F238E27FC236}">
                <a16:creationId xmlns:a16="http://schemas.microsoft.com/office/drawing/2014/main" id="{1D07D6F9-8678-4AB4-8C01-44D21F31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1461548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 xmlns:a="http://schemas.openxmlformats.org/drawingml/2006/main">
              <a:ext uri="{FF2B5EF4-FFF2-40B4-BE49-F238E27FC236}">
                <a16:creationId xmlns:a16="http://schemas.microsoft.com/office/drawing/2014/main" id="{C273B8F4-1F47-4130-B4B8-8FD65127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1461548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 xmlns:a="http://schemas.openxmlformats.org/drawingml/2006/main">
              <a:ext uri="{FF2B5EF4-FFF2-40B4-BE49-F238E27FC236}">
                <a16:creationId xmlns:a16="http://schemas.microsoft.com/office/drawing/2014/main" id="{25D5AF4F-E0B2-474A-A23B-71337B95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1404561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 xmlns:a="http://schemas.openxmlformats.org/drawingml/2006/main">
              <a:ext uri="{FF2B5EF4-FFF2-40B4-BE49-F238E27FC236}">
                <a16:creationId xmlns:a16="http://schemas.microsoft.com/office/drawing/2014/main" id="{6070811E-8EDA-466F-BA9F-33E8B837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684072" y="2261650"/>
            <a:ext cx="310416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 xmlns:a="http://schemas.openxmlformats.org/drawingml/2006/main">
              <a:ext uri="{FF2B5EF4-FFF2-40B4-BE49-F238E27FC236}">
                <a16:creationId xmlns:a16="http://schemas.microsoft.com/office/drawing/2014/main" id="{4DA85A5E-9B0B-486B-8462-3F1F29DC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57" y="3247946"/>
            <a:ext cx="298639" cy="93735"/>
          </a:xfrm>
          <a:custGeom xmlns:a="http://schemas.openxmlformats.org/drawingml/2006/main">
            <a:pathLst>
              <a:path w="298639" h="93735">
                <a:moveTo>
                  <a:pt x="0" y="93735"/>
                </a:moveTo>
                <a:lnTo>
                  <a:pt x="298639" y="93735"/>
                </a:lnTo>
                <a:lnTo>
                  <a:pt x="298639" y="0"/>
                </a:lnTo>
                <a:lnTo>
                  <a:pt x="0" y="0"/>
                </a:lnTo>
                <a:lnTo>
                  <a:pt x="0" y="93735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 xmlns:a="http://schemas.openxmlformats.org/drawingml/2006/main">
              <a:ext uri="{FF2B5EF4-FFF2-40B4-BE49-F238E27FC236}">
                <a16:creationId xmlns:a16="http://schemas.microsoft.com/office/drawing/2014/main" id="{2A35DF95-AA12-4062-A6BE-6B25D131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083" y="2445089"/>
            <a:ext cx="298639" cy="896592"/>
          </a:xfrm>
          <a:custGeom xmlns:a="http://schemas.openxmlformats.org/drawingml/2006/main">
            <a:pathLst>
              <a:path w="298639" h="896592">
                <a:moveTo>
                  <a:pt x="0" y="896592"/>
                </a:moveTo>
                <a:lnTo>
                  <a:pt x="298639" y="896592"/>
                </a:lnTo>
                <a:lnTo>
                  <a:pt x="298639" y="0"/>
                </a:lnTo>
                <a:lnTo>
                  <a:pt x="0" y="0"/>
                </a:lnTo>
                <a:lnTo>
                  <a:pt x="0" y="896592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 xmlns:a="http://schemas.openxmlformats.org/drawingml/2006/main">
              <a:ext uri="{FF2B5EF4-FFF2-40B4-BE49-F238E27FC236}">
                <a16:creationId xmlns:a16="http://schemas.microsoft.com/office/drawing/2014/main" id="{44D37F2B-7015-46A2-B894-3D673D18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5710" y="2242746"/>
            <a:ext cx="298639" cy="1098935"/>
          </a:xfrm>
          <a:custGeom xmlns:a="http://schemas.openxmlformats.org/drawingml/2006/main">
            <a:pathLst>
              <a:path w="298639" h="1098935">
                <a:moveTo>
                  <a:pt x="0" y="1098935"/>
                </a:moveTo>
                <a:lnTo>
                  <a:pt x="298639" y="1098935"/>
                </a:lnTo>
                <a:lnTo>
                  <a:pt x="298639" y="0"/>
                </a:lnTo>
                <a:lnTo>
                  <a:pt x="0" y="0"/>
                </a:lnTo>
                <a:lnTo>
                  <a:pt x="0" y="1098935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 xmlns:a="http://schemas.openxmlformats.org/drawingml/2006/main">
              <a:ext uri="{FF2B5EF4-FFF2-40B4-BE49-F238E27FC236}">
                <a16:creationId xmlns:a16="http://schemas.microsoft.com/office/drawing/2014/main" id="{A6620362-5510-44BD-BCC8-0AFE4874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33" y="2861841"/>
            <a:ext cx="298639" cy="479840"/>
          </a:xfrm>
          <a:custGeom xmlns:a="http://schemas.openxmlformats.org/drawingml/2006/main">
            <a:pathLst>
              <a:path w="298639" h="479840">
                <a:moveTo>
                  <a:pt x="0" y="479840"/>
                </a:moveTo>
                <a:lnTo>
                  <a:pt x="298639" y="479840"/>
                </a:lnTo>
                <a:lnTo>
                  <a:pt x="298639" y="0"/>
                </a:lnTo>
                <a:lnTo>
                  <a:pt x="0" y="0"/>
                </a:lnTo>
                <a:lnTo>
                  <a:pt x="0" y="479840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 xmlns:a="http://schemas.openxmlformats.org/drawingml/2006/main">
              <a:ext uri="{FF2B5EF4-FFF2-40B4-BE49-F238E27FC236}">
                <a16:creationId xmlns:a16="http://schemas.microsoft.com/office/drawing/2014/main" id="{EB586E0F-081E-44D2-9C6F-D5FB2DAF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859" y="2324749"/>
            <a:ext cx="298639" cy="1016932"/>
          </a:xfrm>
          <a:custGeom xmlns:a="http://schemas.openxmlformats.org/drawingml/2006/main">
            <a:pathLst>
              <a:path w="298639" h="1016932">
                <a:moveTo>
                  <a:pt x="0" y="1016932"/>
                </a:moveTo>
                <a:lnTo>
                  <a:pt x="298639" y="1016932"/>
                </a:lnTo>
                <a:lnTo>
                  <a:pt x="298639" y="0"/>
                </a:lnTo>
                <a:lnTo>
                  <a:pt x="0" y="0"/>
                </a:lnTo>
                <a:lnTo>
                  <a:pt x="0" y="1016932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 xmlns:a="http://schemas.openxmlformats.org/drawingml/2006/main">
              <a:ext uri="{FF2B5EF4-FFF2-40B4-BE49-F238E27FC236}">
                <a16:creationId xmlns:a16="http://schemas.microsoft.com/office/drawing/2014/main" id="{6EB1D2F7-6F00-4E2D-A6A2-CAEC8CA4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486" y="2094846"/>
            <a:ext cx="298639" cy="1246835"/>
          </a:xfrm>
          <a:custGeom xmlns:a="http://schemas.openxmlformats.org/drawingml/2006/main">
            <a:pathLst>
              <a:path w="298639" h="1246835">
                <a:moveTo>
                  <a:pt x="0" y="1246835"/>
                </a:moveTo>
                <a:lnTo>
                  <a:pt x="298639" y="1246835"/>
                </a:lnTo>
                <a:lnTo>
                  <a:pt x="298639" y="0"/>
                </a:lnTo>
                <a:lnTo>
                  <a:pt x="0" y="0"/>
                </a:lnTo>
                <a:lnTo>
                  <a:pt x="0" y="1246835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 xmlns:a="http://schemas.openxmlformats.org/drawingml/2006/main">
              <a:ext uri="{FF2B5EF4-FFF2-40B4-BE49-F238E27FC236}">
                <a16:creationId xmlns:a16="http://schemas.microsoft.com/office/drawing/2014/main" id="{940DBB81-A07F-43F0-BD52-FD0F79F4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19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data_31">
            <a:extLst xmlns:a="http://schemas.openxmlformats.org/drawingml/2006/main">
              <a:ext uri="{FF2B5EF4-FFF2-40B4-BE49-F238E27FC236}">
                <a16:creationId xmlns:a16="http://schemas.microsoft.com/office/drawing/2014/main" id="{7C51A846-ED54-42F0-85AF-3488D4E0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34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ata_32">
            <a:extLst xmlns:a="http://schemas.openxmlformats.org/drawingml/2006/main">
              <a:ext uri="{FF2B5EF4-FFF2-40B4-BE49-F238E27FC236}">
                <a16:creationId xmlns:a16="http://schemas.microsoft.com/office/drawing/2014/main" id="{F5D1184A-7523-42E8-9013-1391EECD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884" y="33134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data_33">
            <a:extLst xmlns:a="http://schemas.openxmlformats.org/drawingml/2006/main">
              <a:ext uri="{FF2B5EF4-FFF2-40B4-BE49-F238E27FC236}">
                <a16:creationId xmlns:a16="http://schemas.microsoft.com/office/drawing/2014/main" id="{66F5CC7E-1A40-4987-B72B-D02A18C1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389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ata_34">
            <a:extLst xmlns:a="http://schemas.openxmlformats.org/drawingml/2006/main">
              <a:ext uri="{FF2B5EF4-FFF2-40B4-BE49-F238E27FC236}">
                <a16:creationId xmlns:a16="http://schemas.microsoft.com/office/drawing/2014/main" id="{A13592B2-510F-4821-B9D3-42A882A2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091" y="3271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data_35">
            <a:extLst xmlns:a="http://schemas.openxmlformats.org/drawingml/2006/main">
              <a:ext uri="{FF2B5EF4-FFF2-40B4-BE49-F238E27FC236}">
                <a16:creationId xmlns:a16="http://schemas.microsoft.com/office/drawing/2014/main" id="{7FACF207-ABCE-4F7C-8D6C-20B8D8DC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6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data_36">
            <a:extLst xmlns:a="http://schemas.openxmlformats.org/drawingml/2006/main">
              <a:ext uri="{FF2B5EF4-FFF2-40B4-BE49-F238E27FC236}">
                <a16:creationId xmlns:a16="http://schemas.microsoft.com/office/drawing/2014/main" id="{7F934113-F7B5-4069-9EC0-9F383986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24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ata_37">
            <a:extLst xmlns:a="http://schemas.openxmlformats.org/drawingml/2006/main">
              <a:ext uri="{FF2B5EF4-FFF2-40B4-BE49-F238E27FC236}">
                <a16:creationId xmlns:a16="http://schemas.microsoft.com/office/drawing/2014/main" id="{090551E6-7DDE-4C9D-BCB8-C130A654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09" y="32926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ata_38">
            <a:extLst xmlns:a="http://schemas.openxmlformats.org/drawingml/2006/main">
              <a:ext uri="{FF2B5EF4-FFF2-40B4-BE49-F238E27FC236}">
                <a16:creationId xmlns:a16="http://schemas.microsoft.com/office/drawing/2014/main" id="{CB74716A-3926-4517-90B6-E60B70E8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7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ata_39">
            <a:extLst xmlns:a="http://schemas.openxmlformats.org/drawingml/2006/main">
              <a:ext uri="{FF2B5EF4-FFF2-40B4-BE49-F238E27FC236}">
                <a16:creationId xmlns:a16="http://schemas.microsoft.com/office/drawing/2014/main" id="{B522D760-577F-4567-B69E-90E88156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551" y="33140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40">
            <a:extLst xmlns:a="http://schemas.openxmlformats.org/drawingml/2006/main">
              <a:ext uri="{FF2B5EF4-FFF2-40B4-BE49-F238E27FC236}">
                <a16:creationId xmlns:a16="http://schemas.microsoft.com/office/drawing/2014/main" id="{9BB1F290-736F-4B1E-99BF-42D168D8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5215" y="27027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41">
            <a:extLst xmlns:a="http://schemas.openxmlformats.org/drawingml/2006/main">
              <a:ext uri="{FF2B5EF4-FFF2-40B4-BE49-F238E27FC236}">
                <a16:creationId xmlns:a16="http://schemas.microsoft.com/office/drawing/2014/main" id="{9CA7A990-0AAD-46FF-A15F-C45D2043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397" y="30863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42">
            <a:extLst xmlns:a="http://schemas.openxmlformats.org/drawingml/2006/main">
              <a:ext uri="{FF2B5EF4-FFF2-40B4-BE49-F238E27FC236}">
                <a16:creationId xmlns:a16="http://schemas.microsoft.com/office/drawing/2014/main" id="{132AB9AC-2F9E-4DCF-A7AD-9BBA0C95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050" y="3313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43">
            <a:extLst xmlns:a="http://schemas.openxmlformats.org/drawingml/2006/main">
              <a:ext uri="{FF2B5EF4-FFF2-40B4-BE49-F238E27FC236}">
                <a16:creationId xmlns:a16="http://schemas.microsoft.com/office/drawing/2014/main" id="{B1512EE6-1458-40C7-95FE-BD1FECD6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23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44">
            <a:extLst xmlns:a="http://schemas.openxmlformats.org/drawingml/2006/main">
              <a:ext uri="{FF2B5EF4-FFF2-40B4-BE49-F238E27FC236}">
                <a16:creationId xmlns:a16="http://schemas.microsoft.com/office/drawing/2014/main" id="{61E49A92-1CB3-4841-A5D9-D7A23519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469" y="29315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45">
            <a:extLst xmlns:a="http://schemas.openxmlformats.org/drawingml/2006/main">
              <a:ext uri="{FF2B5EF4-FFF2-40B4-BE49-F238E27FC236}">
                <a16:creationId xmlns:a16="http://schemas.microsoft.com/office/drawing/2014/main" id="{09AB4A48-0FB7-4E8E-BA66-1B75B494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963" y="33049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46">
            <a:extLst xmlns:a="http://schemas.openxmlformats.org/drawingml/2006/main">
              <a:ext uri="{FF2B5EF4-FFF2-40B4-BE49-F238E27FC236}">
                <a16:creationId xmlns:a16="http://schemas.microsoft.com/office/drawing/2014/main" id="{585CD998-26A6-4955-904F-321793F6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4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47">
            <a:extLst xmlns:a="http://schemas.openxmlformats.org/drawingml/2006/main">
              <a:ext uri="{FF2B5EF4-FFF2-40B4-BE49-F238E27FC236}">
                <a16:creationId xmlns:a16="http://schemas.microsoft.com/office/drawing/2014/main" id="{2D77368C-BB58-432F-95E9-73C1461A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313" y="2949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48">
            <a:extLst xmlns:a="http://schemas.openxmlformats.org/drawingml/2006/main">
              <a:ext uri="{FF2B5EF4-FFF2-40B4-BE49-F238E27FC236}">
                <a16:creationId xmlns:a16="http://schemas.microsoft.com/office/drawing/2014/main" id="{CD9C23DE-6105-496C-A4C8-45DF4063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644" y="32300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49">
            <a:extLst xmlns:a="http://schemas.openxmlformats.org/drawingml/2006/main">
              <a:ext uri="{FF2B5EF4-FFF2-40B4-BE49-F238E27FC236}">
                <a16:creationId xmlns:a16="http://schemas.microsoft.com/office/drawing/2014/main" id="{60B09AA2-F23B-492C-B72B-C3C5A9B8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323" y="32970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50">
            <a:extLst xmlns:a="http://schemas.openxmlformats.org/drawingml/2006/main">
              <a:ext uri="{FF2B5EF4-FFF2-40B4-BE49-F238E27FC236}">
                <a16:creationId xmlns:a16="http://schemas.microsoft.com/office/drawing/2014/main" id="{7BBAEDC2-7AE8-4495-BC05-C7CB3D72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065" y="32547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51">
            <a:extLst xmlns:a="http://schemas.openxmlformats.org/drawingml/2006/main">
              <a:ext uri="{FF2B5EF4-FFF2-40B4-BE49-F238E27FC236}">
                <a16:creationId xmlns:a16="http://schemas.microsoft.com/office/drawing/2014/main" id="{FE2E48AE-8DA9-4580-98C9-74A6CCF5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4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52">
            <a:extLst xmlns:a="http://schemas.openxmlformats.org/drawingml/2006/main">
              <a:ext uri="{FF2B5EF4-FFF2-40B4-BE49-F238E27FC236}">
                <a16:creationId xmlns:a16="http://schemas.microsoft.com/office/drawing/2014/main" id="{035B306A-64A4-47AB-84DB-50D36E51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7938" y="29635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53">
            <a:extLst xmlns:a="http://schemas.openxmlformats.org/drawingml/2006/main">
              <a:ext uri="{FF2B5EF4-FFF2-40B4-BE49-F238E27FC236}">
                <a16:creationId xmlns:a16="http://schemas.microsoft.com/office/drawing/2014/main" id="{742CE161-BF99-4CB2-90E2-2BC176D3E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093" y="26905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54">
            <a:extLst xmlns:a="http://schemas.openxmlformats.org/drawingml/2006/main">
              <a:ext uri="{FF2B5EF4-FFF2-40B4-BE49-F238E27FC236}">
                <a16:creationId xmlns:a16="http://schemas.microsoft.com/office/drawing/2014/main" id="{067FF737-04A6-4648-85E3-C52AA9E9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4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55">
            <a:extLst xmlns:a="http://schemas.openxmlformats.org/drawingml/2006/main">
              <a:ext uri="{FF2B5EF4-FFF2-40B4-BE49-F238E27FC236}">
                <a16:creationId xmlns:a16="http://schemas.microsoft.com/office/drawing/2014/main" id="{169E20AE-5B61-4740-82AF-35E5356F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85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56">
            <a:extLst xmlns:a="http://schemas.openxmlformats.org/drawingml/2006/main">
              <a:ext uri="{FF2B5EF4-FFF2-40B4-BE49-F238E27FC236}">
                <a16:creationId xmlns:a16="http://schemas.microsoft.com/office/drawing/2014/main" id="{66B61307-68F8-445E-A775-E97F5F8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0235" y="33141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57">
            <a:extLst xmlns:a="http://schemas.openxmlformats.org/drawingml/2006/main">
              <a:ext uri="{FF2B5EF4-FFF2-40B4-BE49-F238E27FC236}">
                <a16:creationId xmlns:a16="http://schemas.microsoft.com/office/drawing/2014/main" id="{8C49C33D-7BFF-4DA7-9A59-4CC1779C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6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58">
            <a:extLst xmlns:a="http://schemas.openxmlformats.org/drawingml/2006/main">
              <a:ext uri="{FF2B5EF4-FFF2-40B4-BE49-F238E27FC236}">
                <a16:creationId xmlns:a16="http://schemas.microsoft.com/office/drawing/2014/main" id="{B124AAC5-E13F-4BBA-A591-0FF0CAFD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585" y="32731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59">
            <a:extLst xmlns:a="http://schemas.openxmlformats.org/drawingml/2006/main">
              <a:ext uri="{FF2B5EF4-FFF2-40B4-BE49-F238E27FC236}">
                <a16:creationId xmlns:a16="http://schemas.microsoft.com/office/drawing/2014/main" id="{A6C21D26-9E0F-4E94-8CC3-8FB60CB9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004" y="30653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60">
            <a:extLst xmlns:a="http://schemas.openxmlformats.org/drawingml/2006/main">
              <a:ext uri="{FF2B5EF4-FFF2-40B4-BE49-F238E27FC236}">
                <a16:creationId xmlns:a16="http://schemas.microsoft.com/office/drawing/2014/main" id="{5C8AE04A-BFD0-4804-9D1F-D929320E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9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61">
            <a:extLst xmlns:a="http://schemas.openxmlformats.org/drawingml/2006/main">
              <a:ext uri="{FF2B5EF4-FFF2-40B4-BE49-F238E27FC236}">
                <a16:creationId xmlns:a16="http://schemas.microsoft.com/office/drawing/2014/main" id="{8DFD08A8-AEA4-4889-A893-F1C45824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957" y="28169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62">
            <a:extLst xmlns:a="http://schemas.openxmlformats.org/drawingml/2006/main">
              <a:ext uri="{FF2B5EF4-FFF2-40B4-BE49-F238E27FC236}">
                <a16:creationId xmlns:a16="http://schemas.microsoft.com/office/drawing/2014/main" id="{8556B91A-9A98-44D5-A649-A3DBA8A4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72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63">
            <a:extLst xmlns:a="http://schemas.openxmlformats.org/drawingml/2006/main">
              <a:ext uri="{FF2B5EF4-FFF2-40B4-BE49-F238E27FC236}">
                <a16:creationId xmlns:a16="http://schemas.microsoft.com/office/drawing/2014/main" id="{DC3E8765-4A4B-492D-9F12-A6335ACE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345" y="33227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64">
            <a:extLst xmlns:a="http://schemas.openxmlformats.org/drawingml/2006/main">
              <a:ext uri="{FF2B5EF4-FFF2-40B4-BE49-F238E27FC236}">
                <a16:creationId xmlns:a16="http://schemas.microsoft.com/office/drawing/2014/main" id="{28EF0767-A14C-4B6F-AE93-7DF2BED1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9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65">
            <a:extLst xmlns:a="http://schemas.openxmlformats.org/drawingml/2006/main">
              <a:ext uri="{FF2B5EF4-FFF2-40B4-BE49-F238E27FC236}">
                <a16:creationId xmlns:a16="http://schemas.microsoft.com/office/drawing/2014/main" id="{515FE75B-E713-4C37-AE85-58D1DAED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76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66">
            <a:extLst xmlns:a="http://schemas.openxmlformats.org/drawingml/2006/main">
              <a:ext uri="{FF2B5EF4-FFF2-40B4-BE49-F238E27FC236}">
                <a16:creationId xmlns:a16="http://schemas.microsoft.com/office/drawing/2014/main" id="{D5862F9E-6CB7-469C-8637-4A53C215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7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67">
            <a:extLst xmlns:a="http://schemas.openxmlformats.org/drawingml/2006/main">
              <a:ext uri="{FF2B5EF4-FFF2-40B4-BE49-F238E27FC236}">
                <a16:creationId xmlns:a16="http://schemas.microsoft.com/office/drawing/2014/main" id="{3877585C-B396-410D-AA5C-ED25DF25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438" y="33208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68">
            <a:extLst xmlns:a="http://schemas.openxmlformats.org/drawingml/2006/main">
              <a:ext uri="{FF2B5EF4-FFF2-40B4-BE49-F238E27FC236}">
                <a16:creationId xmlns:a16="http://schemas.microsoft.com/office/drawing/2014/main" id="{81BEC84F-29EE-4D25-9483-7ABB2C00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25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69">
            <a:extLst xmlns:a="http://schemas.openxmlformats.org/drawingml/2006/main">
              <a:ext uri="{FF2B5EF4-FFF2-40B4-BE49-F238E27FC236}">
                <a16:creationId xmlns:a16="http://schemas.microsoft.com/office/drawing/2014/main" id="{D11CC9C8-B4B9-4B1B-867A-76229D86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120" y="3171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70">
            <a:extLst xmlns:a="http://schemas.openxmlformats.org/drawingml/2006/main">
              <a:ext uri="{FF2B5EF4-FFF2-40B4-BE49-F238E27FC236}">
                <a16:creationId xmlns:a16="http://schemas.microsoft.com/office/drawing/2014/main" id="{579CAFCA-2E48-4370-BB87-228EB101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39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71">
            <a:extLst xmlns:a="http://schemas.openxmlformats.org/drawingml/2006/main">
              <a:ext uri="{FF2B5EF4-FFF2-40B4-BE49-F238E27FC236}">
                <a16:creationId xmlns:a16="http://schemas.microsoft.com/office/drawing/2014/main" id="{50251030-426E-4D5C-8F53-2FE357DE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455" y="21388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72">
            <a:extLst xmlns:a="http://schemas.openxmlformats.org/drawingml/2006/main">
              <a:ext uri="{FF2B5EF4-FFF2-40B4-BE49-F238E27FC236}">
                <a16:creationId xmlns:a16="http://schemas.microsoft.com/office/drawing/2014/main" id="{D90275F2-E739-460E-B6E4-8358D48B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64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73">
            <a:extLst xmlns:a="http://schemas.openxmlformats.org/drawingml/2006/main">
              <a:ext uri="{FF2B5EF4-FFF2-40B4-BE49-F238E27FC236}">
                <a16:creationId xmlns:a16="http://schemas.microsoft.com/office/drawing/2014/main" id="{4D16505C-E788-44C4-B231-A96E713E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5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74">
            <a:extLst xmlns:a="http://schemas.openxmlformats.org/drawingml/2006/main">
              <a:ext uri="{FF2B5EF4-FFF2-40B4-BE49-F238E27FC236}">
                <a16:creationId xmlns:a16="http://schemas.microsoft.com/office/drawing/2014/main" id="{244471E5-9B6F-4AE3-97D0-E60D6D76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6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75">
            <a:extLst xmlns:a="http://schemas.openxmlformats.org/drawingml/2006/main">
              <a:ext uri="{FF2B5EF4-FFF2-40B4-BE49-F238E27FC236}">
                <a16:creationId xmlns:a16="http://schemas.microsoft.com/office/drawing/2014/main" id="{4CBECC84-92A5-4E1A-B441-1D82CD6E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85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76">
            <a:extLst xmlns:a="http://schemas.openxmlformats.org/drawingml/2006/main">
              <a:ext uri="{FF2B5EF4-FFF2-40B4-BE49-F238E27FC236}">
                <a16:creationId xmlns:a16="http://schemas.microsoft.com/office/drawing/2014/main" id="{5557A27E-3F74-47AA-8742-51B5FB5A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967" y="33092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77">
            <a:extLst xmlns:a="http://schemas.openxmlformats.org/drawingml/2006/main">
              <a:ext uri="{FF2B5EF4-FFF2-40B4-BE49-F238E27FC236}">
                <a16:creationId xmlns:a16="http://schemas.microsoft.com/office/drawing/2014/main" id="{97BD04EF-A94B-4526-8811-CC166C4C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88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78">
            <a:extLst xmlns:a="http://schemas.openxmlformats.org/drawingml/2006/main">
              <a:ext uri="{FF2B5EF4-FFF2-40B4-BE49-F238E27FC236}">
                <a16:creationId xmlns:a16="http://schemas.microsoft.com/office/drawing/2014/main" id="{B0842B64-35C9-4759-A055-F2FCCD66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664" y="33126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79">
            <a:extLst xmlns:a="http://schemas.openxmlformats.org/drawingml/2006/main">
              <a:ext uri="{FF2B5EF4-FFF2-40B4-BE49-F238E27FC236}">
                <a16:creationId xmlns:a16="http://schemas.microsoft.com/office/drawing/2014/main" id="{A047CF75-A0A2-4DEF-B7BE-CDAD2BC5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2370" y="22854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80">
            <a:extLst xmlns:a="http://schemas.openxmlformats.org/drawingml/2006/main">
              <a:ext uri="{FF2B5EF4-FFF2-40B4-BE49-F238E27FC236}">
                <a16:creationId xmlns:a16="http://schemas.microsoft.com/office/drawing/2014/main" id="{9F498B43-C3E7-4217-8A15-DB43EE25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434" y="33210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81">
            <a:extLst xmlns:a="http://schemas.openxmlformats.org/drawingml/2006/main">
              <a:ext uri="{FF2B5EF4-FFF2-40B4-BE49-F238E27FC236}">
                <a16:creationId xmlns:a16="http://schemas.microsoft.com/office/drawing/2014/main" id="{0843BB5A-9CDA-4E9E-A72C-F12DC58D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7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82">
            <a:extLst xmlns:a="http://schemas.openxmlformats.org/drawingml/2006/main">
              <a:ext uri="{FF2B5EF4-FFF2-40B4-BE49-F238E27FC236}">
                <a16:creationId xmlns:a16="http://schemas.microsoft.com/office/drawing/2014/main" id="{D793915D-59E5-498B-A1A7-E7F4CBA8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452" y="32140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83">
            <a:extLst xmlns:a="http://schemas.openxmlformats.org/drawingml/2006/main">
              <a:ext uri="{FF2B5EF4-FFF2-40B4-BE49-F238E27FC236}">
                <a16:creationId xmlns:a16="http://schemas.microsoft.com/office/drawing/2014/main" id="{12EB3C45-854F-42A1-BF14-7A134F75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619" y="23381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84">
            <a:extLst xmlns:a="http://schemas.openxmlformats.org/drawingml/2006/main">
              <a:ext uri="{FF2B5EF4-FFF2-40B4-BE49-F238E27FC236}">
                <a16:creationId xmlns:a16="http://schemas.microsoft.com/office/drawing/2014/main" id="{75815D48-17D6-43A0-B5E6-C875CBA5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38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85">
            <a:extLst xmlns:a="http://schemas.openxmlformats.org/drawingml/2006/main">
              <a:ext uri="{FF2B5EF4-FFF2-40B4-BE49-F238E27FC236}">
                <a16:creationId xmlns:a16="http://schemas.microsoft.com/office/drawing/2014/main" id="{C3B490E3-908B-4A4D-96B6-84932EB2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03" y="33110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86">
            <a:extLst xmlns:a="http://schemas.openxmlformats.org/drawingml/2006/main">
              <a:ext uri="{FF2B5EF4-FFF2-40B4-BE49-F238E27FC236}">
                <a16:creationId xmlns:a16="http://schemas.microsoft.com/office/drawing/2014/main" id="{8AC4D14A-9761-495E-B4D7-95C8EF44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2528" y="31761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87">
            <a:extLst xmlns:a="http://schemas.openxmlformats.org/drawingml/2006/main">
              <a:ext uri="{FF2B5EF4-FFF2-40B4-BE49-F238E27FC236}">
                <a16:creationId xmlns:a16="http://schemas.microsoft.com/office/drawing/2014/main" id="{F75D7B0A-BC80-4E96-A184-DF47EC92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32" y="30445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88">
            <a:extLst xmlns:a="http://schemas.openxmlformats.org/drawingml/2006/main">
              <a:ext uri="{FF2B5EF4-FFF2-40B4-BE49-F238E27FC236}">
                <a16:creationId xmlns:a16="http://schemas.microsoft.com/office/drawing/2014/main" id="{281374C8-89E8-49A5-97A3-DDB84170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174" y="21376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89">
            <a:extLst xmlns:a="http://schemas.openxmlformats.org/drawingml/2006/main">
              <a:ext uri="{FF2B5EF4-FFF2-40B4-BE49-F238E27FC236}">
                <a16:creationId xmlns:a16="http://schemas.microsoft.com/office/drawing/2014/main" id="{0D05E41A-68D6-4EC5-82E6-BE4D1087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45" y="331556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90">
            <a:extLst xmlns:a="http://schemas.openxmlformats.org/drawingml/2006/main">
              <a:ext uri="{FF2B5EF4-FFF2-40B4-BE49-F238E27FC236}">
                <a16:creationId xmlns:a16="http://schemas.microsoft.com/office/drawing/2014/main" id="{6F31176F-A560-4C43-A3F7-29808932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07" y="32724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91">
            <a:extLst xmlns:a="http://schemas.openxmlformats.org/drawingml/2006/main">
              <a:ext uri="{FF2B5EF4-FFF2-40B4-BE49-F238E27FC236}">
                <a16:creationId xmlns:a16="http://schemas.microsoft.com/office/drawing/2014/main" id="{FD3BA61C-44BC-4CEA-8E1E-1A004587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95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92">
            <a:extLst xmlns:a="http://schemas.openxmlformats.org/drawingml/2006/main">
              <a:ext uri="{FF2B5EF4-FFF2-40B4-BE49-F238E27FC236}">
                <a16:creationId xmlns:a16="http://schemas.microsoft.com/office/drawing/2014/main" id="{E392207B-BE63-4D5D-BA29-4EA444F7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93">
            <a:extLst xmlns:a="http://schemas.openxmlformats.org/drawingml/2006/main">
              <a:ext uri="{FF2B5EF4-FFF2-40B4-BE49-F238E27FC236}">
                <a16:creationId xmlns:a16="http://schemas.microsoft.com/office/drawing/2014/main" id="{5E8870C3-36B9-40E0-8118-FC728881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4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94">
            <a:extLst xmlns:a="http://schemas.openxmlformats.org/drawingml/2006/main">
              <a:ext uri="{FF2B5EF4-FFF2-40B4-BE49-F238E27FC236}">
                <a16:creationId xmlns:a16="http://schemas.microsoft.com/office/drawing/2014/main" id="{4EBCFFD9-5D55-4C84-8CF6-0C45D607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450" y="33210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95">
            <a:extLst xmlns:a="http://schemas.openxmlformats.org/drawingml/2006/main">
              <a:ext uri="{FF2B5EF4-FFF2-40B4-BE49-F238E27FC236}">
                <a16:creationId xmlns:a16="http://schemas.microsoft.com/office/drawing/2014/main" id="{ECBB7B2B-1605-4945-9D1B-B70A73BE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70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96">
            <a:extLst xmlns:a="http://schemas.openxmlformats.org/drawingml/2006/main">
              <a:ext uri="{FF2B5EF4-FFF2-40B4-BE49-F238E27FC236}">
                <a16:creationId xmlns:a16="http://schemas.microsoft.com/office/drawing/2014/main" id="{700B2E59-737D-43A2-A9D8-6DF6E220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0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97">
            <a:extLst xmlns:a="http://schemas.openxmlformats.org/drawingml/2006/main">
              <a:ext uri="{FF2B5EF4-FFF2-40B4-BE49-F238E27FC236}">
                <a16:creationId xmlns:a16="http://schemas.microsoft.com/office/drawing/2014/main" id="{FA2D7354-FBE8-4F9B-8795-0544EAB5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929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98">
            <a:extLst xmlns:a="http://schemas.openxmlformats.org/drawingml/2006/main">
              <a:ext uri="{FF2B5EF4-FFF2-40B4-BE49-F238E27FC236}">
                <a16:creationId xmlns:a16="http://schemas.microsoft.com/office/drawing/2014/main" id="{1AA906CC-CAA3-416B-B266-17BFCF88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765" y="32334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99">
            <a:extLst xmlns:a="http://schemas.openxmlformats.org/drawingml/2006/main">
              <a:ext uri="{FF2B5EF4-FFF2-40B4-BE49-F238E27FC236}">
                <a16:creationId xmlns:a16="http://schemas.microsoft.com/office/drawing/2014/main" id="{105550E2-D90F-4FFE-B366-E56F35BB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33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100">
            <a:extLst xmlns:a="http://schemas.openxmlformats.org/drawingml/2006/main">
              <a:ext uri="{FF2B5EF4-FFF2-40B4-BE49-F238E27FC236}">
                <a16:creationId xmlns:a16="http://schemas.microsoft.com/office/drawing/2014/main" id="{A3AA0E44-D8F7-4164-BD70-428A8022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991" y="33200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101">
            <a:extLst xmlns:a="http://schemas.openxmlformats.org/drawingml/2006/main">
              <a:ext uri="{FF2B5EF4-FFF2-40B4-BE49-F238E27FC236}">
                <a16:creationId xmlns:a16="http://schemas.microsoft.com/office/drawing/2014/main" id="{378BB6AD-9C7E-43B9-B3CC-3B0D49D5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056" y="33029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102">
            <a:extLst xmlns:a="http://schemas.openxmlformats.org/drawingml/2006/main">
              <a:ext uri="{FF2B5EF4-FFF2-40B4-BE49-F238E27FC236}">
                <a16:creationId xmlns:a16="http://schemas.microsoft.com/office/drawing/2014/main" id="{792C15AB-BAE5-49ED-A5E4-FFE35501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455" y="33170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103">
            <a:extLst xmlns:a="http://schemas.openxmlformats.org/drawingml/2006/main">
              <a:ext uri="{FF2B5EF4-FFF2-40B4-BE49-F238E27FC236}">
                <a16:creationId xmlns:a16="http://schemas.microsoft.com/office/drawing/2014/main" id="{035C873E-29AB-45C0-A9B4-CCAB2AC1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079" y="33200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104">
            <a:extLst xmlns:a="http://schemas.openxmlformats.org/drawingml/2006/main">
              <a:ext uri="{FF2B5EF4-FFF2-40B4-BE49-F238E27FC236}">
                <a16:creationId xmlns:a16="http://schemas.microsoft.com/office/drawing/2014/main" id="{A38005AA-A510-48DE-A7FE-80497500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393" y="3313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105">
            <a:extLst xmlns:a="http://schemas.openxmlformats.org/drawingml/2006/main">
              <a:ext uri="{FF2B5EF4-FFF2-40B4-BE49-F238E27FC236}">
                <a16:creationId xmlns:a16="http://schemas.microsoft.com/office/drawing/2014/main" id="{F9B455E1-D9E5-4A89-BA72-ABD17CC2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282" y="33210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106">
            <a:extLst xmlns:a="http://schemas.openxmlformats.org/drawingml/2006/main">
              <a:ext uri="{FF2B5EF4-FFF2-40B4-BE49-F238E27FC236}">
                <a16:creationId xmlns:a16="http://schemas.microsoft.com/office/drawing/2014/main" id="{A78DEB19-BBD5-4164-8683-5866DCAE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49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107">
            <a:extLst xmlns:a="http://schemas.openxmlformats.org/drawingml/2006/main">
              <a:ext uri="{FF2B5EF4-FFF2-40B4-BE49-F238E27FC236}">
                <a16:creationId xmlns:a16="http://schemas.microsoft.com/office/drawing/2014/main" id="{6FDD6E78-9A78-4086-BCA4-8F6482E6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390" y="32699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108">
            <a:extLst xmlns:a="http://schemas.openxmlformats.org/drawingml/2006/main">
              <a:ext uri="{FF2B5EF4-FFF2-40B4-BE49-F238E27FC236}">
                <a16:creationId xmlns:a16="http://schemas.microsoft.com/office/drawing/2014/main" id="{E4462FF0-CFA7-481A-8602-AD98E7EA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307" y="33237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109">
            <a:extLst xmlns:a="http://schemas.openxmlformats.org/drawingml/2006/main">
              <a:ext uri="{FF2B5EF4-FFF2-40B4-BE49-F238E27FC236}">
                <a16:creationId xmlns:a16="http://schemas.microsoft.com/office/drawing/2014/main" id="{A91039A6-BAB4-45A6-83FF-8EDD08A1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314" y="33229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110">
            <a:extLst xmlns:a="http://schemas.openxmlformats.org/drawingml/2006/main">
              <a:ext uri="{FF2B5EF4-FFF2-40B4-BE49-F238E27FC236}">
                <a16:creationId xmlns:a16="http://schemas.microsoft.com/office/drawing/2014/main" id="{45E78006-F6A8-4B3E-83D7-0D58AD0C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961" y="32409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111">
            <a:extLst xmlns:a="http://schemas.openxmlformats.org/drawingml/2006/main">
              <a:ext uri="{FF2B5EF4-FFF2-40B4-BE49-F238E27FC236}">
                <a16:creationId xmlns:a16="http://schemas.microsoft.com/office/drawing/2014/main" id="{000BB277-2368-4BDC-AB54-0C1F5C1F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132" y="330696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112">
            <a:extLst xmlns:a="http://schemas.openxmlformats.org/drawingml/2006/main">
              <a:ext uri="{FF2B5EF4-FFF2-40B4-BE49-F238E27FC236}">
                <a16:creationId xmlns:a16="http://schemas.microsoft.com/office/drawing/2014/main" id="{7EBE99A2-A343-4BF3-9CB7-4118E0BB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938" y="24276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113">
            <a:extLst xmlns:a="http://schemas.openxmlformats.org/drawingml/2006/main">
              <a:ext uri="{FF2B5EF4-FFF2-40B4-BE49-F238E27FC236}">
                <a16:creationId xmlns:a16="http://schemas.microsoft.com/office/drawing/2014/main" id="{5BE609F0-B446-4C86-82DB-316D1681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2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114">
            <a:extLst xmlns:a="http://schemas.openxmlformats.org/drawingml/2006/main">
              <a:ext uri="{FF2B5EF4-FFF2-40B4-BE49-F238E27FC236}">
                <a16:creationId xmlns:a16="http://schemas.microsoft.com/office/drawing/2014/main" id="{705E0412-359D-4138-A47C-C1FD2034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069" y="32650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115">
            <a:extLst xmlns:a="http://schemas.openxmlformats.org/drawingml/2006/main">
              <a:ext uri="{FF2B5EF4-FFF2-40B4-BE49-F238E27FC236}">
                <a16:creationId xmlns:a16="http://schemas.microsoft.com/office/drawing/2014/main" id="{7F0B76B0-0DC4-4BC3-A2BD-707700FD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665" y="32991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116">
            <a:extLst xmlns:a="http://schemas.openxmlformats.org/drawingml/2006/main">
              <a:ext uri="{FF2B5EF4-FFF2-40B4-BE49-F238E27FC236}">
                <a16:creationId xmlns:a16="http://schemas.microsoft.com/office/drawing/2014/main" id="{F5E7F94E-4F84-44F1-A6A4-E14EF5CC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152" y="33120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117">
            <a:extLst xmlns:a="http://schemas.openxmlformats.org/drawingml/2006/main">
              <a:ext uri="{FF2B5EF4-FFF2-40B4-BE49-F238E27FC236}">
                <a16:creationId xmlns:a16="http://schemas.microsoft.com/office/drawing/2014/main" id="{FEF69948-74C9-4D03-9584-10FB0E85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226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118">
            <a:extLst xmlns:a="http://schemas.openxmlformats.org/drawingml/2006/main">
              <a:ext uri="{FF2B5EF4-FFF2-40B4-BE49-F238E27FC236}">
                <a16:creationId xmlns:a16="http://schemas.microsoft.com/office/drawing/2014/main" id="{F3FE276A-5ECF-4ED6-9B13-9C142728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2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119">
            <a:extLst xmlns:a="http://schemas.openxmlformats.org/drawingml/2006/main">
              <a:ext uri="{FF2B5EF4-FFF2-40B4-BE49-F238E27FC236}">
                <a16:creationId xmlns:a16="http://schemas.microsoft.com/office/drawing/2014/main" id="{236FAD14-F315-4BE9-8A55-3BB38841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375" y="32219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120">
            <a:extLst xmlns:a="http://schemas.openxmlformats.org/drawingml/2006/main">
              <a:ext uri="{FF2B5EF4-FFF2-40B4-BE49-F238E27FC236}">
                <a16:creationId xmlns:a16="http://schemas.microsoft.com/office/drawing/2014/main" id="{33AB330A-5D89-4C00-8E8A-6D41CDBA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121">
            <a:extLst xmlns:a="http://schemas.openxmlformats.org/drawingml/2006/main">
              <a:ext uri="{FF2B5EF4-FFF2-40B4-BE49-F238E27FC236}">
                <a16:creationId xmlns:a16="http://schemas.microsoft.com/office/drawing/2014/main" id="{014E635D-6702-4CED-A5DB-9D0D8621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812" y="33096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122">
            <a:extLst xmlns:a="http://schemas.openxmlformats.org/drawingml/2006/main">
              <a:ext uri="{FF2B5EF4-FFF2-40B4-BE49-F238E27FC236}">
                <a16:creationId xmlns:a16="http://schemas.microsoft.com/office/drawing/2014/main" id="{5ED8E2F6-6015-4351-A4C2-D72A4C12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583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123">
            <a:extLst xmlns:a="http://schemas.openxmlformats.org/drawingml/2006/main">
              <a:ext uri="{FF2B5EF4-FFF2-40B4-BE49-F238E27FC236}">
                <a16:creationId xmlns:a16="http://schemas.microsoft.com/office/drawing/2014/main" id="{8E933702-FC37-43E5-AFBC-0719CD56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785" y="33215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124">
            <a:extLst xmlns:a="http://schemas.openxmlformats.org/drawingml/2006/main">
              <a:ext uri="{FF2B5EF4-FFF2-40B4-BE49-F238E27FC236}">
                <a16:creationId xmlns:a16="http://schemas.microsoft.com/office/drawing/2014/main" id="{D8C6DC4E-2982-4CED-8C9D-FE0394C2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80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125">
            <a:extLst xmlns:a="http://schemas.openxmlformats.org/drawingml/2006/main">
              <a:ext uri="{FF2B5EF4-FFF2-40B4-BE49-F238E27FC236}">
                <a16:creationId xmlns:a16="http://schemas.microsoft.com/office/drawing/2014/main" id="{9C5B2D43-21CC-47CC-A585-44615915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058" y="32815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126">
            <a:extLst xmlns:a="http://schemas.openxmlformats.org/drawingml/2006/main">
              <a:ext uri="{FF2B5EF4-FFF2-40B4-BE49-F238E27FC236}">
                <a16:creationId xmlns:a16="http://schemas.microsoft.com/office/drawing/2014/main" id="{C217E93A-78F8-4A53-806A-4699E6F6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6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127">
            <a:extLst xmlns:a="http://schemas.openxmlformats.org/drawingml/2006/main">
              <a:ext uri="{FF2B5EF4-FFF2-40B4-BE49-F238E27FC236}">
                <a16:creationId xmlns:a16="http://schemas.microsoft.com/office/drawing/2014/main" id="{DBD0DE0E-A6C2-4113-87C9-0EEDA012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388" y="3312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128">
            <a:extLst xmlns:a="http://schemas.openxmlformats.org/drawingml/2006/main">
              <a:ext uri="{FF2B5EF4-FFF2-40B4-BE49-F238E27FC236}">
                <a16:creationId xmlns:a16="http://schemas.microsoft.com/office/drawing/2014/main" id="{44E2D5ED-124F-4899-A68D-B263B98E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42" y="32988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129">
            <a:extLst xmlns:a="http://schemas.openxmlformats.org/drawingml/2006/main">
              <a:ext uri="{FF2B5EF4-FFF2-40B4-BE49-F238E27FC236}">
                <a16:creationId xmlns:a16="http://schemas.microsoft.com/office/drawing/2014/main" id="{3062733F-03F2-4F55-8C41-A33030CF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468" y="26491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130">
            <a:extLst xmlns:a="http://schemas.openxmlformats.org/drawingml/2006/main">
              <a:ext uri="{FF2B5EF4-FFF2-40B4-BE49-F238E27FC236}">
                <a16:creationId xmlns:a16="http://schemas.microsoft.com/office/drawing/2014/main" id="{DC2735EF-AEC4-4DFD-B3A6-392238A8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998" y="30300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131">
            <a:extLst xmlns:a="http://schemas.openxmlformats.org/drawingml/2006/main">
              <a:ext uri="{FF2B5EF4-FFF2-40B4-BE49-F238E27FC236}">
                <a16:creationId xmlns:a16="http://schemas.microsoft.com/office/drawing/2014/main" id="{1A7BAB96-4B83-4E95-AA1A-82D7BB0B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649" y="33238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132">
            <a:extLst xmlns:a="http://schemas.openxmlformats.org/drawingml/2006/main">
              <a:ext uri="{FF2B5EF4-FFF2-40B4-BE49-F238E27FC236}">
                <a16:creationId xmlns:a16="http://schemas.microsoft.com/office/drawing/2014/main" id="{F5DAFC11-13FE-42F4-BDB3-67ADAB20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31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133">
            <a:extLst xmlns:a="http://schemas.openxmlformats.org/drawingml/2006/main">
              <a:ext uri="{FF2B5EF4-FFF2-40B4-BE49-F238E27FC236}">
                <a16:creationId xmlns:a16="http://schemas.microsoft.com/office/drawing/2014/main" id="{FE4A833E-E7F7-4874-908B-6E5827AA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423" y="32861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134">
            <a:extLst xmlns:a="http://schemas.openxmlformats.org/drawingml/2006/main">
              <a:ext uri="{FF2B5EF4-FFF2-40B4-BE49-F238E27FC236}">
                <a16:creationId xmlns:a16="http://schemas.microsoft.com/office/drawing/2014/main" id="{957B09DA-29C8-4D1F-9615-A3CBDD23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931" y="31852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135">
            <a:extLst xmlns:a="http://schemas.openxmlformats.org/drawingml/2006/main">
              <a:ext uri="{FF2B5EF4-FFF2-40B4-BE49-F238E27FC236}">
                <a16:creationId xmlns:a16="http://schemas.microsoft.com/office/drawing/2014/main" id="{4C4A2A29-6D73-429A-81C1-26B15F45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812" y="32842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136">
            <a:extLst xmlns:a="http://schemas.openxmlformats.org/drawingml/2006/main">
              <a:ext uri="{FF2B5EF4-FFF2-40B4-BE49-F238E27FC236}">
                <a16:creationId xmlns:a16="http://schemas.microsoft.com/office/drawing/2014/main" id="{3E7B013A-2A16-4230-B5D0-C5EF037F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97" y="32329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137">
            <a:extLst xmlns:a="http://schemas.openxmlformats.org/drawingml/2006/main">
              <a:ext uri="{FF2B5EF4-FFF2-40B4-BE49-F238E27FC236}">
                <a16:creationId xmlns:a16="http://schemas.microsoft.com/office/drawing/2014/main" id="{4C70855C-3C3E-478A-8771-6CD5A576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881" y="31926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138">
            <a:extLst xmlns:a="http://schemas.openxmlformats.org/drawingml/2006/main">
              <a:ext uri="{FF2B5EF4-FFF2-40B4-BE49-F238E27FC236}">
                <a16:creationId xmlns:a16="http://schemas.microsoft.com/office/drawing/2014/main" id="{3DF6F1D9-3EEE-4F59-A081-EB818851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26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139">
            <a:extLst xmlns:a="http://schemas.openxmlformats.org/drawingml/2006/main">
              <a:ext uri="{FF2B5EF4-FFF2-40B4-BE49-F238E27FC236}">
                <a16:creationId xmlns:a16="http://schemas.microsoft.com/office/drawing/2014/main" id="{057F80B9-2834-4A9A-A3D6-EDA8AE1C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154" y="33010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140">
            <a:extLst xmlns:a="http://schemas.openxmlformats.org/drawingml/2006/main">
              <a:ext uri="{FF2B5EF4-FFF2-40B4-BE49-F238E27FC236}">
                <a16:creationId xmlns:a16="http://schemas.microsoft.com/office/drawing/2014/main" id="{F57A0604-0D78-4D2F-A377-A8F8319B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214" y="32925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141">
            <a:extLst xmlns:a="http://schemas.openxmlformats.org/drawingml/2006/main">
              <a:ext uri="{FF2B5EF4-FFF2-40B4-BE49-F238E27FC236}">
                <a16:creationId xmlns:a16="http://schemas.microsoft.com/office/drawing/2014/main" id="{E0F269D2-B3A7-4AE5-B4D2-8D34CF1A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8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142">
            <a:extLst xmlns:a="http://schemas.openxmlformats.org/drawingml/2006/main">
              <a:ext uri="{FF2B5EF4-FFF2-40B4-BE49-F238E27FC236}">
                <a16:creationId xmlns:a16="http://schemas.microsoft.com/office/drawing/2014/main" id="{2D888CF0-E6E5-4CD5-A764-6E5076D1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1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143">
            <a:extLst xmlns:a="http://schemas.openxmlformats.org/drawingml/2006/main">
              <a:ext uri="{FF2B5EF4-FFF2-40B4-BE49-F238E27FC236}">
                <a16:creationId xmlns:a16="http://schemas.microsoft.com/office/drawing/2014/main" id="{88644F93-75EB-4490-AF1C-8C23FC3F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913" y="31560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144">
            <a:extLst xmlns:a="http://schemas.openxmlformats.org/drawingml/2006/main">
              <a:ext uri="{FF2B5EF4-FFF2-40B4-BE49-F238E27FC236}">
                <a16:creationId xmlns:a16="http://schemas.microsoft.com/office/drawing/2014/main" id="{8628EC00-291B-497B-81AB-34832AB0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4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145">
            <a:extLst xmlns:a="http://schemas.openxmlformats.org/drawingml/2006/main">
              <a:ext uri="{FF2B5EF4-FFF2-40B4-BE49-F238E27FC236}">
                <a16:creationId xmlns:a16="http://schemas.microsoft.com/office/drawing/2014/main" id="{517409DF-4FC8-48AA-98F2-127CA1D7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0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146">
            <a:extLst xmlns:a="http://schemas.openxmlformats.org/drawingml/2006/main">
              <a:ext uri="{FF2B5EF4-FFF2-40B4-BE49-F238E27FC236}">
                <a16:creationId xmlns:a16="http://schemas.microsoft.com/office/drawing/2014/main" id="{8C991235-2C35-4894-89EA-693737AA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095" y="30602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147">
            <a:extLst xmlns:a="http://schemas.openxmlformats.org/drawingml/2006/main">
              <a:ext uri="{FF2B5EF4-FFF2-40B4-BE49-F238E27FC236}">
                <a16:creationId xmlns:a16="http://schemas.microsoft.com/office/drawing/2014/main" id="{14AC0609-515D-43B1-93C5-1619DAA0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52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148">
            <a:extLst xmlns:a="http://schemas.openxmlformats.org/drawingml/2006/main">
              <a:ext uri="{FF2B5EF4-FFF2-40B4-BE49-F238E27FC236}">
                <a16:creationId xmlns:a16="http://schemas.microsoft.com/office/drawing/2014/main" id="{30B540ED-7555-4517-83A2-9B6DCF38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9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149">
            <a:extLst xmlns:a="http://schemas.openxmlformats.org/drawingml/2006/main">
              <a:ext uri="{FF2B5EF4-FFF2-40B4-BE49-F238E27FC236}">
                <a16:creationId xmlns:a16="http://schemas.microsoft.com/office/drawing/2014/main" id="{811E0BC4-A286-4C7D-B9A1-850503CC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0290" y="33073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150">
            <a:extLst xmlns:a="http://schemas.openxmlformats.org/drawingml/2006/main">
              <a:ext uri="{FF2B5EF4-FFF2-40B4-BE49-F238E27FC236}">
                <a16:creationId xmlns:a16="http://schemas.microsoft.com/office/drawing/2014/main" id="{C9C0B1C3-E7BD-4763-B7F7-BB585D2A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117" y="29928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151">
            <a:extLst xmlns:a="http://schemas.openxmlformats.org/drawingml/2006/main">
              <a:ext uri="{FF2B5EF4-FFF2-40B4-BE49-F238E27FC236}">
                <a16:creationId xmlns:a16="http://schemas.microsoft.com/office/drawing/2014/main" id="{5BB4EA45-2220-4C7C-8E9B-D2DEFDA0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128" y="33234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152">
            <a:extLst xmlns:a="http://schemas.openxmlformats.org/drawingml/2006/main">
              <a:ext uri="{FF2B5EF4-FFF2-40B4-BE49-F238E27FC236}">
                <a16:creationId xmlns:a16="http://schemas.microsoft.com/office/drawing/2014/main" id="{19BA1DF1-A00C-4D2F-88B1-29513DC9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572" y="33212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153">
            <a:extLst xmlns:a="http://schemas.openxmlformats.org/drawingml/2006/main">
              <a:ext uri="{FF2B5EF4-FFF2-40B4-BE49-F238E27FC236}">
                <a16:creationId xmlns:a16="http://schemas.microsoft.com/office/drawing/2014/main" id="{F8C7FAF3-99D2-439A-A6E2-991FB3EA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49" y="32122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154">
            <a:extLst xmlns:a="http://schemas.openxmlformats.org/drawingml/2006/main">
              <a:ext uri="{FF2B5EF4-FFF2-40B4-BE49-F238E27FC236}">
                <a16:creationId xmlns:a16="http://schemas.microsoft.com/office/drawing/2014/main" id="{D75AB2DB-6838-4582-A8D7-5A48A7DF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151" y="33085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155">
            <a:extLst xmlns:a="http://schemas.openxmlformats.org/drawingml/2006/main">
              <a:ext uri="{FF2B5EF4-FFF2-40B4-BE49-F238E27FC236}">
                <a16:creationId xmlns:a16="http://schemas.microsoft.com/office/drawing/2014/main" id="{16740D2D-F26A-4010-B794-DF897AE7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5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156">
            <a:extLst xmlns:a="http://schemas.openxmlformats.org/drawingml/2006/main">
              <a:ext uri="{FF2B5EF4-FFF2-40B4-BE49-F238E27FC236}">
                <a16:creationId xmlns:a16="http://schemas.microsoft.com/office/drawing/2014/main" id="{90CA767C-9DF5-4025-BC38-CFB674C5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157">
            <a:extLst xmlns:a="http://schemas.openxmlformats.org/drawingml/2006/main">
              <a:ext uri="{FF2B5EF4-FFF2-40B4-BE49-F238E27FC236}">
                <a16:creationId xmlns:a16="http://schemas.microsoft.com/office/drawing/2014/main" id="{4E7BB6B2-179F-476E-98C8-981C3DFA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1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158">
            <a:extLst xmlns:a="http://schemas.openxmlformats.org/drawingml/2006/main">
              <a:ext uri="{FF2B5EF4-FFF2-40B4-BE49-F238E27FC236}">
                <a16:creationId xmlns:a16="http://schemas.microsoft.com/office/drawing/2014/main" id="{3BAF5B14-68CF-467E-B714-4CACB4D8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96" y="28608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159">
            <a:extLst xmlns:a="http://schemas.openxmlformats.org/drawingml/2006/main">
              <a:ext uri="{FF2B5EF4-FFF2-40B4-BE49-F238E27FC236}">
                <a16:creationId xmlns:a16="http://schemas.microsoft.com/office/drawing/2014/main" id="{BA7DBD13-E3D6-49DE-A901-16F4FB90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226" y="33167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160">
            <a:extLst xmlns:a="http://schemas.openxmlformats.org/drawingml/2006/main">
              <a:ext uri="{FF2B5EF4-FFF2-40B4-BE49-F238E27FC236}">
                <a16:creationId xmlns:a16="http://schemas.microsoft.com/office/drawing/2014/main" id="{D85D1B65-033C-4AAC-86F0-DC8B225D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542" y="31538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161">
            <a:extLst xmlns:a="http://schemas.openxmlformats.org/drawingml/2006/main">
              <a:ext uri="{FF2B5EF4-FFF2-40B4-BE49-F238E27FC236}">
                <a16:creationId xmlns:a16="http://schemas.microsoft.com/office/drawing/2014/main" id="{04AD0F90-B5B1-4FB2-88E9-9AEACC40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596" y="33133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162">
            <a:extLst xmlns:a="http://schemas.openxmlformats.org/drawingml/2006/main">
              <a:ext uri="{FF2B5EF4-FFF2-40B4-BE49-F238E27FC236}">
                <a16:creationId xmlns:a16="http://schemas.microsoft.com/office/drawing/2014/main" id="{C5614FA5-829B-4F2C-BDB2-3471668D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29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163">
            <a:extLst xmlns:a="http://schemas.openxmlformats.org/drawingml/2006/main">
              <a:ext uri="{FF2B5EF4-FFF2-40B4-BE49-F238E27FC236}">
                <a16:creationId xmlns:a16="http://schemas.microsoft.com/office/drawing/2014/main" id="{5F605233-4F3D-4F1C-A950-7564C696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208" y="32740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164">
            <a:extLst xmlns:a="http://schemas.openxmlformats.org/drawingml/2006/main">
              <a:ext uri="{FF2B5EF4-FFF2-40B4-BE49-F238E27FC236}">
                <a16:creationId xmlns:a16="http://schemas.microsoft.com/office/drawing/2014/main" id="{7764CEB2-43F3-4969-85EE-061675A3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832" y="32082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165">
            <a:extLst xmlns:a="http://schemas.openxmlformats.org/drawingml/2006/main">
              <a:ext uri="{FF2B5EF4-FFF2-40B4-BE49-F238E27FC236}">
                <a16:creationId xmlns:a16="http://schemas.microsoft.com/office/drawing/2014/main" id="{63466A35-4755-4578-B4DF-2715DCC5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59" y="3013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166">
            <a:extLst xmlns:a="http://schemas.openxmlformats.org/drawingml/2006/main">
              <a:ext uri="{FF2B5EF4-FFF2-40B4-BE49-F238E27FC236}">
                <a16:creationId xmlns:a16="http://schemas.microsoft.com/office/drawing/2014/main" id="{C7D365B7-70D2-4D03-9359-416C0EC0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314" y="33139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167">
            <a:extLst xmlns:a="http://schemas.openxmlformats.org/drawingml/2006/main">
              <a:ext uri="{FF2B5EF4-FFF2-40B4-BE49-F238E27FC236}">
                <a16:creationId xmlns:a16="http://schemas.microsoft.com/office/drawing/2014/main" id="{499D4F60-9D0A-454B-8C54-45DD7052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978" y="33165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168">
            <a:extLst xmlns:a="http://schemas.openxmlformats.org/drawingml/2006/main">
              <a:ext uri="{FF2B5EF4-FFF2-40B4-BE49-F238E27FC236}">
                <a16:creationId xmlns:a16="http://schemas.microsoft.com/office/drawing/2014/main" id="{5CFDAE24-0317-4970-9683-EA6A2E66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371" y="30666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169">
            <a:extLst xmlns:a="http://schemas.openxmlformats.org/drawingml/2006/main">
              <a:ext uri="{FF2B5EF4-FFF2-40B4-BE49-F238E27FC236}">
                <a16:creationId xmlns:a16="http://schemas.microsoft.com/office/drawing/2014/main" id="{D62CA7D9-07FA-401D-8D69-6911BB2B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2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170">
            <a:extLst xmlns:a="http://schemas.openxmlformats.org/drawingml/2006/main">
              <a:ext uri="{FF2B5EF4-FFF2-40B4-BE49-F238E27FC236}">
                <a16:creationId xmlns:a16="http://schemas.microsoft.com/office/drawing/2014/main" id="{717DDDA8-2FA7-447B-AEA2-21B3EDB2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734" y="31740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171">
            <a:extLst xmlns:a="http://schemas.openxmlformats.org/drawingml/2006/main">
              <a:ext uri="{FF2B5EF4-FFF2-40B4-BE49-F238E27FC236}">
                <a16:creationId xmlns:a16="http://schemas.microsoft.com/office/drawing/2014/main" id="{1417E2A1-2C74-4DFA-BC0B-F586C1BA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4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172">
            <a:extLst xmlns:a="http://schemas.openxmlformats.org/drawingml/2006/main">
              <a:ext uri="{FF2B5EF4-FFF2-40B4-BE49-F238E27FC236}">
                <a16:creationId xmlns:a16="http://schemas.microsoft.com/office/drawing/2014/main" id="{23D57620-E8FB-4D5C-83EF-E5EECB3C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425" y="32968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173">
            <a:extLst xmlns:a="http://schemas.openxmlformats.org/drawingml/2006/main">
              <a:ext uri="{FF2B5EF4-FFF2-40B4-BE49-F238E27FC236}">
                <a16:creationId xmlns:a16="http://schemas.microsoft.com/office/drawing/2014/main" id="{40AB1065-AE22-4F73-B942-65CA9C53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9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174">
            <a:extLst xmlns:a="http://schemas.openxmlformats.org/drawingml/2006/main">
              <a:ext uri="{FF2B5EF4-FFF2-40B4-BE49-F238E27FC236}">
                <a16:creationId xmlns:a16="http://schemas.microsoft.com/office/drawing/2014/main" id="{23F43A4F-BF50-465F-90CE-CEAC38D0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2827" y="3275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175">
            <a:extLst xmlns:a="http://schemas.openxmlformats.org/drawingml/2006/main">
              <a:ext uri="{FF2B5EF4-FFF2-40B4-BE49-F238E27FC236}">
                <a16:creationId xmlns:a16="http://schemas.microsoft.com/office/drawing/2014/main" id="{4E1A31AA-AE4D-438D-AE30-3DB4D5BC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22" y="3263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176">
            <a:extLst xmlns:a="http://schemas.openxmlformats.org/drawingml/2006/main">
              <a:ext uri="{FF2B5EF4-FFF2-40B4-BE49-F238E27FC236}">
                <a16:creationId xmlns:a16="http://schemas.microsoft.com/office/drawing/2014/main" id="{8D447701-C7E9-46E1-BC06-20EF38D1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946" y="32398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177">
            <a:extLst xmlns:a="http://schemas.openxmlformats.org/drawingml/2006/main">
              <a:ext uri="{FF2B5EF4-FFF2-40B4-BE49-F238E27FC236}">
                <a16:creationId xmlns:a16="http://schemas.microsoft.com/office/drawing/2014/main" id="{06768F81-6D3E-4DE7-9556-C7F51C1D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0378" y="32577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178">
            <a:extLst xmlns:a="http://schemas.openxmlformats.org/drawingml/2006/main">
              <a:ext uri="{FF2B5EF4-FFF2-40B4-BE49-F238E27FC236}">
                <a16:creationId xmlns:a16="http://schemas.microsoft.com/office/drawing/2014/main" id="{77570819-FCB9-4163-B8A3-23AD7F64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139" y="33191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179">
            <a:extLst xmlns:a="http://schemas.openxmlformats.org/drawingml/2006/main">
              <a:ext uri="{FF2B5EF4-FFF2-40B4-BE49-F238E27FC236}">
                <a16:creationId xmlns:a16="http://schemas.microsoft.com/office/drawing/2014/main" id="{BCF75443-6C11-4F10-A20A-8D0E88D5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79" y="32245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180">
            <a:extLst xmlns:a="http://schemas.openxmlformats.org/drawingml/2006/main">
              <a:ext uri="{FF2B5EF4-FFF2-40B4-BE49-F238E27FC236}">
                <a16:creationId xmlns:a16="http://schemas.microsoft.com/office/drawing/2014/main" id="{CFC4586F-372C-4243-8A1A-793EF99D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908" y="32954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181">
            <a:extLst xmlns:a="http://schemas.openxmlformats.org/drawingml/2006/main">
              <a:ext uri="{FF2B5EF4-FFF2-40B4-BE49-F238E27FC236}">
                <a16:creationId xmlns:a16="http://schemas.microsoft.com/office/drawing/2014/main" id="{E04AF0DB-5DFA-4B74-86B9-2EB7BA82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4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182">
            <a:extLst xmlns:a="http://schemas.openxmlformats.org/drawingml/2006/main">
              <a:ext uri="{FF2B5EF4-FFF2-40B4-BE49-F238E27FC236}">
                <a16:creationId xmlns:a16="http://schemas.microsoft.com/office/drawing/2014/main" id="{11F33DBB-4657-449A-9E19-878693DC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08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183">
            <a:extLst xmlns:a="http://schemas.openxmlformats.org/drawingml/2006/main">
              <a:ext uri="{FF2B5EF4-FFF2-40B4-BE49-F238E27FC236}">
                <a16:creationId xmlns:a16="http://schemas.microsoft.com/office/drawing/2014/main" id="{105E77BF-E4A2-4D19-87B8-43CAEB4B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3726" y="32990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184">
            <a:extLst xmlns:a="http://schemas.openxmlformats.org/drawingml/2006/main">
              <a:ext uri="{FF2B5EF4-FFF2-40B4-BE49-F238E27FC236}">
                <a16:creationId xmlns:a16="http://schemas.microsoft.com/office/drawing/2014/main" id="{F2F303EF-D4BA-44AF-A6C6-56B25577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420" y="25431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185">
            <a:extLst xmlns:a="http://schemas.openxmlformats.org/drawingml/2006/main">
              <a:ext uri="{FF2B5EF4-FFF2-40B4-BE49-F238E27FC236}">
                <a16:creationId xmlns:a16="http://schemas.microsoft.com/office/drawing/2014/main" id="{BA40E430-7DB8-48D3-9CE8-8DA4FE75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9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186">
            <a:extLst xmlns:a="http://schemas.openxmlformats.org/drawingml/2006/main">
              <a:ext uri="{FF2B5EF4-FFF2-40B4-BE49-F238E27FC236}">
                <a16:creationId xmlns:a16="http://schemas.microsoft.com/office/drawing/2014/main" id="{1D5968E8-225F-4FF6-80CC-7A62FCE1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275" y="33164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187">
            <a:extLst xmlns:a="http://schemas.openxmlformats.org/drawingml/2006/main">
              <a:ext uri="{FF2B5EF4-FFF2-40B4-BE49-F238E27FC236}">
                <a16:creationId xmlns:a16="http://schemas.microsoft.com/office/drawing/2014/main" id="{9080E042-57FA-47EB-BDD9-CC0DD821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5577" y="32857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188">
            <a:extLst xmlns:a="http://schemas.openxmlformats.org/drawingml/2006/main">
              <a:ext uri="{FF2B5EF4-FFF2-40B4-BE49-F238E27FC236}">
                <a16:creationId xmlns:a16="http://schemas.microsoft.com/office/drawing/2014/main" id="{F2857022-6AEB-47B3-A75E-A1F2640D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189">
            <a:extLst xmlns:a="http://schemas.openxmlformats.org/drawingml/2006/main">
              <a:ext uri="{FF2B5EF4-FFF2-40B4-BE49-F238E27FC236}">
                <a16:creationId xmlns:a16="http://schemas.microsoft.com/office/drawing/2014/main" id="{074F427E-3E6B-4796-854B-E4BEC56C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5450" y="3282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190">
            <a:extLst xmlns:a="http://schemas.openxmlformats.org/drawingml/2006/main">
              <a:ext uri="{FF2B5EF4-FFF2-40B4-BE49-F238E27FC236}">
                <a16:creationId xmlns:a16="http://schemas.microsoft.com/office/drawing/2014/main" id="{B4328765-68D9-43F9-A760-13473476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287" y="33027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191">
            <a:extLst xmlns:a="http://schemas.openxmlformats.org/drawingml/2006/main">
              <a:ext uri="{FF2B5EF4-FFF2-40B4-BE49-F238E27FC236}">
                <a16:creationId xmlns:a16="http://schemas.microsoft.com/office/drawing/2014/main" id="{E0B15CB9-000C-4A15-AFFF-82FFA0F6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5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192">
            <a:extLst xmlns:a="http://schemas.openxmlformats.org/drawingml/2006/main">
              <a:ext uri="{FF2B5EF4-FFF2-40B4-BE49-F238E27FC236}">
                <a16:creationId xmlns:a16="http://schemas.microsoft.com/office/drawing/2014/main" id="{7D9AD561-8C59-474C-B047-CB14F129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7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193">
            <a:extLst xmlns:a="http://schemas.openxmlformats.org/drawingml/2006/main">
              <a:ext uri="{FF2B5EF4-FFF2-40B4-BE49-F238E27FC236}">
                <a16:creationId xmlns:a16="http://schemas.microsoft.com/office/drawing/2014/main" id="{CB51A534-155A-4C24-87E4-2D1E84FF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84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194">
            <a:extLst xmlns:a="http://schemas.openxmlformats.org/drawingml/2006/main">
              <a:ext uri="{FF2B5EF4-FFF2-40B4-BE49-F238E27FC236}">
                <a16:creationId xmlns:a16="http://schemas.microsoft.com/office/drawing/2014/main" id="{2C086D13-5EF6-4010-B82B-67DE4C3D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195">
            <a:extLst xmlns:a="http://schemas.openxmlformats.org/drawingml/2006/main">
              <a:ext uri="{FF2B5EF4-FFF2-40B4-BE49-F238E27FC236}">
                <a16:creationId xmlns:a16="http://schemas.microsoft.com/office/drawing/2014/main" id="{36A897E6-5EE4-486D-B945-F9C689DC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570" y="32806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196">
            <a:extLst xmlns:a="http://schemas.openxmlformats.org/drawingml/2006/main">
              <a:ext uri="{FF2B5EF4-FFF2-40B4-BE49-F238E27FC236}">
                <a16:creationId xmlns:a16="http://schemas.microsoft.com/office/drawing/2014/main" id="{D7F55925-74C0-465C-A905-C4DE53C6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5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197">
            <a:extLst xmlns:a="http://schemas.openxmlformats.org/drawingml/2006/main">
              <a:ext uri="{FF2B5EF4-FFF2-40B4-BE49-F238E27FC236}">
                <a16:creationId xmlns:a16="http://schemas.microsoft.com/office/drawing/2014/main" id="{01821B16-105B-40CF-A193-E0C3F058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070" y="32548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198">
            <a:extLst xmlns:a="http://schemas.openxmlformats.org/drawingml/2006/main">
              <a:ext uri="{FF2B5EF4-FFF2-40B4-BE49-F238E27FC236}">
                <a16:creationId xmlns:a16="http://schemas.microsoft.com/office/drawing/2014/main" id="{233E6019-EEEF-484A-B8E8-508A02BC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898" y="33019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199">
            <a:extLst xmlns:a="http://schemas.openxmlformats.org/drawingml/2006/main">
              <a:ext uri="{FF2B5EF4-FFF2-40B4-BE49-F238E27FC236}">
                <a16:creationId xmlns:a16="http://schemas.microsoft.com/office/drawing/2014/main" id="{7FFED7FE-1931-4258-99D5-4185042E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3268" y="32669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200">
            <a:extLst xmlns:a="http://schemas.openxmlformats.org/drawingml/2006/main">
              <a:ext uri="{FF2B5EF4-FFF2-40B4-BE49-F238E27FC236}">
                <a16:creationId xmlns:a16="http://schemas.microsoft.com/office/drawing/2014/main" id="{77F27FF3-DDAA-407A-97EB-6309EBA5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865" y="3264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201">
            <a:extLst xmlns:a="http://schemas.openxmlformats.org/drawingml/2006/main">
              <a:ext uri="{FF2B5EF4-FFF2-40B4-BE49-F238E27FC236}">
                <a16:creationId xmlns:a16="http://schemas.microsoft.com/office/drawing/2014/main" id="{C9F28E85-B39C-4EAF-A26A-286025D9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626" y="28468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202">
            <a:extLst xmlns:a="http://schemas.openxmlformats.org/drawingml/2006/main">
              <a:ext uri="{FF2B5EF4-FFF2-40B4-BE49-F238E27FC236}">
                <a16:creationId xmlns:a16="http://schemas.microsoft.com/office/drawing/2014/main" id="{64EB8773-02BE-4DF7-896E-D3147E0F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399" y="33077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203">
            <a:extLst xmlns:a="http://schemas.openxmlformats.org/drawingml/2006/main">
              <a:ext uri="{FF2B5EF4-FFF2-40B4-BE49-F238E27FC236}">
                <a16:creationId xmlns:a16="http://schemas.microsoft.com/office/drawing/2014/main" id="{DCBBE210-DB6F-4F29-9489-A298751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735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204">
            <a:extLst xmlns:a="http://schemas.openxmlformats.org/drawingml/2006/main">
              <a:ext uri="{FF2B5EF4-FFF2-40B4-BE49-F238E27FC236}">
                <a16:creationId xmlns:a16="http://schemas.microsoft.com/office/drawing/2014/main" id="{60F46CF5-26AF-413C-8BDA-C6837C7F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203" y="3313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205">
            <a:extLst xmlns:a="http://schemas.openxmlformats.org/drawingml/2006/main">
              <a:ext uri="{FF2B5EF4-FFF2-40B4-BE49-F238E27FC236}">
                <a16:creationId xmlns:a16="http://schemas.microsoft.com/office/drawing/2014/main" id="{0F91C446-B6A0-418B-A80F-0FE0171D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420" y="33223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206">
            <a:extLst xmlns:a="http://schemas.openxmlformats.org/drawingml/2006/main">
              <a:ext uri="{FF2B5EF4-FFF2-40B4-BE49-F238E27FC236}">
                <a16:creationId xmlns:a16="http://schemas.microsoft.com/office/drawing/2014/main" id="{D82271CE-5540-444C-98F9-F31A9141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8649" y="31216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207">
            <a:extLst xmlns:a="http://schemas.openxmlformats.org/drawingml/2006/main">
              <a:ext uri="{FF2B5EF4-FFF2-40B4-BE49-F238E27FC236}">
                <a16:creationId xmlns:a16="http://schemas.microsoft.com/office/drawing/2014/main" id="{5BAEF04A-1762-45D8-8336-3D4FE894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828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208">
            <a:extLst xmlns:a="http://schemas.openxmlformats.org/drawingml/2006/main">
              <a:ext uri="{FF2B5EF4-FFF2-40B4-BE49-F238E27FC236}">
                <a16:creationId xmlns:a16="http://schemas.microsoft.com/office/drawing/2014/main" id="{74EA8AE4-F47D-4F67-8B68-FCF64667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893" y="32231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209">
            <a:extLst xmlns:a="http://schemas.openxmlformats.org/drawingml/2006/main">
              <a:ext uri="{FF2B5EF4-FFF2-40B4-BE49-F238E27FC236}">
                <a16:creationId xmlns:a16="http://schemas.microsoft.com/office/drawing/2014/main" id="{871FD0B9-330F-428F-A74B-B7E3D00E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364" y="2018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210">
            <a:extLst xmlns:a="http://schemas.openxmlformats.org/drawingml/2006/main">
              <a:ext uri="{FF2B5EF4-FFF2-40B4-BE49-F238E27FC236}">
                <a16:creationId xmlns:a16="http://schemas.microsoft.com/office/drawing/2014/main" id="{A7BFA857-3594-4461-8D50-7F74CFF0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741" y="17140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211">
            <a:extLst xmlns:a="http://schemas.openxmlformats.org/drawingml/2006/main">
              <a:ext uri="{FF2B5EF4-FFF2-40B4-BE49-F238E27FC236}">
                <a16:creationId xmlns:a16="http://schemas.microsoft.com/office/drawing/2014/main" id="{647C89E7-7503-43EA-96F1-4C65EAF3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0708" y="19067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212">
            <a:extLst xmlns:a="http://schemas.openxmlformats.org/drawingml/2006/main">
              <a:ext uri="{FF2B5EF4-FFF2-40B4-BE49-F238E27FC236}">
                <a16:creationId xmlns:a16="http://schemas.microsoft.com/office/drawing/2014/main" id="{10A92A98-4C73-4398-8D52-F91AA083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365" y="31279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213">
            <a:extLst xmlns:a="http://schemas.openxmlformats.org/drawingml/2006/main">
              <a:ext uri="{FF2B5EF4-FFF2-40B4-BE49-F238E27FC236}">
                <a16:creationId xmlns:a16="http://schemas.microsoft.com/office/drawing/2014/main" id="{CC2758B7-31B5-4C21-BF3D-A581C1E0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441" y="20181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214">
            <a:extLst xmlns:a="http://schemas.openxmlformats.org/drawingml/2006/main">
              <a:ext uri="{FF2B5EF4-FFF2-40B4-BE49-F238E27FC236}">
                <a16:creationId xmlns:a16="http://schemas.microsoft.com/office/drawing/2014/main" id="{B96CBCB9-1BAF-4667-A98E-BDE819CD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31" y="22497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215">
            <a:extLst xmlns:a="http://schemas.openxmlformats.org/drawingml/2006/main">
              <a:ext uri="{FF2B5EF4-FFF2-40B4-BE49-F238E27FC236}">
                <a16:creationId xmlns:a16="http://schemas.microsoft.com/office/drawing/2014/main" id="{4321E877-5B07-4F4C-A677-6C0EE832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4599" y="17908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216">
            <a:extLst xmlns:a="http://schemas.openxmlformats.org/drawingml/2006/main">
              <a:ext uri="{FF2B5EF4-FFF2-40B4-BE49-F238E27FC236}">
                <a16:creationId xmlns:a16="http://schemas.microsoft.com/office/drawing/2014/main" id="{ADAB808C-01AE-43A6-B682-7F72B37E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7712" y="18257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217">
            <a:extLst xmlns:a="http://schemas.openxmlformats.org/drawingml/2006/main">
              <a:ext uri="{FF2B5EF4-FFF2-40B4-BE49-F238E27FC236}">
                <a16:creationId xmlns:a16="http://schemas.microsoft.com/office/drawing/2014/main" id="{C17F8073-570B-4D74-A292-1BE10E63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391" y="22979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218">
            <a:extLst xmlns:a="http://schemas.openxmlformats.org/drawingml/2006/main">
              <a:ext uri="{FF2B5EF4-FFF2-40B4-BE49-F238E27FC236}">
                <a16:creationId xmlns:a16="http://schemas.microsoft.com/office/drawing/2014/main" id="{ADC3C5D6-9129-45B3-8A46-094C2F81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0946" y="1731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219">
            <a:extLst xmlns:a="http://schemas.openxmlformats.org/drawingml/2006/main">
              <a:ext uri="{FF2B5EF4-FFF2-40B4-BE49-F238E27FC236}">
                <a16:creationId xmlns:a16="http://schemas.microsoft.com/office/drawing/2014/main" id="{06964C4E-CF33-47A5-95D5-1816970D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311" y="2509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220">
            <a:extLst xmlns:a="http://schemas.openxmlformats.org/drawingml/2006/main">
              <a:ext uri="{FF2B5EF4-FFF2-40B4-BE49-F238E27FC236}">
                <a16:creationId xmlns:a16="http://schemas.microsoft.com/office/drawing/2014/main" id="{21A50FB5-61E2-4FD1-A519-607E8CB3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222" y="22656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221">
            <a:extLst xmlns:a="http://schemas.openxmlformats.org/drawingml/2006/main">
              <a:ext uri="{FF2B5EF4-FFF2-40B4-BE49-F238E27FC236}">
                <a16:creationId xmlns:a16="http://schemas.microsoft.com/office/drawing/2014/main" id="{FB6BC451-FA97-4C3C-8087-E8F41349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6046" y="23674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222">
            <a:extLst xmlns:a="http://schemas.openxmlformats.org/drawingml/2006/main">
              <a:ext uri="{FF2B5EF4-FFF2-40B4-BE49-F238E27FC236}">
                <a16:creationId xmlns:a16="http://schemas.microsoft.com/office/drawing/2014/main" id="{2848B122-4B9E-433D-A63F-B14C00D3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1432" y="20999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223">
            <a:extLst xmlns:a="http://schemas.openxmlformats.org/drawingml/2006/main">
              <a:ext uri="{FF2B5EF4-FFF2-40B4-BE49-F238E27FC236}">
                <a16:creationId xmlns:a16="http://schemas.microsoft.com/office/drawing/2014/main" id="{1184235F-8ED9-41C7-AFED-3EEDE399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421" y="18184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224">
            <a:extLst xmlns:a="http://schemas.openxmlformats.org/drawingml/2006/main">
              <a:ext uri="{FF2B5EF4-FFF2-40B4-BE49-F238E27FC236}">
                <a16:creationId xmlns:a16="http://schemas.microsoft.com/office/drawing/2014/main" id="{59F8F5CE-FD4F-497C-B423-9B39605C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8449" y="18613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225">
            <a:extLst xmlns:a="http://schemas.openxmlformats.org/drawingml/2006/main">
              <a:ext uri="{FF2B5EF4-FFF2-40B4-BE49-F238E27FC236}">
                <a16:creationId xmlns:a16="http://schemas.microsoft.com/office/drawing/2014/main" id="{8DD7B439-2058-4736-9667-4C001AE2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002" y="23772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226">
            <a:extLst xmlns:a="http://schemas.openxmlformats.org/drawingml/2006/main">
              <a:ext uri="{FF2B5EF4-FFF2-40B4-BE49-F238E27FC236}">
                <a16:creationId xmlns:a16="http://schemas.microsoft.com/office/drawing/2014/main" id="{39DB28B7-8333-44D4-ADE4-96BA6FA5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776" y="23967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227">
            <a:extLst xmlns:a="http://schemas.openxmlformats.org/drawingml/2006/main">
              <a:ext uri="{FF2B5EF4-FFF2-40B4-BE49-F238E27FC236}">
                <a16:creationId xmlns:a16="http://schemas.microsoft.com/office/drawing/2014/main" id="{DAE87611-56FC-4572-9E8D-6FB722CA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8953" y="22814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228">
            <a:extLst xmlns:a="http://schemas.openxmlformats.org/drawingml/2006/main">
              <a:ext uri="{FF2B5EF4-FFF2-40B4-BE49-F238E27FC236}">
                <a16:creationId xmlns:a16="http://schemas.microsoft.com/office/drawing/2014/main" id="{18F8301F-8CD0-4AB5-AB8F-93F2DC25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76" y="21953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229">
            <a:extLst xmlns:a="http://schemas.openxmlformats.org/drawingml/2006/main">
              <a:ext uri="{FF2B5EF4-FFF2-40B4-BE49-F238E27FC236}">
                <a16:creationId xmlns:a16="http://schemas.microsoft.com/office/drawing/2014/main" id="{D04939C4-6512-4755-BEB2-B8EE9267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521" y="28832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230">
            <a:extLst xmlns:a="http://schemas.openxmlformats.org/drawingml/2006/main">
              <a:ext uri="{FF2B5EF4-FFF2-40B4-BE49-F238E27FC236}">
                <a16:creationId xmlns:a16="http://schemas.microsoft.com/office/drawing/2014/main" id="{DCC07C3B-4040-43C8-9A53-93E0469F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8345" y="24876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231">
            <a:extLst xmlns:a="http://schemas.openxmlformats.org/drawingml/2006/main">
              <a:ext uri="{FF2B5EF4-FFF2-40B4-BE49-F238E27FC236}">
                <a16:creationId xmlns:a16="http://schemas.microsoft.com/office/drawing/2014/main" id="{57F7BE22-7728-4400-B392-98AE7BE1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031" y="2284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232">
            <a:extLst xmlns:a="http://schemas.openxmlformats.org/drawingml/2006/main">
              <a:ext uri="{FF2B5EF4-FFF2-40B4-BE49-F238E27FC236}">
                <a16:creationId xmlns:a16="http://schemas.microsoft.com/office/drawing/2014/main" id="{FCAD1005-30C1-47FF-82A9-EB43087F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626" y="17622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233">
            <a:extLst xmlns:a="http://schemas.openxmlformats.org/drawingml/2006/main">
              <a:ext uri="{FF2B5EF4-FFF2-40B4-BE49-F238E27FC236}">
                <a16:creationId xmlns:a16="http://schemas.microsoft.com/office/drawing/2014/main" id="{ACAEFAD2-CED9-46A1-A297-E562A6E8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8983" y="3072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234">
            <a:extLst xmlns:a="http://schemas.openxmlformats.org/drawingml/2006/main">
              <a:ext uri="{FF2B5EF4-FFF2-40B4-BE49-F238E27FC236}">
                <a16:creationId xmlns:a16="http://schemas.microsoft.com/office/drawing/2014/main" id="{F536C4CA-F374-4D94-941C-1188A1BB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55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235">
            <a:extLst xmlns:a="http://schemas.openxmlformats.org/drawingml/2006/main">
              <a:ext uri="{FF2B5EF4-FFF2-40B4-BE49-F238E27FC236}">
                <a16:creationId xmlns:a16="http://schemas.microsoft.com/office/drawing/2014/main" id="{5821974B-6F70-4C4D-B254-3BDA6CFB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947" y="26856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236">
            <a:extLst xmlns:a="http://schemas.openxmlformats.org/drawingml/2006/main">
              <a:ext uri="{FF2B5EF4-FFF2-40B4-BE49-F238E27FC236}">
                <a16:creationId xmlns:a16="http://schemas.microsoft.com/office/drawing/2014/main" id="{6B8A47E9-CA45-4A5A-BFE5-C345AFC1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796" y="28050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237">
            <a:extLst xmlns:a="http://schemas.openxmlformats.org/drawingml/2006/main">
              <a:ext uri="{FF2B5EF4-FFF2-40B4-BE49-F238E27FC236}">
                <a16:creationId xmlns:a16="http://schemas.microsoft.com/office/drawing/2014/main" id="{65BD3736-1C78-4186-B052-AF672999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9231" y="17373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238">
            <a:extLst xmlns:a="http://schemas.openxmlformats.org/drawingml/2006/main">
              <a:ext uri="{FF2B5EF4-FFF2-40B4-BE49-F238E27FC236}">
                <a16:creationId xmlns:a16="http://schemas.microsoft.com/office/drawing/2014/main" id="{B0AE8071-F83B-4F8D-8E5C-07A273BD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097" y="17361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239">
            <a:extLst xmlns:a="http://schemas.openxmlformats.org/drawingml/2006/main">
              <a:ext uri="{FF2B5EF4-FFF2-40B4-BE49-F238E27FC236}">
                <a16:creationId xmlns:a16="http://schemas.microsoft.com/office/drawing/2014/main" id="{39612890-8E33-441D-96D9-7C60CA9E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938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240">
            <a:extLst xmlns:a="http://schemas.openxmlformats.org/drawingml/2006/main">
              <a:ext uri="{FF2B5EF4-FFF2-40B4-BE49-F238E27FC236}">
                <a16:creationId xmlns:a16="http://schemas.microsoft.com/office/drawing/2014/main" id="{7C947B0C-AF81-49A8-882E-11E2C7CC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802" y="23935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241">
            <a:extLst xmlns:a="http://schemas.openxmlformats.org/drawingml/2006/main">
              <a:ext uri="{FF2B5EF4-FFF2-40B4-BE49-F238E27FC236}">
                <a16:creationId xmlns:a16="http://schemas.microsoft.com/office/drawing/2014/main" id="{D9792313-5579-4336-A341-8A3D41B2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45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242">
            <a:extLst xmlns:a="http://schemas.openxmlformats.org/drawingml/2006/main">
              <a:ext uri="{FF2B5EF4-FFF2-40B4-BE49-F238E27FC236}">
                <a16:creationId xmlns:a16="http://schemas.microsoft.com/office/drawing/2014/main" id="{B82AE2C7-BB7F-404C-A449-D6FFEA43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9512" y="24918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243">
            <a:extLst xmlns:a="http://schemas.openxmlformats.org/drawingml/2006/main">
              <a:ext uri="{FF2B5EF4-FFF2-40B4-BE49-F238E27FC236}">
                <a16:creationId xmlns:a16="http://schemas.microsoft.com/office/drawing/2014/main" id="{F4340455-652C-4D9B-B266-0B2A5CFD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50" y="21170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244">
            <a:extLst xmlns:a="http://schemas.openxmlformats.org/drawingml/2006/main">
              <a:ext uri="{FF2B5EF4-FFF2-40B4-BE49-F238E27FC236}">
                <a16:creationId xmlns:a16="http://schemas.microsoft.com/office/drawing/2014/main" id="{430A59C6-6DCD-49AA-952E-6D759EE3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99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245">
            <a:extLst xmlns:a="http://schemas.openxmlformats.org/drawingml/2006/main">
              <a:ext uri="{FF2B5EF4-FFF2-40B4-BE49-F238E27FC236}">
                <a16:creationId xmlns:a16="http://schemas.microsoft.com/office/drawing/2014/main" id="{A2B944FB-BD5A-4389-A501-E4C6D752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2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246">
            <a:extLst xmlns:a="http://schemas.openxmlformats.org/drawingml/2006/main">
              <a:ext uri="{FF2B5EF4-FFF2-40B4-BE49-F238E27FC236}">
                <a16:creationId xmlns:a16="http://schemas.microsoft.com/office/drawing/2014/main" id="{6C88D16C-845A-4C88-A898-8C56EE29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438" y="23981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247">
            <a:extLst xmlns:a="http://schemas.openxmlformats.org/drawingml/2006/main">
              <a:ext uri="{FF2B5EF4-FFF2-40B4-BE49-F238E27FC236}">
                <a16:creationId xmlns:a16="http://schemas.microsoft.com/office/drawing/2014/main" id="{74975A21-6DB1-44D7-91E1-D7E30253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5666" y="16931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248">
            <a:extLst xmlns:a="http://schemas.openxmlformats.org/drawingml/2006/main">
              <a:ext uri="{FF2B5EF4-FFF2-40B4-BE49-F238E27FC236}">
                <a16:creationId xmlns:a16="http://schemas.microsoft.com/office/drawing/2014/main" id="{1D839E1B-8CF1-4CEF-AAA9-FD958415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747" y="1752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249">
            <a:extLst xmlns:a="http://schemas.openxmlformats.org/drawingml/2006/main">
              <a:ext uri="{FF2B5EF4-FFF2-40B4-BE49-F238E27FC236}">
                <a16:creationId xmlns:a16="http://schemas.microsoft.com/office/drawing/2014/main" id="{FCEC05CD-AF33-44FC-812E-AEDF03C3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46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250">
            <a:extLst xmlns:a="http://schemas.openxmlformats.org/drawingml/2006/main">
              <a:ext uri="{FF2B5EF4-FFF2-40B4-BE49-F238E27FC236}">
                <a16:creationId xmlns:a16="http://schemas.microsoft.com/office/drawing/2014/main" id="{07896E0C-7F90-4A37-BDE7-0389B19F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140" y="17874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251">
            <a:extLst xmlns:a="http://schemas.openxmlformats.org/drawingml/2006/main">
              <a:ext uri="{FF2B5EF4-FFF2-40B4-BE49-F238E27FC236}">
                <a16:creationId xmlns:a16="http://schemas.microsoft.com/office/drawing/2014/main" id="{0C87421C-0239-4859-B33D-D20F2944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553" y="25763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252">
            <a:extLst xmlns:a="http://schemas.openxmlformats.org/drawingml/2006/main">
              <a:ext uri="{FF2B5EF4-FFF2-40B4-BE49-F238E27FC236}">
                <a16:creationId xmlns:a16="http://schemas.microsoft.com/office/drawing/2014/main" id="{0BC16845-CF79-4515-9442-4A5B6E7B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832" y="19581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253">
            <a:extLst xmlns:a="http://schemas.openxmlformats.org/drawingml/2006/main">
              <a:ext uri="{FF2B5EF4-FFF2-40B4-BE49-F238E27FC236}">
                <a16:creationId xmlns:a16="http://schemas.microsoft.com/office/drawing/2014/main" id="{9B33FAF8-C51F-464A-8299-7BD920F4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589" y="20348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254">
            <a:extLst xmlns:a="http://schemas.openxmlformats.org/drawingml/2006/main">
              <a:ext uri="{FF2B5EF4-FFF2-40B4-BE49-F238E27FC236}">
                <a16:creationId xmlns:a16="http://schemas.microsoft.com/office/drawing/2014/main" id="{089DAAE3-DAA7-4249-A138-0D8B142A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6189" y="26107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255">
            <a:extLst xmlns:a="http://schemas.openxmlformats.org/drawingml/2006/main">
              <a:ext uri="{FF2B5EF4-FFF2-40B4-BE49-F238E27FC236}">
                <a16:creationId xmlns:a16="http://schemas.microsoft.com/office/drawing/2014/main" id="{BD7F2483-587F-4113-BA7E-AA4889E1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1828" y="2566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256">
            <a:extLst xmlns:a="http://schemas.openxmlformats.org/drawingml/2006/main">
              <a:ext uri="{FF2B5EF4-FFF2-40B4-BE49-F238E27FC236}">
                <a16:creationId xmlns:a16="http://schemas.microsoft.com/office/drawing/2014/main" id="{F900327D-B4C4-4223-834F-FB4B32E2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107" y="31830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257">
            <a:extLst xmlns:a="http://schemas.openxmlformats.org/drawingml/2006/main">
              <a:ext uri="{FF2B5EF4-FFF2-40B4-BE49-F238E27FC236}">
                <a16:creationId xmlns:a16="http://schemas.microsoft.com/office/drawing/2014/main" id="{24342666-7FA6-4B50-ACCA-61DE1AB1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3427" y="24735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258">
            <a:extLst xmlns:a="http://schemas.openxmlformats.org/drawingml/2006/main">
              <a:ext uri="{FF2B5EF4-FFF2-40B4-BE49-F238E27FC236}">
                <a16:creationId xmlns:a16="http://schemas.microsoft.com/office/drawing/2014/main" id="{6560B8E2-90CB-48E3-921D-B278B600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2589" y="17979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259">
            <a:extLst xmlns:a="http://schemas.openxmlformats.org/drawingml/2006/main">
              <a:ext uri="{FF2B5EF4-FFF2-40B4-BE49-F238E27FC236}">
                <a16:creationId xmlns:a16="http://schemas.microsoft.com/office/drawing/2014/main" id="{AC99EC6E-1ABC-4431-B36F-13D0A7B0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256" y="21540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260">
            <a:extLst xmlns:a="http://schemas.openxmlformats.org/drawingml/2006/main">
              <a:ext uri="{FF2B5EF4-FFF2-40B4-BE49-F238E27FC236}">
                <a16:creationId xmlns:a16="http://schemas.microsoft.com/office/drawing/2014/main" id="{1F1BCEB4-CE92-443C-9629-D8FA2D64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24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261">
            <a:extLst xmlns:a="http://schemas.openxmlformats.org/drawingml/2006/main">
              <a:ext uri="{FF2B5EF4-FFF2-40B4-BE49-F238E27FC236}">
                <a16:creationId xmlns:a16="http://schemas.microsoft.com/office/drawing/2014/main" id="{12A0839D-E6B2-4A83-B70A-80084F06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887" y="2309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262">
            <a:extLst xmlns:a="http://schemas.openxmlformats.org/drawingml/2006/main">
              <a:ext uri="{FF2B5EF4-FFF2-40B4-BE49-F238E27FC236}">
                <a16:creationId xmlns:a16="http://schemas.microsoft.com/office/drawing/2014/main" id="{C382BE83-8BFD-49A5-8000-DDE99B59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2670" y="23424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263">
            <a:extLst xmlns:a="http://schemas.openxmlformats.org/drawingml/2006/main">
              <a:ext uri="{FF2B5EF4-FFF2-40B4-BE49-F238E27FC236}">
                <a16:creationId xmlns:a16="http://schemas.microsoft.com/office/drawing/2014/main" id="{BAF89E90-DED6-4584-B44A-F9AB1D5E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402" y="21648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264">
            <a:extLst xmlns:a="http://schemas.openxmlformats.org/drawingml/2006/main">
              <a:ext uri="{FF2B5EF4-FFF2-40B4-BE49-F238E27FC236}">
                <a16:creationId xmlns:a16="http://schemas.microsoft.com/office/drawing/2014/main" id="{6A31BAAB-A977-4213-8914-08A182C6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4767" y="22620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265">
            <a:extLst xmlns:a="http://schemas.openxmlformats.org/drawingml/2006/main">
              <a:ext uri="{FF2B5EF4-FFF2-40B4-BE49-F238E27FC236}">
                <a16:creationId xmlns:a16="http://schemas.microsoft.com/office/drawing/2014/main" id="{9F5985B9-17A4-43B6-B4A1-525D3908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8301" y="32114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266">
            <a:extLst xmlns:a="http://schemas.openxmlformats.org/drawingml/2006/main">
              <a:ext uri="{FF2B5EF4-FFF2-40B4-BE49-F238E27FC236}">
                <a16:creationId xmlns:a16="http://schemas.microsoft.com/office/drawing/2014/main" id="{CBB45121-B5DD-43F3-BECF-5DBF7FEF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5400" y="16885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267">
            <a:extLst xmlns:a="http://schemas.openxmlformats.org/drawingml/2006/main">
              <a:ext uri="{FF2B5EF4-FFF2-40B4-BE49-F238E27FC236}">
                <a16:creationId xmlns:a16="http://schemas.microsoft.com/office/drawing/2014/main" id="{241028BE-E67C-41A2-94E3-2EC9E1C2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398" y="19635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268">
            <a:extLst xmlns:a="http://schemas.openxmlformats.org/drawingml/2006/main">
              <a:ext uri="{FF2B5EF4-FFF2-40B4-BE49-F238E27FC236}">
                <a16:creationId xmlns:a16="http://schemas.microsoft.com/office/drawing/2014/main" id="{69366C9A-972E-4CA5-828F-6C8DB435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047" y="18425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269">
            <a:extLst xmlns:a="http://schemas.openxmlformats.org/drawingml/2006/main">
              <a:ext uri="{FF2B5EF4-FFF2-40B4-BE49-F238E27FC236}">
                <a16:creationId xmlns:a16="http://schemas.microsoft.com/office/drawing/2014/main" id="{EC413BFD-F5C4-4105-8FAF-29BF17A2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45" y="22589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270">
            <a:extLst xmlns:a="http://schemas.openxmlformats.org/drawingml/2006/main">
              <a:ext uri="{FF2B5EF4-FFF2-40B4-BE49-F238E27FC236}">
                <a16:creationId xmlns:a16="http://schemas.microsoft.com/office/drawing/2014/main" id="{FD4D64AB-8A31-4EE1-ADA6-7EEFF7A9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6712" y="15910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271">
            <a:extLst xmlns:a="http://schemas.openxmlformats.org/drawingml/2006/main">
              <a:ext uri="{FF2B5EF4-FFF2-40B4-BE49-F238E27FC236}">
                <a16:creationId xmlns:a16="http://schemas.microsoft.com/office/drawing/2014/main" id="{52A2D93E-1FC9-413E-9F09-BC2AC321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2228" y="2233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272">
            <a:extLst xmlns:a="http://schemas.openxmlformats.org/drawingml/2006/main">
              <a:ext uri="{FF2B5EF4-FFF2-40B4-BE49-F238E27FC236}">
                <a16:creationId xmlns:a16="http://schemas.microsoft.com/office/drawing/2014/main" id="{F6EDEA64-7213-4B0B-B8C3-9766C7ED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1421" y="29804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273">
            <a:extLst xmlns:a="http://schemas.openxmlformats.org/drawingml/2006/main">
              <a:ext uri="{FF2B5EF4-FFF2-40B4-BE49-F238E27FC236}">
                <a16:creationId xmlns:a16="http://schemas.microsoft.com/office/drawing/2014/main" id="{B66A9280-89D2-4914-B31F-8E61B5E1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7981" y="30115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274">
            <a:extLst xmlns:a="http://schemas.openxmlformats.org/drawingml/2006/main">
              <a:ext uri="{FF2B5EF4-FFF2-40B4-BE49-F238E27FC236}">
                <a16:creationId xmlns:a16="http://schemas.microsoft.com/office/drawing/2014/main" id="{9D25E4F6-AF99-46C4-9EEC-D8D76F81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283" y="2512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275">
            <a:extLst xmlns:a="http://schemas.openxmlformats.org/drawingml/2006/main">
              <a:ext uri="{FF2B5EF4-FFF2-40B4-BE49-F238E27FC236}">
                <a16:creationId xmlns:a16="http://schemas.microsoft.com/office/drawing/2014/main" id="{3003E1E9-5304-4ABB-A1C0-C8D03878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1578" y="27766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276">
            <a:extLst xmlns:a="http://schemas.openxmlformats.org/drawingml/2006/main">
              <a:ext uri="{FF2B5EF4-FFF2-40B4-BE49-F238E27FC236}">
                <a16:creationId xmlns:a16="http://schemas.microsoft.com/office/drawing/2014/main" id="{EBFC8FEB-FEEE-4E74-8D74-AD507AC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14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277">
            <a:extLst xmlns:a="http://schemas.openxmlformats.org/drawingml/2006/main">
              <a:ext uri="{FF2B5EF4-FFF2-40B4-BE49-F238E27FC236}">
                <a16:creationId xmlns:a16="http://schemas.microsoft.com/office/drawing/2014/main" id="{3957DFA0-8547-46C7-8682-C3224315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082" y="20771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278">
            <a:extLst xmlns:a="http://schemas.openxmlformats.org/drawingml/2006/main">
              <a:ext uri="{FF2B5EF4-FFF2-40B4-BE49-F238E27FC236}">
                <a16:creationId xmlns:a16="http://schemas.microsoft.com/office/drawing/2014/main" id="{67327117-8A62-494D-8B43-578B918B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393" y="27296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279">
            <a:extLst xmlns:a="http://schemas.openxmlformats.org/drawingml/2006/main">
              <a:ext uri="{FF2B5EF4-FFF2-40B4-BE49-F238E27FC236}">
                <a16:creationId xmlns:a16="http://schemas.microsoft.com/office/drawing/2014/main" id="{EA862B2B-4F24-4E3F-A8E6-DE85711D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419" y="16949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280">
            <a:extLst xmlns:a="http://schemas.openxmlformats.org/drawingml/2006/main">
              <a:ext uri="{FF2B5EF4-FFF2-40B4-BE49-F238E27FC236}">
                <a16:creationId xmlns:a16="http://schemas.microsoft.com/office/drawing/2014/main" id="{B7F7FA26-18E5-490F-AFE6-FE48D8D9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837" y="25919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281">
            <a:extLst xmlns:a="http://schemas.openxmlformats.org/drawingml/2006/main">
              <a:ext uri="{FF2B5EF4-FFF2-40B4-BE49-F238E27FC236}">
                <a16:creationId xmlns:a16="http://schemas.microsoft.com/office/drawing/2014/main" id="{06A47226-EA8A-44EE-B8A9-101EAF97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625" y="23305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282">
            <a:extLst xmlns:a="http://schemas.openxmlformats.org/drawingml/2006/main">
              <a:ext uri="{FF2B5EF4-FFF2-40B4-BE49-F238E27FC236}">
                <a16:creationId xmlns:a16="http://schemas.microsoft.com/office/drawing/2014/main" id="{AD8CD799-2D1D-4702-A4FB-2A135EDA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9835" y="19536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283">
            <a:extLst xmlns:a="http://schemas.openxmlformats.org/drawingml/2006/main">
              <a:ext uri="{FF2B5EF4-FFF2-40B4-BE49-F238E27FC236}">
                <a16:creationId xmlns:a16="http://schemas.microsoft.com/office/drawing/2014/main" id="{431D8410-0677-455D-A21D-DDDD53A0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994" y="27541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284">
            <a:extLst xmlns:a="http://schemas.openxmlformats.org/drawingml/2006/main">
              <a:ext uri="{FF2B5EF4-FFF2-40B4-BE49-F238E27FC236}">
                <a16:creationId xmlns:a16="http://schemas.microsoft.com/office/drawing/2014/main" id="{889BE9AF-8DDC-42FC-94D5-BF870A98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753" y="28568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285">
            <a:extLst xmlns:a="http://schemas.openxmlformats.org/drawingml/2006/main">
              <a:ext uri="{FF2B5EF4-FFF2-40B4-BE49-F238E27FC236}">
                <a16:creationId xmlns:a16="http://schemas.microsoft.com/office/drawing/2014/main" id="{58E7E43B-2C73-4B02-AE34-91CD484C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27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286">
            <a:extLst xmlns:a="http://schemas.openxmlformats.org/drawingml/2006/main">
              <a:ext uri="{FF2B5EF4-FFF2-40B4-BE49-F238E27FC236}">
                <a16:creationId xmlns:a16="http://schemas.microsoft.com/office/drawing/2014/main" id="{83AB6A44-53C3-4CC8-A0A0-BC52C375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1862" y="18352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287">
            <a:extLst xmlns:a="http://schemas.openxmlformats.org/drawingml/2006/main">
              <a:ext uri="{FF2B5EF4-FFF2-40B4-BE49-F238E27FC236}">
                <a16:creationId xmlns:a16="http://schemas.microsoft.com/office/drawing/2014/main" id="{2FE23AFD-7038-4E86-B7FE-BDDB5445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7715" y="203876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288">
            <a:extLst xmlns:a="http://schemas.openxmlformats.org/drawingml/2006/main">
              <a:ext uri="{FF2B5EF4-FFF2-40B4-BE49-F238E27FC236}">
                <a16:creationId xmlns:a16="http://schemas.microsoft.com/office/drawing/2014/main" id="{AE48A0E4-1D6B-42B3-A907-353F0B09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567" y="18976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289">
            <a:extLst xmlns:a="http://schemas.openxmlformats.org/drawingml/2006/main">
              <a:ext uri="{FF2B5EF4-FFF2-40B4-BE49-F238E27FC236}">
                <a16:creationId xmlns:a16="http://schemas.microsoft.com/office/drawing/2014/main" id="{4AB15843-DE5C-4C00-9180-F5758AF7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0860" y="17685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290">
            <a:extLst xmlns:a="http://schemas.openxmlformats.org/drawingml/2006/main">
              <a:ext uri="{FF2B5EF4-FFF2-40B4-BE49-F238E27FC236}">
                <a16:creationId xmlns:a16="http://schemas.microsoft.com/office/drawing/2014/main" id="{7DE3A61B-B72E-484E-B62F-A2768F23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11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291">
            <a:extLst xmlns:a="http://schemas.openxmlformats.org/drawingml/2006/main">
              <a:ext uri="{FF2B5EF4-FFF2-40B4-BE49-F238E27FC236}">
                <a16:creationId xmlns:a16="http://schemas.microsoft.com/office/drawing/2014/main" id="{13F409AD-D717-45A6-99FF-B62A91D1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4546" y="1903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292">
            <a:extLst xmlns:a="http://schemas.openxmlformats.org/drawingml/2006/main">
              <a:ext uri="{FF2B5EF4-FFF2-40B4-BE49-F238E27FC236}">
                <a16:creationId xmlns:a16="http://schemas.microsoft.com/office/drawing/2014/main" id="{0F83E2F1-99B0-4B8F-AF25-69CDB7FA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730" y="20049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293">
            <a:extLst xmlns:a="http://schemas.openxmlformats.org/drawingml/2006/main">
              <a:ext uri="{FF2B5EF4-FFF2-40B4-BE49-F238E27FC236}">
                <a16:creationId xmlns:a16="http://schemas.microsoft.com/office/drawing/2014/main" id="{55E4D659-97E8-47DE-9132-25196F76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998" y="16826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294">
            <a:extLst xmlns:a="http://schemas.openxmlformats.org/drawingml/2006/main">
              <a:ext uri="{FF2B5EF4-FFF2-40B4-BE49-F238E27FC236}">
                <a16:creationId xmlns:a16="http://schemas.microsoft.com/office/drawing/2014/main" id="{8FA00FE4-6369-42CC-B5AD-DD3B81C6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399" y="27974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295">
            <a:extLst xmlns:a="http://schemas.openxmlformats.org/drawingml/2006/main">
              <a:ext uri="{FF2B5EF4-FFF2-40B4-BE49-F238E27FC236}">
                <a16:creationId xmlns:a16="http://schemas.microsoft.com/office/drawing/2014/main" id="{1736BC9B-0036-490A-9601-FAF0D4D7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434" y="24090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296">
            <a:extLst xmlns:a="http://schemas.openxmlformats.org/drawingml/2006/main">
              <a:ext uri="{FF2B5EF4-FFF2-40B4-BE49-F238E27FC236}">
                <a16:creationId xmlns:a16="http://schemas.microsoft.com/office/drawing/2014/main" id="{8E0E89CC-A566-4720-A9CD-2960BAB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3628" y="15545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297">
            <a:extLst xmlns:a="http://schemas.openxmlformats.org/drawingml/2006/main">
              <a:ext uri="{FF2B5EF4-FFF2-40B4-BE49-F238E27FC236}">
                <a16:creationId xmlns:a16="http://schemas.microsoft.com/office/drawing/2014/main" id="{1A05F337-40BD-49E9-9E3D-4D150A0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948" y="30623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298">
            <a:extLst xmlns:a="http://schemas.openxmlformats.org/drawingml/2006/main">
              <a:ext uri="{FF2B5EF4-FFF2-40B4-BE49-F238E27FC236}">
                <a16:creationId xmlns:a16="http://schemas.microsoft.com/office/drawing/2014/main" id="{DD3BC906-AE5A-475A-93C7-E9ADD5F8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8311" y="1742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299">
            <a:extLst xmlns:a="http://schemas.openxmlformats.org/drawingml/2006/main">
              <a:ext uri="{FF2B5EF4-FFF2-40B4-BE49-F238E27FC236}">
                <a16:creationId xmlns:a16="http://schemas.microsoft.com/office/drawing/2014/main" id="{0C9082A5-BB42-4DBC-833E-7B64692B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689" y="26491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300">
            <a:extLst xmlns:a="http://schemas.openxmlformats.org/drawingml/2006/main">
              <a:ext uri="{FF2B5EF4-FFF2-40B4-BE49-F238E27FC236}">
                <a16:creationId xmlns:a16="http://schemas.microsoft.com/office/drawing/2014/main" id="{CD890D8B-F566-4D39-800A-71D11815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826" y="29534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301">
            <a:extLst xmlns:a="http://schemas.openxmlformats.org/drawingml/2006/main">
              <a:ext uri="{FF2B5EF4-FFF2-40B4-BE49-F238E27FC236}">
                <a16:creationId xmlns:a16="http://schemas.microsoft.com/office/drawing/2014/main" id="{75C9C636-8B66-47AD-B87A-8B57C9E6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114" y="15849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302">
            <a:extLst xmlns:a="http://schemas.openxmlformats.org/drawingml/2006/main">
              <a:ext uri="{FF2B5EF4-FFF2-40B4-BE49-F238E27FC236}">
                <a16:creationId xmlns:a16="http://schemas.microsoft.com/office/drawing/2014/main" id="{BC567A30-35E2-458E-8411-191162D6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2117" y="185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303">
            <a:extLst xmlns:a="http://schemas.openxmlformats.org/drawingml/2006/main">
              <a:ext uri="{FF2B5EF4-FFF2-40B4-BE49-F238E27FC236}">
                <a16:creationId xmlns:a16="http://schemas.microsoft.com/office/drawing/2014/main" id="{6097C967-EC73-4317-ACAD-36EC64D3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8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304">
            <a:extLst xmlns:a="http://schemas.openxmlformats.org/drawingml/2006/main">
              <a:ext uri="{FF2B5EF4-FFF2-40B4-BE49-F238E27FC236}">
                <a16:creationId xmlns:a16="http://schemas.microsoft.com/office/drawing/2014/main" id="{DB2CD4BD-AF01-4C0D-BC65-BED4607D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4120" y="26017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305">
            <a:extLst xmlns:a="http://schemas.openxmlformats.org/drawingml/2006/main">
              <a:ext uri="{FF2B5EF4-FFF2-40B4-BE49-F238E27FC236}">
                <a16:creationId xmlns:a16="http://schemas.microsoft.com/office/drawing/2014/main" id="{0A5D866F-2A36-4A6F-90BA-64545A3B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8583" y="25122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306">
            <a:extLst xmlns:a="http://schemas.openxmlformats.org/drawingml/2006/main">
              <a:ext uri="{FF2B5EF4-FFF2-40B4-BE49-F238E27FC236}">
                <a16:creationId xmlns:a16="http://schemas.microsoft.com/office/drawing/2014/main" id="{956214BE-52D0-4132-9CE9-A3F1907D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924" y="2632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307">
            <a:extLst xmlns:a="http://schemas.openxmlformats.org/drawingml/2006/main">
              <a:ext uri="{FF2B5EF4-FFF2-40B4-BE49-F238E27FC236}">
                <a16:creationId xmlns:a16="http://schemas.microsoft.com/office/drawing/2014/main" id="{0012F34B-3F60-4569-86F0-3DBE9017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8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308">
            <a:extLst xmlns:a="http://schemas.openxmlformats.org/drawingml/2006/main">
              <a:ext uri="{FF2B5EF4-FFF2-40B4-BE49-F238E27FC236}">
                <a16:creationId xmlns:a16="http://schemas.microsoft.com/office/drawing/2014/main" id="{077094F2-6DC7-4ECA-8E36-36BD747A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4029" y="22522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309">
            <a:extLst xmlns:a="http://schemas.openxmlformats.org/drawingml/2006/main">
              <a:ext uri="{FF2B5EF4-FFF2-40B4-BE49-F238E27FC236}">
                <a16:creationId xmlns:a16="http://schemas.microsoft.com/office/drawing/2014/main" id="{D09E1685-DCFD-4B08-B2BE-E4C43311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34" y="17568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310">
            <a:extLst xmlns:a="http://schemas.openxmlformats.org/drawingml/2006/main">
              <a:ext uri="{FF2B5EF4-FFF2-40B4-BE49-F238E27FC236}">
                <a16:creationId xmlns:a16="http://schemas.microsoft.com/office/drawing/2014/main" id="{A989CF57-6BEB-4FD4-BF32-E21D0342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720" y="30099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311">
            <a:extLst xmlns:a="http://schemas.openxmlformats.org/drawingml/2006/main">
              <a:ext uri="{FF2B5EF4-FFF2-40B4-BE49-F238E27FC236}">
                <a16:creationId xmlns:a16="http://schemas.microsoft.com/office/drawing/2014/main" id="{FC590435-A0D6-4CB7-B895-AE4CB290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6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312">
            <a:extLst xmlns:a="http://schemas.openxmlformats.org/drawingml/2006/main">
              <a:ext uri="{FF2B5EF4-FFF2-40B4-BE49-F238E27FC236}">
                <a16:creationId xmlns:a16="http://schemas.microsoft.com/office/drawing/2014/main" id="{9B05A4F1-252D-497B-96F4-FEC56A17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1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313">
            <a:extLst xmlns:a="http://schemas.openxmlformats.org/drawingml/2006/main">
              <a:ext uri="{FF2B5EF4-FFF2-40B4-BE49-F238E27FC236}">
                <a16:creationId xmlns:a16="http://schemas.microsoft.com/office/drawing/2014/main" id="{30FB6773-4AA6-42B9-8020-DD7E603E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9304" y="2709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314">
            <a:extLst xmlns:a="http://schemas.openxmlformats.org/drawingml/2006/main">
              <a:ext uri="{FF2B5EF4-FFF2-40B4-BE49-F238E27FC236}">
                <a16:creationId xmlns:a16="http://schemas.microsoft.com/office/drawing/2014/main" id="{74B7370C-6913-4230-B11E-BCB7B176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973" y="27865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315">
            <a:extLst xmlns:a="http://schemas.openxmlformats.org/drawingml/2006/main">
              <a:ext uri="{FF2B5EF4-FFF2-40B4-BE49-F238E27FC236}">
                <a16:creationId xmlns:a16="http://schemas.microsoft.com/office/drawing/2014/main" id="{340A0954-1A32-446C-9152-262D2CDE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5576" y="16869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316">
            <a:extLst xmlns:a="http://schemas.openxmlformats.org/drawingml/2006/main">
              <a:ext uri="{FF2B5EF4-FFF2-40B4-BE49-F238E27FC236}">
                <a16:creationId xmlns:a16="http://schemas.microsoft.com/office/drawing/2014/main" id="{DEF7940A-5A8D-4F9B-925C-05751B1B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283" y="20617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317">
            <a:extLst xmlns:a="http://schemas.openxmlformats.org/drawingml/2006/main">
              <a:ext uri="{FF2B5EF4-FFF2-40B4-BE49-F238E27FC236}">
                <a16:creationId xmlns:a16="http://schemas.microsoft.com/office/drawing/2014/main" id="{52FBC616-9521-415B-9277-DE6D5FA3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133" y="25999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318">
            <a:extLst xmlns:a="http://schemas.openxmlformats.org/drawingml/2006/main">
              <a:ext uri="{FF2B5EF4-FFF2-40B4-BE49-F238E27FC236}">
                <a16:creationId xmlns:a16="http://schemas.microsoft.com/office/drawing/2014/main" id="{604D06E1-A3AA-4DD9-A721-B00991BC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724" y="25024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319">
            <a:extLst xmlns:a="http://schemas.openxmlformats.org/drawingml/2006/main">
              <a:ext uri="{FF2B5EF4-FFF2-40B4-BE49-F238E27FC236}">
                <a16:creationId xmlns:a16="http://schemas.microsoft.com/office/drawing/2014/main" id="{23C1CE45-2DF6-484E-A86F-237FCD98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1226" y="27528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320">
            <a:extLst xmlns:a="http://schemas.openxmlformats.org/drawingml/2006/main">
              <a:ext uri="{FF2B5EF4-FFF2-40B4-BE49-F238E27FC236}">
                <a16:creationId xmlns:a16="http://schemas.microsoft.com/office/drawing/2014/main" id="{2F6D88FD-1D29-4E70-B575-4DBF5493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0672" y="23395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321">
            <a:extLst xmlns:a="http://schemas.openxmlformats.org/drawingml/2006/main">
              <a:ext uri="{FF2B5EF4-FFF2-40B4-BE49-F238E27FC236}">
                <a16:creationId xmlns:a16="http://schemas.microsoft.com/office/drawing/2014/main" id="{4EA64C31-E687-4B9A-9CB4-9624A017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424" y="221023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322">
            <a:extLst xmlns:a="http://schemas.openxmlformats.org/drawingml/2006/main">
              <a:ext uri="{FF2B5EF4-FFF2-40B4-BE49-F238E27FC236}">
                <a16:creationId xmlns:a16="http://schemas.microsoft.com/office/drawing/2014/main" id="{1CEDF86A-4A5A-4C09-B430-DD34BCF5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168" y="19215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323">
            <a:extLst xmlns:a="http://schemas.openxmlformats.org/drawingml/2006/main">
              <a:ext uri="{FF2B5EF4-FFF2-40B4-BE49-F238E27FC236}">
                <a16:creationId xmlns:a16="http://schemas.microsoft.com/office/drawing/2014/main" id="{3E24362F-FFB7-47C1-A627-2CA00828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136" y="22804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324">
            <a:extLst xmlns:a="http://schemas.openxmlformats.org/drawingml/2006/main">
              <a:ext uri="{FF2B5EF4-FFF2-40B4-BE49-F238E27FC236}">
                <a16:creationId xmlns:a16="http://schemas.microsoft.com/office/drawing/2014/main" id="{BE305F80-E82E-4646-AC10-82A849C3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0353" y="27356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325">
            <a:extLst xmlns:a="http://schemas.openxmlformats.org/drawingml/2006/main">
              <a:ext uri="{FF2B5EF4-FFF2-40B4-BE49-F238E27FC236}">
                <a16:creationId xmlns:a16="http://schemas.microsoft.com/office/drawing/2014/main" id="{286188A0-C785-4CE2-894E-687C2A03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008" y="29942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326">
            <a:extLst xmlns:a="http://schemas.openxmlformats.org/drawingml/2006/main">
              <a:ext uri="{FF2B5EF4-FFF2-40B4-BE49-F238E27FC236}">
                <a16:creationId xmlns:a16="http://schemas.microsoft.com/office/drawing/2014/main" id="{1E92C801-A7E8-4EB7-AC08-55E4DA85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7870" y="18669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327">
            <a:extLst xmlns:a="http://schemas.openxmlformats.org/drawingml/2006/main">
              <a:ext uri="{FF2B5EF4-FFF2-40B4-BE49-F238E27FC236}">
                <a16:creationId xmlns:a16="http://schemas.microsoft.com/office/drawing/2014/main" id="{61FBAEBD-A54A-4BBA-918B-686B222B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66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328">
            <a:extLst xmlns:a="http://schemas.openxmlformats.org/drawingml/2006/main">
              <a:ext uri="{FF2B5EF4-FFF2-40B4-BE49-F238E27FC236}">
                <a16:creationId xmlns:a16="http://schemas.microsoft.com/office/drawing/2014/main" id="{855C2BB4-0B4C-4CCA-AB75-7AA0C199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1689" y="17917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329">
            <a:extLst xmlns:a="http://schemas.openxmlformats.org/drawingml/2006/main">
              <a:ext uri="{FF2B5EF4-FFF2-40B4-BE49-F238E27FC236}">
                <a16:creationId xmlns:a16="http://schemas.microsoft.com/office/drawing/2014/main" id="{7D352DE9-9D89-4A68-952E-2AAF3192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9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330">
            <a:extLst xmlns:a="http://schemas.openxmlformats.org/drawingml/2006/main">
              <a:ext uri="{FF2B5EF4-FFF2-40B4-BE49-F238E27FC236}">
                <a16:creationId xmlns:a16="http://schemas.microsoft.com/office/drawing/2014/main" id="{C2A849A1-1B8E-4420-B1FE-0ED56BCE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983" y="2188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331">
            <a:extLst xmlns:a="http://schemas.openxmlformats.org/drawingml/2006/main">
              <a:ext uri="{FF2B5EF4-FFF2-40B4-BE49-F238E27FC236}">
                <a16:creationId xmlns:a16="http://schemas.microsoft.com/office/drawing/2014/main" id="{CA4A55D6-B7DA-43FF-8B0B-50722978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7502" y="27887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332">
            <a:extLst xmlns:a="http://schemas.openxmlformats.org/drawingml/2006/main">
              <a:ext uri="{FF2B5EF4-FFF2-40B4-BE49-F238E27FC236}">
                <a16:creationId xmlns:a16="http://schemas.microsoft.com/office/drawing/2014/main" id="{BE59DD27-C77E-487B-9204-5FC2DF47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867" y="29345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333">
            <a:extLst xmlns:a="http://schemas.openxmlformats.org/drawingml/2006/main">
              <a:ext uri="{FF2B5EF4-FFF2-40B4-BE49-F238E27FC236}">
                <a16:creationId xmlns:a16="http://schemas.microsoft.com/office/drawing/2014/main" id="{6483FBDF-1DA0-4A17-AA70-B84C4AA2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3301" y="18448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334">
            <a:extLst xmlns:a="http://schemas.openxmlformats.org/drawingml/2006/main">
              <a:ext uri="{FF2B5EF4-FFF2-40B4-BE49-F238E27FC236}">
                <a16:creationId xmlns:a16="http://schemas.microsoft.com/office/drawing/2014/main" id="{41270572-644D-469D-BBE6-289025DE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899" y="16712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335">
            <a:extLst xmlns:a="http://schemas.openxmlformats.org/drawingml/2006/main">
              <a:ext uri="{FF2B5EF4-FFF2-40B4-BE49-F238E27FC236}">
                <a16:creationId xmlns:a16="http://schemas.microsoft.com/office/drawing/2014/main" id="{E72A9037-B2C0-4563-8024-5B720F84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077" y="28531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336">
            <a:extLst xmlns:a="http://schemas.openxmlformats.org/drawingml/2006/main">
              <a:ext uri="{FF2B5EF4-FFF2-40B4-BE49-F238E27FC236}">
                <a16:creationId xmlns:a16="http://schemas.microsoft.com/office/drawing/2014/main" id="{4E44735D-8F99-4F99-9650-C83AE56F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4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337">
            <a:extLst xmlns:a="http://schemas.openxmlformats.org/drawingml/2006/main">
              <a:ext uri="{FF2B5EF4-FFF2-40B4-BE49-F238E27FC236}">
                <a16:creationId xmlns:a16="http://schemas.microsoft.com/office/drawing/2014/main" id="{10C340DA-B9B3-4C95-A305-FBD11FE4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152" y="22932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338">
            <a:extLst xmlns:a="http://schemas.openxmlformats.org/drawingml/2006/main">
              <a:ext uri="{FF2B5EF4-FFF2-40B4-BE49-F238E27FC236}">
                <a16:creationId xmlns:a16="http://schemas.microsoft.com/office/drawing/2014/main" id="{D3786DB7-814A-4701-B7F7-99F3F871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8106" y="17523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339">
            <a:extLst xmlns:a="http://schemas.openxmlformats.org/drawingml/2006/main">
              <a:ext uri="{FF2B5EF4-FFF2-40B4-BE49-F238E27FC236}">
                <a16:creationId xmlns:a16="http://schemas.microsoft.com/office/drawing/2014/main" id="{F050F57A-FDB6-487C-957A-53CEA2F6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55" y="21299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340">
            <a:extLst xmlns:a="http://schemas.openxmlformats.org/drawingml/2006/main">
              <a:ext uri="{FF2B5EF4-FFF2-40B4-BE49-F238E27FC236}">
                <a16:creationId xmlns:a16="http://schemas.microsoft.com/office/drawing/2014/main" id="{561ABFD2-7998-43CF-BFC6-34BC4F7B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325" y="22467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341">
            <a:extLst xmlns:a="http://schemas.openxmlformats.org/drawingml/2006/main">
              <a:ext uri="{FF2B5EF4-FFF2-40B4-BE49-F238E27FC236}">
                <a16:creationId xmlns:a16="http://schemas.microsoft.com/office/drawing/2014/main" id="{BB1D00DC-C2BD-43EE-B5A9-815AD7BE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747" y="18061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342">
            <a:extLst xmlns:a="http://schemas.openxmlformats.org/drawingml/2006/main">
              <a:ext uri="{FF2B5EF4-FFF2-40B4-BE49-F238E27FC236}">
                <a16:creationId xmlns:a16="http://schemas.microsoft.com/office/drawing/2014/main" id="{4BB4AC21-AE4A-4A89-858C-09A160B5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776" y="18356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343">
            <a:extLst xmlns:a="http://schemas.openxmlformats.org/drawingml/2006/main">
              <a:ext uri="{FF2B5EF4-FFF2-40B4-BE49-F238E27FC236}">
                <a16:creationId xmlns:a16="http://schemas.microsoft.com/office/drawing/2014/main" id="{1C468F98-9B6F-425C-8369-DCFB3FFD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044" y="23017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344">
            <a:extLst xmlns:a="http://schemas.openxmlformats.org/drawingml/2006/main">
              <a:ext uri="{FF2B5EF4-FFF2-40B4-BE49-F238E27FC236}">
                <a16:creationId xmlns:a16="http://schemas.microsoft.com/office/drawing/2014/main" id="{AB67631E-D0E0-483E-A230-CBD26B8F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5618" y="20484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345">
            <a:extLst xmlns:a="http://schemas.openxmlformats.org/drawingml/2006/main">
              <a:ext uri="{FF2B5EF4-FFF2-40B4-BE49-F238E27FC236}">
                <a16:creationId xmlns:a16="http://schemas.microsoft.com/office/drawing/2014/main" id="{FAB5F4EC-FAA7-4111-811B-FC2EB021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840" y="24411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346">
            <a:extLst xmlns:a="http://schemas.openxmlformats.org/drawingml/2006/main">
              <a:ext uri="{FF2B5EF4-FFF2-40B4-BE49-F238E27FC236}">
                <a16:creationId xmlns:a16="http://schemas.microsoft.com/office/drawing/2014/main" id="{9B0B1459-ACAF-4750-A318-5CA81930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859" y="19256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347">
            <a:extLst xmlns:a="http://schemas.openxmlformats.org/drawingml/2006/main">
              <a:ext uri="{FF2B5EF4-FFF2-40B4-BE49-F238E27FC236}">
                <a16:creationId xmlns:a16="http://schemas.microsoft.com/office/drawing/2014/main" id="{A50ADACB-935A-493D-8A4B-FE8F4B1C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63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348">
            <a:extLst xmlns:a="http://schemas.openxmlformats.org/drawingml/2006/main">
              <a:ext uri="{FF2B5EF4-FFF2-40B4-BE49-F238E27FC236}">
                <a16:creationId xmlns:a16="http://schemas.microsoft.com/office/drawing/2014/main" id="{4FD4B928-0AED-49B9-8A9F-99611F56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866" y="22834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349">
            <a:extLst xmlns:a="http://schemas.openxmlformats.org/drawingml/2006/main">
              <a:ext uri="{FF2B5EF4-FFF2-40B4-BE49-F238E27FC236}">
                <a16:creationId xmlns:a16="http://schemas.microsoft.com/office/drawing/2014/main" id="{AB4A88D5-CF00-4E2B-8C0B-6BF852F5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95" y="18431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350">
            <a:extLst xmlns:a="http://schemas.openxmlformats.org/drawingml/2006/main">
              <a:ext uri="{FF2B5EF4-FFF2-40B4-BE49-F238E27FC236}">
                <a16:creationId xmlns:a16="http://schemas.microsoft.com/office/drawing/2014/main" id="{66C25DB4-0E27-4BC5-BB18-D984E04A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73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351">
            <a:extLst xmlns:a="http://schemas.openxmlformats.org/drawingml/2006/main">
              <a:ext uri="{FF2B5EF4-FFF2-40B4-BE49-F238E27FC236}">
                <a16:creationId xmlns:a16="http://schemas.microsoft.com/office/drawing/2014/main" id="{C1CCEB83-3A95-4D09-8B59-4AFEE658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4272" y="22362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352">
            <a:extLst xmlns:a="http://schemas.openxmlformats.org/drawingml/2006/main">
              <a:ext uri="{FF2B5EF4-FFF2-40B4-BE49-F238E27FC236}">
                <a16:creationId xmlns:a16="http://schemas.microsoft.com/office/drawing/2014/main" id="{93BA61C9-3C2F-4578-84B4-4560F557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87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353">
            <a:extLst xmlns:a="http://schemas.openxmlformats.org/drawingml/2006/main">
              <a:ext uri="{FF2B5EF4-FFF2-40B4-BE49-F238E27FC236}">
                <a16:creationId xmlns:a16="http://schemas.microsoft.com/office/drawing/2014/main" id="{98D92EFF-0999-4B90-B18A-BDB15A31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8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354">
            <a:extLst xmlns:a="http://schemas.openxmlformats.org/drawingml/2006/main">
              <a:ext uri="{FF2B5EF4-FFF2-40B4-BE49-F238E27FC236}">
                <a16:creationId xmlns:a16="http://schemas.microsoft.com/office/drawing/2014/main" id="{F0F7F122-A81B-48DC-8501-FF8755F5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7223" y="31201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355">
            <a:extLst xmlns:a="http://schemas.openxmlformats.org/drawingml/2006/main">
              <a:ext uri="{FF2B5EF4-FFF2-40B4-BE49-F238E27FC236}">
                <a16:creationId xmlns:a16="http://schemas.microsoft.com/office/drawing/2014/main" id="{78627CBC-BE5A-4EB7-B0A9-30A19FCE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732" y="23427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356">
            <a:extLst xmlns:a="http://schemas.openxmlformats.org/drawingml/2006/main">
              <a:ext uri="{FF2B5EF4-FFF2-40B4-BE49-F238E27FC236}">
                <a16:creationId xmlns:a16="http://schemas.microsoft.com/office/drawing/2014/main" id="{E7DF4D3F-AD83-46E3-90F4-48F7DD94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133" y="3079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357">
            <a:extLst xmlns:a="http://schemas.openxmlformats.org/drawingml/2006/main">
              <a:ext uri="{FF2B5EF4-FFF2-40B4-BE49-F238E27FC236}">
                <a16:creationId xmlns:a16="http://schemas.microsoft.com/office/drawing/2014/main" id="{491FACA3-B029-41B9-9167-864CA529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266" y="21413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358">
            <a:extLst xmlns:a="http://schemas.openxmlformats.org/drawingml/2006/main">
              <a:ext uri="{FF2B5EF4-FFF2-40B4-BE49-F238E27FC236}">
                <a16:creationId xmlns:a16="http://schemas.microsoft.com/office/drawing/2014/main" id="{B9A4CCD1-6C02-4AA3-8104-03397A6C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643" y="1809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359">
            <a:extLst xmlns:a="http://schemas.openxmlformats.org/drawingml/2006/main">
              <a:ext uri="{FF2B5EF4-FFF2-40B4-BE49-F238E27FC236}">
                <a16:creationId xmlns:a16="http://schemas.microsoft.com/office/drawing/2014/main" id="{B0944F7C-0343-4EA2-85E6-1AEA4705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60" y="27189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360">
            <a:extLst xmlns:a="http://schemas.openxmlformats.org/drawingml/2006/main">
              <a:ext uri="{FF2B5EF4-FFF2-40B4-BE49-F238E27FC236}">
                <a16:creationId xmlns:a16="http://schemas.microsoft.com/office/drawing/2014/main" id="{9A5D2151-9B6A-4BEF-9967-1F475C03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798" y="19007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361">
            <a:extLst xmlns:a="http://schemas.openxmlformats.org/drawingml/2006/main">
              <a:ext uri="{FF2B5EF4-FFF2-40B4-BE49-F238E27FC236}">
                <a16:creationId xmlns:a16="http://schemas.microsoft.com/office/drawing/2014/main" id="{F6D2B258-9ED1-4CCF-B88D-71B14CD1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9359" y="27969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362">
            <a:extLst xmlns:a="http://schemas.openxmlformats.org/drawingml/2006/main">
              <a:ext uri="{FF2B5EF4-FFF2-40B4-BE49-F238E27FC236}">
                <a16:creationId xmlns:a16="http://schemas.microsoft.com/office/drawing/2014/main" id="{9A5E1A9D-450C-4D60-923C-9A50166C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767" y="22510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363">
            <a:extLst xmlns:a="http://schemas.openxmlformats.org/drawingml/2006/main">
              <a:ext uri="{FF2B5EF4-FFF2-40B4-BE49-F238E27FC236}">
                <a16:creationId xmlns:a16="http://schemas.microsoft.com/office/drawing/2014/main" id="{8AD732C3-D4BC-4875-A9EE-67B4335B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303" y="2943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364">
            <a:extLst xmlns:a="http://schemas.openxmlformats.org/drawingml/2006/main">
              <a:ext uri="{FF2B5EF4-FFF2-40B4-BE49-F238E27FC236}">
                <a16:creationId xmlns:a16="http://schemas.microsoft.com/office/drawing/2014/main" id="{5FC21EBE-5443-4AD6-BCFF-F8CE0F1F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3574" y="24439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365">
            <a:extLst xmlns:a="http://schemas.openxmlformats.org/drawingml/2006/main">
              <a:ext uri="{FF2B5EF4-FFF2-40B4-BE49-F238E27FC236}">
                <a16:creationId xmlns:a16="http://schemas.microsoft.com/office/drawing/2014/main" id="{BC260817-0AB1-4C1D-BF3B-B30301F7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947" y="20486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366">
            <a:extLst xmlns:a="http://schemas.openxmlformats.org/drawingml/2006/main">
              <a:ext uri="{FF2B5EF4-FFF2-40B4-BE49-F238E27FC236}">
                <a16:creationId xmlns:a16="http://schemas.microsoft.com/office/drawing/2014/main" id="{A8B88001-555E-49CE-9A64-96BA8B2E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131" y="18669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367">
            <a:extLst xmlns:a="http://schemas.openxmlformats.org/drawingml/2006/main">
              <a:ext uri="{FF2B5EF4-FFF2-40B4-BE49-F238E27FC236}">
                <a16:creationId xmlns:a16="http://schemas.microsoft.com/office/drawing/2014/main" id="{CF146A36-6FB2-480B-85B6-62D19672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929" y="27605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368">
            <a:extLst xmlns:a="http://schemas.openxmlformats.org/drawingml/2006/main">
              <a:ext uri="{FF2B5EF4-FFF2-40B4-BE49-F238E27FC236}">
                <a16:creationId xmlns:a16="http://schemas.microsoft.com/office/drawing/2014/main" id="{A83441AF-8250-4194-9840-B4E8AFA2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1514" y="18686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369">
            <a:extLst xmlns:a="http://schemas.openxmlformats.org/drawingml/2006/main">
              <a:ext uri="{FF2B5EF4-FFF2-40B4-BE49-F238E27FC236}">
                <a16:creationId xmlns:a16="http://schemas.microsoft.com/office/drawing/2014/main" id="{F061AA80-2108-4217-84B7-3BB19706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5185" y="30488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370">
            <a:extLst xmlns:a="http://schemas.openxmlformats.org/drawingml/2006/main">
              <a:ext uri="{FF2B5EF4-FFF2-40B4-BE49-F238E27FC236}">
                <a16:creationId xmlns:a16="http://schemas.microsoft.com/office/drawing/2014/main" id="{15A82A5C-436D-4733-8E53-4FCB17CB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653" y="18184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371">
            <a:extLst xmlns:a="http://schemas.openxmlformats.org/drawingml/2006/main">
              <a:ext uri="{FF2B5EF4-FFF2-40B4-BE49-F238E27FC236}">
                <a16:creationId xmlns:a16="http://schemas.microsoft.com/office/drawing/2014/main" id="{33FCD1C2-5576-490B-8437-58DE55D0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827" y="21562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372">
            <a:extLst xmlns:a="http://schemas.openxmlformats.org/drawingml/2006/main">
              <a:ext uri="{FF2B5EF4-FFF2-40B4-BE49-F238E27FC236}">
                <a16:creationId xmlns:a16="http://schemas.microsoft.com/office/drawing/2014/main" id="{6FDDB29A-6809-4029-BB9A-7B5A0A9B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793" y="1813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373">
            <a:extLst xmlns:a="http://schemas.openxmlformats.org/drawingml/2006/main">
              <a:ext uri="{FF2B5EF4-FFF2-40B4-BE49-F238E27FC236}">
                <a16:creationId xmlns:a16="http://schemas.microsoft.com/office/drawing/2014/main" id="{C7CDDE5F-E604-493C-AC6D-03CFD908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013" y="28662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374">
            <a:extLst xmlns:a="http://schemas.openxmlformats.org/drawingml/2006/main">
              <a:ext uri="{FF2B5EF4-FFF2-40B4-BE49-F238E27FC236}">
                <a16:creationId xmlns:a16="http://schemas.microsoft.com/office/drawing/2014/main" id="{56D80F27-A569-436B-935D-B2E919B1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2576" y="20517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375">
            <a:extLst xmlns:a="http://schemas.openxmlformats.org/drawingml/2006/main">
              <a:ext uri="{FF2B5EF4-FFF2-40B4-BE49-F238E27FC236}">
                <a16:creationId xmlns:a16="http://schemas.microsoft.com/office/drawing/2014/main" id="{19E35EAB-9477-4E97-B4F1-EAAF43F1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489" y="24787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376">
            <a:extLst xmlns:a="http://schemas.openxmlformats.org/drawingml/2006/main">
              <a:ext uri="{FF2B5EF4-FFF2-40B4-BE49-F238E27FC236}">
                <a16:creationId xmlns:a16="http://schemas.microsoft.com/office/drawing/2014/main" id="{9CF90059-41BD-45EA-8E62-61A39E50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288" y="2483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377">
            <a:extLst xmlns:a="http://schemas.openxmlformats.org/drawingml/2006/main">
              <a:ext uri="{FF2B5EF4-FFF2-40B4-BE49-F238E27FC236}">
                <a16:creationId xmlns:a16="http://schemas.microsoft.com/office/drawing/2014/main" id="{B3B29368-F39B-4355-8AA0-EA5B27EF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659" y="24875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378">
            <a:extLst xmlns:a="http://schemas.openxmlformats.org/drawingml/2006/main">
              <a:ext uri="{FF2B5EF4-FFF2-40B4-BE49-F238E27FC236}">
                <a16:creationId xmlns:a16="http://schemas.microsoft.com/office/drawing/2014/main" id="{88D4F47C-42FE-42F8-89AC-C7423AF0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709" y="24478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379">
            <a:extLst xmlns:a="http://schemas.openxmlformats.org/drawingml/2006/main">
              <a:ext uri="{FF2B5EF4-FFF2-40B4-BE49-F238E27FC236}">
                <a16:creationId xmlns:a16="http://schemas.microsoft.com/office/drawing/2014/main" id="{A05ECBF3-9991-4356-BC29-202FC216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658" y="1926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380">
            <a:extLst xmlns:a="http://schemas.openxmlformats.org/drawingml/2006/main">
              <a:ext uri="{FF2B5EF4-FFF2-40B4-BE49-F238E27FC236}">
                <a16:creationId xmlns:a16="http://schemas.microsoft.com/office/drawing/2014/main" id="{EFCE35B3-44FC-4E9E-B1E2-259E3BE6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327" y="32072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381">
            <a:extLst xmlns:a="http://schemas.openxmlformats.org/drawingml/2006/main">
              <a:ext uri="{FF2B5EF4-FFF2-40B4-BE49-F238E27FC236}">
                <a16:creationId xmlns:a16="http://schemas.microsoft.com/office/drawing/2014/main" id="{57A9D592-4771-4346-ACB7-B28EF79A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231" y="25489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382">
            <a:extLst xmlns:a="http://schemas.openxmlformats.org/drawingml/2006/main">
              <a:ext uri="{FF2B5EF4-FFF2-40B4-BE49-F238E27FC236}">
                <a16:creationId xmlns:a16="http://schemas.microsoft.com/office/drawing/2014/main" id="{E0F9AAE6-0613-415E-801E-7461A47A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561" y="21216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383">
            <a:extLst xmlns:a="http://schemas.openxmlformats.org/drawingml/2006/main">
              <a:ext uri="{FF2B5EF4-FFF2-40B4-BE49-F238E27FC236}">
                <a16:creationId xmlns:a16="http://schemas.microsoft.com/office/drawing/2014/main" id="{F7C0DD9B-F006-481F-8F66-8F4B7918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710" y="26318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384">
            <a:extLst xmlns:a="http://schemas.openxmlformats.org/drawingml/2006/main">
              <a:ext uri="{FF2B5EF4-FFF2-40B4-BE49-F238E27FC236}">
                <a16:creationId xmlns:a16="http://schemas.microsoft.com/office/drawing/2014/main" id="{B89BFDAD-4F07-40E1-9162-385AE962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83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385">
            <a:extLst xmlns:a="http://schemas.openxmlformats.org/drawingml/2006/main">
              <a:ext uri="{FF2B5EF4-FFF2-40B4-BE49-F238E27FC236}">
                <a16:creationId xmlns:a16="http://schemas.microsoft.com/office/drawing/2014/main" id="{E9EB8386-A65F-49E7-B8DB-6318549C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1029" y="29607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386">
            <a:extLst xmlns:a="http://schemas.openxmlformats.org/drawingml/2006/main">
              <a:ext uri="{FF2B5EF4-FFF2-40B4-BE49-F238E27FC236}">
                <a16:creationId xmlns:a16="http://schemas.microsoft.com/office/drawing/2014/main" id="{E95C4D25-3023-40E9-A8B0-15112036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4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387">
            <a:extLst xmlns:a="http://schemas.openxmlformats.org/drawingml/2006/main">
              <a:ext uri="{FF2B5EF4-FFF2-40B4-BE49-F238E27FC236}">
                <a16:creationId xmlns:a16="http://schemas.microsoft.com/office/drawing/2014/main" id="{733A3031-5EB1-4190-AABD-52189AB7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33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388">
            <a:extLst xmlns:a="http://schemas.openxmlformats.org/drawingml/2006/main">
              <a:ext uri="{FF2B5EF4-FFF2-40B4-BE49-F238E27FC236}">
                <a16:creationId xmlns:a16="http://schemas.microsoft.com/office/drawing/2014/main" id="{60231924-EF4F-4262-9102-08D57AC7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671" y="17457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389">
            <a:extLst xmlns:a="http://schemas.openxmlformats.org/drawingml/2006/main">
              <a:ext uri="{FF2B5EF4-FFF2-40B4-BE49-F238E27FC236}">
                <a16:creationId xmlns:a16="http://schemas.microsoft.com/office/drawing/2014/main" id="{E28C66E2-888B-495D-A174-E139C101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048" y="16316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390">
            <a:extLst xmlns:a="http://schemas.openxmlformats.org/drawingml/2006/main">
              <a:ext uri="{FF2B5EF4-FFF2-40B4-BE49-F238E27FC236}">
                <a16:creationId xmlns:a16="http://schemas.microsoft.com/office/drawing/2014/main" id="{79224CB9-9C7F-4736-9431-B16ACA4F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246" y="17365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391">
            <a:extLst xmlns:a="http://schemas.openxmlformats.org/drawingml/2006/main">
              <a:ext uri="{FF2B5EF4-FFF2-40B4-BE49-F238E27FC236}">
                <a16:creationId xmlns:a16="http://schemas.microsoft.com/office/drawing/2014/main" id="{E81494E3-BE31-49D2-91C0-D7997187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795" y="30772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392">
            <a:extLst xmlns:a="http://schemas.openxmlformats.org/drawingml/2006/main">
              <a:ext uri="{FF2B5EF4-FFF2-40B4-BE49-F238E27FC236}">
                <a16:creationId xmlns:a16="http://schemas.microsoft.com/office/drawing/2014/main" id="{E63C4247-C1AD-4DEC-A2DF-B774D2B7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8780" y="18632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393">
            <a:extLst xmlns:a="http://schemas.openxmlformats.org/drawingml/2006/main">
              <a:ext uri="{FF2B5EF4-FFF2-40B4-BE49-F238E27FC236}">
                <a16:creationId xmlns:a16="http://schemas.microsoft.com/office/drawing/2014/main" id="{8E564696-7A83-4B2B-99FE-796D26AF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053" y="19465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394">
            <a:extLst xmlns:a="http://schemas.openxmlformats.org/drawingml/2006/main">
              <a:ext uri="{FF2B5EF4-FFF2-40B4-BE49-F238E27FC236}">
                <a16:creationId xmlns:a16="http://schemas.microsoft.com/office/drawing/2014/main" id="{78780D3D-7DDC-439A-8844-CDA8C02A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56" y="17666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395">
            <a:extLst xmlns:a="http://schemas.openxmlformats.org/drawingml/2006/main">
              <a:ext uri="{FF2B5EF4-FFF2-40B4-BE49-F238E27FC236}">
                <a16:creationId xmlns:a16="http://schemas.microsoft.com/office/drawing/2014/main" id="{5DDFF499-77AD-4E14-BCCE-5A17232F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4203" y="18226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396">
            <a:extLst xmlns:a="http://schemas.openxmlformats.org/drawingml/2006/main">
              <a:ext uri="{FF2B5EF4-FFF2-40B4-BE49-F238E27FC236}">
                <a16:creationId xmlns:a16="http://schemas.microsoft.com/office/drawing/2014/main" id="{2938AA1F-FA92-4C3F-875F-4C775D3B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841" y="26078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397">
            <a:extLst xmlns:a="http://schemas.openxmlformats.org/drawingml/2006/main">
              <a:ext uri="{FF2B5EF4-FFF2-40B4-BE49-F238E27FC236}">
                <a16:creationId xmlns:a16="http://schemas.microsoft.com/office/drawing/2014/main" id="{A940F49A-DADD-4018-A815-C3EA4FA0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765" y="2529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398">
            <a:extLst xmlns:a="http://schemas.openxmlformats.org/drawingml/2006/main">
              <a:ext uri="{FF2B5EF4-FFF2-40B4-BE49-F238E27FC236}">
                <a16:creationId xmlns:a16="http://schemas.microsoft.com/office/drawing/2014/main" id="{4AE74F0F-B417-4F11-8522-7D406810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676" y="25683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399">
            <a:extLst xmlns:a="http://schemas.openxmlformats.org/drawingml/2006/main">
              <a:ext uri="{FF2B5EF4-FFF2-40B4-BE49-F238E27FC236}">
                <a16:creationId xmlns:a16="http://schemas.microsoft.com/office/drawing/2014/main" id="{4E83FBA6-D6C5-4FD5-9CE7-5E57B3D3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503" y="17806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400">
            <a:extLst xmlns:a="http://schemas.openxmlformats.org/drawingml/2006/main">
              <a:ext uri="{FF2B5EF4-FFF2-40B4-BE49-F238E27FC236}">
                <a16:creationId xmlns:a16="http://schemas.microsoft.com/office/drawing/2014/main" id="{BC468924-AF94-4119-A021-E4FD04E7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6272" y="2006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401">
            <a:extLst xmlns:a="http://schemas.openxmlformats.org/drawingml/2006/main">
              <a:ext uri="{FF2B5EF4-FFF2-40B4-BE49-F238E27FC236}">
                <a16:creationId xmlns:a16="http://schemas.microsoft.com/office/drawing/2014/main" id="{3137329F-A20C-4CA3-8CE3-78F39597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516" y="23936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402">
            <a:extLst xmlns:a="http://schemas.openxmlformats.org/drawingml/2006/main">
              <a:ext uri="{FF2B5EF4-FFF2-40B4-BE49-F238E27FC236}">
                <a16:creationId xmlns:a16="http://schemas.microsoft.com/office/drawing/2014/main" id="{C4C0D439-46FF-4539-B87A-B140128D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236" y="18266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403">
            <a:extLst xmlns:a="http://schemas.openxmlformats.org/drawingml/2006/main">
              <a:ext uri="{FF2B5EF4-FFF2-40B4-BE49-F238E27FC236}">
                <a16:creationId xmlns:a16="http://schemas.microsoft.com/office/drawing/2014/main" id="{3936077E-88F1-4C00-9F75-EC399E1F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673" y="18326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404">
            <a:extLst xmlns:a="http://schemas.openxmlformats.org/drawingml/2006/main">
              <a:ext uri="{FF2B5EF4-FFF2-40B4-BE49-F238E27FC236}">
                <a16:creationId xmlns:a16="http://schemas.microsoft.com/office/drawing/2014/main" id="{37B40918-C6FA-412A-896B-7EE51B76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830" y="27033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405">
            <a:extLst xmlns:a="http://schemas.openxmlformats.org/drawingml/2006/main">
              <a:ext uri="{FF2B5EF4-FFF2-40B4-BE49-F238E27FC236}">
                <a16:creationId xmlns:a16="http://schemas.microsoft.com/office/drawing/2014/main" id="{57A52490-991F-44D0-8253-41840507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436" y="1915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406">
            <a:extLst xmlns:a="http://schemas.openxmlformats.org/drawingml/2006/main">
              <a:ext uri="{FF2B5EF4-FFF2-40B4-BE49-F238E27FC236}">
                <a16:creationId xmlns:a16="http://schemas.microsoft.com/office/drawing/2014/main" id="{606FAC06-653C-440A-84C9-0D816E0C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7891" y="19693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407">
            <a:extLst xmlns:a="http://schemas.openxmlformats.org/drawingml/2006/main">
              <a:ext uri="{FF2B5EF4-FFF2-40B4-BE49-F238E27FC236}">
                <a16:creationId xmlns:a16="http://schemas.microsoft.com/office/drawing/2014/main" id="{E6E7931F-B407-4189-A710-CEF9A82F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7523" y="20254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408">
            <a:extLst xmlns:a="http://schemas.openxmlformats.org/drawingml/2006/main">
              <a:ext uri="{FF2B5EF4-FFF2-40B4-BE49-F238E27FC236}">
                <a16:creationId xmlns:a16="http://schemas.microsoft.com/office/drawing/2014/main" id="{3F655281-5AC3-4A09-9CF7-1ED91DE9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883" y="2459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409">
            <a:extLst xmlns:a="http://schemas.openxmlformats.org/drawingml/2006/main">
              <a:ext uri="{FF2B5EF4-FFF2-40B4-BE49-F238E27FC236}">
                <a16:creationId xmlns:a16="http://schemas.microsoft.com/office/drawing/2014/main" id="{2C1029A9-6611-4F95-8CA6-2CA26FA1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3467" y="19960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410">
            <a:extLst xmlns:a="http://schemas.openxmlformats.org/drawingml/2006/main">
              <a:ext uri="{FF2B5EF4-FFF2-40B4-BE49-F238E27FC236}">
                <a16:creationId xmlns:a16="http://schemas.microsoft.com/office/drawing/2014/main" id="{96029CCA-A779-4074-AFE3-0202D6D7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670" y="22161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411">
            <a:extLst xmlns:a="http://schemas.openxmlformats.org/drawingml/2006/main">
              <a:ext uri="{FF2B5EF4-FFF2-40B4-BE49-F238E27FC236}">
                <a16:creationId xmlns:a16="http://schemas.microsoft.com/office/drawing/2014/main" id="{5BF0633C-8F78-46DC-AFF6-76F810CC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5973" y="1755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412">
            <a:extLst xmlns:a="http://schemas.openxmlformats.org/drawingml/2006/main">
              <a:ext uri="{FF2B5EF4-FFF2-40B4-BE49-F238E27FC236}">
                <a16:creationId xmlns:a16="http://schemas.microsoft.com/office/drawing/2014/main" id="{020A6260-7BD6-47D8-999E-8B067782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210" y="28790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413">
            <a:extLst xmlns:a="http://schemas.openxmlformats.org/drawingml/2006/main">
              <a:ext uri="{FF2B5EF4-FFF2-40B4-BE49-F238E27FC236}">
                <a16:creationId xmlns:a16="http://schemas.microsoft.com/office/drawing/2014/main" id="{D1E9060E-CAB0-4DC1-A8D0-3E75352B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5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414">
            <a:extLst xmlns:a="http://schemas.openxmlformats.org/drawingml/2006/main">
              <a:ext uri="{FF2B5EF4-FFF2-40B4-BE49-F238E27FC236}">
                <a16:creationId xmlns:a16="http://schemas.microsoft.com/office/drawing/2014/main" id="{131A51A8-0B73-4516-9CB3-9BB757F8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083" y="27019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415">
            <a:extLst xmlns:a="http://schemas.openxmlformats.org/drawingml/2006/main">
              <a:ext uri="{FF2B5EF4-FFF2-40B4-BE49-F238E27FC236}">
                <a16:creationId xmlns:a16="http://schemas.microsoft.com/office/drawing/2014/main" id="{C8D3C611-11BC-441A-B69B-B78169B8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7936" y="2728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416">
            <a:extLst xmlns:a="http://schemas.openxmlformats.org/drawingml/2006/main">
              <a:ext uri="{FF2B5EF4-FFF2-40B4-BE49-F238E27FC236}">
                <a16:creationId xmlns:a16="http://schemas.microsoft.com/office/drawing/2014/main" id="{35C266E0-B675-4F9E-92A4-52CC4ACF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5244" y="17400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417">
            <a:extLst xmlns:a="http://schemas.openxmlformats.org/drawingml/2006/main">
              <a:ext uri="{FF2B5EF4-FFF2-40B4-BE49-F238E27FC236}">
                <a16:creationId xmlns:a16="http://schemas.microsoft.com/office/drawing/2014/main" id="{9788BC4D-166B-44B8-8AFD-F056B581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393" y="17300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418">
            <a:extLst xmlns:a="http://schemas.openxmlformats.org/drawingml/2006/main">
              <a:ext uri="{FF2B5EF4-FFF2-40B4-BE49-F238E27FC236}">
                <a16:creationId xmlns:a16="http://schemas.microsoft.com/office/drawing/2014/main" id="{30C1F830-4AA2-4503-B69D-674294E6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591" y="26009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419">
            <a:extLst xmlns:a="http://schemas.openxmlformats.org/drawingml/2006/main">
              <a:ext uri="{FF2B5EF4-FFF2-40B4-BE49-F238E27FC236}">
                <a16:creationId xmlns:a16="http://schemas.microsoft.com/office/drawing/2014/main" id="{5F14AE0A-C194-44EF-8D55-02A695B1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5979" y="22028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420">
            <a:extLst xmlns:a="http://schemas.openxmlformats.org/drawingml/2006/main">
              <a:ext uri="{FF2B5EF4-FFF2-40B4-BE49-F238E27FC236}">
                <a16:creationId xmlns:a16="http://schemas.microsoft.com/office/drawing/2014/main" id="{37259EF5-A72F-4ED9-9B5F-29211110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949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421">
            <a:extLst xmlns:a="http://schemas.openxmlformats.org/drawingml/2006/main">
              <a:ext uri="{FF2B5EF4-FFF2-40B4-BE49-F238E27FC236}">
                <a16:creationId xmlns:a16="http://schemas.microsoft.com/office/drawing/2014/main" id="{61CE5945-1893-4F58-94CA-32CDF0F2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343" y="27178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422">
            <a:extLst xmlns:a="http://schemas.openxmlformats.org/drawingml/2006/main">
              <a:ext uri="{FF2B5EF4-FFF2-40B4-BE49-F238E27FC236}">
                <a16:creationId xmlns:a16="http://schemas.microsoft.com/office/drawing/2014/main" id="{D4F824FC-0F74-473C-88B5-96CF6D58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0590" y="15798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423">
            <a:extLst xmlns:a="http://schemas.openxmlformats.org/drawingml/2006/main">
              <a:ext uri="{FF2B5EF4-FFF2-40B4-BE49-F238E27FC236}">
                <a16:creationId xmlns:a16="http://schemas.microsoft.com/office/drawing/2014/main" id="{03BEAB42-07CB-476A-A0C3-7D051CF4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88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424">
            <a:extLst xmlns:a="http://schemas.openxmlformats.org/drawingml/2006/main">
              <a:ext uri="{FF2B5EF4-FFF2-40B4-BE49-F238E27FC236}">
                <a16:creationId xmlns:a16="http://schemas.microsoft.com/office/drawing/2014/main" id="{505CBAE9-2BA0-4500-A989-47C3529C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909" y="21809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425">
            <a:extLst xmlns:a="http://schemas.openxmlformats.org/drawingml/2006/main">
              <a:ext uri="{FF2B5EF4-FFF2-40B4-BE49-F238E27FC236}">
                <a16:creationId xmlns:a16="http://schemas.microsoft.com/office/drawing/2014/main" id="{EAF2E3F5-A4E3-4034-97AB-D09DCFF1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73" y="23226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426">
            <a:extLst xmlns:a="http://schemas.openxmlformats.org/drawingml/2006/main">
              <a:ext uri="{FF2B5EF4-FFF2-40B4-BE49-F238E27FC236}">
                <a16:creationId xmlns:a16="http://schemas.microsoft.com/office/drawing/2014/main" id="{702BB11A-B0A6-4F48-AC17-7413EB5C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068" y="16353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427">
            <a:extLst xmlns:a="http://schemas.openxmlformats.org/drawingml/2006/main">
              <a:ext uri="{FF2B5EF4-FFF2-40B4-BE49-F238E27FC236}">
                <a16:creationId xmlns:a16="http://schemas.microsoft.com/office/drawing/2014/main" id="{C72D07E1-3588-462F-A5E5-D3F40207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122" y="17529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428">
            <a:extLst xmlns:a="http://schemas.openxmlformats.org/drawingml/2006/main">
              <a:ext uri="{FF2B5EF4-FFF2-40B4-BE49-F238E27FC236}">
                <a16:creationId xmlns:a16="http://schemas.microsoft.com/office/drawing/2014/main" id="{EA7FED10-AA42-4F29-9F4E-E5E0C638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424" y="21828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429">
            <a:extLst xmlns:a="http://schemas.openxmlformats.org/drawingml/2006/main">
              <a:ext uri="{FF2B5EF4-FFF2-40B4-BE49-F238E27FC236}">
                <a16:creationId xmlns:a16="http://schemas.microsoft.com/office/drawing/2014/main" id="{E8DC1203-270A-425E-B333-83251A74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651" y="18016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430">
            <a:extLst xmlns:a="http://schemas.openxmlformats.org/drawingml/2006/main">
              <a:ext uri="{FF2B5EF4-FFF2-40B4-BE49-F238E27FC236}">
                <a16:creationId xmlns:a16="http://schemas.microsoft.com/office/drawing/2014/main" id="{78A3B8DF-0347-44C2-B1BB-311A70AB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000" y="15782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431">
            <a:extLst xmlns:a="http://schemas.openxmlformats.org/drawingml/2006/main">
              <a:ext uri="{FF2B5EF4-FFF2-40B4-BE49-F238E27FC236}">
                <a16:creationId xmlns:a16="http://schemas.microsoft.com/office/drawing/2014/main" id="{4B6C30EB-60D6-4DA5-8028-FDE3C0CC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594" y="17236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432">
            <a:extLst xmlns:a="http://schemas.openxmlformats.org/drawingml/2006/main">
              <a:ext uri="{FF2B5EF4-FFF2-40B4-BE49-F238E27FC236}">
                <a16:creationId xmlns:a16="http://schemas.microsoft.com/office/drawing/2014/main" id="{6BA80A22-16DE-4EEA-88CB-2233E37F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125" y="19501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433">
            <a:extLst xmlns:a="http://schemas.openxmlformats.org/drawingml/2006/main">
              <a:ext uri="{FF2B5EF4-FFF2-40B4-BE49-F238E27FC236}">
                <a16:creationId xmlns:a16="http://schemas.microsoft.com/office/drawing/2014/main" id="{CF5C2A05-4686-4E39-8272-BC6FB1A8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300" y="16723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434">
            <a:extLst xmlns:a="http://schemas.openxmlformats.org/drawingml/2006/main">
              <a:ext uri="{FF2B5EF4-FFF2-40B4-BE49-F238E27FC236}">
                <a16:creationId xmlns:a16="http://schemas.microsoft.com/office/drawing/2014/main" id="{A9F4F9DC-5CFD-467F-B9A5-003EB1EC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2224" y="23759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435">
            <a:extLst xmlns:a="http://schemas.openxmlformats.org/drawingml/2006/main">
              <a:ext uri="{FF2B5EF4-FFF2-40B4-BE49-F238E27FC236}">
                <a16:creationId xmlns:a16="http://schemas.microsoft.com/office/drawing/2014/main" id="{DE61F5F4-5583-4440-B322-B99EA82A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559" y="18626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436">
            <a:extLst xmlns:a="http://schemas.openxmlformats.org/drawingml/2006/main">
              <a:ext uri="{FF2B5EF4-FFF2-40B4-BE49-F238E27FC236}">
                <a16:creationId xmlns:a16="http://schemas.microsoft.com/office/drawing/2014/main" id="{9DEDAFC3-863D-4D18-A869-45549A0C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854" y="2190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437">
            <a:extLst xmlns:a="http://schemas.openxmlformats.org/drawingml/2006/main">
              <a:ext uri="{FF2B5EF4-FFF2-40B4-BE49-F238E27FC236}">
                <a16:creationId xmlns:a16="http://schemas.microsoft.com/office/drawing/2014/main" id="{DCE26EF5-69AA-40DD-AE7B-748C1D4A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803" y="17945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438">
            <a:extLst xmlns:a="http://schemas.openxmlformats.org/drawingml/2006/main">
              <a:ext uri="{FF2B5EF4-FFF2-40B4-BE49-F238E27FC236}">
                <a16:creationId xmlns:a16="http://schemas.microsoft.com/office/drawing/2014/main" id="{63E36355-F506-4340-9A0E-96FDD812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5533" y="19023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439">
            <a:extLst xmlns:a="http://schemas.openxmlformats.org/drawingml/2006/main">
              <a:ext uri="{FF2B5EF4-FFF2-40B4-BE49-F238E27FC236}">
                <a16:creationId xmlns:a16="http://schemas.microsoft.com/office/drawing/2014/main" id="{57589E81-42D7-4222-B992-3E3B79DF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6928" y="21015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440">
            <a:extLst xmlns:a="http://schemas.openxmlformats.org/drawingml/2006/main">
              <a:ext uri="{FF2B5EF4-FFF2-40B4-BE49-F238E27FC236}">
                <a16:creationId xmlns:a16="http://schemas.microsoft.com/office/drawing/2014/main" id="{2B003D83-3A01-4E13-839E-A9256A39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99" y="22449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441">
            <a:extLst xmlns:a="http://schemas.openxmlformats.org/drawingml/2006/main">
              <a:ext uri="{FF2B5EF4-FFF2-40B4-BE49-F238E27FC236}">
                <a16:creationId xmlns:a16="http://schemas.microsoft.com/office/drawing/2014/main" id="{78111F12-9633-45C8-8DDA-6732FE84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998" y="22672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442">
            <a:extLst xmlns:a="http://schemas.openxmlformats.org/drawingml/2006/main">
              <a:ext uri="{FF2B5EF4-FFF2-40B4-BE49-F238E27FC236}">
                <a16:creationId xmlns:a16="http://schemas.microsoft.com/office/drawing/2014/main" id="{476CB117-6E2C-4B89-A59B-1CD0C480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776" y="22680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443">
            <a:extLst xmlns:a="http://schemas.openxmlformats.org/drawingml/2006/main">
              <a:ext uri="{FF2B5EF4-FFF2-40B4-BE49-F238E27FC236}">
                <a16:creationId xmlns:a16="http://schemas.microsoft.com/office/drawing/2014/main" id="{CA3F6E24-D650-44B3-B019-3C8B7B01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3716" y="22566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444">
            <a:extLst xmlns:a="http://schemas.openxmlformats.org/drawingml/2006/main">
              <a:ext uri="{FF2B5EF4-FFF2-40B4-BE49-F238E27FC236}">
                <a16:creationId xmlns:a16="http://schemas.microsoft.com/office/drawing/2014/main" id="{EDAF298D-96D3-413E-8934-F248D9D6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8748" y="26851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445">
            <a:extLst xmlns:a="http://schemas.openxmlformats.org/drawingml/2006/main">
              <a:ext uri="{FF2B5EF4-FFF2-40B4-BE49-F238E27FC236}">
                <a16:creationId xmlns:a16="http://schemas.microsoft.com/office/drawing/2014/main" id="{2BC49010-E488-4B11-8027-A2BEEA91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3193" y="16882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446">
            <a:extLst xmlns:a="http://schemas.openxmlformats.org/drawingml/2006/main">
              <a:ext uri="{FF2B5EF4-FFF2-40B4-BE49-F238E27FC236}">
                <a16:creationId xmlns:a16="http://schemas.microsoft.com/office/drawing/2014/main" id="{B39DC058-6588-4F7A-9697-7672E8BB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876" y="19101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447">
            <a:extLst xmlns:a="http://schemas.openxmlformats.org/drawingml/2006/main">
              <a:ext uri="{FF2B5EF4-FFF2-40B4-BE49-F238E27FC236}">
                <a16:creationId xmlns:a16="http://schemas.microsoft.com/office/drawing/2014/main" id="{329A16E0-144B-43B0-8DC2-F448FE48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972" y="17916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448">
            <a:extLst xmlns:a="http://schemas.openxmlformats.org/drawingml/2006/main">
              <a:ext uri="{FF2B5EF4-FFF2-40B4-BE49-F238E27FC236}">
                <a16:creationId xmlns:a16="http://schemas.microsoft.com/office/drawing/2014/main" id="{4ECB2EC4-D410-483D-8F76-388835ED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260" y="23899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449">
            <a:extLst xmlns:a="http://schemas.openxmlformats.org/drawingml/2006/main">
              <a:ext uri="{FF2B5EF4-FFF2-40B4-BE49-F238E27FC236}">
                <a16:creationId xmlns:a16="http://schemas.microsoft.com/office/drawing/2014/main" id="{4F3EA607-90A0-422A-9A60-1CEA0AD1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5820" y="15815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450">
            <a:extLst xmlns:a="http://schemas.openxmlformats.org/drawingml/2006/main">
              <a:ext uri="{FF2B5EF4-FFF2-40B4-BE49-F238E27FC236}">
                <a16:creationId xmlns:a16="http://schemas.microsoft.com/office/drawing/2014/main" id="{A9027997-1AC7-4E44-BA3C-F46DFE61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2564" y="15465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451">
            <a:extLst xmlns:a="http://schemas.openxmlformats.org/drawingml/2006/main">
              <a:ext uri="{FF2B5EF4-FFF2-40B4-BE49-F238E27FC236}">
                <a16:creationId xmlns:a16="http://schemas.microsoft.com/office/drawing/2014/main" id="{053DA90C-9681-4E82-91AC-D14CB56A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123" y="16738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452">
            <a:extLst xmlns:a="http://schemas.openxmlformats.org/drawingml/2006/main">
              <a:ext uri="{FF2B5EF4-FFF2-40B4-BE49-F238E27FC236}">
                <a16:creationId xmlns:a16="http://schemas.microsoft.com/office/drawing/2014/main" id="{39D01CB9-ADBE-4150-856F-36B2B315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510" y="18457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453">
            <a:extLst xmlns:a="http://schemas.openxmlformats.org/drawingml/2006/main">
              <a:ext uri="{FF2B5EF4-FFF2-40B4-BE49-F238E27FC236}">
                <a16:creationId xmlns:a16="http://schemas.microsoft.com/office/drawing/2014/main" id="{6076D561-744A-4E34-91CC-D82CC1C1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9938" y="22720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454">
            <a:extLst xmlns:a="http://schemas.openxmlformats.org/drawingml/2006/main">
              <a:ext uri="{FF2B5EF4-FFF2-40B4-BE49-F238E27FC236}">
                <a16:creationId xmlns:a16="http://schemas.microsoft.com/office/drawing/2014/main" id="{0971CDAD-F8F5-4B51-A6B0-DEDEB0F9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7129" y="26458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455">
            <a:extLst xmlns:a="http://schemas.openxmlformats.org/drawingml/2006/main">
              <a:ext uri="{FF2B5EF4-FFF2-40B4-BE49-F238E27FC236}">
                <a16:creationId xmlns:a16="http://schemas.microsoft.com/office/drawing/2014/main" id="{0E13F0C1-84AD-4F30-BC6D-65B76889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1707" y="22645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456">
            <a:extLst xmlns:a="http://schemas.openxmlformats.org/drawingml/2006/main">
              <a:ext uri="{FF2B5EF4-FFF2-40B4-BE49-F238E27FC236}">
                <a16:creationId xmlns:a16="http://schemas.microsoft.com/office/drawing/2014/main" id="{23A113A1-6FCC-442B-A0CA-1A63DC8E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632" y="20582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457">
            <a:extLst xmlns:a="http://schemas.openxmlformats.org/drawingml/2006/main">
              <a:ext uri="{FF2B5EF4-FFF2-40B4-BE49-F238E27FC236}">
                <a16:creationId xmlns:a16="http://schemas.microsoft.com/office/drawing/2014/main" id="{C38285DB-D6C6-4019-A8A9-5132ADF3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501" y="26079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458">
            <a:extLst xmlns:a="http://schemas.openxmlformats.org/drawingml/2006/main">
              <a:ext uri="{FF2B5EF4-FFF2-40B4-BE49-F238E27FC236}">
                <a16:creationId xmlns:a16="http://schemas.microsoft.com/office/drawing/2014/main" id="{5F8E8425-02FB-47DA-851F-F5AD91C7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461" y="16861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459">
            <a:extLst xmlns:a="http://schemas.openxmlformats.org/drawingml/2006/main">
              <a:ext uri="{FF2B5EF4-FFF2-40B4-BE49-F238E27FC236}">
                <a16:creationId xmlns:a16="http://schemas.microsoft.com/office/drawing/2014/main" id="{97DC0787-A9DF-4070-A50D-07A4F7FB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304" y="2382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460">
            <a:extLst xmlns:a="http://schemas.openxmlformats.org/drawingml/2006/main">
              <a:ext uri="{FF2B5EF4-FFF2-40B4-BE49-F238E27FC236}">
                <a16:creationId xmlns:a16="http://schemas.microsoft.com/office/drawing/2014/main" id="{EE0DC8FA-ED9D-490B-BE91-D7D62767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5639" y="21916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461">
            <a:extLst xmlns:a="http://schemas.openxmlformats.org/drawingml/2006/main">
              <a:ext uri="{FF2B5EF4-FFF2-40B4-BE49-F238E27FC236}">
                <a16:creationId xmlns:a16="http://schemas.microsoft.com/office/drawing/2014/main" id="{A5C29D85-8268-4F1E-9C29-B8D98CD9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4270" y="16734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462">
            <a:extLst xmlns:a="http://schemas.openxmlformats.org/drawingml/2006/main">
              <a:ext uri="{FF2B5EF4-FFF2-40B4-BE49-F238E27FC236}">
                <a16:creationId xmlns:a16="http://schemas.microsoft.com/office/drawing/2014/main" id="{3EAEA7E4-44F0-48E1-8B12-41534849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1072" y="25954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463">
            <a:extLst xmlns:a="http://schemas.openxmlformats.org/drawingml/2006/main">
              <a:ext uri="{FF2B5EF4-FFF2-40B4-BE49-F238E27FC236}">
                <a16:creationId xmlns:a16="http://schemas.microsoft.com/office/drawing/2014/main" id="{8CB1F18E-CCD9-4A73-AC53-8FC55B87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7735" y="22308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464">
            <a:extLst xmlns:a="http://schemas.openxmlformats.org/drawingml/2006/main">
              <a:ext uri="{FF2B5EF4-FFF2-40B4-BE49-F238E27FC236}">
                <a16:creationId xmlns:a16="http://schemas.microsoft.com/office/drawing/2014/main" id="{DADEDCD8-D5E3-4F73-B8B8-3B3DED8C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8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465">
            <a:extLst xmlns:a="http://schemas.openxmlformats.org/drawingml/2006/main">
              <a:ext uri="{FF2B5EF4-FFF2-40B4-BE49-F238E27FC236}">
                <a16:creationId xmlns:a16="http://schemas.microsoft.com/office/drawing/2014/main" id="{1BF6EA62-3ED7-4510-8E08-EE024318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244" y="1667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466">
            <a:extLst xmlns:a="http://schemas.openxmlformats.org/drawingml/2006/main">
              <a:ext uri="{FF2B5EF4-FFF2-40B4-BE49-F238E27FC236}">
                <a16:creationId xmlns:a16="http://schemas.microsoft.com/office/drawing/2014/main" id="{F43F2C5A-4B78-48EB-A505-E0BA8B3C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505" y="2057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467">
            <a:extLst xmlns:a="http://schemas.openxmlformats.org/drawingml/2006/main">
              <a:ext uri="{FF2B5EF4-FFF2-40B4-BE49-F238E27FC236}">
                <a16:creationId xmlns:a16="http://schemas.microsoft.com/office/drawing/2014/main" id="{34EBF09D-C1D0-49C0-8EA0-AEFFFC7C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296" y="2022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468">
            <a:extLst xmlns:a="http://schemas.openxmlformats.org/drawingml/2006/main">
              <a:ext uri="{FF2B5EF4-FFF2-40B4-BE49-F238E27FC236}">
                <a16:creationId xmlns:a16="http://schemas.microsoft.com/office/drawing/2014/main" id="{2B7D5C9D-D35D-4EF0-9875-13A5B4F7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0176" y="17569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469">
            <a:extLst xmlns:a="http://schemas.openxmlformats.org/drawingml/2006/main">
              <a:ext uri="{FF2B5EF4-FFF2-40B4-BE49-F238E27FC236}">
                <a16:creationId xmlns:a16="http://schemas.microsoft.com/office/drawing/2014/main" id="{FCC3FA90-16DE-4CD8-AD60-71502B73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495" y="24068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470">
            <a:extLst xmlns:a="http://schemas.openxmlformats.org/drawingml/2006/main">
              <a:ext uri="{FF2B5EF4-FFF2-40B4-BE49-F238E27FC236}">
                <a16:creationId xmlns:a16="http://schemas.microsoft.com/office/drawing/2014/main" id="{064FC171-591B-47E3-8999-FDD51493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5302" y="18958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471">
            <a:extLst xmlns:a="http://schemas.openxmlformats.org/drawingml/2006/main">
              <a:ext uri="{FF2B5EF4-FFF2-40B4-BE49-F238E27FC236}">
                <a16:creationId xmlns:a16="http://schemas.microsoft.com/office/drawing/2014/main" id="{0E568653-D655-4F66-930C-6A010BB5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713" y="20025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472">
            <a:extLst xmlns:a="http://schemas.openxmlformats.org/drawingml/2006/main">
              <a:ext uri="{FF2B5EF4-FFF2-40B4-BE49-F238E27FC236}">
                <a16:creationId xmlns:a16="http://schemas.microsoft.com/office/drawing/2014/main" id="{2D8E0245-CFB2-4EC3-B260-7F78E750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075" y="16805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473">
            <a:extLst xmlns:a="http://schemas.openxmlformats.org/drawingml/2006/main">
              <a:ext uri="{FF2B5EF4-FFF2-40B4-BE49-F238E27FC236}">
                <a16:creationId xmlns:a16="http://schemas.microsoft.com/office/drawing/2014/main" id="{7A7A8882-AB94-4347-9B9D-4E746CA5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704" y="27460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474">
            <a:extLst xmlns:a="http://schemas.openxmlformats.org/drawingml/2006/main">
              <a:ext uri="{FF2B5EF4-FFF2-40B4-BE49-F238E27FC236}">
                <a16:creationId xmlns:a16="http://schemas.microsoft.com/office/drawing/2014/main" id="{C35A56D7-BDF7-4B8A-B735-60797613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769" y="23809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475">
            <a:extLst xmlns:a="http://schemas.openxmlformats.org/drawingml/2006/main">
              <a:ext uri="{FF2B5EF4-FFF2-40B4-BE49-F238E27FC236}">
                <a16:creationId xmlns:a16="http://schemas.microsoft.com/office/drawing/2014/main" id="{85830AC0-2CC2-48A4-99FE-12D7FC82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810" y="14887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476">
            <a:extLst xmlns:a="http://schemas.openxmlformats.org/drawingml/2006/main">
              <a:ext uri="{FF2B5EF4-FFF2-40B4-BE49-F238E27FC236}">
                <a16:creationId xmlns:a16="http://schemas.microsoft.com/office/drawing/2014/main" id="{5088D8C1-66C8-46B4-8F4A-FE3A1736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86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477">
            <a:extLst xmlns:a="http://schemas.openxmlformats.org/drawingml/2006/main">
              <a:ext uri="{FF2B5EF4-FFF2-40B4-BE49-F238E27FC236}">
                <a16:creationId xmlns:a16="http://schemas.microsoft.com/office/drawing/2014/main" id="{29569F7A-2F65-42A5-B325-2C1876FF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6471" y="1726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478">
            <a:extLst xmlns:a="http://schemas.openxmlformats.org/drawingml/2006/main">
              <a:ext uri="{FF2B5EF4-FFF2-40B4-BE49-F238E27FC236}">
                <a16:creationId xmlns:a16="http://schemas.microsoft.com/office/drawing/2014/main" id="{1AEA8EE6-E774-4B5F-8199-04F77706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0700" y="27718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479">
            <a:extLst xmlns:a="http://schemas.openxmlformats.org/drawingml/2006/main">
              <a:ext uri="{FF2B5EF4-FFF2-40B4-BE49-F238E27FC236}">
                <a16:creationId xmlns:a16="http://schemas.microsoft.com/office/drawing/2014/main" id="{DFFC4FAE-D291-4D2D-B48F-8784C801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392" y="29120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480">
            <a:extLst xmlns:a="http://schemas.openxmlformats.org/drawingml/2006/main">
              <a:ext uri="{FF2B5EF4-FFF2-40B4-BE49-F238E27FC236}">
                <a16:creationId xmlns:a16="http://schemas.microsoft.com/office/drawing/2014/main" id="{43562958-8E5C-40CC-88C4-DFD74AE0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227" y="15119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481">
            <a:extLst xmlns:a="http://schemas.openxmlformats.org/drawingml/2006/main">
              <a:ext uri="{FF2B5EF4-FFF2-40B4-BE49-F238E27FC236}">
                <a16:creationId xmlns:a16="http://schemas.microsoft.com/office/drawing/2014/main" id="{5D1E3260-94B1-4289-887D-8FD1ECA3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746" y="17071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482">
            <a:extLst xmlns:a="http://schemas.openxmlformats.org/drawingml/2006/main">
              <a:ext uri="{FF2B5EF4-FFF2-40B4-BE49-F238E27FC236}">
                <a16:creationId xmlns:a16="http://schemas.microsoft.com/office/drawing/2014/main" id="{A9DE8D4A-D1A9-47BC-BEA2-6B8402EE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656" y="15714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483">
            <a:extLst xmlns:a="http://schemas.openxmlformats.org/drawingml/2006/main">
              <a:ext uri="{FF2B5EF4-FFF2-40B4-BE49-F238E27FC236}">
                <a16:creationId xmlns:a16="http://schemas.microsoft.com/office/drawing/2014/main" id="{6803C097-4E5E-40CF-A06D-70D6863B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89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484">
            <a:extLst xmlns:a="http://schemas.openxmlformats.org/drawingml/2006/main">
              <a:ext uri="{FF2B5EF4-FFF2-40B4-BE49-F238E27FC236}">
                <a16:creationId xmlns:a16="http://schemas.microsoft.com/office/drawing/2014/main" id="{F5899E87-2320-40F4-8DF3-42154CE6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207" y="25021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485">
            <a:extLst xmlns:a="http://schemas.openxmlformats.org/drawingml/2006/main">
              <a:ext uri="{FF2B5EF4-FFF2-40B4-BE49-F238E27FC236}">
                <a16:creationId xmlns:a16="http://schemas.microsoft.com/office/drawing/2014/main" id="{913C06DC-A7D6-42B3-8DEE-62111579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316" y="2618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486">
            <a:extLst xmlns:a="http://schemas.openxmlformats.org/drawingml/2006/main">
              <a:ext uri="{FF2B5EF4-FFF2-40B4-BE49-F238E27FC236}">
                <a16:creationId xmlns:a16="http://schemas.microsoft.com/office/drawing/2014/main" id="{6BC45367-1491-4CEB-9C85-F17C9D15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461" y="28578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487">
            <a:extLst xmlns:a="http://schemas.openxmlformats.org/drawingml/2006/main">
              <a:ext uri="{FF2B5EF4-FFF2-40B4-BE49-F238E27FC236}">
                <a16:creationId xmlns:a16="http://schemas.microsoft.com/office/drawing/2014/main" id="{E516784F-162A-41E0-9EBE-F0435EB1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0858" y="20454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488">
            <a:extLst xmlns:a="http://schemas.openxmlformats.org/drawingml/2006/main">
              <a:ext uri="{FF2B5EF4-FFF2-40B4-BE49-F238E27FC236}">
                <a16:creationId xmlns:a16="http://schemas.microsoft.com/office/drawing/2014/main" id="{26D2244E-E682-453E-8DFD-3AF66F38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1387" y="1743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489">
            <a:extLst xmlns:a="http://schemas.openxmlformats.org/drawingml/2006/main">
              <a:ext uri="{FF2B5EF4-FFF2-40B4-BE49-F238E27FC236}">
                <a16:creationId xmlns:a16="http://schemas.microsoft.com/office/drawing/2014/main" id="{AD33BE89-4801-49C1-981F-979FBD4A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052" y="17173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490">
            <a:extLst xmlns:a="http://schemas.openxmlformats.org/drawingml/2006/main">
              <a:ext uri="{FF2B5EF4-FFF2-40B4-BE49-F238E27FC236}">
                <a16:creationId xmlns:a16="http://schemas.microsoft.com/office/drawing/2014/main" id="{7E620147-FB6D-496F-B835-4A2E88CC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9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491">
            <a:extLst xmlns:a="http://schemas.openxmlformats.org/drawingml/2006/main">
              <a:ext uri="{FF2B5EF4-FFF2-40B4-BE49-F238E27FC236}">
                <a16:creationId xmlns:a16="http://schemas.microsoft.com/office/drawing/2014/main" id="{3B566B70-9BBD-4690-9FF1-771A01EC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453" y="19944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492">
            <a:extLst xmlns:a="http://schemas.openxmlformats.org/drawingml/2006/main">
              <a:ext uri="{FF2B5EF4-FFF2-40B4-BE49-F238E27FC236}">
                <a16:creationId xmlns:a16="http://schemas.microsoft.com/office/drawing/2014/main" id="{AC5AC3B6-0CE6-42AD-BA07-250C27BD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530" y="28729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493">
            <a:extLst xmlns:a="http://schemas.openxmlformats.org/drawingml/2006/main">
              <a:ext uri="{FF2B5EF4-FFF2-40B4-BE49-F238E27FC236}">
                <a16:creationId xmlns:a16="http://schemas.microsoft.com/office/drawing/2014/main" id="{FD5655CC-C2A4-4581-A82E-B711F740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849" y="22640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494">
            <a:extLst xmlns:a="http://schemas.openxmlformats.org/drawingml/2006/main">
              <a:ext uri="{FF2B5EF4-FFF2-40B4-BE49-F238E27FC236}">
                <a16:creationId xmlns:a16="http://schemas.microsoft.com/office/drawing/2014/main" id="{02A2F18F-D27C-430A-8E2C-806C1E3B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274" y="16759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495">
            <a:extLst xmlns:a="http://schemas.openxmlformats.org/drawingml/2006/main">
              <a:ext uri="{FF2B5EF4-FFF2-40B4-BE49-F238E27FC236}">
                <a16:creationId xmlns:a16="http://schemas.microsoft.com/office/drawing/2014/main" id="{BAE7C717-EA9C-4A95-8D60-DCB9F724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669" y="18641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496">
            <a:extLst xmlns:a="http://schemas.openxmlformats.org/drawingml/2006/main">
              <a:ext uri="{FF2B5EF4-FFF2-40B4-BE49-F238E27FC236}">
                <a16:creationId xmlns:a16="http://schemas.microsoft.com/office/drawing/2014/main" id="{50C6C5B4-5EB2-458E-B852-46348453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3910" y="26579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497">
            <a:extLst xmlns:a="http://schemas.openxmlformats.org/drawingml/2006/main">
              <a:ext uri="{FF2B5EF4-FFF2-40B4-BE49-F238E27FC236}">
                <a16:creationId xmlns:a16="http://schemas.microsoft.com/office/drawing/2014/main" id="{900D4E44-7CF6-404C-A3BB-2085D102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230" y="240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498">
            <a:extLst xmlns:a="http://schemas.openxmlformats.org/drawingml/2006/main">
              <a:ext uri="{FF2B5EF4-FFF2-40B4-BE49-F238E27FC236}">
                <a16:creationId xmlns:a16="http://schemas.microsoft.com/office/drawing/2014/main" id="{1869D57C-FF59-45E4-A688-20F0D0A4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8322" y="21288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499">
            <a:extLst xmlns:a="http://schemas.openxmlformats.org/drawingml/2006/main">
              <a:ext uri="{FF2B5EF4-FFF2-40B4-BE49-F238E27FC236}">
                <a16:creationId xmlns:a16="http://schemas.microsoft.com/office/drawing/2014/main" id="{A38A9C50-4F20-4FC3-AB1F-8C3F30A1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231" y="240075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500">
            <a:extLst xmlns:a="http://schemas.openxmlformats.org/drawingml/2006/main">
              <a:ext uri="{FF2B5EF4-FFF2-40B4-BE49-F238E27FC236}">
                <a16:creationId xmlns:a16="http://schemas.microsoft.com/office/drawing/2014/main" id="{86E276C4-B344-473B-BE6E-F8745E14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7222" y="21546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501">
            <a:extLst xmlns:a="http://schemas.openxmlformats.org/drawingml/2006/main">
              <a:ext uri="{FF2B5EF4-FFF2-40B4-BE49-F238E27FC236}">
                <a16:creationId xmlns:a16="http://schemas.microsoft.com/office/drawing/2014/main" id="{FC4701FC-2948-4D8A-A1CC-2A6181F6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286" y="1916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502">
            <a:extLst xmlns:a="http://schemas.openxmlformats.org/drawingml/2006/main">
              <a:ext uri="{FF2B5EF4-FFF2-40B4-BE49-F238E27FC236}">
                <a16:creationId xmlns:a16="http://schemas.microsoft.com/office/drawing/2014/main" id="{9DAD0C3D-6EE7-4E90-B03D-8EBBEC3F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017" y="22584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503">
            <a:extLst xmlns:a="http://schemas.openxmlformats.org/drawingml/2006/main">
              <a:ext uri="{FF2B5EF4-FFF2-40B4-BE49-F238E27FC236}">
                <a16:creationId xmlns:a16="http://schemas.microsoft.com/office/drawing/2014/main" id="{AB268533-282B-484F-AF67-1E3198D6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980" y="27317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504">
            <a:extLst xmlns:a="http://schemas.openxmlformats.org/drawingml/2006/main">
              <a:ext uri="{FF2B5EF4-FFF2-40B4-BE49-F238E27FC236}">
                <a16:creationId xmlns:a16="http://schemas.microsoft.com/office/drawing/2014/main" id="{D30A5525-15F1-4B94-8D36-5C877CF6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371" y="29232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505">
            <a:extLst xmlns:a="http://schemas.openxmlformats.org/drawingml/2006/main">
              <a:ext uri="{FF2B5EF4-FFF2-40B4-BE49-F238E27FC236}">
                <a16:creationId xmlns:a16="http://schemas.microsoft.com/office/drawing/2014/main" id="{CD3EAEBE-18E1-4F6F-8C2C-9B2DBE0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8066" y="17757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506">
            <a:extLst xmlns:a="http://schemas.openxmlformats.org/drawingml/2006/main">
              <a:ext uri="{FF2B5EF4-FFF2-40B4-BE49-F238E27FC236}">
                <a16:creationId xmlns:a16="http://schemas.microsoft.com/office/drawing/2014/main" id="{8B6DBCEF-5079-4128-9F83-00DA8E12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278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507">
            <a:extLst xmlns:a="http://schemas.openxmlformats.org/drawingml/2006/main">
              <a:ext uri="{FF2B5EF4-FFF2-40B4-BE49-F238E27FC236}">
                <a16:creationId xmlns:a16="http://schemas.microsoft.com/office/drawing/2014/main" id="{CB395581-5F35-4295-8FBC-F3B7E545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5029" y="17976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508">
            <a:extLst xmlns:a="http://schemas.openxmlformats.org/drawingml/2006/main">
              <a:ext uri="{FF2B5EF4-FFF2-40B4-BE49-F238E27FC236}">
                <a16:creationId xmlns:a16="http://schemas.microsoft.com/office/drawing/2014/main" id="{7C9D8B6E-1052-4006-88A4-4CFFC543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509">
            <a:extLst xmlns:a="http://schemas.openxmlformats.org/drawingml/2006/main">
              <a:ext uri="{FF2B5EF4-FFF2-40B4-BE49-F238E27FC236}">
                <a16:creationId xmlns:a16="http://schemas.microsoft.com/office/drawing/2014/main" id="{62D41691-F888-41F9-B7F5-7E8DD58F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412" y="21668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510">
            <a:extLst xmlns:a="http://schemas.openxmlformats.org/drawingml/2006/main">
              <a:ext uri="{FF2B5EF4-FFF2-40B4-BE49-F238E27FC236}">
                <a16:creationId xmlns:a16="http://schemas.microsoft.com/office/drawing/2014/main" id="{E7F49E3C-B570-4778-ABDC-1D8F01E9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633" y="25294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511">
            <a:extLst xmlns:a="http://schemas.openxmlformats.org/drawingml/2006/main">
              <a:ext uri="{FF2B5EF4-FFF2-40B4-BE49-F238E27FC236}">
                <a16:creationId xmlns:a16="http://schemas.microsoft.com/office/drawing/2014/main" id="{7A066095-D8E8-40C9-A30F-60C79BF1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6258" y="2284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512">
            <a:extLst xmlns:a="http://schemas.openxmlformats.org/drawingml/2006/main">
              <a:ext uri="{FF2B5EF4-FFF2-40B4-BE49-F238E27FC236}">
                <a16:creationId xmlns:a16="http://schemas.microsoft.com/office/drawing/2014/main" id="{D53548DD-4352-4B43-A1B3-6536004B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967" y="23423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513">
            <a:extLst xmlns:a="http://schemas.openxmlformats.org/drawingml/2006/main">
              <a:ext uri="{FF2B5EF4-FFF2-40B4-BE49-F238E27FC236}">
                <a16:creationId xmlns:a16="http://schemas.microsoft.com/office/drawing/2014/main" id="{E69CD6F1-1CF9-4F36-ACC3-0E36865C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0642" y="16528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514">
            <a:extLst xmlns:a="http://schemas.openxmlformats.org/drawingml/2006/main">
              <a:ext uri="{FF2B5EF4-FFF2-40B4-BE49-F238E27FC236}">
                <a16:creationId xmlns:a16="http://schemas.microsoft.com/office/drawing/2014/main" id="{0CB040D6-E0EA-4F7F-9873-4C63A52D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498" y="16488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515">
            <a:extLst xmlns:a="http://schemas.openxmlformats.org/drawingml/2006/main">
              <a:ext uri="{FF2B5EF4-FFF2-40B4-BE49-F238E27FC236}">
                <a16:creationId xmlns:a16="http://schemas.microsoft.com/office/drawing/2014/main" id="{629D7A9C-34A9-4AF8-AB78-A8FD435B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516">
            <a:extLst xmlns:a="http://schemas.openxmlformats.org/drawingml/2006/main">
              <a:ext uri="{FF2B5EF4-FFF2-40B4-BE49-F238E27FC236}">
                <a16:creationId xmlns:a16="http://schemas.microsoft.com/office/drawing/2014/main" id="{2439EE13-79C2-4D84-9B9C-56D0F150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305" y="20224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517">
            <a:extLst xmlns:a="http://schemas.openxmlformats.org/drawingml/2006/main">
              <a:ext uri="{FF2B5EF4-FFF2-40B4-BE49-F238E27FC236}">
                <a16:creationId xmlns:a16="http://schemas.microsoft.com/office/drawing/2014/main" id="{9E0022AE-6D22-4BBF-A479-2F2E5872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2012" y="17371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518">
            <a:extLst xmlns:a="http://schemas.openxmlformats.org/drawingml/2006/main">
              <a:ext uri="{FF2B5EF4-FFF2-40B4-BE49-F238E27FC236}">
                <a16:creationId xmlns:a16="http://schemas.microsoft.com/office/drawing/2014/main" id="{19085D88-FBC0-4726-BDCB-3C74FC0B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2693" y="22415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519">
            <a:extLst xmlns:a="http://schemas.openxmlformats.org/drawingml/2006/main">
              <a:ext uri="{FF2B5EF4-FFF2-40B4-BE49-F238E27FC236}">
                <a16:creationId xmlns:a16="http://schemas.microsoft.com/office/drawing/2014/main" id="{ACA9811E-ADE7-431A-9D16-0FBB012A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5806" y="21827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520">
            <a:extLst xmlns:a="http://schemas.openxmlformats.org/drawingml/2006/main">
              <a:ext uri="{FF2B5EF4-FFF2-40B4-BE49-F238E27FC236}">
                <a16:creationId xmlns:a16="http://schemas.microsoft.com/office/drawing/2014/main" id="{6DCB52F5-FBF9-4BAB-9FF0-A5AD1ECF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2740" y="17971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521">
            <a:extLst xmlns:a="http://schemas.openxmlformats.org/drawingml/2006/main">
              <a:ext uri="{FF2B5EF4-FFF2-40B4-BE49-F238E27FC236}">
                <a16:creationId xmlns:a16="http://schemas.microsoft.com/office/drawing/2014/main" id="{DDFD2431-7532-4D53-9124-55A8AE55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587" y="1841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522">
            <a:extLst xmlns:a="http://schemas.openxmlformats.org/drawingml/2006/main">
              <a:ext uri="{FF2B5EF4-FFF2-40B4-BE49-F238E27FC236}">
                <a16:creationId xmlns:a16="http://schemas.microsoft.com/office/drawing/2014/main" id="{1AE91D83-F634-49B3-B54B-B34AAE72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918" y="22700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523">
            <a:extLst xmlns:a="http://schemas.openxmlformats.org/drawingml/2006/main">
              <a:ext uri="{FF2B5EF4-FFF2-40B4-BE49-F238E27FC236}">
                <a16:creationId xmlns:a16="http://schemas.microsoft.com/office/drawing/2014/main" id="{B6907A0B-58C3-4587-9BBC-8E36CC5F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80" y="1660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524">
            <a:extLst xmlns:a="http://schemas.openxmlformats.org/drawingml/2006/main">
              <a:ext uri="{FF2B5EF4-FFF2-40B4-BE49-F238E27FC236}">
                <a16:creationId xmlns:a16="http://schemas.microsoft.com/office/drawing/2014/main" id="{B863533C-DD88-40FF-96D9-3BAD73F7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384" y="21003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525">
            <a:extLst xmlns:a="http://schemas.openxmlformats.org/drawingml/2006/main">
              <a:ext uri="{FF2B5EF4-FFF2-40B4-BE49-F238E27FC236}">
                <a16:creationId xmlns:a16="http://schemas.microsoft.com/office/drawing/2014/main" id="{3EF4DAA6-A5E5-4913-86C8-9F78265F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507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526">
            <a:extLst xmlns:a="http://schemas.openxmlformats.org/drawingml/2006/main">
              <a:ext uri="{FF2B5EF4-FFF2-40B4-BE49-F238E27FC236}">
                <a16:creationId xmlns:a16="http://schemas.microsoft.com/office/drawing/2014/main" id="{5D418122-C5C6-4902-AEEC-E0C7C6E5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60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527">
            <a:extLst xmlns:a="http://schemas.openxmlformats.org/drawingml/2006/main">
              <a:ext uri="{FF2B5EF4-FFF2-40B4-BE49-F238E27FC236}">
                <a16:creationId xmlns:a16="http://schemas.microsoft.com/office/drawing/2014/main" id="{8B4F09F3-D046-49C7-8D20-89B3D8F0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6539" y="20600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528">
            <a:extLst xmlns:a="http://schemas.openxmlformats.org/drawingml/2006/main">
              <a:ext uri="{FF2B5EF4-FFF2-40B4-BE49-F238E27FC236}">
                <a16:creationId xmlns:a16="http://schemas.microsoft.com/office/drawing/2014/main" id="{B765E2A4-00F5-48D8-9636-3481B151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8502" y="18121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529">
            <a:extLst xmlns:a="http://schemas.openxmlformats.org/drawingml/2006/main">
              <a:ext uri="{FF2B5EF4-FFF2-40B4-BE49-F238E27FC236}">
                <a16:creationId xmlns:a16="http://schemas.microsoft.com/office/drawing/2014/main" id="{3FB472A2-1F64-4FEF-A576-902E1EF0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645" y="15379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530">
            <a:extLst xmlns:a="http://schemas.openxmlformats.org/drawingml/2006/main">
              <a:ext uri="{FF2B5EF4-FFF2-40B4-BE49-F238E27FC236}">
                <a16:creationId xmlns:a16="http://schemas.microsoft.com/office/drawing/2014/main" id="{64721FA5-0CB3-4215-B603-309C2949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238" y="23366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531">
            <a:extLst xmlns:a="http://schemas.openxmlformats.org/drawingml/2006/main">
              <a:ext uri="{FF2B5EF4-FFF2-40B4-BE49-F238E27FC236}">
                <a16:creationId xmlns:a16="http://schemas.microsoft.com/office/drawing/2014/main" id="{BC6C2003-0E6F-4245-A462-09D1B926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48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532">
            <a:extLst xmlns:a="http://schemas.openxmlformats.org/drawingml/2006/main">
              <a:ext uri="{FF2B5EF4-FFF2-40B4-BE49-F238E27FC236}">
                <a16:creationId xmlns:a16="http://schemas.microsoft.com/office/drawing/2014/main" id="{461D3329-8226-48E4-8104-CCC10707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155" y="31760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533">
            <a:extLst xmlns:a="http://schemas.openxmlformats.org/drawingml/2006/main">
              <a:ext uri="{FF2B5EF4-FFF2-40B4-BE49-F238E27FC236}">
                <a16:creationId xmlns:a16="http://schemas.microsoft.com/office/drawing/2014/main" id="{6CAC6EDD-1891-49C1-9CD5-0FBF0F7C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8003" y="23288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534">
            <a:extLst xmlns:a="http://schemas.openxmlformats.org/drawingml/2006/main">
              <a:ext uri="{FF2B5EF4-FFF2-40B4-BE49-F238E27FC236}">
                <a16:creationId xmlns:a16="http://schemas.microsoft.com/office/drawing/2014/main" id="{3FBDBF7E-CAC1-48C9-A918-96DD8F97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254" y="20703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535">
            <a:extLst xmlns:a="http://schemas.openxmlformats.org/drawingml/2006/main">
              <a:ext uri="{FF2B5EF4-FFF2-40B4-BE49-F238E27FC236}">
                <a16:creationId xmlns:a16="http://schemas.microsoft.com/office/drawing/2014/main" id="{25258D89-7E77-4BDB-926E-18AA139A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905" y="30953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536">
            <a:extLst xmlns:a="http://schemas.openxmlformats.org/drawingml/2006/main">
              <a:ext uri="{FF2B5EF4-FFF2-40B4-BE49-F238E27FC236}">
                <a16:creationId xmlns:a16="http://schemas.microsoft.com/office/drawing/2014/main" id="{C795EFF4-8A37-4A4F-9DEB-0575F962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0876" y="20091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537">
            <a:extLst xmlns:a="http://schemas.openxmlformats.org/drawingml/2006/main">
              <a:ext uri="{FF2B5EF4-FFF2-40B4-BE49-F238E27FC236}">
                <a16:creationId xmlns:a16="http://schemas.microsoft.com/office/drawing/2014/main" id="{C572047E-9377-4B66-A2CA-DA86D815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426" y="18661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538">
            <a:extLst xmlns:a="http://schemas.openxmlformats.org/drawingml/2006/main">
              <a:ext uri="{FF2B5EF4-FFF2-40B4-BE49-F238E27FC236}">
                <a16:creationId xmlns:a16="http://schemas.microsoft.com/office/drawing/2014/main" id="{CFD7998C-F477-4ACD-BE80-555BCAE2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5164" y="16533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539">
            <a:extLst xmlns:a="http://schemas.openxmlformats.org/drawingml/2006/main">
              <a:ext uri="{FF2B5EF4-FFF2-40B4-BE49-F238E27FC236}">
                <a16:creationId xmlns:a16="http://schemas.microsoft.com/office/drawing/2014/main" id="{D55B636B-2C89-4B73-A251-E6A8E85C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439" y="17987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540">
            <a:extLst xmlns:a="http://schemas.openxmlformats.org/drawingml/2006/main">
              <a:ext uri="{FF2B5EF4-FFF2-40B4-BE49-F238E27FC236}">
                <a16:creationId xmlns:a16="http://schemas.microsoft.com/office/drawing/2014/main" id="{F8D2242F-F6AE-480D-9250-A58348CB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9579" y="27721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541">
            <a:extLst xmlns:a="http://schemas.openxmlformats.org/drawingml/2006/main">
              <a:ext uri="{FF2B5EF4-FFF2-40B4-BE49-F238E27FC236}">
                <a16:creationId xmlns:a16="http://schemas.microsoft.com/office/drawing/2014/main" id="{EA5BDE10-EB3D-48A5-87E6-3DA5D994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234" y="21829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542">
            <a:extLst xmlns:a="http://schemas.openxmlformats.org/drawingml/2006/main">
              <a:ext uri="{FF2B5EF4-FFF2-40B4-BE49-F238E27FC236}">
                <a16:creationId xmlns:a16="http://schemas.microsoft.com/office/drawing/2014/main" id="{71144695-3CB2-46BE-BE04-071A4961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3247" y="29401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543">
            <a:extLst xmlns:a="http://schemas.openxmlformats.org/drawingml/2006/main">
              <a:ext uri="{FF2B5EF4-FFF2-40B4-BE49-F238E27FC236}">
                <a16:creationId xmlns:a16="http://schemas.microsoft.com/office/drawing/2014/main" id="{D5D87899-2117-438C-B306-E6104038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277" y="25612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544">
            <a:extLst xmlns:a="http://schemas.openxmlformats.org/drawingml/2006/main">
              <a:ext uri="{FF2B5EF4-FFF2-40B4-BE49-F238E27FC236}">
                <a16:creationId xmlns:a16="http://schemas.microsoft.com/office/drawing/2014/main" id="{BB4ED14F-5078-40E0-A61F-F7C8E951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780" y="20872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545">
            <a:extLst xmlns:a="http://schemas.openxmlformats.org/drawingml/2006/main">
              <a:ext uri="{FF2B5EF4-FFF2-40B4-BE49-F238E27FC236}">
                <a16:creationId xmlns:a16="http://schemas.microsoft.com/office/drawing/2014/main" id="{1E19CC03-628D-48ED-BE6F-07C36B7A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167" y="1761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546">
            <a:extLst xmlns:a="http://schemas.openxmlformats.org/drawingml/2006/main">
              <a:ext uri="{FF2B5EF4-FFF2-40B4-BE49-F238E27FC236}">
                <a16:creationId xmlns:a16="http://schemas.microsoft.com/office/drawing/2014/main" id="{4F595C65-11AD-483A-A17C-27048477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498" y="23919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547">
            <a:extLst xmlns:a="http://schemas.openxmlformats.org/drawingml/2006/main">
              <a:ext uri="{FF2B5EF4-FFF2-40B4-BE49-F238E27FC236}">
                <a16:creationId xmlns:a16="http://schemas.microsoft.com/office/drawing/2014/main" id="{B56C3551-B901-4E08-AD46-BA39B5F0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1447" y="1870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548">
            <a:extLst xmlns:a="http://schemas.openxmlformats.org/drawingml/2006/main">
              <a:ext uri="{FF2B5EF4-FFF2-40B4-BE49-F238E27FC236}">
                <a16:creationId xmlns:a16="http://schemas.microsoft.com/office/drawing/2014/main" id="{05C9979E-1B71-4A43-9E07-DA1F56BA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7583" y="30563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549">
            <a:extLst xmlns:a="http://schemas.openxmlformats.org/drawingml/2006/main">
              <a:ext uri="{FF2B5EF4-FFF2-40B4-BE49-F238E27FC236}">
                <a16:creationId xmlns:a16="http://schemas.microsoft.com/office/drawing/2014/main" id="{D6188225-F72F-4594-AAB6-2D266ECA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972" y="17766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550">
            <a:extLst xmlns:a="http://schemas.openxmlformats.org/drawingml/2006/main">
              <a:ext uri="{FF2B5EF4-FFF2-40B4-BE49-F238E27FC236}">
                <a16:creationId xmlns:a16="http://schemas.microsoft.com/office/drawing/2014/main" id="{5D55E013-F9F0-4C43-B82E-98B0C251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2820" y="21834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551">
            <a:extLst xmlns:a="http://schemas.openxmlformats.org/drawingml/2006/main">
              <a:ext uri="{FF2B5EF4-FFF2-40B4-BE49-F238E27FC236}">
                <a16:creationId xmlns:a16="http://schemas.microsoft.com/office/drawing/2014/main" id="{2413C798-4F6D-4313-8BC7-2456A2F7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8702" y="17767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552">
            <a:extLst xmlns:a="http://schemas.openxmlformats.org/drawingml/2006/main">
              <a:ext uri="{FF2B5EF4-FFF2-40B4-BE49-F238E27FC236}">
                <a16:creationId xmlns:a16="http://schemas.microsoft.com/office/drawing/2014/main" id="{817D33DD-5D49-4131-9E74-D79E1279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2299" y="2197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553">
            <a:extLst xmlns:a="http://schemas.openxmlformats.org/drawingml/2006/main">
              <a:ext uri="{FF2B5EF4-FFF2-40B4-BE49-F238E27FC236}">
                <a16:creationId xmlns:a16="http://schemas.microsoft.com/office/drawing/2014/main" id="{AC4FBD45-A2B7-4136-9F54-582922A8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85" y="20418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554">
            <a:extLst xmlns:a="http://schemas.openxmlformats.org/drawingml/2006/main">
              <a:ext uri="{FF2B5EF4-FFF2-40B4-BE49-F238E27FC236}">
                <a16:creationId xmlns:a16="http://schemas.microsoft.com/office/drawing/2014/main" id="{9001A4D5-75BF-4074-81E4-D42678DE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273" y="24549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555">
            <a:extLst xmlns:a="http://schemas.openxmlformats.org/drawingml/2006/main">
              <a:ext uri="{FF2B5EF4-FFF2-40B4-BE49-F238E27FC236}">
                <a16:creationId xmlns:a16="http://schemas.microsoft.com/office/drawing/2014/main" id="{0298DF26-11F8-4278-B56E-BEAB339D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463" y="23901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556">
            <a:extLst xmlns:a="http://schemas.openxmlformats.org/drawingml/2006/main">
              <a:ext uri="{FF2B5EF4-FFF2-40B4-BE49-F238E27FC236}">
                <a16:creationId xmlns:a16="http://schemas.microsoft.com/office/drawing/2014/main" id="{44A67C33-993F-4366-A868-1D83C8FF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172" y="2312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557">
            <a:extLst xmlns:a="http://schemas.openxmlformats.org/drawingml/2006/main">
              <a:ext uri="{FF2B5EF4-FFF2-40B4-BE49-F238E27FC236}">
                <a16:creationId xmlns:a16="http://schemas.microsoft.com/office/drawing/2014/main" id="{7945BBA2-2BA8-431F-A4C5-4C2A664A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052" y="20267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558">
            <a:extLst xmlns:a="http://schemas.openxmlformats.org/drawingml/2006/main">
              <a:ext uri="{FF2B5EF4-FFF2-40B4-BE49-F238E27FC236}">
                <a16:creationId xmlns:a16="http://schemas.microsoft.com/office/drawing/2014/main" id="{974009F8-D547-4D07-9A1D-C70D5B2E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2917" y="176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559">
            <a:extLst xmlns:a="http://schemas.openxmlformats.org/drawingml/2006/main">
              <a:ext uri="{FF2B5EF4-FFF2-40B4-BE49-F238E27FC236}">
                <a16:creationId xmlns:a16="http://schemas.microsoft.com/office/drawing/2014/main" id="{C1C67DE0-64B8-409C-ACCF-F83F78EB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2921" y="31194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560">
            <a:extLst xmlns:a="http://schemas.openxmlformats.org/drawingml/2006/main">
              <a:ext uri="{FF2B5EF4-FFF2-40B4-BE49-F238E27FC236}">
                <a16:creationId xmlns:a16="http://schemas.microsoft.com/office/drawing/2014/main" id="{90D675B1-2643-4321-BD9B-BD615E1F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8902" y="20329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561">
            <a:extLst xmlns:a="http://schemas.openxmlformats.org/drawingml/2006/main">
              <a:ext uri="{FF2B5EF4-FFF2-40B4-BE49-F238E27FC236}">
                <a16:creationId xmlns:a16="http://schemas.microsoft.com/office/drawing/2014/main" id="{46136F33-B8F6-4489-AA6C-3DDCFAFC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836" y="20466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562">
            <a:extLst xmlns:a="http://schemas.openxmlformats.org/drawingml/2006/main">
              <a:ext uri="{FF2B5EF4-FFF2-40B4-BE49-F238E27FC236}">
                <a16:creationId xmlns:a16="http://schemas.microsoft.com/office/drawing/2014/main" id="{3F800684-0A47-407D-B28F-3A9E1BBD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290" y="20085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563">
            <a:extLst xmlns:a="http://schemas.openxmlformats.org/drawingml/2006/main">
              <a:ext uri="{FF2B5EF4-FFF2-40B4-BE49-F238E27FC236}">
                <a16:creationId xmlns:a16="http://schemas.microsoft.com/office/drawing/2014/main" id="{83AF6A8E-B9A2-4474-A005-F05DB741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785" y="21105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564">
            <a:extLst xmlns:a="http://schemas.openxmlformats.org/drawingml/2006/main">
              <a:ext uri="{FF2B5EF4-FFF2-40B4-BE49-F238E27FC236}">
                <a16:creationId xmlns:a16="http://schemas.microsoft.com/office/drawing/2014/main" id="{AD772673-270B-4D54-B1E9-261DA1A2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0007" y="33133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565">
            <a:extLst xmlns:a="http://schemas.openxmlformats.org/drawingml/2006/main">
              <a:ext uri="{FF2B5EF4-FFF2-40B4-BE49-F238E27FC236}">
                <a16:creationId xmlns:a16="http://schemas.microsoft.com/office/drawing/2014/main" id="{200511BD-302E-4BDD-A476-52E0D969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5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566">
            <a:extLst xmlns:a="http://schemas.openxmlformats.org/drawingml/2006/main">
              <a:ext uri="{FF2B5EF4-FFF2-40B4-BE49-F238E27FC236}">
                <a16:creationId xmlns:a16="http://schemas.microsoft.com/office/drawing/2014/main" id="{2A8C0CE0-32BA-4D91-B075-A84624AF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56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567">
            <a:extLst xmlns:a="http://schemas.openxmlformats.org/drawingml/2006/main">
              <a:ext uri="{FF2B5EF4-FFF2-40B4-BE49-F238E27FC236}">
                <a16:creationId xmlns:a16="http://schemas.microsoft.com/office/drawing/2014/main" id="{3ECA520D-CC11-4C68-9DF3-1BDE35E5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947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568">
            <a:extLst xmlns:a="http://schemas.openxmlformats.org/drawingml/2006/main">
              <a:ext uri="{FF2B5EF4-FFF2-40B4-BE49-F238E27FC236}">
                <a16:creationId xmlns:a16="http://schemas.microsoft.com/office/drawing/2014/main" id="{F0C74FB0-40FD-4775-833C-8FA59401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185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569">
            <a:extLst xmlns:a="http://schemas.openxmlformats.org/drawingml/2006/main">
              <a:ext uri="{FF2B5EF4-FFF2-40B4-BE49-F238E27FC236}">
                <a16:creationId xmlns:a16="http://schemas.microsoft.com/office/drawing/2014/main" id="{B6DED7C6-FE5A-4E7A-9E41-3E0A735D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07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570">
            <a:extLst xmlns:a="http://schemas.openxmlformats.org/drawingml/2006/main">
              <a:ext uri="{FF2B5EF4-FFF2-40B4-BE49-F238E27FC236}">
                <a16:creationId xmlns:a16="http://schemas.microsoft.com/office/drawing/2014/main" id="{A206B0BC-D2BC-4358-81E9-44EB29BB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19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571">
            <a:extLst xmlns:a="http://schemas.openxmlformats.org/drawingml/2006/main">
              <a:ext uri="{FF2B5EF4-FFF2-40B4-BE49-F238E27FC236}">
                <a16:creationId xmlns:a16="http://schemas.microsoft.com/office/drawing/2014/main" id="{E6DA0FA8-A11E-4B7D-A606-805E9905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615" y="2435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572">
            <a:extLst xmlns:a="http://schemas.openxmlformats.org/drawingml/2006/main">
              <a:ext uri="{FF2B5EF4-FFF2-40B4-BE49-F238E27FC236}">
                <a16:creationId xmlns:a16="http://schemas.microsoft.com/office/drawing/2014/main" id="{3F317B98-30D6-4EF4-9107-1442FB41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55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573">
            <a:extLst xmlns:a="http://schemas.openxmlformats.org/drawingml/2006/main">
              <a:ext uri="{FF2B5EF4-FFF2-40B4-BE49-F238E27FC236}">
                <a16:creationId xmlns:a16="http://schemas.microsoft.com/office/drawing/2014/main" id="{F7BAF097-252F-4FC5-B110-83F44574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9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574">
            <a:extLst xmlns:a="http://schemas.openxmlformats.org/drawingml/2006/main">
              <a:ext uri="{FF2B5EF4-FFF2-40B4-BE49-F238E27FC236}">
                <a16:creationId xmlns:a16="http://schemas.microsoft.com/office/drawing/2014/main" id="{3F7E1C1B-4A51-4EA5-92CF-12E8A254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7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575">
            <a:extLst xmlns:a="http://schemas.openxmlformats.org/drawingml/2006/main">
              <a:ext uri="{FF2B5EF4-FFF2-40B4-BE49-F238E27FC236}">
                <a16:creationId xmlns:a16="http://schemas.microsoft.com/office/drawing/2014/main" id="{93305DAF-B17D-4315-BDE0-9D5E1806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42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576">
            <a:extLst xmlns:a="http://schemas.openxmlformats.org/drawingml/2006/main">
              <a:ext uri="{FF2B5EF4-FFF2-40B4-BE49-F238E27FC236}">
                <a16:creationId xmlns:a16="http://schemas.microsoft.com/office/drawing/2014/main" id="{5738CD65-C790-44A1-A8A0-347B0CF0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08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8" name="data_577">
            <a:extLst xmlns:a="http://schemas.openxmlformats.org/drawingml/2006/main">
              <a:ext uri="{FF2B5EF4-FFF2-40B4-BE49-F238E27FC236}">
                <a16:creationId xmlns:a16="http://schemas.microsoft.com/office/drawing/2014/main" id="{8E033A86-3D0E-4441-905A-AC67D8C1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896" y="1843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9" name="data_578">
            <a:extLst xmlns:a="http://schemas.openxmlformats.org/drawingml/2006/main">
              <a:ext uri="{FF2B5EF4-FFF2-40B4-BE49-F238E27FC236}">
                <a16:creationId xmlns:a16="http://schemas.microsoft.com/office/drawing/2014/main" id="{9258A7F1-C7E5-4E7C-A735-4B40AAE8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504" y="21467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0" name="data_579">
            <a:extLst xmlns:a="http://schemas.openxmlformats.org/drawingml/2006/main">
              <a:ext uri="{FF2B5EF4-FFF2-40B4-BE49-F238E27FC236}">
                <a16:creationId xmlns:a16="http://schemas.microsoft.com/office/drawing/2014/main" id="{FD759CE7-BFC0-4861-A57E-46B31545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255" y="18304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1" name="data_580">
            <a:extLst xmlns:a="http://schemas.openxmlformats.org/drawingml/2006/main">
              <a:ext uri="{FF2B5EF4-FFF2-40B4-BE49-F238E27FC236}">
                <a16:creationId xmlns:a16="http://schemas.microsoft.com/office/drawing/2014/main" id="{920DDB95-D84F-41E0-8BFD-0E4A6720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5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2" name="data_581">
            <a:extLst xmlns:a="http://schemas.openxmlformats.org/drawingml/2006/main">
              <a:ext uri="{FF2B5EF4-FFF2-40B4-BE49-F238E27FC236}">
                <a16:creationId xmlns:a16="http://schemas.microsoft.com/office/drawing/2014/main" id="{46AA75B2-CA71-4C86-99FA-58C1E301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776" y="29062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3" name="data_582">
            <a:extLst xmlns:a="http://schemas.openxmlformats.org/drawingml/2006/main">
              <a:ext uri="{FF2B5EF4-FFF2-40B4-BE49-F238E27FC236}">
                <a16:creationId xmlns:a16="http://schemas.microsoft.com/office/drawing/2014/main" id="{84F0BFFC-622B-4AB2-A0FB-642F096A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80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4" name="data_583">
            <a:extLst xmlns:a="http://schemas.openxmlformats.org/drawingml/2006/main">
              <a:ext uri="{FF2B5EF4-FFF2-40B4-BE49-F238E27FC236}">
                <a16:creationId xmlns:a16="http://schemas.microsoft.com/office/drawing/2014/main" id="{6B086E33-9E80-4DFC-9053-A2702713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917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5" name="data_584">
            <a:extLst xmlns:a="http://schemas.openxmlformats.org/drawingml/2006/main">
              <a:ext uri="{FF2B5EF4-FFF2-40B4-BE49-F238E27FC236}">
                <a16:creationId xmlns:a16="http://schemas.microsoft.com/office/drawing/2014/main" id="{D8959C92-6C0C-4E1A-A9B9-D4666FEA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0264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6" name="data_585">
            <a:extLst xmlns:a="http://schemas.openxmlformats.org/drawingml/2006/main">
              <a:ext uri="{FF2B5EF4-FFF2-40B4-BE49-F238E27FC236}">
                <a16:creationId xmlns:a16="http://schemas.microsoft.com/office/drawing/2014/main" id="{89CF3581-3A50-40F9-9B06-ACFEF3A1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638" y="19029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7" name="data_586">
            <a:extLst xmlns:a="http://schemas.openxmlformats.org/drawingml/2006/main">
              <a:ext uri="{FF2B5EF4-FFF2-40B4-BE49-F238E27FC236}">
                <a16:creationId xmlns:a16="http://schemas.microsoft.com/office/drawing/2014/main" id="{31270C54-D017-4D84-9229-B54623B6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548" y="20162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8" name="data_587">
            <a:extLst xmlns:a="http://schemas.openxmlformats.org/drawingml/2006/main">
              <a:ext uri="{FF2B5EF4-FFF2-40B4-BE49-F238E27FC236}">
                <a16:creationId xmlns:a16="http://schemas.microsoft.com/office/drawing/2014/main" id="{AAB985C3-2E8A-412E-B827-89107673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85" y="28994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9" name="data_588">
            <a:extLst xmlns:a="http://schemas.openxmlformats.org/drawingml/2006/main">
              <a:ext uri="{FF2B5EF4-FFF2-40B4-BE49-F238E27FC236}">
                <a16:creationId xmlns:a16="http://schemas.microsoft.com/office/drawing/2014/main" id="{92315387-A1C9-4733-917A-9C7E93D5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823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0" name="data_589">
            <a:extLst xmlns:a="http://schemas.openxmlformats.org/drawingml/2006/main">
              <a:ext uri="{FF2B5EF4-FFF2-40B4-BE49-F238E27FC236}">
                <a16:creationId xmlns:a16="http://schemas.microsoft.com/office/drawing/2014/main" id="{46BB7A5B-A162-4F42-84AA-B8625E29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219" y="20957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1" name="data_590">
            <a:extLst xmlns:a="http://schemas.openxmlformats.org/drawingml/2006/main">
              <a:ext uri="{FF2B5EF4-FFF2-40B4-BE49-F238E27FC236}">
                <a16:creationId xmlns:a16="http://schemas.microsoft.com/office/drawing/2014/main" id="{1EC4D964-DE6E-4872-9CFA-7C2C326B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783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2" name="data_591">
            <a:extLst xmlns:a="http://schemas.openxmlformats.org/drawingml/2006/main">
              <a:ext uri="{FF2B5EF4-FFF2-40B4-BE49-F238E27FC236}">
                <a16:creationId xmlns:a16="http://schemas.microsoft.com/office/drawing/2014/main" id="{37D25EE4-D11E-4D42-81CC-00EBC29F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7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3" name="data_592">
            <a:extLst xmlns:a="http://schemas.openxmlformats.org/drawingml/2006/main">
              <a:ext uri="{FF2B5EF4-FFF2-40B4-BE49-F238E27FC236}">
                <a16:creationId xmlns:a16="http://schemas.microsoft.com/office/drawing/2014/main" id="{AEB60E97-1820-42AC-ADEF-AE262462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3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593">
            <a:extLst xmlns:a="http://schemas.openxmlformats.org/drawingml/2006/main">
              <a:ext uri="{FF2B5EF4-FFF2-40B4-BE49-F238E27FC236}">
                <a16:creationId xmlns:a16="http://schemas.microsoft.com/office/drawing/2014/main" id="{1B788D8A-A4DC-43C8-A5FF-80A45FDA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0682" y="29585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5" name="data_594">
            <a:extLst xmlns:a="http://schemas.openxmlformats.org/drawingml/2006/main">
              <a:ext uri="{FF2B5EF4-FFF2-40B4-BE49-F238E27FC236}">
                <a16:creationId xmlns:a16="http://schemas.microsoft.com/office/drawing/2014/main" id="{7307F92E-9501-4152-9DB7-15353198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5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6" name="data_595">
            <a:extLst xmlns:a="http://schemas.openxmlformats.org/drawingml/2006/main">
              <a:ext uri="{FF2B5EF4-FFF2-40B4-BE49-F238E27FC236}">
                <a16:creationId xmlns:a16="http://schemas.microsoft.com/office/drawing/2014/main" id="{54D39711-273D-4E2B-A90C-8C1FD678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023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7" name="data_596">
            <a:extLst xmlns:a="http://schemas.openxmlformats.org/drawingml/2006/main">
              <a:ext uri="{FF2B5EF4-FFF2-40B4-BE49-F238E27FC236}">
                <a16:creationId xmlns:a16="http://schemas.microsoft.com/office/drawing/2014/main" id="{71C08445-E89D-48FA-94D2-D1F04A81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54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8" name="data_597">
            <a:extLst xmlns:a="http://schemas.openxmlformats.org/drawingml/2006/main">
              <a:ext uri="{FF2B5EF4-FFF2-40B4-BE49-F238E27FC236}">
                <a16:creationId xmlns:a16="http://schemas.microsoft.com/office/drawing/2014/main" id="{E7B70909-9DE5-463A-9B50-A0EEF5CF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928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9" name="data_598">
            <a:extLst xmlns:a="http://schemas.openxmlformats.org/drawingml/2006/main">
              <a:ext uri="{FF2B5EF4-FFF2-40B4-BE49-F238E27FC236}">
                <a16:creationId xmlns:a16="http://schemas.microsoft.com/office/drawing/2014/main" id="{9D94AA3F-4511-42A3-B583-35361C0D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293" y="30589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0" name="data_599">
            <a:extLst xmlns:a="http://schemas.openxmlformats.org/drawingml/2006/main">
              <a:ext uri="{FF2B5EF4-FFF2-40B4-BE49-F238E27FC236}">
                <a16:creationId xmlns:a16="http://schemas.microsoft.com/office/drawing/2014/main" id="{48D4C3B8-68DF-4016-A1F3-06D8F8FB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70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1" name="data_600">
            <a:extLst xmlns:a="http://schemas.openxmlformats.org/drawingml/2006/main">
              <a:ext uri="{FF2B5EF4-FFF2-40B4-BE49-F238E27FC236}">
                <a16:creationId xmlns:a16="http://schemas.microsoft.com/office/drawing/2014/main" id="{3DF6D4DC-C008-4DC9-992E-28CEDEE3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67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2" name="data_601">
            <a:extLst xmlns:a="http://schemas.openxmlformats.org/drawingml/2006/main">
              <a:ext uri="{FF2B5EF4-FFF2-40B4-BE49-F238E27FC236}">
                <a16:creationId xmlns:a16="http://schemas.microsoft.com/office/drawing/2014/main" id="{9BF222B6-476F-48F3-8F17-A053DAE4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1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3" name="data_602">
            <a:extLst xmlns:a="http://schemas.openxmlformats.org/drawingml/2006/main">
              <a:ext uri="{FF2B5EF4-FFF2-40B4-BE49-F238E27FC236}">
                <a16:creationId xmlns:a16="http://schemas.microsoft.com/office/drawing/2014/main" id="{6B88E9BE-D519-4FF1-8FE3-F362455F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2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4" name="data_603">
            <a:extLst xmlns:a="http://schemas.openxmlformats.org/drawingml/2006/main">
              <a:ext uri="{FF2B5EF4-FFF2-40B4-BE49-F238E27FC236}">
                <a16:creationId xmlns:a16="http://schemas.microsoft.com/office/drawing/2014/main" id="{245C24D5-193C-45C3-865E-72834731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587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5" name="data_604">
            <a:extLst xmlns:a="http://schemas.openxmlformats.org/drawingml/2006/main">
              <a:ext uri="{FF2B5EF4-FFF2-40B4-BE49-F238E27FC236}">
                <a16:creationId xmlns:a16="http://schemas.microsoft.com/office/drawing/2014/main" id="{A4A41F76-F19C-477B-94A1-82822C3B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91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6" name="data_605">
            <a:extLst xmlns:a="http://schemas.openxmlformats.org/drawingml/2006/main">
              <a:ext uri="{FF2B5EF4-FFF2-40B4-BE49-F238E27FC236}">
                <a16:creationId xmlns:a16="http://schemas.microsoft.com/office/drawing/2014/main" id="{9B6AAEDF-5558-4868-8F21-B3CA40EE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2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7" name="data_606">
            <a:extLst xmlns:a="http://schemas.openxmlformats.org/drawingml/2006/main">
              <a:ext uri="{FF2B5EF4-FFF2-40B4-BE49-F238E27FC236}">
                <a16:creationId xmlns:a16="http://schemas.microsoft.com/office/drawing/2014/main" id="{58787153-D3DB-4A0E-8209-A23F8854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493" y="261903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8" name="data_607">
            <a:extLst xmlns:a="http://schemas.openxmlformats.org/drawingml/2006/main">
              <a:ext uri="{FF2B5EF4-FFF2-40B4-BE49-F238E27FC236}">
                <a16:creationId xmlns:a16="http://schemas.microsoft.com/office/drawing/2014/main" id="{A0E2A458-1B80-4B56-A602-1E84AA56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75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9" name="data_608">
            <a:extLst xmlns:a="http://schemas.openxmlformats.org/drawingml/2006/main">
              <a:ext uri="{FF2B5EF4-FFF2-40B4-BE49-F238E27FC236}">
                <a16:creationId xmlns:a16="http://schemas.microsoft.com/office/drawing/2014/main" id="{CD3FC0FD-C208-457C-9DF0-7FBE5EFB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98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0" name="data_609">
            <a:extLst xmlns:a="http://schemas.openxmlformats.org/drawingml/2006/main">
              <a:ext uri="{FF2B5EF4-FFF2-40B4-BE49-F238E27FC236}">
                <a16:creationId xmlns:a16="http://schemas.microsoft.com/office/drawing/2014/main" id="{DDC5F2E1-93B5-43A0-86ED-B38EB119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7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1" name="data_610">
            <a:extLst xmlns:a="http://schemas.openxmlformats.org/drawingml/2006/main">
              <a:ext uri="{FF2B5EF4-FFF2-40B4-BE49-F238E27FC236}">
                <a16:creationId xmlns:a16="http://schemas.microsoft.com/office/drawing/2014/main" id="{C36E5564-A0B3-474B-B484-48B45816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43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2" name="data_611">
            <a:extLst xmlns:a="http://schemas.openxmlformats.org/drawingml/2006/main">
              <a:ext uri="{FF2B5EF4-FFF2-40B4-BE49-F238E27FC236}">
                <a16:creationId xmlns:a16="http://schemas.microsoft.com/office/drawing/2014/main" id="{3B12E7F5-F1A7-4364-AA64-F193ACA5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68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3" name="data_612">
            <a:extLst xmlns:a="http://schemas.openxmlformats.org/drawingml/2006/main">
              <a:ext uri="{FF2B5EF4-FFF2-40B4-BE49-F238E27FC236}">
                <a16:creationId xmlns:a16="http://schemas.microsoft.com/office/drawing/2014/main" id="{9AB84E1D-3D53-4ED3-9BE4-77A1D31C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40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4" name="data_613">
            <a:extLst xmlns:a="http://schemas.openxmlformats.org/drawingml/2006/main">
              <a:ext uri="{FF2B5EF4-FFF2-40B4-BE49-F238E27FC236}">
                <a16:creationId xmlns:a16="http://schemas.microsoft.com/office/drawing/2014/main" id="{A20DA236-9AA2-4F7F-B07D-79F1D366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649" y="29277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5" name="data_614">
            <a:extLst xmlns:a="http://schemas.openxmlformats.org/drawingml/2006/main">
              <a:ext uri="{FF2B5EF4-FFF2-40B4-BE49-F238E27FC236}">
                <a16:creationId xmlns:a16="http://schemas.microsoft.com/office/drawing/2014/main" id="{22CF1BFD-5AE9-469A-BC57-E0C8E5C8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6" name="data_615">
            <a:extLst xmlns:a="http://schemas.openxmlformats.org/drawingml/2006/main">
              <a:ext uri="{FF2B5EF4-FFF2-40B4-BE49-F238E27FC236}">
                <a16:creationId xmlns:a16="http://schemas.microsoft.com/office/drawing/2014/main" id="{82B71222-EA52-4296-A8A6-E8F516A3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886" y="22586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7" name="data_616">
            <a:extLst xmlns:a="http://schemas.openxmlformats.org/drawingml/2006/main">
              <a:ext uri="{FF2B5EF4-FFF2-40B4-BE49-F238E27FC236}">
                <a16:creationId xmlns:a16="http://schemas.microsoft.com/office/drawing/2014/main" id="{93C492DE-8132-4B74-9DF4-AB65D089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311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8" name="data_617">
            <a:extLst xmlns:a="http://schemas.openxmlformats.org/drawingml/2006/main">
              <a:ext uri="{FF2B5EF4-FFF2-40B4-BE49-F238E27FC236}">
                <a16:creationId xmlns:a16="http://schemas.microsoft.com/office/drawing/2014/main" id="{4D81A642-E615-4DD8-96C1-CD3A98DB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9" name="data_618">
            <a:extLst xmlns:a="http://schemas.openxmlformats.org/drawingml/2006/main">
              <a:ext uri="{FF2B5EF4-FFF2-40B4-BE49-F238E27FC236}">
                <a16:creationId xmlns:a16="http://schemas.microsoft.com/office/drawing/2014/main" id="{90F39A25-3D57-4F6E-A22C-97FF0E97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01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0" name="data_619">
            <a:extLst xmlns:a="http://schemas.openxmlformats.org/drawingml/2006/main">
              <a:ext uri="{FF2B5EF4-FFF2-40B4-BE49-F238E27FC236}">
                <a16:creationId xmlns:a16="http://schemas.microsoft.com/office/drawing/2014/main" id="{98F9A09A-767C-4CE0-B232-95671AF1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2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1" name="data_620">
            <a:extLst xmlns:a="http://schemas.openxmlformats.org/drawingml/2006/main">
              <a:ext uri="{FF2B5EF4-FFF2-40B4-BE49-F238E27FC236}">
                <a16:creationId xmlns:a16="http://schemas.microsoft.com/office/drawing/2014/main" id="{3EA4E336-62C4-4192-A2D7-EE464069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4712" y="18877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2" name="data_621">
            <a:extLst xmlns:a="http://schemas.openxmlformats.org/drawingml/2006/main">
              <a:ext uri="{FF2B5EF4-FFF2-40B4-BE49-F238E27FC236}">
                <a16:creationId xmlns:a16="http://schemas.microsoft.com/office/drawing/2014/main" id="{6C918CDC-5543-4C47-A671-37C73A0B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6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3" name="data_622">
            <a:extLst xmlns:a="http://schemas.openxmlformats.org/drawingml/2006/main">
              <a:ext uri="{FF2B5EF4-FFF2-40B4-BE49-F238E27FC236}">
                <a16:creationId xmlns:a16="http://schemas.microsoft.com/office/drawing/2014/main" id="{76D8C5E8-8C60-4C18-81C4-1BFB4A9B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21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4" name="data_623">
            <a:extLst xmlns:a="http://schemas.openxmlformats.org/drawingml/2006/main">
              <a:ext uri="{FF2B5EF4-FFF2-40B4-BE49-F238E27FC236}">
                <a16:creationId xmlns:a16="http://schemas.microsoft.com/office/drawing/2014/main" id="{471666BD-9740-40E1-90CD-6AF68A1B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39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5" name="data_624">
            <a:extLst xmlns:a="http://schemas.openxmlformats.org/drawingml/2006/main">
              <a:ext uri="{FF2B5EF4-FFF2-40B4-BE49-F238E27FC236}">
                <a16:creationId xmlns:a16="http://schemas.microsoft.com/office/drawing/2014/main" id="{42515947-269D-42E4-BAE2-1711890B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67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6" name="data_625">
            <a:extLst xmlns:a="http://schemas.openxmlformats.org/drawingml/2006/main">
              <a:ext uri="{FF2B5EF4-FFF2-40B4-BE49-F238E27FC236}">
                <a16:creationId xmlns:a16="http://schemas.microsoft.com/office/drawing/2014/main" id="{A40005B2-36EA-445D-B857-AF47E219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0918" y="32879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7" name="data_626">
            <a:extLst xmlns:a="http://schemas.openxmlformats.org/drawingml/2006/main">
              <a:ext uri="{FF2B5EF4-FFF2-40B4-BE49-F238E27FC236}">
                <a16:creationId xmlns:a16="http://schemas.microsoft.com/office/drawing/2014/main" id="{57E20342-F3D7-4E13-B0AE-1CF5DDDC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18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8" name="data_627">
            <a:extLst xmlns:a="http://schemas.openxmlformats.org/drawingml/2006/main">
              <a:ext uri="{FF2B5EF4-FFF2-40B4-BE49-F238E27FC236}">
                <a16:creationId xmlns:a16="http://schemas.microsoft.com/office/drawing/2014/main" id="{399BD9EB-70F1-4B34-9AA6-30ED264B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6724" y="27757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9" name="data_628">
            <a:extLst xmlns:a="http://schemas.openxmlformats.org/drawingml/2006/main">
              <a:ext uri="{FF2B5EF4-FFF2-40B4-BE49-F238E27FC236}">
                <a16:creationId xmlns:a16="http://schemas.microsoft.com/office/drawing/2014/main" id="{2ACDA01B-3287-467E-AF4E-400310C7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6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0" name="data_629">
            <a:extLst xmlns:a="http://schemas.openxmlformats.org/drawingml/2006/main">
              <a:ext uri="{FF2B5EF4-FFF2-40B4-BE49-F238E27FC236}">
                <a16:creationId xmlns:a16="http://schemas.microsoft.com/office/drawing/2014/main" id="{E460E1F8-ED47-44F5-B663-0ED4DA36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45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1" name="data_630">
            <a:extLst xmlns:a="http://schemas.openxmlformats.org/drawingml/2006/main">
              <a:ext uri="{FF2B5EF4-FFF2-40B4-BE49-F238E27FC236}">
                <a16:creationId xmlns:a16="http://schemas.microsoft.com/office/drawing/2014/main" id="{7411E19E-6B88-49BF-B069-0267522B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17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631">
            <a:extLst xmlns:a="http://schemas.openxmlformats.org/drawingml/2006/main">
              <a:ext uri="{FF2B5EF4-FFF2-40B4-BE49-F238E27FC236}">
                <a16:creationId xmlns:a16="http://schemas.microsoft.com/office/drawing/2014/main" id="{62E50BC3-9B1E-4AC0-A504-684AEBF7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887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632">
            <a:extLst xmlns:a="http://schemas.openxmlformats.org/drawingml/2006/main">
              <a:ext uri="{FF2B5EF4-FFF2-40B4-BE49-F238E27FC236}">
                <a16:creationId xmlns:a16="http://schemas.microsoft.com/office/drawing/2014/main" id="{F6774CFD-6F93-4764-A49A-27569006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51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633">
            <a:extLst xmlns:a="http://schemas.openxmlformats.org/drawingml/2006/main">
              <a:ext uri="{FF2B5EF4-FFF2-40B4-BE49-F238E27FC236}">
                <a16:creationId xmlns:a16="http://schemas.microsoft.com/office/drawing/2014/main" id="{53BE0357-63C0-4D20-8A84-CBB6D112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65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634">
            <a:extLst xmlns:a="http://schemas.openxmlformats.org/drawingml/2006/main">
              <a:ext uri="{FF2B5EF4-FFF2-40B4-BE49-F238E27FC236}">
                <a16:creationId xmlns:a16="http://schemas.microsoft.com/office/drawing/2014/main" id="{BD199C25-F826-4F22-9449-77A56333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635">
            <a:extLst xmlns:a="http://schemas.openxmlformats.org/drawingml/2006/main">
              <a:ext uri="{FF2B5EF4-FFF2-40B4-BE49-F238E27FC236}">
                <a16:creationId xmlns:a16="http://schemas.microsoft.com/office/drawing/2014/main" id="{1100ADD7-F4D0-42E9-82C9-F8311654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570" y="25867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636">
            <a:extLst xmlns:a="http://schemas.openxmlformats.org/drawingml/2006/main">
              <a:ext uri="{FF2B5EF4-FFF2-40B4-BE49-F238E27FC236}">
                <a16:creationId xmlns:a16="http://schemas.microsoft.com/office/drawing/2014/main" id="{7EF72D20-0016-400E-80EF-EBE18AE0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670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637">
            <a:extLst xmlns:a="http://schemas.openxmlformats.org/drawingml/2006/main">
              <a:ext uri="{FF2B5EF4-FFF2-40B4-BE49-F238E27FC236}">
                <a16:creationId xmlns:a16="http://schemas.microsoft.com/office/drawing/2014/main" id="{688D7AA2-D2B5-46D3-8653-3D7182DB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72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638">
            <a:extLst xmlns:a="http://schemas.openxmlformats.org/drawingml/2006/main">
              <a:ext uri="{FF2B5EF4-FFF2-40B4-BE49-F238E27FC236}">
                <a16:creationId xmlns:a16="http://schemas.microsoft.com/office/drawing/2014/main" id="{B16A0FC6-356C-410F-908A-A824AFFD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915" y="21825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639">
            <a:extLst xmlns:a="http://schemas.openxmlformats.org/drawingml/2006/main">
              <a:ext uri="{FF2B5EF4-FFF2-40B4-BE49-F238E27FC236}">
                <a16:creationId xmlns:a16="http://schemas.microsoft.com/office/drawing/2014/main" id="{6E057814-6D37-488D-B03A-215E84D4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1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640">
            <a:extLst xmlns:a="http://schemas.openxmlformats.org/drawingml/2006/main">
              <a:ext uri="{FF2B5EF4-FFF2-40B4-BE49-F238E27FC236}">
                <a16:creationId xmlns:a16="http://schemas.microsoft.com/office/drawing/2014/main" id="{CFB3C14B-F149-4EAB-9BD3-E8D32BAFC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971" y="3102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641">
            <a:extLst xmlns:a="http://schemas.openxmlformats.org/drawingml/2006/main">
              <a:ext uri="{FF2B5EF4-FFF2-40B4-BE49-F238E27FC236}">
                <a16:creationId xmlns:a16="http://schemas.microsoft.com/office/drawing/2014/main" id="{DD12F6C3-C651-4A5E-BA19-574C9E56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321" y="27443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642">
            <a:extLst xmlns:a="http://schemas.openxmlformats.org/drawingml/2006/main">
              <a:ext uri="{FF2B5EF4-FFF2-40B4-BE49-F238E27FC236}">
                <a16:creationId xmlns:a16="http://schemas.microsoft.com/office/drawing/2014/main" id="{C46A6625-783D-4E6E-8F5A-EFA6E8B5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3148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643">
            <a:extLst xmlns:a="http://schemas.openxmlformats.org/drawingml/2006/main">
              <a:ext uri="{FF2B5EF4-FFF2-40B4-BE49-F238E27FC236}">
                <a16:creationId xmlns:a16="http://schemas.microsoft.com/office/drawing/2014/main" id="{C42BA589-8756-42C0-B181-CC393C28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6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644">
            <a:extLst xmlns:a="http://schemas.openxmlformats.org/drawingml/2006/main">
              <a:ext uri="{FF2B5EF4-FFF2-40B4-BE49-F238E27FC236}">
                <a16:creationId xmlns:a16="http://schemas.microsoft.com/office/drawing/2014/main" id="{5A760682-0462-4A51-92D3-7BC3033C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358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645">
            <a:extLst xmlns:a="http://schemas.openxmlformats.org/drawingml/2006/main">
              <a:ext uri="{FF2B5EF4-FFF2-40B4-BE49-F238E27FC236}">
                <a16:creationId xmlns:a16="http://schemas.microsoft.com/office/drawing/2014/main" id="{2F477614-6FA8-42E2-BC68-547C55AC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646">
            <a:extLst xmlns:a="http://schemas.openxmlformats.org/drawingml/2006/main">
              <a:ext uri="{FF2B5EF4-FFF2-40B4-BE49-F238E27FC236}">
                <a16:creationId xmlns:a16="http://schemas.microsoft.com/office/drawing/2014/main" id="{25CD6E91-D714-47EA-A890-B7CCE7B3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2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647">
            <a:extLst xmlns:a="http://schemas.openxmlformats.org/drawingml/2006/main">
              <a:ext uri="{FF2B5EF4-FFF2-40B4-BE49-F238E27FC236}">
                <a16:creationId xmlns:a16="http://schemas.microsoft.com/office/drawing/2014/main" id="{E93DB3C3-76EB-4A50-8617-B587FFD4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766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648">
            <a:extLst xmlns:a="http://schemas.openxmlformats.org/drawingml/2006/main">
              <a:ext uri="{FF2B5EF4-FFF2-40B4-BE49-F238E27FC236}">
                <a16:creationId xmlns:a16="http://schemas.microsoft.com/office/drawing/2014/main" id="{D1FDBE7D-2997-468D-BD3A-D9D09DDC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12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649">
            <a:extLst xmlns:a="http://schemas.openxmlformats.org/drawingml/2006/main">
              <a:ext uri="{FF2B5EF4-FFF2-40B4-BE49-F238E27FC236}">
                <a16:creationId xmlns:a16="http://schemas.microsoft.com/office/drawing/2014/main" id="{7FE99696-8A05-4DA0-ADF3-DE0EECB4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499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650">
            <a:extLst xmlns:a="http://schemas.openxmlformats.org/drawingml/2006/main">
              <a:ext uri="{FF2B5EF4-FFF2-40B4-BE49-F238E27FC236}">
                <a16:creationId xmlns:a16="http://schemas.microsoft.com/office/drawing/2014/main" id="{4D96E8BC-6709-4773-BFEA-91E82EA9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66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651">
            <a:extLst xmlns:a="http://schemas.openxmlformats.org/drawingml/2006/main">
              <a:ext uri="{FF2B5EF4-FFF2-40B4-BE49-F238E27FC236}">
                <a16:creationId xmlns:a16="http://schemas.microsoft.com/office/drawing/2014/main" id="{2B20313A-968B-4598-9AE4-C573F368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23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652">
            <a:extLst xmlns:a="http://schemas.openxmlformats.org/drawingml/2006/main">
              <a:ext uri="{FF2B5EF4-FFF2-40B4-BE49-F238E27FC236}">
                <a16:creationId xmlns:a16="http://schemas.microsoft.com/office/drawing/2014/main" id="{8B8FF053-9477-42F5-B477-5DAA5FC5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782" y="30442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653">
            <a:extLst xmlns:a="http://schemas.openxmlformats.org/drawingml/2006/main">
              <a:ext uri="{FF2B5EF4-FFF2-40B4-BE49-F238E27FC236}">
                <a16:creationId xmlns:a16="http://schemas.microsoft.com/office/drawing/2014/main" id="{15081150-B99A-4720-A7C7-BB4984CC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1014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654">
            <a:extLst xmlns:a="http://schemas.openxmlformats.org/drawingml/2006/main">
              <a:ext uri="{FF2B5EF4-FFF2-40B4-BE49-F238E27FC236}">
                <a16:creationId xmlns:a16="http://schemas.microsoft.com/office/drawing/2014/main" id="{E32DDBF3-02A3-484B-8918-25A35E95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7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655">
            <a:extLst xmlns:a="http://schemas.openxmlformats.org/drawingml/2006/main">
              <a:ext uri="{FF2B5EF4-FFF2-40B4-BE49-F238E27FC236}">
                <a16:creationId xmlns:a16="http://schemas.microsoft.com/office/drawing/2014/main" id="{8EEC999F-A5CB-4EEF-93C2-B75B4B4B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76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656">
            <a:extLst xmlns:a="http://schemas.openxmlformats.org/drawingml/2006/main">
              <a:ext uri="{FF2B5EF4-FFF2-40B4-BE49-F238E27FC236}">
                <a16:creationId xmlns:a16="http://schemas.microsoft.com/office/drawing/2014/main" id="{5E845A7E-FA8C-4773-8F82-F2B6E6C3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9445" y="2176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657">
            <a:extLst xmlns:a="http://schemas.openxmlformats.org/drawingml/2006/main">
              <a:ext uri="{FF2B5EF4-FFF2-40B4-BE49-F238E27FC236}">
                <a16:creationId xmlns:a16="http://schemas.microsoft.com/office/drawing/2014/main" id="{B806428B-9323-497D-B44A-99B742D7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93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658">
            <a:extLst xmlns:a="http://schemas.openxmlformats.org/drawingml/2006/main">
              <a:ext uri="{FF2B5EF4-FFF2-40B4-BE49-F238E27FC236}">
                <a16:creationId xmlns:a16="http://schemas.microsoft.com/office/drawing/2014/main" id="{287EE5D2-9DB8-4E4A-8DD3-AA77D96D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1953" y="33229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659">
            <a:extLst xmlns:a="http://schemas.openxmlformats.org/drawingml/2006/main">
              <a:ext uri="{FF2B5EF4-FFF2-40B4-BE49-F238E27FC236}">
                <a16:creationId xmlns:a16="http://schemas.microsoft.com/office/drawing/2014/main" id="{DC55C6A2-D414-43DB-A37A-E868D96E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9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660">
            <a:extLst xmlns:a="http://schemas.openxmlformats.org/drawingml/2006/main">
              <a:ext uri="{FF2B5EF4-FFF2-40B4-BE49-F238E27FC236}">
                <a16:creationId xmlns:a16="http://schemas.microsoft.com/office/drawing/2014/main" id="{7003BC08-B81A-4C05-A632-AFCDBC47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5364" y="30793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661">
            <a:extLst xmlns:a="http://schemas.openxmlformats.org/drawingml/2006/main">
              <a:ext uri="{FF2B5EF4-FFF2-40B4-BE49-F238E27FC236}">
                <a16:creationId xmlns:a16="http://schemas.microsoft.com/office/drawing/2014/main" id="{9785ABB3-B022-45C3-9B6F-D603C17D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34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662">
            <a:extLst xmlns:a="http://schemas.openxmlformats.org/drawingml/2006/main">
              <a:ext uri="{FF2B5EF4-FFF2-40B4-BE49-F238E27FC236}">
                <a16:creationId xmlns:a16="http://schemas.microsoft.com/office/drawing/2014/main" id="{855EA7D6-0C99-494F-BF25-06DF5A56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409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663">
            <a:extLst xmlns:a="http://schemas.openxmlformats.org/drawingml/2006/main">
              <a:ext uri="{FF2B5EF4-FFF2-40B4-BE49-F238E27FC236}">
                <a16:creationId xmlns:a16="http://schemas.microsoft.com/office/drawing/2014/main" id="{B962F3F1-6493-413A-B692-DD37156D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2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664">
            <a:extLst xmlns:a="http://schemas.openxmlformats.org/drawingml/2006/main">
              <a:ext uri="{FF2B5EF4-FFF2-40B4-BE49-F238E27FC236}">
                <a16:creationId xmlns:a16="http://schemas.microsoft.com/office/drawing/2014/main" id="{553C1C6A-9FCC-49E5-883F-6A7286C7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316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665">
            <a:extLst xmlns:a="http://schemas.openxmlformats.org/drawingml/2006/main">
              <a:ext uri="{FF2B5EF4-FFF2-40B4-BE49-F238E27FC236}">
                <a16:creationId xmlns:a16="http://schemas.microsoft.com/office/drawing/2014/main" id="{3904437F-BF63-4CCB-9C86-61D344B9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20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666">
            <a:extLst xmlns:a="http://schemas.openxmlformats.org/drawingml/2006/main">
              <a:ext uri="{FF2B5EF4-FFF2-40B4-BE49-F238E27FC236}">
                <a16:creationId xmlns:a16="http://schemas.microsoft.com/office/drawing/2014/main" id="{7236043D-5DBB-4265-B6B6-FCD3CD98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606" y="2492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667">
            <a:extLst xmlns:a="http://schemas.openxmlformats.org/drawingml/2006/main">
              <a:ext uri="{FF2B5EF4-FFF2-40B4-BE49-F238E27FC236}">
                <a16:creationId xmlns:a16="http://schemas.microsoft.com/office/drawing/2014/main" id="{08294CED-653D-4AB0-B11E-2B8EDFC9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668">
            <a:extLst xmlns:a="http://schemas.openxmlformats.org/drawingml/2006/main">
              <a:ext uri="{FF2B5EF4-FFF2-40B4-BE49-F238E27FC236}">
                <a16:creationId xmlns:a16="http://schemas.microsoft.com/office/drawing/2014/main" id="{B62C08EE-05DA-424A-8463-EC7927AA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9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669">
            <a:extLst xmlns:a="http://schemas.openxmlformats.org/drawingml/2006/main">
              <a:ext uri="{FF2B5EF4-FFF2-40B4-BE49-F238E27FC236}">
                <a16:creationId xmlns:a16="http://schemas.microsoft.com/office/drawing/2014/main" id="{A97ED1C0-62E6-49CC-A81C-BF9CACCC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50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670">
            <a:extLst xmlns:a="http://schemas.openxmlformats.org/drawingml/2006/main">
              <a:ext uri="{FF2B5EF4-FFF2-40B4-BE49-F238E27FC236}">
                <a16:creationId xmlns:a16="http://schemas.microsoft.com/office/drawing/2014/main" id="{F4BE7912-428D-487A-93DA-35A3FFFE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46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671">
            <a:extLst xmlns:a="http://schemas.openxmlformats.org/drawingml/2006/main">
              <a:ext uri="{FF2B5EF4-FFF2-40B4-BE49-F238E27FC236}">
                <a16:creationId xmlns:a16="http://schemas.microsoft.com/office/drawing/2014/main" id="{DB3334C7-52EE-4166-9287-F27AEF13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541" y="18408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672">
            <a:extLst xmlns:a="http://schemas.openxmlformats.org/drawingml/2006/main">
              <a:ext uri="{FF2B5EF4-FFF2-40B4-BE49-F238E27FC236}">
                <a16:creationId xmlns:a16="http://schemas.microsoft.com/office/drawing/2014/main" id="{B08B9930-B0F3-4925-AE42-AC5C73EA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26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673">
            <a:extLst xmlns:a="http://schemas.openxmlformats.org/drawingml/2006/main">
              <a:ext uri="{FF2B5EF4-FFF2-40B4-BE49-F238E27FC236}">
                <a16:creationId xmlns:a16="http://schemas.microsoft.com/office/drawing/2014/main" id="{BC01D650-B05B-4DFF-A0F2-9F70AA6F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3482" y="2424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674">
            <a:extLst xmlns:a="http://schemas.openxmlformats.org/drawingml/2006/main">
              <a:ext uri="{FF2B5EF4-FFF2-40B4-BE49-F238E27FC236}">
                <a16:creationId xmlns:a16="http://schemas.microsoft.com/office/drawing/2014/main" id="{0B74D4E8-087C-468C-9C22-9279DABE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026" y="2666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675">
            <a:extLst xmlns:a="http://schemas.openxmlformats.org/drawingml/2006/main">
              <a:ext uri="{FF2B5EF4-FFF2-40B4-BE49-F238E27FC236}">
                <a16:creationId xmlns:a16="http://schemas.microsoft.com/office/drawing/2014/main" id="{88DCBBC6-EAAD-4FDD-89C9-C8C1E7E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20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676">
            <a:extLst xmlns:a="http://schemas.openxmlformats.org/drawingml/2006/main">
              <a:ext uri="{FF2B5EF4-FFF2-40B4-BE49-F238E27FC236}">
                <a16:creationId xmlns:a16="http://schemas.microsoft.com/office/drawing/2014/main" id="{B5B9BBB3-E0A5-4F44-BB21-075E6715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6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677">
            <a:extLst xmlns:a="http://schemas.openxmlformats.org/drawingml/2006/main">
              <a:ext uri="{FF2B5EF4-FFF2-40B4-BE49-F238E27FC236}">
                <a16:creationId xmlns:a16="http://schemas.microsoft.com/office/drawing/2014/main" id="{3A6692D3-A216-4706-AE28-E72A520D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2616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678">
            <a:extLst xmlns:a="http://schemas.openxmlformats.org/drawingml/2006/main">
              <a:ext uri="{FF2B5EF4-FFF2-40B4-BE49-F238E27FC236}">
                <a16:creationId xmlns:a16="http://schemas.microsoft.com/office/drawing/2014/main" id="{83D3142B-77B5-4CB1-B1E3-D5FFD830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940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679">
            <a:extLst xmlns:a="http://schemas.openxmlformats.org/drawingml/2006/main">
              <a:ext uri="{FF2B5EF4-FFF2-40B4-BE49-F238E27FC236}">
                <a16:creationId xmlns:a16="http://schemas.microsoft.com/office/drawing/2014/main" id="{E3E32706-6A96-4AD6-994D-FBCEB84D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0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680">
            <a:extLst xmlns:a="http://schemas.openxmlformats.org/drawingml/2006/main">
              <a:ext uri="{FF2B5EF4-FFF2-40B4-BE49-F238E27FC236}">
                <a16:creationId xmlns:a16="http://schemas.microsoft.com/office/drawing/2014/main" id="{EFF35F95-1EA4-4535-B666-29FF8017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850" y="26386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681">
            <a:extLst xmlns:a="http://schemas.openxmlformats.org/drawingml/2006/main">
              <a:ext uri="{FF2B5EF4-FFF2-40B4-BE49-F238E27FC236}">
                <a16:creationId xmlns:a16="http://schemas.microsoft.com/office/drawing/2014/main" id="{6A4FFF8E-8BC0-4FC1-90BD-58E6F753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51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682">
            <a:extLst xmlns:a="http://schemas.openxmlformats.org/drawingml/2006/main">
              <a:ext uri="{FF2B5EF4-FFF2-40B4-BE49-F238E27FC236}">
                <a16:creationId xmlns:a16="http://schemas.microsoft.com/office/drawing/2014/main" id="{7A383892-52D0-4B93-A0A8-93AA470F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94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683">
            <a:extLst xmlns:a="http://schemas.openxmlformats.org/drawingml/2006/main">
              <a:ext uri="{FF2B5EF4-FFF2-40B4-BE49-F238E27FC236}">
                <a16:creationId xmlns:a16="http://schemas.microsoft.com/office/drawing/2014/main" id="{117B8337-F4D8-4A96-80B6-45A57DB9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549" y="32480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684">
            <a:extLst xmlns:a="http://schemas.openxmlformats.org/drawingml/2006/main">
              <a:ext uri="{FF2B5EF4-FFF2-40B4-BE49-F238E27FC236}">
                <a16:creationId xmlns:a16="http://schemas.microsoft.com/office/drawing/2014/main" id="{828CD912-C25F-4D21-9C88-210D6A85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76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685">
            <a:extLst xmlns:a="http://schemas.openxmlformats.org/drawingml/2006/main">
              <a:ext uri="{FF2B5EF4-FFF2-40B4-BE49-F238E27FC236}">
                <a16:creationId xmlns:a16="http://schemas.microsoft.com/office/drawing/2014/main" id="{534717CE-0F86-4F4B-8758-228F1FD1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32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686">
            <a:extLst xmlns:a="http://schemas.openxmlformats.org/drawingml/2006/main">
              <a:ext uri="{FF2B5EF4-FFF2-40B4-BE49-F238E27FC236}">
                <a16:creationId xmlns:a16="http://schemas.microsoft.com/office/drawing/2014/main" id="{1BECE667-2844-4278-9036-3D0A1016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82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687">
            <a:extLst xmlns:a="http://schemas.openxmlformats.org/drawingml/2006/main">
              <a:ext uri="{FF2B5EF4-FFF2-40B4-BE49-F238E27FC236}">
                <a16:creationId xmlns:a16="http://schemas.microsoft.com/office/drawing/2014/main" id="{905CE956-077C-47BD-8025-DD042C09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6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688">
            <a:extLst xmlns:a="http://schemas.openxmlformats.org/drawingml/2006/main">
              <a:ext uri="{FF2B5EF4-FFF2-40B4-BE49-F238E27FC236}">
                <a16:creationId xmlns:a16="http://schemas.microsoft.com/office/drawing/2014/main" id="{53524D67-C379-4336-8572-C98076A2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89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689">
            <a:extLst xmlns:a="http://schemas.openxmlformats.org/drawingml/2006/main">
              <a:ext uri="{FF2B5EF4-FFF2-40B4-BE49-F238E27FC236}">
                <a16:creationId xmlns:a16="http://schemas.microsoft.com/office/drawing/2014/main" id="{8D79ED86-5F09-49C9-A7FF-3BE7800C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25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690">
            <a:extLst xmlns:a="http://schemas.openxmlformats.org/drawingml/2006/main">
              <a:ext uri="{FF2B5EF4-FFF2-40B4-BE49-F238E27FC236}">
                <a16:creationId xmlns:a16="http://schemas.microsoft.com/office/drawing/2014/main" id="{B44EB7D7-19D1-469F-AA5C-E05A0213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551" y="27079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691">
            <a:extLst xmlns:a="http://schemas.openxmlformats.org/drawingml/2006/main">
              <a:ext uri="{FF2B5EF4-FFF2-40B4-BE49-F238E27FC236}">
                <a16:creationId xmlns:a16="http://schemas.microsoft.com/office/drawing/2014/main" id="{F144F712-674D-4C00-979C-6B4D0270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4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692">
            <a:extLst xmlns:a="http://schemas.openxmlformats.org/drawingml/2006/main">
              <a:ext uri="{FF2B5EF4-FFF2-40B4-BE49-F238E27FC236}">
                <a16:creationId xmlns:a16="http://schemas.microsoft.com/office/drawing/2014/main" id="{4E3986B4-5DBF-4E0E-8D16-762164A2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69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693">
            <a:extLst xmlns:a="http://schemas.openxmlformats.org/drawingml/2006/main">
              <a:ext uri="{FF2B5EF4-FFF2-40B4-BE49-F238E27FC236}">
                <a16:creationId xmlns:a16="http://schemas.microsoft.com/office/drawing/2014/main" id="{A62AE401-CA26-44A1-A2EA-FB488E41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9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694">
            <a:extLst xmlns:a="http://schemas.openxmlformats.org/drawingml/2006/main">
              <a:ext uri="{FF2B5EF4-FFF2-40B4-BE49-F238E27FC236}">
                <a16:creationId xmlns:a16="http://schemas.microsoft.com/office/drawing/2014/main" id="{59A9A6DB-0CB0-42CA-8B38-5CA8C7E6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29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695">
            <a:extLst xmlns:a="http://schemas.openxmlformats.org/drawingml/2006/main">
              <a:ext uri="{FF2B5EF4-FFF2-40B4-BE49-F238E27FC236}">
                <a16:creationId xmlns:a16="http://schemas.microsoft.com/office/drawing/2014/main" id="{B41E5495-66AD-43B3-893A-EF136DDB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30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696">
            <a:extLst xmlns:a="http://schemas.openxmlformats.org/drawingml/2006/main">
              <a:ext uri="{FF2B5EF4-FFF2-40B4-BE49-F238E27FC236}">
                <a16:creationId xmlns:a16="http://schemas.microsoft.com/office/drawing/2014/main" id="{A2847637-B49D-4D34-A760-2335FCC6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64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697">
            <a:extLst xmlns:a="http://schemas.openxmlformats.org/drawingml/2006/main">
              <a:ext uri="{FF2B5EF4-FFF2-40B4-BE49-F238E27FC236}">
                <a16:creationId xmlns:a16="http://schemas.microsoft.com/office/drawing/2014/main" id="{44847513-488F-4A72-BB8D-25A81241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5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698">
            <a:extLst xmlns:a="http://schemas.openxmlformats.org/drawingml/2006/main">
              <a:ext uri="{FF2B5EF4-FFF2-40B4-BE49-F238E27FC236}">
                <a16:creationId xmlns:a16="http://schemas.microsoft.com/office/drawing/2014/main" id="{C01DE6CD-75FD-49B2-A3A4-F4BF9E2F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81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699">
            <a:extLst xmlns:a="http://schemas.openxmlformats.org/drawingml/2006/main">
              <a:ext uri="{FF2B5EF4-FFF2-40B4-BE49-F238E27FC236}">
                <a16:creationId xmlns:a16="http://schemas.microsoft.com/office/drawing/2014/main" id="{97DACEBF-786D-4F71-846E-2A302F84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1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700">
            <a:extLst xmlns:a="http://schemas.openxmlformats.org/drawingml/2006/main">
              <a:ext uri="{FF2B5EF4-FFF2-40B4-BE49-F238E27FC236}">
                <a16:creationId xmlns:a16="http://schemas.microsoft.com/office/drawing/2014/main" id="{E16C726D-8D56-4033-8B2A-2A02C81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698" y="2406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701">
            <a:extLst xmlns:a="http://schemas.openxmlformats.org/drawingml/2006/main">
              <a:ext uri="{FF2B5EF4-FFF2-40B4-BE49-F238E27FC236}">
                <a16:creationId xmlns:a16="http://schemas.microsoft.com/office/drawing/2014/main" id="{2278BB6C-3ADE-40AD-B021-E841F27B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9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702">
            <a:extLst xmlns:a="http://schemas.openxmlformats.org/drawingml/2006/main">
              <a:ext uri="{FF2B5EF4-FFF2-40B4-BE49-F238E27FC236}">
                <a16:creationId xmlns:a16="http://schemas.microsoft.com/office/drawing/2014/main" id="{AF4AD91F-0337-4ECA-9CD3-722C951F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94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703">
            <a:extLst xmlns:a="http://schemas.openxmlformats.org/drawingml/2006/main">
              <a:ext uri="{FF2B5EF4-FFF2-40B4-BE49-F238E27FC236}">
                <a16:creationId xmlns:a16="http://schemas.microsoft.com/office/drawing/2014/main" id="{FB43643B-49DE-4B0E-835E-A78B733F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89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704">
            <a:extLst xmlns:a="http://schemas.openxmlformats.org/drawingml/2006/main">
              <a:ext uri="{FF2B5EF4-FFF2-40B4-BE49-F238E27FC236}">
                <a16:creationId xmlns:a16="http://schemas.microsoft.com/office/drawing/2014/main" id="{1817CC12-37E7-4AF3-A669-3452769B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329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705">
            <a:extLst xmlns:a="http://schemas.openxmlformats.org/drawingml/2006/main">
              <a:ext uri="{FF2B5EF4-FFF2-40B4-BE49-F238E27FC236}">
                <a16:creationId xmlns:a16="http://schemas.microsoft.com/office/drawing/2014/main" id="{93385F4C-864A-41EA-BFA8-D4B33F3B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438" y="32947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706">
            <a:extLst xmlns:a="http://schemas.openxmlformats.org/drawingml/2006/main">
              <a:ext uri="{FF2B5EF4-FFF2-40B4-BE49-F238E27FC236}">
                <a16:creationId xmlns:a16="http://schemas.microsoft.com/office/drawing/2014/main" id="{6163C823-2EED-4370-BE0C-BF180B47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8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707">
            <a:extLst xmlns:a="http://schemas.openxmlformats.org/drawingml/2006/main">
              <a:ext uri="{FF2B5EF4-FFF2-40B4-BE49-F238E27FC236}">
                <a16:creationId xmlns:a16="http://schemas.microsoft.com/office/drawing/2014/main" id="{D5C97642-2231-44B8-BE89-9150CF1E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75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708">
            <a:extLst xmlns:a="http://schemas.openxmlformats.org/drawingml/2006/main">
              <a:ext uri="{FF2B5EF4-FFF2-40B4-BE49-F238E27FC236}">
                <a16:creationId xmlns:a16="http://schemas.microsoft.com/office/drawing/2014/main" id="{CFF49744-724C-4948-8643-D33C7A9D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5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709">
            <a:extLst xmlns:a="http://schemas.openxmlformats.org/drawingml/2006/main">
              <a:ext uri="{FF2B5EF4-FFF2-40B4-BE49-F238E27FC236}">
                <a16:creationId xmlns:a16="http://schemas.microsoft.com/office/drawing/2014/main" id="{8FAFE739-8E4F-4935-8594-8E872BA2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9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710">
            <a:extLst xmlns:a="http://schemas.openxmlformats.org/drawingml/2006/main">
              <a:ext uri="{FF2B5EF4-FFF2-40B4-BE49-F238E27FC236}">
                <a16:creationId xmlns:a16="http://schemas.microsoft.com/office/drawing/2014/main" id="{23346044-C148-49F6-BBFD-A0B88EB6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18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711">
            <a:extLst xmlns:a="http://schemas.openxmlformats.org/drawingml/2006/main">
              <a:ext uri="{FF2B5EF4-FFF2-40B4-BE49-F238E27FC236}">
                <a16:creationId xmlns:a16="http://schemas.microsoft.com/office/drawing/2014/main" id="{8B022813-AEF6-417B-A257-B6D9667B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157" y="29232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712">
            <a:extLst xmlns:a="http://schemas.openxmlformats.org/drawingml/2006/main">
              <a:ext uri="{FF2B5EF4-FFF2-40B4-BE49-F238E27FC236}">
                <a16:creationId xmlns:a16="http://schemas.microsoft.com/office/drawing/2014/main" id="{566FD2AC-9B2E-4203-BC37-C1659DF6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24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713">
            <a:extLst xmlns:a="http://schemas.openxmlformats.org/drawingml/2006/main">
              <a:ext uri="{FF2B5EF4-FFF2-40B4-BE49-F238E27FC236}">
                <a16:creationId xmlns:a16="http://schemas.microsoft.com/office/drawing/2014/main" id="{104F6C70-175C-4699-9396-E6B369A2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485" y="22573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714">
            <a:extLst xmlns:a="http://schemas.openxmlformats.org/drawingml/2006/main">
              <a:ext uri="{FF2B5EF4-FFF2-40B4-BE49-F238E27FC236}">
                <a16:creationId xmlns:a16="http://schemas.microsoft.com/office/drawing/2014/main" id="{630E61DB-F4AD-4E7A-9B87-FD5FC101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11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715">
            <a:extLst xmlns:a="http://schemas.openxmlformats.org/drawingml/2006/main">
              <a:ext uri="{FF2B5EF4-FFF2-40B4-BE49-F238E27FC236}">
                <a16:creationId xmlns:a16="http://schemas.microsoft.com/office/drawing/2014/main" id="{D8B50FC5-A2ED-460C-8E15-A35690CD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0312" y="23902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716">
            <a:extLst xmlns:a="http://schemas.openxmlformats.org/drawingml/2006/main">
              <a:ext uri="{FF2B5EF4-FFF2-40B4-BE49-F238E27FC236}">
                <a16:creationId xmlns:a16="http://schemas.microsoft.com/office/drawing/2014/main" id="{A385DAC9-96F5-453B-8DF6-E753F1D2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064" y="2898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717">
            <a:extLst xmlns:a="http://schemas.openxmlformats.org/drawingml/2006/main">
              <a:ext uri="{FF2B5EF4-FFF2-40B4-BE49-F238E27FC236}">
                <a16:creationId xmlns:a16="http://schemas.microsoft.com/office/drawing/2014/main" id="{932060DB-E357-4655-AE65-9895B5D7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220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718">
            <a:extLst xmlns:a="http://schemas.openxmlformats.org/drawingml/2006/main">
              <a:ext uri="{FF2B5EF4-FFF2-40B4-BE49-F238E27FC236}">
                <a16:creationId xmlns:a16="http://schemas.microsoft.com/office/drawing/2014/main" id="{EAB038E4-E18A-4469-870C-ECE63C30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83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719">
            <a:extLst xmlns:a="http://schemas.openxmlformats.org/drawingml/2006/main">
              <a:ext uri="{FF2B5EF4-FFF2-40B4-BE49-F238E27FC236}">
                <a16:creationId xmlns:a16="http://schemas.microsoft.com/office/drawing/2014/main" id="{9A04BF7C-8440-4C08-96E5-CD0DCEB7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993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720">
            <a:extLst xmlns:a="http://schemas.openxmlformats.org/drawingml/2006/main">
              <a:ext uri="{FF2B5EF4-FFF2-40B4-BE49-F238E27FC236}">
                <a16:creationId xmlns:a16="http://schemas.microsoft.com/office/drawing/2014/main" id="{62A7EDA6-E659-4662-8385-EB8ECADF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628" y="25150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721">
            <a:extLst xmlns:a="http://schemas.openxmlformats.org/drawingml/2006/main">
              <a:ext uri="{FF2B5EF4-FFF2-40B4-BE49-F238E27FC236}">
                <a16:creationId xmlns:a16="http://schemas.microsoft.com/office/drawing/2014/main" id="{7F59A26A-4F5F-4ED6-AFEA-E2968E29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1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722">
            <a:extLst xmlns:a="http://schemas.openxmlformats.org/drawingml/2006/main">
              <a:ext uri="{FF2B5EF4-FFF2-40B4-BE49-F238E27FC236}">
                <a16:creationId xmlns:a16="http://schemas.microsoft.com/office/drawing/2014/main" id="{7EAFD7DA-F08A-479E-A244-535F5B8F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1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723">
            <a:extLst xmlns:a="http://schemas.openxmlformats.org/drawingml/2006/main">
              <a:ext uri="{FF2B5EF4-FFF2-40B4-BE49-F238E27FC236}">
                <a16:creationId xmlns:a16="http://schemas.microsoft.com/office/drawing/2014/main" id="{59FE4EAA-313D-40B9-8BD5-36B1BFF0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239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724">
            <a:extLst xmlns:a="http://schemas.openxmlformats.org/drawingml/2006/main">
              <a:ext uri="{FF2B5EF4-FFF2-40B4-BE49-F238E27FC236}">
                <a16:creationId xmlns:a16="http://schemas.microsoft.com/office/drawing/2014/main" id="{A11FB07F-CC49-40CE-B04B-62381A47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3387" y="30890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725">
            <a:extLst xmlns:a="http://schemas.openxmlformats.org/drawingml/2006/main">
              <a:ext uri="{FF2B5EF4-FFF2-40B4-BE49-F238E27FC236}">
                <a16:creationId xmlns:a16="http://schemas.microsoft.com/office/drawing/2014/main" id="{012F7ABB-D729-49C0-8E46-5C598287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99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726">
            <a:extLst xmlns:a="http://schemas.openxmlformats.org/drawingml/2006/main">
              <a:ext uri="{FF2B5EF4-FFF2-40B4-BE49-F238E27FC236}">
                <a16:creationId xmlns:a16="http://schemas.microsoft.com/office/drawing/2014/main" id="{B6CA956C-8121-4C18-A4E8-0B02C11F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3244" y="21381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727">
            <a:extLst xmlns:a="http://schemas.openxmlformats.org/drawingml/2006/main">
              <a:ext uri="{FF2B5EF4-FFF2-40B4-BE49-F238E27FC236}">
                <a16:creationId xmlns:a16="http://schemas.microsoft.com/office/drawing/2014/main" id="{DB79050E-E11D-426A-8DCB-28AEF780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5802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728">
            <a:extLst xmlns:a="http://schemas.openxmlformats.org/drawingml/2006/main">
              <a:ext uri="{FF2B5EF4-FFF2-40B4-BE49-F238E27FC236}">
                <a16:creationId xmlns:a16="http://schemas.microsoft.com/office/drawing/2014/main" id="{A441A9F6-D415-4BAC-AA00-A85B4AE3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7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729">
            <a:extLst xmlns:a="http://schemas.openxmlformats.org/drawingml/2006/main">
              <a:ext uri="{FF2B5EF4-FFF2-40B4-BE49-F238E27FC236}">
                <a16:creationId xmlns:a16="http://schemas.microsoft.com/office/drawing/2014/main" id="{F9EE93EE-A869-41EC-8FF4-5DAC1C51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57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730">
            <a:extLst xmlns:a="http://schemas.openxmlformats.org/drawingml/2006/main">
              <a:ext uri="{FF2B5EF4-FFF2-40B4-BE49-F238E27FC236}">
                <a16:creationId xmlns:a16="http://schemas.microsoft.com/office/drawing/2014/main" id="{06499C85-1E22-499C-A20F-2309B9DE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27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731">
            <a:extLst xmlns:a="http://schemas.openxmlformats.org/drawingml/2006/main">
              <a:ext uri="{FF2B5EF4-FFF2-40B4-BE49-F238E27FC236}">
                <a16:creationId xmlns:a16="http://schemas.microsoft.com/office/drawing/2014/main" id="{A04E0240-39C1-4A13-B3C7-879D5D44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19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732">
            <a:extLst xmlns:a="http://schemas.openxmlformats.org/drawingml/2006/main">
              <a:ext uri="{FF2B5EF4-FFF2-40B4-BE49-F238E27FC236}">
                <a16:creationId xmlns:a16="http://schemas.microsoft.com/office/drawing/2014/main" id="{E6683F61-E743-4F38-9642-3D851D70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846" y="25375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733">
            <a:extLst xmlns:a="http://schemas.openxmlformats.org/drawingml/2006/main">
              <a:ext uri="{FF2B5EF4-FFF2-40B4-BE49-F238E27FC236}">
                <a16:creationId xmlns:a16="http://schemas.microsoft.com/office/drawing/2014/main" id="{BBF1A371-2721-4AF2-874D-30505A4B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734">
            <a:extLst xmlns:a="http://schemas.openxmlformats.org/drawingml/2006/main">
              <a:ext uri="{FF2B5EF4-FFF2-40B4-BE49-F238E27FC236}">
                <a16:creationId xmlns:a16="http://schemas.microsoft.com/office/drawing/2014/main" id="{E4F8DF4C-01C5-4136-9E5D-7E5E3F57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96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735">
            <a:extLst xmlns:a="http://schemas.openxmlformats.org/drawingml/2006/main">
              <a:ext uri="{FF2B5EF4-FFF2-40B4-BE49-F238E27FC236}">
                <a16:creationId xmlns:a16="http://schemas.microsoft.com/office/drawing/2014/main" id="{5F85A014-621C-4EDC-9F21-5ABF74F6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1729" y="31830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736">
            <a:extLst xmlns:a="http://schemas.openxmlformats.org/drawingml/2006/main">
              <a:ext uri="{FF2B5EF4-FFF2-40B4-BE49-F238E27FC236}">
                <a16:creationId xmlns:a16="http://schemas.microsoft.com/office/drawing/2014/main" id="{340FAC81-986C-4E80-A967-312EF591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4906" y="25362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737">
            <a:extLst xmlns:a="http://schemas.openxmlformats.org/drawingml/2006/main">
              <a:ext uri="{FF2B5EF4-FFF2-40B4-BE49-F238E27FC236}">
                <a16:creationId xmlns:a16="http://schemas.microsoft.com/office/drawing/2014/main" id="{6826B515-A508-45EA-AC8C-1EB43A3E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86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9" name="data_738">
            <a:extLst xmlns:a="http://schemas.openxmlformats.org/drawingml/2006/main">
              <a:ext uri="{FF2B5EF4-FFF2-40B4-BE49-F238E27FC236}">
                <a16:creationId xmlns:a16="http://schemas.microsoft.com/office/drawing/2014/main" id="{F70DAEAA-A6E0-4B56-A87E-94617AE3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4403" y="32817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0" name="data_739">
            <a:extLst xmlns:a="http://schemas.openxmlformats.org/drawingml/2006/main">
              <a:ext uri="{FF2B5EF4-FFF2-40B4-BE49-F238E27FC236}">
                <a16:creationId xmlns:a16="http://schemas.microsoft.com/office/drawing/2014/main" id="{8B2DB3F7-F27F-497E-BEC4-C2DA3EB5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385" y="33191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1" name="data_740">
            <a:extLst xmlns:a="http://schemas.openxmlformats.org/drawingml/2006/main">
              <a:ext uri="{FF2B5EF4-FFF2-40B4-BE49-F238E27FC236}">
                <a16:creationId xmlns:a16="http://schemas.microsoft.com/office/drawing/2014/main" id="{15EDD53A-9EBB-4E54-966F-32F9420C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3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2" name="data_741">
            <a:extLst xmlns:a="http://schemas.openxmlformats.org/drawingml/2006/main">
              <a:ext uri="{FF2B5EF4-FFF2-40B4-BE49-F238E27FC236}">
                <a16:creationId xmlns:a16="http://schemas.microsoft.com/office/drawing/2014/main" id="{DC815AED-77C0-441C-909E-5F8875FA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56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3" name="data_742">
            <a:extLst xmlns:a="http://schemas.openxmlformats.org/drawingml/2006/main">
              <a:ext uri="{FF2B5EF4-FFF2-40B4-BE49-F238E27FC236}">
                <a16:creationId xmlns:a16="http://schemas.microsoft.com/office/drawing/2014/main" id="{58D6261B-3C95-40C0-BBD0-CCAA40B9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3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4" name="data_743">
            <a:extLst xmlns:a="http://schemas.openxmlformats.org/drawingml/2006/main">
              <a:ext uri="{FF2B5EF4-FFF2-40B4-BE49-F238E27FC236}">
                <a16:creationId xmlns:a16="http://schemas.microsoft.com/office/drawing/2014/main" id="{D278EC08-A9FC-4604-A33E-7D6937FB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4052" y="25429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5" name="data_744">
            <a:extLst xmlns:a="http://schemas.openxmlformats.org/drawingml/2006/main">
              <a:ext uri="{FF2B5EF4-FFF2-40B4-BE49-F238E27FC236}">
                <a16:creationId xmlns:a16="http://schemas.microsoft.com/office/drawing/2014/main" id="{0446456C-B15F-4F79-AFEA-AE53294B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6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6" name="data_745">
            <a:extLst xmlns:a="http://schemas.openxmlformats.org/drawingml/2006/main">
              <a:ext uri="{FF2B5EF4-FFF2-40B4-BE49-F238E27FC236}">
                <a16:creationId xmlns:a16="http://schemas.microsoft.com/office/drawing/2014/main" id="{339FAA2F-1858-407B-AA6D-3E785E8E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078" y="31360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7" name="data_746">
            <a:extLst xmlns:a="http://schemas.openxmlformats.org/drawingml/2006/main">
              <a:ext uri="{FF2B5EF4-FFF2-40B4-BE49-F238E27FC236}">
                <a16:creationId xmlns:a16="http://schemas.microsoft.com/office/drawing/2014/main" id="{2275D811-CC2D-4F78-99FC-789A6F5A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7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8" name="data_747">
            <a:extLst xmlns:a="http://schemas.openxmlformats.org/drawingml/2006/main">
              <a:ext uri="{FF2B5EF4-FFF2-40B4-BE49-F238E27FC236}">
                <a16:creationId xmlns:a16="http://schemas.microsoft.com/office/drawing/2014/main" id="{54734142-AF3C-4F58-B63E-CB00EB91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703" y="19430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9" name="data_748">
            <a:extLst xmlns:a="http://schemas.openxmlformats.org/drawingml/2006/main">
              <a:ext uri="{FF2B5EF4-FFF2-40B4-BE49-F238E27FC236}">
                <a16:creationId xmlns:a16="http://schemas.microsoft.com/office/drawing/2014/main" id="{40C9EAB1-37D3-43DB-8002-1F5F8094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63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0" name="data_749">
            <a:extLst xmlns:a="http://schemas.openxmlformats.org/drawingml/2006/main">
              <a:ext uri="{FF2B5EF4-FFF2-40B4-BE49-F238E27FC236}">
                <a16:creationId xmlns:a16="http://schemas.microsoft.com/office/drawing/2014/main" id="{E5E502A8-C151-493F-BD45-8545F846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978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1" name="data_750">
            <a:extLst xmlns:a="http://schemas.openxmlformats.org/drawingml/2006/main">
              <a:ext uri="{FF2B5EF4-FFF2-40B4-BE49-F238E27FC236}">
                <a16:creationId xmlns:a16="http://schemas.microsoft.com/office/drawing/2014/main" id="{44332FA3-EA2A-47F2-95F2-E68A914F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759" y="22528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2" name="data_751">
            <a:extLst xmlns:a="http://schemas.openxmlformats.org/drawingml/2006/main">
              <a:ext uri="{FF2B5EF4-FFF2-40B4-BE49-F238E27FC236}">
                <a16:creationId xmlns:a16="http://schemas.microsoft.com/office/drawing/2014/main" id="{32F4C4E2-4DF6-4E51-904C-C8DB79DB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246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752">
            <a:extLst xmlns:a="http://schemas.openxmlformats.org/drawingml/2006/main">
              <a:ext uri="{FF2B5EF4-FFF2-40B4-BE49-F238E27FC236}">
                <a16:creationId xmlns:a16="http://schemas.microsoft.com/office/drawing/2014/main" id="{ABD54095-D9CE-493A-948C-65361058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0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4" name="data_753">
            <a:extLst xmlns:a="http://schemas.openxmlformats.org/drawingml/2006/main">
              <a:ext uri="{FF2B5EF4-FFF2-40B4-BE49-F238E27FC236}">
                <a16:creationId xmlns:a16="http://schemas.microsoft.com/office/drawing/2014/main" id="{E72352B5-48F6-4A36-954D-D05CB841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2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5" name="data_754">
            <a:extLst xmlns:a="http://schemas.openxmlformats.org/drawingml/2006/main">
              <a:ext uri="{FF2B5EF4-FFF2-40B4-BE49-F238E27FC236}">
                <a16:creationId xmlns:a16="http://schemas.microsoft.com/office/drawing/2014/main" id="{FCED321B-50EA-4598-B4FB-94F0516E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5187" y="28227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6" name="data_755">
            <a:extLst xmlns:a="http://schemas.openxmlformats.org/drawingml/2006/main">
              <a:ext uri="{FF2B5EF4-FFF2-40B4-BE49-F238E27FC236}">
                <a16:creationId xmlns:a16="http://schemas.microsoft.com/office/drawing/2014/main" id="{9B263A48-FB34-4BA2-B497-A83CB177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09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7" name="data_756">
            <a:extLst xmlns:a="http://schemas.openxmlformats.org/drawingml/2006/main">
              <a:ext uri="{FF2B5EF4-FFF2-40B4-BE49-F238E27FC236}">
                <a16:creationId xmlns:a16="http://schemas.microsoft.com/office/drawing/2014/main" id="{9A00B08B-6356-42E5-AE23-30ADD4B0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3044" y="24180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8" name="data_757">
            <a:extLst xmlns:a="http://schemas.openxmlformats.org/drawingml/2006/main">
              <a:ext uri="{FF2B5EF4-FFF2-40B4-BE49-F238E27FC236}">
                <a16:creationId xmlns:a16="http://schemas.microsoft.com/office/drawing/2014/main" id="{F025E3F5-7055-4995-BB7C-4DAAFC5D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10" y="21875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9" name="data_758">
            <a:extLst xmlns:a="http://schemas.openxmlformats.org/drawingml/2006/main">
              <a:ext uri="{FF2B5EF4-FFF2-40B4-BE49-F238E27FC236}">
                <a16:creationId xmlns:a16="http://schemas.microsoft.com/office/drawing/2014/main" id="{2A7D895A-A075-400C-A337-C09902AE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929" y="24637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0" name="data_759">
            <a:extLst xmlns:a="http://schemas.openxmlformats.org/drawingml/2006/main">
              <a:ext uri="{FF2B5EF4-FFF2-40B4-BE49-F238E27FC236}">
                <a16:creationId xmlns:a16="http://schemas.microsoft.com/office/drawing/2014/main" id="{C5637F19-E35A-4E16-B719-CC2517D5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575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1" name="data_760">
            <a:extLst xmlns:a="http://schemas.openxmlformats.org/drawingml/2006/main">
              <a:ext uri="{FF2B5EF4-FFF2-40B4-BE49-F238E27FC236}">
                <a16:creationId xmlns:a16="http://schemas.microsoft.com/office/drawing/2014/main" id="{9B1A0572-2F68-47AF-9BDF-16D4A57B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5997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2" name="data_761">
            <a:extLst xmlns:a="http://schemas.openxmlformats.org/drawingml/2006/main">
              <a:ext uri="{FF2B5EF4-FFF2-40B4-BE49-F238E27FC236}">
                <a16:creationId xmlns:a16="http://schemas.microsoft.com/office/drawing/2014/main" id="{E87D5064-B354-4CEC-8F4E-E53F048D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050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3" name="data_762">
            <a:extLst xmlns:a="http://schemas.openxmlformats.org/drawingml/2006/main">
              <a:ext uri="{FF2B5EF4-FFF2-40B4-BE49-F238E27FC236}">
                <a16:creationId xmlns:a16="http://schemas.microsoft.com/office/drawing/2014/main" id="{A811D9EA-D8A2-4B93-B388-B2EF788F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08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4" name="data_763">
            <a:extLst xmlns:a="http://schemas.openxmlformats.org/drawingml/2006/main">
              <a:ext uri="{FF2B5EF4-FFF2-40B4-BE49-F238E27FC236}">
                <a16:creationId xmlns:a16="http://schemas.microsoft.com/office/drawing/2014/main" id="{4BC7F50C-8FA9-4B0A-8318-ADA4DD4E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3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5" name="data_764">
            <a:extLst xmlns:a="http://schemas.openxmlformats.org/drawingml/2006/main">
              <a:ext uri="{FF2B5EF4-FFF2-40B4-BE49-F238E27FC236}">
                <a16:creationId xmlns:a16="http://schemas.microsoft.com/office/drawing/2014/main" id="{039CBE75-5E5A-401A-B708-CBDB47FE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435" y="1522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6" name="data_765">
            <a:extLst xmlns:a="http://schemas.openxmlformats.org/drawingml/2006/main">
              <a:ext uri="{FF2B5EF4-FFF2-40B4-BE49-F238E27FC236}">
                <a16:creationId xmlns:a16="http://schemas.microsoft.com/office/drawing/2014/main" id="{75841628-752A-49A2-8A39-FECF48F5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253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7" name="data_766">
            <a:extLst xmlns:a="http://schemas.openxmlformats.org/drawingml/2006/main">
              <a:ext uri="{FF2B5EF4-FFF2-40B4-BE49-F238E27FC236}">
                <a16:creationId xmlns:a16="http://schemas.microsoft.com/office/drawing/2014/main" id="{5B8BF62E-5098-4649-9521-47C3D815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6584" y="24618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8" name="data_767">
            <a:extLst xmlns:a="http://schemas.openxmlformats.org/drawingml/2006/main">
              <a:ext uri="{FF2B5EF4-FFF2-40B4-BE49-F238E27FC236}">
                <a16:creationId xmlns:a16="http://schemas.microsoft.com/office/drawing/2014/main" id="{990164B1-8D0A-43BE-BDF7-5D2B4DD8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586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9" name="data_768">
            <a:extLst xmlns:a="http://schemas.openxmlformats.org/drawingml/2006/main">
              <a:ext uri="{FF2B5EF4-FFF2-40B4-BE49-F238E27FC236}">
                <a16:creationId xmlns:a16="http://schemas.microsoft.com/office/drawing/2014/main" id="{D2EC467B-4BD6-425A-A251-22159769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365" y="18199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0" name="data_769">
            <a:extLst xmlns:a="http://schemas.openxmlformats.org/drawingml/2006/main">
              <a:ext uri="{FF2B5EF4-FFF2-40B4-BE49-F238E27FC236}">
                <a16:creationId xmlns:a16="http://schemas.microsoft.com/office/drawing/2014/main" id="{321690FD-AD91-4B50-86CC-ABBFB56D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685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1" name="data_770">
            <a:extLst xmlns:a="http://schemas.openxmlformats.org/drawingml/2006/main">
              <a:ext uri="{FF2B5EF4-FFF2-40B4-BE49-F238E27FC236}">
                <a16:creationId xmlns:a16="http://schemas.microsoft.com/office/drawing/2014/main" id="{3D2E9D6F-8F9F-424E-B0DC-B3ECDEE3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247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771">
            <a:extLst xmlns:a="http://schemas.openxmlformats.org/drawingml/2006/main">
              <a:ext uri="{FF2B5EF4-FFF2-40B4-BE49-F238E27FC236}">
                <a16:creationId xmlns:a16="http://schemas.microsoft.com/office/drawing/2014/main" id="{A2AACF91-C317-4E14-956E-3CE67919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23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772">
            <a:extLst xmlns:a="http://schemas.openxmlformats.org/drawingml/2006/main">
              <a:ext uri="{FF2B5EF4-FFF2-40B4-BE49-F238E27FC236}">
                <a16:creationId xmlns:a16="http://schemas.microsoft.com/office/drawing/2014/main" id="{876A1052-6955-44A0-BA40-05822DEF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164" y="25093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773">
            <a:extLst xmlns:a="http://schemas.openxmlformats.org/drawingml/2006/main">
              <a:ext uri="{FF2B5EF4-FFF2-40B4-BE49-F238E27FC236}">
                <a16:creationId xmlns:a16="http://schemas.microsoft.com/office/drawing/2014/main" id="{560FEF57-EEDA-4B22-A084-43E76B6B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28" y="29292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774">
            <a:extLst xmlns:a="http://schemas.openxmlformats.org/drawingml/2006/main">
              <a:ext uri="{FF2B5EF4-FFF2-40B4-BE49-F238E27FC236}">
                <a16:creationId xmlns:a16="http://schemas.microsoft.com/office/drawing/2014/main" id="{6527C60A-2257-41CE-AAF4-FC20996C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9091" y="27869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775">
            <a:extLst xmlns:a="http://schemas.openxmlformats.org/drawingml/2006/main">
              <a:ext uri="{FF2B5EF4-FFF2-40B4-BE49-F238E27FC236}">
                <a16:creationId xmlns:a16="http://schemas.microsoft.com/office/drawing/2014/main" id="{CD60BC9F-AE3A-456D-8619-8003EC31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21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776">
            <a:extLst xmlns:a="http://schemas.openxmlformats.org/drawingml/2006/main">
              <a:ext uri="{FF2B5EF4-FFF2-40B4-BE49-F238E27FC236}">
                <a16:creationId xmlns:a16="http://schemas.microsoft.com/office/drawing/2014/main" id="{144678D9-8CB0-4920-82B9-CDD6FA98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6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777">
            <a:extLst xmlns:a="http://schemas.openxmlformats.org/drawingml/2006/main">
              <a:ext uri="{FF2B5EF4-FFF2-40B4-BE49-F238E27FC236}">
                <a16:creationId xmlns:a16="http://schemas.microsoft.com/office/drawing/2014/main" id="{C05F0555-4E1F-441D-A640-1D27F51F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532" y="28550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778">
            <a:extLst xmlns:a="http://schemas.openxmlformats.org/drawingml/2006/main">
              <a:ext uri="{FF2B5EF4-FFF2-40B4-BE49-F238E27FC236}">
                <a16:creationId xmlns:a16="http://schemas.microsoft.com/office/drawing/2014/main" id="{F322FE1D-8F7B-47EF-A32A-2DDFCF35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07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779">
            <a:extLst xmlns:a="http://schemas.openxmlformats.org/drawingml/2006/main">
              <a:ext uri="{FF2B5EF4-FFF2-40B4-BE49-F238E27FC236}">
                <a16:creationId xmlns:a16="http://schemas.microsoft.com/office/drawing/2014/main" id="{B724A21F-F58D-4E72-B2CB-E7CB8EE3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188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780">
            <a:extLst xmlns:a="http://schemas.openxmlformats.org/drawingml/2006/main">
              <a:ext uri="{FF2B5EF4-FFF2-40B4-BE49-F238E27FC236}">
                <a16:creationId xmlns:a16="http://schemas.microsoft.com/office/drawing/2014/main" id="{1576E6E0-E6D6-43FD-AE14-44D2DC2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46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781">
            <a:extLst xmlns:a="http://schemas.openxmlformats.org/drawingml/2006/main">
              <a:ext uri="{FF2B5EF4-FFF2-40B4-BE49-F238E27FC236}">
                <a16:creationId xmlns:a16="http://schemas.microsoft.com/office/drawing/2014/main" id="{9B4ECE63-6D84-4549-B23D-0FE5DFF6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331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782">
            <a:extLst xmlns:a="http://schemas.openxmlformats.org/drawingml/2006/main">
              <a:ext uri="{FF2B5EF4-FFF2-40B4-BE49-F238E27FC236}">
                <a16:creationId xmlns:a16="http://schemas.microsoft.com/office/drawing/2014/main" id="{C38E24EB-582A-4C49-9344-D1340484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33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783">
            <a:extLst xmlns:a="http://schemas.openxmlformats.org/drawingml/2006/main">
              <a:ext uri="{FF2B5EF4-FFF2-40B4-BE49-F238E27FC236}">
                <a16:creationId xmlns:a16="http://schemas.microsoft.com/office/drawing/2014/main" id="{B4896498-09F2-41AC-A49C-D8B84A58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315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784">
            <a:extLst xmlns:a="http://schemas.openxmlformats.org/drawingml/2006/main">
              <a:ext uri="{FF2B5EF4-FFF2-40B4-BE49-F238E27FC236}">
                <a16:creationId xmlns:a16="http://schemas.microsoft.com/office/drawing/2014/main" id="{54734EE3-92C7-4F29-BA0F-C958CA12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5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785">
            <a:extLst xmlns:a="http://schemas.openxmlformats.org/drawingml/2006/main">
              <a:ext uri="{FF2B5EF4-FFF2-40B4-BE49-F238E27FC236}">
                <a16:creationId xmlns:a16="http://schemas.microsoft.com/office/drawing/2014/main" id="{211FE359-EA3F-4CA7-8705-31C84B87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843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786">
            <a:extLst xmlns:a="http://schemas.openxmlformats.org/drawingml/2006/main">
              <a:ext uri="{FF2B5EF4-FFF2-40B4-BE49-F238E27FC236}">
                <a16:creationId xmlns:a16="http://schemas.microsoft.com/office/drawing/2014/main" id="{1F6BF294-3545-4D44-8CB0-610DEEB3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5778" y="31151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787">
            <a:extLst xmlns:a="http://schemas.openxmlformats.org/drawingml/2006/main">
              <a:ext uri="{FF2B5EF4-FFF2-40B4-BE49-F238E27FC236}">
                <a16:creationId xmlns:a16="http://schemas.microsoft.com/office/drawing/2014/main" id="{AC64E527-B156-4B82-8F78-F14DA786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26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788">
            <a:extLst xmlns:a="http://schemas.openxmlformats.org/drawingml/2006/main">
              <a:ext uri="{FF2B5EF4-FFF2-40B4-BE49-F238E27FC236}">
                <a16:creationId xmlns:a16="http://schemas.microsoft.com/office/drawing/2014/main" id="{4ACF4A5F-899B-4577-A3A5-8AFF6B64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96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789">
            <a:extLst xmlns:a="http://schemas.openxmlformats.org/drawingml/2006/main">
              <a:ext uri="{FF2B5EF4-FFF2-40B4-BE49-F238E27FC236}">
                <a16:creationId xmlns:a16="http://schemas.microsoft.com/office/drawing/2014/main" id="{A189CE62-F9D1-4952-B41A-7464A449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119" y="18531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790">
            <a:extLst xmlns:a="http://schemas.openxmlformats.org/drawingml/2006/main">
              <a:ext uri="{FF2B5EF4-FFF2-40B4-BE49-F238E27FC236}">
                <a16:creationId xmlns:a16="http://schemas.microsoft.com/office/drawing/2014/main" id="{1FCE400A-D7DD-42C3-897D-772A76DB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84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791">
            <a:extLst xmlns:a="http://schemas.openxmlformats.org/drawingml/2006/main">
              <a:ext uri="{FF2B5EF4-FFF2-40B4-BE49-F238E27FC236}">
                <a16:creationId xmlns:a16="http://schemas.microsoft.com/office/drawing/2014/main" id="{EC35AAC2-0754-4E4A-A77A-05C9ECBA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07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792">
            <a:extLst xmlns:a="http://schemas.openxmlformats.org/drawingml/2006/main">
              <a:ext uri="{FF2B5EF4-FFF2-40B4-BE49-F238E27FC236}">
                <a16:creationId xmlns:a16="http://schemas.microsoft.com/office/drawing/2014/main" id="{4DD1339E-B589-4FD3-86AD-162A0890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9355" y="27458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793">
            <a:extLst xmlns:a="http://schemas.openxmlformats.org/drawingml/2006/main">
              <a:ext uri="{FF2B5EF4-FFF2-40B4-BE49-F238E27FC236}">
                <a16:creationId xmlns:a16="http://schemas.microsoft.com/office/drawing/2014/main" id="{CEE158E4-E80C-426B-8D69-4C67A98F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975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794">
            <a:extLst xmlns:a="http://schemas.openxmlformats.org/drawingml/2006/main">
              <a:ext uri="{FF2B5EF4-FFF2-40B4-BE49-F238E27FC236}">
                <a16:creationId xmlns:a16="http://schemas.microsoft.com/office/drawing/2014/main" id="{119F6029-5D1D-4E08-94C9-54D2BDB5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847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795">
            <a:extLst xmlns:a="http://schemas.openxmlformats.org/drawingml/2006/main">
              <a:ext uri="{FF2B5EF4-FFF2-40B4-BE49-F238E27FC236}">
                <a16:creationId xmlns:a16="http://schemas.microsoft.com/office/drawing/2014/main" id="{BA885A90-3B64-4622-93AB-11D29EE9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707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796">
            <a:extLst xmlns:a="http://schemas.openxmlformats.org/drawingml/2006/main">
              <a:ext uri="{FF2B5EF4-FFF2-40B4-BE49-F238E27FC236}">
                <a16:creationId xmlns:a16="http://schemas.microsoft.com/office/drawing/2014/main" id="{9A5BAD0A-F467-4BE1-A870-5F9F14B5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803" y="28090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797">
            <a:extLst xmlns:a="http://schemas.openxmlformats.org/drawingml/2006/main">
              <a:ext uri="{FF2B5EF4-FFF2-40B4-BE49-F238E27FC236}">
                <a16:creationId xmlns:a16="http://schemas.microsoft.com/office/drawing/2014/main" id="{EE65E5B4-7D7F-4C65-AC3C-79D545E3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58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798">
            <a:extLst xmlns:a="http://schemas.openxmlformats.org/drawingml/2006/main">
              <a:ext uri="{FF2B5EF4-FFF2-40B4-BE49-F238E27FC236}">
                <a16:creationId xmlns:a16="http://schemas.microsoft.com/office/drawing/2014/main" id="{2B1BF768-76AF-4D79-9A26-294AD706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6713" y="19668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799">
            <a:extLst xmlns:a="http://schemas.openxmlformats.org/drawingml/2006/main">
              <a:ext uri="{FF2B5EF4-FFF2-40B4-BE49-F238E27FC236}">
                <a16:creationId xmlns:a16="http://schemas.microsoft.com/office/drawing/2014/main" id="{1D8C84D4-E95A-455B-8514-42E70BDE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08" y="20574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800">
            <a:extLst xmlns:a="http://schemas.openxmlformats.org/drawingml/2006/main">
              <a:ext uri="{FF2B5EF4-FFF2-40B4-BE49-F238E27FC236}">
                <a16:creationId xmlns:a16="http://schemas.microsoft.com/office/drawing/2014/main" id="{3749DCB8-6980-410C-93E6-AA3B0EE7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587" y="21734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801">
            <a:extLst xmlns:a="http://schemas.openxmlformats.org/drawingml/2006/main">
              <a:ext uri="{FF2B5EF4-FFF2-40B4-BE49-F238E27FC236}">
                <a16:creationId xmlns:a16="http://schemas.microsoft.com/office/drawing/2014/main" id="{BB532FA6-BB66-40BD-9AAD-08089442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38" y="2207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802">
            <a:extLst xmlns:a="http://schemas.openxmlformats.org/drawingml/2006/main">
              <a:ext uri="{FF2B5EF4-FFF2-40B4-BE49-F238E27FC236}">
                <a16:creationId xmlns:a16="http://schemas.microsoft.com/office/drawing/2014/main" id="{FEDF458F-6ADB-46A4-A519-789C7299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484" y="25183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803">
            <a:extLst xmlns:a="http://schemas.openxmlformats.org/drawingml/2006/main">
              <a:ext uri="{FF2B5EF4-FFF2-40B4-BE49-F238E27FC236}">
                <a16:creationId xmlns:a16="http://schemas.microsoft.com/office/drawing/2014/main" id="{0A75980D-F6A4-4A59-8294-FBF3CE74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024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804">
            <a:extLst xmlns:a="http://schemas.openxmlformats.org/drawingml/2006/main">
              <a:ext uri="{FF2B5EF4-FFF2-40B4-BE49-F238E27FC236}">
                <a16:creationId xmlns:a16="http://schemas.microsoft.com/office/drawing/2014/main" id="{2AC3AEE3-260F-4674-96A4-E0D617F1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0400" y="3280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805">
            <a:extLst xmlns:a="http://schemas.openxmlformats.org/drawingml/2006/main">
              <a:ext uri="{FF2B5EF4-FFF2-40B4-BE49-F238E27FC236}">
                <a16:creationId xmlns:a16="http://schemas.microsoft.com/office/drawing/2014/main" id="{5F1634B4-2043-4C02-939A-553F4110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846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806">
            <a:extLst xmlns:a="http://schemas.openxmlformats.org/drawingml/2006/main">
              <a:ext uri="{FF2B5EF4-FFF2-40B4-BE49-F238E27FC236}">
                <a16:creationId xmlns:a16="http://schemas.microsoft.com/office/drawing/2014/main" id="{70FDF91E-50D1-4723-AE16-D58C15C1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488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807">
            <a:extLst xmlns:a="http://schemas.openxmlformats.org/drawingml/2006/main">
              <a:ext uri="{FF2B5EF4-FFF2-40B4-BE49-F238E27FC236}">
                <a16:creationId xmlns:a16="http://schemas.microsoft.com/office/drawing/2014/main" id="{BE9C7AB1-BDA4-4C8A-BB63-54D8CEF4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25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808">
            <a:extLst xmlns:a="http://schemas.openxmlformats.org/drawingml/2006/main">
              <a:ext uri="{FF2B5EF4-FFF2-40B4-BE49-F238E27FC236}">
                <a16:creationId xmlns:a16="http://schemas.microsoft.com/office/drawing/2014/main" id="{CF1EA7E7-39D5-430F-B90A-2734E850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0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809">
            <a:extLst xmlns:a="http://schemas.openxmlformats.org/drawingml/2006/main">
              <a:ext uri="{FF2B5EF4-FFF2-40B4-BE49-F238E27FC236}">
                <a16:creationId xmlns:a16="http://schemas.microsoft.com/office/drawing/2014/main" id="{6D70B262-9608-483D-846F-76B5D5ED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409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810">
            <a:extLst xmlns:a="http://schemas.openxmlformats.org/drawingml/2006/main">
              <a:ext uri="{FF2B5EF4-FFF2-40B4-BE49-F238E27FC236}">
                <a16:creationId xmlns:a16="http://schemas.microsoft.com/office/drawing/2014/main" id="{DFB1B3F7-C2F9-40AE-8635-CAF84A8E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6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811">
            <a:extLst xmlns:a="http://schemas.openxmlformats.org/drawingml/2006/main">
              <a:ext uri="{FF2B5EF4-FFF2-40B4-BE49-F238E27FC236}">
                <a16:creationId xmlns:a16="http://schemas.microsoft.com/office/drawing/2014/main" id="{84C70A75-65D0-4B77-9018-4F2E4D46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295" y="24586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812">
            <a:extLst xmlns:a="http://schemas.openxmlformats.org/drawingml/2006/main">
              <a:ext uri="{FF2B5EF4-FFF2-40B4-BE49-F238E27FC236}">
                <a16:creationId xmlns:a16="http://schemas.microsoft.com/office/drawing/2014/main" id="{0F9B7613-E20A-490B-BD8A-1DF1D84C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957" y="20578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813">
            <a:extLst xmlns:a="http://schemas.openxmlformats.org/drawingml/2006/main">
              <a:ext uri="{FF2B5EF4-FFF2-40B4-BE49-F238E27FC236}">
                <a16:creationId xmlns:a16="http://schemas.microsoft.com/office/drawing/2014/main" id="{485DB969-8562-435A-AE7F-23E3E458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58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814">
            <a:extLst xmlns:a="http://schemas.openxmlformats.org/drawingml/2006/main">
              <a:ext uri="{FF2B5EF4-FFF2-40B4-BE49-F238E27FC236}">
                <a16:creationId xmlns:a16="http://schemas.microsoft.com/office/drawing/2014/main" id="{D384C444-7885-4077-82DD-F7202AC2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6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815">
            <a:extLst xmlns:a="http://schemas.openxmlformats.org/drawingml/2006/main">
              <a:ext uri="{FF2B5EF4-FFF2-40B4-BE49-F238E27FC236}">
                <a16:creationId xmlns:a16="http://schemas.microsoft.com/office/drawing/2014/main" id="{4D402B64-B775-4259-AFA5-B5B8B0C5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247" y="22373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816">
            <a:extLst xmlns:a="http://schemas.openxmlformats.org/drawingml/2006/main">
              <a:ext uri="{FF2B5EF4-FFF2-40B4-BE49-F238E27FC236}">
                <a16:creationId xmlns:a16="http://schemas.microsoft.com/office/drawing/2014/main" id="{036F15EF-B495-4133-ADA5-710B6ED2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99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817">
            <a:extLst xmlns:a="http://schemas.openxmlformats.org/drawingml/2006/main">
              <a:ext uri="{FF2B5EF4-FFF2-40B4-BE49-F238E27FC236}">
                <a16:creationId xmlns:a16="http://schemas.microsoft.com/office/drawing/2014/main" id="{9DE9A2F6-CA5A-4D47-A052-69943172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920" y="15379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818">
            <a:extLst xmlns:a="http://schemas.openxmlformats.org/drawingml/2006/main">
              <a:ext uri="{FF2B5EF4-FFF2-40B4-BE49-F238E27FC236}">
                <a16:creationId xmlns:a16="http://schemas.microsoft.com/office/drawing/2014/main" id="{70BD178B-3977-48F3-992A-9DB6B48F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023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819">
            <a:extLst xmlns:a="http://schemas.openxmlformats.org/drawingml/2006/main">
              <a:ext uri="{FF2B5EF4-FFF2-40B4-BE49-F238E27FC236}">
                <a16:creationId xmlns:a16="http://schemas.microsoft.com/office/drawing/2014/main" id="{B47AD087-4B19-49F2-8AE2-F6F35708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1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820">
            <a:extLst xmlns:a="http://schemas.openxmlformats.org/drawingml/2006/main">
              <a:ext uri="{FF2B5EF4-FFF2-40B4-BE49-F238E27FC236}">
                <a16:creationId xmlns:a16="http://schemas.microsoft.com/office/drawing/2014/main" id="{FE9D2F43-E393-4735-BD3C-04486925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508" y="31181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821">
            <a:extLst xmlns:a="http://schemas.openxmlformats.org/drawingml/2006/main">
              <a:ext uri="{FF2B5EF4-FFF2-40B4-BE49-F238E27FC236}">
                <a16:creationId xmlns:a16="http://schemas.microsoft.com/office/drawing/2014/main" id="{F86764D3-E12B-41A1-B1E9-5A7315DF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154" y="22612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822">
            <a:extLst xmlns:a="http://schemas.openxmlformats.org/drawingml/2006/main">
              <a:ext uri="{FF2B5EF4-FFF2-40B4-BE49-F238E27FC236}">
                <a16:creationId xmlns:a16="http://schemas.microsoft.com/office/drawing/2014/main" id="{1F1B1B65-D845-4544-A666-DDA296D3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256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823">
            <a:extLst xmlns:a="http://schemas.openxmlformats.org/drawingml/2006/main">
              <a:ext uri="{FF2B5EF4-FFF2-40B4-BE49-F238E27FC236}">
                <a16:creationId xmlns:a16="http://schemas.microsoft.com/office/drawing/2014/main" id="{F9E74423-AA4F-4232-AC75-25019C5D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00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824">
            <a:extLst xmlns:a="http://schemas.openxmlformats.org/drawingml/2006/main">
              <a:ext uri="{FF2B5EF4-FFF2-40B4-BE49-F238E27FC236}">
                <a16:creationId xmlns:a16="http://schemas.microsoft.com/office/drawing/2014/main" id="{C7860442-A121-4411-864F-313EF3D8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458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825">
            <a:extLst xmlns:a="http://schemas.openxmlformats.org/drawingml/2006/main">
              <a:ext uri="{FF2B5EF4-FFF2-40B4-BE49-F238E27FC236}">
                <a16:creationId xmlns:a16="http://schemas.microsoft.com/office/drawing/2014/main" id="{2E11AF80-090D-4309-AF72-E8BC8B18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485" y="16911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826">
            <a:extLst xmlns:a="http://schemas.openxmlformats.org/drawingml/2006/main">
              <a:ext uri="{FF2B5EF4-FFF2-40B4-BE49-F238E27FC236}">
                <a16:creationId xmlns:a16="http://schemas.microsoft.com/office/drawing/2014/main" id="{880BB13B-C05F-455E-9BCB-1307B0F5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78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827">
            <a:extLst xmlns:a="http://schemas.openxmlformats.org/drawingml/2006/main">
              <a:ext uri="{FF2B5EF4-FFF2-40B4-BE49-F238E27FC236}">
                <a16:creationId xmlns:a16="http://schemas.microsoft.com/office/drawing/2014/main" id="{3AEB4F59-E687-427D-8FE0-6B40A4FC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423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828">
            <a:extLst xmlns:a="http://schemas.openxmlformats.org/drawingml/2006/main">
              <a:ext uri="{FF2B5EF4-FFF2-40B4-BE49-F238E27FC236}">
                <a16:creationId xmlns:a16="http://schemas.microsoft.com/office/drawing/2014/main" id="{EAB8865E-0415-41A6-A818-362C4B0C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2639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829">
            <a:extLst xmlns:a="http://schemas.openxmlformats.org/drawingml/2006/main">
              <a:ext uri="{FF2B5EF4-FFF2-40B4-BE49-F238E27FC236}">
                <a16:creationId xmlns:a16="http://schemas.microsoft.com/office/drawing/2014/main" id="{21C1CBA9-CED9-428A-8E73-23A7426E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8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830">
            <a:extLst xmlns:a="http://schemas.openxmlformats.org/drawingml/2006/main">
              <a:ext uri="{FF2B5EF4-FFF2-40B4-BE49-F238E27FC236}">
                <a16:creationId xmlns:a16="http://schemas.microsoft.com/office/drawing/2014/main" id="{1D33EC12-B370-443D-8F83-55713F57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35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831">
            <a:extLst xmlns:a="http://schemas.openxmlformats.org/drawingml/2006/main">
              <a:ext uri="{FF2B5EF4-FFF2-40B4-BE49-F238E27FC236}">
                <a16:creationId xmlns:a16="http://schemas.microsoft.com/office/drawing/2014/main" id="{48F93D01-1E0E-40B9-AD6D-46DE93FF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859" y="27549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832">
            <a:extLst xmlns:a="http://schemas.openxmlformats.org/drawingml/2006/main">
              <a:ext uri="{FF2B5EF4-FFF2-40B4-BE49-F238E27FC236}">
                <a16:creationId xmlns:a16="http://schemas.microsoft.com/office/drawing/2014/main" id="{F5A35826-AFF6-489B-94FD-8DB037C3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69" y="2279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833">
            <a:extLst xmlns:a="http://schemas.openxmlformats.org/drawingml/2006/main">
              <a:ext uri="{FF2B5EF4-FFF2-40B4-BE49-F238E27FC236}">
                <a16:creationId xmlns:a16="http://schemas.microsoft.com/office/drawing/2014/main" id="{7563FED3-4019-483A-84F8-564EC4BB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1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834">
            <a:extLst xmlns:a="http://schemas.openxmlformats.org/drawingml/2006/main">
              <a:ext uri="{FF2B5EF4-FFF2-40B4-BE49-F238E27FC236}">
                <a16:creationId xmlns:a16="http://schemas.microsoft.com/office/drawing/2014/main" id="{4FDD535C-9BB6-43B4-95CA-04E209BC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035" y="25355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835">
            <a:extLst xmlns:a="http://schemas.openxmlformats.org/drawingml/2006/main">
              <a:ext uri="{FF2B5EF4-FFF2-40B4-BE49-F238E27FC236}">
                <a16:creationId xmlns:a16="http://schemas.microsoft.com/office/drawing/2014/main" id="{FB66621F-AD09-4B44-A2DB-889833C2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258" y="15392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836">
            <a:extLst xmlns:a="http://schemas.openxmlformats.org/drawingml/2006/main">
              <a:ext uri="{FF2B5EF4-FFF2-40B4-BE49-F238E27FC236}">
                <a16:creationId xmlns:a16="http://schemas.microsoft.com/office/drawing/2014/main" id="{C5E20772-2884-4687-957A-63DD5FCC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941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837">
            <a:extLst xmlns:a="http://schemas.openxmlformats.org/drawingml/2006/main">
              <a:ext uri="{FF2B5EF4-FFF2-40B4-BE49-F238E27FC236}">
                <a16:creationId xmlns:a16="http://schemas.microsoft.com/office/drawing/2014/main" id="{0ABA22E2-3AAE-4581-9E2F-127AB7AF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265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838">
            <a:extLst xmlns:a="http://schemas.openxmlformats.org/drawingml/2006/main">
              <a:ext uri="{FF2B5EF4-FFF2-40B4-BE49-F238E27FC236}">
                <a16:creationId xmlns:a16="http://schemas.microsoft.com/office/drawing/2014/main" id="{6D6930D2-E24E-45D8-8FF0-77CBD212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07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839">
            <a:extLst xmlns:a="http://schemas.openxmlformats.org/drawingml/2006/main">
              <a:ext uri="{FF2B5EF4-FFF2-40B4-BE49-F238E27FC236}">
                <a16:creationId xmlns:a16="http://schemas.microsoft.com/office/drawing/2014/main" id="{F089B8C7-5D84-4047-8C57-7C832A0F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0695" y="16006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840">
            <a:extLst xmlns:a="http://schemas.openxmlformats.org/drawingml/2006/main">
              <a:ext uri="{FF2B5EF4-FFF2-40B4-BE49-F238E27FC236}">
                <a16:creationId xmlns:a16="http://schemas.microsoft.com/office/drawing/2014/main" id="{28C26DF3-152D-44D3-B17E-61E6D1D9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0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841">
            <a:extLst xmlns:a="http://schemas.openxmlformats.org/drawingml/2006/main">
              <a:ext uri="{FF2B5EF4-FFF2-40B4-BE49-F238E27FC236}">
                <a16:creationId xmlns:a16="http://schemas.microsoft.com/office/drawing/2014/main" id="{685DF8E8-8AEC-4D32-9C4E-FEADA960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056" y="28018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842">
            <a:extLst xmlns:a="http://schemas.openxmlformats.org/drawingml/2006/main">
              <a:ext uri="{FF2B5EF4-FFF2-40B4-BE49-F238E27FC236}">
                <a16:creationId xmlns:a16="http://schemas.microsoft.com/office/drawing/2014/main" id="{4BF57986-310C-4B9C-94CE-27749DCA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21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843">
            <a:extLst xmlns:a="http://schemas.openxmlformats.org/drawingml/2006/main">
              <a:ext uri="{FF2B5EF4-FFF2-40B4-BE49-F238E27FC236}">
                <a16:creationId xmlns:a16="http://schemas.microsoft.com/office/drawing/2014/main" id="{6076E636-E017-4B06-BEF1-1CE44580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46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844">
            <a:extLst xmlns:a="http://schemas.openxmlformats.org/drawingml/2006/main">
              <a:ext uri="{FF2B5EF4-FFF2-40B4-BE49-F238E27FC236}">
                <a16:creationId xmlns:a16="http://schemas.microsoft.com/office/drawing/2014/main" id="{5ACFD334-A01C-4F51-821D-A18A74C1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3902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845">
            <a:extLst xmlns:a="http://schemas.openxmlformats.org/drawingml/2006/main">
              <a:ext uri="{FF2B5EF4-FFF2-40B4-BE49-F238E27FC236}">
                <a16:creationId xmlns:a16="http://schemas.microsoft.com/office/drawing/2014/main" id="{CB4CB47E-5D36-4274-80BA-6D6ACE10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0923" y="24243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846">
            <a:extLst xmlns:a="http://schemas.openxmlformats.org/drawingml/2006/main">
              <a:ext uri="{FF2B5EF4-FFF2-40B4-BE49-F238E27FC236}">
                <a16:creationId xmlns:a16="http://schemas.microsoft.com/office/drawing/2014/main" id="{8E189A1E-4380-4C63-9DDA-EB699FCC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3540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847">
            <a:extLst xmlns:a="http://schemas.openxmlformats.org/drawingml/2006/main">
              <a:ext uri="{FF2B5EF4-FFF2-40B4-BE49-F238E27FC236}">
                <a16:creationId xmlns:a16="http://schemas.microsoft.com/office/drawing/2014/main" id="{885707A8-5626-445F-807E-49B3FF16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499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848">
            <a:extLst xmlns:a="http://schemas.openxmlformats.org/drawingml/2006/main">
              <a:ext uri="{FF2B5EF4-FFF2-40B4-BE49-F238E27FC236}">
                <a16:creationId xmlns:a16="http://schemas.microsoft.com/office/drawing/2014/main" id="{4C977BD7-13A6-46CC-8756-DCC65770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11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849">
            <a:extLst xmlns:a="http://schemas.openxmlformats.org/drawingml/2006/main">
              <a:ext uri="{FF2B5EF4-FFF2-40B4-BE49-F238E27FC236}">
                <a16:creationId xmlns:a16="http://schemas.microsoft.com/office/drawing/2014/main" id="{A05BEA5D-8218-42D3-B6FC-BC67ADFD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378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850">
            <a:extLst xmlns:a="http://schemas.openxmlformats.org/drawingml/2006/main">
              <a:ext uri="{FF2B5EF4-FFF2-40B4-BE49-F238E27FC236}">
                <a16:creationId xmlns:a16="http://schemas.microsoft.com/office/drawing/2014/main" id="{BB54642D-3162-4051-9D1D-0605D69A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216" y="18996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851">
            <a:extLst xmlns:a="http://schemas.openxmlformats.org/drawingml/2006/main">
              <a:ext uri="{FF2B5EF4-FFF2-40B4-BE49-F238E27FC236}">
                <a16:creationId xmlns:a16="http://schemas.microsoft.com/office/drawing/2014/main" id="{64364CCE-7D3F-4822-86AD-2170413F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329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852">
            <a:extLst xmlns:a="http://schemas.openxmlformats.org/drawingml/2006/main">
              <a:ext uri="{FF2B5EF4-FFF2-40B4-BE49-F238E27FC236}">
                <a16:creationId xmlns:a16="http://schemas.microsoft.com/office/drawing/2014/main" id="{5AD22530-090B-4A56-9F86-1682C72A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15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853">
            <a:extLst xmlns:a="http://schemas.openxmlformats.org/drawingml/2006/main">
              <a:ext uri="{FF2B5EF4-FFF2-40B4-BE49-F238E27FC236}">
                <a16:creationId xmlns:a16="http://schemas.microsoft.com/office/drawing/2014/main" id="{EDD63A65-FD3A-4332-828F-683764BF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343" y="27622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854">
            <a:extLst xmlns:a="http://schemas.openxmlformats.org/drawingml/2006/main">
              <a:ext uri="{FF2B5EF4-FFF2-40B4-BE49-F238E27FC236}">
                <a16:creationId xmlns:a16="http://schemas.microsoft.com/office/drawing/2014/main" id="{920CA273-BB21-49A5-AE6B-94CD91D2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078" y="20079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855">
            <a:extLst xmlns:a="http://schemas.openxmlformats.org/drawingml/2006/main">
              <a:ext uri="{FF2B5EF4-FFF2-40B4-BE49-F238E27FC236}">
                <a16:creationId xmlns:a16="http://schemas.microsoft.com/office/drawing/2014/main" id="{A7BC7C78-FEB9-4BF5-8E54-433DDC23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46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856">
            <a:extLst xmlns:a="http://schemas.openxmlformats.org/drawingml/2006/main">
              <a:ext uri="{FF2B5EF4-FFF2-40B4-BE49-F238E27FC236}">
                <a16:creationId xmlns:a16="http://schemas.microsoft.com/office/drawing/2014/main" id="{130524AC-ACF3-4A6C-A654-ECBFD3E8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654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857">
            <a:extLst xmlns:a="http://schemas.openxmlformats.org/drawingml/2006/main">
              <a:ext uri="{FF2B5EF4-FFF2-40B4-BE49-F238E27FC236}">
                <a16:creationId xmlns:a16="http://schemas.microsoft.com/office/drawing/2014/main" id="{409E2EA6-62D6-4683-8397-78B1CDE6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7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858">
            <a:extLst xmlns:a="http://schemas.openxmlformats.org/drawingml/2006/main">
              <a:ext uri="{FF2B5EF4-FFF2-40B4-BE49-F238E27FC236}">
                <a16:creationId xmlns:a16="http://schemas.microsoft.com/office/drawing/2014/main" id="{00AE428F-B4D1-4442-A124-CDB6C8FB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916" y="20114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859">
            <a:extLst xmlns:a="http://schemas.openxmlformats.org/drawingml/2006/main">
              <a:ext uri="{FF2B5EF4-FFF2-40B4-BE49-F238E27FC236}">
                <a16:creationId xmlns:a16="http://schemas.microsoft.com/office/drawing/2014/main" id="{11BACB96-7F5A-40E0-9C98-201EB91F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1315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860">
            <a:extLst xmlns:a="http://schemas.openxmlformats.org/drawingml/2006/main">
              <a:ext uri="{FF2B5EF4-FFF2-40B4-BE49-F238E27FC236}">
                <a16:creationId xmlns:a16="http://schemas.microsoft.com/office/drawing/2014/main" id="{3C71F1C0-9CC7-47CB-A2CF-D1A01506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31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861">
            <a:extLst xmlns:a="http://schemas.openxmlformats.org/drawingml/2006/main">
              <a:ext uri="{FF2B5EF4-FFF2-40B4-BE49-F238E27FC236}">
                <a16:creationId xmlns:a16="http://schemas.microsoft.com/office/drawing/2014/main" id="{CC34B871-CD53-4BBC-9AF7-19315747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5318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862">
            <a:extLst xmlns:a="http://schemas.openxmlformats.org/drawingml/2006/main">
              <a:ext uri="{FF2B5EF4-FFF2-40B4-BE49-F238E27FC236}">
                <a16:creationId xmlns:a16="http://schemas.microsoft.com/office/drawing/2014/main" id="{4793BA79-4323-4D17-99AB-D6FEF6F1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804" y="25812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863">
            <a:extLst xmlns:a="http://schemas.openxmlformats.org/drawingml/2006/main">
              <a:ext uri="{FF2B5EF4-FFF2-40B4-BE49-F238E27FC236}">
                <a16:creationId xmlns:a16="http://schemas.microsoft.com/office/drawing/2014/main" id="{D4C19163-3C37-4D5B-8149-640AAFA0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46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864">
            <a:extLst xmlns:a="http://schemas.openxmlformats.org/drawingml/2006/main">
              <a:ext uri="{FF2B5EF4-FFF2-40B4-BE49-F238E27FC236}">
                <a16:creationId xmlns:a16="http://schemas.microsoft.com/office/drawing/2014/main" id="{46593790-D389-4493-82B4-3CEED203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48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865">
            <a:extLst xmlns:a="http://schemas.openxmlformats.org/drawingml/2006/main">
              <a:ext uri="{FF2B5EF4-FFF2-40B4-BE49-F238E27FC236}">
                <a16:creationId xmlns:a16="http://schemas.microsoft.com/office/drawing/2014/main" id="{EC716804-90C2-4C2D-A119-E0BD0A53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09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866">
            <a:extLst xmlns:a="http://schemas.openxmlformats.org/drawingml/2006/main">
              <a:ext uri="{FF2B5EF4-FFF2-40B4-BE49-F238E27FC236}">
                <a16:creationId xmlns:a16="http://schemas.microsoft.com/office/drawing/2014/main" id="{E92BB22A-B6C7-444B-A43E-BC399C9A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8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867">
            <a:extLst xmlns:a="http://schemas.openxmlformats.org/drawingml/2006/main">
              <a:ext uri="{FF2B5EF4-FFF2-40B4-BE49-F238E27FC236}">
                <a16:creationId xmlns:a16="http://schemas.microsoft.com/office/drawing/2014/main" id="{F2C96873-665D-4755-8859-A4B64829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979" y="2277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868">
            <a:extLst xmlns:a="http://schemas.openxmlformats.org/drawingml/2006/main">
              <a:ext uri="{FF2B5EF4-FFF2-40B4-BE49-F238E27FC236}">
                <a16:creationId xmlns:a16="http://schemas.microsoft.com/office/drawing/2014/main" id="{79B2AF42-7C60-43DC-B864-BB3B2622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287" y="15409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869">
            <a:extLst xmlns:a="http://schemas.openxmlformats.org/drawingml/2006/main">
              <a:ext uri="{FF2B5EF4-FFF2-40B4-BE49-F238E27FC236}">
                <a16:creationId xmlns:a16="http://schemas.microsoft.com/office/drawing/2014/main" id="{E92F3F87-0B04-4980-A6BD-C928C5DE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923" y="29421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870">
            <a:extLst xmlns:a="http://schemas.openxmlformats.org/drawingml/2006/main">
              <a:ext uri="{FF2B5EF4-FFF2-40B4-BE49-F238E27FC236}">
                <a16:creationId xmlns:a16="http://schemas.microsoft.com/office/drawing/2014/main" id="{2F303735-3931-4A08-98FA-EB716443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72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871">
            <a:extLst xmlns:a="http://schemas.openxmlformats.org/drawingml/2006/main">
              <a:ext uri="{FF2B5EF4-FFF2-40B4-BE49-F238E27FC236}">
                <a16:creationId xmlns:a16="http://schemas.microsoft.com/office/drawing/2014/main" id="{7CE2EC12-728B-4AC6-9B43-FDCB2C25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2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872">
            <a:extLst xmlns:a="http://schemas.openxmlformats.org/drawingml/2006/main">
              <a:ext uri="{FF2B5EF4-FFF2-40B4-BE49-F238E27FC236}">
                <a16:creationId xmlns:a16="http://schemas.microsoft.com/office/drawing/2014/main" id="{3E9432AE-ABB0-41C8-93C7-6D44823F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261" y="24728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873">
            <a:extLst xmlns:a="http://schemas.openxmlformats.org/drawingml/2006/main">
              <a:ext uri="{FF2B5EF4-FFF2-40B4-BE49-F238E27FC236}">
                <a16:creationId xmlns:a16="http://schemas.microsoft.com/office/drawing/2014/main" id="{78414597-8C1D-4309-A2C0-DA5B12E0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30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874">
            <a:extLst xmlns:a="http://schemas.openxmlformats.org/drawingml/2006/main">
              <a:ext uri="{FF2B5EF4-FFF2-40B4-BE49-F238E27FC236}">
                <a16:creationId xmlns:a16="http://schemas.microsoft.com/office/drawing/2014/main" id="{C8032F34-CCA2-4D5F-B9F6-CCA536AF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40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875">
            <a:extLst xmlns:a="http://schemas.openxmlformats.org/drawingml/2006/main">
              <a:ext uri="{FF2B5EF4-FFF2-40B4-BE49-F238E27FC236}">
                <a16:creationId xmlns:a16="http://schemas.microsoft.com/office/drawing/2014/main" id="{5705731C-F6FE-4372-BD20-12E00F99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162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876">
            <a:extLst xmlns:a="http://schemas.openxmlformats.org/drawingml/2006/main">
              <a:ext uri="{FF2B5EF4-FFF2-40B4-BE49-F238E27FC236}">
                <a16:creationId xmlns:a16="http://schemas.microsoft.com/office/drawing/2014/main" id="{245AE229-5975-4EA8-BE24-409F881A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618" y="3312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877">
            <a:extLst xmlns:a="http://schemas.openxmlformats.org/drawingml/2006/main">
              <a:ext uri="{FF2B5EF4-FFF2-40B4-BE49-F238E27FC236}">
                <a16:creationId xmlns:a16="http://schemas.microsoft.com/office/drawing/2014/main" id="{C859BF77-E230-46ED-88A2-CF38948F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399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878">
            <a:extLst xmlns:a="http://schemas.openxmlformats.org/drawingml/2006/main">
              <a:ext uri="{FF2B5EF4-FFF2-40B4-BE49-F238E27FC236}">
                <a16:creationId xmlns:a16="http://schemas.microsoft.com/office/drawing/2014/main" id="{A7FB97D7-8357-45C4-894A-8D899108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84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879">
            <a:extLst xmlns:a="http://schemas.openxmlformats.org/drawingml/2006/main">
              <a:ext uri="{FF2B5EF4-FFF2-40B4-BE49-F238E27FC236}">
                <a16:creationId xmlns:a16="http://schemas.microsoft.com/office/drawing/2014/main" id="{E69F7F76-F653-4901-BD90-6A79FA95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45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880">
            <a:extLst xmlns:a="http://schemas.openxmlformats.org/drawingml/2006/main">
              <a:ext uri="{FF2B5EF4-FFF2-40B4-BE49-F238E27FC236}">
                <a16:creationId xmlns:a16="http://schemas.microsoft.com/office/drawing/2014/main" id="{271B339F-96DE-46EA-9D37-BB60FBDB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0217" y="2542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881">
            <a:extLst xmlns:a="http://schemas.openxmlformats.org/drawingml/2006/main">
              <a:ext uri="{FF2B5EF4-FFF2-40B4-BE49-F238E27FC236}">
                <a16:creationId xmlns:a16="http://schemas.microsoft.com/office/drawing/2014/main" id="{9E39C34A-132F-45C3-99E6-7225C7AF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827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882">
            <a:extLst xmlns:a="http://schemas.openxmlformats.org/drawingml/2006/main">
              <a:ext uri="{FF2B5EF4-FFF2-40B4-BE49-F238E27FC236}">
                <a16:creationId xmlns:a16="http://schemas.microsoft.com/office/drawing/2014/main" id="{C857E578-66A0-4581-AD55-3F0A9856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1" y="24728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883">
            <a:extLst xmlns:a="http://schemas.openxmlformats.org/drawingml/2006/main">
              <a:ext uri="{FF2B5EF4-FFF2-40B4-BE49-F238E27FC236}">
                <a16:creationId xmlns:a16="http://schemas.microsoft.com/office/drawing/2014/main" id="{67559F49-D55F-4BC0-8EE3-EB2BD0AA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06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884">
            <a:extLst xmlns:a="http://schemas.openxmlformats.org/drawingml/2006/main">
              <a:ext uri="{FF2B5EF4-FFF2-40B4-BE49-F238E27FC236}">
                <a16:creationId xmlns:a16="http://schemas.microsoft.com/office/drawing/2014/main" id="{1CF5DBA5-FCAD-4303-9CA2-FB8BC048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4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885">
            <a:extLst xmlns:a="http://schemas.openxmlformats.org/drawingml/2006/main">
              <a:ext uri="{FF2B5EF4-FFF2-40B4-BE49-F238E27FC236}">
                <a16:creationId xmlns:a16="http://schemas.microsoft.com/office/drawing/2014/main" id="{1B0272B2-2FFC-4C06-8462-E8C51F73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915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886">
            <a:extLst xmlns:a="http://schemas.openxmlformats.org/drawingml/2006/main">
              <a:ext uri="{FF2B5EF4-FFF2-40B4-BE49-F238E27FC236}">
                <a16:creationId xmlns:a16="http://schemas.microsoft.com/office/drawing/2014/main" id="{CAEAC86B-C06F-4E6A-96BB-BB391640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559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887">
            <a:extLst xmlns:a="http://schemas.openxmlformats.org/drawingml/2006/main">
              <a:ext uri="{FF2B5EF4-FFF2-40B4-BE49-F238E27FC236}">
                <a16:creationId xmlns:a16="http://schemas.microsoft.com/office/drawing/2014/main" id="{70644F43-041F-438D-BBF6-0D57FEFF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623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888">
            <a:extLst xmlns:a="http://schemas.openxmlformats.org/drawingml/2006/main">
              <a:ext uri="{FF2B5EF4-FFF2-40B4-BE49-F238E27FC236}">
                <a16:creationId xmlns:a16="http://schemas.microsoft.com/office/drawing/2014/main" id="{BBD50113-3A15-41F2-9D42-59E46A8E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2294" y="2731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889">
            <a:extLst xmlns:a="http://schemas.openxmlformats.org/drawingml/2006/main">
              <a:ext uri="{FF2B5EF4-FFF2-40B4-BE49-F238E27FC236}">
                <a16:creationId xmlns:a16="http://schemas.microsoft.com/office/drawing/2014/main" id="{C7A13738-6741-4968-9F86-75DB14B3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617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890">
            <a:extLst xmlns:a="http://schemas.openxmlformats.org/drawingml/2006/main">
              <a:ext uri="{FF2B5EF4-FFF2-40B4-BE49-F238E27FC236}">
                <a16:creationId xmlns:a16="http://schemas.microsoft.com/office/drawing/2014/main" id="{E81CE4E8-46C3-4A70-B473-6278BD7F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577" y="27393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891">
            <a:extLst xmlns:a="http://schemas.openxmlformats.org/drawingml/2006/main">
              <a:ext uri="{FF2B5EF4-FFF2-40B4-BE49-F238E27FC236}">
                <a16:creationId xmlns:a16="http://schemas.microsoft.com/office/drawing/2014/main" id="{10C785DF-8025-4B19-BC5C-591B698E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6349" y="31924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892">
            <a:extLst xmlns:a="http://schemas.openxmlformats.org/drawingml/2006/main">
              <a:ext uri="{FF2B5EF4-FFF2-40B4-BE49-F238E27FC236}">
                <a16:creationId xmlns:a16="http://schemas.microsoft.com/office/drawing/2014/main" id="{8BC34316-E24B-4C06-9591-B3A6B3A3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017" y="20801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893">
            <a:extLst xmlns:a="http://schemas.openxmlformats.org/drawingml/2006/main">
              <a:ext uri="{FF2B5EF4-FFF2-40B4-BE49-F238E27FC236}">
                <a16:creationId xmlns:a16="http://schemas.microsoft.com/office/drawing/2014/main" id="{6A3CE806-416D-4F0A-AA1D-D47FEF0C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70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894">
            <a:extLst xmlns:a="http://schemas.openxmlformats.org/drawingml/2006/main">
              <a:ext uri="{FF2B5EF4-FFF2-40B4-BE49-F238E27FC236}">
                <a16:creationId xmlns:a16="http://schemas.microsoft.com/office/drawing/2014/main" id="{12CC4C9A-F17A-4E13-844D-9EFA3B20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00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895">
            <a:extLst xmlns:a="http://schemas.openxmlformats.org/drawingml/2006/main">
              <a:ext uri="{FF2B5EF4-FFF2-40B4-BE49-F238E27FC236}">
                <a16:creationId xmlns:a16="http://schemas.microsoft.com/office/drawing/2014/main" id="{FE7C7A85-EF01-40FD-B60A-D8A5CD42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774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896">
            <a:extLst xmlns:a="http://schemas.openxmlformats.org/drawingml/2006/main">
              <a:ext uri="{FF2B5EF4-FFF2-40B4-BE49-F238E27FC236}">
                <a16:creationId xmlns:a16="http://schemas.microsoft.com/office/drawing/2014/main" id="{EA265A71-07B4-4E6B-A8DA-29BF448D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41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897">
            <a:extLst xmlns:a="http://schemas.openxmlformats.org/drawingml/2006/main">
              <a:ext uri="{FF2B5EF4-FFF2-40B4-BE49-F238E27FC236}">
                <a16:creationId xmlns:a16="http://schemas.microsoft.com/office/drawing/2014/main" id="{6B1B6465-5FAB-4442-980E-F91FCEE2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32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898">
            <a:extLst xmlns:a="http://schemas.openxmlformats.org/drawingml/2006/main">
              <a:ext uri="{FF2B5EF4-FFF2-40B4-BE49-F238E27FC236}">
                <a16:creationId xmlns:a16="http://schemas.microsoft.com/office/drawing/2014/main" id="{A5EB1A37-56F9-41CF-B5DA-5D05F2A8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3558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899">
            <a:extLst xmlns:a="http://schemas.openxmlformats.org/drawingml/2006/main">
              <a:ext uri="{FF2B5EF4-FFF2-40B4-BE49-F238E27FC236}">
                <a16:creationId xmlns:a16="http://schemas.microsoft.com/office/drawing/2014/main" id="{8A8FFC53-9A8D-427C-B49B-C1A81E8E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437" y="20163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900">
            <a:extLst xmlns:a="http://schemas.openxmlformats.org/drawingml/2006/main">
              <a:ext uri="{FF2B5EF4-FFF2-40B4-BE49-F238E27FC236}">
                <a16:creationId xmlns:a16="http://schemas.microsoft.com/office/drawing/2014/main" id="{B4ADD804-9626-4BF8-888F-8FF0A67F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276" y="29271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901">
            <a:extLst xmlns:a="http://schemas.openxmlformats.org/drawingml/2006/main">
              <a:ext uri="{FF2B5EF4-FFF2-40B4-BE49-F238E27FC236}">
                <a16:creationId xmlns:a16="http://schemas.microsoft.com/office/drawing/2014/main" id="{4880C471-E307-4522-9D98-7BC1C756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6486" y="20510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902">
            <a:extLst xmlns:a="http://schemas.openxmlformats.org/drawingml/2006/main">
              <a:ext uri="{FF2B5EF4-FFF2-40B4-BE49-F238E27FC236}">
                <a16:creationId xmlns:a16="http://schemas.microsoft.com/office/drawing/2014/main" id="{035B4AC6-E292-4E5B-AFF8-7A18D25E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937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903">
            <a:extLst xmlns:a="http://schemas.openxmlformats.org/drawingml/2006/main">
              <a:ext uri="{FF2B5EF4-FFF2-40B4-BE49-F238E27FC236}">
                <a16:creationId xmlns:a16="http://schemas.microsoft.com/office/drawing/2014/main" id="{EA30F575-C5A2-4406-B7B6-12A19DB6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80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904">
            <a:extLst xmlns:a="http://schemas.openxmlformats.org/drawingml/2006/main">
              <a:ext uri="{FF2B5EF4-FFF2-40B4-BE49-F238E27FC236}">
                <a16:creationId xmlns:a16="http://schemas.microsoft.com/office/drawing/2014/main" id="{EF6B4EA9-96EA-4FF2-A1E7-EC8DA910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745" y="2760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905">
            <a:extLst xmlns:a="http://schemas.openxmlformats.org/drawingml/2006/main">
              <a:ext uri="{FF2B5EF4-FFF2-40B4-BE49-F238E27FC236}">
                <a16:creationId xmlns:a16="http://schemas.microsoft.com/office/drawing/2014/main" id="{4EB4CC14-A7F9-4EA1-8292-72458AB6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648" y="21960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906">
            <a:extLst xmlns:a="http://schemas.openxmlformats.org/drawingml/2006/main">
              <a:ext uri="{FF2B5EF4-FFF2-40B4-BE49-F238E27FC236}">
                <a16:creationId xmlns:a16="http://schemas.microsoft.com/office/drawing/2014/main" id="{86673006-0CA7-4433-B9E3-EBF689A4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67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907">
            <a:extLst xmlns:a="http://schemas.openxmlformats.org/drawingml/2006/main">
              <a:ext uri="{FF2B5EF4-FFF2-40B4-BE49-F238E27FC236}">
                <a16:creationId xmlns:a16="http://schemas.microsoft.com/office/drawing/2014/main" id="{5E6DBCF9-C332-43C4-9D62-7A2C95C7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6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908">
            <a:extLst xmlns:a="http://schemas.openxmlformats.org/drawingml/2006/main">
              <a:ext uri="{FF2B5EF4-FFF2-40B4-BE49-F238E27FC236}">
                <a16:creationId xmlns:a16="http://schemas.microsoft.com/office/drawing/2014/main" id="{04E58347-AEC4-4CC0-877E-15681A57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971" y="2279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909">
            <a:extLst xmlns:a="http://schemas.openxmlformats.org/drawingml/2006/main">
              <a:ext uri="{FF2B5EF4-FFF2-40B4-BE49-F238E27FC236}">
                <a16:creationId xmlns:a16="http://schemas.microsoft.com/office/drawing/2014/main" id="{D3355D74-95C0-4A98-B5F4-3C8723FD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1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910">
            <a:extLst xmlns:a="http://schemas.openxmlformats.org/drawingml/2006/main">
              <a:ext uri="{FF2B5EF4-FFF2-40B4-BE49-F238E27FC236}">
                <a16:creationId xmlns:a16="http://schemas.microsoft.com/office/drawing/2014/main" id="{8B210CED-EF45-481A-BE9B-ADCFE851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7196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911">
            <a:extLst xmlns:a="http://schemas.openxmlformats.org/drawingml/2006/main">
              <a:ext uri="{FF2B5EF4-FFF2-40B4-BE49-F238E27FC236}">
                <a16:creationId xmlns:a16="http://schemas.microsoft.com/office/drawing/2014/main" id="{3C72C3EF-9038-498B-B225-20A9AD8E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550" y="28454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912">
            <a:extLst xmlns:a="http://schemas.openxmlformats.org/drawingml/2006/main">
              <a:ext uri="{FF2B5EF4-FFF2-40B4-BE49-F238E27FC236}">
                <a16:creationId xmlns:a16="http://schemas.microsoft.com/office/drawing/2014/main" id="{CAB54359-606D-476A-90DC-2BDD8882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202" y="25198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4" name="data_913">
            <a:extLst xmlns:a="http://schemas.openxmlformats.org/drawingml/2006/main">
              <a:ext uri="{FF2B5EF4-FFF2-40B4-BE49-F238E27FC236}">
                <a16:creationId xmlns:a16="http://schemas.microsoft.com/office/drawing/2014/main" id="{E95DBFFB-EFF8-40C4-BD95-3D8B8B82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074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5" name="data_914">
            <a:extLst xmlns:a="http://schemas.openxmlformats.org/drawingml/2006/main">
              <a:ext uri="{FF2B5EF4-FFF2-40B4-BE49-F238E27FC236}">
                <a16:creationId xmlns:a16="http://schemas.microsoft.com/office/drawing/2014/main" id="{1EDD00CF-E5E6-4948-99C0-438D9D81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019" y="24574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6" name="data_915">
            <a:extLst xmlns:a="http://schemas.openxmlformats.org/drawingml/2006/main">
              <a:ext uri="{FF2B5EF4-FFF2-40B4-BE49-F238E27FC236}">
                <a16:creationId xmlns:a16="http://schemas.microsoft.com/office/drawing/2014/main" id="{6C5FD860-6E94-4A11-98F0-2BF86955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99" y="2572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7" name="data_916">
            <a:extLst xmlns:a="http://schemas.openxmlformats.org/drawingml/2006/main">
              <a:ext uri="{FF2B5EF4-FFF2-40B4-BE49-F238E27FC236}">
                <a16:creationId xmlns:a16="http://schemas.microsoft.com/office/drawing/2014/main" id="{6BACEB96-DC5D-486F-A0E2-2A847A4B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2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8" name="data_917">
            <a:extLst xmlns:a="http://schemas.openxmlformats.org/drawingml/2006/main">
              <a:ext uri="{FF2B5EF4-FFF2-40B4-BE49-F238E27FC236}">
                <a16:creationId xmlns:a16="http://schemas.microsoft.com/office/drawing/2014/main" id="{67C4460F-ACF5-4782-9114-2F1CB672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781" y="2923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9" name="data_918">
            <a:extLst xmlns:a="http://schemas.openxmlformats.org/drawingml/2006/main">
              <a:ext uri="{FF2B5EF4-FFF2-40B4-BE49-F238E27FC236}">
                <a16:creationId xmlns:a16="http://schemas.microsoft.com/office/drawing/2014/main" id="{994B35BD-B835-4FC6-8ADF-D158BA37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638" y="31674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0" name="data_919">
            <a:extLst xmlns:a="http://schemas.openxmlformats.org/drawingml/2006/main">
              <a:ext uri="{FF2B5EF4-FFF2-40B4-BE49-F238E27FC236}">
                <a16:creationId xmlns:a16="http://schemas.microsoft.com/office/drawing/2014/main" id="{9036E16E-32A0-45EA-859A-357139A5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543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1" name="data_920">
            <a:extLst xmlns:a="http://schemas.openxmlformats.org/drawingml/2006/main">
              <a:ext uri="{FF2B5EF4-FFF2-40B4-BE49-F238E27FC236}">
                <a16:creationId xmlns:a16="http://schemas.microsoft.com/office/drawing/2014/main" id="{2C15F91E-D1D3-4B26-94E7-B698FEC4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42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2" name="data_921">
            <a:extLst xmlns:a="http://schemas.openxmlformats.org/drawingml/2006/main">
              <a:ext uri="{FF2B5EF4-FFF2-40B4-BE49-F238E27FC236}">
                <a16:creationId xmlns:a16="http://schemas.microsoft.com/office/drawing/2014/main" id="{F6FD4E85-ABEF-4E97-924D-7E98239E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0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3" name="data_922">
            <a:extLst xmlns:a="http://schemas.openxmlformats.org/drawingml/2006/main">
              <a:ext uri="{FF2B5EF4-FFF2-40B4-BE49-F238E27FC236}">
                <a16:creationId xmlns:a16="http://schemas.microsoft.com/office/drawing/2014/main" id="{595AC6BA-08FA-49F8-852E-FB04F624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505" y="25900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4" name="data_923">
            <a:extLst xmlns:a="http://schemas.openxmlformats.org/drawingml/2006/main">
              <a:ext uri="{FF2B5EF4-FFF2-40B4-BE49-F238E27FC236}">
                <a16:creationId xmlns:a16="http://schemas.microsoft.com/office/drawing/2014/main" id="{FA5ED2BF-D3BF-42BF-A0F5-A8C96BB6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35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5" name="data_924">
            <a:extLst xmlns:a="http://schemas.openxmlformats.org/drawingml/2006/main">
              <a:ext uri="{FF2B5EF4-FFF2-40B4-BE49-F238E27FC236}">
                <a16:creationId xmlns:a16="http://schemas.microsoft.com/office/drawing/2014/main" id="{2DD1C525-37E1-4357-AFDE-06682B32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1386" y="31897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6" name="data_925">
            <a:extLst xmlns:a="http://schemas.openxmlformats.org/drawingml/2006/main">
              <a:ext uri="{FF2B5EF4-FFF2-40B4-BE49-F238E27FC236}">
                <a16:creationId xmlns:a16="http://schemas.microsoft.com/office/drawing/2014/main" id="{AB733A38-0F66-40C2-996B-1EFF984A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62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7" name="data_926">
            <a:extLst xmlns:a="http://schemas.openxmlformats.org/drawingml/2006/main">
              <a:ext uri="{FF2B5EF4-FFF2-40B4-BE49-F238E27FC236}">
                <a16:creationId xmlns:a16="http://schemas.microsoft.com/office/drawing/2014/main" id="{7A6CDCEA-24E4-4CB8-9393-9A18E806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8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8" name="data_927">
            <a:extLst xmlns:a="http://schemas.openxmlformats.org/drawingml/2006/main">
              <a:ext uri="{FF2B5EF4-FFF2-40B4-BE49-F238E27FC236}">
                <a16:creationId xmlns:a16="http://schemas.microsoft.com/office/drawing/2014/main" id="{D516D14D-FEC6-4EC6-BAF8-C44437BA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7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9" name="data_928">
            <a:extLst xmlns:a="http://schemas.openxmlformats.org/drawingml/2006/main">
              <a:ext uri="{FF2B5EF4-FFF2-40B4-BE49-F238E27FC236}">
                <a16:creationId xmlns:a16="http://schemas.microsoft.com/office/drawing/2014/main" id="{4959DE24-EAFC-41A2-AE6B-415FF9A1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0684" y="31151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data_929">
            <a:extLst xmlns:a="http://schemas.openxmlformats.org/drawingml/2006/main">
              <a:ext uri="{FF2B5EF4-FFF2-40B4-BE49-F238E27FC236}">
                <a16:creationId xmlns:a16="http://schemas.microsoft.com/office/drawing/2014/main" id="{F1C59036-AB1F-4DD3-A24E-DEAAFE1E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74" y="2243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1" name="data_930">
            <a:extLst xmlns:a="http://schemas.openxmlformats.org/drawingml/2006/main">
              <a:ext uri="{FF2B5EF4-FFF2-40B4-BE49-F238E27FC236}">
                <a16:creationId xmlns:a16="http://schemas.microsoft.com/office/drawing/2014/main" id="{D2E3A178-6175-4623-97BF-574405C7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66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data_931">
            <a:extLst xmlns:a="http://schemas.openxmlformats.org/drawingml/2006/main">
              <a:ext uri="{FF2B5EF4-FFF2-40B4-BE49-F238E27FC236}">
                <a16:creationId xmlns:a16="http://schemas.microsoft.com/office/drawing/2014/main" id="{116831D0-B114-4221-9AB2-8A07B041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87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3" name="data_932">
            <a:extLst xmlns:a="http://schemas.openxmlformats.org/drawingml/2006/main">
              <a:ext uri="{FF2B5EF4-FFF2-40B4-BE49-F238E27FC236}">
                <a16:creationId xmlns:a16="http://schemas.microsoft.com/office/drawing/2014/main" id="{904782DD-C123-418E-B2E7-BDF3A0B8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4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data_933">
            <a:extLst xmlns:a="http://schemas.openxmlformats.org/drawingml/2006/main">
              <a:ext uri="{FF2B5EF4-FFF2-40B4-BE49-F238E27FC236}">
                <a16:creationId xmlns:a16="http://schemas.microsoft.com/office/drawing/2014/main" id="{1C3F6742-8934-4EF7-A0A6-776D3C3B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9535" y="29835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5" name="data_934">
            <a:extLst xmlns:a="http://schemas.openxmlformats.org/drawingml/2006/main">
              <a:ext uri="{FF2B5EF4-FFF2-40B4-BE49-F238E27FC236}">
                <a16:creationId xmlns:a16="http://schemas.microsoft.com/office/drawing/2014/main" id="{EC7479B8-12EB-4E44-BB0B-9EFE12E5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16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6" name="data_935">
            <a:extLst xmlns:a="http://schemas.openxmlformats.org/drawingml/2006/main">
              <a:ext uri="{FF2B5EF4-FFF2-40B4-BE49-F238E27FC236}">
                <a16:creationId xmlns:a16="http://schemas.microsoft.com/office/drawing/2014/main" id="{30E5C930-61D9-406B-8A01-1A1BFA82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444" y="22710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7" name="data_936">
            <a:extLst xmlns:a="http://schemas.openxmlformats.org/drawingml/2006/main">
              <a:ext uri="{FF2B5EF4-FFF2-40B4-BE49-F238E27FC236}">
                <a16:creationId xmlns:a16="http://schemas.microsoft.com/office/drawing/2014/main" id="{60A558CB-3140-44C5-9133-D9808B79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7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8" name="data_937">
            <a:extLst xmlns:a="http://schemas.openxmlformats.org/drawingml/2006/main">
              <a:ext uri="{FF2B5EF4-FFF2-40B4-BE49-F238E27FC236}">
                <a16:creationId xmlns:a16="http://schemas.microsoft.com/office/drawing/2014/main" id="{B95AC700-8F7B-42D1-9C50-C25CD416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81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9" name="data_938">
            <a:extLst xmlns:a="http://schemas.openxmlformats.org/drawingml/2006/main">
              <a:ext uri="{FF2B5EF4-FFF2-40B4-BE49-F238E27FC236}">
                <a16:creationId xmlns:a16="http://schemas.microsoft.com/office/drawing/2014/main" id="{46A97BA3-DE15-417E-88B1-28D1668E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499" y="19475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0" name="data_939">
            <a:extLst xmlns:a="http://schemas.openxmlformats.org/drawingml/2006/main">
              <a:ext uri="{FF2B5EF4-FFF2-40B4-BE49-F238E27FC236}">
                <a16:creationId xmlns:a16="http://schemas.microsoft.com/office/drawing/2014/main" id="{694C16DD-9CE5-45DA-8D32-FC89BD62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915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1" name="data_940">
            <a:extLst xmlns:a="http://schemas.openxmlformats.org/drawingml/2006/main">
              <a:ext uri="{FF2B5EF4-FFF2-40B4-BE49-F238E27FC236}">
                <a16:creationId xmlns:a16="http://schemas.microsoft.com/office/drawing/2014/main" id="{C4D43AEE-D9D9-4F84-A27A-D9EB0063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40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2" name="data_941">
            <a:extLst xmlns:a="http://schemas.openxmlformats.org/drawingml/2006/main">
              <a:ext uri="{FF2B5EF4-FFF2-40B4-BE49-F238E27FC236}">
                <a16:creationId xmlns:a16="http://schemas.microsoft.com/office/drawing/2014/main" id="{B435874B-8DB5-490A-9E81-94B4F232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7060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3" name="data_942">
            <a:extLst xmlns:a="http://schemas.openxmlformats.org/drawingml/2006/main">
              <a:ext uri="{FF2B5EF4-FFF2-40B4-BE49-F238E27FC236}">
                <a16:creationId xmlns:a16="http://schemas.microsoft.com/office/drawing/2014/main" id="{9BAD9865-EFED-41FB-BC4C-C9513F1E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7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4" name="data_943">
            <a:extLst xmlns:a="http://schemas.openxmlformats.org/drawingml/2006/main">
              <a:ext uri="{FF2B5EF4-FFF2-40B4-BE49-F238E27FC236}">
                <a16:creationId xmlns:a16="http://schemas.microsoft.com/office/drawing/2014/main" id="{04B33E2D-5B2D-47E4-B4B4-53698D44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76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5" name="data_944">
            <a:extLst xmlns:a="http://schemas.openxmlformats.org/drawingml/2006/main">
              <a:ext uri="{FF2B5EF4-FFF2-40B4-BE49-F238E27FC236}">
                <a16:creationId xmlns:a16="http://schemas.microsoft.com/office/drawing/2014/main" id="{C0B2E15D-3882-41BA-A16B-E6605963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82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6" name="data_945">
            <a:extLst xmlns:a="http://schemas.openxmlformats.org/drawingml/2006/main">
              <a:ext uri="{FF2B5EF4-FFF2-40B4-BE49-F238E27FC236}">
                <a16:creationId xmlns:a16="http://schemas.microsoft.com/office/drawing/2014/main" id="{727851ED-D94E-4A32-903D-4A725C8F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1056" y="21751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7" name="data_946">
            <a:extLst xmlns:a="http://schemas.openxmlformats.org/drawingml/2006/main">
              <a:ext uri="{FF2B5EF4-FFF2-40B4-BE49-F238E27FC236}">
                <a16:creationId xmlns:a16="http://schemas.microsoft.com/office/drawing/2014/main" id="{91B6021C-D160-4A15-B050-B4037217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925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8" name="data_947">
            <a:extLst xmlns:a="http://schemas.openxmlformats.org/drawingml/2006/main">
              <a:ext uri="{FF2B5EF4-FFF2-40B4-BE49-F238E27FC236}">
                <a16:creationId xmlns:a16="http://schemas.microsoft.com/office/drawing/2014/main" id="{C9C08FB1-506C-4237-91F4-22FC2E02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4422" y="18199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9" name="data_948">
            <a:extLst xmlns:a="http://schemas.openxmlformats.org/drawingml/2006/main">
              <a:ext uri="{FF2B5EF4-FFF2-40B4-BE49-F238E27FC236}">
                <a16:creationId xmlns:a16="http://schemas.microsoft.com/office/drawing/2014/main" id="{80B59764-4E25-4296-8FA8-BC2A2501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526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0" name="data_949">
            <a:extLst xmlns:a="http://schemas.openxmlformats.org/drawingml/2006/main">
              <a:ext uri="{FF2B5EF4-FFF2-40B4-BE49-F238E27FC236}">
                <a16:creationId xmlns:a16="http://schemas.microsoft.com/office/drawing/2014/main" id="{559E2EBF-9D12-47DF-BE5C-A7C348C1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871" y="2572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1" name="data_950">
            <a:extLst xmlns:a="http://schemas.openxmlformats.org/drawingml/2006/main">
              <a:ext uri="{FF2B5EF4-FFF2-40B4-BE49-F238E27FC236}">
                <a16:creationId xmlns:a16="http://schemas.microsoft.com/office/drawing/2014/main" id="{8DCF0987-B49F-4A2E-BD30-5E31561D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9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2" name="data_951">
            <a:extLst xmlns:a="http://schemas.openxmlformats.org/drawingml/2006/main">
              <a:ext uri="{FF2B5EF4-FFF2-40B4-BE49-F238E27FC236}">
                <a16:creationId xmlns:a16="http://schemas.microsoft.com/office/drawing/2014/main" id="{396B5FC3-6A7A-4E1B-88E3-473341C1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761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3" name="data_952">
            <a:extLst xmlns:a="http://schemas.openxmlformats.org/drawingml/2006/main">
              <a:ext uri="{FF2B5EF4-FFF2-40B4-BE49-F238E27FC236}">
                <a16:creationId xmlns:a16="http://schemas.microsoft.com/office/drawing/2014/main" id="{88F5953A-7281-41C2-8014-7360A91F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33" y="28996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4" name="data_953">
            <a:extLst xmlns:a="http://schemas.openxmlformats.org/drawingml/2006/main">
              <a:ext uri="{FF2B5EF4-FFF2-40B4-BE49-F238E27FC236}">
                <a16:creationId xmlns:a16="http://schemas.microsoft.com/office/drawing/2014/main" id="{07A63692-BF0E-49F9-9977-14EB6B67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5710" y="27869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5" name="data_954">
            <a:extLst xmlns:a="http://schemas.openxmlformats.org/drawingml/2006/main">
              <a:ext uri="{FF2B5EF4-FFF2-40B4-BE49-F238E27FC236}">
                <a16:creationId xmlns:a16="http://schemas.microsoft.com/office/drawing/2014/main" id="{65A28ABE-DCFB-4608-BE82-B6D31F49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8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6" name="data_955">
            <a:extLst xmlns:a="http://schemas.openxmlformats.org/drawingml/2006/main">
              <a:ext uri="{FF2B5EF4-FFF2-40B4-BE49-F238E27FC236}">
                <a16:creationId xmlns:a16="http://schemas.microsoft.com/office/drawing/2014/main" id="{80C3AE9D-CF4A-40BC-A28F-72E47845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93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7" name="data_956">
            <a:extLst xmlns:a="http://schemas.openxmlformats.org/drawingml/2006/main">
              <a:ext uri="{FF2B5EF4-FFF2-40B4-BE49-F238E27FC236}">
                <a16:creationId xmlns:a16="http://schemas.microsoft.com/office/drawing/2014/main" id="{C56CDBB6-2437-41C6-8D68-2D5497D1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485" y="26509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8" name="data_957">
            <a:extLst xmlns:a="http://schemas.openxmlformats.org/drawingml/2006/main">
              <a:ext uri="{FF2B5EF4-FFF2-40B4-BE49-F238E27FC236}">
                <a16:creationId xmlns:a16="http://schemas.microsoft.com/office/drawing/2014/main" id="{FB04EBAA-CD10-4C15-B40D-B274D436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9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9" name="data_958">
            <a:extLst xmlns:a="http://schemas.openxmlformats.org/drawingml/2006/main">
              <a:ext uri="{FF2B5EF4-FFF2-40B4-BE49-F238E27FC236}">
                <a16:creationId xmlns:a16="http://schemas.microsoft.com/office/drawing/2014/main" id="{B71D2417-F59E-4CA2-85F6-29494F63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4771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0" name="data_959">
            <a:extLst xmlns:a="http://schemas.openxmlformats.org/drawingml/2006/main">
              <a:ext uri="{FF2B5EF4-FFF2-40B4-BE49-F238E27FC236}">
                <a16:creationId xmlns:a16="http://schemas.microsoft.com/office/drawing/2014/main" id="{436A838B-DA7B-4A03-998F-10CEA3F6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58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1" name="data_960">
            <a:extLst xmlns:a="http://schemas.openxmlformats.org/drawingml/2006/main">
              <a:ext uri="{FF2B5EF4-FFF2-40B4-BE49-F238E27FC236}">
                <a16:creationId xmlns:a16="http://schemas.microsoft.com/office/drawing/2014/main" id="{EB112C96-0D8A-4160-8BE8-79284EC5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01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2" name="data_961">
            <a:extLst xmlns:a="http://schemas.openxmlformats.org/drawingml/2006/main">
              <a:ext uri="{FF2B5EF4-FFF2-40B4-BE49-F238E27FC236}">
                <a16:creationId xmlns:a16="http://schemas.microsoft.com/office/drawing/2014/main" id="{F936C767-CD10-41EB-809D-6A5C74DD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6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3" name="data_962">
            <a:extLst xmlns:a="http://schemas.openxmlformats.org/drawingml/2006/main">
              <a:ext uri="{FF2B5EF4-FFF2-40B4-BE49-F238E27FC236}">
                <a16:creationId xmlns:a16="http://schemas.microsoft.com/office/drawing/2014/main" id="{32E3F231-3556-4480-BFED-5F4CC4B4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13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4" name="data_963">
            <a:extLst xmlns:a="http://schemas.openxmlformats.org/drawingml/2006/main">
              <a:ext uri="{FF2B5EF4-FFF2-40B4-BE49-F238E27FC236}">
                <a16:creationId xmlns:a16="http://schemas.microsoft.com/office/drawing/2014/main" id="{09BF2535-20B2-4BA3-B672-211C2E7D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813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5" name="data_964">
            <a:extLst xmlns:a="http://schemas.openxmlformats.org/drawingml/2006/main">
              <a:ext uri="{FF2B5EF4-FFF2-40B4-BE49-F238E27FC236}">
                <a16:creationId xmlns:a16="http://schemas.microsoft.com/office/drawing/2014/main" id="{E62C13E4-B96C-44EE-9B0F-BEE8D4A1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146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6" name="data_965">
            <a:extLst xmlns:a="http://schemas.openxmlformats.org/drawingml/2006/main">
              <a:ext uri="{FF2B5EF4-FFF2-40B4-BE49-F238E27FC236}">
                <a16:creationId xmlns:a16="http://schemas.microsoft.com/office/drawing/2014/main" id="{FAF40D6A-9266-472C-93A5-5CB758E6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642" y="2279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7" name="data_966">
            <a:extLst xmlns:a="http://schemas.openxmlformats.org/drawingml/2006/main">
              <a:ext uri="{FF2B5EF4-FFF2-40B4-BE49-F238E27FC236}">
                <a16:creationId xmlns:a16="http://schemas.microsoft.com/office/drawing/2014/main" id="{0D220AC4-354A-4FC4-B705-20727D1F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009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8" name="data_967">
            <a:extLst xmlns:a="http://schemas.openxmlformats.org/drawingml/2006/main">
              <a:ext uri="{FF2B5EF4-FFF2-40B4-BE49-F238E27FC236}">
                <a16:creationId xmlns:a16="http://schemas.microsoft.com/office/drawing/2014/main" id="{8D913F44-B43E-4FAC-A41E-E00E251C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9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9" name="data_968">
            <a:extLst xmlns:a="http://schemas.openxmlformats.org/drawingml/2006/main">
              <a:ext uri="{FF2B5EF4-FFF2-40B4-BE49-F238E27FC236}">
                <a16:creationId xmlns:a16="http://schemas.microsoft.com/office/drawing/2014/main" id="{68C3E495-B3BA-4E82-AD9C-6104E5C3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5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0" name="data_969">
            <a:extLst xmlns:a="http://schemas.openxmlformats.org/drawingml/2006/main">
              <a:ext uri="{FF2B5EF4-FFF2-40B4-BE49-F238E27FC236}">
                <a16:creationId xmlns:a16="http://schemas.microsoft.com/office/drawing/2014/main" id="{B77D7BEF-C131-44E7-A5DD-E4172552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246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1" name="data_970">
            <a:extLst xmlns:a="http://schemas.openxmlformats.org/drawingml/2006/main">
              <a:ext uri="{FF2B5EF4-FFF2-40B4-BE49-F238E27FC236}">
                <a16:creationId xmlns:a16="http://schemas.microsoft.com/office/drawing/2014/main" id="{7170F3C9-CA9B-4338-A9FB-198A0A42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75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2" name="data_971">
            <a:extLst xmlns:a="http://schemas.openxmlformats.org/drawingml/2006/main">
              <a:ext uri="{FF2B5EF4-FFF2-40B4-BE49-F238E27FC236}">
                <a16:creationId xmlns:a16="http://schemas.microsoft.com/office/drawing/2014/main" id="{ED7C7176-E977-4530-8CA8-4C0B3FF8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910" y="18334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3" name="data_972">
            <a:extLst xmlns:a="http://schemas.openxmlformats.org/drawingml/2006/main">
              <a:ext uri="{FF2B5EF4-FFF2-40B4-BE49-F238E27FC236}">
                <a16:creationId xmlns:a16="http://schemas.microsoft.com/office/drawing/2014/main" id="{3B2C6E1E-B190-45E4-B2A6-EE9CB7FD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701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4" name="data_973">
            <a:extLst xmlns:a="http://schemas.openxmlformats.org/drawingml/2006/main">
              <a:ext uri="{FF2B5EF4-FFF2-40B4-BE49-F238E27FC236}">
                <a16:creationId xmlns:a16="http://schemas.microsoft.com/office/drawing/2014/main" id="{CE4F7637-5B3F-497B-A335-399A0C44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46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5" name="data_974">
            <a:extLst xmlns:a="http://schemas.openxmlformats.org/drawingml/2006/main">
              <a:ext uri="{FF2B5EF4-FFF2-40B4-BE49-F238E27FC236}">
                <a16:creationId xmlns:a16="http://schemas.microsoft.com/office/drawing/2014/main" id="{10C977A4-7664-4345-B2A3-8DCA1655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5263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6" name="data_975">
            <a:extLst xmlns:a="http://schemas.openxmlformats.org/drawingml/2006/main">
              <a:ext uri="{FF2B5EF4-FFF2-40B4-BE49-F238E27FC236}">
                <a16:creationId xmlns:a16="http://schemas.microsoft.com/office/drawing/2014/main" id="{9F71A8AD-EB3C-4004-8816-911E3756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738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7" name="data_976">
            <a:extLst xmlns:a="http://schemas.openxmlformats.org/drawingml/2006/main">
              <a:ext uri="{FF2B5EF4-FFF2-40B4-BE49-F238E27FC236}">
                <a16:creationId xmlns:a16="http://schemas.microsoft.com/office/drawing/2014/main" id="{83D0D92A-CF0F-42B3-B85A-1C6DCD81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372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8" name="data_977">
            <a:extLst xmlns:a="http://schemas.openxmlformats.org/drawingml/2006/main">
              <a:ext uri="{FF2B5EF4-FFF2-40B4-BE49-F238E27FC236}">
                <a16:creationId xmlns:a16="http://schemas.microsoft.com/office/drawing/2014/main" id="{6537E9DE-5709-4385-942E-9050344A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290" y="1591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9" name="data_978">
            <a:extLst xmlns:a="http://schemas.openxmlformats.org/drawingml/2006/main">
              <a:ext uri="{FF2B5EF4-FFF2-40B4-BE49-F238E27FC236}">
                <a16:creationId xmlns:a16="http://schemas.microsoft.com/office/drawing/2014/main" id="{58E5223E-6762-4A28-B646-3EE4ABD8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707" y="19716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0" name="data_979">
            <a:extLst xmlns:a="http://schemas.openxmlformats.org/drawingml/2006/main">
              <a:ext uri="{FF2B5EF4-FFF2-40B4-BE49-F238E27FC236}">
                <a16:creationId xmlns:a16="http://schemas.microsoft.com/office/drawing/2014/main" id="{DE326A61-35D7-4DFF-B344-2446DC1B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371" y="21055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1" name="data_980">
            <a:extLst xmlns:a="http://schemas.openxmlformats.org/drawingml/2006/main">
              <a:ext uri="{FF2B5EF4-FFF2-40B4-BE49-F238E27FC236}">
                <a16:creationId xmlns:a16="http://schemas.microsoft.com/office/drawing/2014/main" id="{F79DE82B-D5C2-4FD6-BF81-15D03EEE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464" y="2207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2" name="data_981">
            <a:extLst xmlns:a="http://schemas.openxmlformats.org/drawingml/2006/main">
              <a:ext uri="{FF2B5EF4-FFF2-40B4-BE49-F238E27FC236}">
                <a16:creationId xmlns:a16="http://schemas.microsoft.com/office/drawing/2014/main" id="{D5607A91-6D94-4C67-85E5-E355CE04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958" y="22497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3" name="data_982">
            <a:extLst xmlns:a="http://schemas.openxmlformats.org/drawingml/2006/main">
              <a:ext uri="{FF2B5EF4-FFF2-40B4-BE49-F238E27FC236}">
                <a16:creationId xmlns:a16="http://schemas.microsoft.com/office/drawing/2014/main" id="{F1179FB6-B82A-44CF-B5C1-E9FCE02C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857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4" name="data_983">
            <a:extLst xmlns:a="http://schemas.openxmlformats.org/drawingml/2006/main">
              <a:ext uri="{FF2B5EF4-FFF2-40B4-BE49-F238E27FC236}">
                <a16:creationId xmlns:a16="http://schemas.microsoft.com/office/drawing/2014/main" id="{1D77DEA5-C51C-450A-8D92-818A468D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485" y="32741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5" name="data_984">
            <a:extLst xmlns:a="http://schemas.openxmlformats.org/drawingml/2006/main">
              <a:ext uri="{FF2B5EF4-FFF2-40B4-BE49-F238E27FC236}">
                <a16:creationId xmlns:a16="http://schemas.microsoft.com/office/drawing/2014/main" id="{E4047DFA-4504-42DE-B076-0A1C13DE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270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6" name="data_985">
            <a:extLst xmlns:a="http://schemas.openxmlformats.org/drawingml/2006/main">
              <a:ext uri="{FF2B5EF4-FFF2-40B4-BE49-F238E27FC236}">
                <a16:creationId xmlns:a16="http://schemas.microsoft.com/office/drawing/2014/main" id="{D7C36A4A-C2FF-4211-A487-6479B23F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7554" y="2109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7" name="data_986">
            <a:extLst xmlns:a="http://schemas.openxmlformats.org/drawingml/2006/main">
              <a:ext uri="{FF2B5EF4-FFF2-40B4-BE49-F238E27FC236}">
                <a16:creationId xmlns:a16="http://schemas.microsoft.com/office/drawing/2014/main" id="{D716E85E-21A7-42A4-8F1F-01FC7AB8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53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8" name="data_987">
            <a:extLst xmlns:a="http://schemas.openxmlformats.org/drawingml/2006/main">
              <a:ext uri="{FF2B5EF4-FFF2-40B4-BE49-F238E27FC236}">
                <a16:creationId xmlns:a16="http://schemas.microsoft.com/office/drawing/2014/main" id="{D15AF3BA-6EA2-45F2-8947-748E4EF8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40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9" name="data_988">
            <a:extLst xmlns:a="http://schemas.openxmlformats.org/drawingml/2006/main">
              <a:ext uri="{FF2B5EF4-FFF2-40B4-BE49-F238E27FC236}">
                <a16:creationId xmlns:a16="http://schemas.microsoft.com/office/drawing/2014/main" id="{DA4DD239-DFF4-4175-B889-384DBCA9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51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0" name="data_989">
            <a:extLst xmlns:a="http://schemas.openxmlformats.org/drawingml/2006/main">
              <a:ext uri="{FF2B5EF4-FFF2-40B4-BE49-F238E27FC236}">
                <a16:creationId xmlns:a16="http://schemas.microsoft.com/office/drawing/2014/main" id="{2936C836-35DC-4B50-9C42-DABD2A88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797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1" name="data_990">
            <a:extLst xmlns:a="http://schemas.openxmlformats.org/drawingml/2006/main">
              <a:ext uri="{FF2B5EF4-FFF2-40B4-BE49-F238E27FC236}">
                <a16:creationId xmlns:a16="http://schemas.microsoft.com/office/drawing/2014/main" id="{C896E0F9-CCA8-4E6E-8B51-00322DB9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381" y="2211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2" name="data_991">
            <a:extLst xmlns:a="http://schemas.openxmlformats.org/drawingml/2006/main">
              <a:ext uri="{FF2B5EF4-FFF2-40B4-BE49-F238E27FC236}">
                <a16:creationId xmlns:a16="http://schemas.microsoft.com/office/drawing/2014/main" id="{7CE39A1E-06A5-4DEE-9470-EE8CD85C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4476" y="23705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3" name="data_992">
            <a:extLst xmlns:a="http://schemas.openxmlformats.org/drawingml/2006/main">
              <a:ext uri="{FF2B5EF4-FFF2-40B4-BE49-F238E27FC236}">
                <a16:creationId xmlns:a16="http://schemas.microsoft.com/office/drawing/2014/main" id="{DC0DE84D-6CF5-4C25-8AF6-A0F1E87A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507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4" name="data_993">
            <a:extLst xmlns:a="http://schemas.openxmlformats.org/drawingml/2006/main">
              <a:ext uri="{FF2B5EF4-FFF2-40B4-BE49-F238E27FC236}">
                <a16:creationId xmlns:a16="http://schemas.microsoft.com/office/drawing/2014/main" id="{A837056B-1F1B-4ED2-8C54-EF458B15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79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5" name="data_994">
            <a:extLst xmlns:a="http://schemas.openxmlformats.org/drawingml/2006/main">
              <a:ext uri="{FF2B5EF4-FFF2-40B4-BE49-F238E27FC236}">
                <a16:creationId xmlns:a16="http://schemas.microsoft.com/office/drawing/2014/main" id="{0C1EA1D6-2D6B-4858-AAC2-BF005AB1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406" y="18095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6" name="data_995">
            <a:extLst xmlns:a="http://schemas.openxmlformats.org/drawingml/2006/main">
              <a:ext uri="{FF2B5EF4-FFF2-40B4-BE49-F238E27FC236}">
                <a16:creationId xmlns:a16="http://schemas.microsoft.com/office/drawing/2014/main" id="{7FAA2D67-BAC3-4697-8616-96AE9197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065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7" name="data_996">
            <a:extLst xmlns:a="http://schemas.openxmlformats.org/drawingml/2006/main">
              <a:ext uri="{FF2B5EF4-FFF2-40B4-BE49-F238E27FC236}">
                <a16:creationId xmlns:a16="http://schemas.microsoft.com/office/drawing/2014/main" id="{8014DDD3-6589-41FA-9E6F-A057FF8B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7041" y="1655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8" name="data_997">
            <a:extLst xmlns:a="http://schemas.openxmlformats.org/drawingml/2006/main">
              <a:ext uri="{FF2B5EF4-FFF2-40B4-BE49-F238E27FC236}">
                <a16:creationId xmlns:a16="http://schemas.microsoft.com/office/drawing/2014/main" id="{ED4B56A8-9889-437E-AE40-06434151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870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9" name="data_998">
            <a:extLst xmlns:a="http://schemas.openxmlformats.org/drawingml/2006/main">
              <a:ext uri="{FF2B5EF4-FFF2-40B4-BE49-F238E27FC236}">
                <a16:creationId xmlns:a16="http://schemas.microsoft.com/office/drawing/2014/main" id="{80C24494-2F89-413F-91F2-38F83EC1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30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0" name="data_999">
            <a:extLst xmlns:a="http://schemas.openxmlformats.org/drawingml/2006/main">
              <a:ext uri="{FF2B5EF4-FFF2-40B4-BE49-F238E27FC236}">
                <a16:creationId xmlns:a16="http://schemas.microsoft.com/office/drawing/2014/main" id="{28A1F4B8-E015-45BC-8A4D-C5236895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696" y="26957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1" name="data_1000">
            <a:extLst xmlns:a="http://schemas.openxmlformats.org/drawingml/2006/main">
              <a:ext uri="{FF2B5EF4-FFF2-40B4-BE49-F238E27FC236}">
                <a16:creationId xmlns:a16="http://schemas.microsoft.com/office/drawing/2014/main" id="{AD0089A0-B60E-4198-8036-6C08E3F2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8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2" name="data_1001">
            <a:extLst xmlns:a="http://schemas.openxmlformats.org/drawingml/2006/main">
              <a:ext uri="{FF2B5EF4-FFF2-40B4-BE49-F238E27FC236}">
                <a16:creationId xmlns:a16="http://schemas.microsoft.com/office/drawing/2014/main" id="{C25D7DC7-D985-45B5-960E-E9C9E770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187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3" name="data_1002">
            <a:extLst xmlns:a="http://schemas.openxmlformats.org/drawingml/2006/main">
              <a:ext uri="{FF2B5EF4-FFF2-40B4-BE49-F238E27FC236}">
                <a16:creationId xmlns:a16="http://schemas.microsoft.com/office/drawing/2014/main" id="{5D11124B-4DFB-4965-8F85-3AAE1556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842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4" name="data_1003">
            <a:extLst xmlns:a="http://schemas.openxmlformats.org/drawingml/2006/main">
              <a:ext uri="{FF2B5EF4-FFF2-40B4-BE49-F238E27FC236}">
                <a16:creationId xmlns:a16="http://schemas.microsoft.com/office/drawing/2014/main" id="{65B98BA5-D887-4ACF-B54C-9FDC574E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510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5" name="data_1004">
            <a:extLst xmlns:a="http://schemas.openxmlformats.org/drawingml/2006/main">
              <a:ext uri="{FF2B5EF4-FFF2-40B4-BE49-F238E27FC236}">
                <a16:creationId xmlns:a16="http://schemas.microsoft.com/office/drawing/2014/main" id="{AAA2A631-068D-46DF-A5B6-15A86379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794" y="19533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6" name="data_1005">
            <a:extLst xmlns:a="http://schemas.openxmlformats.org/drawingml/2006/main">
              <a:ext uri="{FF2B5EF4-FFF2-40B4-BE49-F238E27FC236}">
                <a16:creationId xmlns:a16="http://schemas.microsoft.com/office/drawing/2014/main" id="{93434773-B405-4D01-B331-46E59CCD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003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7" name="data_1006">
            <a:extLst xmlns:a="http://schemas.openxmlformats.org/drawingml/2006/main">
              <a:ext uri="{FF2B5EF4-FFF2-40B4-BE49-F238E27FC236}">
                <a16:creationId xmlns:a16="http://schemas.microsoft.com/office/drawing/2014/main" id="{B6296173-A875-4685-A590-126AC40B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5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8" name="data_1007">
            <a:extLst xmlns:a="http://schemas.openxmlformats.org/drawingml/2006/main">
              <a:ext uri="{FF2B5EF4-FFF2-40B4-BE49-F238E27FC236}">
                <a16:creationId xmlns:a16="http://schemas.microsoft.com/office/drawing/2014/main" id="{DAEAB81E-A9F3-4C1B-B23A-C055B722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9408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9" name="data_1008">
            <a:extLst xmlns:a="http://schemas.openxmlformats.org/drawingml/2006/main">
              <a:ext uri="{FF2B5EF4-FFF2-40B4-BE49-F238E27FC236}">
                <a16:creationId xmlns:a16="http://schemas.microsoft.com/office/drawing/2014/main" id="{5AF983E0-1A10-4894-B200-C67415D3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10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0" name="data_1009">
            <a:extLst xmlns:a="http://schemas.openxmlformats.org/drawingml/2006/main">
              <a:ext uri="{FF2B5EF4-FFF2-40B4-BE49-F238E27FC236}">
                <a16:creationId xmlns:a16="http://schemas.microsoft.com/office/drawing/2014/main" id="{B1A49BDC-580E-41E3-864F-D5E30814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85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1" name="data_1010">
            <a:extLst xmlns:a="http://schemas.openxmlformats.org/drawingml/2006/main">
              <a:ext uri="{FF2B5EF4-FFF2-40B4-BE49-F238E27FC236}">
                <a16:creationId xmlns:a16="http://schemas.microsoft.com/office/drawing/2014/main" id="{F5C38A9C-35E2-4446-B107-FED74436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166" y="23821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2" name="data_1011">
            <a:extLst xmlns:a="http://schemas.openxmlformats.org/drawingml/2006/main">
              <a:ext uri="{FF2B5EF4-FFF2-40B4-BE49-F238E27FC236}">
                <a16:creationId xmlns:a16="http://schemas.microsoft.com/office/drawing/2014/main" id="{DCCA5A1E-108F-4E8F-AC0D-A1F5783C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004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3" name="data_1012">
            <a:extLst xmlns:a="http://schemas.openxmlformats.org/drawingml/2006/main">
              <a:ext uri="{FF2B5EF4-FFF2-40B4-BE49-F238E27FC236}">
                <a16:creationId xmlns:a16="http://schemas.microsoft.com/office/drawing/2014/main" id="{B6D71ACF-9EFD-4750-BA2D-138878D5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4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4" name="data_1013">
            <a:extLst xmlns:a="http://schemas.openxmlformats.org/drawingml/2006/main">
              <a:ext uri="{FF2B5EF4-FFF2-40B4-BE49-F238E27FC236}">
                <a16:creationId xmlns:a16="http://schemas.microsoft.com/office/drawing/2014/main" id="{B35516E9-7069-4F42-BDE7-7E32ACA3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20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5" name="data_1014">
            <a:extLst xmlns:a="http://schemas.openxmlformats.org/drawingml/2006/main">
              <a:ext uri="{FF2B5EF4-FFF2-40B4-BE49-F238E27FC236}">
                <a16:creationId xmlns:a16="http://schemas.microsoft.com/office/drawing/2014/main" id="{31A7BAD5-2B33-4112-9FA6-696BB03F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99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6" name="data_1015">
            <a:extLst xmlns:a="http://schemas.openxmlformats.org/drawingml/2006/main">
              <a:ext uri="{FF2B5EF4-FFF2-40B4-BE49-F238E27FC236}">
                <a16:creationId xmlns:a16="http://schemas.microsoft.com/office/drawing/2014/main" id="{6AC26602-AFEC-4416-8868-D0F7E977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365" y="286245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7" name="data_1016">
            <a:extLst xmlns:a="http://schemas.openxmlformats.org/drawingml/2006/main">
              <a:ext uri="{FF2B5EF4-FFF2-40B4-BE49-F238E27FC236}">
                <a16:creationId xmlns:a16="http://schemas.microsoft.com/office/drawing/2014/main" id="{EDFF5000-E4A0-41FC-952B-AE09CDC4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6149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8" name="data_1017">
            <a:extLst xmlns:a="http://schemas.openxmlformats.org/drawingml/2006/main">
              <a:ext uri="{FF2B5EF4-FFF2-40B4-BE49-F238E27FC236}">
                <a16:creationId xmlns:a16="http://schemas.microsoft.com/office/drawing/2014/main" id="{77CB5511-6D53-4FD2-89D2-0E0247E6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6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9" name="data_1018">
            <a:extLst xmlns:a="http://schemas.openxmlformats.org/drawingml/2006/main">
              <a:ext uri="{FF2B5EF4-FFF2-40B4-BE49-F238E27FC236}">
                <a16:creationId xmlns:a16="http://schemas.microsoft.com/office/drawing/2014/main" id="{43A06025-CC2B-4AA4-88D6-A7394778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1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0" name="data_1019">
            <a:extLst xmlns:a="http://schemas.openxmlformats.org/drawingml/2006/main">
              <a:ext uri="{FF2B5EF4-FFF2-40B4-BE49-F238E27FC236}">
                <a16:creationId xmlns:a16="http://schemas.microsoft.com/office/drawing/2014/main" id="{F912A4B3-E984-4C3A-9AE7-06DF82A3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03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1" name="data_1020">
            <a:extLst xmlns:a="http://schemas.openxmlformats.org/drawingml/2006/main">
              <a:ext uri="{FF2B5EF4-FFF2-40B4-BE49-F238E27FC236}">
                <a16:creationId xmlns:a16="http://schemas.microsoft.com/office/drawing/2014/main" id="{64E021F6-D8B9-4325-B9A0-1C4CCF0B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130" y="2592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2" name="data_1021">
            <a:extLst xmlns:a="http://schemas.openxmlformats.org/drawingml/2006/main">
              <a:ext uri="{FF2B5EF4-FFF2-40B4-BE49-F238E27FC236}">
                <a16:creationId xmlns:a16="http://schemas.microsoft.com/office/drawing/2014/main" id="{7D2A9C60-481D-4F4E-A0DC-369B41C0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2833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3" name="data_1022">
            <a:extLst xmlns:a="http://schemas.openxmlformats.org/drawingml/2006/main">
              <a:ext uri="{FF2B5EF4-FFF2-40B4-BE49-F238E27FC236}">
                <a16:creationId xmlns:a16="http://schemas.microsoft.com/office/drawing/2014/main" id="{10A47860-03B6-4D9C-8B4A-24E2116F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7008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4" name="data_1023">
            <a:extLst xmlns:a="http://schemas.openxmlformats.org/drawingml/2006/main">
              <a:ext uri="{FF2B5EF4-FFF2-40B4-BE49-F238E27FC236}">
                <a16:creationId xmlns:a16="http://schemas.microsoft.com/office/drawing/2014/main" id="{A343BF5C-C43A-42B0-930A-91BB7CC1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5663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5" name="data_1024">
            <a:extLst xmlns:a="http://schemas.openxmlformats.org/drawingml/2006/main">
              <a:ext uri="{FF2B5EF4-FFF2-40B4-BE49-F238E27FC236}">
                <a16:creationId xmlns:a16="http://schemas.microsoft.com/office/drawing/2014/main" id="{A2EF17D2-0FB4-41F4-A27A-AF76F608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0439" y="20812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6" name="data_1025">
            <a:extLst xmlns:a="http://schemas.openxmlformats.org/drawingml/2006/main">
              <a:ext uri="{FF2B5EF4-FFF2-40B4-BE49-F238E27FC236}">
                <a16:creationId xmlns:a16="http://schemas.microsoft.com/office/drawing/2014/main" id="{0F31983B-C2B7-4273-A66A-DBF86FA6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6612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7" name="data_1026">
            <a:extLst xmlns:a="http://schemas.openxmlformats.org/drawingml/2006/main">
              <a:ext uri="{FF2B5EF4-FFF2-40B4-BE49-F238E27FC236}">
                <a16:creationId xmlns:a16="http://schemas.microsoft.com/office/drawing/2014/main" id="{CF617486-399B-4F50-AF7E-8CFD36CD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34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8" name="data_1027">
            <a:extLst xmlns:a="http://schemas.openxmlformats.org/drawingml/2006/main">
              <a:ext uri="{FF2B5EF4-FFF2-40B4-BE49-F238E27FC236}">
                <a16:creationId xmlns:a16="http://schemas.microsoft.com/office/drawing/2014/main" id="{4C0CDFEA-0C25-4F97-B384-B2A97B84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8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9" name="data_1028">
            <a:extLst xmlns:a="http://schemas.openxmlformats.org/drawingml/2006/main">
              <a:ext uri="{FF2B5EF4-FFF2-40B4-BE49-F238E27FC236}">
                <a16:creationId xmlns:a16="http://schemas.microsoft.com/office/drawing/2014/main" id="{2D8A7E8F-BC3E-4274-8444-C4206562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041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0" name="data_1029">
            <a:extLst xmlns:a="http://schemas.openxmlformats.org/drawingml/2006/main">
              <a:ext uri="{FF2B5EF4-FFF2-40B4-BE49-F238E27FC236}">
                <a16:creationId xmlns:a16="http://schemas.microsoft.com/office/drawing/2014/main" id="{FB4386B8-8814-49DB-B7B2-33CD23D9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9166" y="16530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1" name="data_1030">
            <a:extLst xmlns:a="http://schemas.openxmlformats.org/drawingml/2006/main">
              <a:ext uri="{FF2B5EF4-FFF2-40B4-BE49-F238E27FC236}">
                <a16:creationId xmlns:a16="http://schemas.microsoft.com/office/drawing/2014/main" id="{D85F4ABF-ED3F-4ED5-BF37-D0FED94C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708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2" name="data_1031">
            <a:extLst xmlns:a="http://schemas.openxmlformats.org/drawingml/2006/main">
              <a:ext uri="{FF2B5EF4-FFF2-40B4-BE49-F238E27FC236}">
                <a16:creationId xmlns:a16="http://schemas.microsoft.com/office/drawing/2014/main" id="{91650217-0259-48C0-836E-7F818746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188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3" name="data_1032">
            <a:extLst xmlns:a="http://schemas.openxmlformats.org/drawingml/2006/main">
              <a:ext uri="{FF2B5EF4-FFF2-40B4-BE49-F238E27FC236}">
                <a16:creationId xmlns:a16="http://schemas.microsoft.com/office/drawing/2014/main" id="{C9B5B1DD-65AE-4C45-980A-6C9B729C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545" y="23318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4" name="data_1033">
            <a:extLst xmlns:a="http://schemas.openxmlformats.org/drawingml/2006/main">
              <a:ext uri="{FF2B5EF4-FFF2-40B4-BE49-F238E27FC236}">
                <a16:creationId xmlns:a16="http://schemas.microsoft.com/office/drawing/2014/main" id="{D839DF8B-B239-4A8D-B58F-70FFF183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7084" y="20079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5" name="data_1034">
            <a:extLst xmlns:a="http://schemas.openxmlformats.org/drawingml/2006/main">
              <a:ext uri="{FF2B5EF4-FFF2-40B4-BE49-F238E27FC236}">
                <a16:creationId xmlns:a16="http://schemas.microsoft.com/office/drawing/2014/main" id="{65F8BAC5-CCEA-4106-B979-FBCFE3A5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585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6" name="data_1035">
            <a:extLst xmlns:a="http://schemas.openxmlformats.org/drawingml/2006/main">
              <a:ext uri="{FF2B5EF4-FFF2-40B4-BE49-F238E27FC236}">
                <a16:creationId xmlns:a16="http://schemas.microsoft.com/office/drawing/2014/main" id="{6612B781-303F-4E13-A334-82B8535D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15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7" name="data_1036">
            <a:extLst xmlns:a="http://schemas.openxmlformats.org/drawingml/2006/main">
              <a:ext uri="{FF2B5EF4-FFF2-40B4-BE49-F238E27FC236}">
                <a16:creationId xmlns:a16="http://schemas.microsoft.com/office/drawing/2014/main" id="{713DB065-CFA0-4CB2-B927-D104F3AF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5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8" name="data_1037">
            <a:extLst xmlns:a="http://schemas.openxmlformats.org/drawingml/2006/main">
              <a:ext uri="{FF2B5EF4-FFF2-40B4-BE49-F238E27FC236}">
                <a16:creationId xmlns:a16="http://schemas.microsoft.com/office/drawing/2014/main" id="{E3440484-0645-43F4-BD88-E2EF30D4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4239" y="19179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9" name="data_1038">
            <a:extLst xmlns:a="http://schemas.openxmlformats.org/drawingml/2006/main">
              <a:ext uri="{FF2B5EF4-FFF2-40B4-BE49-F238E27FC236}">
                <a16:creationId xmlns:a16="http://schemas.microsoft.com/office/drawing/2014/main" id="{92E7BBC9-FCC2-4E9B-BE84-CE6FB19E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082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0" name="data_1039">
            <a:extLst xmlns:a="http://schemas.openxmlformats.org/drawingml/2006/main">
              <a:ext uri="{FF2B5EF4-FFF2-40B4-BE49-F238E27FC236}">
                <a16:creationId xmlns:a16="http://schemas.microsoft.com/office/drawing/2014/main" id="{E109EDE3-5BA5-4058-95E8-BD1ED67E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791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1" name="data_1040">
            <a:extLst xmlns:a="http://schemas.openxmlformats.org/drawingml/2006/main">
              <a:ext uri="{FF2B5EF4-FFF2-40B4-BE49-F238E27FC236}">
                <a16:creationId xmlns:a16="http://schemas.microsoft.com/office/drawing/2014/main" id="{B97665FA-CDC3-47BB-9691-6C0EB384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52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2" name="data_1041">
            <a:extLst xmlns:a="http://schemas.openxmlformats.org/drawingml/2006/main">
              <a:ext uri="{FF2B5EF4-FFF2-40B4-BE49-F238E27FC236}">
                <a16:creationId xmlns:a16="http://schemas.microsoft.com/office/drawing/2014/main" id="{1CD95DFD-0EC6-4D48-8D30-6C5CF80D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597" y="20681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3" name="data_1042">
            <a:extLst xmlns:a="http://schemas.openxmlformats.org/drawingml/2006/main">
              <a:ext uri="{FF2B5EF4-FFF2-40B4-BE49-F238E27FC236}">
                <a16:creationId xmlns:a16="http://schemas.microsoft.com/office/drawing/2014/main" id="{BCAD428E-409F-4D7C-AFED-31FEA6FB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87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4" name="data_1043">
            <a:extLst xmlns:a="http://schemas.openxmlformats.org/drawingml/2006/main">
              <a:ext uri="{FF2B5EF4-FFF2-40B4-BE49-F238E27FC236}">
                <a16:creationId xmlns:a16="http://schemas.microsoft.com/office/drawing/2014/main" id="{51356EE8-1005-4234-8146-D4707615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6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5" name="data_1044">
            <a:extLst xmlns:a="http://schemas.openxmlformats.org/drawingml/2006/main">
              <a:ext uri="{FF2B5EF4-FFF2-40B4-BE49-F238E27FC236}">
                <a16:creationId xmlns:a16="http://schemas.microsoft.com/office/drawing/2014/main" id="{D0B066AB-BA93-47E5-9131-E787E31A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514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6" name="data_1045">
            <a:extLst xmlns:a="http://schemas.openxmlformats.org/drawingml/2006/main">
              <a:ext uri="{FF2B5EF4-FFF2-40B4-BE49-F238E27FC236}">
                <a16:creationId xmlns:a16="http://schemas.microsoft.com/office/drawing/2014/main" id="{300CEC05-D914-4548-90FC-9D7DFC35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9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7" name="data_1046">
            <a:extLst xmlns:a="http://schemas.openxmlformats.org/drawingml/2006/main">
              <a:ext uri="{FF2B5EF4-FFF2-40B4-BE49-F238E27FC236}">
                <a16:creationId xmlns:a16="http://schemas.microsoft.com/office/drawing/2014/main" id="{E418354A-EEB1-4076-93D2-9AA1C848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903" y="22490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8" name="data_1047">
            <a:extLst xmlns:a="http://schemas.openxmlformats.org/drawingml/2006/main">
              <a:ext uri="{FF2B5EF4-FFF2-40B4-BE49-F238E27FC236}">
                <a16:creationId xmlns:a16="http://schemas.microsoft.com/office/drawing/2014/main" id="{3D74765D-BF1D-4342-8728-BC2ACCC3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63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9" name="data_1048">
            <a:extLst xmlns:a="http://schemas.openxmlformats.org/drawingml/2006/main">
              <a:ext uri="{FF2B5EF4-FFF2-40B4-BE49-F238E27FC236}">
                <a16:creationId xmlns:a16="http://schemas.microsoft.com/office/drawing/2014/main" id="{B4039EF8-3ADC-42A0-BBA5-4123FF58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949" y="29840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0" name="data_1049">
            <a:extLst xmlns:a="http://schemas.openxmlformats.org/drawingml/2006/main">
              <a:ext uri="{FF2B5EF4-FFF2-40B4-BE49-F238E27FC236}">
                <a16:creationId xmlns:a16="http://schemas.microsoft.com/office/drawing/2014/main" id="{09C868A7-9F1F-4568-9896-608CE3F6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256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1" name="data_1050">
            <a:extLst xmlns:a="http://schemas.openxmlformats.org/drawingml/2006/main">
              <a:ext uri="{FF2B5EF4-FFF2-40B4-BE49-F238E27FC236}">
                <a16:creationId xmlns:a16="http://schemas.microsoft.com/office/drawing/2014/main" id="{9BFCBDA6-63C1-4393-A37F-53F587BA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44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2" name="data_1051">
            <a:extLst xmlns:a="http://schemas.openxmlformats.org/drawingml/2006/main">
              <a:ext uri="{FF2B5EF4-FFF2-40B4-BE49-F238E27FC236}">
                <a16:creationId xmlns:a16="http://schemas.microsoft.com/office/drawing/2014/main" id="{003DCBA3-31EE-45E4-BE23-F7DC5283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88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3" name="data_1052">
            <a:extLst xmlns:a="http://schemas.openxmlformats.org/drawingml/2006/main">
              <a:ext uri="{FF2B5EF4-FFF2-40B4-BE49-F238E27FC236}">
                <a16:creationId xmlns:a16="http://schemas.microsoft.com/office/drawing/2014/main" id="{A38741CB-C1DC-475D-BBDB-D250934E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03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4" name="data_1053">
            <a:extLst xmlns:a="http://schemas.openxmlformats.org/drawingml/2006/main">
              <a:ext uri="{FF2B5EF4-FFF2-40B4-BE49-F238E27FC236}">
                <a16:creationId xmlns:a16="http://schemas.microsoft.com/office/drawing/2014/main" id="{3D7D24A9-CAC6-4B7D-B14B-7AD9D71B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00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5" name="data_1054">
            <a:extLst xmlns:a="http://schemas.openxmlformats.org/drawingml/2006/main">
              <a:ext uri="{FF2B5EF4-FFF2-40B4-BE49-F238E27FC236}">
                <a16:creationId xmlns:a16="http://schemas.microsoft.com/office/drawing/2014/main" id="{59B85354-39EA-48E2-ABE6-AB083580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71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6" name="data_1055">
            <a:extLst xmlns:a="http://schemas.openxmlformats.org/drawingml/2006/main">
              <a:ext uri="{FF2B5EF4-FFF2-40B4-BE49-F238E27FC236}">
                <a16:creationId xmlns:a16="http://schemas.microsoft.com/office/drawing/2014/main" id="{117A9C4C-85B9-4E9A-B725-5C715BAC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59" y="3216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7" name="data_1056">
            <a:extLst xmlns:a="http://schemas.openxmlformats.org/drawingml/2006/main">
              <a:ext uri="{FF2B5EF4-FFF2-40B4-BE49-F238E27FC236}">
                <a16:creationId xmlns:a16="http://schemas.microsoft.com/office/drawing/2014/main" id="{C297FD41-3684-4410-9728-53D251EC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41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8" name="data_1057">
            <a:extLst xmlns:a="http://schemas.openxmlformats.org/drawingml/2006/main">
              <a:ext uri="{FF2B5EF4-FFF2-40B4-BE49-F238E27FC236}">
                <a16:creationId xmlns:a16="http://schemas.microsoft.com/office/drawing/2014/main" id="{998F6A31-F961-46F2-8C8F-583E6D94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9" name="data_1058">
            <a:extLst xmlns:a="http://schemas.openxmlformats.org/drawingml/2006/main">
              <a:ext uri="{FF2B5EF4-FFF2-40B4-BE49-F238E27FC236}">
                <a16:creationId xmlns:a16="http://schemas.microsoft.com/office/drawing/2014/main" id="{63DE14B4-9221-4ECC-9395-F9B2BEC0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646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0" name="data_1059">
            <a:extLst xmlns:a="http://schemas.openxmlformats.org/drawingml/2006/main">
              <a:ext uri="{FF2B5EF4-FFF2-40B4-BE49-F238E27FC236}">
                <a16:creationId xmlns:a16="http://schemas.microsoft.com/office/drawing/2014/main" id="{20C50BE1-09D2-4E43-92DE-703D13A7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005" y="25735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1" name="data_1060">
            <a:extLst xmlns:a="http://schemas.openxmlformats.org/drawingml/2006/main">
              <a:ext uri="{FF2B5EF4-FFF2-40B4-BE49-F238E27FC236}">
                <a16:creationId xmlns:a16="http://schemas.microsoft.com/office/drawing/2014/main" id="{5AE17F88-0497-4C2C-B4CF-CAC8C42B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24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2" name="data_1061">
            <a:extLst xmlns:a="http://schemas.openxmlformats.org/drawingml/2006/main">
              <a:ext uri="{FF2B5EF4-FFF2-40B4-BE49-F238E27FC236}">
                <a16:creationId xmlns:a16="http://schemas.microsoft.com/office/drawing/2014/main" id="{5DF92805-74CB-49AC-86E5-CA5E5DA6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0416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3" name="data_1062">
            <a:extLst xmlns:a="http://schemas.openxmlformats.org/drawingml/2006/main">
              <a:ext uri="{FF2B5EF4-FFF2-40B4-BE49-F238E27FC236}">
                <a16:creationId xmlns:a16="http://schemas.microsoft.com/office/drawing/2014/main" id="{92C1F0BE-9714-4D73-8CCE-7E2E170E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980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4" name="data_1063">
            <a:extLst xmlns:a="http://schemas.openxmlformats.org/drawingml/2006/main">
              <a:ext uri="{FF2B5EF4-FFF2-40B4-BE49-F238E27FC236}">
                <a16:creationId xmlns:a16="http://schemas.microsoft.com/office/drawing/2014/main" id="{377AF52B-0DD5-4300-968E-2C06BBF4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364" y="3314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5" name="data_1064">
            <a:extLst xmlns:a="http://schemas.openxmlformats.org/drawingml/2006/main">
              <a:ext uri="{FF2B5EF4-FFF2-40B4-BE49-F238E27FC236}">
                <a16:creationId xmlns:a16="http://schemas.microsoft.com/office/drawing/2014/main" id="{2DC56ADC-E1FD-48EC-8AAD-16DAAA76F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996" y="22273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6" name="data_1065">
            <a:extLst xmlns:a="http://schemas.openxmlformats.org/drawingml/2006/main">
              <a:ext uri="{FF2B5EF4-FFF2-40B4-BE49-F238E27FC236}">
                <a16:creationId xmlns:a16="http://schemas.microsoft.com/office/drawing/2014/main" id="{963455A5-0086-4437-BAAB-D1DCA27D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32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7" name="data_1066">
            <a:extLst xmlns:a="http://schemas.openxmlformats.org/drawingml/2006/main">
              <a:ext uri="{FF2B5EF4-FFF2-40B4-BE49-F238E27FC236}">
                <a16:creationId xmlns:a16="http://schemas.microsoft.com/office/drawing/2014/main" id="{B5196923-6A70-4EF3-B157-6164F7CB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865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8" name="data_1067">
            <a:extLst xmlns:a="http://schemas.openxmlformats.org/drawingml/2006/main">
              <a:ext uri="{FF2B5EF4-FFF2-40B4-BE49-F238E27FC236}">
                <a16:creationId xmlns:a16="http://schemas.microsoft.com/office/drawing/2014/main" id="{4C15F2D2-C3B1-4457-8220-7A7BDD62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7516" y="28440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9" name="data_1068">
            <a:extLst xmlns:a="http://schemas.openxmlformats.org/drawingml/2006/main">
              <a:ext uri="{FF2B5EF4-FFF2-40B4-BE49-F238E27FC236}">
                <a16:creationId xmlns:a16="http://schemas.microsoft.com/office/drawing/2014/main" id="{1131C9BB-9542-4894-84A2-0A10F8ED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763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0" name="data_1069">
            <a:extLst xmlns:a="http://schemas.openxmlformats.org/drawingml/2006/main">
              <a:ext uri="{FF2B5EF4-FFF2-40B4-BE49-F238E27FC236}">
                <a16:creationId xmlns:a16="http://schemas.microsoft.com/office/drawing/2014/main" id="{11FF3545-5631-4E3E-80A2-F95E670E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248" y="27415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1" name="data_1070">
            <a:extLst xmlns:a="http://schemas.openxmlformats.org/drawingml/2006/main">
              <a:ext uri="{FF2B5EF4-FFF2-40B4-BE49-F238E27FC236}">
                <a16:creationId xmlns:a16="http://schemas.microsoft.com/office/drawing/2014/main" id="{9003AA77-FE60-4FC0-B49F-D68C7C42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746" y="2760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2" name="data_1071">
            <a:extLst xmlns:a="http://schemas.openxmlformats.org/drawingml/2006/main">
              <a:ext uri="{FF2B5EF4-FFF2-40B4-BE49-F238E27FC236}">
                <a16:creationId xmlns:a16="http://schemas.microsoft.com/office/drawing/2014/main" id="{F08F9C14-6EBE-4E93-BF7E-AFF1E8AC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8257" y="22780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3" name="data_1072">
            <a:extLst xmlns:a="http://schemas.openxmlformats.org/drawingml/2006/main">
              <a:ext uri="{FF2B5EF4-FFF2-40B4-BE49-F238E27FC236}">
                <a16:creationId xmlns:a16="http://schemas.microsoft.com/office/drawing/2014/main" id="{ED2AE442-CB38-41A5-8FE4-E3999C4A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14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4" name="data_1073">
            <a:extLst xmlns:a="http://schemas.openxmlformats.org/drawingml/2006/main">
              <a:ext uri="{FF2B5EF4-FFF2-40B4-BE49-F238E27FC236}">
                <a16:creationId xmlns:a16="http://schemas.microsoft.com/office/drawing/2014/main" id="{41513965-558D-44D5-AC79-ED042D1E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962" y="1483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5" name="data_1074">
            <a:extLst xmlns:a="http://schemas.openxmlformats.org/drawingml/2006/main">
              <a:ext uri="{FF2B5EF4-FFF2-40B4-BE49-F238E27FC236}">
                <a16:creationId xmlns:a16="http://schemas.microsoft.com/office/drawing/2014/main" id="{555D8878-A750-4F6E-9668-998CF6F6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87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6" name="data_1075">
            <a:extLst xmlns:a="http://schemas.openxmlformats.org/drawingml/2006/main">
              <a:ext uri="{FF2B5EF4-FFF2-40B4-BE49-F238E27FC236}">
                <a16:creationId xmlns:a16="http://schemas.microsoft.com/office/drawing/2014/main" id="{609F40DB-A24E-4370-83AC-59311972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85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7" name="data_1076">
            <a:extLst xmlns:a="http://schemas.openxmlformats.org/drawingml/2006/main">
              <a:ext uri="{FF2B5EF4-FFF2-40B4-BE49-F238E27FC236}">
                <a16:creationId xmlns:a16="http://schemas.microsoft.com/office/drawing/2014/main" id="{22E9813B-8D23-4834-9464-958587D9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28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8" name="data_1077">
            <a:extLst xmlns:a="http://schemas.openxmlformats.org/drawingml/2006/main">
              <a:ext uri="{FF2B5EF4-FFF2-40B4-BE49-F238E27FC236}">
                <a16:creationId xmlns:a16="http://schemas.microsoft.com/office/drawing/2014/main" id="{0D6B151E-1072-4DA4-9B5C-602851D5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7868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9" name="data_1078">
            <a:extLst xmlns:a="http://schemas.openxmlformats.org/drawingml/2006/main">
              <a:ext uri="{FF2B5EF4-FFF2-40B4-BE49-F238E27FC236}">
                <a16:creationId xmlns:a16="http://schemas.microsoft.com/office/drawing/2014/main" id="{9EF7A6E5-69B6-453B-8E2D-3790E8E7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7818" y="19279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0" name="data_1079">
            <a:extLst xmlns:a="http://schemas.openxmlformats.org/drawingml/2006/main">
              <a:ext uri="{FF2B5EF4-FFF2-40B4-BE49-F238E27FC236}">
                <a16:creationId xmlns:a16="http://schemas.microsoft.com/office/drawing/2014/main" id="{0DD5125A-34B3-436E-B7F8-FED7BF74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480" y="29771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1" name="data_1080">
            <a:extLst xmlns:a="http://schemas.openxmlformats.org/drawingml/2006/main">
              <a:ext uri="{FF2B5EF4-FFF2-40B4-BE49-F238E27FC236}">
                <a16:creationId xmlns:a16="http://schemas.microsoft.com/office/drawing/2014/main" id="{D0DE1DA4-E990-4112-9923-EDE6A4E5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7992" y="21512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2" name="data_1081">
            <a:extLst xmlns:a="http://schemas.openxmlformats.org/drawingml/2006/main">
              <a:ext uri="{FF2B5EF4-FFF2-40B4-BE49-F238E27FC236}">
                <a16:creationId xmlns:a16="http://schemas.microsoft.com/office/drawing/2014/main" id="{6ACFC2CB-AAF4-4881-A0DD-8E331282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36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3" name="data_1082">
            <a:extLst xmlns:a="http://schemas.openxmlformats.org/drawingml/2006/main">
              <a:ext uri="{FF2B5EF4-FFF2-40B4-BE49-F238E27FC236}">
                <a16:creationId xmlns:a16="http://schemas.microsoft.com/office/drawing/2014/main" id="{7AC370BF-172A-45CE-A52F-B0ABC3DE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85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4" name="data_1083">
            <a:extLst xmlns:a="http://schemas.openxmlformats.org/drawingml/2006/main">
              <a:ext uri="{FF2B5EF4-FFF2-40B4-BE49-F238E27FC236}">
                <a16:creationId xmlns:a16="http://schemas.microsoft.com/office/drawing/2014/main" id="{0F6BB8A1-E9B1-4316-A941-179729B8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25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5" name="data_1084">
            <a:extLst xmlns:a="http://schemas.openxmlformats.org/drawingml/2006/main">
              <a:ext uri="{FF2B5EF4-FFF2-40B4-BE49-F238E27FC236}">
                <a16:creationId xmlns:a16="http://schemas.microsoft.com/office/drawing/2014/main" id="{B708308C-BE33-4D88-ADE1-92F8FF7D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550" y="28853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6" name="data_1085">
            <a:extLst xmlns:a="http://schemas.openxmlformats.org/drawingml/2006/main">
              <a:ext uri="{FF2B5EF4-FFF2-40B4-BE49-F238E27FC236}">
                <a16:creationId xmlns:a16="http://schemas.microsoft.com/office/drawing/2014/main" id="{86190735-9409-4E14-84B3-D2E42AAC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899" y="22273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7" name="data_1086">
            <a:extLst xmlns:a="http://schemas.openxmlformats.org/drawingml/2006/main">
              <a:ext uri="{FF2B5EF4-FFF2-40B4-BE49-F238E27FC236}">
                <a16:creationId xmlns:a16="http://schemas.microsoft.com/office/drawing/2014/main" id="{8B8CCFBD-8F93-46BC-877B-DEE0C4D7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62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8" name="data_1087">
            <a:extLst xmlns:a="http://schemas.openxmlformats.org/drawingml/2006/main">
              <a:ext uri="{FF2B5EF4-FFF2-40B4-BE49-F238E27FC236}">
                <a16:creationId xmlns:a16="http://schemas.microsoft.com/office/drawing/2014/main" id="{A58EFA49-9B26-4A20-B6EB-B09AC0DD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85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9" name="data_1088">
            <a:extLst xmlns:a="http://schemas.openxmlformats.org/drawingml/2006/main">
              <a:ext uri="{FF2B5EF4-FFF2-40B4-BE49-F238E27FC236}">
                <a16:creationId xmlns:a16="http://schemas.microsoft.com/office/drawing/2014/main" id="{43D7C350-6F4C-492E-A48B-5F5039DA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93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0" name="data_1089">
            <a:extLst xmlns:a="http://schemas.openxmlformats.org/drawingml/2006/main">
              <a:ext uri="{FF2B5EF4-FFF2-40B4-BE49-F238E27FC236}">
                <a16:creationId xmlns:a16="http://schemas.microsoft.com/office/drawing/2014/main" id="{4A8FDD13-0311-4E33-B6C8-3A3D5F9E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10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1" name="data_1090">
            <a:extLst xmlns:a="http://schemas.openxmlformats.org/drawingml/2006/main">
              <a:ext uri="{FF2B5EF4-FFF2-40B4-BE49-F238E27FC236}">
                <a16:creationId xmlns:a16="http://schemas.microsoft.com/office/drawing/2014/main" id="{D23685C8-2AA5-4F8C-B81C-F62963D2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482" y="2551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2" name="data_1091">
            <a:extLst xmlns:a="http://schemas.openxmlformats.org/drawingml/2006/main">
              <a:ext uri="{FF2B5EF4-FFF2-40B4-BE49-F238E27FC236}">
                <a16:creationId xmlns:a16="http://schemas.microsoft.com/office/drawing/2014/main" id="{48877A99-5AC9-4A8B-84D3-944133A3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950" y="22575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3" name="data_1092">
            <a:extLst xmlns:a="http://schemas.openxmlformats.org/drawingml/2006/main">
              <a:ext uri="{FF2B5EF4-FFF2-40B4-BE49-F238E27FC236}">
                <a16:creationId xmlns:a16="http://schemas.microsoft.com/office/drawing/2014/main" id="{DD011756-A05C-4D08-90B9-44A4A925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8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4" name="data_1093">
            <a:extLst xmlns:a="http://schemas.openxmlformats.org/drawingml/2006/main">
              <a:ext uri="{FF2B5EF4-FFF2-40B4-BE49-F238E27FC236}">
                <a16:creationId xmlns:a16="http://schemas.microsoft.com/office/drawing/2014/main" id="{D7BFD720-F41B-4DEA-9D76-1108DCA9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597" y="20183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5" name="data_1094">
            <a:extLst xmlns:a="http://schemas.openxmlformats.org/drawingml/2006/main">
              <a:ext uri="{FF2B5EF4-FFF2-40B4-BE49-F238E27FC236}">
                <a16:creationId xmlns:a16="http://schemas.microsoft.com/office/drawing/2014/main" id="{E0A0EABF-A964-47BD-B89A-37E93094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808" y="21960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6" name="data_1095">
            <a:extLst xmlns:a="http://schemas.openxmlformats.org/drawingml/2006/main">
              <a:ext uri="{FF2B5EF4-FFF2-40B4-BE49-F238E27FC236}">
                <a16:creationId xmlns:a16="http://schemas.microsoft.com/office/drawing/2014/main" id="{40760878-C9E5-4470-BEAC-407CC13F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587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7" name="data_1096">
            <a:extLst xmlns:a="http://schemas.openxmlformats.org/drawingml/2006/main">
              <a:ext uri="{FF2B5EF4-FFF2-40B4-BE49-F238E27FC236}">
                <a16:creationId xmlns:a16="http://schemas.microsoft.com/office/drawing/2014/main" id="{C7B635E8-454B-406B-894D-74FC9D12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693" y="2923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8" name="data_1097">
            <a:extLst xmlns:a="http://schemas.openxmlformats.org/drawingml/2006/main">
              <a:ext uri="{FF2B5EF4-FFF2-40B4-BE49-F238E27FC236}">
                <a16:creationId xmlns:a16="http://schemas.microsoft.com/office/drawing/2014/main" id="{A925BFF4-0C13-40D8-823F-02C56372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38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9" name="data_1098">
            <a:extLst xmlns:a="http://schemas.openxmlformats.org/drawingml/2006/main">
              <a:ext uri="{FF2B5EF4-FFF2-40B4-BE49-F238E27FC236}">
                <a16:creationId xmlns:a16="http://schemas.microsoft.com/office/drawing/2014/main" id="{71E0EE38-8816-4378-BF05-49E4980B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113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0" name="data_1099">
            <a:extLst xmlns:a="http://schemas.openxmlformats.org/drawingml/2006/main">
              <a:ext uri="{FF2B5EF4-FFF2-40B4-BE49-F238E27FC236}">
                <a16:creationId xmlns:a16="http://schemas.microsoft.com/office/drawing/2014/main" id="{481FE01A-EEB7-4454-9391-F2CE33C2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527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1" name="data_1100">
            <a:extLst xmlns:a="http://schemas.openxmlformats.org/drawingml/2006/main">
              <a:ext uri="{FF2B5EF4-FFF2-40B4-BE49-F238E27FC236}">
                <a16:creationId xmlns:a16="http://schemas.microsoft.com/office/drawing/2014/main" id="{EAAEDD73-212D-4322-961F-8E3AF823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2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2" name="data_1101">
            <a:extLst xmlns:a="http://schemas.openxmlformats.org/drawingml/2006/main">
              <a:ext uri="{FF2B5EF4-FFF2-40B4-BE49-F238E27FC236}">
                <a16:creationId xmlns:a16="http://schemas.microsoft.com/office/drawing/2014/main" id="{DA6A9ED8-CBF5-475C-9707-73F60492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480" y="28527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3" name="data_1102">
            <a:extLst xmlns:a="http://schemas.openxmlformats.org/drawingml/2006/main">
              <a:ext uri="{FF2B5EF4-FFF2-40B4-BE49-F238E27FC236}">
                <a16:creationId xmlns:a16="http://schemas.microsoft.com/office/drawing/2014/main" id="{31D5AB97-D749-4945-847E-89E9F60C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4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4" name="data_1103">
            <a:extLst xmlns:a="http://schemas.openxmlformats.org/drawingml/2006/main">
              <a:ext uri="{FF2B5EF4-FFF2-40B4-BE49-F238E27FC236}">
                <a16:creationId xmlns:a16="http://schemas.microsoft.com/office/drawing/2014/main" id="{11B02F39-63B5-4256-B3DF-9E61D0AE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7976" y="31002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5" name="data_1104">
            <a:extLst xmlns:a="http://schemas.openxmlformats.org/drawingml/2006/main">
              <a:ext uri="{FF2B5EF4-FFF2-40B4-BE49-F238E27FC236}">
                <a16:creationId xmlns:a16="http://schemas.microsoft.com/office/drawing/2014/main" id="{EACF9465-5D10-4CCF-ABDE-0910846E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1348740"/>
            <a:ext cx="191" cy="1992941"/>
          </a:xfrm>
          <a:custGeom xmlns:a="http://schemas.openxmlformats.org/drawingml/2006/main"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 xmlns:a="http://schemas.openxmlformats.org/drawingml/2006/main">
              <a:ext uri="{FF2B5EF4-FFF2-40B4-BE49-F238E27FC236}">
                <a16:creationId xmlns:a16="http://schemas.microsoft.com/office/drawing/2014/main" id="{DD13B02B-F17C-4EED-A266-0302098F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 xmlns:a="http://schemas.openxmlformats.org/drawingml/2006/main">
              <a:ext uri="{FF2B5EF4-FFF2-40B4-BE49-F238E27FC236}">
                <a16:creationId xmlns:a16="http://schemas.microsoft.com/office/drawing/2014/main" id="{A591851C-B61B-4690-B7E6-F23E66FF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040" y="1037862"/>
            <a:ext cx="95699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 xmlns:a="http://schemas.openxmlformats.org/drawingml/2006/main">
              <a:ext uri="{FF2B5EF4-FFF2-40B4-BE49-F238E27FC236}">
                <a16:creationId xmlns:a16="http://schemas.microsoft.com/office/drawing/2014/main" id="{8FA85D10-B0AD-4E65-9BF3-9F6E893B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17015" y="1060254"/>
            <a:ext cx="6153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 xmlns:a="http://schemas.openxmlformats.org/drawingml/2006/main">
              <a:ext uri="{FF2B5EF4-FFF2-40B4-BE49-F238E27FC236}">
                <a16:creationId xmlns:a16="http://schemas.microsoft.com/office/drawing/2014/main" id="{EC11B8C1-6221-463E-A67F-FE21DA67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5777" y="3215296"/>
            <a:ext cx="191" cy="61453"/>
          </a:xfrm>
          <a:custGeom xmlns:a="http://schemas.openxmlformats.org/drawingml/2006/main">
            <a:pathLst>
              <a:path w="191" h="61453">
                <a:moveTo>
                  <a:pt x="0" y="6145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 xmlns:a="http://schemas.openxmlformats.org/drawingml/2006/main">
              <a:ext uri="{FF2B5EF4-FFF2-40B4-BE49-F238E27FC236}">
                <a16:creationId xmlns:a16="http://schemas.microsoft.com/office/drawing/2014/main" id="{15C86117-1A81-4DCC-B5A3-CE0A4A96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222" y="327674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 xmlns:a="http://schemas.openxmlformats.org/drawingml/2006/main">
              <a:ext uri="{FF2B5EF4-FFF2-40B4-BE49-F238E27FC236}">
                <a16:creationId xmlns:a16="http://schemas.microsoft.com/office/drawing/2014/main" id="{5024ABEA-7C12-4349-B069-28A3153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222" y="321529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 xmlns:a="http://schemas.openxmlformats.org/drawingml/2006/main">
              <a:ext uri="{FF2B5EF4-FFF2-40B4-BE49-F238E27FC236}">
                <a16:creationId xmlns:a16="http://schemas.microsoft.com/office/drawing/2014/main" id="{9C66F1CF-6D8D-4649-8EEB-8BAC60A6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403" y="2368339"/>
            <a:ext cx="191" cy="155676"/>
          </a:xfrm>
          <a:custGeom xmlns:a="http://schemas.openxmlformats.org/drawingml/2006/main">
            <a:pathLst>
              <a:path w="191" h="155676">
                <a:moveTo>
                  <a:pt x="0" y="15567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 xmlns:a="http://schemas.openxmlformats.org/drawingml/2006/main">
              <a:ext uri="{FF2B5EF4-FFF2-40B4-BE49-F238E27FC236}">
                <a16:creationId xmlns:a16="http://schemas.microsoft.com/office/drawing/2014/main" id="{D74F1455-C4A3-49E4-A92E-F82FEB8E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9848" y="2524015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 xmlns:a="http://schemas.openxmlformats.org/drawingml/2006/main">
              <a:ext uri="{FF2B5EF4-FFF2-40B4-BE49-F238E27FC236}">
                <a16:creationId xmlns:a16="http://schemas.microsoft.com/office/drawing/2014/main" id="{C80AB1C5-7890-4EBF-96F3-07C9D5FC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9848" y="236833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 xmlns:a="http://schemas.openxmlformats.org/drawingml/2006/main">
              <a:ext uri="{FF2B5EF4-FFF2-40B4-BE49-F238E27FC236}">
                <a16:creationId xmlns:a16="http://schemas.microsoft.com/office/drawing/2014/main" id="{9D54A24E-47A2-455A-8618-B65C0577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029" y="2169436"/>
            <a:ext cx="191" cy="148033"/>
          </a:xfrm>
          <a:custGeom xmlns:a="http://schemas.openxmlformats.org/drawingml/2006/main">
            <a:pathLst>
              <a:path w="191" h="148033">
                <a:moveTo>
                  <a:pt x="0" y="14803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 xmlns:a="http://schemas.openxmlformats.org/drawingml/2006/main">
              <a:ext uri="{FF2B5EF4-FFF2-40B4-BE49-F238E27FC236}">
                <a16:creationId xmlns:a16="http://schemas.microsoft.com/office/drawing/2014/main" id="{EB71094C-6686-4D39-AAEA-C2F2848E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474" y="231746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 xmlns:a="http://schemas.openxmlformats.org/drawingml/2006/main">
              <a:ext uri="{FF2B5EF4-FFF2-40B4-BE49-F238E27FC236}">
                <a16:creationId xmlns:a16="http://schemas.microsoft.com/office/drawing/2014/main" id="{5467F294-976D-4E1E-8CBC-1C66ABAE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474" y="216943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 xmlns:a="http://schemas.openxmlformats.org/drawingml/2006/main">
              <a:ext uri="{FF2B5EF4-FFF2-40B4-BE49-F238E27FC236}">
                <a16:creationId xmlns:a16="http://schemas.microsoft.com/office/drawing/2014/main" id="{C87DEBC7-30B3-493A-AA00-601AA7E9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2553" y="2770436"/>
            <a:ext cx="191" cy="178760"/>
          </a:xfrm>
          <a:custGeom xmlns:a="http://schemas.openxmlformats.org/drawingml/2006/main">
            <a:pathLst>
              <a:path w="191" h="178760">
                <a:moveTo>
                  <a:pt x="0" y="1787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 xmlns:a="http://schemas.openxmlformats.org/drawingml/2006/main">
              <a:ext uri="{FF2B5EF4-FFF2-40B4-BE49-F238E27FC236}">
                <a16:creationId xmlns:a16="http://schemas.microsoft.com/office/drawing/2014/main" id="{B88773E6-8F1C-40F7-A8D2-E867806C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998" y="294919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 xmlns:a="http://schemas.openxmlformats.org/drawingml/2006/main">
              <a:ext uri="{FF2B5EF4-FFF2-40B4-BE49-F238E27FC236}">
                <a16:creationId xmlns:a16="http://schemas.microsoft.com/office/drawing/2014/main" id="{DBEA3235-87F8-4E2F-8EA0-B6C12F8E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998" y="277043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 xmlns:a="http://schemas.openxmlformats.org/drawingml/2006/main">
              <a:ext uri="{FF2B5EF4-FFF2-40B4-BE49-F238E27FC236}">
                <a16:creationId xmlns:a16="http://schemas.microsoft.com/office/drawing/2014/main" id="{656933C2-8A69-498D-A7E7-F167BA76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179" y="2234230"/>
            <a:ext cx="191" cy="182414"/>
          </a:xfrm>
          <a:custGeom xmlns:a="http://schemas.openxmlformats.org/drawingml/2006/main">
            <a:pathLst>
              <a:path w="191" h="182414">
                <a:moveTo>
                  <a:pt x="0" y="18241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 xmlns:a="http://schemas.openxmlformats.org/drawingml/2006/main">
              <a:ext uri="{FF2B5EF4-FFF2-40B4-BE49-F238E27FC236}">
                <a16:creationId xmlns:a16="http://schemas.microsoft.com/office/drawing/2014/main" id="{29EDC9CC-8B50-4906-8F92-CDD7E440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624" y="2416644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 xmlns:a="http://schemas.openxmlformats.org/drawingml/2006/main">
              <a:ext uri="{FF2B5EF4-FFF2-40B4-BE49-F238E27FC236}">
                <a16:creationId xmlns:a16="http://schemas.microsoft.com/office/drawing/2014/main" id="{97AEDA86-FB88-40F0-B722-98392C06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624" y="2234230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 xmlns:a="http://schemas.openxmlformats.org/drawingml/2006/main">
              <a:ext uri="{FF2B5EF4-FFF2-40B4-BE49-F238E27FC236}">
                <a16:creationId xmlns:a16="http://schemas.microsoft.com/office/drawing/2014/main" id="{8BC691FF-5A1E-479D-9D55-8B811EF0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805" y="2006834"/>
            <a:ext cx="191" cy="178538"/>
          </a:xfrm>
          <a:custGeom xmlns:a="http://schemas.openxmlformats.org/drawingml/2006/main">
            <a:pathLst>
              <a:path w="191" h="178538">
                <a:moveTo>
                  <a:pt x="0" y="17853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 xmlns:a="http://schemas.openxmlformats.org/drawingml/2006/main">
              <a:ext uri="{FF2B5EF4-FFF2-40B4-BE49-F238E27FC236}">
                <a16:creationId xmlns:a16="http://schemas.microsoft.com/office/drawing/2014/main" id="{75A252B9-A06F-4B5B-B15E-EF8200A5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50" y="2185372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 xmlns:a="http://schemas.openxmlformats.org/drawingml/2006/main">
              <a:ext uri="{FF2B5EF4-FFF2-40B4-BE49-F238E27FC236}">
                <a16:creationId xmlns:a16="http://schemas.microsoft.com/office/drawing/2014/main" id="{37F40DBD-8B06-49F0-9F8F-D2274B54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50" y="2006834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 xmlns:a="http://schemas.openxmlformats.org/drawingml/2006/main">
              <a:ext uri="{FF2B5EF4-FFF2-40B4-BE49-F238E27FC236}">
                <a16:creationId xmlns:a16="http://schemas.microsoft.com/office/drawing/2014/main" id="{B1605757-D2A9-4316-A1BC-290D8C58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951" y="3247946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 xmlns:a="http://schemas.openxmlformats.org/drawingml/2006/main">
              <a:ext uri="{FF2B5EF4-FFF2-40B4-BE49-F238E27FC236}">
                <a16:creationId xmlns:a16="http://schemas.microsoft.com/office/drawing/2014/main" id="{EFB601B5-1794-4312-8349-70DB6063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1577" y="2445089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 xmlns:a="http://schemas.openxmlformats.org/drawingml/2006/main">
              <a:ext uri="{FF2B5EF4-FFF2-40B4-BE49-F238E27FC236}">
                <a16:creationId xmlns:a16="http://schemas.microsoft.com/office/drawing/2014/main" id="{F1E85F3A-F5FF-40A6-B15D-D5042E6C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203" y="2242746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 xmlns:a="http://schemas.openxmlformats.org/drawingml/2006/main">
              <a:ext uri="{FF2B5EF4-FFF2-40B4-BE49-F238E27FC236}">
                <a16:creationId xmlns:a16="http://schemas.microsoft.com/office/drawing/2014/main" id="{02A12DF5-6D7D-467C-9900-1B98F793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727" y="2861841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 xmlns:a="http://schemas.openxmlformats.org/drawingml/2006/main">
              <a:ext uri="{FF2B5EF4-FFF2-40B4-BE49-F238E27FC236}">
                <a16:creationId xmlns:a16="http://schemas.microsoft.com/office/drawing/2014/main" id="{EEB94A7E-74DB-459E-A259-ED38B44C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353" y="2324749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 xmlns:a="http://schemas.openxmlformats.org/drawingml/2006/main">
              <a:ext uri="{FF2B5EF4-FFF2-40B4-BE49-F238E27FC236}">
                <a16:creationId xmlns:a16="http://schemas.microsoft.com/office/drawing/2014/main" id="{4D479A29-EDC9-43C7-A1BB-D884D166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979" y="2094846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 xmlns:a="http://schemas.openxmlformats.org/drawingml/2006/main">
              <a:ext uri="{FF2B5EF4-FFF2-40B4-BE49-F238E27FC236}">
                <a16:creationId xmlns:a16="http://schemas.microsoft.com/office/drawing/2014/main" id="{3D8C3D40-2E8C-4E1A-8E53-E7C398F6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1348740"/>
            <a:ext cx="2913552" cy="1992941"/>
          </a:xfrm>
          <a:custGeom xmlns:a="http://schemas.openxmlformats.org/drawingml/2006/main"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4" name="data_1133">
            <a:extLst xmlns:a="http://schemas.openxmlformats.org/drawingml/2006/main">
              <a:ext uri="{FF2B5EF4-FFF2-40B4-BE49-F238E27FC236}">
                <a16:creationId xmlns:a16="http://schemas.microsoft.com/office/drawing/2014/main" id="{B74F6B6F-B9F3-4D7D-A576-056C39EE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460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 xmlns:a="http://schemas.openxmlformats.org/drawingml/2006/main">
              <a:ext uri="{FF2B5EF4-FFF2-40B4-BE49-F238E27FC236}">
                <a16:creationId xmlns:a16="http://schemas.microsoft.com/office/drawing/2014/main" id="{86106FAF-9FFF-40DD-8BE8-33EE7150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3945" y="3477297"/>
            <a:ext cx="735825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1136" name="data_1135">
            <a:extLst xmlns:a="http://schemas.openxmlformats.org/drawingml/2006/main">
              <a:ext uri="{FF2B5EF4-FFF2-40B4-BE49-F238E27FC236}">
                <a16:creationId xmlns:a16="http://schemas.microsoft.com/office/drawing/2014/main" id="{BD093F49-6229-4628-AFFD-7E51AA79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4236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 xmlns:a="http://schemas.openxmlformats.org/drawingml/2006/main">
              <a:ext uri="{FF2B5EF4-FFF2-40B4-BE49-F238E27FC236}">
                <a16:creationId xmlns:a16="http://schemas.microsoft.com/office/drawing/2014/main" id="{27D147B1-ED86-4492-94A6-C64AEF52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7035" y="3477297"/>
            <a:ext cx="7234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38" name="text_1137">
            <a:extLst xmlns:a="http://schemas.openxmlformats.org/drawingml/2006/main">
              <a:ext uri="{FF2B5EF4-FFF2-40B4-BE49-F238E27FC236}">
                <a16:creationId xmlns:a16="http://schemas.microsoft.com/office/drawing/2014/main" id="{23E88C3F-C79F-4FB5-8E42-E8FF6A8B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77381" y="3596051"/>
            <a:ext cx="74279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139" name="text_1138">
            <a:extLst xmlns:a="http://schemas.openxmlformats.org/drawingml/2006/main">
              <a:ext uri="{FF2B5EF4-FFF2-40B4-BE49-F238E27FC236}">
                <a16:creationId xmlns:a16="http://schemas.microsoft.com/office/drawing/2014/main" id="{71BB34D8-A6F0-40EC-8DDD-BE9F31DA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2701" y="3596051"/>
            <a:ext cx="7757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140" name="text_1139">
            <a:extLst xmlns:a="http://schemas.openxmlformats.org/drawingml/2006/main">
              <a:ext uri="{FF2B5EF4-FFF2-40B4-BE49-F238E27FC236}">
                <a16:creationId xmlns:a16="http://schemas.microsoft.com/office/drawing/2014/main" id="{678DE683-C3EC-495E-8360-6B8A4ED5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1354" y="3596051"/>
            <a:ext cx="8213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41" name="text_1140">
            <a:extLst xmlns:a="http://schemas.openxmlformats.org/drawingml/2006/main">
              <a:ext uri="{FF2B5EF4-FFF2-40B4-BE49-F238E27FC236}">
                <a16:creationId xmlns:a16="http://schemas.microsoft.com/office/drawing/2014/main" id="{2D539492-DF4A-4598-A377-D91DEB5A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4514" y="3596051"/>
            <a:ext cx="901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42" name="text_1141">
            <a:extLst xmlns:a="http://schemas.openxmlformats.org/drawingml/2006/main">
              <a:ext uri="{FF2B5EF4-FFF2-40B4-BE49-F238E27FC236}">
                <a16:creationId xmlns:a16="http://schemas.microsoft.com/office/drawing/2014/main" id="{949E3918-0A37-42B6-B8BF-61005900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65638" y="3596051"/>
            <a:ext cx="76306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43" name="text_1142">
            <a:extLst xmlns:a="http://schemas.openxmlformats.org/drawingml/2006/main">
              <a:ext uri="{FF2B5EF4-FFF2-40B4-BE49-F238E27FC236}">
                <a16:creationId xmlns:a16="http://schemas.microsoft.com/office/drawing/2014/main" id="{84D84C81-E22D-4282-B511-FAD5F805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34090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144" name="text_1143">
            <a:extLst xmlns:a="http://schemas.openxmlformats.org/drawingml/2006/main">
              <a:ext uri="{FF2B5EF4-FFF2-40B4-BE49-F238E27FC236}">
                <a16:creationId xmlns:a16="http://schemas.microsoft.com/office/drawing/2014/main" id="{A7152BE6-67BA-478D-9F61-D87BA917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78950" y="3643799"/>
            <a:ext cx="31139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45" name="text_1144">
            <a:extLst xmlns:a="http://schemas.openxmlformats.org/drawingml/2006/main">
              <a:ext uri="{FF2B5EF4-FFF2-40B4-BE49-F238E27FC236}">
                <a16:creationId xmlns:a16="http://schemas.microsoft.com/office/drawing/2014/main" id="{6DD10D4C-0FE9-4DF2-8927-B020BF13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1293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146" name="data_1145">
            <a:extLst xmlns:a="http://schemas.openxmlformats.org/drawingml/2006/main">
              <a:ext uri="{FF2B5EF4-FFF2-40B4-BE49-F238E27FC236}">
                <a16:creationId xmlns:a16="http://schemas.microsoft.com/office/drawing/2014/main" id="{BD2266DD-9A53-4702-9A9C-B40A51B4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 xmlns:a="http://schemas.openxmlformats.org/drawingml/2006/main">
              <a:ext uri="{FF2B5EF4-FFF2-40B4-BE49-F238E27FC236}">
                <a16:creationId xmlns:a16="http://schemas.microsoft.com/office/drawing/2014/main" id="{94B70034-1847-4037-BF70-4BF32E2C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3341681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 xmlns:a="http://schemas.openxmlformats.org/drawingml/2006/main">
              <a:ext uri="{FF2B5EF4-FFF2-40B4-BE49-F238E27FC236}">
                <a16:creationId xmlns:a16="http://schemas.microsoft.com/office/drawing/2014/main" id="{B1FD72C7-F0EE-4202-A452-07B35CB4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3284694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9" name="data_1148">
            <a:extLst xmlns:a="http://schemas.openxmlformats.org/drawingml/2006/main">
              <a:ext uri="{FF2B5EF4-FFF2-40B4-BE49-F238E27FC236}">
                <a16:creationId xmlns:a16="http://schemas.microsoft.com/office/drawing/2014/main" id="{01A57780-3477-4600-8397-C8CCEB68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2401614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 xmlns:a="http://schemas.openxmlformats.org/drawingml/2006/main">
              <a:ext uri="{FF2B5EF4-FFF2-40B4-BE49-F238E27FC236}">
                <a16:creationId xmlns:a16="http://schemas.microsoft.com/office/drawing/2014/main" id="{52EA0DAB-A652-466B-A847-8BE55AF5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2401614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 xmlns:a="http://schemas.openxmlformats.org/drawingml/2006/main">
              <a:ext uri="{FF2B5EF4-FFF2-40B4-BE49-F238E27FC236}">
                <a16:creationId xmlns:a16="http://schemas.microsoft.com/office/drawing/2014/main" id="{F4FEDE38-C9BF-4C6C-8EED-01BF0F08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234462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52" name="data_1151">
            <a:extLst xmlns:a="http://schemas.openxmlformats.org/drawingml/2006/main">
              <a:ext uri="{FF2B5EF4-FFF2-40B4-BE49-F238E27FC236}">
                <a16:creationId xmlns:a16="http://schemas.microsoft.com/office/drawing/2014/main" id="{1D669098-5A86-4B56-AC52-749B4F4E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1461548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153" name="data_1152">
            <a:extLst xmlns:a="http://schemas.openxmlformats.org/drawingml/2006/main">
              <a:ext uri="{FF2B5EF4-FFF2-40B4-BE49-F238E27FC236}">
                <a16:creationId xmlns:a16="http://schemas.microsoft.com/office/drawing/2014/main" id="{7240BA2C-B90C-4BAB-8100-D0E9AB15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1461548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54" name="text_1153">
            <a:extLst xmlns:a="http://schemas.openxmlformats.org/drawingml/2006/main">
              <a:ext uri="{FF2B5EF4-FFF2-40B4-BE49-F238E27FC236}">
                <a16:creationId xmlns:a16="http://schemas.microsoft.com/office/drawing/2014/main" id="{658EAEEE-1911-4C49-9AB9-78DF9480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1404561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5" name="text_1154">
            <a:extLst xmlns:a="http://schemas.openxmlformats.org/drawingml/2006/main">
              <a:ext uri="{FF2B5EF4-FFF2-40B4-BE49-F238E27FC236}">
                <a16:creationId xmlns:a16="http://schemas.microsoft.com/office/drawing/2014/main" id="{D8CA5A39-C746-48E6-BB25-28643EE9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996129" y="2261650"/>
            <a:ext cx="310416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56" name="data_1155">
            <a:extLst xmlns:a="http://schemas.openxmlformats.org/drawingml/2006/main">
              <a:ext uri="{FF2B5EF4-FFF2-40B4-BE49-F238E27FC236}">
                <a16:creationId xmlns:a16="http://schemas.microsoft.com/office/drawing/2014/main" id="{B5C531A3-368D-48D1-80D5-9B8C4A19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8514" y="3205172"/>
            <a:ext cx="298639" cy="136509"/>
          </a:xfrm>
          <a:custGeom xmlns:a="http://schemas.openxmlformats.org/drawingml/2006/main">
            <a:pathLst>
              <a:path w="298639" h="136509">
                <a:moveTo>
                  <a:pt x="0" y="136509"/>
                </a:moveTo>
                <a:lnTo>
                  <a:pt x="298639" y="136509"/>
                </a:lnTo>
                <a:lnTo>
                  <a:pt x="298639" y="0"/>
                </a:lnTo>
                <a:lnTo>
                  <a:pt x="0" y="0"/>
                </a:lnTo>
                <a:lnTo>
                  <a:pt x="0" y="13650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57" name="data_1156">
            <a:extLst xmlns:a="http://schemas.openxmlformats.org/drawingml/2006/main">
              <a:ext uri="{FF2B5EF4-FFF2-40B4-BE49-F238E27FC236}">
                <a16:creationId xmlns:a16="http://schemas.microsoft.com/office/drawing/2014/main" id="{2761AB44-91B9-4448-9E4F-702180C1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40" y="2436390"/>
            <a:ext cx="298639" cy="905291"/>
          </a:xfrm>
          <a:custGeom xmlns:a="http://schemas.openxmlformats.org/drawingml/2006/main">
            <a:pathLst>
              <a:path w="298639" h="905291">
                <a:moveTo>
                  <a:pt x="0" y="905291"/>
                </a:moveTo>
                <a:lnTo>
                  <a:pt x="298639" y="905291"/>
                </a:lnTo>
                <a:lnTo>
                  <a:pt x="298639" y="0"/>
                </a:lnTo>
                <a:lnTo>
                  <a:pt x="0" y="0"/>
                </a:lnTo>
                <a:lnTo>
                  <a:pt x="0" y="905291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58" name="data_1157">
            <a:extLst xmlns:a="http://schemas.openxmlformats.org/drawingml/2006/main">
              <a:ext uri="{FF2B5EF4-FFF2-40B4-BE49-F238E27FC236}">
                <a16:creationId xmlns:a16="http://schemas.microsoft.com/office/drawing/2014/main" id="{7D48D98F-158C-4066-AFE6-01F6753C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767" y="2258321"/>
            <a:ext cx="298639" cy="1083360"/>
          </a:xfrm>
          <a:custGeom xmlns:a="http://schemas.openxmlformats.org/drawingml/2006/main">
            <a:pathLst>
              <a:path w="298639" h="1083360">
                <a:moveTo>
                  <a:pt x="0" y="1083360"/>
                </a:moveTo>
                <a:lnTo>
                  <a:pt x="298639" y="1083360"/>
                </a:lnTo>
                <a:lnTo>
                  <a:pt x="298639" y="0"/>
                </a:lnTo>
                <a:lnTo>
                  <a:pt x="0" y="0"/>
                </a:lnTo>
                <a:lnTo>
                  <a:pt x="0" y="1083360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59" name="data_1158">
            <a:extLst xmlns:a="http://schemas.openxmlformats.org/drawingml/2006/main">
              <a:ext uri="{FF2B5EF4-FFF2-40B4-BE49-F238E27FC236}">
                <a16:creationId xmlns:a16="http://schemas.microsoft.com/office/drawing/2014/main" id="{6F540CCD-F98F-4D03-856C-3A052F16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290" y="2472997"/>
            <a:ext cx="298639" cy="868684"/>
          </a:xfrm>
          <a:custGeom xmlns:a="http://schemas.openxmlformats.org/drawingml/2006/main">
            <a:pathLst>
              <a:path w="298639" h="868684">
                <a:moveTo>
                  <a:pt x="0" y="868684"/>
                </a:moveTo>
                <a:lnTo>
                  <a:pt x="298639" y="868684"/>
                </a:lnTo>
                <a:lnTo>
                  <a:pt x="298639" y="0"/>
                </a:lnTo>
                <a:lnTo>
                  <a:pt x="0" y="0"/>
                </a:lnTo>
                <a:lnTo>
                  <a:pt x="0" y="868684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60" name="data_1159">
            <a:extLst xmlns:a="http://schemas.openxmlformats.org/drawingml/2006/main">
              <a:ext uri="{FF2B5EF4-FFF2-40B4-BE49-F238E27FC236}">
                <a16:creationId xmlns:a16="http://schemas.microsoft.com/office/drawing/2014/main" id="{DE2CEC48-29CF-4F9B-80D6-8A6F4763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4916" y="2265088"/>
            <a:ext cx="298639" cy="1076593"/>
          </a:xfrm>
          <a:custGeom xmlns:a="http://schemas.openxmlformats.org/drawingml/2006/main">
            <a:pathLst>
              <a:path w="298639" h="1076593">
                <a:moveTo>
                  <a:pt x="0" y="1076593"/>
                </a:moveTo>
                <a:lnTo>
                  <a:pt x="298639" y="1076593"/>
                </a:lnTo>
                <a:lnTo>
                  <a:pt x="298639" y="0"/>
                </a:lnTo>
                <a:lnTo>
                  <a:pt x="0" y="0"/>
                </a:lnTo>
                <a:lnTo>
                  <a:pt x="0" y="107659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61" name="data_1160">
            <a:extLst xmlns:a="http://schemas.openxmlformats.org/drawingml/2006/main">
              <a:ext uri="{FF2B5EF4-FFF2-40B4-BE49-F238E27FC236}">
                <a16:creationId xmlns:a16="http://schemas.microsoft.com/office/drawing/2014/main" id="{652F6581-0881-4B85-9064-DCEA49C3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4543" y="2023438"/>
            <a:ext cx="298639" cy="1318243"/>
          </a:xfrm>
          <a:custGeom xmlns:a="http://schemas.openxmlformats.org/drawingml/2006/main">
            <a:pathLst>
              <a:path w="298639" h="1318243">
                <a:moveTo>
                  <a:pt x="0" y="1318243"/>
                </a:moveTo>
                <a:lnTo>
                  <a:pt x="298639" y="1318243"/>
                </a:lnTo>
                <a:lnTo>
                  <a:pt x="298639" y="0"/>
                </a:lnTo>
                <a:lnTo>
                  <a:pt x="0" y="0"/>
                </a:lnTo>
                <a:lnTo>
                  <a:pt x="0" y="131824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62" name="data_1161">
            <a:extLst xmlns:a="http://schemas.openxmlformats.org/drawingml/2006/main">
              <a:ext uri="{FF2B5EF4-FFF2-40B4-BE49-F238E27FC236}">
                <a16:creationId xmlns:a16="http://schemas.microsoft.com/office/drawing/2014/main" id="{4C87C5A6-A97F-4C1D-8AF9-4A24C041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2252" y="33134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3" name="data_1162">
            <a:extLst xmlns:a="http://schemas.openxmlformats.org/drawingml/2006/main">
              <a:ext uri="{FF2B5EF4-FFF2-40B4-BE49-F238E27FC236}">
                <a16:creationId xmlns:a16="http://schemas.microsoft.com/office/drawing/2014/main" id="{1258BD31-A7DB-4CC1-A7B9-8B284569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8402" y="32726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4" name="data_1163">
            <a:extLst xmlns:a="http://schemas.openxmlformats.org/drawingml/2006/main">
              <a:ext uri="{FF2B5EF4-FFF2-40B4-BE49-F238E27FC236}">
                <a16:creationId xmlns:a16="http://schemas.microsoft.com/office/drawing/2014/main" id="{D685476E-FD41-400C-A088-D1200F8C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49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5" name="data_1164">
            <a:extLst xmlns:a="http://schemas.openxmlformats.org/drawingml/2006/main">
              <a:ext uri="{FF2B5EF4-FFF2-40B4-BE49-F238E27FC236}">
                <a16:creationId xmlns:a16="http://schemas.microsoft.com/office/drawing/2014/main" id="{2C1B347C-D68B-4BBB-BE29-E8778CAA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5950" y="32926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6" name="data_1165">
            <a:extLst xmlns:a="http://schemas.openxmlformats.org/drawingml/2006/main">
              <a:ext uri="{FF2B5EF4-FFF2-40B4-BE49-F238E27FC236}">
                <a16:creationId xmlns:a16="http://schemas.microsoft.com/office/drawing/2014/main" id="{997B1C00-8AA0-4530-9B77-2E45E052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3148" y="33140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7" name="data_1166">
            <a:extLst xmlns:a="http://schemas.openxmlformats.org/drawingml/2006/main">
              <a:ext uri="{FF2B5EF4-FFF2-40B4-BE49-F238E27FC236}">
                <a16:creationId xmlns:a16="http://schemas.microsoft.com/office/drawing/2014/main" id="{CEA77F68-F2A1-4A03-8652-350ABACD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6700" y="27027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8" name="data_1167">
            <a:extLst xmlns:a="http://schemas.openxmlformats.org/drawingml/2006/main">
              <a:ext uri="{FF2B5EF4-FFF2-40B4-BE49-F238E27FC236}">
                <a16:creationId xmlns:a16="http://schemas.microsoft.com/office/drawing/2014/main" id="{CF431B58-6F1A-4310-99AF-B5E8C2F7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301" y="30863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9" name="data_1168">
            <a:extLst xmlns:a="http://schemas.openxmlformats.org/drawingml/2006/main">
              <a:ext uri="{FF2B5EF4-FFF2-40B4-BE49-F238E27FC236}">
                <a16:creationId xmlns:a16="http://schemas.microsoft.com/office/drawing/2014/main" id="{8A8D72AF-AF99-43E1-83CA-AA65751A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966" y="3313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0" name="data_1169">
            <a:extLst xmlns:a="http://schemas.openxmlformats.org/drawingml/2006/main">
              <a:ext uri="{FF2B5EF4-FFF2-40B4-BE49-F238E27FC236}">
                <a16:creationId xmlns:a16="http://schemas.microsoft.com/office/drawing/2014/main" id="{DAC5BB33-FB57-44FA-AE70-029D7EE1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784" y="30036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1" name="data_1170">
            <a:extLst xmlns:a="http://schemas.openxmlformats.org/drawingml/2006/main">
              <a:ext uri="{FF2B5EF4-FFF2-40B4-BE49-F238E27FC236}">
                <a16:creationId xmlns:a16="http://schemas.microsoft.com/office/drawing/2014/main" id="{F0166317-29F9-4F2E-83F4-E5F8C62A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607" y="33058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2" name="data_1171">
            <a:extLst xmlns:a="http://schemas.openxmlformats.org/drawingml/2006/main">
              <a:ext uri="{FF2B5EF4-FFF2-40B4-BE49-F238E27FC236}">
                <a16:creationId xmlns:a16="http://schemas.microsoft.com/office/drawing/2014/main" id="{4BB5AAFE-DF8B-4523-BA0B-2690E7AF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272" y="2949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3" name="data_1172">
            <a:extLst xmlns:a="http://schemas.openxmlformats.org/drawingml/2006/main">
              <a:ext uri="{FF2B5EF4-FFF2-40B4-BE49-F238E27FC236}">
                <a16:creationId xmlns:a16="http://schemas.microsoft.com/office/drawing/2014/main" id="{322CBF50-440A-4B12-B412-DF6CFDA4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7454" y="32300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4" name="data_1173">
            <a:extLst xmlns:a="http://schemas.openxmlformats.org/drawingml/2006/main">
              <a:ext uri="{FF2B5EF4-FFF2-40B4-BE49-F238E27FC236}">
                <a16:creationId xmlns:a16="http://schemas.microsoft.com/office/drawing/2014/main" id="{F0C984F0-A518-4D91-9011-3DC289AA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107" y="32547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5" name="data_1174">
            <a:extLst xmlns:a="http://schemas.openxmlformats.org/drawingml/2006/main">
              <a:ext uri="{FF2B5EF4-FFF2-40B4-BE49-F238E27FC236}">
                <a16:creationId xmlns:a16="http://schemas.microsoft.com/office/drawing/2014/main" id="{FF590221-F9F0-4B53-B3A2-518BCCD9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629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6" name="data_1175">
            <a:extLst xmlns:a="http://schemas.openxmlformats.org/drawingml/2006/main">
              <a:ext uri="{FF2B5EF4-FFF2-40B4-BE49-F238E27FC236}">
                <a16:creationId xmlns:a16="http://schemas.microsoft.com/office/drawing/2014/main" id="{DEC79EA5-691C-467E-8D2A-DC235FA7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526" y="26958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7" name="data_1176">
            <a:extLst xmlns:a="http://schemas.openxmlformats.org/drawingml/2006/main">
              <a:ext uri="{FF2B5EF4-FFF2-40B4-BE49-F238E27FC236}">
                <a16:creationId xmlns:a16="http://schemas.microsoft.com/office/drawing/2014/main" id="{BDD2DC64-6B4D-4919-AC76-E7B327C8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0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8" name="data_1177">
            <a:extLst xmlns:a="http://schemas.openxmlformats.org/drawingml/2006/main">
              <a:ext uri="{FF2B5EF4-FFF2-40B4-BE49-F238E27FC236}">
                <a16:creationId xmlns:a16="http://schemas.microsoft.com/office/drawing/2014/main" id="{42D2FE29-171F-4A08-BB5A-810C6226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9472" y="3277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9" name="data_1178">
            <a:extLst xmlns:a="http://schemas.openxmlformats.org/drawingml/2006/main">
              <a:ext uri="{FF2B5EF4-FFF2-40B4-BE49-F238E27FC236}">
                <a16:creationId xmlns:a16="http://schemas.microsoft.com/office/drawing/2014/main" id="{C9E08E6C-9D1D-4C0A-B203-D4B9CB78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370" y="30653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0" name="data_1179">
            <a:extLst xmlns:a="http://schemas.openxmlformats.org/drawingml/2006/main">
              <a:ext uri="{FF2B5EF4-FFF2-40B4-BE49-F238E27FC236}">
                <a16:creationId xmlns:a16="http://schemas.microsoft.com/office/drawing/2014/main" id="{B39EF697-DC48-4158-BF5D-A34367BB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701" y="28120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1" name="data_1180">
            <a:extLst xmlns:a="http://schemas.openxmlformats.org/drawingml/2006/main">
              <a:ext uri="{FF2B5EF4-FFF2-40B4-BE49-F238E27FC236}">
                <a16:creationId xmlns:a16="http://schemas.microsoft.com/office/drawing/2014/main" id="{1F08F664-D379-40F7-BFD3-C761FD70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33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2" name="data_1181">
            <a:extLst xmlns:a="http://schemas.openxmlformats.org/drawingml/2006/main">
              <a:ext uri="{FF2B5EF4-FFF2-40B4-BE49-F238E27FC236}">
                <a16:creationId xmlns:a16="http://schemas.microsoft.com/office/drawing/2014/main" id="{8D491B12-84DB-4A3A-B8FF-032E8520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122" y="33227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3" name="data_1182">
            <a:extLst xmlns:a="http://schemas.openxmlformats.org/drawingml/2006/main">
              <a:ext uri="{FF2B5EF4-FFF2-40B4-BE49-F238E27FC236}">
                <a16:creationId xmlns:a16="http://schemas.microsoft.com/office/drawing/2014/main" id="{7BFD8801-3920-4B96-BF22-64F02F3B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15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4" name="data_1183">
            <a:extLst xmlns:a="http://schemas.openxmlformats.org/drawingml/2006/main">
              <a:ext uri="{FF2B5EF4-FFF2-40B4-BE49-F238E27FC236}">
                <a16:creationId xmlns:a16="http://schemas.microsoft.com/office/drawing/2014/main" id="{4016E774-A1D5-4690-AF6C-2B7229D45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995" y="3171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5" name="data_1184">
            <a:extLst xmlns:a="http://schemas.openxmlformats.org/drawingml/2006/main">
              <a:ext uri="{FF2B5EF4-FFF2-40B4-BE49-F238E27FC236}">
                <a16:creationId xmlns:a16="http://schemas.microsoft.com/office/drawing/2014/main" id="{72EAE8A9-C6FA-461D-B767-02AB5D34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150" y="21856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6" name="data_1185">
            <a:extLst xmlns:a="http://schemas.openxmlformats.org/drawingml/2006/main">
              <a:ext uri="{FF2B5EF4-FFF2-40B4-BE49-F238E27FC236}">
                <a16:creationId xmlns:a16="http://schemas.microsoft.com/office/drawing/2014/main" id="{624E6B29-86EE-4DD2-AA57-8824D1CB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52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7" name="data_1186">
            <a:extLst xmlns:a="http://schemas.openxmlformats.org/drawingml/2006/main">
              <a:ext uri="{FF2B5EF4-FFF2-40B4-BE49-F238E27FC236}">
                <a16:creationId xmlns:a16="http://schemas.microsoft.com/office/drawing/2014/main" id="{F78C7F77-80D4-4F0B-A95F-37DC4F04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915" y="33092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8" name="data_1187">
            <a:extLst xmlns:a="http://schemas.openxmlformats.org/drawingml/2006/main">
              <a:ext uri="{FF2B5EF4-FFF2-40B4-BE49-F238E27FC236}">
                <a16:creationId xmlns:a16="http://schemas.microsoft.com/office/drawing/2014/main" id="{A2FCE264-5070-4D8A-A710-FE7ED245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29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9" name="data_1188">
            <a:extLst xmlns:a="http://schemas.openxmlformats.org/drawingml/2006/main">
              <a:ext uri="{FF2B5EF4-FFF2-40B4-BE49-F238E27FC236}">
                <a16:creationId xmlns:a16="http://schemas.microsoft.com/office/drawing/2014/main" id="{C8858437-4F05-4539-A194-24582425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822" y="21749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0" name="data_1189">
            <a:extLst xmlns:a="http://schemas.openxmlformats.org/drawingml/2006/main">
              <a:ext uri="{FF2B5EF4-FFF2-40B4-BE49-F238E27FC236}">
                <a16:creationId xmlns:a16="http://schemas.microsoft.com/office/drawing/2014/main" id="{1E9137C0-CB4F-40B4-9D0E-ED3E7BF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06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1" name="data_1190">
            <a:extLst xmlns:a="http://schemas.openxmlformats.org/drawingml/2006/main">
              <a:ext uri="{FF2B5EF4-FFF2-40B4-BE49-F238E27FC236}">
                <a16:creationId xmlns:a16="http://schemas.microsoft.com/office/drawing/2014/main" id="{D4B3ED82-6FA8-430C-907C-2F021994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061" y="32125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2" name="data_1191">
            <a:extLst xmlns:a="http://schemas.openxmlformats.org/drawingml/2006/main">
              <a:ext uri="{FF2B5EF4-FFF2-40B4-BE49-F238E27FC236}">
                <a16:creationId xmlns:a16="http://schemas.microsoft.com/office/drawing/2014/main" id="{E4E73A1A-CDE2-4902-B1D3-CCCBD205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981" y="31760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3" name="data_1192">
            <a:extLst xmlns:a="http://schemas.openxmlformats.org/drawingml/2006/main">
              <a:ext uri="{FF2B5EF4-FFF2-40B4-BE49-F238E27FC236}">
                <a16:creationId xmlns:a16="http://schemas.microsoft.com/office/drawing/2014/main" id="{E8DD08F8-7A97-47C2-B333-25B1970E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014" y="30445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4" name="data_1193">
            <a:extLst xmlns:a="http://schemas.openxmlformats.org/drawingml/2006/main">
              <a:ext uri="{FF2B5EF4-FFF2-40B4-BE49-F238E27FC236}">
                <a16:creationId xmlns:a16="http://schemas.microsoft.com/office/drawing/2014/main" id="{F252C80B-6D3C-4601-AD2B-5CC04F11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80" y="21734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5" name="data_1194">
            <a:extLst xmlns:a="http://schemas.openxmlformats.org/drawingml/2006/main">
              <a:ext uri="{FF2B5EF4-FFF2-40B4-BE49-F238E27FC236}">
                <a16:creationId xmlns:a16="http://schemas.microsoft.com/office/drawing/2014/main" id="{6B70A182-EB4E-4BC4-BF8B-8471C999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402" y="33157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6" name="data_1195">
            <a:extLst xmlns:a="http://schemas.openxmlformats.org/drawingml/2006/main">
              <a:ext uri="{FF2B5EF4-FFF2-40B4-BE49-F238E27FC236}">
                <a16:creationId xmlns:a16="http://schemas.microsoft.com/office/drawing/2014/main" id="{2F59948C-2F53-45FC-9958-3CA707D5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7019" y="33210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7" name="data_1196">
            <a:extLst xmlns:a="http://schemas.openxmlformats.org/drawingml/2006/main">
              <a:ext uri="{FF2B5EF4-FFF2-40B4-BE49-F238E27FC236}">
                <a16:creationId xmlns:a16="http://schemas.microsoft.com/office/drawing/2014/main" id="{5A81A955-51C7-420F-92B5-C2B128C7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8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8" name="data_1197">
            <a:extLst xmlns:a="http://schemas.openxmlformats.org/drawingml/2006/main">
              <a:ext uri="{FF2B5EF4-FFF2-40B4-BE49-F238E27FC236}">
                <a16:creationId xmlns:a16="http://schemas.microsoft.com/office/drawing/2014/main" id="{1396419D-F758-4F92-8C4D-698994A4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772" y="33200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9" name="data_1198">
            <a:extLst xmlns:a="http://schemas.openxmlformats.org/drawingml/2006/main">
              <a:ext uri="{FF2B5EF4-FFF2-40B4-BE49-F238E27FC236}">
                <a16:creationId xmlns:a16="http://schemas.microsoft.com/office/drawing/2014/main" id="{34F9EC17-1392-46BD-ABE3-ECC6E98C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4495" y="33029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0" name="data_1199">
            <a:extLst xmlns:a="http://schemas.openxmlformats.org/drawingml/2006/main">
              <a:ext uri="{FF2B5EF4-FFF2-40B4-BE49-F238E27FC236}">
                <a16:creationId xmlns:a16="http://schemas.microsoft.com/office/drawing/2014/main" id="{82C83974-4A4F-41B4-A619-7897E8E6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53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1" name="data_1200">
            <a:extLst xmlns:a="http://schemas.openxmlformats.org/drawingml/2006/main">
              <a:ext uri="{FF2B5EF4-FFF2-40B4-BE49-F238E27FC236}">
                <a16:creationId xmlns:a16="http://schemas.microsoft.com/office/drawing/2014/main" id="{40A50CD2-0C95-46EE-807E-54E0FC40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3177" y="3320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2" name="data_1201">
            <a:extLst xmlns:a="http://schemas.openxmlformats.org/drawingml/2006/main">
              <a:ext uri="{FF2B5EF4-FFF2-40B4-BE49-F238E27FC236}">
                <a16:creationId xmlns:a16="http://schemas.microsoft.com/office/drawing/2014/main" id="{34690F1D-F8E0-4413-BF07-6191FADD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5987" y="33210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3" name="data_1202">
            <a:extLst xmlns:a="http://schemas.openxmlformats.org/drawingml/2006/main">
              <a:ext uri="{FF2B5EF4-FFF2-40B4-BE49-F238E27FC236}">
                <a16:creationId xmlns:a16="http://schemas.microsoft.com/office/drawing/2014/main" id="{901D39AE-0E17-45D2-BE81-918E14FE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512" y="32755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4" name="data_1203">
            <a:extLst xmlns:a="http://schemas.openxmlformats.org/drawingml/2006/main">
              <a:ext uri="{FF2B5EF4-FFF2-40B4-BE49-F238E27FC236}">
                <a16:creationId xmlns:a16="http://schemas.microsoft.com/office/drawing/2014/main" id="{557AF0C2-59F1-492B-88C5-C3B5A781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461" y="32442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5" name="data_1204">
            <a:extLst xmlns:a="http://schemas.openxmlformats.org/drawingml/2006/main">
              <a:ext uri="{FF2B5EF4-FFF2-40B4-BE49-F238E27FC236}">
                <a16:creationId xmlns:a16="http://schemas.microsoft.com/office/drawing/2014/main" id="{EFA20683-015C-4BF8-82BD-23A4FB0F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572" y="33069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6" name="data_1205">
            <a:extLst xmlns:a="http://schemas.openxmlformats.org/drawingml/2006/main">
              <a:ext uri="{FF2B5EF4-FFF2-40B4-BE49-F238E27FC236}">
                <a16:creationId xmlns:a16="http://schemas.microsoft.com/office/drawing/2014/main" id="{615EA044-AF1B-497D-89CE-9501A409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3681" y="24276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7" name="data_1206">
            <a:extLst xmlns:a="http://schemas.openxmlformats.org/drawingml/2006/main">
              <a:ext uri="{FF2B5EF4-FFF2-40B4-BE49-F238E27FC236}">
                <a16:creationId xmlns:a16="http://schemas.microsoft.com/office/drawing/2014/main" id="{5890D5F0-C546-4F50-8EE6-48756BFC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09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8" name="data_1207">
            <a:extLst xmlns:a="http://schemas.openxmlformats.org/drawingml/2006/main">
              <a:ext uri="{FF2B5EF4-FFF2-40B4-BE49-F238E27FC236}">
                <a16:creationId xmlns:a16="http://schemas.microsoft.com/office/drawing/2014/main" id="{AE322031-8A0C-46A6-AEA9-9B77FC95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5023" y="32650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9" name="data_1208">
            <a:extLst xmlns:a="http://schemas.openxmlformats.org/drawingml/2006/main">
              <a:ext uri="{FF2B5EF4-FFF2-40B4-BE49-F238E27FC236}">
                <a16:creationId xmlns:a16="http://schemas.microsoft.com/office/drawing/2014/main" id="{1D8DBCA1-CE92-4FE0-A697-5F418778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8944" y="32991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0" name="data_1209">
            <a:extLst xmlns:a="http://schemas.openxmlformats.org/drawingml/2006/main">
              <a:ext uri="{FF2B5EF4-FFF2-40B4-BE49-F238E27FC236}">
                <a16:creationId xmlns:a16="http://schemas.microsoft.com/office/drawing/2014/main" id="{F3BD017D-0F86-48F5-A21A-701ABC0C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721" y="32219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1" name="data_1210">
            <a:extLst xmlns:a="http://schemas.openxmlformats.org/drawingml/2006/main">
              <a:ext uri="{FF2B5EF4-FFF2-40B4-BE49-F238E27FC236}">
                <a16:creationId xmlns:a16="http://schemas.microsoft.com/office/drawing/2014/main" id="{462D342A-5FE8-44E4-8339-BCE28D7D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4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2" name="data_1211">
            <a:extLst xmlns:a="http://schemas.openxmlformats.org/drawingml/2006/main">
              <a:ext uri="{FF2B5EF4-FFF2-40B4-BE49-F238E27FC236}">
                <a16:creationId xmlns:a16="http://schemas.microsoft.com/office/drawing/2014/main" id="{AA9DDD88-F10F-4E93-8E73-E7143B81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491" y="3309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3" name="data_1212">
            <a:extLst xmlns:a="http://schemas.openxmlformats.org/drawingml/2006/main">
              <a:ext uri="{FF2B5EF4-FFF2-40B4-BE49-F238E27FC236}">
                <a16:creationId xmlns:a16="http://schemas.microsoft.com/office/drawing/2014/main" id="{A58200F2-35D0-404D-AB7C-2F6CEEDB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783" y="32815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4" name="data_1213">
            <a:extLst xmlns:a="http://schemas.openxmlformats.org/drawingml/2006/main">
              <a:ext uri="{FF2B5EF4-FFF2-40B4-BE49-F238E27FC236}">
                <a16:creationId xmlns:a16="http://schemas.microsoft.com/office/drawing/2014/main" id="{D1DAF245-53F4-4782-857F-D7FFFFD9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09" y="3312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5" name="data_1214">
            <a:extLst xmlns:a="http://schemas.openxmlformats.org/drawingml/2006/main">
              <a:ext uri="{FF2B5EF4-FFF2-40B4-BE49-F238E27FC236}">
                <a16:creationId xmlns:a16="http://schemas.microsoft.com/office/drawing/2014/main" id="{9EF3C3E4-4FFE-4C8F-B0E3-89E228AA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676" y="32988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6" name="data_1215">
            <a:extLst xmlns:a="http://schemas.openxmlformats.org/drawingml/2006/main">
              <a:ext uri="{FF2B5EF4-FFF2-40B4-BE49-F238E27FC236}">
                <a16:creationId xmlns:a16="http://schemas.microsoft.com/office/drawing/2014/main" id="{6E7F627F-738A-4CD4-81CF-6EBF381F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443" y="3032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7" name="data_1216">
            <a:extLst xmlns:a="http://schemas.openxmlformats.org/drawingml/2006/main">
              <a:ext uri="{FF2B5EF4-FFF2-40B4-BE49-F238E27FC236}">
                <a16:creationId xmlns:a16="http://schemas.microsoft.com/office/drawing/2014/main" id="{11429D19-66F0-46B5-A0F0-C862C861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60" y="32861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8" name="data_1217">
            <a:extLst xmlns:a="http://schemas.openxmlformats.org/drawingml/2006/main">
              <a:ext uri="{FF2B5EF4-FFF2-40B4-BE49-F238E27FC236}">
                <a16:creationId xmlns:a16="http://schemas.microsoft.com/office/drawing/2014/main" id="{AD1D95E9-9591-49F7-B3F9-1167FE28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585" y="32842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9" name="data_1218">
            <a:extLst xmlns:a="http://schemas.openxmlformats.org/drawingml/2006/main">
              <a:ext uri="{FF2B5EF4-FFF2-40B4-BE49-F238E27FC236}">
                <a16:creationId xmlns:a16="http://schemas.microsoft.com/office/drawing/2014/main" id="{6E0C9343-658E-4875-8AF3-C86255D4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289" y="32333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0" name="data_1219">
            <a:extLst xmlns:a="http://schemas.openxmlformats.org/drawingml/2006/main">
              <a:ext uri="{FF2B5EF4-FFF2-40B4-BE49-F238E27FC236}">
                <a16:creationId xmlns:a16="http://schemas.microsoft.com/office/drawing/2014/main" id="{0B7DE49F-26B3-4053-A404-CDB328AD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231" y="31989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1" name="data_1220">
            <a:extLst xmlns:a="http://schemas.openxmlformats.org/drawingml/2006/main">
              <a:ext uri="{FF2B5EF4-FFF2-40B4-BE49-F238E27FC236}">
                <a16:creationId xmlns:a16="http://schemas.microsoft.com/office/drawing/2014/main" id="{65ABECDD-D707-41EE-A04D-926EF267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4602" y="33010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2" name="data_1221">
            <a:extLst xmlns:a="http://schemas.openxmlformats.org/drawingml/2006/main">
              <a:ext uri="{FF2B5EF4-FFF2-40B4-BE49-F238E27FC236}">
                <a16:creationId xmlns:a16="http://schemas.microsoft.com/office/drawing/2014/main" id="{23FF32A6-E409-4FA7-B9CD-6BE7ADEE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064" y="31542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3" name="data_1222">
            <a:extLst xmlns:a="http://schemas.openxmlformats.org/drawingml/2006/main">
              <a:ext uri="{FF2B5EF4-FFF2-40B4-BE49-F238E27FC236}">
                <a16:creationId xmlns:a16="http://schemas.microsoft.com/office/drawing/2014/main" id="{0F41CE97-4CA3-416E-8CA3-734D7DB3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00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4" name="data_1223">
            <a:extLst xmlns:a="http://schemas.openxmlformats.org/drawingml/2006/main">
              <a:ext uri="{FF2B5EF4-FFF2-40B4-BE49-F238E27FC236}">
                <a16:creationId xmlns:a16="http://schemas.microsoft.com/office/drawing/2014/main" id="{7C51BFE5-7222-4E9A-89BC-F26E218B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803" y="33079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5" name="data_1224">
            <a:extLst xmlns:a="http://schemas.openxmlformats.org/drawingml/2006/main">
              <a:ext uri="{FF2B5EF4-FFF2-40B4-BE49-F238E27FC236}">
                <a16:creationId xmlns:a16="http://schemas.microsoft.com/office/drawing/2014/main" id="{A00F0C12-4AA7-4ECC-A02E-752AB8E9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498" y="29928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6" name="data_1225">
            <a:extLst xmlns:a="http://schemas.openxmlformats.org/drawingml/2006/main">
              <a:ext uri="{FF2B5EF4-FFF2-40B4-BE49-F238E27FC236}">
                <a16:creationId xmlns:a16="http://schemas.microsoft.com/office/drawing/2014/main" id="{9088E2F9-B540-42BA-86F9-D7BC12C2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1507" y="32605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7" name="data_1226">
            <a:extLst xmlns:a="http://schemas.openxmlformats.org/drawingml/2006/main">
              <a:ext uri="{FF2B5EF4-FFF2-40B4-BE49-F238E27FC236}">
                <a16:creationId xmlns:a16="http://schemas.microsoft.com/office/drawing/2014/main" id="{C9F67357-AB7E-4F2C-BE57-1CB60960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6764" y="28608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8" name="data_1227">
            <a:extLst xmlns:a="http://schemas.openxmlformats.org/drawingml/2006/main">
              <a:ext uri="{FF2B5EF4-FFF2-40B4-BE49-F238E27FC236}">
                <a16:creationId xmlns:a16="http://schemas.microsoft.com/office/drawing/2014/main" id="{4D860DE3-EE76-4068-90CC-D448413D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063" y="33168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9" name="data_1228">
            <a:extLst xmlns:a="http://schemas.openxmlformats.org/drawingml/2006/main">
              <a:ext uri="{FF2B5EF4-FFF2-40B4-BE49-F238E27FC236}">
                <a16:creationId xmlns:a16="http://schemas.microsoft.com/office/drawing/2014/main" id="{8468F6F9-5577-49CF-AA1E-C2EBA8A0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353" y="31538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0" name="data_1229">
            <a:extLst xmlns:a="http://schemas.openxmlformats.org/drawingml/2006/main">
              <a:ext uri="{FF2B5EF4-FFF2-40B4-BE49-F238E27FC236}">
                <a16:creationId xmlns:a16="http://schemas.microsoft.com/office/drawing/2014/main" id="{3206BBCB-3D11-4BA0-A55C-EDFB985B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822" y="33133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1" name="data_1230">
            <a:extLst xmlns:a="http://schemas.openxmlformats.org/drawingml/2006/main">
              <a:ext uri="{FF2B5EF4-FFF2-40B4-BE49-F238E27FC236}">
                <a16:creationId xmlns:a16="http://schemas.microsoft.com/office/drawing/2014/main" id="{F0C05644-DA8B-4D94-8D8A-298A963B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3394" y="32768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2" name="data_1231">
            <a:extLst xmlns:a="http://schemas.openxmlformats.org/drawingml/2006/main">
              <a:ext uri="{FF2B5EF4-FFF2-40B4-BE49-F238E27FC236}">
                <a16:creationId xmlns:a16="http://schemas.microsoft.com/office/drawing/2014/main" id="{73EB9E3F-5BF4-4CB5-9A1B-3751C006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048" y="3013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3" name="data_1232">
            <a:extLst xmlns:a="http://schemas.openxmlformats.org/drawingml/2006/main">
              <a:ext uri="{FF2B5EF4-FFF2-40B4-BE49-F238E27FC236}">
                <a16:creationId xmlns:a16="http://schemas.microsoft.com/office/drawing/2014/main" id="{F2A3E923-ED97-4793-9F36-C1FCE9E9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113" y="33170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4" name="data_1233">
            <a:extLst xmlns:a="http://schemas.openxmlformats.org/drawingml/2006/main">
              <a:ext uri="{FF2B5EF4-FFF2-40B4-BE49-F238E27FC236}">
                <a16:creationId xmlns:a16="http://schemas.microsoft.com/office/drawing/2014/main" id="{B9F67B22-878F-4E09-9DDA-EE2F92E9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512" y="30666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5" name="data_1234">
            <a:extLst xmlns:a="http://schemas.openxmlformats.org/drawingml/2006/main">
              <a:ext uri="{FF2B5EF4-FFF2-40B4-BE49-F238E27FC236}">
                <a16:creationId xmlns:a16="http://schemas.microsoft.com/office/drawing/2014/main" id="{8158339E-4B5F-405B-AC95-A131818F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136" y="31899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6" name="data_1235">
            <a:extLst xmlns:a="http://schemas.openxmlformats.org/drawingml/2006/main">
              <a:ext uri="{FF2B5EF4-FFF2-40B4-BE49-F238E27FC236}">
                <a16:creationId xmlns:a16="http://schemas.microsoft.com/office/drawing/2014/main" id="{957E0E9F-1592-48A6-8153-421475D6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3450" y="33015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7" name="data_1236">
            <a:extLst xmlns:a="http://schemas.openxmlformats.org/drawingml/2006/main">
              <a:ext uri="{FF2B5EF4-FFF2-40B4-BE49-F238E27FC236}">
                <a16:creationId xmlns:a16="http://schemas.microsoft.com/office/drawing/2014/main" id="{860D6D81-DC7A-4660-A8F9-D4332DEA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339" y="32759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8" name="data_1237">
            <a:extLst xmlns:a="http://schemas.openxmlformats.org/drawingml/2006/main">
              <a:ext uri="{FF2B5EF4-FFF2-40B4-BE49-F238E27FC236}">
                <a16:creationId xmlns:a16="http://schemas.microsoft.com/office/drawing/2014/main" id="{C74CFBAD-6556-4098-8333-42385EA8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4551" y="3263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9" name="data_1238">
            <a:extLst xmlns:a="http://schemas.openxmlformats.org/drawingml/2006/main">
              <a:ext uri="{FF2B5EF4-FFF2-40B4-BE49-F238E27FC236}">
                <a16:creationId xmlns:a16="http://schemas.microsoft.com/office/drawing/2014/main" id="{6EA78E22-0B19-448A-8EE4-D2CB5203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8447" y="3319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0" name="data_1239">
            <a:extLst xmlns:a="http://schemas.openxmlformats.org/drawingml/2006/main">
              <a:ext uri="{FF2B5EF4-FFF2-40B4-BE49-F238E27FC236}">
                <a16:creationId xmlns:a16="http://schemas.microsoft.com/office/drawing/2014/main" id="{A75F67A3-686C-4530-B55B-0390CF2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364" y="32577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1" name="data_1240">
            <a:extLst xmlns:a="http://schemas.openxmlformats.org/drawingml/2006/main">
              <a:ext uri="{FF2B5EF4-FFF2-40B4-BE49-F238E27FC236}">
                <a16:creationId xmlns:a16="http://schemas.microsoft.com/office/drawing/2014/main" id="{210FF535-FFDC-4FED-BCA6-76E66AED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371" y="32245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2" name="data_1241">
            <a:extLst xmlns:a="http://schemas.openxmlformats.org/drawingml/2006/main">
              <a:ext uri="{FF2B5EF4-FFF2-40B4-BE49-F238E27FC236}">
                <a16:creationId xmlns:a16="http://schemas.microsoft.com/office/drawing/2014/main" id="{0C7FC2FC-F8FC-4886-BB1A-9F31ACBC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018" y="32958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3" name="data_1242">
            <a:extLst xmlns:a="http://schemas.openxmlformats.org/drawingml/2006/main">
              <a:ext uri="{FF2B5EF4-FFF2-40B4-BE49-F238E27FC236}">
                <a16:creationId xmlns:a16="http://schemas.microsoft.com/office/drawing/2014/main" id="{EC356E26-B134-4329-862F-7AD40AEF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1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4" name="data_1243">
            <a:extLst xmlns:a="http://schemas.openxmlformats.org/drawingml/2006/main">
              <a:ext uri="{FF2B5EF4-FFF2-40B4-BE49-F238E27FC236}">
                <a16:creationId xmlns:a16="http://schemas.microsoft.com/office/drawing/2014/main" id="{2E7E0A08-C5C9-472E-9E65-0C847FCA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2995" y="33197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5" name="data_1244">
            <a:extLst xmlns:a="http://schemas.openxmlformats.org/drawingml/2006/main">
              <a:ext uri="{FF2B5EF4-FFF2-40B4-BE49-F238E27FC236}">
                <a16:creationId xmlns:a16="http://schemas.microsoft.com/office/drawing/2014/main" id="{1BDB39E4-97E1-4CF7-B689-A8301E7B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283" y="25431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6" name="data_1245">
            <a:extLst xmlns:a="http://schemas.openxmlformats.org/drawingml/2006/main">
              <a:ext uri="{FF2B5EF4-FFF2-40B4-BE49-F238E27FC236}">
                <a16:creationId xmlns:a16="http://schemas.microsoft.com/office/drawing/2014/main" id="{7751FE07-1DA2-47C6-B47E-27AE06D6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126" y="33164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7" name="data_1246">
            <a:extLst xmlns:a="http://schemas.openxmlformats.org/drawingml/2006/main">
              <a:ext uri="{FF2B5EF4-FFF2-40B4-BE49-F238E27FC236}">
                <a16:creationId xmlns:a16="http://schemas.microsoft.com/office/drawing/2014/main" id="{AF3DFF35-2F23-49FE-A48F-2FEF0C42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8722" y="32874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8" name="data_1247">
            <a:extLst xmlns:a="http://schemas.openxmlformats.org/drawingml/2006/main">
              <a:ext uri="{FF2B5EF4-FFF2-40B4-BE49-F238E27FC236}">
                <a16:creationId xmlns:a16="http://schemas.microsoft.com/office/drawing/2014/main" id="{A24BB2DA-F306-4592-9D5A-18DDBC92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8209" y="3282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9" name="data_1248">
            <a:extLst xmlns:a="http://schemas.openxmlformats.org/drawingml/2006/main">
              <a:ext uri="{FF2B5EF4-FFF2-40B4-BE49-F238E27FC236}">
                <a16:creationId xmlns:a16="http://schemas.microsoft.com/office/drawing/2014/main" id="{13B544BF-F2D7-4530-A3EA-061180A9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43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0" name="data_1249">
            <a:extLst xmlns:a="http://schemas.openxmlformats.org/drawingml/2006/main">
              <a:ext uri="{FF2B5EF4-FFF2-40B4-BE49-F238E27FC236}">
                <a16:creationId xmlns:a16="http://schemas.microsoft.com/office/drawing/2014/main" id="{741CA375-B3F3-4177-8713-EF9DD73E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29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1" name="data_1250">
            <a:extLst xmlns:a="http://schemas.openxmlformats.org/drawingml/2006/main">
              <a:ext uri="{FF2B5EF4-FFF2-40B4-BE49-F238E27FC236}">
                <a16:creationId xmlns:a16="http://schemas.microsoft.com/office/drawing/2014/main" id="{27A778BB-3C1D-4541-9C6B-BC19C45D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432" y="32846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2" name="data_1251">
            <a:extLst xmlns:a="http://schemas.openxmlformats.org/drawingml/2006/main">
              <a:ext uri="{FF2B5EF4-FFF2-40B4-BE49-F238E27FC236}">
                <a16:creationId xmlns:a16="http://schemas.microsoft.com/office/drawing/2014/main" id="{480647F1-BBCC-4983-A3C7-16077AFF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813" y="3264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3" name="data_1252">
            <a:extLst xmlns:a="http://schemas.openxmlformats.org/drawingml/2006/main">
              <a:ext uri="{FF2B5EF4-FFF2-40B4-BE49-F238E27FC236}">
                <a16:creationId xmlns:a16="http://schemas.microsoft.com/office/drawing/2014/main" id="{9388A05F-910B-4D5A-8C3C-63E029D9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0869" y="3307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4" name="data_1253">
            <a:extLst xmlns:a="http://schemas.openxmlformats.org/drawingml/2006/main">
              <a:ext uri="{FF2B5EF4-FFF2-40B4-BE49-F238E27FC236}">
                <a16:creationId xmlns:a16="http://schemas.microsoft.com/office/drawing/2014/main" id="{B55076FC-BA63-4365-8BF2-059FB4D2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7890" y="3313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5" name="data_1254">
            <a:extLst xmlns:a="http://schemas.openxmlformats.org/drawingml/2006/main">
              <a:ext uri="{FF2B5EF4-FFF2-40B4-BE49-F238E27FC236}">
                <a16:creationId xmlns:a16="http://schemas.microsoft.com/office/drawing/2014/main" id="{7D7C5688-5659-4623-8EDC-FD8E25BF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6842" y="32231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6" name="data_1255">
            <a:extLst xmlns:a="http://schemas.openxmlformats.org/drawingml/2006/main">
              <a:ext uri="{FF2B5EF4-FFF2-40B4-BE49-F238E27FC236}">
                <a16:creationId xmlns:a16="http://schemas.microsoft.com/office/drawing/2014/main" id="{33EBDC4D-6C77-4D73-B311-FB290874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421" y="19067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7" name="data_1256">
            <a:extLst xmlns:a="http://schemas.openxmlformats.org/drawingml/2006/main">
              <a:ext uri="{FF2B5EF4-FFF2-40B4-BE49-F238E27FC236}">
                <a16:creationId xmlns:a16="http://schemas.microsoft.com/office/drawing/2014/main" id="{C21C6225-31A6-4FC6-8E02-62685649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8798" y="20907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8" name="data_1257">
            <a:extLst xmlns:a="http://schemas.openxmlformats.org/drawingml/2006/main">
              <a:ext uri="{FF2B5EF4-FFF2-40B4-BE49-F238E27FC236}">
                <a16:creationId xmlns:a16="http://schemas.microsoft.com/office/drawing/2014/main" id="{E1DB3DA1-EB3B-4A30-B90F-DB377853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2765" y="17878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9" name="data_1258">
            <a:extLst xmlns:a="http://schemas.openxmlformats.org/drawingml/2006/main">
              <a:ext uri="{FF2B5EF4-FFF2-40B4-BE49-F238E27FC236}">
                <a16:creationId xmlns:a16="http://schemas.microsoft.com/office/drawing/2014/main" id="{BB12A5ED-C561-4AF2-93D6-6945307C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6422" y="18257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0" name="data_1259">
            <a:extLst xmlns:a="http://schemas.openxmlformats.org/drawingml/2006/main">
              <a:ext uri="{FF2B5EF4-FFF2-40B4-BE49-F238E27FC236}">
                <a16:creationId xmlns:a16="http://schemas.microsoft.com/office/drawing/2014/main" id="{1727C1A7-0DBB-46F9-B2FE-B1B79DC5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4498" y="1731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1" name="data_1260">
            <a:extLst xmlns:a="http://schemas.openxmlformats.org/drawingml/2006/main">
              <a:ext uri="{FF2B5EF4-FFF2-40B4-BE49-F238E27FC236}">
                <a16:creationId xmlns:a16="http://schemas.microsoft.com/office/drawing/2014/main" id="{696F6187-D735-412B-ADC8-C2CAB972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0888" y="2509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2" name="data_1261">
            <a:extLst xmlns:a="http://schemas.openxmlformats.org/drawingml/2006/main">
              <a:ext uri="{FF2B5EF4-FFF2-40B4-BE49-F238E27FC236}">
                <a16:creationId xmlns:a16="http://schemas.microsoft.com/office/drawing/2014/main" id="{1DD6754B-A619-4CAD-B3E4-2FAE0993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656" y="22656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3" name="data_1262">
            <a:extLst xmlns:a="http://schemas.openxmlformats.org/drawingml/2006/main">
              <a:ext uri="{FF2B5EF4-FFF2-40B4-BE49-F238E27FC236}">
                <a16:creationId xmlns:a16="http://schemas.microsoft.com/office/drawing/2014/main" id="{136006FE-73B7-4E52-89EE-51C79950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9769" y="23674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4" name="data_1263">
            <a:extLst xmlns:a="http://schemas.openxmlformats.org/drawingml/2006/main">
              <a:ext uri="{FF2B5EF4-FFF2-40B4-BE49-F238E27FC236}">
                <a16:creationId xmlns:a16="http://schemas.microsoft.com/office/drawing/2014/main" id="{C5DD31F9-A834-44DD-B264-02C662C9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448" y="19548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5" name="data_1264">
            <a:extLst xmlns:a="http://schemas.openxmlformats.org/drawingml/2006/main">
              <a:ext uri="{FF2B5EF4-FFF2-40B4-BE49-F238E27FC236}">
                <a16:creationId xmlns:a16="http://schemas.microsoft.com/office/drawing/2014/main" id="{74FF3941-C135-4C0E-AEF6-EA84E54D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003" y="18949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6" name="data_1265">
            <a:extLst xmlns:a="http://schemas.openxmlformats.org/drawingml/2006/main">
              <a:ext uri="{FF2B5EF4-FFF2-40B4-BE49-F238E27FC236}">
                <a16:creationId xmlns:a16="http://schemas.microsoft.com/office/drawing/2014/main" id="{9AFEB48F-00A3-4EC8-95E3-970C0C34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1368" y="23967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7" name="data_1266">
            <a:extLst xmlns:a="http://schemas.openxmlformats.org/drawingml/2006/main">
              <a:ext uri="{FF2B5EF4-FFF2-40B4-BE49-F238E27FC236}">
                <a16:creationId xmlns:a16="http://schemas.microsoft.com/office/drawing/2014/main" id="{1C62102B-440B-494A-8F10-22B565DD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279" y="22814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8" name="data_1267">
            <a:extLst xmlns:a="http://schemas.openxmlformats.org/drawingml/2006/main">
              <a:ext uri="{FF2B5EF4-FFF2-40B4-BE49-F238E27FC236}">
                <a16:creationId xmlns:a16="http://schemas.microsoft.com/office/drawing/2014/main" id="{1A425329-8570-4C40-9609-D1760881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103" y="28832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9" name="data_1268">
            <a:extLst xmlns:a="http://schemas.openxmlformats.org/drawingml/2006/main">
              <a:ext uri="{FF2B5EF4-FFF2-40B4-BE49-F238E27FC236}">
                <a16:creationId xmlns:a16="http://schemas.microsoft.com/office/drawing/2014/main" id="{EA6BCC30-8E08-410F-B9C9-23625AF0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3489" y="24876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0" name="data_1269">
            <a:extLst xmlns:a="http://schemas.openxmlformats.org/drawingml/2006/main">
              <a:ext uri="{FF2B5EF4-FFF2-40B4-BE49-F238E27FC236}">
                <a16:creationId xmlns:a16="http://schemas.microsoft.com/office/drawing/2014/main" id="{79F58459-29B5-4602-8B76-6035311E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2478" y="18048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1" name="data_1270">
            <a:extLst xmlns:a="http://schemas.openxmlformats.org/drawingml/2006/main">
              <a:ext uri="{FF2B5EF4-FFF2-40B4-BE49-F238E27FC236}">
                <a16:creationId xmlns:a16="http://schemas.microsoft.com/office/drawing/2014/main" id="{AD4AD02E-FB18-4454-BF52-97226D28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5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2" name="data_1271">
            <a:extLst xmlns:a="http://schemas.openxmlformats.org/drawingml/2006/main">
              <a:ext uri="{FF2B5EF4-FFF2-40B4-BE49-F238E27FC236}">
                <a16:creationId xmlns:a16="http://schemas.microsoft.com/office/drawing/2014/main" id="{8D50DAA6-8E99-4FB4-A9BB-1C62BAAF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9" y="17938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3" name="data_1272">
            <a:extLst xmlns:a="http://schemas.openxmlformats.org/drawingml/2006/main">
              <a:ext uri="{FF2B5EF4-FFF2-40B4-BE49-F238E27FC236}">
                <a16:creationId xmlns:a16="http://schemas.microsoft.com/office/drawing/2014/main" id="{F801E225-7352-4867-8A11-7271C2D4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6833" y="17361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4" name="data_1273">
            <a:extLst xmlns:a="http://schemas.openxmlformats.org/drawingml/2006/main">
              <a:ext uri="{FF2B5EF4-FFF2-40B4-BE49-F238E27FC236}">
                <a16:creationId xmlns:a16="http://schemas.microsoft.com/office/drawing/2014/main" id="{288A0444-F6B6-4320-BBAC-38DC1581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1010" y="23737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5" name="data_1274">
            <a:extLst xmlns:a="http://schemas.openxmlformats.org/drawingml/2006/main">
              <a:ext uri="{FF2B5EF4-FFF2-40B4-BE49-F238E27FC236}">
                <a16:creationId xmlns:a16="http://schemas.microsoft.com/office/drawing/2014/main" id="{15B9FC3C-F846-438F-AEF7-2F022428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943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6" name="data_1275">
            <a:extLst xmlns:a="http://schemas.openxmlformats.org/drawingml/2006/main">
              <a:ext uri="{FF2B5EF4-FFF2-40B4-BE49-F238E27FC236}">
                <a16:creationId xmlns:a16="http://schemas.microsoft.com/office/drawing/2014/main" id="{188A8005-889B-45CB-AF43-77AC2D28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578" y="24918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7" name="data_1276">
            <a:extLst xmlns:a="http://schemas.openxmlformats.org/drawingml/2006/main">
              <a:ext uri="{FF2B5EF4-FFF2-40B4-BE49-F238E27FC236}">
                <a16:creationId xmlns:a16="http://schemas.microsoft.com/office/drawing/2014/main" id="{EDE572CB-D2AA-45BE-BD95-BE9EDF97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040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8" name="data_1277">
            <a:extLst xmlns:a="http://schemas.openxmlformats.org/drawingml/2006/main">
              <a:ext uri="{FF2B5EF4-FFF2-40B4-BE49-F238E27FC236}">
                <a16:creationId xmlns:a16="http://schemas.microsoft.com/office/drawing/2014/main" id="{84F05101-51FE-444E-8096-8DD4D5CB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0088" y="1752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9" name="data_1278">
            <a:extLst xmlns:a="http://schemas.openxmlformats.org/drawingml/2006/main">
              <a:ext uri="{FF2B5EF4-FFF2-40B4-BE49-F238E27FC236}">
                <a16:creationId xmlns:a16="http://schemas.microsoft.com/office/drawing/2014/main" id="{2F523ED2-54AB-4801-A774-8664CC35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683" y="18922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0" name="data_1279">
            <a:extLst xmlns:a="http://schemas.openxmlformats.org/drawingml/2006/main">
              <a:ext uri="{FF2B5EF4-FFF2-40B4-BE49-F238E27FC236}">
                <a16:creationId xmlns:a16="http://schemas.microsoft.com/office/drawing/2014/main" id="{642A6AAE-556F-40C8-8EAA-B00F1222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40" y="20348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1" name="data_1280">
            <a:extLst xmlns:a="http://schemas.openxmlformats.org/drawingml/2006/main">
              <a:ext uri="{FF2B5EF4-FFF2-40B4-BE49-F238E27FC236}">
                <a16:creationId xmlns:a16="http://schemas.microsoft.com/office/drawing/2014/main" id="{76FE9FF8-EA9B-47D5-9361-E584717A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11" y="2566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2" name="data_1281">
            <a:extLst xmlns:a="http://schemas.openxmlformats.org/drawingml/2006/main">
              <a:ext uri="{FF2B5EF4-FFF2-40B4-BE49-F238E27FC236}">
                <a16:creationId xmlns:a16="http://schemas.microsoft.com/office/drawing/2014/main" id="{06C3251E-14FB-44AE-AE0A-A1386468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0004" y="31830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3" name="data_1282">
            <a:extLst xmlns:a="http://schemas.openxmlformats.org/drawingml/2006/main">
              <a:ext uri="{FF2B5EF4-FFF2-40B4-BE49-F238E27FC236}">
                <a16:creationId xmlns:a16="http://schemas.microsoft.com/office/drawing/2014/main" id="{2AEF7751-0FAD-4D86-8B03-CEB364FD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9853" y="19202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4" name="data_1283">
            <a:extLst xmlns:a="http://schemas.openxmlformats.org/drawingml/2006/main">
              <a:ext uri="{FF2B5EF4-FFF2-40B4-BE49-F238E27FC236}">
                <a16:creationId xmlns:a16="http://schemas.microsoft.com/office/drawing/2014/main" id="{6EB997EE-27BF-4856-9555-3F1633A6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12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5" name="data_1284">
            <a:extLst xmlns:a="http://schemas.openxmlformats.org/drawingml/2006/main">
              <a:ext uri="{FF2B5EF4-FFF2-40B4-BE49-F238E27FC236}">
                <a16:creationId xmlns:a16="http://schemas.microsoft.com/office/drawing/2014/main" id="{5BB27EE3-299B-4044-8306-4CDA7462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153" y="2438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6" name="data_1285">
            <a:extLst xmlns:a="http://schemas.openxmlformats.org/drawingml/2006/main">
              <a:ext uri="{FF2B5EF4-FFF2-40B4-BE49-F238E27FC236}">
                <a16:creationId xmlns:a16="http://schemas.microsoft.com/office/drawing/2014/main" id="{21F1A618-B97C-4661-92E8-9F4C1210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1444" y="32607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7" name="data_1286">
            <a:extLst xmlns:a="http://schemas.openxmlformats.org/drawingml/2006/main">
              <a:ext uri="{FF2B5EF4-FFF2-40B4-BE49-F238E27FC236}">
                <a16:creationId xmlns:a16="http://schemas.microsoft.com/office/drawing/2014/main" id="{D33FEBD0-FDEB-4107-82A5-72416F65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859" y="16885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8" name="data_1287">
            <a:extLst xmlns:a="http://schemas.openxmlformats.org/drawingml/2006/main">
              <a:ext uri="{FF2B5EF4-FFF2-40B4-BE49-F238E27FC236}">
                <a16:creationId xmlns:a16="http://schemas.microsoft.com/office/drawing/2014/main" id="{BD6408B1-106F-4437-B59B-B6DCE0C3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586" y="1903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9" name="data_1288">
            <a:extLst xmlns:a="http://schemas.openxmlformats.org/drawingml/2006/main">
              <a:ext uri="{FF2B5EF4-FFF2-40B4-BE49-F238E27FC236}">
                <a16:creationId xmlns:a16="http://schemas.microsoft.com/office/drawing/2014/main" id="{BB4F7430-4E87-41AF-819B-1DC2368A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1569" y="18361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0" name="data_1289">
            <a:extLst xmlns:a="http://schemas.openxmlformats.org/drawingml/2006/main">
              <a:ext uri="{FF2B5EF4-FFF2-40B4-BE49-F238E27FC236}">
                <a16:creationId xmlns:a16="http://schemas.microsoft.com/office/drawing/2014/main" id="{BB125485-77B3-4F80-BE02-3E1D3873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507" y="30115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1" name="data_1290">
            <a:extLst xmlns:a="http://schemas.openxmlformats.org/drawingml/2006/main">
              <a:ext uri="{FF2B5EF4-FFF2-40B4-BE49-F238E27FC236}">
                <a16:creationId xmlns:a16="http://schemas.microsoft.com/office/drawing/2014/main" id="{70C6FFEE-C634-450D-AD38-97132E29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0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2" name="data_1291">
            <a:extLst xmlns:a="http://schemas.openxmlformats.org/drawingml/2006/main">
              <a:ext uri="{FF2B5EF4-FFF2-40B4-BE49-F238E27FC236}">
                <a16:creationId xmlns:a16="http://schemas.microsoft.com/office/drawing/2014/main" id="{3ABBE297-D31E-46A5-8FCF-084C09EF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326" y="17919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3" name="data_1292">
            <a:extLst xmlns:a="http://schemas.openxmlformats.org/drawingml/2006/main">
              <a:ext uri="{FF2B5EF4-FFF2-40B4-BE49-F238E27FC236}">
                <a16:creationId xmlns:a16="http://schemas.microsoft.com/office/drawing/2014/main" id="{3B850A94-0CAC-4366-86D4-8D942BEE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3495" y="26072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4" name="data_1293">
            <a:extLst xmlns:a="http://schemas.openxmlformats.org/drawingml/2006/main">
              <a:ext uri="{FF2B5EF4-FFF2-40B4-BE49-F238E27FC236}">
                <a16:creationId xmlns:a16="http://schemas.microsoft.com/office/drawing/2014/main" id="{B44F509C-145B-4288-9E07-0FC7997A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7722" y="25167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5" name="data_1294">
            <a:extLst xmlns:a="http://schemas.openxmlformats.org/drawingml/2006/main">
              <a:ext uri="{FF2B5EF4-FFF2-40B4-BE49-F238E27FC236}">
                <a16:creationId xmlns:a16="http://schemas.microsoft.com/office/drawing/2014/main" id="{D4B13634-28C3-458D-B094-7116EC75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1804" y="23718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6" name="data_1295">
            <a:extLst xmlns:a="http://schemas.openxmlformats.org/drawingml/2006/main">
              <a:ext uri="{FF2B5EF4-FFF2-40B4-BE49-F238E27FC236}">
                <a16:creationId xmlns:a16="http://schemas.microsoft.com/office/drawing/2014/main" id="{2ED7BDE0-50B8-46FC-8AEB-663F1C0E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730" y="28568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7" name="data_1296">
            <a:extLst xmlns:a="http://schemas.openxmlformats.org/drawingml/2006/main">
              <a:ext uri="{FF2B5EF4-FFF2-40B4-BE49-F238E27FC236}">
                <a16:creationId xmlns:a16="http://schemas.microsoft.com/office/drawing/2014/main" id="{8B0A1AD4-3B07-4E9D-B99D-C4F7DD89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197" y="19956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8" name="data_1297">
            <a:extLst xmlns:a="http://schemas.openxmlformats.org/drawingml/2006/main">
              <a:ext uri="{FF2B5EF4-FFF2-40B4-BE49-F238E27FC236}">
                <a16:creationId xmlns:a16="http://schemas.microsoft.com/office/drawing/2014/main" id="{F328B64A-D87A-404A-BE9B-A5876665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610" y="18310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9" name="data_1298">
            <a:extLst xmlns:a="http://schemas.openxmlformats.org/drawingml/2006/main">
              <a:ext uri="{FF2B5EF4-FFF2-40B4-BE49-F238E27FC236}">
                <a16:creationId xmlns:a16="http://schemas.microsoft.com/office/drawing/2014/main" id="{612FE71C-13C0-4881-89D4-5C32CF1A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8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0" name="data_1299">
            <a:extLst xmlns:a="http://schemas.openxmlformats.org/drawingml/2006/main">
              <a:ext uri="{FF2B5EF4-FFF2-40B4-BE49-F238E27FC236}">
                <a16:creationId xmlns:a16="http://schemas.microsoft.com/office/drawing/2014/main" id="{83DFA638-5641-4E35-9F2F-0EB5E17A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6646" y="1903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1" name="data_1300">
            <a:extLst xmlns:a="http://schemas.openxmlformats.org/drawingml/2006/main">
              <a:ext uri="{FF2B5EF4-FFF2-40B4-BE49-F238E27FC236}">
                <a16:creationId xmlns:a16="http://schemas.microsoft.com/office/drawing/2014/main" id="{BEDC2DC3-2807-499F-944D-35C93CF2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246" y="20049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2" name="data_1301">
            <a:extLst xmlns:a="http://schemas.openxmlformats.org/drawingml/2006/main">
              <a:ext uri="{FF2B5EF4-FFF2-40B4-BE49-F238E27FC236}">
                <a16:creationId xmlns:a16="http://schemas.microsoft.com/office/drawing/2014/main" id="{90C08228-5082-4EB1-B3BE-37A5FC0D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885" y="16826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3" name="data_1302">
            <a:extLst xmlns:a="http://schemas.openxmlformats.org/drawingml/2006/main">
              <a:ext uri="{FF2B5EF4-FFF2-40B4-BE49-F238E27FC236}">
                <a16:creationId xmlns:a16="http://schemas.microsoft.com/office/drawing/2014/main" id="{09F91A5F-2DED-4B8B-832C-2D8BB274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164" y="27974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4" name="data_1303">
            <a:extLst xmlns:a="http://schemas.openxmlformats.org/drawingml/2006/main">
              <a:ext uri="{FF2B5EF4-FFF2-40B4-BE49-F238E27FC236}">
                <a16:creationId xmlns:a16="http://schemas.microsoft.com/office/drawing/2014/main" id="{D066F270-FD20-4029-A9D6-FC69C5B4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484" y="1742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5" name="data_1304">
            <a:extLst xmlns:a="http://schemas.openxmlformats.org/drawingml/2006/main">
              <a:ext uri="{FF2B5EF4-FFF2-40B4-BE49-F238E27FC236}">
                <a16:creationId xmlns:a16="http://schemas.microsoft.com/office/drawing/2014/main" id="{7BC6EA7E-32C6-4DA4-B918-84CC48DE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6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6" name="data_1305">
            <a:extLst xmlns:a="http://schemas.openxmlformats.org/drawingml/2006/main">
              <a:ext uri="{FF2B5EF4-FFF2-40B4-BE49-F238E27FC236}">
                <a16:creationId xmlns:a16="http://schemas.microsoft.com/office/drawing/2014/main" id="{B5AA32D1-FB01-4079-BCD5-8098E7E4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5313" y="30421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7" name="data_1306">
            <a:extLst xmlns:a="http://schemas.openxmlformats.org/drawingml/2006/main">
              <a:ext uri="{FF2B5EF4-FFF2-40B4-BE49-F238E27FC236}">
                <a16:creationId xmlns:a16="http://schemas.microsoft.com/office/drawing/2014/main" id="{571C7F80-AB35-4AD9-91C7-F24E26AB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4499" y="26017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8" name="data_1307">
            <a:extLst xmlns:a="http://schemas.openxmlformats.org/drawingml/2006/main">
              <a:ext uri="{FF2B5EF4-FFF2-40B4-BE49-F238E27FC236}">
                <a16:creationId xmlns:a16="http://schemas.microsoft.com/office/drawing/2014/main" id="{9E09390D-718C-4CB1-A694-1FD496BC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43" y="2632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9" name="data_1308">
            <a:extLst xmlns:a="http://schemas.openxmlformats.org/drawingml/2006/main">
              <a:ext uri="{FF2B5EF4-FFF2-40B4-BE49-F238E27FC236}">
                <a16:creationId xmlns:a16="http://schemas.microsoft.com/office/drawing/2014/main" id="{1BBBAA3A-789F-4893-907A-F55A53D6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7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0" name="data_1309">
            <a:extLst xmlns:a="http://schemas.openxmlformats.org/drawingml/2006/main">
              <a:ext uri="{FF2B5EF4-FFF2-40B4-BE49-F238E27FC236}">
                <a16:creationId xmlns:a16="http://schemas.microsoft.com/office/drawing/2014/main" id="{70D5905F-93E2-4B41-82B9-000D5E82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0459" y="17651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1" name="data_1310">
            <a:extLst xmlns:a="http://schemas.openxmlformats.org/drawingml/2006/main">
              <a:ext uri="{FF2B5EF4-FFF2-40B4-BE49-F238E27FC236}">
                <a16:creationId xmlns:a16="http://schemas.microsoft.com/office/drawing/2014/main" id="{7D551599-E7EC-4B1C-9C28-E7266E7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8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2" name="data_1311">
            <a:extLst xmlns:a="http://schemas.openxmlformats.org/drawingml/2006/main">
              <a:ext uri="{FF2B5EF4-FFF2-40B4-BE49-F238E27FC236}">
                <a16:creationId xmlns:a16="http://schemas.microsoft.com/office/drawing/2014/main" id="{035EEEA8-7C6F-4446-9C84-FE62525B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58" y="27865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3" name="data_1312">
            <a:extLst xmlns:a="http://schemas.openxmlformats.org/drawingml/2006/main">
              <a:ext uri="{FF2B5EF4-FFF2-40B4-BE49-F238E27FC236}">
                <a16:creationId xmlns:a16="http://schemas.microsoft.com/office/drawing/2014/main" id="{B26AA629-A4E0-4E80-A727-ADB8088B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7457" y="17826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4" name="data_1313">
            <a:extLst xmlns:a="http://schemas.openxmlformats.org/drawingml/2006/main">
              <a:ext uri="{FF2B5EF4-FFF2-40B4-BE49-F238E27FC236}">
                <a16:creationId xmlns:a16="http://schemas.microsoft.com/office/drawing/2014/main" id="{5382F938-E3A1-480B-B759-280CC27F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55" y="21003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5" name="data_1314">
            <a:extLst xmlns:a="http://schemas.openxmlformats.org/drawingml/2006/main">
              <a:ext uri="{FF2B5EF4-FFF2-40B4-BE49-F238E27FC236}">
                <a16:creationId xmlns:a16="http://schemas.microsoft.com/office/drawing/2014/main" id="{FFDCD0CD-EF03-476A-BF93-6915A630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104" y="25024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6" name="data_1315">
            <a:extLst xmlns:a="http://schemas.openxmlformats.org/drawingml/2006/main">
              <a:ext uri="{FF2B5EF4-FFF2-40B4-BE49-F238E27FC236}">
                <a16:creationId xmlns:a16="http://schemas.microsoft.com/office/drawing/2014/main" id="{D8357A3D-2332-4025-B790-E4F7E56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102" y="19556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7" name="data_1316">
            <a:extLst xmlns:a="http://schemas.openxmlformats.org/drawingml/2006/main">
              <a:ext uri="{FF2B5EF4-FFF2-40B4-BE49-F238E27FC236}">
                <a16:creationId xmlns:a16="http://schemas.microsoft.com/office/drawing/2014/main" id="{7AC54992-1C55-47A8-9E46-2C42A9B3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8" name="data_1317">
            <a:extLst xmlns:a="http://schemas.openxmlformats.org/drawingml/2006/main">
              <a:ext uri="{FF2B5EF4-FFF2-40B4-BE49-F238E27FC236}">
                <a16:creationId xmlns:a16="http://schemas.microsoft.com/office/drawing/2014/main" id="{776DF084-194C-40DF-9A54-6B398D2C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285" y="1905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9" name="data_1318">
            <a:extLst xmlns:a="http://schemas.openxmlformats.org/drawingml/2006/main">
              <a:ext uri="{FF2B5EF4-FFF2-40B4-BE49-F238E27FC236}">
                <a16:creationId xmlns:a16="http://schemas.microsoft.com/office/drawing/2014/main" id="{5645FD06-4099-4485-84DA-1B88C709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34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0" name="data_1319">
            <a:extLst xmlns:a="http://schemas.openxmlformats.org/drawingml/2006/main">
              <a:ext uri="{FF2B5EF4-FFF2-40B4-BE49-F238E27FC236}">
                <a16:creationId xmlns:a16="http://schemas.microsoft.com/office/drawing/2014/main" id="{9ECB4A34-C6D4-4D31-AD82-F512DA2B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03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1" name="data_1320">
            <a:extLst xmlns:a="http://schemas.openxmlformats.org/drawingml/2006/main">
              <a:ext uri="{FF2B5EF4-FFF2-40B4-BE49-F238E27FC236}">
                <a16:creationId xmlns:a16="http://schemas.microsoft.com/office/drawing/2014/main" id="{49225BA7-8546-4E0B-9911-02F607B3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340" y="22932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2" name="data_1321">
            <a:extLst xmlns:a="http://schemas.openxmlformats.org/drawingml/2006/main">
              <a:ext uri="{FF2B5EF4-FFF2-40B4-BE49-F238E27FC236}">
                <a16:creationId xmlns:a16="http://schemas.microsoft.com/office/drawing/2014/main" id="{8F742995-001A-452A-A4D5-BF0D1327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3635" y="18608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3" name="data_1322">
            <a:extLst xmlns:a="http://schemas.openxmlformats.org/drawingml/2006/main">
              <a:ext uri="{FF2B5EF4-FFF2-40B4-BE49-F238E27FC236}">
                <a16:creationId xmlns:a16="http://schemas.microsoft.com/office/drawing/2014/main" id="{B5AA102C-B0F5-47A4-A525-952DEA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197" y="21299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4" name="data_1323">
            <a:extLst xmlns:a="http://schemas.openxmlformats.org/drawingml/2006/main">
              <a:ext uri="{FF2B5EF4-FFF2-40B4-BE49-F238E27FC236}">
                <a16:creationId xmlns:a16="http://schemas.microsoft.com/office/drawing/2014/main" id="{80D50A69-0094-43AF-89C0-B6D4D37E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139" y="21864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5" name="data_1324">
            <a:extLst xmlns:a="http://schemas.openxmlformats.org/drawingml/2006/main">
              <a:ext uri="{FF2B5EF4-FFF2-40B4-BE49-F238E27FC236}">
                <a16:creationId xmlns:a16="http://schemas.microsoft.com/office/drawing/2014/main" id="{BCE8FE92-2989-4DFC-B653-9450638D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1450" y="19091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6" name="data_1325">
            <a:extLst xmlns:a="http://schemas.openxmlformats.org/drawingml/2006/main">
              <a:ext uri="{FF2B5EF4-FFF2-40B4-BE49-F238E27FC236}">
                <a16:creationId xmlns:a16="http://schemas.microsoft.com/office/drawing/2014/main" id="{1742790D-1303-477B-A523-3D2A59AE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475" y="20484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7" name="data_1326">
            <a:extLst xmlns:a="http://schemas.openxmlformats.org/drawingml/2006/main">
              <a:ext uri="{FF2B5EF4-FFF2-40B4-BE49-F238E27FC236}">
                <a16:creationId xmlns:a16="http://schemas.microsoft.com/office/drawing/2014/main" id="{D2807CC6-74E5-4E6C-B15C-9415D4E8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894" y="20552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8" name="data_1327">
            <a:extLst xmlns:a="http://schemas.openxmlformats.org/drawingml/2006/main">
              <a:ext uri="{FF2B5EF4-FFF2-40B4-BE49-F238E27FC236}">
                <a16:creationId xmlns:a16="http://schemas.microsoft.com/office/drawing/2014/main" id="{C4FDBBC4-E5B2-4D89-A016-47531F40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768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9" name="data_1328">
            <a:extLst xmlns:a="http://schemas.openxmlformats.org/drawingml/2006/main">
              <a:ext uri="{FF2B5EF4-FFF2-40B4-BE49-F238E27FC236}">
                <a16:creationId xmlns:a16="http://schemas.microsoft.com/office/drawing/2014/main" id="{FF2FBBCB-1BEE-47F9-9CA5-BC9DD6EB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1892" y="19978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0" name="data_1329">
            <a:extLst xmlns:a="http://schemas.openxmlformats.org/drawingml/2006/main">
              <a:ext uri="{FF2B5EF4-FFF2-40B4-BE49-F238E27FC236}">
                <a16:creationId xmlns:a16="http://schemas.microsoft.com/office/drawing/2014/main" id="{E51CC32E-D5E1-486F-B805-4569416D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7051" y="23176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1" name="data_1330">
            <a:extLst xmlns:a="http://schemas.openxmlformats.org/drawingml/2006/main">
              <a:ext uri="{FF2B5EF4-FFF2-40B4-BE49-F238E27FC236}">
                <a16:creationId xmlns:a16="http://schemas.microsoft.com/office/drawing/2014/main" id="{436D01D2-1EC1-454C-8F8C-89A8FB10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58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2" name="data_1331">
            <a:extLst xmlns:a="http://schemas.openxmlformats.org/drawingml/2006/main">
              <a:ext uri="{FF2B5EF4-FFF2-40B4-BE49-F238E27FC236}">
                <a16:creationId xmlns:a16="http://schemas.microsoft.com/office/drawing/2014/main" id="{DA122BCD-23EB-4199-9602-E86D1F38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4848" y="31201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3" name="data_1332">
            <a:extLst xmlns:a="http://schemas.openxmlformats.org/drawingml/2006/main">
              <a:ext uri="{FF2B5EF4-FFF2-40B4-BE49-F238E27FC236}">
                <a16:creationId xmlns:a16="http://schemas.microsoft.com/office/drawing/2014/main" id="{36EF4B5E-A759-43CD-BDCB-2F84EF42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919" y="30954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4" name="data_1333">
            <a:extLst xmlns:a="http://schemas.openxmlformats.org/drawingml/2006/main">
              <a:ext uri="{FF2B5EF4-FFF2-40B4-BE49-F238E27FC236}">
                <a16:creationId xmlns:a16="http://schemas.microsoft.com/office/drawing/2014/main" id="{9869784B-1FC8-4B46-AD10-EDA454F8E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772" y="3079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5" name="data_1334">
            <a:extLst xmlns:a="http://schemas.openxmlformats.org/drawingml/2006/main">
              <a:ext uri="{FF2B5EF4-FFF2-40B4-BE49-F238E27FC236}">
                <a16:creationId xmlns:a16="http://schemas.microsoft.com/office/drawing/2014/main" id="{7ECCEA9B-1448-4E84-84E9-84E40CA8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624" y="1809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6" name="data_1335">
            <a:extLst xmlns:a="http://schemas.openxmlformats.org/drawingml/2006/main">
              <a:ext uri="{FF2B5EF4-FFF2-40B4-BE49-F238E27FC236}">
                <a16:creationId xmlns:a16="http://schemas.microsoft.com/office/drawing/2014/main" id="{DBD55532-1F52-41FE-BD7B-1F614CD6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2917" y="28079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7" name="data_1336">
            <a:extLst xmlns:a="http://schemas.openxmlformats.org/drawingml/2006/main">
              <a:ext uri="{FF2B5EF4-FFF2-40B4-BE49-F238E27FC236}">
                <a16:creationId xmlns:a16="http://schemas.microsoft.com/office/drawing/2014/main" id="{AFBD90F7-3C98-4EA0-AD44-47B249D0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3228" y="19007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8" name="data_1337">
            <a:extLst xmlns:a="http://schemas.openxmlformats.org/drawingml/2006/main">
              <a:ext uri="{FF2B5EF4-FFF2-40B4-BE49-F238E27FC236}">
                <a16:creationId xmlns:a16="http://schemas.microsoft.com/office/drawing/2014/main" id="{9D488ED6-C53B-4A0B-9C30-940A1355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6603" y="25689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9" name="data_1338">
            <a:extLst xmlns:a="http://schemas.openxmlformats.org/drawingml/2006/main">
              <a:ext uri="{FF2B5EF4-FFF2-40B4-BE49-F238E27FC236}">
                <a16:creationId xmlns:a16="http://schemas.microsoft.com/office/drawing/2014/main" id="{71967479-FEA5-44E3-92EE-34D29BBF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787" y="2943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0" name="data_1339">
            <a:extLst xmlns:a="http://schemas.openxmlformats.org/drawingml/2006/main">
              <a:ext uri="{FF2B5EF4-FFF2-40B4-BE49-F238E27FC236}">
                <a16:creationId xmlns:a16="http://schemas.microsoft.com/office/drawing/2014/main" id="{254E2FE2-2C9C-4DC3-967C-BF0EDF75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055" y="20486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1" name="data_1340">
            <a:extLst xmlns:a="http://schemas.openxmlformats.org/drawingml/2006/main">
              <a:ext uri="{FF2B5EF4-FFF2-40B4-BE49-F238E27FC236}">
                <a16:creationId xmlns:a16="http://schemas.microsoft.com/office/drawing/2014/main" id="{349399F4-8030-437A-A6D4-472ADB48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8455" y="18820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2" name="data_1341">
            <a:extLst xmlns:a="http://schemas.openxmlformats.org/drawingml/2006/main">
              <a:ext uri="{FF2B5EF4-FFF2-40B4-BE49-F238E27FC236}">
                <a16:creationId xmlns:a16="http://schemas.microsoft.com/office/drawing/2014/main" id="{AF129EAF-3EF6-478E-B6D1-92D4BC00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491" y="18686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3" name="data_1342">
            <a:extLst xmlns:a="http://schemas.openxmlformats.org/drawingml/2006/main">
              <a:ext uri="{FF2B5EF4-FFF2-40B4-BE49-F238E27FC236}">
                <a16:creationId xmlns:a16="http://schemas.microsoft.com/office/drawing/2014/main" id="{A80EA37B-BA59-49F1-B118-8EE00FE8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6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4" name="data_1343">
            <a:extLst xmlns:a="http://schemas.openxmlformats.org/drawingml/2006/main">
              <a:ext uri="{FF2B5EF4-FFF2-40B4-BE49-F238E27FC236}">
                <a16:creationId xmlns:a16="http://schemas.microsoft.com/office/drawing/2014/main" id="{B339E351-633C-4CCE-8A0D-2A8AF297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6005" y="1813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5" name="data_1344">
            <a:extLst xmlns:a="http://schemas.openxmlformats.org/drawingml/2006/main">
              <a:ext uri="{FF2B5EF4-FFF2-40B4-BE49-F238E27FC236}">
                <a16:creationId xmlns:a16="http://schemas.microsoft.com/office/drawing/2014/main" id="{27A16848-D31D-41AF-918A-754F7DEF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0368" y="21213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6" name="data_1345">
            <a:extLst xmlns:a="http://schemas.openxmlformats.org/drawingml/2006/main">
              <a:ext uri="{FF2B5EF4-FFF2-40B4-BE49-F238E27FC236}">
                <a16:creationId xmlns:a16="http://schemas.microsoft.com/office/drawing/2014/main" id="{112BF04F-5ECC-4C38-9BA7-EDF0A22D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746" y="1926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7" name="data_1346">
            <a:extLst xmlns:a="http://schemas.openxmlformats.org/drawingml/2006/main">
              <a:ext uri="{FF2B5EF4-FFF2-40B4-BE49-F238E27FC236}">
                <a16:creationId xmlns:a16="http://schemas.microsoft.com/office/drawing/2014/main" id="{428DD384-28A6-4A8A-8903-A1A5FB9E3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883" y="25162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8" name="data_1347">
            <a:extLst xmlns:a="http://schemas.openxmlformats.org/drawingml/2006/main">
              <a:ext uri="{FF2B5EF4-FFF2-40B4-BE49-F238E27FC236}">
                <a16:creationId xmlns:a16="http://schemas.microsoft.com/office/drawing/2014/main" id="{40B3EFC7-CBAA-4B46-A50F-62AC3B27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0171" y="26318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9" name="data_1348">
            <a:extLst xmlns:a="http://schemas.openxmlformats.org/drawingml/2006/main">
              <a:ext uri="{FF2B5EF4-FFF2-40B4-BE49-F238E27FC236}">
                <a16:creationId xmlns:a16="http://schemas.microsoft.com/office/drawing/2014/main" id="{147516C6-6223-4584-AFD4-08BCC63D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417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0" name="data_1349">
            <a:extLst xmlns:a="http://schemas.openxmlformats.org/drawingml/2006/main">
              <a:ext uri="{FF2B5EF4-FFF2-40B4-BE49-F238E27FC236}">
                <a16:creationId xmlns:a16="http://schemas.microsoft.com/office/drawing/2014/main" id="{5DED0849-C71C-4BE9-9169-8E6B9E75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4728" y="17365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1" name="data_1350">
            <a:extLst xmlns:a="http://schemas.openxmlformats.org/drawingml/2006/main">
              <a:ext uri="{FF2B5EF4-FFF2-40B4-BE49-F238E27FC236}">
                <a16:creationId xmlns:a16="http://schemas.microsoft.com/office/drawing/2014/main" id="{80E1704E-84C2-4DAC-8B4C-E034D5B7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6105" y="19413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2" name="data_1351">
            <a:extLst xmlns:a="http://schemas.openxmlformats.org/drawingml/2006/main">
              <a:ext uri="{FF2B5EF4-FFF2-40B4-BE49-F238E27FC236}">
                <a16:creationId xmlns:a16="http://schemas.microsoft.com/office/drawing/2014/main" id="{C505A5F0-F849-4CCF-84C6-D0EC3AE4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303" y="17663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3" name="data_1352">
            <a:extLst xmlns:a="http://schemas.openxmlformats.org/drawingml/2006/main">
              <a:ext uri="{FF2B5EF4-FFF2-40B4-BE49-F238E27FC236}">
                <a16:creationId xmlns:a16="http://schemas.microsoft.com/office/drawing/2014/main" id="{FD448506-6358-4CA6-99A7-A9D03DE7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7852" y="18226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4" name="data_1353">
            <a:extLst xmlns:a="http://schemas.openxmlformats.org/drawingml/2006/main">
              <a:ext uri="{FF2B5EF4-FFF2-40B4-BE49-F238E27FC236}">
                <a16:creationId xmlns:a16="http://schemas.microsoft.com/office/drawing/2014/main" id="{7B98E0C2-ECE6-42CB-83F1-9B87E42C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837" y="2529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5" name="data_1354">
            <a:extLst xmlns:a="http://schemas.openxmlformats.org/drawingml/2006/main">
              <a:ext uri="{FF2B5EF4-FFF2-40B4-BE49-F238E27FC236}">
                <a16:creationId xmlns:a16="http://schemas.microsoft.com/office/drawing/2014/main" id="{47802894-EFEB-4336-8428-D9932A7F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110" y="25683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6" name="data_1355">
            <a:extLst xmlns:a="http://schemas.openxmlformats.org/drawingml/2006/main">
              <a:ext uri="{FF2B5EF4-FFF2-40B4-BE49-F238E27FC236}">
                <a16:creationId xmlns:a16="http://schemas.microsoft.com/office/drawing/2014/main" id="{EF232D4F-5084-4CF3-99A7-04EEB82F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813" y="17806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7" name="data_1356">
            <a:extLst xmlns:a="http://schemas.openxmlformats.org/drawingml/2006/main">
              <a:ext uri="{FF2B5EF4-FFF2-40B4-BE49-F238E27FC236}">
                <a16:creationId xmlns:a16="http://schemas.microsoft.com/office/drawing/2014/main" id="{8F2C6A7D-84DE-4B08-9333-9625D090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6260" y="2006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8" name="data_1357">
            <a:extLst xmlns:a="http://schemas.openxmlformats.org/drawingml/2006/main">
              <a:ext uri="{FF2B5EF4-FFF2-40B4-BE49-F238E27FC236}">
                <a16:creationId xmlns:a16="http://schemas.microsoft.com/office/drawing/2014/main" id="{804154FC-5EA8-4232-8904-EFA6080A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898" y="19517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9" name="data_1358">
            <a:extLst xmlns:a="http://schemas.openxmlformats.org/drawingml/2006/main">
              <a:ext uri="{FF2B5EF4-FFF2-40B4-BE49-F238E27FC236}">
                <a16:creationId xmlns:a16="http://schemas.microsoft.com/office/drawing/2014/main" id="{8B558639-3519-4C2D-8873-2F63E898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822" y="18659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0" name="data_1359">
            <a:extLst xmlns:a="http://schemas.openxmlformats.org/drawingml/2006/main">
              <a:ext uri="{FF2B5EF4-FFF2-40B4-BE49-F238E27FC236}">
                <a16:creationId xmlns:a16="http://schemas.microsoft.com/office/drawing/2014/main" id="{5882EC73-99A1-4826-8825-7C6C4365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5733" y="1915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1" name="data_1360">
            <a:extLst xmlns:a="http://schemas.openxmlformats.org/drawingml/2006/main">
              <a:ext uri="{FF2B5EF4-FFF2-40B4-BE49-F238E27FC236}">
                <a16:creationId xmlns:a16="http://schemas.microsoft.com/office/drawing/2014/main" id="{2CC7F127-BA14-4059-BC99-88154A2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560" y="19693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2" name="data_1361">
            <a:extLst xmlns:a="http://schemas.openxmlformats.org/drawingml/2006/main">
              <a:ext uri="{FF2B5EF4-FFF2-40B4-BE49-F238E27FC236}">
                <a16:creationId xmlns:a16="http://schemas.microsoft.com/office/drawing/2014/main" id="{BBD53392-26FD-4E2D-AC60-C4D3129A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8329" y="2459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3" name="data_1362">
            <a:extLst xmlns:a="http://schemas.openxmlformats.org/drawingml/2006/main">
              <a:ext uri="{FF2B5EF4-FFF2-40B4-BE49-F238E27FC236}">
                <a16:creationId xmlns:a16="http://schemas.microsoft.com/office/drawing/2014/main" id="{C82D688E-04D5-4D1B-8CD2-84322CE0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573" y="19960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4" name="data_1363">
            <a:extLst xmlns:a="http://schemas.openxmlformats.org/drawingml/2006/main">
              <a:ext uri="{FF2B5EF4-FFF2-40B4-BE49-F238E27FC236}">
                <a16:creationId xmlns:a16="http://schemas.microsoft.com/office/drawing/2014/main" id="{F2A7B6FC-399E-429A-9D00-AAA6852E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293" y="18043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5" name="data_1364">
            <a:extLst xmlns:a="http://schemas.openxmlformats.org/drawingml/2006/main">
              <a:ext uri="{FF2B5EF4-FFF2-40B4-BE49-F238E27FC236}">
                <a16:creationId xmlns:a16="http://schemas.microsoft.com/office/drawing/2014/main" id="{7D675B9B-B778-4BEA-89EF-9058E38D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37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6" name="data_1365">
            <a:extLst xmlns:a="http://schemas.openxmlformats.org/drawingml/2006/main">
              <a:ext uri="{FF2B5EF4-FFF2-40B4-BE49-F238E27FC236}">
                <a16:creationId xmlns:a16="http://schemas.microsoft.com/office/drawing/2014/main" id="{C76291A3-B23F-490D-9CAE-5259B666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9887" y="17951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7" name="data_1366">
            <a:extLst xmlns:a="http://schemas.openxmlformats.org/drawingml/2006/main">
              <a:ext uri="{FF2B5EF4-FFF2-40B4-BE49-F238E27FC236}">
                <a16:creationId xmlns:a16="http://schemas.microsoft.com/office/drawing/2014/main" id="{450FDFFA-BABE-4139-9812-36149E8C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493" y="17300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8" name="data_1367">
            <a:extLst xmlns:a="http://schemas.openxmlformats.org/drawingml/2006/main">
              <a:ext uri="{FF2B5EF4-FFF2-40B4-BE49-F238E27FC236}">
                <a16:creationId xmlns:a16="http://schemas.microsoft.com/office/drawing/2014/main" id="{B0639972-D1FB-472D-A6B0-F7795E8B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9948" y="21952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9" name="data_1368">
            <a:extLst xmlns:a="http://schemas.openxmlformats.org/drawingml/2006/main">
              <a:ext uri="{FF2B5EF4-FFF2-40B4-BE49-F238E27FC236}">
                <a16:creationId xmlns:a16="http://schemas.microsoft.com/office/drawing/2014/main" id="{91D476FF-5128-4D14-86BB-133C9394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5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0" name="data_1369">
            <a:extLst xmlns:a="http://schemas.openxmlformats.org/drawingml/2006/main">
              <a:ext uri="{FF2B5EF4-FFF2-40B4-BE49-F238E27FC236}">
                <a16:creationId xmlns:a16="http://schemas.microsoft.com/office/drawing/2014/main" id="{A50F2E8D-9059-4489-80A2-B1C7E1D4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4940" y="27178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1" name="data_1370">
            <a:extLst xmlns:a="http://schemas.openxmlformats.org/drawingml/2006/main">
              <a:ext uri="{FF2B5EF4-FFF2-40B4-BE49-F238E27FC236}">
                <a16:creationId xmlns:a16="http://schemas.microsoft.com/office/drawing/2014/main" id="{7F98DB45-7BD4-456A-B9F7-CEE05680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2" name="data_1371">
            <a:extLst xmlns:a="http://schemas.openxmlformats.org/drawingml/2006/main">
              <a:ext uri="{FF2B5EF4-FFF2-40B4-BE49-F238E27FC236}">
                <a16:creationId xmlns:a16="http://schemas.microsoft.com/office/drawing/2014/main" id="{29F75EEF-AABF-43DD-B8C7-0C819285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3727" y="17529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3" name="data_1372">
            <a:extLst xmlns:a="http://schemas.openxmlformats.org/drawingml/2006/main">
              <a:ext uri="{FF2B5EF4-FFF2-40B4-BE49-F238E27FC236}">
                <a16:creationId xmlns:a16="http://schemas.microsoft.com/office/drawing/2014/main" id="{8E97E7A3-F995-4D53-827C-4F46BF14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030" y="18774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4" name="data_1373">
            <a:extLst xmlns:a="http://schemas.openxmlformats.org/drawingml/2006/main">
              <a:ext uri="{FF2B5EF4-FFF2-40B4-BE49-F238E27FC236}">
                <a16:creationId xmlns:a16="http://schemas.microsoft.com/office/drawing/2014/main" id="{A210F4CE-E404-4350-9793-B7089D89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266" y="19501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5" name="data_1374">
            <a:extLst xmlns:a="http://schemas.openxmlformats.org/drawingml/2006/main">
              <a:ext uri="{FF2B5EF4-FFF2-40B4-BE49-F238E27FC236}">
                <a16:creationId xmlns:a16="http://schemas.microsoft.com/office/drawing/2014/main" id="{406531C0-5A0D-4800-841E-6699B6D0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5605" y="23759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6" name="data_1375">
            <a:extLst xmlns:a="http://schemas.openxmlformats.org/drawingml/2006/main">
              <a:ext uri="{FF2B5EF4-FFF2-40B4-BE49-F238E27FC236}">
                <a16:creationId xmlns:a16="http://schemas.microsoft.com/office/drawing/2014/main" id="{A588A24C-A04E-4BEC-BF0B-7B2365BF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140" y="18626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7" name="data_1376">
            <a:extLst xmlns:a="http://schemas.openxmlformats.org/drawingml/2006/main">
              <a:ext uri="{FF2B5EF4-FFF2-40B4-BE49-F238E27FC236}">
                <a16:creationId xmlns:a16="http://schemas.microsoft.com/office/drawing/2014/main" id="{13DCDE16-8917-488D-9656-54E73EF5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993" y="19143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8" name="data_1377">
            <a:extLst xmlns:a="http://schemas.openxmlformats.org/drawingml/2006/main">
              <a:ext uri="{FF2B5EF4-FFF2-40B4-BE49-F238E27FC236}">
                <a16:creationId xmlns:a16="http://schemas.microsoft.com/office/drawing/2014/main" id="{87AE88A8-7721-477F-A560-F5C62698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301" y="21015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9" name="data_1378">
            <a:extLst xmlns:a="http://schemas.openxmlformats.org/drawingml/2006/main">
              <a:ext uri="{FF2B5EF4-FFF2-40B4-BE49-F238E27FC236}">
                <a16:creationId xmlns:a16="http://schemas.microsoft.com/office/drawing/2014/main" id="{6E96DDE1-D57D-4C59-99A1-C87D4D2D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5450" y="24004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0" name="data_1379">
            <a:extLst xmlns:a="http://schemas.openxmlformats.org/drawingml/2006/main">
              <a:ext uri="{FF2B5EF4-FFF2-40B4-BE49-F238E27FC236}">
                <a16:creationId xmlns:a16="http://schemas.microsoft.com/office/drawing/2014/main" id="{100F1B3A-1FBC-4EB7-8584-09387DE1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648" y="27611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1" name="data_1380">
            <a:extLst xmlns:a="http://schemas.openxmlformats.org/drawingml/2006/main">
              <a:ext uri="{FF2B5EF4-FFF2-40B4-BE49-F238E27FC236}">
                <a16:creationId xmlns:a16="http://schemas.microsoft.com/office/drawing/2014/main" id="{13AA3681-2A95-4F56-B93B-1781D58E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8036" y="16882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2" name="data_1381">
            <a:extLst xmlns:a="http://schemas.openxmlformats.org/drawingml/2006/main">
              <a:ext uri="{FF2B5EF4-FFF2-40B4-BE49-F238E27FC236}">
                <a16:creationId xmlns:a16="http://schemas.microsoft.com/office/drawing/2014/main" id="{1B869CCD-E811-4CCD-ACC8-7B9D4936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551" y="18489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3" name="data_1382">
            <a:extLst xmlns:a="http://schemas.openxmlformats.org/drawingml/2006/main">
              <a:ext uri="{FF2B5EF4-FFF2-40B4-BE49-F238E27FC236}">
                <a16:creationId xmlns:a16="http://schemas.microsoft.com/office/drawing/2014/main" id="{8A8115B3-0B61-413D-BE1F-A5B9832A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6400" y="17815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4" name="data_1383">
            <a:extLst xmlns:a="http://schemas.openxmlformats.org/drawingml/2006/main">
              <a:ext uri="{FF2B5EF4-FFF2-40B4-BE49-F238E27FC236}">
                <a16:creationId xmlns:a16="http://schemas.microsoft.com/office/drawing/2014/main" id="{3B994C42-5460-4684-A186-30CE6069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2647" y="18457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5" name="data_1384">
            <a:extLst xmlns:a="http://schemas.openxmlformats.org/drawingml/2006/main">
              <a:ext uri="{FF2B5EF4-FFF2-40B4-BE49-F238E27FC236}">
                <a16:creationId xmlns:a16="http://schemas.microsoft.com/office/drawing/2014/main" id="{F10E5B75-77AC-4496-A25E-B3B470D7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9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6" name="data_1385">
            <a:extLst xmlns:a="http://schemas.openxmlformats.org/drawingml/2006/main">
              <a:ext uri="{FF2B5EF4-FFF2-40B4-BE49-F238E27FC236}">
                <a16:creationId xmlns:a16="http://schemas.microsoft.com/office/drawing/2014/main" id="{9BA2F568-D24A-4923-8D6D-8FE15DE7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5966" y="17899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7" name="data_1386">
            <a:extLst xmlns:a="http://schemas.openxmlformats.org/drawingml/2006/main">
              <a:ext uri="{FF2B5EF4-FFF2-40B4-BE49-F238E27FC236}">
                <a16:creationId xmlns:a16="http://schemas.microsoft.com/office/drawing/2014/main" id="{26F66356-44A7-4C7F-AC8F-584F7562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6130" y="23939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8" name="data_1387">
            <a:extLst xmlns:a="http://schemas.openxmlformats.org/drawingml/2006/main">
              <a:ext uri="{FF2B5EF4-FFF2-40B4-BE49-F238E27FC236}">
                <a16:creationId xmlns:a16="http://schemas.microsoft.com/office/drawing/2014/main" id="{C0D25DE3-6CCA-4D33-8DEB-4CC1EA7E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1125" y="22777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9" name="data_1388">
            <a:extLst xmlns:a="http://schemas.openxmlformats.org/drawingml/2006/main">
              <a:ext uri="{FF2B5EF4-FFF2-40B4-BE49-F238E27FC236}">
                <a16:creationId xmlns:a16="http://schemas.microsoft.com/office/drawing/2014/main" id="{7E6B5062-FD49-46AA-AA63-B97A3A1F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5179" y="20291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0" name="data_1389">
            <a:extLst xmlns:a="http://schemas.openxmlformats.org/drawingml/2006/main">
              <a:ext uri="{FF2B5EF4-FFF2-40B4-BE49-F238E27FC236}">
                <a16:creationId xmlns:a16="http://schemas.microsoft.com/office/drawing/2014/main" id="{45F1DDC7-9D71-4C20-B3B1-875B9FF7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481" y="22308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1" name="data_1390">
            <a:extLst xmlns:a="http://schemas.openxmlformats.org/drawingml/2006/main">
              <a:ext uri="{FF2B5EF4-FFF2-40B4-BE49-F238E27FC236}">
                <a16:creationId xmlns:a16="http://schemas.microsoft.com/office/drawing/2014/main" id="{F546BB52-F512-4C94-A7E0-F11A50E0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0708" y="1824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2" name="data_1391">
            <a:extLst xmlns:a="http://schemas.openxmlformats.org/drawingml/2006/main">
              <a:ext uri="{FF2B5EF4-FFF2-40B4-BE49-F238E27FC236}">
                <a16:creationId xmlns:a16="http://schemas.microsoft.com/office/drawing/2014/main" id="{4774790F-37DC-4ED6-BCE7-A6F7D2DE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057" y="18291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3" name="data_1392">
            <a:extLst xmlns:a="http://schemas.openxmlformats.org/drawingml/2006/main">
              <a:ext uri="{FF2B5EF4-FFF2-40B4-BE49-F238E27FC236}">
                <a16:creationId xmlns:a16="http://schemas.microsoft.com/office/drawing/2014/main" id="{1B635656-0018-445B-8D80-0AB6677E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651" y="24875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4" name="data_1393">
            <a:extLst xmlns:a="http://schemas.openxmlformats.org/drawingml/2006/main">
              <a:ext uri="{FF2B5EF4-FFF2-40B4-BE49-F238E27FC236}">
                <a16:creationId xmlns:a16="http://schemas.microsoft.com/office/drawing/2014/main" id="{BAD98D88-8BBB-4BBB-9A90-27F4E2E5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1181" y="18958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5" name="data_1394">
            <a:extLst xmlns:a="http://schemas.openxmlformats.org/drawingml/2006/main">
              <a:ext uri="{FF2B5EF4-FFF2-40B4-BE49-F238E27FC236}">
                <a16:creationId xmlns:a16="http://schemas.microsoft.com/office/drawing/2014/main" id="{313866C6-E086-4293-B599-6DAEC4DF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357" y="20025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6" name="data_1395">
            <a:extLst xmlns:a="http://schemas.openxmlformats.org/drawingml/2006/main">
              <a:ext uri="{FF2B5EF4-FFF2-40B4-BE49-F238E27FC236}">
                <a16:creationId xmlns:a16="http://schemas.microsoft.com/office/drawing/2014/main" id="{ED04F327-9DED-42E6-A3FB-A66EC8DD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81" y="16805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7" name="data_1396">
            <a:extLst xmlns:a="http://schemas.openxmlformats.org/drawingml/2006/main">
              <a:ext uri="{FF2B5EF4-FFF2-40B4-BE49-F238E27FC236}">
                <a16:creationId xmlns:a16="http://schemas.microsoft.com/office/drawing/2014/main" id="{F403E7C1-031C-4072-88A5-0A695DAD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2616" y="27460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8" name="data_1397">
            <a:extLst xmlns:a="http://schemas.openxmlformats.org/drawingml/2006/main">
              <a:ext uri="{FF2B5EF4-FFF2-40B4-BE49-F238E27FC236}">
                <a16:creationId xmlns:a16="http://schemas.microsoft.com/office/drawing/2014/main" id="{75305A48-37A2-44AA-8AC9-740FDC94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8911" y="1726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9" name="data_1398">
            <a:extLst xmlns:a="http://schemas.openxmlformats.org/drawingml/2006/main">
              <a:ext uri="{FF2B5EF4-FFF2-40B4-BE49-F238E27FC236}">
                <a16:creationId xmlns:a16="http://schemas.microsoft.com/office/drawing/2014/main" id="{76E795D7-FEDC-4FD0-82EE-48FBC364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88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0" name="data_1399">
            <a:extLst xmlns:a="http://schemas.openxmlformats.org/drawingml/2006/main">
              <a:ext uri="{FF2B5EF4-FFF2-40B4-BE49-F238E27FC236}">
                <a16:creationId xmlns:a16="http://schemas.microsoft.com/office/drawing/2014/main" id="{6EBE44C5-F3A1-4F08-BBEB-5A3D2A1A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7589" y="30216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1" name="data_1400">
            <a:extLst xmlns:a="http://schemas.openxmlformats.org/drawingml/2006/main">
              <a:ext uri="{FF2B5EF4-FFF2-40B4-BE49-F238E27FC236}">
                <a16:creationId xmlns:a16="http://schemas.microsoft.com/office/drawing/2014/main" id="{8F48AFBB-8A0F-4F88-9534-73B705FF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9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2" name="data_1401">
            <a:extLst xmlns:a="http://schemas.openxmlformats.org/drawingml/2006/main">
              <a:ext uri="{FF2B5EF4-FFF2-40B4-BE49-F238E27FC236}">
                <a16:creationId xmlns:a16="http://schemas.microsoft.com/office/drawing/2014/main" id="{3022F217-CCF1-46EA-BC79-5E0BEA5E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9756" y="2618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3" name="data_1402">
            <a:extLst xmlns:a="http://schemas.openxmlformats.org/drawingml/2006/main">
              <a:ext uri="{FF2B5EF4-FFF2-40B4-BE49-F238E27FC236}">
                <a16:creationId xmlns:a16="http://schemas.microsoft.com/office/drawing/2014/main" id="{43D699D0-A14A-4AE7-A271-C4249630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55" y="28578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4" name="data_1403">
            <a:extLst xmlns:a="http://schemas.openxmlformats.org/drawingml/2006/main">
              <a:ext uri="{FF2B5EF4-FFF2-40B4-BE49-F238E27FC236}">
                <a16:creationId xmlns:a16="http://schemas.microsoft.com/office/drawing/2014/main" id="{DA30A5D7-85D1-4F25-964A-AF5A97C7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833" y="17515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5" name="data_1404">
            <a:extLst xmlns:a="http://schemas.openxmlformats.org/drawingml/2006/main">
              <a:ext uri="{FF2B5EF4-FFF2-40B4-BE49-F238E27FC236}">
                <a16:creationId xmlns:a16="http://schemas.microsoft.com/office/drawing/2014/main" id="{07E26531-D4DB-4948-92E3-325CE7C3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5773" y="19944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6" name="data_1405">
            <a:extLst xmlns:a="http://schemas.openxmlformats.org/drawingml/2006/main">
              <a:ext uri="{FF2B5EF4-FFF2-40B4-BE49-F238E27FC236}">
                <a16:creationId xmlns:a16="http://schemas.microsoft.com/office/drawing/2014/main" id="{E983C8DB-9C2F-4C78-998C-3C51BE88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805" y="22640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7" name="data_1406">
            <a:extLst xmlns:a="http://schemas.openxmlformats.org/drawingml/2006/main">
              <a:ext uri="{FF2B5EF4-FFF2-40B4-BE49-F238E27FC236}">
                <a16:creationId xmlns:a16="http://schemas.microsoft.com/office/drawing/2014/main" id="{5CAA65BD-B3D5-437B-862C-5C4D58A0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5250" y="17790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8" name="data_1407">
            <a:extLst xmlns:a="http://schemas.openxmlformats.org/drawingml/2006/main">
              <a:ext uri="{FF2B5EF4-FFF2-40B4-BE49-F238E27FC236}">
                <a16:creationId xmlns:a16="http://schemas.microsoft.com/office/drawing/2014/main" id="{4DAB7007-C453-47C8-97C4-3B0A3DB6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933" y="190225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9" name="data_1408">
            <a:extLst xmlns:a="http://schemas.openxmlformats.org/drawingml/2006/main">
              <a:ext uri="{FF2B5EF4-FFF2-40B4-BE49-F238E27FC236}">
                <a16:creationId xmlns:a16="http://schemas.microsoft.com/office/drawing/2014/main" id="{B3AB6636-F5E1-49E5-95FB-CA6601E1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0029" y="240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0" name="data_1409">
            <a:extLst xmlns:a="http://schemas.openxmlformats.org/drawingml/2006/main">
              <a:ext uri="{FF2B5EF4-FFF2-40B4-BE49-F238E27FC236}">
                <a16:creationId xmlns:a16="http://schemas.microsoft.com/office/drawing/2014/main" id="{608E7028-1D33-4D45-9956-D7100931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0317" y="19552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1" name="data_1410">
            <a:extLst xmlns:a="http://schemas.openxmlformats.org/drawingml/2006/main">
              <a:ext uri="{FF2B5EF4-FFF2-40B4-BE49-F238E27FC236}">
                <a16:creationId xmlns:a16="http://schemas.microsoft.com/office/drawing/2014/main" id="{C199D09F-2BEF-42D7-84F3-4196D6B4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87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2" name="data_1411">
            <a:extLst xmlns:a="http://schemas.openxmlformats.org/drawingml/2006/main">
              <a:ext uri="{FF2B5EF4-FFF2-40B4-BE49-F238E27FC236}">
                <a16:creationId xmlns:a16="http://schemas.microsoft.com/office/drawing/2014/main" id="{3182BFE8-E3CD-4957-AD01-FC11B4B8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621" y="1910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3" name="data_1412">
            <a:extLst xmlns:a="http://schemas.openxmlformats.org/drawingml/2006/main">
              <a:ext uri="{FF2B5EF4-FFF2-40B4-BE49-F238E27FC236}">
                <a16:creationId xmlns:a16="http://schemas.microsoft.com/office/drawing/2014/main" id="{CF100D17-82AF-41AC-B300-B31285E9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1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4" name="data_1413">
            <a:extLst xmlns:a="http://schemas.openxmlformats.org/drawingml/2006/main">
              <a:ext uri="{FF2B5EF4-FFF2-40B4-BE49-F238E27FC236}">
                <a16:creationId xmlns:a16="http://schemas.microsoft.com/office/drawing/2014/main" id="{C1DF43DB-EE8A-40F6-9C7A-A6CDE560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566" y="24126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5" name="data_1414">
            <a:extLst xmlns:a="http://schemas.openxmlformats.org/drawingml/2006/main">
              <a:ext uri="{FF2B5EF4-FFF2-40B4-BE49-F238E27FC236}">
                <a16:creationId xmlns:a16="http://schemas.microsoft.com/office/drawing/2014/main" id="{52341C61-DB84-4BE2-9684-88490FC8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1995" y="20224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6" name="data_1415">
            <a:extLst xmlns:a="http://schemas.openxmlformats.org/drawingml/2006/main">
              <a:ext uri="{FF2B5EF4-FFF2-40B4-BE49-F238E27FC236}">
                <a16:creationId xmlns:a16="http://schemas.microsoft.com/office/drawing/2014/main" id="{40F9E11F-5D4F-4491-8230-8B264F8B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186" y="18438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7" name="data_1416">
            <a:extLst xmlns:a="http://schemas.openxmlformats.org/drawingml/2006/main">
              <a:ext uri="{FF2B5EF4-FFF2-40B4-BE49-F238E27FC236}">
                <a16:creationId xmlns:a16="http://schemas.microsoft.com/office/drawing/2014/main" id="{401B582E-3255-484A-9AB6-60E12986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764" y="22415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8" name="data_1417">
            <a:extLst xmlns:a="http://schemas.openxmlformats.org/drawingml/2006/main">
              <a:ext uri="{FF2B5EF4-FFF2-40B4-BE49-F238E27FC236}">
                <a16:creationId xmlns:a16="http://schemas.microsoft.com/office/drawing/2014/main" id="{D10C1501-4A93-4B63-9F2A-A8B8877D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689" y="2115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9" name="data_1418">
            <a:extLst xmlns:a="http://schemas.openxmlformats.org/drawingml/2006/main">
              <a:ext uri="{FF2B5EF4-FFF2-40B4-BE49-F238E27FC236}">
                <a16:creationId xmlns:a16="http://schemas.microsoft.com/office/drawing/2014/main" id="{530BCB20-74F7-45D1-AB5C-C392B06F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5558" y="19117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0" name="data_1419">
            <a:extLst xmlns:a="http://schemas.openxmlformats.org/drawingml/2006/main">
              <a:ext uri="{FF2B5EF4-FFF2-40B4-BE49-F238E27FC236}">
                <a16:creationId xmlns:a16="http://schemas.microsoft.com/office/drawing/2014/main" id="{15B0838F-13CC-4188-8803-4A971B06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518" y="1660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1" name="data_1420">
            <a:extLst xmlns:a="http://schemas.openxmlformats.org/drawingml/2006/main">
              <a:ext uri="{FF2B5EF4-FFF2-40B4-BE49-F238E27FC236}">
                <a16:creationId xmlns:a16="http://schemas.microsoft.com/office/drawing/2014/main" id="{AF121F95-74C6-45A4-AAEC-0AC915E2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361" y="20630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2" name="data_1421">
            <a:extLst xmlns:a="http://schemas.openxmlformats.org/drawingml/2006/main">
              <a:ext uri="{FF2B5EF4-FFF2-40B4-BE49-F238E27FC236}">
                <a16:creationId xmlns:a16="http://schemas.microsoft.com/office/drawing/2014/main" id="{1C3F1464-A286-4423-88D5-56875B57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69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3" name="data_1422">
            <a:extLst xmlns:a="http://schemas.openxmlformats.org/drawingml/2006/main">
              <a:ext uri="{FF2B5EF4-FFF2-40B4-BE49-F238E27FC236}">
                <a16:creationId xmlns:a16="http://schemas.microsoft.com/office/drawing/2014/main" id="{3312C06E-D523-4C8A-9FC7-9F693D8C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327" y="19762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4" name="data_1423">
            <a:extLst xmlns:a="http://schemas.openxmlformats.org/drawingml/2006/main">
              <a:ext uri="{FF2B5EF4-FFF2-40B4-BE49-F238E27FC236}">
                <a16:creationId xmlns:a16="http://schemas.microsoft.com/office/drawing/2014/main" id="{0795A93C-CCDC-4E42-B3A7-78351E9A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3128" y="23980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5" name="data_1424">
            <a:extLst xmlns:a="http://schemas.openxmlformats.org/drawingml/2006/main">
              <a:ext uri="{FF2B5EF4-FFF2-40B4-BE49-F238E27FC236}">
                <a16:creationId xmlns:a16="http://schemas.microsoft.com/office/drawing/2014/main" id="{F3DC9C77-A0C9-4DE0-8D36-38EE32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792" y="31740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6" name="data_1425">
            <a:extLst xmlns:a="http://schemas.openxmlformats.org/drawingml/2006/main">
              <a:ext uri="{FF2B5EF4-FFF2-40B4-BE49-F238E27FC236}">
                <a16:creationId xmlns:a16="http://schemas.microsoft.com/office/drawing/2014/main" id="{946428F5-38F3-41E0-B040-8B054B4F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7928" y="23288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7" name="data_1426">
            <a:extLst xmlns:a="http://schemas.openxmlformats.org/drawingml/2006/main">
              <a:ext uri="{FF2B5EF4-FFF2-40B4-BE49-F238E27FC236}">
                <a16:creationId xmlns:a16="http://schemas.microsoft.com/office/drawing/2014/main" id="{C6E256A6-7D6C-4863-9C61-01C1AC52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8301" y="26320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8" name="data_1427">
            <a:extLst xmlns:a="http://schemas.openxmlformats.org/drawingml/2006/main">
              <a:ext uri="{FF2B5EF4-FFF2-40B4-BE49-F238E27FC236}">
                <a16:creationId xmlns:a16="http://schemas.microsoft.com/office/drawing/2014/main" id="{EF9AD942-B76D-48FF-8C9C-E83A03D6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0562" y="30953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9" name="data_1428">
            <a:extLst xmlns:a="http://schemas.openxmlformats.org/drawingml/2006/main">
              <a:ext uri="{FF2B5EF4-FFF2-40B4-BE49-F238E27FC236}">
                <a16:creationId xmlns:a16="http://schemas.microsoft.com/office/drawing/2014/main" id="{CBCB64A7-B938-4831-85AF-52469AF9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353" y="18661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0" name="data_1429">
            <a:extLst xmlns:a="http://schemas.openxmlformats.org/drawingml/2006/main">
              <a:ext uri="{FF2B5EF4-FFF2-40B4-BE49-F238E27FC236}">
                <a16:creationId xmlns:a16="http://schemas.microsoft.com/office/drawing/2014/main" id="{1055DD8D-AC7A-470B-8112-CFEFF040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233" y="17536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1" name="data_1430">
            <a:extLst xmlns:a="http://schemas.openxmlformats.org/drawingml/2006/main">
              <a:ext uri="{FF2B5EF4-FFF2-40B4-BE49-F238E27FC236}">
                <a16:creationId xmlns:a16="http://schemas.microsoft.com/office/drawing/2014/main" id="{565C5F59-D2F1-49D5-9FCA-2CF5418D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552" y="17987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2" name="data_1431">
            <a:extLst xmlns:a="http://schemas.openxmlformats.org/drawingml/2006/main">
              <a:ext uri="{FF2B5EF4-FFF2-40B4-BE49-F238E27FC236}">
                <a16:creationId xmlns:a16="http://schemas.microsoft.com/office/drawing/2014/main" id="{D61B41E1-4F63-4E11-B76C-02E23516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7359" y="24511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3" name="data_1432">
            <a:extLst xmlns:a="http://schemas.openxmlformats.org/drawingml/2006/main">
              <a:ext uri="{FF2B5EF4-FFF2-40B4-BE49-F238E27FC236}">
                <a16:creationId xmlns:a16="http://schemas.microsoft.com/office/drawing/2014/main" id="{068805E0-87EC-4772-A7A1-6302A283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770" y="29401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4" name="data_1433">
            <a:extLst xmlns:a="http://schemas.openxmlformats.org/drawingml/2006/main">
              <a:ext uri="{FF2B5EF4-FFF2-40B4-BE49-F238E27FC236}">
                <a16:creationId xmlns:a16="http://schemas.microsoft.com/office/drawing/2014/main" id="{0751186F-40EE-49FF-B8A2-AECCD0A2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132" y="20872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5" name="data_1434">
            <a:extLst xmlns:a="http://schemas.openxmlformats.org/drawingml/2006/main">
              <a:ext uri="{FF2B5EF4-FFF2-40B4-BE49-F238E27FC236}">
                <a16:creationId xmlns:a16="http://schemas.microsoft.com/office/drawing/2014/main" id="{A6E441DF-CCEA-4D9B-A4E3-69AD93ED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5761" y="17807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6" name="data_1435">
            <a:extLst xmlns:a="http://schemas.openxmlformats.org/drawingml/2006/main">
              <a:ext uri="{FF2B5EF4-FFF2-40B4-BE49-F238E27FC236}">
                <a16:creationId xmlns:a16="http://schemas.microsoft.com/office/drawing/2014/main" id="{4DACDA81-2F7E-4A23-9FC2-BD346852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3826" y="1870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7" name="data_1436">
            <a:extLst xmlns:a="http://schemas.openxmlformats.org/drawingml/2006/main">
              <a:ext uri="{FF2B5EF4-FFF2-40B4-BE49-F238E27FC236}">
                <a16:creationId xmlns:a16="http://schemas.microsoft.com/office/drawing/2014/main" id="{63D449BD-8A2E-410D-B6E3-3BA0B619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886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8" name="data_1437">
            <a:extLst xmlns:a="http://schemas.openxmlformats.org/drawingml/2006/main">
              <a:ext uri="{FF2B5EF4-FFF2-40B4-BE49-F238E27FC236}">
                <a16:creationId xmlns:a16="http://schemas.microsoft.com/office/drawing/2014/main" id="{4CB94707-D0CA-464D-83FD-E9B4F194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0662" y="17767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9" name="data_1438">
            <a:extLst xmlns:a="http://schemas.openxmlformats.org/drawingml/2006/main">
              <a:ext uri="{FF2B5EF4-FFF2-40B4-BE49-F238E27FC236}">
                <a16:creationId xmlns:a16="http://schemas.microsoft.com/office/drawing/2014/main" id="{1F808FB2-9E7D-4C4A-85A1-F8896F45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8528" y="21141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0" name="data_1439">
            <a:extLst xmlns:a="http://schemas.openxmlformats.org/drawingml/2006/main">
              <a:ext uri="{FF2B5EF4-FFF2-40B4-BE49-F238E27FC236}">
                <a16:creationId xmlns:a16="http://schemas.microsoft.com/office/drawing/2014/main" id="{F3436575-42C8-4B66-AEC9-2E573A40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757" y="176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1" name="data_1440">
            <a:extLst xmlns:a="http://schemas.openxmlformats.org/drawingml/2006/main">
              <a:ext uri="{FF2B5EF4-FFF2-40B4-BE49-F238E27FC236}">
                <a16:creationId xmlns:a16="http://schemas.microsoft.com/office/drawing/2014/main" id="{4073C70D-A057-4B72-A321-111A5D91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9449" y="1896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2" name="data_1441">
            <a:extLst xmlns:a="http://schemas.openxmlformats.org/drawingml/2006/main">
              <a:ext uri="{FF2B5EF4-FFF2-40B4-BE49-F238E27FC236}">
                <a16:creationId xmlns:a16="http://schemas.microsoft.com/office/drawing/2014/main" id="{0200F745-272C-45CA-AFD6-B572C88E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1284" y="20085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3" name="data_1442">
            <a:extLst xmlns:a="http://schemas.openxmlformats.org/drawingml/2006/main">
              <a:ext uri="{FF2B5EF4-FFF2-40B4-BE49-F238E27FC236}">
                <a16:creationId xmlns:a16="http://schemas.microsoft.com/office/drawing/2014/main" id="{58D6FEB6-6743-40D9-AB74-6D32E442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80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4" name="data_1443">
            <a:extLst xmlns:a="http://schemas.openxmlformats.org/drawingml/2006/main">
              <a:ext uri="{FF2B5EF4-FFF2-40B4-BE49-F238E27FC236}">
                <a16:creationId xmlns:a16="http://schemas.microsoft.com/office/drawing/2014/main" id="{F4FBFCE7-D913-462B-80EC-970CD75B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52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5" name="data_1444">
            <a:extLst xmlns:a="http://schemas.openxmlformats.org/drawingml/2006/main">
              <a:ext uri="{FF2B5EF4-FFF2-40B4-BE49-F238E27FC236}">
                <a16:creationId xmlns:a16="http://schemas.microsoft.com/office/drawing/2014/main" id="{4E009FD7-EFAE-4118-B6F0-3CACC866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912" y="17897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6" name="data_1445">
            <a:extLst xmlns:a="http://schemas.openxmlformats.org/drawingml/2006/main">
              <a:ext uri="{FF2B5EF4-FFF2-40B4-BE49-F238E27FC236}">
                <a16:creationId xmlns:a16="http://schemas.microsoft.com/office/drawing/2014/main" id="{65AD5027-BBCE-44F1-A30C-A3004D5A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01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7" name="data_1446">
            <a:extLst xmlns:a="http://schemas.openxmlformats.org/drawingml/2006/main">
              <a:ext uri="{FF2B5EF4-FFF2-40B4-BE49-F238E27FC236}">
                <a16:creationId xmlns:a16="http://schemas.microsoft.com/office/drawing/2014/main" id="{70458B8C-2503-4B7C-B4EF-44E35A4F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2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8" name="data_1447">
            <a:extLst xmlns:a="http://schemas.openxmlformats.org/drawingml/2006/main">
              <a:ext uri="{FF2B5EF4-FFF2-40B4-BE49-F238E27FC236}">
                <a16:creationId xmlns:a16="http://schemas.microsoft.com/office/drawing/2014/main" id="{AD02277A-2CFE-485C-A31C-5546E0F2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26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9" name="data_1448">
            <a:extLst xmlns:a="http://schemas.openxmlformats.org/drawingml/2006/main">
              <a:ext uri="{FF2B5EF4-FFF2-40B4-BE49-F238E27FC236}">
                <a16:creationId xmlns:a16="http://schemas.microsoft.com/office/drawing/2014/main" id="{2270518D-ED8D-43E5-B565-3A491492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9608" y="1843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0" name="data_1449">
            <a:extLst xmlns:a="http://schemas.openxmlformats.org/drawingml/2006/main">
              <a:ext uri="{FF2B5EF4-FFF2-40B4-BE49-F238E27FC236}">
                <a16:creationId xmlns:a16="http://schemas.microsoft.com/office/drawing/2014/main" id="{F80CF223-A691-4BAF-9557-B28E3812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005" y="21467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1" name="data_1450">
            <a:extLst xmlns:a="http://schemas.openxmlformats.org/drawingml/2006/main">
              <a:ext uri="{FF2B5EF4-FFF2-40B4-BE49-F238E27FC236}">
                <a16:creationId xmlns:a16="http://schemas.microsoft.com/office/drawing/2014/main" id="{211C8EF0-0060-4932-AE1E-049B1D98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3763" y="18304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2" name="data_1451">
            <a:extLst xmlns:a="http://schemas.openxmlformats.org/drawingml/2006/main">
              <a:ext uri="{FF2B5EF4-FFF2-40B4-BE49-F238E27FC236}">
                <a16:creationId xmlns:a16="http://schemas.microsoft.com/office/drawing/2014/main" id="{150F0A29-EA3F-4B0D-B9C2-7C9EBDA3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482" y="24884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3" name="data_1452">
            <a:extLst xmlns:a="http://schemas.openxmlformats.org/drawingml/2006/main">
              <a:ext uri="{FF2B5EF4-FFF2-40B4-BE49-F238E27FC236}">
                <a16:creationId xmlns:a16="http://schemas.microsoft.com/office/drawing/2014/main" id="{B73A5D03-6BFB-4563-869E-0F4347B2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8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4" name="data_1453">
            <a:extLst xmlns:a="http://schemas.openxmlformats.org/drawingml/2006/main">
              <a:ext uri="{FF2B5EF4-FFF2-40B4-BE49-F238E27FC236}">
                <a16:creationId xmlns:a16="http://schemas.microsoft.com/office/drawing/2014/main" id="{FDE391B2-6822-4F09-A3F9-FFE0C791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953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5" name="data_1454">
            <a:extLst xmlns:a="http://schemas.openxmlformats.org/drawingml/2006/main">
              <a:ext uri="{FF2B5EF4-FFF2-40B4-BE49-F238E27FC236}">
                <a16:creationId xmlns:a16="http://schemas.microsoft.com/office/drawing/2014/main" id="{0C199401-F411-44B2-852E-9BE416F5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5561" y="19029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6" name="data_1455">
            <a:extLst xmlns:a="http://schemas.openxmlformats.org/drawingml/2006/main">
              <a:ext uri="{FF2B5EF4-FFF2-40B4-BE49-F238E27FC236}">
                <a16:creationId xmlns:a16="http://schemas.microsoft.com/office/drawing/2014/main" id="{3DF78453-8D76-4949-81B8-6E500874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12" y="28994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7" name="data_1456">
            <a:extLst xmlns:a="http://schemas.openxmlformats.org/drawingml/2006/main">
              <a:ext uri="{FF2B5EF4-FFF2-40B4-BE49-F238E27FC236}">
                <a16:creationId xmlns:a16="http://schemas.microsoft.com/office/drawing/2014/main" id="{2B41ACC2-873F-4810-B207-52A2EC87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157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8" name="data_1457">
            <a:extLst xmlns:a="http://schemas.openxmlformats.org/drawingml/2006/main">
              <a:ext uri="{FF2B5EF4-FFF2-40B4-BE49-F238E27FC236}">
                <a16:creationId xmlns:a16="http://schemas.microsoft.com/office/drawing/2014/main" id="{B1E9D9F1-D5AD-4DD2-9D26-89903D8E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583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9" name="data_1458">
            <a:extLst xmlns:a="http://schemas.openxmlformats.org/drawingml/2006/main">
              <a:ext uri="{FF2B5EF4-FFF2-40B4-BE49-F238E27FC236}">
                <a16:creationId xmlns:a16="http://schemas.microsoft.com/office/drawing/2014/main" id="{03E5E41E-95AC-469B-9154-453B15C1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08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0" name="data_1459">
            <a:extLst xmlns:a="http://schemas.openxmlformats.org/drawingml/2006/main">
              <a:ext uri="{FF2B5EF4-FFF2-40B4-BE49-F238E27FC236}">
                <a16:creationId xmlns:a16="http://schemas.microsoft.com/office/drawing/2014/main" id="{2E894295-559B-4DF5-BD38-376FF09D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1231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1" name="data_1460">
            <a:extLst xmlns:a="http://schemas.openxmlformats.org/drawingml/2006/main">
              <a:ext uri="{FF2B5EF4-FFF2-40B4-BE49-F238E27FC236}">
                <a16:creationId xmlns:a16="http://schemas.microsoft.com/office/drawing/2014/main" id="{2FC703E8-F4E0-4EDA-8E95-6DD7A7BA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32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2" name="data_1461">
            <a:extLst xmlns:a="http://schemas.openxmlformats.org/drawingml/2006/main">
              <a:ext uri="{FF2B5EF4-FFF2-40B4-BE49-F238E27FC236}">
                <a16:creationId xmlns:a16="http://schemas.microsoft.com/office/drawing/2014/main" id="{7F24C637-AB08-4C37-AFBE-4A52511E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695" y="29793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3" name="data_1462">
            <a:extLst xmlns:a="http://schemas.openxmlformats.org/drawingml/2006/main">
              <a:ext uri="{FF2B5EF4-FFF2-40B4-BE49-F238E27FC236}">
                <a16:creationId xmlns:a16="http://schemas.microsoft.com/office/drawing/2014/main" id="{0EC608A8-2E40-48DF-891E-7097E6CE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6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4" name="data_1463">
            <a:extLst xmlns:a="http://schemas.openxmlformats.org/drawingml/2006/main">
              <a:ext uri="{FF2B5EF4-FFF2-40B4-BE49-F238E27FC236}">
                <a16:creationId xmlns:a16="http://schemas.microsoft.com/office/drawing/2014/main" id="{A84430E9-06E8-441B-B90C-5827740E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104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5" name="data_1464">
            <a:extLst xmlns:a="http://schemas.openxmlformats.org/drawingml/2006/main">
              <a:ext uri="{FF2B5EF4-FFF2-40B4-BE49-F238E27FC236}">
                <a16:creationId xmlns:a16="http://schemas.microsoft.com/office/drawing/2014/main" id="{41886381-618D-4829-9876-B9FBC9D9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29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6" name="data_1465">
            <a:extLst xmlns:a="http://schemas.openxmlformats.org/drawingml/2006/main">
              <a:ext uri="{FF2B5EF4-FFF2-40B4-BE49-F238E27FC236}">
                <a16:creationId xmlns:a16="http://schemas.microsoft.com/office/drawing/2014/main" id="{90FADCDD-ED5D-4AE2-B848-966EA517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276" y="261903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7" name="data_1466">
            <a:extLst xmlns:a="http://schemas.openxmlformats.org/drawingml/2006/main">
              <a:ext uri="{FF2B5EF4-FFF2-40B4-BE49-F238E27FC236}">
                <a16:creationId xmlns:a16="http://schemas.microsoft.com/office/drawing/2014/main" id="{AF67C6B9-54DE-4FA9-8899-47E5062C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84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8" name="data_1467">
            <a:extLst xmlns:a="http://schemas.openxmlformats.org/drawingml/2006/main">
              <a:ext uri="{FF2B5EF4-FFF2-40B4-BE49-F238E27FC236}">
                <a16:creationId xmlns:a16="http://schemas.microsoft.com/office/drawing/2014/main" id="{F21333CE-9220-41B5-A9A6-30127665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7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9" name="data_1468">
            <a:extLst xmlns:a="http://schemas.openxmlformats.org/drawingml/2006/main">
              <a:ext uri="{FF2B5EF4-FFF2-40B4-BE49-F238E27FC236}">
                <a16:creationId xmlns:a16="http://schemas.microsoft.com/office/drawing/2014/main" id="{95E2B614-B21A-4E29-B4CB-890BD294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06" y="29277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0" name="data_1469">
            <a:extLst xmlns:a="http://schemas.openxmlformats.org/drawingml/2006/main">
              <a:ext uri="{FF2B5EF4-FFF2-40B4-BE49-F238E27FC236}">
                <a16:creationId xmlns:a16="http://schemas.microsoft.com/office/drawing/2014/main" id="{7CFA54B0-641A-4B88-BC16-E0A4BA98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7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1" name="data_1470">
            <a:extLst xmlns:a="http://schemas.openxmlformats.org/drawingml/2006/main">
              <a:ext uri="{FF2B5EF4-FFF2-40B4-BE49-F238E27FC236}">
                <a16:creationId xmlns:a16="http://schemas.microsoft.com/office/drawing/2014/main" id="{C53ABD9D-91BE-49A6-86D4-E9944E09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61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2" name="data_1471">
            <a:extLst xmlns:a="http://schemas.openxmlformats.org/drawingml/2006/main">
              <a:ext uri="{FF2B5EF4-FFF2-40B4-BE49-F238E27FC236}">
                <a16:creationId xmlns:a16="http://schemas.microsoft.com/office/drawing/2014/main" id="{0214BC17-601F-4896-A114-02D21C8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00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3" name="data_1472">
            <a:extLst xmlns:a="http://schemas.openxmlformats.org/drawingml/2006/main">
              <a:ext uri="{FF2B5EF4-FFF2-40B4-BE49-F238E27FC236}">
                <a16:creationId xmlns:a16="http://schemas.microsoft.com/office/drawing/2014/main" id="{2E933BE9-34E6-4961-B07D-C852D2E4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60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4" name="data_1473">
            <a:extLst xmlns:a="http://schemas.openxmlformats.org/drawingml/2006/main">
              <a:ext uri="{FF2B5EF4-FFF2-40B4-BE49-F238E27FC236}">
                <a16:creationId xmlns:a16="http://schemas.microsoft.com/office/drawing/2014/main" id="{13F08EE8-81C2-4DAE-9305-613F8DAE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134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5" name="data_1474">
            <a:extLst xmlns:a="http://schemas.openxmlformats.org/drawingml/2006/main">
              <a:ext uri="{FF2B5EF4-FFF2-40B4-BE49-F238E27FC236}">
                <a16:creationId xmlns:a16="http://schemas.microsoft.com/office/drawing/2014/main" id="{CEE4223E-3046-4F0E-9AA6-40EA75D1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335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6" name="data_1475">
            <a:extLst xmlns:a="http://schemas.openxmlformats.org/drawingml/2006/main">
              <a:ext uri="{FF2B5EF4-FFF2-40B4-BE49-F238E27FC236}">
                <a16:creationId xmlns:a16="http://schemas.microsoft.com/office/drawing/2014/main" id="{31625EE5-F9C8-4083-8EC2-FC9A3467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766" y="32933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7" name="data_1476">
            <a:extLst xmlns:a="http://schemas.openxmlformats.org/drawingml/2006/main">
              <a:ext uri="{FF2B5EF4-FFF2-40B4-BE49-F238E27FC236}">
                <a16:creationId xmlns:a16="http://schemas.microsoft.com/office/drawing/2014/main" id="{E71EB3B6-82C2-4C75-B029-A5B42FD6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73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8" name="data_1477">
            <a:extLst xmlns:a="http://schemas.openxmlformats.org/drawingml/2006/main">
              <a:ext uri="{FF2B5EF4-FFF2-40B4-BE49-F238E27FC236}">
                <a16:creationId xmlns:a16="http://schemas.microsoft.com/office/drawing/2014/main" id="{1D1230F1-BDAA-483F-99FF-4F002E55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7171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9" name="data_1478">
            <a:extLst xmlns:a="http://schemas.openxmlformats.org/drawingml/2006/main">
              <a:ext uri="{FF2B5EF4-FFF2-40B4-BE49-F238E27FC236}">
                <a16:creationId xmlns:a16="http://schemas.microsoft.com/office/drawing/2014/main" id="{EED4EC95-A4E7-41CA-97A8-835D1087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3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0" name="data_1479">
            <a:extLst xmlns:a="http://schemas.openxmlformats.org/drawingml/2006/main">
              <a:ext uri="{FF2B5EF4-FFF2-40B4-BE49-F238E27FC236}">
                <a16:creationId xmlns:a16="http://schemas.microsoft.com/office/drawing/2014/main" id="{EE10B3DC-C3FC-406A-9DA1-36208A50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79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1" name="data_1480">
            <a:extLst xmlns:a="http://schemas.openxmlformats.org/drawingml/2006/main">
              <a:ext uri="{FF2B5EF4-FFF2-40B4-BE49-F238E27FC236}">
                <a16:creationId xmlns:a16="http://schemas.microsoft.com/office/drawing/2014/main" id="{33D93621-DE0B-40F1-BE12-A4E18DAF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973" y="18020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2" name="data_1481">
            <a:extLst xmlns:a="http://schemas.openxmlformats.org/drawingml/2006/main">
              <a:ext uri="{FF2B5EF4-FFF2-40B4-BE49-F238E27FC236}">
                <a16:creationId xmlns:a16="http://schemas.microsoft.com/office/drawing/2014/main" id="{D6525A89-2149-4DD0-BB9C-33557113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3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3" name="data_1482">
            <a:extLst xmlns:a="http://schemas.openxmlformats.org/drawingml/2006/main">
              <a:ext uri="{FF2B5EF4-FFF2-40B4-BE49-F238E27FC236}">
                <a16:creationId xmlns:a16="http://schemas.microsoft.com/office/drawing/2014/main" id="{124B977D-70F5-4609-816C-47F499C5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550" y="28801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4" name="data_1483">
            <a:extLst xmlns:a="http://schemas.openxmlformats.org/drawingml/2006/main">
              <a:ext uri="{FF2B5EF4-FFF2-40B4-BE49-F238E27FC236}">
                <a16:creationId xmlns:a16="http://schemas.microsoft.com/office/drawing/2014/main" id="{A90BBEEA-9727-47B8-8E3E-F93E0A64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15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5" name="data_1484">
            <a:extLst xmlns:a="http://schemas.openxmlformats.org/drawingml/2006/main">
              <a:ext uri="{FF2B5EF4-FFF2-40B4-BE49-F238E27FC236}">
                <a16:creationId xmlns:a16="http://schemas.microsoft.com/office/drawing/2014/main" id="{AD16638D-0828-4A51-A8FB-5FE00C99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3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6" name="data_1485">
            <a:extLst xmlns:a="http://schemas.openxmlformats.org/drawingml/2006/main">
              <a:ext uri="{FF2B5EF4-FFF2-40B4-BE49-F238E27FC236}">
                <a16:creationId xmlns:a16="http://schemas.microsoft.com/office/drawing/2014/main" id="{96574FB6-170A-4EAE-B281-5B453F7F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18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7" name="data_1486">
            <a:extLst xmlns:a="http://schemas.openxmlformats.org/drawingml/2006/main">
              <a:ext uri="{FF2B5EF4-FFF2-40B4-BE49-F238E27FC236}">
                <a16:creationId xmlns:a16="http://schemas.microsoft.com/office/drawing/2014/main" id="{120F7688-C4DF-49AF-9F47-0377FF42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639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8" name="data_1487">
            <a:extLst xmlns:a="http://schemas.openxmlformats.org/drawingml/2006/main">
              <a:ext uri="{FF2B5EF4-FFF2-40B4-BE49-F238E27FC236}">
                <a16:creationId xmlns:a16="http://schemas.microsoft.com/office/drawing/2014/main" id="{444FAAA9-E1DB-44BA-8350-523B82C2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3743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9" name="data_1488">
            <a:extLst xmlns:a="http://schemas.openxmlformats.org/drawingml/2006/main">
              <a:ext uri="{FF2B5EF4-FFF2-40B4-BE49-F238E27FC236}">
                <a16:creationId xmlns:a16="http://schemas.microsoft.com/office/drawing/2014/main" id="{502206A7-17CC-4590-937C-4916BDDE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4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0" name="data_1489">
            <a:extLst xmlns:a="http://schemas.openxmlformats.org/drawingml/2006/main">
              <a:ext uri="{FF2B5EF4-FFF2-40B4-BE49-F238E27FC236}">
                <a16:creationId xmlns:a16="http://schemas.microsoft.com/office/drawing/2014/main" id="{95B5E9DD-E86C-464E-BD28-B520190D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7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1" name="data_1490">
            <a:extLst xmlns:a="http://schemas.openxmlformats.org/drawingml/2006/main">
              <a:ext uri="{FF2B5EF4-FFF2-40B4-BE49-F238E27FC236}">
                <a16:creationId xmlns:a16="http://schemas.microsoft.com/office/drawing/2014/main" id="{80C2795E-53BA-4640-A4DD-30AD004F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5464" y="30442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2" name="data_1491">
            <a:extLst xmlns:a="http://schemas.openxmlformats.org/drawingml/2006/main">
              <a:ext uri="{FF2B5EF4-FFF2-40B4-BE49-F238E27FC236}">
                <a16:creationId xmlns:a16="http://schemas.microsoft.com/office/drawing/2014/main" id="{25CBA4D0-6D2B-4850-A01E-C51BDBDE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943" y="2176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3" name="data_1492">
            <a:extLst xmlns:a="http://schemas.openxmlformats.org/drawingml/2006/main">
              <a:ext uri="{FF2B5EF4-FFF2-40B4-BE49-F238E27FC236}">
                <a16:creationId xmlns:a16="http://schemas.microsoft.com/office/drawing/2014/main" id="{D6DCB7D7-AFC3-46C4-BE57-7F6AC93C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3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4" name="data_1493">
            <a:extLst xmlns:a="http://schemas.openxmlformats.org/drawingml/2006/main">
              <a:ext uri="{FF2B5EF4-FFF2-40B4-BE49-F238E27FC236}">
                <a16:creationId xmlns:a16="http://schemas.microsoft.com/office/drawing/2014/main" id="{C55E346B-7DB9-4980-AD46-7435D36A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0055" y="33223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5" name="data_1494">
            <a:extLst xmlns:a="http://schemas.openxmlformats.org/drawingml/2006/main">
              <a:ext uri="{FF2B5EF4-FFF2-40B4-BE49-F238E27FC236}">
                <a16:creationId xmlns:a16="http://schemas.microsoft.com/office/drawing/2014/main" id="{ED4C4727-3CE0-4D6F-A35D-C6E306AC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185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6" name="data_1495">
            <a:extLst xmlns:a="http://schemas.openxmlformats.org/drawingml/2006/main">
              <a:ext uri="{FF2B5EF4-FFF2-40B4-BE49-F238E27FC236}">
                <a16:creationId xmlns:a16="http://schemas.microsoft.com/office/drawing/2014/main" id="{56E1DAF3-5F45-4400-9E70-D970AC84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4335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7" name="data_1496">
            <a:extLst xmlns:a="http://schemas.openxmlformats.org/drawingml/2006/main">
              <a:ext uri="{FF2B5EF4-FFF2-40B4-BE49-F238E27FC236}">
                <a16:creationId xmlns:a16="http://schemas.microsoft.com/office/drawing/2014/main" id="{F0DACA84-FAF7-450C-B61E-0CB1B50D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7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8" name="data_1497">
            <a:extLst xmlns:a="http://schemas.openxmlformats.org/drawingml/2006/main">
              <a:ext uri="{FF2B5EF4-FFF2-40B4-BE49-F238E27FC236}">
                <a16:creationId xmlns:a16="http://schemas.microsoft.com/office/drawing/2014/main" id="{130746D2-81E6-4E95-95CF-5B0F85E4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98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9" name="data_1498">
            <a:extLst xmlns:a="http://schemas.openxmlformats.org/drawingml/2006/main">
              <a:ext uri="{FF2B5EF4-FFF2-40B4-BE49-F238E27FC236}">
                <a16:creationId xmlns:a16="http://schemas.microsoft.com/office/drawing/2014/main" id="{A6B2A0E3-DD06-4426-8C68-F73E6C76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27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0" name="data_1499">
            <a:extLst xmlns:a="http://schemas.openxmlformats.org/drawingml/2006/main">
              <a:ext uri="{FF2B5EF4-FFF2-40B4-BE49-F238E27FC236}">
                <a16:creationId xmlns:a16="http://schemas.microsoft.com/office/drawing/2014/main" id="{5ED54508-C4BF-41E7-B463-898B34B1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1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1" name="data_1500">
            <a:extLst xmlns:a="http://schemas.openxmlformats.org/drawingml/2006/main">
              <a:ext uri="{FF2B5EF4-FFF2-40B4-BE49-F238E27FC236}">
                <a16:creationId xmlns:a16="http://schemas.microsoft.com/office/drawing/2014/main" id="{0D557DE7-70FB-4AEC-9D4D-2BEB08CE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0731" y="15242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2" name="data_1501">
            <a:extLst xmlns:a="http://schemas.openxmlformats.org/drawingml/2006/main">
              <a:ext uri="{FF2B5EF4-FFF2-40B4-BE49-F238E27FC236}">
                <a16:creationId xmlns:a16="http://schemas.microsoft.com/office/drawing/2014/main" id="{1FDC440F-FB94-411E-B0F0-3E9AFF61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9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3" name="data_1502">
            <a:extLst xmlns:a="http://schemas.openxmlformats.org/drawingml/2006/main">
              <a:ext uri="{FF2B5EF4-FFF2-40B4-BE49-F238E27FC236}">
                <a16:creationId xmlns:a16="http://schemas.microsoft.com/office/drawing/2014/main" id="{1B27130A-CE89-4643-82EF-33B07CD1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32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4" name="data_1503">
            <a:extLst xmlns:a="http://schemas.openxmlformats.org/drawingml/2006/main">
              <a:ext uri="{FF2B5EF4-FFF2-40B4-BE49-F238E27FC236}">
                <a16:creationId xmlns:a16="http://schemas.microsoft.com/office/drawing/2014/main" id="{5A9D90C3-A758-4FF5-98BE-BA1CCEC0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781" y="2295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5" name="data_1504">
            <a:extLst xmlns:a="http://schemas.openxmlformats.org/drawingml/2006/main">
              <a:ext uri="{FF2B5EF4-FFF2-40B4-BE49-F238E27FC236}">
                <a16:creationId xmlns:a16="http://schemas.microsoft.com/office/drawing/2014/main" id="{67573D38-CCFE-4123-A236-9B25A292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7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6" name="data_1505">
            <a:extLst xmlns:a="http://schemas.openxmlformats.org/drawingml/2006/main">
              <a:ext uri="{FF2B5EF4-FFF2-40B4-BE49-F238E27FC236}">
                <a16:creationId xmlns:a16="http://schemas.microsoft.com/office/drawing/2014/main" id="{438E009B-D762-4082-B743-AF638097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5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7" name="data_1506">
            <a:extLst xmlns:a="http://schemas.openxmlformats.org/drawingml/2006/main">
              <a:ext uri="{FF2B5EF4-FFF2-40B4-BE49-F238E27FC236}">
                <a16:creationId xmlns:a16="http://schemas.microsoft.com/office/drawing/2014/main" id="{18BB1EC6-C0B2-4DFA-8C69-4C4D68FF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8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8" name="data_1507">
            <a:extLst xmlns:a="http://schemas.openxmlformats.org/drawingml/2006/main">
              <a:ext uri="{FF2B5EF4-FFF2-40B4-BE49-F238E27FC236}">
                <a16:creationId xmlns:a16="http://schemas.microsoft.com/office/drawing/2014/main" id="{98E0DF9F-8E78-4FC0-B0A5-4042AF1F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0931" y="29777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9" name="data_1508">
            <a:extLst xmlns:a="http://schemas.openxmlformats.org/drawingml/2006/main">
              <a:ext uri="{FF2B5EF4-FFF2-40B4-BE49-F238E27FC236}">
                <a16:creationId xmlns:a16="http://schemas.microsoft.com/office/drawing/2014/main" id="{ADF50C03-F239-46EF-AD48-31BBBA46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75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0" name="data_1509">
            <a:extLst xmlns:a="http://schemas.openxmlformats.org/drawingml/2006/main">
              <a:ext uri="{FF2B5EF4-FFF2-40B4-BE49-F238E27FC236}">
                <a16:creationId xmlns:a16="http://schemas.microsoft.com/office/drawing/2014/main" id="{1FCA7DB4-BCBF-4009-A195-1F1C3D5B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1" name="data_1510">
            <a:extLst xmlns:a="http://schemas.openxmlformats.org/drawingml/2006/main">
              <a:ext uri="{FF2B5EF4-FFF2-40B4-BE49-F238E27FC236}">
                <a16:creationId xmlns:a16="http://schemas.microsoft.com/office/drawing/2014/main" id="{EE2B276C-A2E4-4F1E-B207-4F1ADF6C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5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2" name="data_1511">
            <a:extLst xmlns:a="http://schemas.openxmlformats.org/drawingml/2006/main">
              <a:ext uri="{FF2B5EF4-FFF2-40B4-BE49-F238E27FC236}">
                <a16:creationId xmlns:a16="http://schemas.microsoft.com/office/drawing/2014/main" id="{0910A971-D182-4358-B526-66E5D42B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6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3" name="data_1512">
            <a:extLst xmlns:a="http://schemas.openxmlformats.org/drawingml/2006/main">
              <a:ext uri="{FF2B5EF4-FFF2-40B4-BE49-F238E27FC236}">
                <a16:creationId xmlns:a16="http://schemas.microsoft.com/office/drawing/2014/main" id="{6D70E773-595F-4A4B-9D39-10D272B6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758" y="14887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4" name="data_1513">
            <a:extLst xmlns:a="http://schemas.openxmlformats.org/drawingml/2006/main">
              <a:ext uri="{FF2B5EF4-FFF2-40B4-BE49-F238E27FC236}">
                <a16:creationId xmlns:a16="http://schemas.microsoft.com/office/drawing/2014/main" id="{18A4809D-CF91-49EA-9E18-AF193E4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78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5" name="data_1514">
            <a:extLst xmlns:a="http://schemas.openxmlformats.org/drawingml/2006/main">
              <a:ext uri="{FF2B5EF4-FFF2-40B4-BE49-F238E27FC236}">
                <a16:creationId xmlns:a16="http://schemas.microsoft.com/office/drawing/2014/main" id="{58351AC9-DB0B-49B2-A249-9EA1F3F6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9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6" name="data_1515">
            <a:extLst xmlns:a="http://schemas.openxmlformats.org/drawingml/2006/main">
              <a:ext uri="{FF2B5EF4-FFF2-40B4-BE49-F238E27FC236}">
                <a16:creationId xmlns:a16="http://schemas.microsoft.com/office/drawing/2014/main" id="{27755C91-A58A-4CC3-B27D-21146C11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230" y="32947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7" name="data_1516">
            <a:extLst xmlns:a="http://schemas.openxmlformats.org/drawingml/2006/main">
              <a:ext uri="{FF2B5EF4-FFF2-40B4-BE49-F238E27FC236}">
                <a16:creationId xmlns:a16="http://schemas.microsoft.com/office/drawing/2014/main" id="{F0BB6270-3A89-4D98-803A-8D14980C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50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8" name="data_1517">
            <a:extLst xmlns:a="http://schemas.openxmlformats.org/drawingml/2006/main">
              <a:ext uri="{FF2B5EF4-FFF2-40B4-BE49-F238E27FC236}">
                <a16:creationId xmlns:a16="http://schemas.microsoft.com/office/drawing/2014/main" id="{C76E93CE-BD9A-4F69-A7C2-045A71E8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3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9" name="data_1518">
            <a:extLst xmlns:a="http://schemas.openxmlformats.org/drawingml/2006/main">
              <a:ext uri="{FF2B5EF4-FFF2-40B4-BE49-F238E27FC236}">
                <a16:creationId xmlns:a16="http://schemas.microsoft.com/office/drawing/2014/main" id="{34FE8684-76E7-4A8C-AAC9-BF2808EA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5205" y="2878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0" name="data_1519">
            <a:extLst xmlns:a="http://schemas.openxmlformats.org/drawingml/2006/main">
              <a:ext uri="{FF2B5EF4-FFF2-40B4-BE49-F238E27FC236}">
                <a16:creationId xmlns:a16="http://schemas.microsoft.com/office/drawing/2014/main" id="{014B211B-7C79-41C0-89DF-A2ACD5AE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97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1" name="data_1520">
            <a:extLst xmlns:a="http://schemas.openxmlformats.org/drawingml/2006/main">
              <a:ext uri="{FF2B5EF4-FFF2-40B4-BE49-F238E27FC236}">
                <a16:creationId xmlns:a16="http://schemas.microsoft.com/office/drawing/2014/main" id="{925F55C3-E8EE-4E60-9183-EEB6894D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4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2" name="data_1521">
            <a:extLst xmlns:a="http://schemas.openxmlformats.org/drawingml/2006/main">
              <a:ext uri="{FF2B5EF4-FFF2-40B4-BE49-F238E27FC236}">
                <a16:creationId xmlns:a16="http://schemas.microsoft.com/office/drawing/2014/main" id="{CFCAAEB6-EBF5-4311-A9B7-AFB72C02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8570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3" name="data_1522">
            <a:extLst xmlns:a="http://schemas.openxmlformats.org/drawingml/2006/main">
              <a:ext uri="{FF2B5EF4-FFF2-40B4-BE49-F238E27FC236}">
                <a16:creationId xmlns:a16="http://schemas.microsoft.com/office/drawing/2014/main" id="{B51B5E04-8AB3-473A-AA23-9EEF0D83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345" y="2898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4" name="data_1523">
            <a:extLst xmlns:a="http://schemas.openxmlformats.org/drawingml/2006/main">
              <a:ext uri="{FF2B5EF4-FFF2-40B4-BE49-F238E27FC236}">
                <a16:creationId xmlns:a16="http://schemas.microsoft.com/office/drawing/2014/main" id="{DBEC13DC-6F42-4D2E-88C8-78728697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7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5" name="data_1524">
            <a:extLst xmlns:a="http://schemas.openxmlformats.org/drawingml/2006/main">
              <a:ext uri="{FF2B5EF4-FFF2-40B4-BE49-F238E27FC236}">
                <a16:creationId xmlns:a16="http://schemas.microsoft.com/office/drawing/2014/main" id="{A793D65D-5711-4898-9F57-1BFA2C8A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18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6" name="data_1525">
            <a:extLst xmlns:a="http://schemas.openxmlformats.org/drawingml/2006/main">
              <a:ext uri="{FF2B5EF4-FFF2-40B4-BE49-F238E27FC236}">
                <a16:creationId xmlns:a16="http://schemas.microsoft.com/office/drawing/2014/main" id="{318FB913-6C25-4C52-88DE-7A6EAB08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55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7" name="data_1526">
            <a:extLst xmlns:a="http://schemas.openxmlformats.org/drawingml/2006/main">
              <a:ext uri="{FF2B5EF4-FFF2-40B4-BE49-F238E27FC236}">
                <a16:creationId xmlns:a16="http://schemas.microsoft.com/office/drawing/2014/main" id="{33E4DC0F-8384-4149-A45D-D08E6F5A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72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8" name="data_1527">
            <a:extLst xmlns:a="http://schemas.openxmlformats.org/drawingml/2006/main">
              <a:ext uri="{FF2B5EF4-FFF2-40B4-BE49-F238E27FC236}">
                <a16:creationId xmlns:a16="http://schemas.microsoft.com/office/drawing/2014/main" id="{F32B7C1E-F93E-4732-8F16-539C9917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129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9" name="data_1528">
            <a:extLst xmlns:a="http://schemas.openxmlformats.org/drawingml/2006/main">
              <a:ext uri="{FF2B5EF4-FFF2-40B4-BE49-F238E27FC236}">
                <a16:creationId xmlns:a16="http://schemas.microsoft.com/office/drawing/2014/main" id="{9863BB5B-2689-48CC-83F1-FEDB65AE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3839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0" name="data_1529">
            <a:extLst xmlns:a="http://schemas.openxmlformats.org/drawingml/2006/main">
              <a:ext uri="{FF2B5EF4-FFF2-40B4-BE49-F238E27FC236}">
                <a16:creationId xmlns:a16="http://schemas.microsoft.com/office/drawing/2014/main" id="{307E48AD-5414-41CB-A6DC-8D6E995E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071" y="21381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1" name="data_1530">
            <a:extLst xmlns:a="http://schemas.openxmlformats.org/drawingml/2006/main">
              <a:ext uri="{FF2B5EF4-FFF2-40B4-BE49-F238E27FC236}">
                <a16:creationId xmlns:a16="http://schemas.microsoft.com/office/drawing/2014/main" id="{7023C5B4-E412-44C7-B516-BEABD3B9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77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2" name="data_1531">
            <a:extLst xmlns:a="http://schemas.openxmlformats.org/drawingml/2006/main">
              <a:ext uri="{FF2B5EF4-FFF2-40B4-BE49-F238E27FC236}">
                <a16:creationId xmlns:a16="http://schemas.microsoft.com/office/drawing/2014/main" id="{8DD04EA2-3B14-49E7-8778-1834E928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67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3" name="data_1532">
            <a:extLst xmlns:a="http://schemas.openxmlformats.org/drawingml/2006/main">
              <a:ext uri="{FF2B5EF4-FFF2-40B4-BE49-F238E27FC236}">
                <a16:creationId xmlns:a16="http://schemas.microsoft.com/office/drawing/2014/main" id="{3FE5545A-E669-4DDC-9372-D0D2583B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502" y="14887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4" name="data_1533">
            <a:extLst xmlns:a="http://schemas.openxmlformats.org/drawingml/2006/main">
              <a:ext uri="{FF2B5EF4-FFF2-40B4-BE49-F238E27FC236}">
                <a16:creationId xmlns:a16="http://schemas.microsoft.com/office/drawing/2014/main" id="{3F4A0952-5135-4652-BA3D-D6B946B5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140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5" name="data_1534">
            <a:extLst xmlns:a="http://schemas.openxmlformats.org/drawingml/2006/main">
              <a:ext uri="{FF2B5EF4-FFF2-40B4-BE49-F238E27FC236}">
                <a16:creationId xmlns:a16="http://schemas.microsoft.com/office/drawing/2014/main" id="{9E8FDB96-66E7-42EA-BEEA-543C07C4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4010" y="33094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6" name="data_1535">
            <a:extLst xmlns:a="http://schemas.openxmlformats.org/drawingml/2006/main">
              <a:ext uri="{FF2B5EF4-FFF2-40B4-BE49-F238E27FC236}">
                <a16:creationId xmlns:a16="http://schemas.microsoft.com/office/drawing/2014/main" id="{D564AA36-812D-4AC2-966D-F9151843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01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7" name="data_1536">
            <a:extLst xmlns:a="http://schemas.openxmlformats.org/drawingml/2006/main">
              <a:ext uri="{FF2B5EF4-FFF2-40B4-BE49-F238E27FC236}">
                <a16:creationId xmlns:a16="http://schemas.microsoft.com/office/drawing/2014/main" id="{7698456E-832E-4AAA-90D9-726EB4E7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421" y="31360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8" name="data_1537">
            <a:extLst xmlns:a="http://schemas.openxmlformats.org/drawingml/2006/main">
              <a:ext uri="{FF2B5EF4-FFF2-40B4-BE49-F238E27FC236}">
                <a16:creationId xmlns:a16="http://schemas.microsoft.com/office/drawing/2014/main" id="{99C464DB-BD73-4819-96A7-C8A37DE0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83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9" name="data_1538">
            <a:extLst xmlns:a="http://schemas.openxmlformats.org/drawingml/2006/main">
              <a:ext uri="{FF2B5EF4-FFF2-40B4-BE49-F238E27FC236}">
                <a16:creationId xmlns:a16="http://schemas.microsoft.com/office/drawing/2014/main" id="{F35011C6-5378-4A9F-AD55-85C12012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4760" y="14737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0" name="data_1539">
            <a:extLst xmlns:a="http://schemas.openxmlformats.org/drawingml/2006/main">
              <a:ext uri="{FF2B5EF4-FFF2-40B4-BE49-F238E27FC236}">
                <a16:creationId xmlns:a16="http://schemas.microsoft.com/office/drawing/2014/main" id="{3EDBD9E1-E38B-42BC-9874-CEB6CCAE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46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1" name="data_1540">
            <a:extLst xmlns:a="http://schemas.openxmlformats.org/drawingml/2006/main">
              <a:ext uri="{FF2B5EF4-FFF2-40B4-BE49-F238E27FC236}">
                <a16:creationId xmlns:a16="http://schemas.microsoft.com/office/drawing/2014/main" id="{84654967-EDED-40CA-9675-FB680F71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203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2" name="data_1541">
            <a:extLst xmlns:a="http://schemas.openxmlformats.org/drawingml/2006/main">
              <a:ext uri="{FF2B5EF4-FFF2-40B4-BE49-F238E27FC236}">
                <a16:creationId xmlns:a16="http://schemas.microsoft.com/office/drawing/2014/main" id="{E3F4982C-2C9F-4E51-94F2-4D42AF78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081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3" name="data_1542">
            <a:extLst xmlns:a="http://schemas.openxmlformats.org/drawingml/2006/main">
              <a:ext uri="{FF2B5EF4-FFF2-40B4-BE49-F238E27FC236}">
                <a16:creationId xmlns:a16="http://schemas.microsoft.com/office/drawing/2014/main" id="{EE61F465-DBC7-454D-BB55-8BDD801A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4519" y="24180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4" name="data_1543">
            <a:extLst xmlns:a="http://schemas.openxmlformats.org/drawingml/2006/main">
              <a:ext uri="{FF2B5EF4-FFF2-40B4-BE49-F238E27FC236}">
                <a16:creationId xmlns:a16="http://schemas.microsoft.com/office/drawing/2014/main" id="{55C5DA6B-16CC-4084-9734-0F047489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8063" y="21875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5" name="data_1544">
            <a:extLst xmlns:a="http://schemas.openxmlformats.org/drawingml/2006/main">
              <a:ext uri="{FF2B5EF4-FFF2-40B4-BE49-F238E27FC236}">
                <a16:creationId xmlns:a16="http://schemas.microsoft.com/office/drawing/2014/main" id="{34A45478-4377-446A-8F48-CBDDED89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5355" y="24637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6" name="data_1545">
            <a:extLst xmlns:a="http://schemas.openxmlformats.org/drawingml/2006/main">
              <a:ext uri="{FF2B5EF4-FFF2-40B4-BE49-F238E27FC236}">
                <a16:creationId xmlns:a16="http://schemas.microsoft.com/office/drawing/2014/main" id="{B7D6AEA8-5173-4718-BE94-667B5166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243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7" name="data_1546">
            <a:extLst xmlns:a="http://schemas.openxmlformats.org/drawingml/2006/main">
              <a:ext uri="{FF2B5EF4-FFF2-40B4-BE49-F238E27FC236}">
                <a16:creationId xmlns:a16="http://schemas.microsoft.com/office/drawing/2014/main" id="{5DC4DD66-492A-437C-A484-58DEFC3C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14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8" name="data_1547">
            <a:extLst xmlns:a="http://schemas.openxmlformats.org/drawingml/2006/main">
              <a:ext uri="{FF2B5EF4-FFF2-40B4-BE49-F238E27FC236}">
                <a16:creationId xmlns:a16="http://schemas.microsoft.com/office/drawing/2014/main" id="{F037864F-7177-42D8-A637-9624E48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10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9" name="data_1548">
            <a:extLst xmlns:a="http://schemas.openxmlformats.org/drawingml/2006/main">
              <a:ext uri="{FF2B5EF4-FFF2-40B4-BE49-F238E27FC236}">
                <a16:creationId xmlns:a16="http://schemas.microsoft.com/office/drawing/2014/main" id="{EABD3B50-63FE-44FA-A51C-B202B67C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267" y="1522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0" name="data_1549">
            <a:extLst xmlns:a="http://schemas.openxmlformats.org/drawingml/2006/main">
              <a:ext uri="{FF2B5EF4-FFF2-40B4-BE49-F238E27FC236}">
                <a16:creationId xmlns:a16="http://schemas.microsoft.com/office/drawing/2014/main" id="{12413955-9CBB-4177-9A7F-00EF1C9A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5986" y="24618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1" name="data_1550">
            <a:extLst xmlns:a="http://schemas.openxmlformats.org/drawingml/2006/main">
              <a:ext uri="{FF2B5EF4-FFF2-40B4-BE49-F238E27FC236}">
                <a16:creationId xmlns:a16="http://schemas.microsoft.com/office/drawing/2014/main" id="{433843C9-856A-4297-97A9-4D90C310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632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2" name="data_1551">
            <a:extLst xmlns:a="http://schemas.openxmlformats.org/drawingml/2006/main">
              <a:ext uri="{FF2B5EF4-FFF2-40B4-BE49-F238E27FC236}">
                <a16:creationId xmlns:a16="http://schemas.microsoft.com/office/drawing/2014/main" id="{3F06227A-3696-4960-B463-3D31CD72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05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3" name="data_1552">
            <a:extLst xmlns:a="http://schemas.openxmlformats.org/drawingml/2006/main">
              <a:ext uri="{FF2B5EF4-FFF2-40B4-BE49-F238E27FC236}">
                <a16:creationId xmlns:a16="http://schemas.microsoft.com/office/drawing/2014/main" id="{8C3E13FC-F23F-4472-969F-D3921124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25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4" name="data_1553">
            <a:extLst xmlns:a="http://schemas.openxmlformats.org/drawingml/2006/main">
              <a:ext uri="{FF2B5EF4-FFF2-40B4-BE49-F238E27FC236}">
                <a16:creationId xmlns:a16="http://schemas.microsoft.com/office/drawing/2014/main" id="{6FA0B386-3DEC-4303-A299-0A8C4355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141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5" name="data_1554">
            <a:extLst xmlns:a="http://schemas.openxmlformats.org/drawingml/2006/main">
              <a:ext uri="{FF2B5EF4-FFF2-40B4-BE49-F238E27FC236}">
                <a16:creationId xmlns:a16="http://schemas.microsoft.com/office/drawing/2014/main" id="{20857FD8-9234-49E0-9E39-2A70141E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549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6" name="data_1555">
            <a:extLst xmlns:a="http://schemas.openxmlformats.org/drawingml/2006/main">
              <a:ext uri="{FF2B5EF4-FFF2-40B4-BE49-F238E27FC236}">
                <a16:creationId xmlns:a16="http://schemas.microsoft.com/office/drawing/2014/main" id="{6FA1795B-0B12-435B-B1D0-413BC580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92" y="27142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7" name="data_1556">
            <a:extLst xmlns:a="http://schemas.openxmlformats.org/drawingml/2006/main">
              <a:ext uri="{FF2B5EF4-FFF2-40B4-BE49-F238E27FC236}">
                <a16:creationId xmlns:a16="http://schemas.microsoft.com/office/drawing/2014/main" id="{547E7C5B-7C86-4FA0-AEA3-301A1EF0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3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8" name="data_1557">
            <a:extLst xmlns:a="http://schemas.openxmlformats.org/drawingml/2006/main">
              <a:ext uri="{FF2B5EF4-FFF2-40B4-BE49-F238E27FC236}">
                <a16:creationId xmlns:a16="http://schemas.microsoft.com/office/drawing/2014/main" id="{FA5A3EC3-4377-4285-BE8D-CFC97FBD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641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9" name="data_1558">
            <a:extLst xmlns:a="http://schemas.openxmlformats.org/drawingml/2006/main">
              <a:ext uri="{FF2B5EF4-FFF2-40B4-BE49-F238E27FC236}">
                <a16:creationId xmlns:a16="http://schemas.microsoft.com/office/drawing/2014/main" id="{38580159-BBBE-4548-9514-9C6ADA18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66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0" name="data_1559">
            <a:extLst xmlns:a="http://schemas.openxmlformats.org/drawingml/2006/main">
              <a:ext uri="{FF2B5EF4-FFF2-40B4-BE49-F238E27FC236}">
                <a16:creationId xmlns:a16="http://schemas.microsoft.com/office/drawing/2014/main" id="{A2071ADC-BB31-4A5F-8859-5FC65E8F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8422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1" name="data_1560">
            <a:extLst xmlns:a="http://schemas.openxmlformats.org/drawingml/2006/main">
              <a:ext uri="{FF2B5EF4-FFF2-40B4-BE49-F238E27FC236}">
                <a16:creationId xmlns:a16="http://schemas.microsoft.com/office/drawing/2014/main" id="{CA0C75D0-0C75-4993-BFDC-FE27B536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7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2" name="data_1561">
            <a:extLst xmlns:a="http://schemas.openxmlformats.org/drawingml/2006/main">
              <a:ext uri="{FF2B5EF4-FFF2-40B4-BE49-F238E27FC236}">
                <a16:creationId xmlns:a16="http://schemas.microsoft.com/office/drawing/2014/main" id="{3D406A7E-BCA5-485D-AFDB-110F4220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30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3" name="data_1562">
            <a:extLst xmlns:a="http://schemas.openxmlformats.org/drawingml/2006/main">
              <a:ext uri="{FF2B5EF4-FFF2-40B4-BE49-F238E27FC236}">
                <a16:creationId xmlns:a16="http://schemas.microsoft.com/office/drawing/2014/main" id="{CD956D63-8AC6-40BC-9975-8BFC2F88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3289" y="27458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4" name="data_1563">
            <a:extLst xmlns:a="http://schemas.openxmlformats.org/drawingml/2006/main">
              <a:ext uri="{FF2B5EF4-FFF2-40B4-BE49-F238E27FC236}">
                <a16:creationId xmlns:a16="http://schemas.microsoft.com/office/drawing/2014/main" id="{EFBC5B67-828C-49AF-BA5D-4F268FDB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221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5" name="data_1564">
            <a:extLst xmlns:a="http://schemas.openxmlformats.org/drawingml/2006/main">
              <a:ext uri="{FF2B5EF4-FFF2-40B4-BE49-F238E27FC236}">
                <a16:creationId xmlns:a16="http://schemas.microsoft.com/office/drawing/2014/main" id="{82B73283-DE51-48E6-96C9-60320ADA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78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6" name="data_1565">
            <a:extLst xmlns:a="http://schemas.openxmlformats.org/drawingml/2006/main">
              <a:ext uri="{FF2B5EF4-FFF2-40B4-BE49-F238E27FC236}">
                <a16:creationId xmlns:a16="http://schemas.microsoft.com/office/drawing/2014/main" id="{AAC44A9D-CF50-4027-BC91-B4CB67D6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11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7" name="data_1566">
            <a:extLst xmlns:a="http://schemas.openxmlformats.org/drawingml/2006/main">
              <a:ext uri="{FF2B5EF4-FFF2-40B4-BE49-F238E27FC236}">
                <a16:creationId xmlns:a16="http://schemas.microsoft.com/office/drawing/2014/main" id="{2E6A5B29-12DB-4AB9-97B5-A766DC04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5276" y="28929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8" name="data_1567">
            <a:extLst xmlns:a="http://schemas.openxmlformats.org/drawingml/2006/main">
              <a:ext uri="{FF2B5EF4-FFF2-40B4-BE49-F238E27FC236}">
                <a16:creationId xmlns:a16="http://schemas.microsoft.com/office/drawing/2014/main" id="{E499BBDB-A2ED-4A7F-8A4C-3140555E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966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9" name="data_1568">
            <a:extLst xmlns:a="http://schemas.openxmlformats.org/drawingml/2006/main">
              <a:ext uri="{FF2B5EF4-FFF2-40B4-BE49-F238E27FC236}">
                <a16:creationId xmlns:a16="http://schemas.microsoft.com/office/drawing/2014/main" id="{C6E1AE03-E575-4FB9-A235-D8AA9B9D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858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0" name="data_1569">
            <a:extLst xmlns:a="http://schemas.openxmlformats.org/drawingml/2006/main">
              <a:ext uri="{FF2B5EF4-FFF2-40B4-BE49-F238E27FC236}">
                <a16:creationId xmlns:a16="http://schemas.microsoft.com/office/drawing/2014/main" id="{D0DBA60A-E9FB-4402-8EF9-281011F6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134" y="32935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1" name="data_1570">
            <a:extLst xmlns:a="http://schemas.openxmlformats.org/drawingml/2006/main">
              <a:ext uri="{FF2B5EF4-FFF2-40B4-BE49-F238E27FC236}">
                <a16:creationId xmlns:a16="http://schemas.microsoft.com/office/drawing/2014/main" id="{7585D012-AA5A-4AFF-8FE1-B0CDA726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724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2" name="data_1571">
            <a:extLst xmlns:a="http://schemas.openxmlformats.org/drawingml/2006/main">
              <a:ext uri="{FF2B5EF4-FFF2-40B4-BE49-F238E27FC236}">
                <a16:creationId xmlns:a16="http://schemas.microsoft.com/office/drawing/2014/main" id="{08571559-D6B9-4AF4-BD4B-25E672B0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25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3" name="data_1572">
            <a:extLst xmlns:a="http://schemas.openxmlformats.org/drawingml/2006/main">
              <a:ext uri="{FF2B5EF4-FFF2-40B4-BE49-F238E27FC236}">
                <a16:creationId xmlns:a16="http://schemas.microsoft.com/office/drawing/2014/main" id="{DEC2B32E-997E-4DDD-BF03-73537217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3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4" name="data_1573">
            <a:extLst xmlns:a="http://schemas.openxmlformats.org/drawingml/2006/main">
              <a:ext uri="{FF2B5EF4-FFF2-40B4-BE49-F238E27FC236}">
                <a16:creationId xmlns:a16="http://schemas.microsoft.com/office/drawing/2014/main" id="{79FDA948-5803-46F1-92DC-FE7426A4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38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5" name="data_1574">
            <a:extLst xmlns:a="http://schemas.openxmlformats.org/drawingml/2006/main">
              <a:ext uri="{FF2B5EF4-FFF2-40B4-BE49-F238E27FC236}">
                <a16:creationId xmlns:a16="http://schemas.microsoft.com/office/drawing/2014/main" id="{CD757510-4186-4859-86A6-9261F991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212" y="16006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6" name="data_1575">
            <a:extLst xmlns:a="http://schemas.openxmlformats.org/drawingml/2006/main">
              <a:ext uri="{FF2B5EF4-FFF2-40B4-BE49-F238E27FC236}">
                <a16:creationId xmlns:a16="http://schemas.microsoft.com/office/drawing/2014/main" id="{69DA42CC-67A6-42A5-AC09-F8CFDBC0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5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7" name="data_1576">
            <a:extLst xmlns:a="http://schemas.openxmlformats.org/drawingml/2006/main">
              <a:ext uri="{FF2B5EF4-FFF2-40B4-BE49-F238E27FC236}">
                <a16:creationId xmlns:a16="http://schemas.microsoft.com/office/drawing/2014/main" id="{E41FAD48-9989-4DB6-8F46-995B0ADE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90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8" name="data_1577">
            <a:extLst xmlns:a="http://schemas.openxmlformats.org/drawingml/2006/main">
              <a:ext uri="{FF2B5EF4-FFF2-40B4-BE49-F238E27FC236}">
                <a16:creationId xmlns:a16="http://schemas.microsoft.com/office/drawing/2014/main" id="{6631B565-B42D-4648-91F7-CBEE829E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7835" y="22612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9" name="data_1578">
            <a:extLst xmlns:a="http://schemas.openxmlformats.org/drawingml/2006/main">
              <a:ext uri="{FF2B5EF4-FFF2-40B4-BE49-F238E27FC236}">
                <a16:creationId xmlns:a16="http://schemas.microsoft.com/office/drawing/2014/main" id="{969DD8BB-70A0-4A1A-888A-DD792FBB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532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0" name="data_1579">
            <a:extLst xmlns:a="http://schemas.openxmlformats.org/drawingml/2006/main">
              <a:ext uri="{FF2B5EF4-FFF2-40B4-BE49-F238E27FC236}">
                <a16:creationId xmlns:a16="http://schemas.microsoft.com/office/drawing/2014/main" id="{60FF9A97-45E9-4119-850F-C0F8D491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901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1" name="data_1580">
            <a:extLst xmlns:a="http://schemas.openxmlformats.org/drawingml/2006/main">
              <a:ext uri="{FF2B5EF4-FFF2-40B4-BE49-F238E27FC236}">
                <a16:creationId xmlns:a16="http://schemas.microsoft.com/office/drawing/2014/main" id="{BC67717A-9022-4A93-AD5C-17A73A12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317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2" name="data_1581">
            <a:extLst xmlns:a="http://schemas.openxmlformats.org/drawingml/2006/main">
              <a:ext uri="{FF2B5EF4-FFF2-40B4-BE49-F238E27FC236}">
                <a16:creationId xmlns:a16="http://schemas.microsoft.com/office/drawing/2014/main" id="{5482AC91-16E0-4264-9158-810CE464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902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3" name="data_1582">
            <a:extLst xmlns:a="http://schemas.openxmlformats.org/drawingml/2006/main">
              <a:ext uri="{FF2B5EF4-FFF2-40B4-BE49-F238E27FC236}">
                <a16:creationId xmlns:a16="http://schemas.microsoft.com/office/drawing/2014/main" id="{273645EE-8E93-450A-8330-22B12A07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284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4" name="data_1583">
            <a:extLst xmlns:a="http://schemas.openxmlformats.org/drawingml/2006/main">
              <a:ext uri="{FF2B5EF4-FFF2-40B4-BE49-F238E27FC236}">
                <a16:creationId xmlns:a16="http://schemas.microsoft.com/office/drawing/2014/main" id="{AA10AFDD-D01B-48AC-95E9-8FCB418A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141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5" name="data_1584">
            <a:extLst xmlns:a="http://schemas.openxmlformats.org/drawingml/2006/main">
              <a:ext uri="{FF2B5EF4-FFF2-40B4-BE49-F238E27FC236}">
                <a16:creationId xmlns:a16="http://schemas.microsoft.com/office/drawing/2014/main" id="{D1A1233C-FD66-4741-8C6B-C87D3BCB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032" y="27549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6" name="data_1585">
            <a:extLst xmlns:a="http://schemas.openxmlformats.org/drawingml/2006/main">
              <a:ext uri="{FF2B5EF4-FFF2-40B4-BE49-F238E27FC236}">
                <a16:creationId xmlns:a16="http://schemas.microsoft.com/office/drawing/2014/main" id="{DB1018BB-C362-4D7F-844D-BECAB5C5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0532" y="15392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7" name="data_1586">
            <a:extLst xmlns:a="http://schemas.openxmlformats.org/drawingml/2006/main">
              <a:ext uri="{FF2B5EF4-FFF2-40B4-BE49-F238E27FC236}">
                <a16:creationId xmlns:a16="http://schemas.microsoft.com/office/drawing/2014/main" id="{BAC795A9-62C1-4044-B65E-BB160D72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37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8" name="data_1587">
            <a:extLst xmlns:a="http://schemas.openxmlformats.org/drawingml/2006/main">
              <a:ext uri="{FF2B5EF4-FFF2-40B4-BE49-F238E27FC236}">
                <a16:creationId xmlns:a16="http://schemas.microsoft.com/office/drawing/2014/main" id="{D9DBF340-74FE-4E61-85C3-E943EA8D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2860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9" name="data_1588">
            <a:extLst xmlns:a="http://schemas.openxmlformats.org/drawingml/2006/main">
              <a:ext uri="{FF2B5EF4-FFF2-40B4-BE49-F238E27FC236}">
                <a16:creationId xmlns:a16="http://schemas.microsoft.com/office/drawing/2014/main" id="{38DF3B52-4ABE-47DE-B84A-43CC5887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641" y="28018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0" name="data_1589">
            <a:extLst xmlns:a="http://schemas.openxmlformats.org/drawingml/2006/main">
              <a:ext uri="{FF2B5EF4-FFF2-40B4-BE49-F238E27FC236}">
                <a16:creationId xmlns:a16="http://schemas.microsoft.com/office/drawing/2014/main" id="{486CE830-4F73-4222-9F0D-5F538F9B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877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1" name="data_1590">
            <a:extLst xmlns:a="http://schemas.openxmlformats.org/drawingml/2006/main">
              <a:ext uri="{FF2B5EF4-FFF2-40B4-BE49-F238E27FC236}">
                <a16:creationId xmlns:a16="http://schemas.microsoft.com/office/drawing/2014/main" id="{367E750B-4F7B-468F-ADC1-E65EB1A9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0965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2" name="data_1591">
            <a:extLst xmlns:a="http://schemas.openxmlformats.org/drawingml/2006/main">
              <a:ext uri="{FF2B5EF4-FFF2-40B4-BE49-F238E27FC236}">
                <a16:creationId xmlns:a16="http://schemas.microsoft.com/office/drawing/2014/main" id="{CEA282B5-927D-46F8-9D97-3C05519A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5644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3" name="data_1592">
            <a:extLst xmlns:a="http://schemas.openxmlformats.org/drawingml/2006/main">
              <a:ext uri="{FF2B5EF4-FFF2-40B4-BE49-F238E27FC236}">
                <a16:creationId xmlns:a16="http://schemas.microsoft.com/office/drawing/2014/main" id="{AD3277BF-64E4-4787-AAF7-2A20AEF8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59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4" name="data_1593">
            <a:extLst xmlns:a="http://schemas.openxmlformats.org/drawingml/2006/main">
              <a:ext uri="{FF2B5EF4-FFF2-40B4-BE49-F238E27FC236}">
                <a16:creationId xmlns:a16="http://schemas.microsoft.com/office/drawing/2014/main" id="{D63E0020-AC1F-4E81-AA59-8DB301B7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8541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5" name="data_1594">
            <a:extLst xmlns:a="http://schemas.openxmlformats.org/drawingml/2006/main">
              <a:ext uri="{FF2B5EF4-FFF2-40B4-BE49-F238E27FC236}">
                <a16:creationId xmlns:a16="http://schemas.microsoft.com/office/drawing/2014/main" id="{F3305D7C-BACE-445B-88AB-E4B2BBB0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22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6" name="data_1595">
            <a:extLst xmlns:a="http://schemas.openxmlformats.org/drawingml/2006/main">
              <a:ext uri="{FF2B5EF4-FFF2-40B4-BE49-F238E27FC236}">
                <a16:creationId xmlns:a16="http://schemas.microsoft.com/office/drawing/2014/main" id="{0613627A-C0C2-4255-8446-299D9C0A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457" y="24367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7" name="data_1596">
            <a:extLst xmlns:a="http://schemas.openxmlformats.org/drawingml/2006/main">
              <a:ext uri="{FF2B5EF4-FFF2-40B4-BE49-F238E27FC236}">
                <a16:creationId xmlns:a16="http://schemas.microsoft.com/office/drawing/2014/main" id="{666CF1D4-8F61-4420-AFAA-4326E7FA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52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8" name="data_1597">
            <a:extLst xmlns:a="http://schemas.openxmlformats.org/drawingml/2006/main">
              <a:ext uri="{FF2B5EF4-FFF2-40B4-BE49-F238E27FC236}">
                <a16:creationId xmlns:a16="http://schemas.microsoft.com/office/drawing/2014/main" id="{1E094A91-30CA-49B1-8B06-AB39F610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545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9" name="data_1598">
            <a:extLst xmlns:a="http://schemas.openxmlformats.org/drawingml/2006/main">
              <a:ext uri="{FF2B5EF4-FFF2-40B4-BE49-F238E27FC236}">
                <a16:creationId xmlns:a16="http://schemas.microsoft.com/office/drawing/2014/main" id="{F3D967F0-DF1D-4875-A8ED-EFDE6657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3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0" name="data_1599">
            <a:extLst xmlns:a="http://schemas.openxmlformats.org/drawingml/2006/main">
              <a:ext uri="{FF2B5EF4-FFF2-40B4-BE49-F238E27FC236}">
                <a16:creationId xmlns:a16="http://schemas.microsoft.com/office/drawing/2014/main" id="{57629DDA-660F-4B29-A66F-FE6B7D6F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40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1" name="data_1600">
            <a:extLst xmlns:a="http://schemas.openxmlformats.org/drawingml/2006/main">
              <a:ext uri="{FF2B5EF4-FFF2-40B4-BE49-F238E27FC236}">
                <a16:creationId xmlns:a16="http://schemas.microsoft.com/office/drawing/2014/main" id="{4C47BA20-2F63-4DBB-B987-A3F59B0C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46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2" name="data_1601">
            <a:extLst xmlns:a="http://schemas.openxmlformats.org/drawingml/2006/main">
              <a:ext uri="{FF2B5EF4-FFF2-40B4-BE49-F238E27FC236}">
                <a16:creationId xmlns:a16="http://schemas.microsoft.com/office/drawing/2014/main" id="{017D0CE8-B5EB-43C9-B2C2-CBDF06CA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3424" y="3292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3" name="data_1602">
            <a:extLst xmlns:a="http://schemas.openxmlformats.org/drawingml/2006/main">
              <a:ext uri="{FF2B5EF4-FFF2-40B4-BE49-F238E27FC236}">
                <a16:creationId xmlns:a16="http://schemas.microsoft.com/office/drawing/2014/main" id="{7DD5CA3D-5AB7-4517-BF5D-556193C4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35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4" name="data_1603">
            <a:extLst xmlns:a="http://schemas.openxmlformats.org/drawingml/2006/main">
              <a:ext uri="{FF2B5EF4-FFF2-40B4-BE49-F238E27FC236}">
                <a16:creationId xmlns:a16="http://schemas.microsoft.com/office/drawing/2014/main" id="{BE975315-1E7C-4E9A-9136-7141CD5C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201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5" name="data_1604">
            <a:extLst xmlns:a="http://schemas.openxmlformats.org/drawingml/2006/main">
              <a:ext uri="{FF2B5EF4-FFF2-40B4-BE49-F238E27FC236}">
                <a16:creationId xmlns:a16="http://schemas.microsoft.com/office/drawing/2014/main" id="{16B422DA-2AF2-44BF-AD53-7BA15EE0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7904" y="3312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6" name="data_1605">
            <a:extLst xmlns:a="http://schemas.openxmlformats.org/drawingml/2006/main">
              <a:ext uri="{FF2B5EF4-FFF2-40B4-BE49-F238E27FC236}">
                <a16:creationId xmlns:a16="http://schemas.microsoft.com/office/drawing/2014/main" id="{8A8D3650-2F07-46AD-94A6-EE1B6F23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374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7" name="data_1606">
            <a:extLst xmlns:a="http://schemas.openxmlformats.org/drawingml/2006/main">
              <a:ext uri="{FF2B5EF4-FFF2-40B4-BE49-F238E27FC236}">
                <a16:creationId xmlns:a16="http://schemas.microsoft.com/office/drawing/2014/main" id="{E4F0873A-2F12-4B16-90B2-10FB1CB9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30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8" name="data_1607">
            <a:extLst xmlns:a="http://schemas.openxmlformats.org/drawingml/2006/main">
              <a:ext uri="{FF2B5EF4-FFF2-40B4-BE49-F238E27FC236}">
                <a16:creationId xmlns:a16="http://schemas.microsoft.com/office/drawing/2014/main" id="{D9F045CD-0619-4251-8CB6-62553673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0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9" name="data_1608">
            <a:extLst xmlns:a="http://schemas.openxmlformats.org/drawingml/2006/main">
              <a:ext uri="{FF2B5EF4-FFF2-40B4-BE49-F238E27FC236}">
                <a16:creationId xmlns:a16="http://schemas.microsoft.com/office/drawing/2014/main" id="{D4CD8389-16A9-411A-87CA-488CACBC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97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0" name="data_1609">
            <a:extLst xmlns:a="http://schemas.openxmlformats.org/drawingml/2006/main">
              <a:ext uri="{FF2B5EF4-FFF2-40B4-BE49-F238E27FC236}">
                <a16:creationId xmlns:a16="http://schemas.microsoft.com/office/drawing/2014/main" id="{67972C69-0540-4269-839E-674CCF3D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70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1" name="data_1610">
            <a:extLst xmlns:a="http://schemas.openxmlformats.org/drawingml/2006/main">
              <a:ext uri="{FF2B5EF4-FFF2-40B4-BE49-F238E27FC236}">
                <a16:creationId xmlns:a16="http://schemas.microsoft.com/office/drawing/2014/main" id="{B8291216-2D5E-4AC5-8AD9-CC41749A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57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2" name="data_1611">
            <a:extLst xmlns:a="http://schemas.openxmlformats.org/drawingml/2006/main">
              <a:ext uri="{FF2B5EF4-FFF2-40B4-BE49-F238E27FC236}">
                <a16:creationId xmlns:a16="http://schemas.microsoft.com/office/drawing/2014/main" id="{913F1F46-501E-4A08-9881-E6989E16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4565" y="2803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3" name="data_1612">
            <a:extLst xmlns:a="http://schemas.openxmlformats.org/drawingml/2006/main">
              <a:ext uri="{FF2B5EF4-FFF2-40B4-BE49-F238E27FC236}">
                <a16:creationId xmlns:a16="http://schemas.microsoft.com/office/drawing/2014/main" id="{E353E645-99E5-49FA-80EF-B2ACFEC5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211" y="26744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4" name="data_1613">
            <a:extLst xmlns:a="http://schemas.openxmlformats.org/drawingml/2006/main">
              <a:ext uri="{FF2B5EF4-FFF2-40B4-BE49-F238E27FC236}">
                <a16:creationId xmlns:a16="http://schemas.microsoft.com/office/drawing/2014/main" id="{E1165F90-8366-44E0-9AA7-7CA5FB6C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622" y="31924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5" name="data_1614">
            <a:extLst xmlns:a="http://schemas.openxmlformats.org/drawingml/2006/main">
              <a:ext uri="{FF2B5EF4-FFF2-40B4-BE49-F238E27FC236}">
                <a16:creationId xmlns:a16="http://schemas.microsoft.com/office/drawing/2014/main" id="{B3F0589D-B458-4A03-A2AD-38C589DD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106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6" name="data_1615">
            <a:extLst xmlns:a="http://schemas.openxmlformats.org/drawingml/2006/main">
              <a:ext uri="{FF2B5EF4-FFF2-40B4-BE49-F238E27FC236}">
                <a16:creationId xmlns:a16="http://schemas.microsoft.com/office/drawing/2014/main" id="{EB621B2A-F40F-4E3B-8790-1A03FBAE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45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7" name="data_1616">
            <a:extLst xmlns:a="http://schemas.openxmlformats.org/drawingml/2006/main">
              <a:ext uri="{FF2B5EF4-FFF2-40B4-BE49-F238E27FC236}">
                <a16:creationId xmlns:a16="http://schemas.microsoft.com/office/drawing/2014/main" id="{95416397-34CD-4C2F-8CE1-C88361CE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5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8" name="data_1617">
            <a:extLst xmlns:a="http://schemas.openxmlformats.org/drawingml/2006/main">
              <a:ext uri="{FF2B5EF4-FFF2-40B4-BE49-F238E27FC236}">
                <a16:creationId xmlns:a16="http://schemas.microsoft.com/office/drawing/2014/main" id="{C521E6F6-E56D-46B3-BD7D-5DF4A33F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28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9" name="data_1618">
            <a:extLst xmlns:a="http://schemas.openxmlformats.org/drawingml/2006/main">
              <a:ext uri="{FF2B5EF4-FFF2-40B4-BE49-F238E27FC236}">
                <a16:creationId xmlns:a16="http://schemas.microsoft.com/office/drawing/2014/main" id="{706FFB46-9019-4C9F-9CF9-C4D5EF76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48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0" name="data_1619">
            <a:extLst xmlns:a="http://schemas.openxmlformats.org/drawingml/2006/main">
              <a:ext uri="{FF2B5EF4-FFF2-40B4-BE49-F238E27FC236}">
                <a16:creationId xmlns:a16="http://schemas.microsoft.com/office/drawing/2014/main" id="{2B20F730-E5F1-4D6A-AFD9-9EDE321A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696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1" name="data_1620">
            <a:extLst xmlns:a="http://schemas.openxmlformats.org/drawingml/2006/main">
              <a:ext uri="{FF2B5EF4-FFF2-40B4-BE49-F238E27FC236}">
                <a16:creationId xmlns:a16="http://schemas.microsoft.com/office/drawing/2014/main" id="{FB7CE961-4495-4864-8A34-49A59287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3885" y="29271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2" name="data_1621">
            <a:extLst xmlns:a="http://schemas.openxmlformats.org/drawingml/2006/main">
              <a:ext uri="{FF2B5EF4-FFF2-40B4-BE49-F238E27FC236}">
                <a16:creationId xmlns:a16="http://schemas.microsoft.com/office/drawing/2014/main" id="{5437D645-187D-4F1E-9D1E-7DD76B5E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2413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3" name="data_1622">
            <a:extLst xmlns:a="http://schemas.openxmlformats.org/drawingml/2006/main">
              <a:ext uri="{FF2B5EF4-FFF2-40B4-BE49-F238E27FC236}">
                <a16:creationId xmlns:a16="http://schemas.microsoft.com/office/drawing/2014/main" id="{78AF171C-3BD0-4435-A1F3-BB33EC7D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0916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4" name="data_1623">
            <a:extLst xmlns:a="http://schemas.openxmlformats.org/drawingml/2006/main">
              <a:ext uri="{FF2B5EF4-FFF2-40B4-BE49-F238E27FC236}">
                <a16:creationId xmlns:a16="http://schemas.microsoft.com/office/drawing/2014/main" id="{701360D2-F94B-480D-B342-9292CAE4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426" y="21960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5" name="data_1624">
            <a:extLst xmlns:a="http://schemas.openxmlformats.org/drawingml/2006/main">
              <a:ext uri="{FF2B5EF4-FFF2-40B4-BE49-F238E27FC236}">
                <a16:creationId xmlns:a16="http://schemas.microsoft.com/office/drawing/2014/main" id="{F592AD65-104B-454E-BFA3-F938BB4D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1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6" name="data_1625">
            <a:extLst xmlns:a="http://schemas.openxmlformats.org/drawingml/2006/main">
              <a:ext uri="{FF2B5EF4-FFF2-40B4-BE49-F238E27FC236}">
                <a16:creationId xmlns:a16="http://schemas.microsoft.com/office/drawing/2014/main" id="{30516281-9FE5-4AD6-B5F0-32EF56D5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09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7" name="data_1626">
            <a:extLst xmlns:a="http://schemas.openxmlformats.org/drawingml/2006/main">
              <a:ext uri="{FF2B5EF4-FFF2-40B4-BE49-F238E27FC236}">
                <a16:creationId xmlns:a16="http://schemas.microsoft.com/office/drawing/2014/main" id="{D9482BCF-4ACB-4EBC-833D-E475087C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315" y="2207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8" name="data_1627">
            <a:extLst xmlns:a="http://schemas.openxmlformats.org/drawingml/2006/main">
              <a:ext uri="{FF2B5EF4-FFF2-40B4-BE49-F238E27FC236}">
                <a16:creationId xmlns:a16="http://schemas.microsoft.com/office/drawing/2014/main" id="{6AA04B5E-F712-4969-BA6A-8DCC9B7D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46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9" name="data_1628">
            <a:extLst xmlns:a="http://schemas.openxmlformats.org/drawingml/2006/main">
              <a:ext uri="{FF2B5EF4-FFF2-40B4-BE49-F238E27FC236}">
                <a16:creationId xmlns:a16="http://schemas.microsoft.com/office/drawing/2014/main" id="{90C89C40-D829-4FD3-8E36-52C9E666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8322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0" name="data_1629">
            <a:extLst xmlns:a="http://schemas.openxmlformats.org/drawingml/2006/main">
              <a:ext uri="{FF2B5EF4-FFF2-40B4-BE49-F238E27FC236}">
                <a16:creationId xmlns:a16="http://schemas.microsoft.com/office/drawing/2014/main" id="{C084BEB9-3BCE-4603-AA6C-7BEE0684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13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1" name="data_1630">
            <a:extLst xmlns:a="http://schemas.openxmlformats.org/drawingml/2006/main">
              <a:ext uri="{FF2B5EF4-FFF2-40B4-BE49-F238E27FC236}">
                <a16:creationId xmlns:a16="http://schemas.microsoft.com/office/drawing/2014/main" id="{E2CCCAA6-00A4-4626-A90C-68DE5C2A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2752" y="31897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2" name="data_1631">
            <a:extLst xmlns:a="http://schemas.openxmlformats.org/drawingml/2006/main">
              <a:ext uri="{FF2B5EF4-FFF2-40B4-BE49-F238E27FC236}">
                <a16:creationId xmlns:a16="http://schemas.microsoft.com/office/drawing/2014/main" id="{869440A9-B503-4CAE-A794-71E5D440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834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3" name="data_1632">
            <a:extLst xmlns:a="http://schemas.openxmlformats.org/drawingml/2006/main">
              <a:ext uri="{FF2B5EF4-FFF2-40B4-BE49-F238E27FC236}">
                <a16:creationId xmlns:a16="http://schemas.microsoft.com/office/drawing/2014/main" id="{2A6EBB1F-9443-4C83-AAC1-EAEB3693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954" y="14582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4" name="data_1633">
            <a:extLst xmlns:a="http://schemas.openxmlformats.org/drawingml/2006/main">
              <a:ext uri="{FF2B5EF4-FFF2-40B4-BE49-F238E27FC236}">
                <a16:creationId xmlns:a16="http://schemas.microsoft.com/office/drawing/2014/main" id="{57B2C8BE-DB3D-440C-8674-4532095E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613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5" name="data_1634">
            <a:extLst xmlns:a="http://schemas.openxmlformats.org/drawingml/2006/main">
              <a:ext uri="{FF2B5EF4-FFF2-40B4-BE49-F238E27FC236}">
                <a16:creationId xmlns:a16="http://schemas.microsoft.com/office/drawing/2014/main" id="{4CDA3863-091A-4208-8527-9A3A57E06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4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6" name="data_1635">
            <a:extLst xmlns:a="http://schemas.openxmlformats.org/drawingml/2006/main">
              <a:ext uri="{FF2B5EF4-FFF2-40B4-BE49-F238E27FC236}">
                <a16:creationId xmlns:a16="http://schemas.microsoft.com/office/drawing/2014/main" id="{A1BB78F5-6480-4CC3-9479-36A85DD7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613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7" name="data_1636">
            <a:extLst xmlns:a="http://schemas.openxmlformats.org/drawingml/2006/main">
              <a:ext uri="{FF2B5EF4-FFF2-40B4-BE49-F238E27FC236}">
                <a16:creationId xmlns:a16="http://schemas.microsoft.com/office/drawing/2014/main" id="{777CB93A-A224-4825-BCFB-CFDAF2E5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1721" y="22710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8" name="data_1637">
            <a:extLst xmlns:a="http://schemas.openxmlformats.org/drawingml/2006/main">
              <a:ext uri="{FF2B5EF4-FFF2-40B4-BE49-F238E27FC236}">
                <a16:creationId xmlns:a16="http://schemas.microsoft.com/office/drawing/2014/main" id="{1540920A-3201-4EB8-BCF7-74909BBD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93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9" name="data_1638">
            <a:extLst xmlns:a="http://schemas.openxmlformats.org/drawingml/2006/main">
              <a:ext uri="{FF2B5EF4-FFF2-40B4-BE49-F238E27FC236}">
                <a16:creationId xmlns:a16="http://schemas.microsoft.com/office/drawing/2014/main" id="{BF3122DE-6CDA-45B8-BF87-2E0C7CCB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94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0" name="data_1639">
            <a:extLst xmlns:a="http://schemas.openxmlformats.org/drawingml/2006/main">
              <a:ext uri="{FF2B5EF4-FFF2-40B4-BE49-F238E27FC236}">
                <a16:creationId xmlns:a16="http://schemas.microsoft.com/office/drawing/2014/main" id="{9583717F-7CA3-4C6E-B4AD-8DF11B31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592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1" name="data_1640">
            <a:extLst xmlns:a="http://schemas.openxmlformats.org/drawingml/2006/main">
              <a:ext uri="{FF2B5EF4-FFF2-40B4-BE49-F238E27FC236}">
                <a16:creationId xmlns:a16="http://schemas.microsoft.com/office/drawing/2014/main" id="{CC47F57B-7FB3-45B3-B418-488E4D76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522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2" name="data_1641">
            <a:extLst xmlns:a="http://schemas.openxmlformats.org/drawingml/2006/main">
              <a:ext uri="{FF2B5EF4-FFF2-40B4-BE49-F238E27FC236}">
                <a16:creationId xmlns:a16="http://schemas.microsoft.com/office/drawing/2014/main" id="{277FDEA8-0394-4293-BE05-87D0241D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450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3" name="data_1642">
            <a:extLst xmlns:a="http://schemas.openxmlformats.org/drawingml/2006/main">
              <a:ext uri="{FF2B5EF4-FFF2-40B4-BE49-F238E27FC236}">
                <a16:creationId xmlns:a16="http://schemas.microsoft.com/office/drawing/2014/main" id="{97BE697B-F723-43A3-B227-BE111474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476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4" name="data_1643">
            <a:extLst xmlns:a="http://schemas.openxmlformats.org/drawingml/2006/main">
              <a:ext uri="{FF2B5EF4-FFF2-40B4-BE49-F238E27FC236}">
                <a16:creationId xmlns:a16="http://schemas.microsoft.com/office/drawing/2014/main" id="{B979E253-3505-4882-B07F-C7017F0D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872" y="21751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5" name="data_1644">
            <a:extLst xmlns:a="http://schemas.openxmlformats.org/drawingml/2006/main">
              <a:ext uri="{FF2B5EF4-FFF2-40B4-BE49-F238E27FC236}">
                <a16:creationId xmlns:a16="http://schemas.microsoft.com/office/drawing/2014/main" id="{BB67051D-8594-428C-820E-7A81E16E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55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6" name="data_1645">
            <a:extLst xmlns:a="http://schemas.openxmlformats.org/drawingml/2006/main">
              <a:ext uri="{FF2B5EF4-FFF2-40B4-BE49-F238E27FC236}">
                <a16:creationId xmlns:a16="http://schemas.microsoft.com/office/drawing/2014/main" id="{886130A3-1FA2-4542-87FB-A99C8F8E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59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7" name="data_1646">
            <a:extLst xmlns:a="http://schemas.openxmlformats.org/drawingml/2006/main">
              <a:ext uri="{FF2B5EF4-FFF2-40B4-BE49-F238E27FC236}">
                <a16:creationId xmlns:a16="http://schemas.microsoft.com/office/drawing/2014/main" id="{77C004C9-3DFE-4461-9FA2-FD7FF654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4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8" name="data_1647">
            <a:extLst xmlns:a="http://schemas.openxmlformats.org/drawingml/2006/main">
              <a:ext uri="{FF2B5EF4-FFF2-40B4-BE49-F238E27FC236}">
                <a16:creationId xmlns:a16="http://schemas.microsoft.com/office/drawing/2014/main" id="{9381F643-0DE4-45DD-A1DF-067550DC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11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9" name="data_1648">
            <a:extLst xmlns:a="http://schemas.openxmlformats.org/drawingml/2006/main">
              <a:ext uri="{FF2B5EF4-FFF2-40B4-BE49-F238E27FC236}">
                <a16:creationId xmlns:a16="http://schemas.microsoft.com/office/drawing/2014/main" id="{AAE0E915-47C3-4DD6-83A1-DEFEE83F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8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0" name="data_1649">
            <a:extLst xmlns:a="http://schemas.openxmlformats.org/drawingml/2006/main">
              <a:ext uri="{FF2B5EF4-FFF2-40B4-BE49-F238E27FC236}">
                <a16:creationId xmlns:a16="http://schemas.microsoft.com/office/drawing/2014/main" id="{422D6F8E-B433-4AFF-85AA-519E9735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3825" y="26914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1" name="data_1650">
            <a:extLst xmlns:a="http://schemas.openxmlformats.org/drawingml/2006/main">
              <a:ext uri="{FF2B5EF4-FFF2-40B4-BE49-F238E27FC236}">
                <a16:creationId xmlns:a16="http://schemas.microsoft.com/office/drawing/2014/main" id="{955CEDD8-DCEC-4990-938E-EFA34F00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987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2" name="data_1651">
            <a:extLst xmlns:a="http://schemas.openxmlformats.org/drawingml/2006/main">
              <a:ext uri="{FF2B5EF4-FFF2-40B4-BE49-F238E27FC236}">
                <a16:creationId xmlns:a16="http://schemas.microsoft.com/office/drawing/2014/main" id="{EA15A850-F5C6-44FE-BB91-964A4D7B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113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3" name="data_1652">
            <a:extLst xmlns:a="http://schemas.openxmlformats.org/drawingml/2006/main">
              <a:ext uri="{FF2B5EF4-FFF2-40B4-BE49-F238E27FC236}">
                <a16:creationId xmlns:a16="http://schemas.microsoft.com/office/drawing/2014/main" id="{154A1D8D-251D-4AA6-894F-FA79C32D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31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4" name="data_1653">
            <a:extLst xmlns:a="http://schemas.openxmlformats.org/drawingml/2006/main">
              <a:ext uri="{FF2B5EF4-FFF2-40B4-BE49-F238E27FC236}">
                <a16:creationId xmlns:a16="http://schemas.microsoft.com/office/drawing/2014/main" id="{705A205A-43DE-41FD-8D21-5D142478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6479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5" name="data_1654">
            <a:extLst xmlns:a="http://schemas.openxmlformats.org/drawingml/2006/main">
              <a:ext uri="{FF2B5EF4-FFF2-40B4-BE49-F238E27FC236}">
                <a16:creationId xmlns:a16="http://schemas.microsoft.com/office/drawing/2014/main" id="{C60FA94F-5764-4C9B-913C-57FC4066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58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6" name="data_1655">
            <a:extLst xmlns:a="http://schemas.openxmlformats.org/drawingml/2006/main">
              <a:ext uri="{FF2B5EF4-FFF2-40B4-BE49-F238E27FC236}">
                <a16:creationId xmlns:a16="http://schemas.microsoft.com/office/drawing/2014/main" id="{1159E778-4E48-4D8C-A5AC-E8205661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9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7" name="data_1656">
            <a:extLst xmlns:a="http://schemas.openxmlformats.org/drawingml/2006/main">
              <a:ext uri="{FF2B5EF4-FFF2-40B4-BE49-F238E27FC236}">
                <a16:creationId xmlns:a16="http://schemas.microsoft.com/office/drawing/2014/main" id="{B0F818CF-B0AD-423B-B050-5349A5E0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7019" y="18334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8" name="data_1657">
            <a:extLst xmlns:a="http://schemas.openxmlformats.org/drawingml/2006/main">
              <a:ext uri="{FF2B5EF4-FFF2-40B4-BE49-F238E27FC236}">
                <a16:creationId xmlns:a16="http://schemas.microsoft.com/office/drawing/2014/main" id="{0208888D-E832-4FF4-A3C5-AB87A29F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66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9" name="data_1658">
            <a:extLst xmlns:a="http://schemas.openxmlformats.org/drawingml/2006/main">
              <a:ext uri="{FF2B5EF4-FFF2-40B4-BE49-F238E27FC236}">
                <a16:creationId xmlns:a16="http://schemas.microsoft.com/office/drawing/2014/main" id="{20995DFA-443E-4715-9A3D-3EEB2AED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31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0" name="data_1659">
            <a:extLst xmlns:a="http://schemas.openxmlformats.org/drawingml/2006/main">
              <a:ext uri="{FF2B5EF4-FFF2-40B4-BE49-F238E27FC236}">
                <a16:creationId xmlns:a16="http://schemas.microsoft.com/office/drawing/2014/main" id="{15CF3D15-ACDA-4A66-A810-C62B4BD7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6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1" name="data_1660">
            <a:extLst xmlns:a="http://schemas.openxmlformats.org/drawingml/2006/main">
              <a:ext uri="{FF2B5EF4-FFF2-40B4-BE49-F238E27FC236}">
                <a16:creationId xmlns:a16="http://schemas.microsoft.com/office/drawing/2014/main" id="{0A9B2C0E-7F88-4BA3-A73B-0592BBE8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4929" y="24959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2" name="data_1661">
            <a:extLst xmlns:a="http://schemas.openxmlformats.org/drawingml/2006/main">
              <a:ext uri="{FF2B5EF4-FFF2-40B4-BE49-F238E27FC236}">
                <a16:creationId xmlns:a16="http://schemas.microsoft.com/office/drawing/2014/main" id="{C5487C65-F56F-4DF5-8F82-D2FC72BE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0988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3" name="data_1662">
            <a:extLst xmlns:a="http://schemas.openxmlformats.org/drawingml/2006/main">
              <a:ext uri="{FF2B5EF4-FFF2-40B4-BE49-F238E27FC236}">
                <a16:creationId xmlns:a16="http://schemas.microsoft.com/office/drawing/2014/main" id="{931E9AC8-225E-44C1-97F4-F956EC33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54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4" name="data_1663">
            <a:extLst xmlns:a="http://schemas.openxmlformats.org/drawingml/2006/main">
              <a:ext uri="{FF2B5EF4-FFF2-40B4-BE49-F238E27FC236}">
                <a16:creationId xmlns:a16="http://schemas.microsoft.com/office/drawing/2014/main" id="{D867A78A-4E84-4EED-BD05-5AF1C967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3036" y="32842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5" name="data_1664">
            <a:extLst xmlns:a="http://schemas.openxmlformats.org/drawingml/2006/main">
              <a:ext uri="{FF2B5EF4-FFF2-40B4-BE49-F238E27FC236}">
                <a16:creationId xmlns:a16="http://schemas.microsoft.com/office/drawing/2014/main" id="{6A90830B-4FE7-4C35-ABBA-A8457DBD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8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6" name="data_1665">
            <a:extLst xmlns:a="http://schemas.openxmlformats.org/drawingml/2006/main">
              <a:ext uri="{FF2B5EF4-FFF2-40B4-BE49-F238E27FC236}">
                <a16:creationId xmlns:a16="http://schemas.microsoft.com/office/drawing/2014/main" id="{AA878027-C768-4355-85A3-C99DA6CA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6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7" name="data_1666">
            <a:extLst xmlns:a="http://schemas.openxmlformats.org/drawingml/2006/main">
              <a:ext uri="{FF2B5EF4-FFF2-40B4-BE49-F238E27FC236}">
                <a16:creationId xmlns:a16="http://schemas.microsoft.com/office/drawing/2014/main" id="{35523F74-C03F-42E1-BE42-D40C2D60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07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8" name="data_1667">
            <a:extLst xmlns:a="http://schemas.openxmlformats.org/drawingml/2006/main">
              <a:ext uri="{FF2B5EF4-FFF2-40B4-BE49-F238E27FC236}">
                <a16:creationId xmlns:a16="http://schemas.microsoft.com/office/drawing/2014/main" id="{E61D29B3-A06B-4D95-9B62-FC9AA5D7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75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9" name="data_1668">
            <a:extLst xmlns:a="http://schemas.openxmlformats.org/drawingml/2006/main">
              <a:ext uri="{FF2B5EF4-FFF2-40B4-BE49-F238E27FC236}">
                <a16:creationId xmlns:a16="http://schemas.microsoft.com/office/drawing/2014/main" id="{9C4CEABC-2EE2-4E48-B4BA-590CA4A6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4194" y="18095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0" name="data_1669">
            <a:extLst xmlns:a="http://schemas.openxmlformats.org/drawingml/2006/main">
              <a:ext uri="{FF2B5EF4-FFF2-40B4-BE49-F238E27FC236}">
                <a16:creationId xmlns:a16="http://schemas.microsoft.com/office/drawing/2014/main" id="{4844442D-E5D4-4147-ADBB-BED35BB6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019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1" name="data_1670">
            <a:extLst xmlns:a="http://schemas.openxmlformats.org/drawingml/2006/main">
              <a:ext uri="{FF2B5EF4-FFF2-40B4-BE49-F238E27FC236}">
                <a16:creationId xmlns:a16="http://schemas.microsoft.com/office/drawing/2014/main" id="{D6FABCCD-378B-404E-9DD1-35C77757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2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2" name="data_1671">
            <a:extLst xmlns:a="http://schemas.openxmlformats.org/drawingml/2006/main">
              <a:ext uri="{FF2B5EF4-FFF2-40B4-BE49-F238E27FC236}">
                <a16:creationId xmlns:a16="http://schemas.microsoft.com/office/drawing/2014/main" id="{B171D929-C6AD-4EBF-8683-D346FAD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69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3" name="data_1672">
            <a:extLst xmlns:a="http://schemas.openxmlformats.org/drawingml/2006/main">
              <a:ext uri="{FF2B5EF4-FFF2-40B4-BE49-F238E27FC236}">
                <a16:creationId xmlns:a16="http://schemas.microsoft.com/office/drawing/2014/main" id="{D014475D-8A47-4A6E-8203-BA37C07D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21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4" name="data_1673">
            <a:extLst xmlns:a="http://schemas.openxmlformats.org/drawingml/2006/main">
              <a:ext uri="{FF2B5EF4-FFF2-40B4-BE49-F238E27FC236}">
                <a16:creationId xmlns:a16="http://schemas.microsoft.com/office/drawing/2014/main" id="{98C63901-B833-48B7-B950-C7BADE96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399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5" name="data_1674">
            <a:extLst xmlns:a="http://schemas.openxmlformats.org/drawingml/2006/main">
              <a:ext uri="{FF2B5EF4-FFF2-40B4-BE49-F238E27FC236}">
                <a16:creationId xmlns:a16="http://schemas.microsoft.com/office/drawing/2014/main" id="{2744DAE5-25BF-4A75-8374-A9608EE3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65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6" name="data_1675">
            <a:extLst xmlns:a="http://schemas.openxmlformats.org/drawingml/2006/main">
              <a:ext uri="{FF2B5EF4-FFF2-40B4-BE49-F238E27FC236}">
                <a16:creationId xmlns:a16="http://schemas.microsoft.com/office/drawing/2014/main" id="{CE7BA64D-FFB7-49F5-8137-AD1CE201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519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7" name="data_1676">
            <a:extLst xmlns:a="http://schemas.openxmlformats.org/drawingml/2006/main">
              <a:ext uri="{FF2B5EF4-FFF2-40B4-BE49-F238E27FC236}">
                <a16:creationId xmlns:a16="http://schemas.microsoft.com/office/drawing/2014/main" id="{2F4B012C-1875-489F-BA6C-2BC16E85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9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8" name="data_1677">
            <a:extLst xmlns:a="http://schemas.openxmlformats.org/drawingml/2006/main">
              <a:ext uri="{FF2B5EF4-FFF2-40B4-BE49-F238E27FC236}">
                <a16:creationId xmlns:a16="http://schemas.microsoft.com/office/drawing/2014/main" id="{D4B38B73-02A3-4184-BBD3-BAAB9191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696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9" name="data_1678">
            <a:extLst xmlns:a="http://schemas.openxmlformats.org/drawingml/2006/main">
              <a:ext uri="{FF2B5EF4-FFF2-40B4-BE49-F238E27FC236}">
                <a16:creationId xmlns:a16="http://schemas.microsoft.com/office/drawing/2014/main" id="{1C37F28F-D615-420F-BCF4-3F053212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071" y="23821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0" name="data_1679">
            <a:extLst xmlns:a="http://schemas.openxmlformats.org/drawingml/2006/main">
              <a:ext uri="{FF2B5EF4-FFF2-40B4-BE49-F238E27FC236}">
                <a16:creationId xmlns:a16="http://schemas.microsoft.com/office/drawing/2014/main" id="{4386EE63-C7A7-48A9-BF9C-9E541EC4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51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1" name="data_1680">
            <a:extLst xmlns:a="http://schemas.openxmlformats.org/drawingml/2006/main">
              <a:ext uri="{FF2B5EF4-FFF2-40B4-BE49-F238E27FC236}">
                <a16:creationId xmlns:a16="http://schemas.microsoft.com/office/drawing/2014/main" id="{4BBB4B7D-5E17-47EF-96A4-AAEF7FEE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3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2" name="data_1681">
            <a:extLst xmlns:a="http://schemas.openxmlformats.org/drawingml/2006/main">
              <a:ext uri="{FF2B5EF4-FFF2-40B4-BE49-F238E27FC236}">
                <a16:creationId xmlns:a16="http://schemas.microsoft.com/office/drawing/2014/main" id="{37663AC5-9F1B-4C05-9D93-C5E1AB99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9441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3" name="data_1682">
            <a:extLst xmlns:a="http://schemas.openxmlformats.org/drawingml/2006/main">
              <a:ext uri="{FF2B5EF4-FFF2-40B4-BE49-F238E27FC236}">
                <a16:creationId xmlns:a16="http://schemas.microsoft.com/office/drawing/2014/main" id="{459F50DE-E86A-45DF-8987-8CB92417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5781" y="2592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4" name="data_1683">
            <a:extLst xmlns:a="http://schemas.openxmlformats.org/drawingml/2006/main">
              <a:ext uri="{FF2B5EF4-FFF2-40B4-BE49-F238E27FC236}">
                <a16:creationId xmlns:a16="http://schemas.microsoft.com/office/drawing/2014/main" id="{95A9E805-AECB-429B-BA78-C6040DE9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347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5" name="data_1684">
            <a:extLst xmlns:a="http://schemas.openxmlformats.org/drawingml/2006/main">
              <a:ext uri="{FF2B5EF4-FFF2-40B4-BE49-F238E27FC236}">
                <a16:creationId xmlns:a16="http://schemas.microsoft.com/office/drawing/2014/main" id="{B1B37214-BEEA-4D11-8D56-5B3A9196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764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6" name="data_1685">
            <a:extLst xmlns:a="http://schemas.openxmlformats.org/drawingml/2006/main">
              <a:ext uri="{FF2B5EF4-FFF2-40B4-BE49-F238E27FC236}">
                <a16:creationId xmlns:a16="http://schemas.microsoft.com/office/drawing/2014/main" id="{0224185C-91E0-49E0-AEA6-35812DA5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6428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7" name="data_1686">
            <a:extLst xmlns:a="http://schemas.openxmlformats.org/drawingml/2006/main">
              <a:ext uri="{FF2B5EF4-FFF2-40B4-BE49-F238E27FC236}">
                <a16:creationId xmlns:a16="http://schemas.microsoft.com/office/drawing/2014/main" id="{4A7014A7-F0CD-45E0-B0EE-E0B4E031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5521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8" name="data_1687">
            <a:extLst xmlns:a="http://schemas.openxmlformats.org/drawingml/2006/main">
              <a:ext uri="{FF2B5EF4-FFF2-40B4-BE49-F238E27FC236}">
                <a16:creationId xmlns:a16="http://schemas.microsoft.com/office/drawing/2014/main" id="{88F65DE6-FA99-4D7B-92F1-34511C69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015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9" name="data_1688">
            <a:extLst xmlns:a="http://schemas.openxmlformats.org/drawingml/2006/main">
              <a:ext uri="{FF2B5EF4-FFF2-40B4-BE49-F238E27FC236}">
                <a16:creationId xmlns:a16="http://schemas.microsoft.com/office/drawing/2014/main" id="{D614C573-07D1-45DB-B690-6CA6C49D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063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0" name="data_1689">
            <a:extLst xmlns:a="http://schemas.openxmlformats.org/drawingml/2006/main">
              <a:ext uri="{FF2B5EF4-FFF2-40B4-BE49-F238E27FC236}">
                <a16:creationId xmlns:a16="http://schemas.microsoft.com/office/drawing/2014/main" id="{41999633-3A2F-4CFA-A123-82C5F8D4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5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1" name="data_1690">
            <a:extLst xmlns:a="http://schemas.openxmlformats.org/drawingml/2006/main">
              <a:ext uri="{FF2B5EF4-FFF2-40B4-BE49-F238E27FC236}">
                <a16:creationId xmlns:a16="http://schemas.microsoft.com/office/drawing/2014/main" id="{9D9DDE25-1C7F-46EE-8059-B566E5D0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93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2" name="data_1691">
            <a:extLst xmlns:a="http://schemas.openxmlformats.org/drawingml/2006/main">
              <a:ext uri="{FF2B5EF4-FFF2-40B4-BE49-F238E27FC236}">
                <a16:creationId xmlns:a16="http://schemas.microsoft.com/office/drawing/2014/main" id="{460145CF-05A0-4E36-B3E5-D9A08531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611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3" name="data_1692">
            <a:extLst xmlns:a="http://schemas.openxmlformats.org/drawingml/2006/main">
              <a:ext uri="{FF2B5EF4-FFF2-40B4-BE49-F238E27FC236}">
                <a16:creationId xmlns:a16="http://schemas.microsoft.com/office/drawing/2014/main" id="{7496612A-7D55-455D-84D1-A137FB7D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5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4" name="data_1693">
            <a:extLst xmlns:a="http://schemas.openxmlformats.org/drawingml/2006/main">
              <a:ext uri="{FF2B5EF4-FFF2-40B4-BE49-F238E27FC236}">
                <a16:creationId xmlns:a16="http://schemas.microsoft.com/office/drawing/2014/main" id="{0A6BAFBF-8DA5-457A-9B9F-A02F1251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608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5" name="data_1694">
            <a:extLst xmlns:a="http://schemas.openxmlformats.org/drawingml/2006/main">
              <a:ext uri="{FF2B5EF4-FFF2-40B4-BE49-F238E27FC236}">
                <a16:creationId xmlns:a16="http://schemas.microsoft.com/office/drawing/2014/main" id="{60D3E220-E92F-435E-9D4B-1D148284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95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6" name="data_1695">
            <a:extLst xmlns:a="http://schemas.openxmlformats.org/drawingml/2006/main">
              <a:ext uri="{FF2B5EF4-FFF2-40B4-BE49-F238E27FC236}">
                <a16:creationId xmlns:a16="http://schemas.microsoft.com/office/drawing/2014/main" id="{B9A4A348-2B19-409B-939A-EBB579F8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0036" y="3292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7" name="data_1696">
            <a:extLst xmlns:a="http://schemas.openxmlformats.org/drawingml/2006/main">
              <a:ext uri="{FF2B5EF4-FFF2-40B4-BE49-F238E27FC236}">
                <a16:creationId xmlns:a16="http://schemas.microsoft.com/office/drawing/2014/main" id="{BD007E84-2BE6-4B99-96FB-3656B916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44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8" name="data_1697">
            <a:extLst xmlns:a="http://schemas.openxmlformats.org/drawingml/2006/main">
              <a:ext uri="{FF2B5EF4-FFF2-40B4-BE49-F238E27FC236}">
                <a16:creationId xmlns:a16="http://schemas.microsoft.com/office/drawing/2014/main" id="{04A23AA8-4AF7-4C60-B6EB-9CDA3D80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53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9" name="data_1698">
            <a:extLst xmlns:a="http://schemas.openxmlformats.org/drawingml/2006/main">
              <a:ext uri="{FF2B5EF4-FFF2-40B4-BE49-F238E27FC236}">
                <a16:creationId xmlns:a16="http://schemas.microsoft.com/office/drawing/2014/main" id="{FA48D237-AF4E-4380-8D4A-1C1C3FA5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133" y="3216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0" name="data_1699">
            <a:extLst xmlns:a="http://schemas.openxmlformats.org/drawingml/2006/main">
              <a:ext uri="{FF2B5EF4-FFF2-40B4-BE49-F238E27FC236}">
                <a16:creationId xmlns:a16="http://schemas.microsoft.com/office/drawing/2014/main" id="{8D322528-1A51-4E4E-BD49-09DD58BA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85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1" name="data_1700">
            <a:extLst xmlns:a="http://schemas.openxmlformats.org/drawingml/2006/main">
              <a:ext uri="{FF2B5EF4-FFF2-40B4-BE49-F238E27FC236}">
                <a16:creationId xmlns:a16="http://schemas.microsoft.com/office/drawing/2014/main" id="{47AECCE2-6D4D-444A-99E7-1E08154C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6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2" name="data_1701">
            <a:extLst xmlns:a="http://schemas.openxmlformats.org/drawingml/2006/main">
              <a:ext uri="{FF2B5EF4-FFF2-40B4-BE49-F238E27FC236}">
                <a16:creationId xmlns:a16="http://schemas.microsoft.com/office/drawing/2014/main" id="{D3E22DBC-F56D-4EB6-93A7-37E68CF0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270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3" name="data_1702">
            <a:extLst xmlns:a="http://schemas.openxmlformats.org/drawingml/2006/main">
              <a:ext uri="{FF2B5EF4-FFF2-40B4-BE49-F238E27FC236}">
                <a16:creationId xmlns:a16="http://schemas.microsoft.com/office/drawing/2014/main" id="{FC81D14A-0400-4B86-846E-E0B44301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90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4" name="data_1703">
            <a:extLst xmlns:a="http://schemas.openxmlformats.org/drawingml/2006/main">
              <a:ext uri="{FF2B5EF4-FFF2-40B4-BE49-F238E27FC236}">
                <a16:creationId xmlns:a16="http://schemas.microsoft.com/office/drawing/2014/main" id="{55D0D2A0-C835-467D-97E6-ED61ACCC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927" y="3314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5" name="data_1704">
            <a:extLst xmlns:a="http://schemas.openxmlformats.org/drawingml/2006/main">
              <a:ext uri="{FF2B5EF4-FFF2-40B4-BE49-F238E27FC236}">
                <a16:creationId xmlns:a16="http://schemas.microsoft.com/office/drawing/2014/main" id="{6428A1E0-5F95-41F3-A125-46BC7D44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35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6" name="data_1705">
            <a:extLst xmlns:a="http://schemas.openxmlformats.org/drawingml/2006/main">
              <a:ext uri="{FF2B5EF4-FFF2-40B4-BE49-F238E27FC236}">
                <a16:creationId xmlns:a16="http://schemas.microsoft.com/office/drawing/2014/main" id="{0EBBDBF3-3625-4BA1-9E22-9AA8090A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4753" y="28645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7" name="data_1706">
            <a:extLst xmlns:a="http://schemas.openxmlformats.org/drawingml/2006/main">
              <a:ext uri="{FF2B5EF4-FFF2-40B4-BE49-F238E27FC236}">
                <a16:creationId xmlns:a16="http://schemas.microsoft.com/office/drawing/2014/main" id="{D4ED5016-B5CE-48A9-B25D-3070776A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954" y="26768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8" name="data_1707">
            <a:extLst xmlns:a="http://schemas.openxmlformats.org/drawingml/2006/main">
              <a:ext uri="{FF2B5EF4-FFF2-40B4-BE49-F238E27FC236}">
                <a16:creationId xmlns:a16="http://schemas.microsoft.com/office/drawing/2014/main" id="{3C8BA55B-1ECA-406B-AEFB-9724853C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9244" y="2760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9" name="data_1708">
            <a:extLst xmlns:a="http://schemas.openxmlformats.org/drawingml/2006/main">
              <a:ext uri="{FF2B5EF4-FFF2-40B4-BE49-F238E27FC236}">
                <a16:creationId xmlns:a16="http://schemas.microsoft.com/office/drawing/2014/main" id="{3C91FA87-38C5-4F90-ADCF-934019F4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389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0" name="data_1709">
            <a:extLst xmlns:a="http://schemas.openxmlformats.org/drawingml/2006/main">
              <a:ext uri="{FF2B5EF4-FFF2-40B4-BE49-F238E27FC236}">
                <a16:creationId xmlns:a16="http://schemas.microsoft.com/office/drawing/2014/main" id="{957682DF-12B2-48B6-9D2A-88FBFCD7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71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1" name="data_1710">
            <a:extLst xmlns:a="http://schemas.openxmlformats.org/drawingml/2006/main">
              <a:ext uri="{FF2B5EF4-FFF2-40B4-BE49-F238E27FC236}">
                <a16:creationId xmlns:a16="http://schemas.microsoft.com/office/drawing/2014/main" id="{C8EBD3FF-3872-4E66-8E3B-49E1E350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85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2" name="data_1711">
            <a:extLst xmlns:a="http://schemas.openxmlformats.org/drawingml/2006/main">
              <a:ext uri="{FF2B5EF4-FFF2-40B4-BE49-F238E27FC236}">
                <a16:creationId xmlns:a16="http://schemas.microsoft.com/office/drawing/2014/main" id="{5068FB08-1FD7-4B47-BEC3-2222755E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0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3" name="data_1712">
            <a:extLst xmlns:a="http://schemas.openxmlformats.org/drawingml/2006/main">
              <a:ext uri="{FF2B5EF4-FFF2-40B4-BE49-F238E27FC236}">
                <a16:creationId xmlns:a16="http://schemas.microsoft.com/office/drawing/2014/main" id="{8785DF9D-AF1F-4709-A509-CE8EF754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66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4" name="data_1713">
            <a:extLst xmlns:a="http://schemas.openxmlformats.org/drawingml/2006/main">
              <a:ext uri="{FF2B5EF4-FFF2-40B4-BE49-F238E27FC236}">
                <a16:creationId xmlns:a16="http://schemas.microsoft.com/office/drawing/2014/main" id="{7004E38A-18ED-4730-9D19-A51D3659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14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5" name="data_1714">
            <a:extLst xmlns:a="http://schemas.openxmlformats.org/drawingml/2006/main">
              <a:ext uri="{FF2B5EF4-FFF2-40B4-BE49-F238E27FC236}">
                <a16:creationId xmlns:a16="http://schemas.microsoft.com/office/drawing/2014/main" id="{2DA01F26-D920-47AE-84D1-65DC7B91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164" y="29771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6" name="data_1715">
            <a:extLst xmlns:a="http://schemas.openxmlformats.org/drawingml/2006/main">
              <a:ext uri="{FF2B5EF4-FFF2-40B4-BE49-F238E27FC236}">
                <a16:creationId xmlns:a16="http://schemas.microsoft.com/office/drawing/2014/main" id="{CE51C4E5-2048-44BD-A5B7-60470ACC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79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7" name="data_1716">
            <a:extLst xmlns:a="http://schemas.openxmlformats.org/drawingml/2006/main">
              <a:ext uri="{FF2B5EF4-FFF2-40B4-BE49-F238E27FC236}">
                <a16:creationId xmlns:a16="http://schemas.microsoft.com/office/drawing/2014/main" id="{DD5435A0-F6CC-41A9-84FB-6DB72112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223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8" name="data_1717">
            <a:extLst xmlns:a="http://schemas.openxmlformats.org/drawingml/2006/main">
              <a:ext uri="{FF2B5EF4-FFF2-40B4-BE49-F238E27FC236}">
                <a16:creationId xmlns:a16="http://schemas.microsoft.com/office/drawing/2014/main" id="{96106CCA-69B5-481A-A516-73E5D9CC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104" y="28853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9" name="data_1718">
            <a:extLst xmlns:a="http://schemas.openxmlformats.org/drawingml/2006/main">
              <a:ext uri="{FF2B5EF4-FFF2-40B4-BE49-F238E27FC236}">
                <a16:creationId xmlns:a16="http://schemas.microsoft.com/office/drawing/2014/main" id="{4C2A3AB5-7A6E-45A8-9439-D72A2C62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150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0" name="data_1719">
            <a:extLst xmlns:a="http://schemas.openxmlformats.org/drawingml/2006/main">
              <a:ext uri="{FF2B5EF4-FFF2-40B4-BE49-F238E27FC236}">
                <a16:creationId xmlns:a16="http://schemas.microsoft.com/office/drawing/2014/main" id="{9E2BF1DE-EC29-44FB-82C1-7E9E67EF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414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1" name="data_1720">
            <a:extLst xmlns:a="http://schemas.openxmlformats.org/drawingml/2006/main">
              <a:ext uri="{FF2B5EF4-FFF2-40B4-BE49-F238E27FC236}">
                <a16:creationId xmlns:a16="http://schemas.microsoft.com/office/drawing/2014/main" id="{4489A621-BD4B-43F3-A5CC-F66AD0B9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056" y="15222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2" name="data_1721">
            <a:extLst xmlns:a="http://schemas.openxmlformats.org/drawingml/2006/main">
              <a:ext uri="{FF2B5EF4-FFF2-40B4-BE49-F238E27FC236}">
                <a16:creationId xmlns:a16="http://schemas.microsoft.com/office/drawing/2014/main" id="{87B41B2A-FBFF-4941-A59C-AB673D35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74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3" name="data_1722">
            <a:extLst xmlns:a="http://schemas.openxmlformats.org/drawingml/2006/main">
              <a:ext uri="{FF2B5EF4-FFF2-40B4-BE49-F238E27FC236}">
                <a16:creationId xmlns:a16="http://schemas.microsoft.com/office/drawing/2014/main" id="{97B14BA5-7707-45DB-AA52-6654A7BB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2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4" name="data_1723">
            <a:extLst xmlns:a="http://schemas.openxmlformats.org/drawingml/2006/main">
              <a:ext uri="{FF2B5EF4-FFF2-40B4-BE49-F238E27FC236}">
                <a16:creationId xmlns:a16="http://schemas.microsoft.com/office/drawing/2014/main" id="{15C4CAFD-47BA-4AA8-93D9-5E8AA7B0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74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5" name="data_1724">
            <a:extLst xmlns:a="http://schemas.openxmlformats.org/drawingml/2006/main">
              <a:ext uri="{FF2B5EF4-FFF2-40B4-BE49-F238E27FC236}">
                <a16:creationId xmlns:a16="http://schemas.microsoft.com/office/drawing/2014/main" id="{B5277E87-9ABE-4439-A935-58A7715A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174" y="31002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6" name="data_1725">
            <a:extLst xmlns:a="http://schemas.openxmlformats.org/drawingml/2006/main">
              <a:ext uri="{FF2B5EF4-FFF2-40B4-BE49-F238E27FC236}">
                <a16:creationId xmlns:a16="http://schemas.microsoft.com/office/drawing/2014/main" id="{77DCF183-C011-4650-A296-02F2CA8C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1348740"/>
            <a:ext cx="191" cy="1992941"/>
          </a:xfrm>
          <a:custGeom xmlns:a="http://schemas.openxmlformats.org/drawingml/2006/main"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727" name="data_1726">
            <a:extLst xmlns:a="http://schemas.openxmlformats.org/drawingml/2006/main">
              <a:ext uri="{FF2B5EF4-FFF2-40B4-BE49-F238E27FC236}">
                <a16:creationId xmlns:a16="http://schemas.microsoft.com/office/drawing/2014/main" id="{2EC5AF73-11C3-4620-87C5-B924234C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728" name="text_1727">
            <a:extLst xmlns:a="http://schemas.openxmlformats.org/drawingml/2006/main">
              <a:ext uri="{FF2B5EF4-FFF2-40B4-BE49-F238E27FC236}">
                <a16:creationId xmlns:a16="http://schemas.microsoft.com/office/drawing/2014/main" id="{FB28F2DE-7A05-4D83-9DC7-8B4DC0B4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54096" y="1037862"/>
            <a:ext cx="103263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29" name="text_1728">
            <a:extLst xmlns:a="http://schemas.openxmlformats.org/drawingml/2006/main">
              <a:ext uri="{FF2B5EF4-FFF2-40B4-BE49-F238E27FC236}">
                <a16:creationId xmlns:a16="http://schemas.microsoft.com/office/drawing/2014/main" id="{422E1D1E-3FC9-44C8-AD5F-978C4BAD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9072" y="1060254"/>
            <a:ext cx="96363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30" name="data_1729">
            <a:extLst xmlns:a="http://schemas.openxmlformats.org/drawingml/2006/main">
              <a:ext uri="{FF2B5EF4-FFF2-40B4-BE49-F238E27FC236}">
                <a16:creationId xmlns:a16="http://schemas.microsoft.com/office/drawing/2014/main" id="{0708ED6B-0444-4673-BB85-D56E3637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7834" y="3149637"/>
            <a:ext cx="191" cy="101720"/>
          </a:xfrm>
          <a:custGeom xmlns:a="http://schemas.openxmlformats.org/drawingml/2006/main">
            <a:pathLst>
              <a:path w="191" h="101720">
                <a:moveTo>
                  <a:pt x="0" y="10172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31" name="data_1730">
            <a:extLst xmlns:a="http://schemas.openxmlformats.org/drawingml/2006/main">
              <a:ext uri="{FF2B5EF4-FFF2-40B4-BE49-F238E27FC236}">
                <a16:creationId xmlns:a16="http://schemas.microsoft.com/office/drawing/2014/main" id="{D7965EF9-EB1E-49A5-82B4-C7232F0E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279" y="3251357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32" name="data_1731">
            <a:extLst xmlns:a="http://schemas.openxmlformats.org/drawingml/2006/main">
              <a:ext uri="{FF2B5EF4-FFF2-40B4-BE49-F238E27FC236}">
                <a16:creationId xmlns:a16="http://schemas.microsoft.com/office/drawing/2014/main" id="{2FA69A4F-F4A8-4407-8D14-CEAA0EA0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279" y="3149637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33" name="data_1732">
            <a:extLst xmlns:a="http://schemas.openxmlformats.org/drawingml/2006/main">
              <a:ext uri="{FF2B5EF4-FFF2-40B4-BE49-F238E27FC236}">
                <a16:creationId xmlns:a16="http://schemas.microsoft.com/office/drawing/2014/main" id="{BD5D7377-51CA-43B1-A22C-E36440AC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460" y="2324331"/>
            <a:ext cx="191" cy="227876"/>
          </a:xfrm>
          <a:custGeom xmlns:a="http://schemas.openxmlformats.org/drawingml/2006/main">
            <a:pathLst>
              <a:path w="191" h="227876">
                <a:moveTo>
                  <a:pt x="0" y="22787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34" name="data_1733">
            <a:extLst xmlns:a="http://schemas.openxmlformats.org/drawingml/2006/main">
              <a:ext uri="{FF2B5EF4-FFF2-40B4-BE49-F238E27FC236}">
                <a16:creationId xmlns:a16="http://schemas.microsoft.com/office/drawing/2014/main" id="{1BC844C1-8487-4A6C-A747-821E2BEC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905" y="255220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35" name="data_1734">
            <a:extLst xmlns:a="http://schemas.openxmlformats.org/drawingml/2006/main">
              <a:ext uri="{FF2B5EF4-FFF2-40B4-BE49-F238E27FC236}">
                <a16:creationId xmlns:a16="http://schemas.microsoft.com/office/drawing/2014/main" id="{C42E8ACC-6B04-457E-927C-A873FE93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905" y="2324331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36" name="data_1735">
            <a:extLst xmlns:a="http://schemas.openxmlformats.org/drawingml/2006/main">
              <a:ext uri="{FF2B5EF4-FFF2-40B4-BE49-F238E27FC236}">
                <a16:creationId xmlns:a16="http://schemas.microsoft.com/office/drawing/2014/main" id="{FA4DC69D-4D2E-445C-92F9-E6200258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7086" y="2155501"/>
            <a:ext cx="191" cy="208521"/>
          </a:xfrm>
          <a:custGeom xmlns:a="http://schemas.openxmlformats.org/drawingml/2006/main">
            <a:pathLst>
              <a:path w="191" h="208521">
                <a:moveTo>
                  <a:pt x="0" y="20852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37" name="data_1736">
            <a:extLst xmlns:a="http://schemas.openxmlformats.org/drawingml/2006/main">
              <a:ext uri="{FF2B5EF4-FFF2-40B4-BE49-F238E27FC236}">
                <a16:creationId xmlns:a16="http://schemas.microsoft.com/office/drawing/2014/main" id="{FBAE0676-9C6F-4CCA-B384-FE6BB1AF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531" y="2364022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38" name="data_1737">
            <a:extLst xmlns:a="http://schemas.openxmlformats.org/drawingml/2006/main">
              <a:ext uri="{FF2B5EF4-FFF2-40B4-BE49-F238E27FC236}">
                <a16:creationId xmlns:a16="http://schemas.microsoft.com/office/drawing/2014/main" id="{1E3752D6-E71F-4125-9123-54002347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531" y="2155501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39" name="data_1738">
            <a:extLst xmlns:a="http://schemas.openxmlformats.org/drawingml/2006/main">
              <a:ext uri="{FF2B5EF4-FFF2-40B4-BE49-F238E27FC236}">
                <a16:creationId xmlns:a16="http://schemas.microsoft.com/office/drawing/2014/main" id="{4DDA7F55-C7AF-411C-91CE-02E431E5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610" y="2309892"/>
            <a:ext cx="191" cy="323489"/>
          </a:xfrm>
          <a:custGeom xmlns:a="http://schemas.openxmlformats.org/drawingml/2006/main">
            <a:pathLst>
              <a:path w="191" h="323489">
                <a:moveTo>
                  <a:pt x="0" y="32348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40" name="data_1739">
            <a:extLst xmlns:a="http://schemas.openxmlformats.org/drawingml/2006/main">
              <a:ext uri="{FF2B5EF4-FFF2-40B4-BE49-F238E27FC236}">
                <a16:creationId xmlns:a16="http://schemas.microsoft.com/office/drawing/2014/main" id="{BFCBF939-746E-4C80-937D-0E602FAA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055" y="2633381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41" name="data_1740">
            <a:extLst xmlns:a="http://schemas.openxmlformats.org/drawingml/2006/main">
              <a:ext uri="{FF2B5EF4-FFF2-40B4-BE49-F238E27FC236}">
                <a16:creationId xmlns:a16="http://schemas.microsoft.com/office/drawing/2014/main" id="{A9DAFAB3-60C3-4305-B544-DFE6A01E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055" y="2309892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42" name="data_1741">
            <a:extLst xmlns:a="http://schemas.openxmlformats.org/drawingml/2006/main">
              <a:ext uri="{FF2B5EF4-FFF2-40B4-BE49-F238E27FC236}">
                <a16:creationId xmlns:a16="http://schemas.microsoft.com/office/drawing/2014/main" id="{FEF9C033-EAE8-4AFD-9F13-CC5B58C7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4236" y="2118184"/>
            <a:ext cx="191" cy="292135"/>
          </a:xfrm>
          <a:custGeom xmlns:a="http://schemas.openxmlformats.org/drawingml/2006/main">
            <a:pathLst>
              <a:path w="191" h="292135">
                <a:moveTo>
                  <a:pt x="0" y="29213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43" name="data_1742">
            <a:extLst xmlns:a="http://schemas.openxmlformats.org/drawingml/2006/main">
              <a:ext uri="{FF2B5EF4-FFF2-40B4-BE49-F238E27FC236}">
                <a16:creationId xmlns:a16="http://schemas.microsoft.com/office/drawing/2014/main" id="{8C6B22D0-48EC-4432-9F60-E06913DF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681" y="241031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44" name="data_1743">
            <a:extLst xmlns:a="http://schemas.openxmlformats.org/drawingml/2006/main">
              <a:ext uri="{FF2B5EF4-FFF2-40B4-BE49-F238E27FC236}">
                <a16:creationId xmlns:a16="http://schemas.microsoft.com/office/drawing/2014/main" id="{DF49E590-924D-4685-91A3-84C6C740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681" y="2118184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45" name="data_1744">
            <a:extLst xmlns:a="http://schemas.openxmlformats.org/drawingml/2006/main">
              <a:ext uri="{FF2B5EF4-FFF2-40B4-BE49-F238E27FC236}">
                <a16:creationId xmlns:a16="http://schemas.microsoft.com/office/drawing/2014/main" id="{A6CB9847-1F7D-4849-B595-4BD0A384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3862" y="1879886"/>
            <a:ext cx="191" cy="288697"/>
          </a:xfrm>
          <a:custGeom xmlns:a="http://schemas.openxmlformats.org/drawingml/2006/main">
            <a:pathLst>
              <a:path w="191" h="288697">
                <a:moveTo>
                  <a:pt x="0" y="28869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46" name="data_1745">
            <a:extLst xmlns:a="http://schemas.openxmlformats.org/drawingml/2006/main">
              <a:ext uri="{FF2B5EF4-FFF2-40B4-BE49-F238E27FC236}">
                <a16:creationId xmlns:a16="http://schemas.microsoft.com/office/drawing/2014/main" id="{C8ED0B69-90DD-4FA5-9F35-A900621A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307" y="2168583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47" name="data_1746">
            <a:extLst xmlns:a="http://schemas.openxmlformats.org/drawingml/2006/main">
              <a:ext uri="{FF2B5EF4-FFF2-40B4-BE49-F238E27FC236}">
                <a16:creationId xmlns:a16="http://schemas.microsoft.com/office/drawing/2014/main" id="{4E1DFA16-87C1-4287-B156-BFFEB3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307" y="187988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48" name="data_1747">
            <a:extLst xmlns:a="http://schemas.openxmlformats.org/drawingml/2006/main">
              <a:ext uri="{FF2B5EF4-FFF2-40B4-BE49-F238E27FC236}">
                <a16:creationId xmlns:a16="http://schemas.microsoft.com/office/drawing/2014/main" id="{CA57B34F-EA1A-4C74-9C45-ADEBE59A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008" y="3205172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749" name="data_1748">
            <a:extLst xmlns:a="http://schemas.openxmlformats.org/drawingml/2006/main">
              <a:ext uri="{FF2B5EF4-FFF2-40B4-BE49-F238E27FC236}">
                <a16:creationId xmlns:a16="http://schemas.microsoft.com/office/drawing/2014/main" id="{5E603DEA-06F4-41C4-ADD4-441B8040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634" y="2436390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750" name="data_1749">
            <a:extLst xmlns:a="http://schemas.openxmlformats.org/drawingml/2006/main">
              <a:ext uri="{FF2B5EF4-FFF2-40B4-BE49-F238E27FC236}">
                <a16:creationId xmlns:a16="http://schemas.microsoft.com/office/drawing/2014/main" id="{E8C55C8B-06D1-4BDC-84DC-BD2CAE22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260" y="2258321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751" name="data_1750">
            <a:extLst xmlns:a="http://schemas.openxmlformats.org/drawingml/2006/main">
              <a:ext uri="{FF2B5EF4-FFF2-40B4-BE49-F238E27FC236}">
                <a16:creationId xmlns:a16="http://schemas.microsoft.com/office/drawing/2014/main" id="{87A70967-639C-4727-9FB0-CAB1439C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784" y="2472997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752" name="data_1751">
            <a:extLst xmlns:a="http://schemas.openxmlformats.org/drawingml/2006/main">
              <a:ext uri="{FF2B5EF4-FFF2-40B4-BE49-F238E27FC236}">
                <a16:creationId xmlns:a16="http://schemas.microsoft.com/office/drawing/2014/main" id="{4A700351-7B41-4170-8DA7-D0BF7C2B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410" y="2265088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753" name="data_1752">
            <a:extLst xmlns:a="http://schemas.openxmlformats.org/drawingml/2006/main">
              <a:ext uri="{FF2B5EF4-FFF2-40B4-BE49-F238E27FC236}">
                <a16:creationId xmlns:a16="http://schemas.microsoft.com/office/drawing/2014/main" id="{8D911942-052C-4FCE-92E7-1B0BDEE5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0036" y="2023438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754" name="data_1753">
            <a:extLst xmlns:a="http://schemas.openxmlformats.org/drawingml/2006/main">
              <a:ext uri="{FF2B5EF4-FFF2-40B4-BE49-F238E27FC236}">
                <a16:creationId xmlns:a16="http://schemas.microsoft.com/office/drawing/2014/main" id="{DEB241A0-304E-4A3E-8C0C-68397D80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5" name="data_1754">
            <a:extLst xmlns:a="http://schemas.openxmlformats.org/drawingml/2006/main">
              <a:ext uri="{FF2B5EF4-FFF2-40B4-BE49-F238E27FC236}">
                <a16:creationId xmlns:a16="http://schemas.microsoft.com/office/drawing/2014/main" id="{AC4DD0CA-3757-4205-9B1A-C1406F23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56" name="text_1755">
            <a:extLst xmlns:a="http://schemas.openxmlformats.org/drawingml/2006/main">
              <a:ext uri="{FF2B5EF4-FFF2-40B4-BE49-F238E27FC236}">
                <a16:creationId xmlns:a16="http://schemas.microsoft.com/office/drawing/2014/main" id="{F482DDE2-EE00-4DB2-8B4A-EAB12F68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36839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57" name="data_1756">
            <a:extLst xmlns:a="http://schemas.openxmlformats.org/drawingml/2006/main">
              <a:ext uri="{FF2B5EF4-FFF2-40B4-BE49-F238E27FC236}">
                <a16:creationId xmlns:a16="http://schemas.microsoft.com/office/drawing/2014/main" id="{B2BE66F7-6B75-40D8-B5CB-F3C4F4C7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791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58" name="text_1757">
            <a:extLst xmlns:a="http://schemas.openxmlformats.org/drawingml/2006/main">
              <a:ext uri="{FF2B5EF4-FFF2-40B4-BE49-F238E27FC236}">
                <a16:creationId xmlns:a16="http://schemas.microsoft.com/office/drawing/2014/main" id="{279FCB38-F818-44C4-B13F-A4B1EB8F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93615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59" name="data_1758">
            <a:extLst xmlns:a="http://schemas.openxmlformats.org/drawingml/2006/main">
              <a:ext uri="{FF2B5EF4-FFF2-40B4-BE49-F238E27FC236}">
                <a16:creationId xmlns:a16="http://schemas.microsoft.com/office/drawing/2014/main" id="{64422765-1EA2-4B57-8101-61D4D88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0567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60" name="text_1759">
            <a:extLst xmlns:a="http://schemas.openxmlformats.org/drawingml/2006/main">
              <a:ext uri="{FF2B5EF4-FFF2-40B4-BE49-F238E27FC236}">
                <a16:creationId xmlns:a16="http://schemas.microsoft.com/office/drawing/2014/main" id="{7DDAC63F-281B-4CA8-8BEE-1C970BDA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0391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61" name="text_1760">
            <a:extLst xmlns:a="http://schemas.openxmlformats.org/drawingml/2006/main">
              <a:ext uri="{FF2B5EF4-FFF2-40B4-BE49-F238E27FC236}">
                <a16:creationId xmlns:a16="http://schemas.microsoft.com/office/drawing/2014/main" id="{8B11217C-E2C3-44FE-BE6E-5B4C58B4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08090" y="7816324"/>
            <a:ext cx="740131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762" name="text_1761">
            <a:extLst xmlns:a="http://schemas.openxmlformats.org/drawingml/2006/main">
              <a:ext uri="{FF2B5EF4-FFF2-40B4-BE49-F238E27FC236}">
                <a16:creationId xmlns:a16="http://schemas.microsoft.com/office/drawing/2014/main" id="{53D43406-E172-4E31-8CCC-5A06A696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45026" y="7948007"/>
            <a:ext cx="1866519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112 / 40 / 27</a:t>
            </a:r>
          </a:p>
        </p:txBody>
      </p:sp>
      <p:sp>
        <p:nvSpPr>
          <p:cNvPr id="1763" name="data_1762">
            <a:extLst xmlns:a="http://schemas.openxmlformats.org/drawingml/2006/main">
              <a:ext uri="{FF2B5EF4-FFF2-40B4-BE49-F238E27FC236}">
                <a16:creationId xmlns:a16="http://schemas.microsoft.com/office/drawing/2014/main" id="{2B13B12D-F835-4795-8467-B658CFB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764" name="data_1763">
            <a:extLst xmlns:a="http://schemas.openxmlformats.org/drawingml/2006/main">
              <a:ext uri="{FF2B5EF4-FFF2-40B4-BE49-F238E27FC236}">
                <a16:creationId xmlns:a16="http://schemas.microsoft.com/office/drawing/2014/main" id="{A4D5226B-3412-44E8-8596-EDF1075A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7545649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65" name="text_1764">
            <a:extLst xmlns:a="http://schemas.openxmlformats.org/drawingml/2006/main">
              <a:ext uri="{FF2B5EF4-FFF2-40B4-BE49-F238E27FC236}">
                <a16:creationId xmlns:a16="http://schemas.microsoft.com/office/drawing/2014/main" id="{65E50989-BD2B-4FFD-81FF-DD783A92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7488662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66" name="data_1765">
            <a:extLst xmlns:a="http://schemas.openxmlformats.org/drawingml/2006/main">
              <a:ext uri="{FF2B5EF4-FFF2-40B4-BE49-F238E27FC236}">
                <a16:creationId xmlns:a16="http://schemas.microsoft.com/office/drawing/2014/main" id="{29F102E9-14D0-49B1-824F-2FDFE94B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6088873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767" name="data_1766">
            <a:extLst xmlns:a="http://schemas.openxmlformats.org/drawingml/2006/main">
              <a:ext uri="{FF2B5EF4-FFF2-40B4-BE49-F238E27FC236}">
                <a16:creationId xmlns:a16="http://schemas.microsoft.com/office/drawing/2014/main" id="{9BEE6BEC-886A-4C47-AE6D-2131D326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6088873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68" name="text_1767">
            <a:extLst xmlns:a="http://schemas.openxmlformats.org/drawingml/2006/main">
              <a:ext uri="{FF2B5EF4-FFF2-40B4-BE49-F238E27FC236}">
                <a16:creationId xmlns:a16="http://schemas.microsoft.com/office/drawing/2014/main" id="{C0F3FD99-DBC8-4A00-9BDC-D828CAFF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6031886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69" name="data_1768">
            <a:extLst xmlns:a="http://schemas.openxmlformats.org/drawingml/2006/main">
              <a:ext uri="{FF2B5EF4-FFF2-40B4-BE49-F238E27FC236}">
                <a16:creationId xmlns:a16="http://schemas.microsoft.com/office/drawing/2014/main" id="{5EAC0C2D-8C31-4B28-995E-A2B017E4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770" name="data_1769">
            <a:extLst xmlns:a="http://schemas.openxmlformats.org/drawingml/2006/main">
              <a:ext uri="{FF2B5EF4-FFF2-40B4-BE49-F238E27FC236}">
                <a16:creationId xmlns:a16="http://schemas.microsoft.com/office/drawing/2014/main" id="{6A2FD6B6-DF0F-4AC7-B4B6-91C6A8ED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4632097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71" name="text_1770">
            <a:extLst xmlns:a="http://schemas.openxmlformats.org/drawingml/2006/main">
              <a:ext uri="{FF2B5EF4-FFF2-40B4-BE49-F238E27FC236}">
                <a16:creationId xmlns:a16="http://schemas.microsoft.com/office/drawing/2014/main" id="{B6EE465A-478B-42F3-A299-374B0083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4575110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72" name="text_1771">
            <a:extLst xmlns:a="http://schemas.openxmlformats.org/drawingml/2006/main">
              <a:ext uri="{FF2B5EF4-FFF2-40B4-BE49-F238E27FC236}">
                <a16:creationId xmlns:a16="http://schemas.microsoft.com/office/drawing/2014/main" id="{E0C99026-1288-42CA-B63C-8A96E8DD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229440" y="6005313"/>
            <a:ext cx="1219554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773" name="data_1772">
            <a:extLst xmlns:a="http://schemas.openxmlformats.org/drawingml/2006/main">
              <a:ext uri="{FF2B5EF4-FFF2-40B4-BE49-F238E27FC236}">
                <a16:creationId xmlns:a16="http://schemas.microsoft.com/office/drawing/2014/main" id="{645BEA97-DC33-4218-B4FF-164B4D67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073">
            <a:solidFill>
              <a:srgbClr val="8B969F"/>
            </a:solidFill>
            <a:prstDash val="dash"/>
          </a:ln>
        </p:spPr>
      </p:sp>
      <p:sp>
        <p:nvSpPr>
          <p:cNvPr id="1774" name="data_1773">
            <a:extLst xmlns:a="http://schemas.openxmlformats.org/drawingml/2006/main">
              <a:ext uri="{FF2B5EF4-FFF2-40B4-BE49-F238E27FC236}">
                <a16:creationId xmlns:a16="http://schemas.microsoft.com/office/drawing/2014/main" id="{7CC6D858-5090-400D-98AB-BB28B7FE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D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data_1774">
            <a:extLst xmlns:a="http://schemas.openxmlformats.org/drawingml/2006/main">
              <a:ext uri="{FF2B5EF4-FFF2-40B4-BE49-F238E27FC236}">
                <a16:creationId xmlns:a16="http://schemas.microsoft.com/office/drawing/2014/main" id="{E4A58DF0-AB0F-4D17-90CE-60E9C19E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37386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data_1775">
            <a:extLst xmlns:a="http://schemas.openxmlformats.org/drawingml/2006/main">
              <a:ext uri="{FF2B5EF4-FFF2-40B4-BE49-F238E27FC236}">
                <a16:creationId xmlns:a16="http://schemas.microsoft.com/office/drawing/2014/main" id="{0F0EAB7C-D6BE-4332-81DF-CEB9027C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data_1776">
            <a:extLst xmlns:a="http://schemas.openxmlformats.org/drawingml/2006/main">
              <a:ext uri="{FF2B5EF4-FFF2-40B4-BE49-F238E27FC236}">
                <a16:creationId xmlns:a16="http://schemas.microsoft.com/office/drawing/2014/main" id="{09F039C6-1526-49E4-96D5-728BF427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data_1777">
            <a:extLst xmlns:a="http://schemas.openxmlformats.org/drawingml/2006/main">
              <a:ext uri="{FF2B5EF4-FFF2-40B4-BE49-F238E27FC236}">
                <a16:creationId xmlns:a16="http://schemas.microsoft.com/office/drawing/2014/main" id="{0534F370-57E9-4619-9F10-710968C9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866" y="585386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data_1778">
            <a:extLst xmlns:a="http://schemas.openxmlformats.org/drawingml/2006/main">
              <a:ext uri="{FF2B5EF4-FFF2-40B4-BE49-F238E27FC236}">
                <a16:creationId xmlns:a16="http://schemas.microsoft.com/office/drawing/2014/main" id="{3EDD13EA-6AF4-410B-BF12-C2204904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67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data_1779">
            <a:extLst xmlns:a="http://schemas.openxmlformats.org/drawingml/2006/main">
              <a:ext uri="{FF2B5EF4-FFF2-40B4-BE49-F238E27FC236}">
                <a16:creationId xmlns:a16="http://schemas.microsoft.com/office/drawing/2014/main" id="{2B45CBAE-3EA3-4D07-B706-0C33B948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data_1780">
            <a:extLst xmlns:a="http://schemas.openxmlformats.org/drawingml/2006/main">
              <a:ext uri="{FF2B5EF4-FFF2-40B4-BE49-F238E27FC236}">
                <a16:creationId xmlns:a16="http://schemas.microsoft.com/office/drawing/2014/main" id="{86D72CE2-A33C-4C26-A866-6C19BE32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data_1781">
            <a:extLst xmlns:a="http://schemas.openxmlformats.org/drawingml/2006/main">
              <a:ext uri="{FF2B5EF4-FFF2-40B4-BE49-F238E27FC236}">
                <a16:creationId xmlns:a16="http://schemas.microsoft.com/office/drawing/2014/main" id="{1B4F5013-7D8D-4F0A-9B7E-C1BF532D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3698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327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data_1782">
            <a:extLst xmlns:a="http://schemas.openxmlformats.org/drawingml/2006/main">
              <a:ext uri="{FF2B5EF4-FFF2-40B4-BE49-F238E27FC236}">
                <a16:creationId xmlns:a16="http://schemas.microsoft.com/office/drawing/2014/main" id="{C7E41B78-3B87-433D-80E0-801650B1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data_1783">
            <a:extLst xmlns:a="http://schemas.openxmlformats.org/drawingml/2006/main">
              <a:ext uri="{FF2B5EF4-FFF2-40B4-BE49-F238E27FC236}">
                <a16:creationId xmlns:a16="http://schemas.microsoft.com/office/drawing/2014/main" id="{790AE2B5-4158-44B5-BB84-EB51A6C7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192" y="61099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B5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data_1784">
            <a:extLst xmlns:a="http://schemas.openxmlformats.org/drawingml/2006/main">
              <a:ext uri="{FF2B5EF4-FFF2-40B4-BE49-F238E27FC236}">
                <a16:creationId xmlns:a16="http://schemas.microsoft.com/office/drawing/2014/main" id="{F3C7609E-7B47-431C-B915-D8E4FCF1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740" y="575270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data_1785">
            <a:extLst xmlns:a="http://schemas.openxmlformats.org/drawingml/2006/main">
              <a:ext uri="{FF2B5EF4-FFF2-40B4-BE49-F238E27FC236}">
                <a16:creationId xmlns:a16="http://schemas.microsoft.com/office/drawing/2014/main" id="{A4632CF9-AC0A-455D-A633-F984849E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9956" y="618076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data_1786">
            <a:extLst xmlns:a="http://schemas.openxmlformats.org/drawingml/2006/main">
              <a:ext uri="{FF2B5EF4-FFF2-40B4-BE49-F238E27FC236}">
                <a16:creationId xmlns:a16="http://schemas.microsoft.com/office/drawing/2014/main" id="{F0341BCC-A59F-4012-9AF2-2CC01441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69296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data_1787">
            <a:extLst xmlns:a="http://schemas.openxmlformats.org/drawingml/2006/main">
              <a:ext uri="{FF2B5EF4-FFF2-40B4-BE49-F238E27FC236}">
                <a16:creationId xmlns:a16="http://schemas.microsoft.com/office/drawing/2014/main" id="{C88793B2-D58C-4DC3-9D87-3D92963F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757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data_1788">
            <a:extLst xmlns:a="http://schemas.openxmlformats.org/drawingml/2006/main">
              <a:ext uri="{FF2B5EF4-FFF2-40B4-BE49-F238E27FC236}">
                <a16:creationId xmlns:a16="http://schemas.microsoft.com/office/drawing/2014/main" id="{B7251C28-38B4-47EA-A49E-E5DA6B37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data_1789">
            <a:extLst xmlns:a="http://schemas.openxmlformats.org/drawingml/2006/main">
              <a:ext uri="{FF2B5EF4-FFF2-40B4-BE49-F238E27FC236}">
                <a16:creationId xmlns:a16="http://schemas.microsoft.com/office/drawing/2014/main" id="{F1D34D16-DA18-4C75-A906-B6C368E1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5B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data_1790">
            <a:extLst xmlns:a="http://schemas.openxmlformats.org/drawingml/2006/main">
              <a:ext uri="{FF2B5EF4-FFF2-40B4-BE49-F238E27FC236}">
                <a16:creationId xmlns:a16="http://schemas.microsoft.com/office/drawing/2014/main" id="{FE4C71BD-8802-4C50-84A2-222A6181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89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data_1791">
            <a:extLst xmlns:a="http://schemas.openxmlformats.org/drawingml/2006/main">
              <a:ext uri="{FF2B5EF4-FFF2-40B4-BE49-F238E27FC236}">
                <a16:creationId xmlns:a16="http://schemas.microsoft.com/office/drawing/2014/main" id="{29FB7C09-B4E4-43F6-A5EB-15E27DF1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512" y="472158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data_1792">
            <a:extLst xmlns:a="http://schemas.openxmlformats.org/drawingml/2006/main">
              <a:ext uri="{FF2B5EF4-FFF2-40B4-BE49-F238E27FC236}">
                <a16:creationId xmlns:a16="http://schemas.microsoft.com/office/drawing/2014/main" id="{FE80DE17-F3BF-4090-9CEF-504C4619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936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E7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data_1793">
            <a:extLst xmlns:a="http://schemas.openxmlformats.org/drawingml/2006/main">
              <a:ext uri="{FF2B5EF4-FFF2-40B4-BE49-F238E27FC236}">
                <a16:creationId xmlns:a16="http://schemas.microsoft.com/office/drawing/2014/main" id="{2DFABC8E-4A3D-48CD-8E82-A655560F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399" y="61777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75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data_1794">
            <a:extLst xmlns:a="http://schemas.openxmlformats.org/drawingml/2006/main">
              <a:ext uri="{FF2B5EF4-FFF2-40B4-BE49-F238E27FC236}">
                <a16:creationId xmlns:a16="http://schemas.microsoft.com/office/drawing/2014/main" id="{F4E00A70-4908-4562-A87F-B978E1AD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0D60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data_1795">
            <a:extLst xmlns:a="http://schemas.openxmlformats.org/drawingml/2006/main">
              <a:ext uri="{FF2B5EF4-FFF2-40B4-BE49-F238E27FC236}">
                <a16:creationId xmlns:a16="http://schemas.microsoft.com/office/drawing/2014/main" id="{7D938314-21F7-4882-925D-EB3CA2F0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822" y="518309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97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data_1796">
            <a:extLst xmlns:a="http://schemas.openxmlformats.org/drawingml/2006/main">
              <a:ext uri="{FF2B5EF4-FFF2-40B4-BE49-F238E27FC236}">
                <a16:creationId xmlns:a16="http://schemas.microsoft.com/office/drawing/2014/main" id="{1A87DDFE-30D9-405C-A872-9951FE4E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271" y="569296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data_1797">
            <a:extLst xmlns:a="http://schemas.openxmlformats.org/drawingml/2006/main">
              <a:ext uri="{FF2B5EF4-FFF2-40B4-BE49-F238E27FC236}">
                <a16:creationId xmlns:a16="http://schemas.microsoft.com/office/drawing/2014/main" id="{9D7118B3-A2E5-4FFB-8D6B-E662C396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B84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data_1798">
            <a:extLst xmlns:a="http://schemas.openxmlformats.org/drawingml/2006/main">
              <a:ext uri="{FF2B5EF4-FFF2-40B4-BE49-F238E27FC236}">
                <a16:creationId xmlns:a16="http://schemas.microsoft.com/office/drawing/2014/main" id="{D9426D1E-F9A3-423C-8B03-DB2A7FA4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data_1799">
            <a:extLst xmlns:a="http://schemas.openxmlformats.org/drawingml/2006/main">
              <a:ext uri="{FF2B5EF4-FFF2-40B4-BE49-F238E27FC236}">
                <a16:creationId xmlns:a16="http://schemas.microsoft.com/office/drawing/2014/main" id="{C44BBCA5-A804-4721-A5D0-F107B213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1825" y="625139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data_1800">
            <a:extLst xmlns:a="http://schemas.openxmlformats.org/drawingml/2006/main">
              <a:ext uri="{FF2B5EF4-FFF2-40B4-BE49-F238E27FC236}">
                <a16:creationId xmlns:a16="http://schemas.microsoft.com/office/drawing/2014/main" id="{0E571F1C-2306-47C9-9F9D-AFE9AB22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90204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data_1801">
            <a:extLst xmlns:a="http://schemas.openxmlformats.org/drawingml/2006/main">
              <a:ext uri="{FF2B5EF4-FFF2-40B4-BE49-F238E27FC236}">
                <a16:creationId xmlns:a16="http://schemas.microsoft.com/office/drawing/2014/main" id="{F330A12F-6180-446F-B996-AC60549E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523" y="668149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E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data_1802">
            <a:extLst xmlns:a="http://schemas.openxmlformats.org/drawingml/2006/main">
              <a:ext uri="{FF2B5EF4-FFF2-40B4-BE49-F238E27FC236}">
                <a16:creationId xmlns:a16="http://schemas.microsoft.com/office/drawing/2014/main" id="{CB633E4A-5C67-446C-8999-C21AC8EF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data_1803">
            <a:extLst xmlns:a="http://schemas.openxmlformats.org/drawingml/2006/main">
              <a:ext uri="{FF2B5EF4-FFF2-40B4-BE49-F238E27FC236}">
                <a16:creationId xmlns:a16="http://schemas.microsoft.com/office/drawing/2014/main" id="{619D0A34-965A-44C5-8CDD-A4F72FD1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data_1804">
            <a:extLst xmlns:a="http://schemas.openxmlformats.org/drawingml/2006/main">
              <a:ext uri="{FF2B5EF4-FFF2-40B4-BE49-F238E27FC236}">
                <a16:creationId xmlns:a16="http://schemas.microsoft.com/office/drawing/2014/main" id="{0C684DC0-D3B6-4456-B922-06768AC8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6187" y="678702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data_1805">
            <a:extLst xmlns:a="http://schemas.openxmlformats.org/drawingml/2006/main">
              <a:ext uri="{FF2B5EF4-FFF2-40B4-BE49-F238E27FC236}">
                <a16:creationId xmlns:a16="http://schemas.microsoft.com/office/drawing/2014/main" id="{2208513F-1526-4FE3-A420-A7D87000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data_1806">
            <a:extLst xmlns:a="http://schemas.openxmlformats.org/drawingml/2006/main">
              <a:ext uri="{FF2B5EF4-FFF2-40B4-BE49-F238E27FC236}">
                <a16:creationId xmlns:a16="http://schemas.microsoft.com/office/drawing/2014/main" id="{C1BBFD99-1464-45A4-AC64-BBACD1B0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E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data_1807">
            <a:extLst xmlns:a="http://schemas.openxmlformats.org/drawingml/2006/main">
              <a:ext uri="{FF2B5EF4-FFF2-40B4-BE49-F238E27FC236}">
                <a16:creationId xmlns:a16="http://schemas.microsoft.com/office/drawing/2014/main" id="{0B95420E-9BE2-4423-930E-A0C2771C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data_1808">
            <a:extLst xmlns:a="http://schemas.openxmlformats.org/drawingml/2006/main">
              <a:ext uri="{FF2B5EF4-FFF2-40B4-BE49-F238E27FC236}">
                <a16:creationId xmlns:a16="http://schemas.microsoft.com/office/drawing/2014/main" id="{ECBB7155-30A2-4987-A180-0C9C089C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92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data_1809">
            <a:extLst xmlns:a="http://schemas.openxmlformats.org/drawingml/2006/main">
              <a:ext uri="{FF2B5EF4-FFF2-40B4-BE49-F238E27FC236}">
                <a16:creationId xmlns:a16="http://schemas.microsoft.com/office/drawing/2014/main" id="{5A0A187A-9766-494A-9B06-1529AD3D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data_1810">
            <a:extLst xmlns:a="http://schemas.openxmlformats.org/drawingml/2006/main">
              <a:ext uri="{FF2B5EF4-FFF2-40B4-BE49-F238E27FC236}">
                <a16:creationId xmlns:a16="http://schemas.microsoft.com/office/drawing/2014/main" id="{17CDBB3C-1C50-4517-AE3B-6393C8F6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data_1811">
            <a:extLst xmlns:a="http://schemas.openxmlformats.org/drawingml/2006/main">
              <a:ext uri="{FF2B5EF4-FFF2-40B4-BE49-F238E27FC236}">
                <a16:creationId xmlns:a16="http://schemas.microsoft.com/office/drawing/2014/main" id="{A857D264-577A-4AD1-93C1-329E3182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C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data_1812">
            <a:extLst xmlns:a="http://schemas.openxmlformats.org/drawingml/2006/main">
              <a:ext uri="{FF2B5EF4-FFF2-40B4-BE49-F238E27FC236}">
                <a16:creationId xmlns:a16="http://schemas.microsoft.com/office/drawing/2014/main" id="{96DD1644-8A05-4569-83B9-23BDD641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7883" y="496457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8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data_1813">
            <a:extLst xmlns:a="http://schemas.openxmlformats.org/drawingml/2006/main">
              <a:ext uri="{FF2B5EF4-FFF2-40B4-BE49-F238E27FC236}">
                <a16:creationId xmlns:a16="http://schemas.microsoft.com/office/drawing/2014/main" id="{0F5AF7D6-EBA9-465A-AA62-00494750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19020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data_1814">
            <a:extLst xmlns:a="http://schemas.openxmlformats.org/drawingml/2006/main">
              <a:ext uri="{FF2B5EF4-FFF2-40B4-BE49-F238E27FC236}">
                <a16:creationId xmlns:a16="http://schemas.microsoft.com/office/drawing/2014/main" id="{2ECA0DB3-A870-448B-B530-A8AD499E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data_1815">
            <a:extLst xmlns:a="http://schemas.openxmlformats.org/drawingml/2006/main">
              <a:ext uri="{FF2B5EF4-FFF2-40B4-BE49-F238E27FC236}">
                <a16:creationId xmlns:a16="http://schemas.microsoft.com/office/drawing/2014/main" id="{829E0F94-F766-46AE-BD5F-A0D92DCE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data_1816">
            <a:extLst xmlns:a="http://schemas.openxmlformats.org/drawingml/2006/main">
              <a:ext uri="{FF2B5EF4-FFF2-40B4-BE49-F238E27FC236}">
                <a16:creationId xmlns:a16="http://schemas.microsoft.com/office/drawing/2014/main" id="{B3E7C30F-CCBE-4225-B21E-EA9FFBA6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23446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data_1817">
            <a:extLst xmlns:a="http://schemas.openxmlformats.org/drawingml/2006/main">
              <a:ext uri="{FF2B5EF4-FFF2-40B4-BE49-F238E27FC236}">
                <a16:creationId xmlns:a16="http://schemas.microsoft.com/office/drawing/2014/main" id="{12C5224A-EDBF-4B23-B67D-54BC161E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data_1818">
            <a:extLst xmlns:a="http://schemas.openxmlformats.org/drawingml/2006/main">
              <a:ext uri="{FF2B5EF4-FFF2-40B4-BE49-F238E27FC236}">
                <a16:creationId xmlns:a16="http://schemas.microsoft.com/office/drawing/2014/main" id="{6CD67C58-4191-4C28-AD82-5E9F51C8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A68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data_1819">
            <a:extLst xmlns:a="http://schemas.openxmlformats.org/drawingml/2006/main">
              <a:ext uri="{FF2B5EF4-FFF2-40B4-BE49-F238E27FC236}">
                <a16:creationId xmlns:a16="http://schemas.microsoft.com/office/drawing/2014/main" id="{88244140-1DF3-4FCF-B3E4-2F8CE803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543" y="661779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data_1820">
            <a:extLst xmlns:a="http://schemas.openxmlformats.org/drawingml/2006/main">
              <a:ext uri="{FF2B5EF4-FFF2-40B4-BE49-F238E27FC236}">
                <a16:creationId xmlns:a16="http://schemas.microsoft.com/office/drawing/2014/main" id="{890F089C-E497-4A5B-92A4-6869F024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data_1821">
            <a:extLst xmlns:a="http://schemas.openxmlformats.org/drawingml/2006/main">
              <a:ext uri="{FF2B5EF4-FFF2-40B4-BE49-F238E27FC236}">
                <a16:creationId xmlns:a16="http://schemas.microsoft.com/office/drawing/2014/main" id="{3F178261-9966-4F4E-9493-1693DD17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31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85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data_1822">
            <a:extLst xmlns:a="http://schemas.openxmlformats.org/drawingml/2006/main">
              <a:ext uri="{FF2B5EF4-FFF2-40B4-BE49-F238E27FC236}">
                <a16:creationId xmlns:a16="http://schemas.microsoft.com/office/drawing/2014/main" id="{9CA37B88-53A1-4367-B220-4DD29919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89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data_1823">
            <a:extLst xmlns:a="http://schemas.openxmlformats.org/drawingml/2006/main">
              <a:ext uri="{FF2B5EF4-FFF2-40B4-BE49-F238E27FC236}">
                <a16:creationId xmlns:a16="http://schemas.microsoft.com/office/drawing/2014/main" id="{DA6D1853-B703-4F87-A146-24693832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157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data_1824">
            <a:extLst xmlns:a="http://schemas.openxmlformats.org/drawingml/2006/main">
              <a:ext uri="{FF2B5EF4-FFF2-40B4-BE49-F238E27FC236}">
                <a16:creationId xmlns:a16="http://schemas.microsoft.com/office/drawing/2014/main" id="{81810210-2430-4ED6-84CF-A25308CC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46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data_1825">
            <a:extLst xmlns:a="http://schemas.openxmlformats.org/drawingml/2006/main">
              <a:ext uri="{FF2B5EF4-FFF2-40B4-BE49-F238E27FC236}">
                <a16:creationId xmlns:a16="http://schemas.microsoft.com/office/drawing/2014/main" id="{F70E6496-7E71-447E-8345-081EA906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41061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data_1826">
            <a:extLst xmlns:a="http://schemas.openxmlformats.org/drawingml/2006/main">
              <a:ext uri="{FF2B5EF4-FFF2-40B4-BE49-F238E27FC236}">
                <a16:creationId xmlns:a16="http://schemas.microsoft.com/office/drawing/2014/main" id="{E1584299-7906-4CA9-924A-D469046E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066" y="555112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8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data_1827">
            <a:extLst xmlns:a="http://schemas.openxmlformats.org/drawingml/2006/main">
              <a:ext uri="{FF2B5EF4-FFF2-40B4-BE49-F238E27FC236}">
                <a16:creationId xmlns:a16="http://schemas.microsoft.com/office/drawing/2014/main" id="{BF372C1A-C347-4B24-9073-79D95545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73089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data_1828">
            <a:extLst xmlns:a="http://schemas.openxmlformats.org/drawingml/2006/main">
              <a:ext uri="{FF2B5EF4-FFF2-40B4-BE49-F238E27FC236}">
                <a16:creationId xmlns:a16="http://schemas.microsoft.com/office/drawing/2014/main" id="{E22AF74E-5F18-46F9-B708-30896493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669" y="578314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data_1829">
            <a:extLst xmlns:a="http://schemas.openxmlformats.org/drawingml/2006/main">
              <a:ext uri="{FF2B5EF4-FFF2-40B4-BE49-F238E27FC236}">
                <a16:creationId xmlns:a16="http://schemas.microsoft.com/office/drawing/2014/main" id="{B2A3B6FB-7048-4CF6-A170-AE8FD518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6527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data_1830">
            <a:extLst xmlns:a="http://schemas.openxmlformats.org/drawingml/2006/main">
              <a:ext uri="{FF2B5EF4-FFF2-40B4-BE49-F238E27FC236}">
                <a16:creationId xmlns:a16="http://schemas.microsoft.com/office/drawing/2014/main" id="{4713D4CF-AF7B-47CD-9C87-C443AEC7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data_1831">
            <a:extLst xmlns:a="http://schemas.openxmlformats.org/drawingml/2006/main">
              <a:ext uri="{FF2B5EF4-FFF2-40B4-BE49-F238E27FC236}">
                <a16:creationId xmlns:a16="http://schemas.microsoft.com/office/drawing/2014/main" id="{6EB6700D-EEDA-48D6-843E-0A24C059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374" y="744682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C36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data_1832">
            <a:extLst xmlns:a="http://schemas.openxmlformats.org/drawingml/2006/main">
              <a:ext uri="{FF2B5EF4-FFF2-40B4-BE49-F238E27FC236}">
                <a16:creationId xmlns:a16="http://schemas.microsoft.com/office/drawing/2014/main" id="{185DEDC3-F09B-410A-AD2E-0CF50FE1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669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47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data_1833">
            <a:extLst xmlns:a="http://schemas.openxmlformats.org/drawingml/2006/main">
              <a:ext uri="{FF2B5EF4-FFF2-40B4-BE49-F238E27FC236}">
                <a16:creationId xmlns:a16="http://schemas.microsoft.com/office/drawing/2014/main" id="{6F1D599A-6216-47ED-9B10-6AE77A6A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5087" y="55351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5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data_1834">
            <a:extLst xmlns:a="http://schemas.openxmlformats.org/drawingml/2006/main">
              <a:ext uri="{FF2B5EF4-FFF2-40B4-BE49-F238E27FC236}">
                <a16:creationId xmlns:a16="http://schemas.microsoft.com/office/drawing/2014/main" id="{7B5A31D2-FC0A-4818-8EE1-E0F699E6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data_1835">
            <a:extLst xmlns:a="http://schemas.openxmlformats.org/drawingml/2006/main">
              <a:ext uri="{FF2B5EF4-FFF2-40B4-BE49-F238E27FC236}">
                <a16:creationId xmlns:a16="http://schemas.microsoft.com/office/drawing/2014/main" id="{329F1BD2-CA22-4A02-B1B5-7CFAC663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data_1836">
            <a:extLst xmlns:a="http://schemas.openxmlformats.org/drawingml/2006/main">
              <a:ext uri="{FF2B5EF4-FFF2-40B4-BE49-F238E27FC236}">
                <a16:creationId xmlns:a16="http://schemas.microsoft.com/office/drawing/2014/main" id="{52402846-8BD1-4F0F-8742-84AB0DA3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C7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data_1837">
            <a:extLst xmlns:a="http://schemas.openxmlformats.org/drawingml/2006/main">
              <a:ext uri="{FF2B5EF4-FFF2-40B4-BE49-F238E27FC236}">
                <a16:creationId xmlns:a16="http://schemas.microsoft.com/office/drawing/2014/main" id="{9A971858-F7A3-419E-A106-E219A845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data_1838">
            <a:extLst xmlns:a="http://schemas.openxmlformats.org/drawingml/2006/main">
              <a:ext uri="{FF2B5EF4-FFF2-40B4-BE49-F238E27FC236}">
                <a16:creationId xmlns:a16="http://schemas.microsoft.com/office/drawing/2014/main" id="{FECD002E-2ADB-4919-B03B-F4018E5B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17277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data_1839">
            <a:extLst xmlns:a="http://schemas.openxmlformats.org/drawingml/2006/main">
              <a:ext uri="{FF2B5EF4-FFF2-40B4-BE49-F238E27FC236}">
                <a16:creationId xmlns:a16="http://schemas.microsoft.com/office/drawing/2014/main" id="{8510165D-CFD4-4930-B2ED-E3DABA88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517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data_1840">
            <a:extLst xmlns:a="http://schemas.openxmlformats.org/drawingml/2006/main">
              <a:ext uri="{FF2B5EF4-FFF2-40B4-BE49-F238E27FC236}">
                <a16:creationId xmlns:a16="http://schemas.microsoft.com/office/drawing/2014/main" id="{D72B4A2F-7D09-46A1-851F-DAE65FFE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5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data_1841">
            <a:extLst xmlns:a="http://schemas.openxmlformats.org/drawingml/2006/main">
              <a:ext uri="{FF2B5EF4-FFF2-40B4-BE49-F238E27FC236}">
                <a16:creationId xmlns:a16="http://schemas.microsoft.com/office/drawing/2014/main" id="{320388C2-BF15-4B2E-B38C-9084C7D7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929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data_1842">
            <a:extLst xmlns:a="http://schemas.openxmlformats.org/drawingml/2006/main">
              <a:ext uri="{FF2B5EF4-FFF2-40B4-BE49-F238E27FC236}">
                <a16:creationId xmlns:a16="http://schemas.microsoft.com/office/drawing/2014/main" id="{D135D0AC-6D29-4377-8D72-F6B96E4F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82992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data_1843">
            <a:extLst xmlns:a="http://schemas.openxmlformats.org/drawingml/2006/main">
              <a:ext uri="{FF2B5EF4-FFF2-40B4-BE49-F238E27FC236}">
                <a16:creationId xmlns:a16="http://schemas.microsoft.com/office/drawing/2014/main" id="{397B5EC2-76FA-4619-8FAD-1B4DD299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data_1844">
            <a:extLst xmlns:a="http://schemas.openxmlformats.org/drawingml/2006/main">
              <a:ext uri="{FF2B5EF4-FFF2-40B4-BE49-F238E27FC236}">
                <a16:creationId xmlns:a16="http://schemas.microsoft.com/office/drawing/2014/main" id="{A28A1EEF-4C8A-4BE7-B2C5-04DBBD8E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243" y="474606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data_1845">
            <a:extLst xmlns:a="http://schemas.openxmlformats.org/drawingml/2006/main">
              <a:ext uri="{FF2B5EF4-FFF2-40B4-BE49-F238E27FC236}">
                <a16:creationId xmlns:a16="http://schemas.microsoft.com/office/drawing/2014/main" id="{548EF9FB-55B6-4B7A-ACCD-52F3F654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A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data_1846">
            <a:extLst xmlns:a="http://schemas.openxmlformats.org/drawingml/2006/main">
              <a:ext uri="{FF2B5EF4-FFF2-40B4-BE49-F238E27FC236}">
                <a16:creationId xmlns:a16="http://schemas.microsoft.com/office/drawing/2014/main" id="{781D037E-E667-45FC-B027-6D96C5B3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262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B07F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data_1847">
            <a:extLst xmlns:a="http://schemas.openxmlformats.org/drawingml/2006/main">
              <a:ext uri="{FF2B5EF4-FFF2-40B4-BE49-F238E27FC236}">
                <a16:creationId xmlns:a16="http://schemas.microsoft.com/office/drawing/2014/main" id="{07042E96-A8FB-4CB2-9CED-1FDC51B8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3646" y="719483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448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data_1848">
            <a:extLst xmlns:a="http://schemas.openxmlformats.org/drawingml/2006/main">
              <a:ext uri="{FF2B5EF4-FFF2-40B4-BE49-F238E27FC236}">
                <a16:creationId xmlns:a16="http://schemas.microsoft.com/office/drawing/2014/main" id="{024A689C-B0FE-43E3-8DEC-0E780270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419" y="586696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A5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data_1849">
            <a:extLst xmlns:a="http://schemas.openxmlformats.org/drawingml/2006/main">
              <a:ext uri="{FF2B5EF4-FFF2-40B4-BE49-F238E27FC236}">
                <a16:creationId xmlns:a16="http://schemas.microsoft.com/office/drawing/2014/main" id="{5269A861-1AA7-4088-A07B-0BA3A893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87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data_1850">
            <a:extLst xmlns:a="http://schemas.openxmlformats.org/drawingml/2006/main">
              <a:ext uri="{FF2B5EF4-FFF2-40B4-BE49-F238E27FC236}">
                <a16:creationId xmlns:a16="http://schemas.microsoft.com/office/drawing/2014/main" id="{F1184FB6-1844-407A-9B91-8480B0EC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data_1851">
            <a:extLst xmlns:a="http://schemas.openxmlformats.org/drawingml/2006/main">
              <a:ext uri="{FF2B5EF4-FFF2-40B4-BE49-F238E27FC236}">
                <a16:creationId xmlns:a16="http://schemas.microsoft.com/office/drawing/2014/main" id="{AF5C19E1-54B9-4728-BD39-1964CAE1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8C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data_1852">
            <a:extLst xmlns:a="http://schemas.openxmlformats.org/drawingml/2006/main">
              <a:ext uri="{FF2B5EF4-FFF2-40B4-BE49-F238E27FC236}">
                <a16:creationId xmlns:a16="http://schemas.microsoft.com/office/drawing/2014/main" id="{0AE6DFEE-B1D8-4AFF-B3AC-D9E3E791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98349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8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data_1853">
            <a:extLst xmlns:a="http://schemas.openxmlformats.org/drawingml/2006/main">
              <a:ext uri="{FF2B5EF4-FFF2-40B4-BE49-F238E27FC236}">
                <a16:creationId xmlns:a16="http://schemas.microsoft.com/office/drawing/2014/main" id="{9749F500-7F0C-4D21-8C75-214FC01F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data_1854">
            <a:extLst xmlns:a="http://schemas.openxmlformats.org/drawingml/2006/main">
              <a:ext uri="{FF2B5EF4-FFF2-40B4-BE49-F238E27FC236}">
                <a16:creationId xmlns:a16="http://schemas.microsoft.com/office/drawing/2014/main" id="{E84730A2-7520-4625-AFB6-7D950042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5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data_1855">
            <a:extLst xmlns:a="http://schemas.openxmlformats.org/drawingml/2006/main">
              <a:ext uri="{FF2B5EF4-FFF2-40B4-BE49-F238E27FC236}">
                <a16:creationId xmlns:a16="http://schemas.microsoft.com/office/drawing/2014/main" id="{E2722524-8B31-477A-948C-677B1B56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6410" y="543282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data_1856">
            <a:extLst xmlns:a="http://schemas.openxmlformats.org/drawingml/2006/main">
              <a:ext uri="{FF2B5EF4-FFF2-40B4-BE49-F238E27FC236}">
                <a16:creationId xmlns:a16="http://schemas.microsoft.com/office/drawing/2014/main" id="{73F3B7B2-960B-43BA-BFDB-379F8FAE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data_1857">
            <a:extLst xmlns:a="http://schemas.openxmlformats.org/drawingml/2006/main">
              <a:ext uri="{FF2B5EF4-FFF2-40B4-BE49-F238E27FC236}">
                <a16:creationId xmlns:a16="http://schemas.microsoft.com/office/drawing/2014/main" id="{3FB64BA2-C040-440C-9B07-58929173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8B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9" name="data_1858">
            <a:extLst xmlns:a="http://schemas.openxmlformats.org/drawingml/2006/main">
              <a:ext uri="{FF2B5EF4-FFF2-40B4-BE49-F238E27FC236}">
                <a16:creationId xmlns:a16="http://schemas.microsoft.com/office/drawing/2014/main" id="{80AC6D5F-F378-437C-BF9F-0FD856EE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925" y="663201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0" name="data_1859">
            <a:extLst xmlns:a="http://schemas.openxmlformats.org/drawingml/2006/main">
              <a:ext uri="{FF2B5EF4-FFF2-40B4-BE49-F238E27FC236}">
                <a16:creationId xmlns:a16="http://schemas.microsoft.com/office/drawing/2014/main" id="{E63D0A39-AD02-4193-B5CB-2BECD7B1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893" y="589529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1" name="data_1860">
            <a:extLst xmlns:a="http://schemas.openxmlformats.org/drawingml/2006/main">
              <a:ext uri="{FF2B5EF4-FFF2-40B4-BE49-F238E27FC236}">
                <a16:creationId xmlns:a16="http://schemas.microsoft.com/office/drawing/2014/main" id="{2A1F8BD9-8897-4B67-A9C3-746A0571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1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2" name="data_1861">
            <a:extLst xmlns:a="http://schemas.openxmlformats.org/drawingml/2006/main">
              <a:ext uri="{FF2B5EF4-FFF2-40B4-BE49-F238E27FC236}">
                <a16:creationId xmlns:a16="http://schemas.microsoft.com/office/drawing/2014/main" id="{E20C82A1-ABAD-424B-BE51-B1E33196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9200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884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3" name="data_1862">
            <a:extLst xmlns:a="http://schemas.openxmlformats.org/drawingml/2006/main">
              <a:ext uri="{FF2B5EF4-FFF2-40B4-BE49-F238E27FC236}">
                <a16:creationId xmlns:a16="http://schemas.microsoft.com/office/drawing/2014/main" id="{1B732869-0347-4E7E-A30C-5A04C1E0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510" y="47480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4" name="data_1863">
            <a:extLst xmlns:a="http://schemas.openxmlformats.org/drawingml/2006/main">
              <a:ext uri="{FF2B5EF4-FFF2-40B4-BE49-F238E27FC236}">
                <a16:creationId xmlns:a16="http://schemas.microsoft.com/office/drawing/2014/main" id="{BC031307-6F08-4287-B779-0816BA02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5" name="data_1864">
            <a:extLst xmlns:a="http://schemas.openxmlformats.org/drawingml/2006/main">
              <a:ext uri="{FF2B5EF4-FFF2-40B4-BE49-F238E27FC236}">
                <a16:creationId xmlns:a16="http://schemas.microsoft.com/office/drawing/2014/main" id="{852BE28A-5C89-4C11-A06E-D82043FE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060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1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6" name="data_1865">
            <a:extLst xmlns:a="http://schemas.openxmlformats.org/drawingml/2006/main">
              <a:ext uri="{FF2B5EF4-FFF2-40B4-BE49-F238E27FC236}">
                <a16:creationId xmlns:a16="http://schemas.microsoft.com/office/drawing/2014/main" id="{1083D517-4FB1-4A48-A681-27E9A03C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5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7" name="data_1866">
            <a:extLst xmlns:a="http://schemas.openxmlformats.org/drawingml/2006/main">
              <a:ext uri="{FF2B5EF4-FFF2-40B4-BE49-F238E27FC236}">
                <a16:creationId xmlns:a16="http://schemas.microsoft.com/office/drawing/2014/main" id="{DF6A133D-F63F-4959-BAD1-7FD6EBAA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525" y="484318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8E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8" name="data_1867">
            <a:extLst xmlns:a="http://schemas.openxmlformats.org/drawingml/2006/main">
              <a:ext uri="{FF2B5EF4-FFF2-40B4-BE49-F238E27FC236}">
                <a16:creationId xmlns:a16="http://schemas.microsoft.com/office/drawing/2014/main" id="{FD8C8AC7-28D8-46C6-AD52-D86F01E2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F7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9" name="data_1868">
            <a:extLst xmlns:a="http://schemas.openxmlformats.org/drawingml/2006/main">
              <a:ext uri="{FF2B5EF4-FFF2-40B4-BE49-F238E27FC236}">
                <a16:creationId xmlns:a16="http://schemas.microsoft.com/office/drawing/2014/main" id="{219FCCBF-4DAF-4535-8758-9FB03D88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893" y="670461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0" name="data_1869">
            <a:extLst xmlns:a="http://schemas.openxmlformats.org/drawingml/2006/main">
              <a:ext uri="{FF2B5EF4-FFF2-40B4-BE49-F238E27FC236}">
                <a16:creationId xmlns:a16="http://schemas.microsoft.com/office/drawing/2014/main" id="{0691621D-9504-4B70-8AE3-7C2A1294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D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1" name="data_1870">
            <a:extLst xmlns:a="http://schemas.openxmlformats.org/drawingml/2006/main">
              <a:ext uri="{FF2B5EF4-FFF2-40B4-BE49-F238E27FC236}">
                <a16:creationId xmlns:a16="http://schemas.microsoft.com/office/drawing/2014/main" id="{C3F55999-BB68-4516-B551-A1E00A92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465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7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2" name="data_1871">
            <a:extLst xmlns:a="http://schemas.openxmlformats.org/drawingml/2006/main">
              <a:ext uri="{FF2B5EF4-FFF2-40B4-BE49-F238E27FC236}">
                <a16:creationId xmlns:a16="http://schemas.microsoft.com/office/drawing/2014/main" id="{D42C6732-EA7E-40A9-AACD-29916B5E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9771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3" name="data_1872">
            <a:extLst xmlns:a="http://schemas.openxmlformats.org/drawingml/2006/main">
              <a:ext uri="{FF2B5EF4-FFF2-40B4-BE49-F238E27FC236}">
                <a16:creationId xmlns:a16="http://schemas.microsoft.com/office/drawing/2014/main" id="{8196F5B3-B59E-4AC1-A356-C1902788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4674" y="611962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4" name="data_1873">
            <a:extLst xmlns:a="http://schemas.openxmlformats.org/drawingml/2006/main">
              <a:ext uri="{FF2B5EF4-FFF2-40B4-BE49-F238E27FC236}">
                <a16:creationId xmlns:a16="http://schemas.microsoft.com/office/drawing/2014/main" id="{F15A34E1-43BF-4530-A448-D35A037C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669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5" name="data_1874">
            <a:extLst xmlns:a="http://schemas.openxmlformats.org/drawingml/2006/main">
              <a:ext uri="{FF2B5EF4-FFF2-40B4-BE49-F238E27FC236}">
                <a16:creationId xmlns:a16="http://schemas.microsoft.com/office/drawing/2014/main" id="{DA9D9AF3-25D1-40C6-8010-7C4952AC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6" name="data_1875">
            <a:extLst xmlns:a="http://schemas.openxmlformats.org/drawingml/2006/main">
              <a:ext uri="{FF2B5EF4-FFF2-40B4-BE49-F238E27FC236}">
                <a16:creationId xmlns:a16="http://schemas.microsoft.com/office/drawing/2014/main" id="{55A19E17-4E78-41C0-97E1-C24C4EE0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9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7" name="data_1876">
            <a:extLst xmlns:a="http://schemas.openxmlformats.org/drawingml/2006/main">
              <a:ext uri="{FF2B5EF4-FFF2-40B4-BE49-F238E27FC236}">
                <a16:creationId xmlns:a16="http://schemas.microsoft.com/office/drawing/2014/main" id="{61D5AE2E-68DF-4736-9C4C-D80757EE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8" name="data_1877">
            <a:extLst xmlns:a="http://schemas.openxmlformats.org/drawingml/2006/main">
              <a:ext uri="{FF2B5EF4-FFF2-40B4-BE49-F238E27FC236}">
                <a16:creationId xmlns:a16="http://schemas.microsoft.com/office/drawing/2014/main" id="{C9289A0B-FFFB-4E92-B8DE-ABDBECF7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768" y="530654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AE80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9" name="data_1878">
            <a:extLst xmlns:a="http://schemas.openxmlformats.org/drawingml/2006/main">
              <a:ext uri="{FF2B5EF4-FFF2-40B4-BE49-F238E27FC236}">
                <a16:creationId xmlns:a16="http://schemas.microsoft.com/office/drawing/2014/main" id="{447ECA06-8EAE-461E-B3AE-6ECC75CF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55351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0" name="data_1879">
            <a:extLst xmlns:a="http://schemas.openxmlformats.org/drawingml/2006/main">
              <a:ext uri="{FF2B5EF4-FFF2-40B4-BE49-F238E27FC236}">
                <a16:creationId xmlns:a16="http://schemas.microsoft.com/office/drawing/2014/main" id="{FA0F0482-6563-4204-B888-CCEC77E3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870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B67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1" name="data_1880">
            <a:extLst xmlns:a="http://schemas.openxmlformats.org/drawingml/2006/main">
              <a:ext uri="{FF2B5EF4-FFF2-40B4-BE49-F238E27FC236}">
                <a16:creationId xmlns:a16="http://schemas.microsoft.com/office/drawing/2014/main" id="{3EED33FD-2F06-41A7-92EA-96D19AC1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44" y="664329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2" name="data_1881">
            <a:extLst xmlns:a="http://schemas.openxmlformats.org/drawingml/2006/main">
              <a:ext uri="{FF2B5EF4-FFF2-40B4-BE49-F238E27FC236}">
                <a16:creationId xmlns:a16="http://schemas.microsoft.com/office/drawing/2014/main" id="{E2F7D143-4ECD-449E-8A23-5855EF08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47444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9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3" name="data_1882">
            <a:extLst xmlns:a="http://schemas.openxmlformats.org/drawingml/2006/main">
              <a:ext uri="{FF2B5EF4-FFF2-40B4-BE49-F238E27FC236}">
                <a16:creationId xmlns:a16="http://schemas.microsoft.com/office/drawing/2014/main" id="{9054A170-D9A0-446F-A2F8-FD0F7AF2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327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4" name="data_1883">
            <a:extLst xmlns:a="http://schemas.openxmlformats.org/drawingml/2006/main">
              <a:ext uri="{FF2B5EF4-FFF2-40B4-BE49-F238E27FC236}">
                <a16:creationId xmlns:a16="http://schemas.microsoft.com/office/drawing/2014/main" id="{566F59BC-C4E4-418F-BE21-B34EC3ED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89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85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5" name="data_1884">
            <a:extLst xmlns:a="http://schemas.openxmlformats.org/drawingml/2006/main">
              <a:ext uri="{FF2B5EF4-FFF2-40B4-BE49-F238E27FC236}">
                <a16:creationId xmlns:a16="http://schemas.microsoft.com/office/drawing/2014/main" id="{E14D791C-643F-4CCF-B63D-267AF6EF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E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6" name="data_1885">
            <a:extLst xmlns:a="http://schemas.openxmlformats.org/drawingml/2006/main">
              <a:ext uri="{FF2B5EF4-FFF2-40B4-BE49-F238E27FC236}">
                <a16:creationId xmlns:a16="http://schemas.microsoft.com/office/drawing/2014/main" id="{16A0A4C8-D121-4847-B45B-E4E865D3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47973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7" name="data_1886">
            <a:extLst xmlns:a="http://schemas.openxmlformats.org/drawingml/2006/main">
              <a:ext uri="{FF2B5EF4-FFF2-40B4-BE49-F238E27FC236}">
                <a16:creationId xmlns:a16="http://schemas.microsoft.com/office/drawing/2014/main" id="{D4CC64E1-0679-4089-81ED-3F7D8495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534" y="508597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8" name="data_1887">
            <a:extLst xmlns:a="http://schemas.openxmlformats.org/drawingml/2006/main">
              <a:ext uri="{FF2B5EF4-FFF2-40B4-BE49-F238E27FC236}">
                <a16:creationId xmlns:a16="http://schemas.microsoft.com/office/drawing/2014/main" id="{745F919D-F12B-4639-AA87-5FD3A49B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9" name="data_1888">
            <a:extLst xmlns:a="http://schemas.openxmlformats.org/drawingml/2006/main">
              <a:ext uri="{FF2B5EF4-FFF2-40B4-BE49-F238E27FC236}">
                <a16:creationId xmlns:a16="http://schemas.microsoft.com/office/drawing/2014/main" id="{8D01D274-4A11-4CC2-9EDC-D416351A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6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0" name="data_1889">
            <a:extLst xmlns:a="http://schemas.openxmlformats.org/drawingml/2006/main">
              <a:ext uri="{FF2B5EF4-FFF2-40B4-BE49-F238E27FC236}">
                <a16:creationId xmlns:a16="http://schemas.microsoft.com/office/drawing/2014/main" id="{76B68AAB-E51B-44D9-96BD-EBB71761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97" y="636277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9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1" name="data_1890">
            <a:extLst xmlns:a="http://schemas.openxmlformats.org/drawingml/2006/main">
              <a:ext uri="{FF2B5EF4-FFF2-40B4-BE49-F238E27FC236}">
                <a16:creationId xmlns:a16="http://schemas.microsoft.com/office/drawing/2014/main" id="{5989A736-816D-4D42-9F75-DD09D184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B6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2" name="data_1891">
            <a:extLst xmlns:a="http://schemas.openxmlformats.org/drawingml/2006/main">
              <a:ext uri="{FF2B5EF4-FFF2-40B4-BE49-F238E27FC236}">
                <a16:creationId xmlns:a16="http://schemas.microsoft.com/office/drawing/2014/main" id="{6CC51B16-D658-4E4A-AF13-6C238E77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3" name="data_1892">
            <a:extLst xmlns:a="http://schemas.openxmlformats.org/drawingml/2006/main">
              <a:ext uri="{FF2B5EF4-FFF2-40B4-BE49-F238E27FC236}">
                <a16:creationId xmlns:a16="http://schemas.microsoft.com/office/drawing/2014/main" id="{8E415FB4-4F98-4AE2-9A72-93E7B504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E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4" name="data_1893">
            <a:extLst xmlns:a="http://schemas.openxmlformats.org/drawingml/2006/main">
              <a:ext uri="{FF2B5EF4-FFF2-40B4-BE49-F238E27FC236}">
                <a16:creationId xmlns:a16="http://schemas.microsoft.com/office/drawing/2014/main" id="{1C0ED83F-8E29-472A-B9D1-D77417D7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5" name="data_1894">
            <a:extLst xmlns:a="http://schemas.openxmlformats.org/drawingml/2006/main">
              <a:ext uri="{FF2B5EF4-FFF2-40B4-BE49-F238E27FC236}">
                <a16:creationId xmlns:a16="http://schemas.microsoft.com/office/drawing/2014/main" id="{FEC50D3D-BA19-482E-B5BF-4E18217B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89170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6" name="data_1895">
            <a:extLst xmlns:a="http://schemas.openxmlformats.org/drawingml/2006/main">
              <a:ext uri="{FF2B5EF4-FFF2-40B4-BE49-F238E27FC236}">
                <a16:creationId xmlns:a16="http://schemas.microsoft.com/office/drawing/2014/main" id="{8B6C7402-7071-4415-B84F-4804CE82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75068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7" name="data_1896">
            <a:extLst xmlns:a="http://schemas.openxmlformats.org/drawingml/2006/main">
              <a:ext uri="{FF2B5EF4-FFF2-40B4-BE49-F238E27FC236}">
                <a16:creationId xmlns:a16="http://schemas.microsoft.com/office/drawing/2014/main" id="{C1D673A0-15B1-4D51-BBEF-B59732FD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0049" y="692212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E7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8" name="data_1897">
            <a:extLst xmlns:a="http://schemas.openxmlformats.org/drawingml/2006/main">
              <a:ext uri="{FF2B5EF4-FFF2-40B4-BE49-F238E27FC236}">
                <a16:creationId xmlns:a16="http://schemas.microsoft.com/office/drawing/2014/main" id="{82257C1E-3FA5-4060-B443-B66E4559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9" name="data_1898">
            <a:extLst xmlns:a="http://schemas.openxmlformats.org/drawingml/2006/main">
              <a:ext uri="{FF2B5EF4-FFF2-40B4-BE49-F238E27FC236}">
                <a16:creationId xmlns:a16="http://schemas.microsoft.com/office/drawing/2014/main" id="{27FAE747-C245-4351-8214-CDFBACA3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9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0" name="data_1899">
            <a:extLst xmlns:a="http://schemas.openxmlformats.org/drawingml/2006/main">
              <a:ext uri="{FF2B5EF4-FFF2-40B4-BE49-F238E27FC236}">
                <a16:creationId xmlns:a16="http://schemas.microsoft.com/office/drawing/2014/main" id="{4158E790-E56B-4FEB-A7B3-05CFD0DD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1947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448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1" name="data_1900">
            <a:extLst xmlns:a="http://schemas.openxmlformats.org/drawingml/2006/main">
              <a:ext uri="{FF2B5EF4-FFF2-40B4-BE49-F238E27FC236}">
                <a16:creationId xmlns:a16="http://schemas.microsoft.com/office/drawing/2014/main" id="{4106E8F5-7DE2-41D1-BBB4-B3964B78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2" name="data_1901">
            <a:extLst xmlns:a="http://schemas.openxmlformats.org/drawingml/2006/main">
              <a:ext uri="{FF2B5EF4-FFF2-40B4-BE49-F238E27FC236}">
                <a16:creationId xmlns:a16="http://schemas.microsoft.com/office/drawing/2014/main" id="{622D4EDC-06D6-4ED7-B590-F3013360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3" name="data_1902">
            <a:extLst xmlns:a="http://schemas.openxmlformats.org/drawingml/2006/main">
              <a:ext uri="{FF2B5EF4-FFF2-40B4-BE49-F238E27FC236}">
                <a16:creationId xmlns:a16="http://schemas.microsoft.com/office/drawing/2014/main" id="{C1E18D48-F478-4FA8-965A-865AA890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4" name="data_1903">
            <a:extLst xmlns:a="http://schemas.openxmlformats.org/drawingml/2006/main">
              <a:ext uri="{FF2B5EF4-FFF2-40B4-BE49-F238E27FC236}">
                <a16:creationId xmlns:a16="http://schemas.microsoft.com/office/drawing/2014/main" id="{39FC1F71-E92C-4172-9938-A8D181CA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49659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D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5" name="data_1904">
            <a:extLst xmlns:a="http://schemas.openxmlformats.org/drawingml/2006/main">
              <a:ext uri="{FF2B5EF4-FFF2-40B4-BE49-F238E27FC236}">
                <a16:creationId xmlns:a16="http://schemas.microsoft.com/office/drawing/2014/main" id="{0FF34776-158F-43A4-99F5-C7BC9B58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6" name="data_1905">
            <a:extLst xmlns:a="http://schemas.openxmlformats.org/drawingml/2006/main">
              <a:ext uri="{FF2B5EF4-FFF2-40B4-BE49-F238E27FC236}">
                <a16:creationId xmlns:a16="http://schemas.microsoft.com/office/drawing/2014/main" id="{3BDFADCE-31D9-48BB-B004-B7C6F098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8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7" name="data_1906">
            <a:extLst xmlns:a="http://schemas.openxmlformats.org/drawingml/2006/main">
              <a:ext uri="{FF2B5EF4-FFF2-40B4-BE49-F238E27FC236}">
                <a16:creationId xmlns:a16="http://schemas.microsoft.com/office/drawing/2014/main" id="{AD8B60D9-44AD-486D-88CF-52C0D4BB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7392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8" name="data_1907">
            <a:extLst xmlns:a="http://schemas.openxmlformats.org/drawingml/2006/main">
              <a:ext uri="{FF2B5EF4-FFF2-40B4-BE49-F238E27FC236}">
                <a16:creationId xmlns:a16="http://schemas.microsoft.com/office/drawing/2014/main" id="{91209780-995B-4003-8514-8C6D75A4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465" y="630345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9" name="data_1908">
            <a:extLst xmlns:a="http://schemas.openxmlformats.org/drawingml/2006/main">
              <a:ext uri="{FF2B5EF4-FFF2-40B4-BE49-F238E27FC236}">
                <a16:creationId xmlns:a16="http://schemas.microsoft.com/office/drawing/2014/main" id="{BEEC71ED-4552-4D16-AC5B-076E5386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0" name="data_1909">
            <a:extLst xmlns:a="http://schemas.openxmlformats.org/drawingml/2006/main">
              <a:ext uri="{FF2B5EF4-FFF2-40B4-BE49-F238E27FC236}">
                <a16:creationId xmlns:a16="http://schemas.microsoft.com/office/drawing/2014/main" id="{62AC797D-3A8B-462C-B5FE-1279B6E9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1947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1" name="data_1910">
            <a:extLst xmlns:a="http://schemas.openxmlformats.org/drawingml/2006/main">
              <a:ext uri="{FF2B5EF4-FFF2-40B4-BE49-F238E27FC236}">
                <a16:creationId xmlns:a16="http://schemas.microsoft.com/office/drawing/2014/main" id="{E63B0A2C-FE86-4E9C-AD7C-32048C82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2" name="data_1911">
            <a:extLst xmlns:a="http://schemas.openxmlformats.org/drawingml/2006/main">
              <a:ext uri="{FF2B5EF4-FFF2-40B4-BE49-F238E27FC236}">
                <a16:creationId xmlns:a16="http://schemas.microsoft.com/office/drawing/2014/main" id="{87E0EF39-8548-4558-B2F8-55D9DBB5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825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C96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3" name="data_1912">
            <a:extLst xmlns:a="http://schemas.openxmlformats.org/drawingml/2006/main">
              <a:ext uri="{FF2B5EF4-FFF2-40B4-BE49-F238E27FC236}">
                <a16:creationId xmlns:a16="http://schemas.microsoft.com/office/drawing/2014/main" id="{D584EFA1-DA3B-4E26-85E4-B54689DD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999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4" name="data_1913">
            <a:extLst xmlns:a="http://schemas.openxmlformats.org/drawingml/2006/main">
              <a:ext uri="{FF2B5EF4-FFF2-40B4-BE49-F238E27FC236}">
                <a16:creationId xmlns:a16="http://schemas.microsoft.com/office/drawing/2014/main" id="{84D081A7-9243-4FF8-9C31-C7CCD62B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5" name="data_1914">
            <a:extLst xmlns:a="http://schemas.openxmlformats.org/drawingml/2006/main">
              <a:ext uri="{FF2B5EF4-FFF2-40B4-BE49-F238E27FC236}">
                <a16:creationId xmlns:a16="http://schemas.microsoft.com/office/drawing/2014/main" id="{EBC155A4-E7DE-43AF-978E-2C7648E6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6" name="data_1915">
            <a:extLst xmlns:a="http://schemas.openxmlformats.org/drawingml/2006/main">
              <a:ext uri="{FF2B5EF4-FFF2-40B4-BE49-F238E27FC236}">
                <a16:creationId xmlns:a16="http://schemas.microsoft.com/office/drawing/2014/main" id="{286187B8-60B2-430F-8E57-62513590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59529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7" name="data_1916">
            <a:extLst xmlns:a="http://schemas.openxmlformats.org/drawingml/2006/main">
              <a:ext uri="{FF2B5EF4-FFF2-40B4-BE49-F238E27FC236}">
                <a16:creationId xmlns:a16="http://schemas.microsoft.com/office/drawing/2014/main" id="{E023BD0D-E601-4749-9C8D-26F94D9D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0E6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8" name="data_1917">
            <a:extLst xmlns:a="http://schemas.openxmlformats.org/drawingml/2006/main">
              <a:ext uri="{FF2B5EF4-FFF2-40B4-BE49-F238E27FC236}">
                <a16:creationId xmlns:a16="http://schemas.microsoft.com/office/drawing/2014/main" id="{B5934F3C-1D65-4D04-9CC9-8D7962B1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6512" y="660786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9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9" name="data_1918">
            <a:extLst xmlns:a="http://schemas.openxmlformats.org/drawingml/2006/main">
              <a:ext uri="{FF2B5EF4-FFF2-40B4-BE49-F238E27FC236}">
                <a16:creationId xmlns:a16="http://schemas.microsoft.com/office/drawing/2014/main" id="{7873448F-80C4-43AB-A661-21C8EDCB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30998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0" name="data_1919">
            <a:extLst xmlns:a="http://schemas.openxmlformats.org/drawingml/2006/main">
              <a:ext uri="{FF2B5EF4-FFF2-40B4-BE49-F238E27FC236}">
                <a16:creationId xmlns:a16="http://schemas.microsoft.com/office/drawing/2014/main" id="{79E5B1E7-B5C2-44AB-9BA3-3BE4F4BE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327" y="55862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47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1" name="data_1920">
            <a:extLst xmlns:a="http://schemas.openxmlformats.org/drawingml/2006/main">
              <a:ext uri="{FF2B5EF4-FFF2-40B4-BE49-F238E27FC236}">
                <a16:creationId xmlns:a16="http://schemas.microsoft.com/office/drawing/2014/main" id="{2EA995B5-1F73-47D6-B867-8013DAF9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419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2" name="data_1921">
            <a:extLst xmlns:a="http://schemas.openxmlformats.org/drawingml/2006/main">
              <a:ext uri="{FF2B5EF4-FFF2-40B4-BE49-F238E27FC236}">
                <a16:creationId xmlns:a16="http://schemas.microsoft.com/office/drawing/2014/main" id="{3B8189EE-53D4-47CD-AE47-54C20916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425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3" name="data_1922">
            <a:extLst xmlns:a="http://schemas.openxmlformats.org/drawingml/2006/main">
              <a:ext uri="{FF2B5EF4-FFF2-40B4-BE49-F238E27FC236}">
                <a16:creationId xmlns:a16="http://schemas.microsoft.com/office/drawing/2014/main" id="{109836B6-B540-4E2E-89AE-53763D68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53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4" name="data_1923">
            <a:extLst xmlns:a="http://schemas.openxmlformats.org/drawingml/2006/main">
              <a:ext uri="{FF2B5EF4-FFF2-40B4-BE49-F238E27FC236}">
                <a16:creationId xmlns:a16="http://schemas.microsoft.com/office/drawing/2014/main" id="{713F17FD-1EB8-424C-B0D7-42194731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5" name="data_1924">
            <a:extLst xmlns:a="http://schemas.openxmlformats.org/drawingml/2006/main">
              <a:ext uri="{FF2B5EF4-FFF2-40B4-BE49-F238E27FC236}">
                <a16:creationId xmlns:a16="http://schemas.microsoft.com/office/drawing/2014/main" id="{F6988762-8C7A-420C-BCD8-CC150465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4F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6" name="data_1925">
            <a:extLst xmlns:a="http://schemas.openxmlformats.org/drawingml/2006/main">
              <a:ext uri="{FF2B5EF4-FFF2-40B4-BE49-F238E27FC236}">
                <a16:creationId xmlns:a16="http://schemas.microsoft.com/office/drawing/2014/main" id="{527177B8-FC96-4072-9462-455744B3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7" name="data_1926">
            <a:extLst xmlns:a="http://schemas.openxmlformats.org/drawingml/2006/main">
              <a:ext uri="{FF2B5EF4-FFF2-40B4-BE49-F238E27FC236}">
                <a16:creationId xmlns:a16="http://schemas.microsoft.com/office/drawing/2014/main" id="{B6DD142C-6AAE-49DB-BE47-7453D2CB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9090" y="54874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8" name="data_1927">
            <a:extLst xmlns:a="http://schemas.openxmlformats.org/drawingml/2006/main">
              <a:ext uri="{FF2B5EF4-FFF2-40B4-BE49-F238E27FC236}">
                <a16:creationId xmlns:a16="http://schemas.microsoft.com/office/drawing/2014/main" id="{B2A0C238-80BD-43FC-BA93-5619F2AEF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8988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9" name="data_1928">
            <a:extLst xmlns:a="http://schemas.openxmlformats.org/drawingml/2006/main">
              <a:ext uri="{FF2B5EF4-FFF2-40B4-BE49-F238E27FC236}">
                <a16:creationId xmlns:a16="http://schemas.microsoft.com/office/drawing/2014/main" id="{5F84ED56-F9E7-45AF-A7A8-0F8316B9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4121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7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0" name="data_1929">
            <a:extLst xmlns:a="http://schemas.openxmlformats.org/drawingml/2006/main">
              <a:ext uri="{FF2B5EF4-FFF2-40B4-BE49-F238E27FC236}">
                <a16:creationId xmlns:a16="http://schemas.microsoft.com/office/drawing/2014/main" id="{C25142C8-CA7D-4716-A10A-54B815A4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62999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5A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1" name="data_1930">
            <a:extLst xmlns:a="http://schemas.openxmlformats.org/drawingml/2006/main">
              <a:ext uri="{FF2B5EF4-FFF2-40B4-BE49-F238E27FC236}">
                <a16:creationId xmlns:a16="http://schemas.microsoft.com/office/drawing/2014/main" id="{5003E6B7-8D4A-40CF-BD5C-ED2D5A9F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9495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2" name="data_1931">
            <a:extLst xmlns:a="http://schemas.openxmlformats.org/drawingml/2006/main">
              <a:ext uri="{FF2B5EF4-FFF2-40B4-BE49-F238E27FC236}">
                <a16:creationId xmlns:a16="http://schemas.microsoft.com/office/drawing/2014/main" id="{1060EDA5-64E0-41B0-9A49-78512C6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63987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3E8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3" name="data_1932">
            <a:extLst xmlns:a="http://schemas.openxmlformats.org/drawingml/2006/main">
              <a:ext uri="{FF2B5EF4-FFF2-40B4-BE49-F238E27FC236}">
                <a16:creationId xmlns:a16="http://schemas.microsoft.com/office/drawing/2014/main" id="{5966C403-A1F8-4C37-BB40-41F8F52E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080" y="576580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4" name="data_1933">
            <a:extLst xmlns:a="http://schemas.openxmlformats.org/drawingml/2006/main">
              <a:ext uri="{FF2B5EF4-FFF2-40B4-BE49-F238E27FC236}">
                <a16:creationId xmlns:a16="http://schemas.microsoft.com/office/drawing/2014/main" id="{CC5A93C2-DE95-40C3-B2C4-2D49D09F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326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6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5" name="data_1934">
            <a:extLst xmlns:a="http://schemas.openxmlformats.org/drawingml/2006/main">
              <a:ext uri="{FF2B5EF4-FFF2-40B4-BE49-F238E27FC236}">
                <a16:creationId xmlns:a16="http://schemas.microsoft.com/office/drawing/2014/main" id="{854D76F4-0A3E-493B-BF17-76D232B4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6" name="data_1935">
            <a:extLst xmlns:a="http://schemas.openxmlformats.org/drawingml/2006/main">
              <a:ext uri="{FF2B5EF4-FFF2-40B4-BE49-F238E27FC236}">
                <a16:creationId xmlns:a16="http://schemas.microsoft.com/office/drawing/2014/main" id="{5226508D-CD6C-40FE-8FC6-D26D3E3C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89529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7" name="data_1936">
            <a:extLst xmlns:a="http://schemas.openxmlformats.org/drawingml/2006/main">
              <a:ext uri="{FF2B5EF4-FFF2-40B4-BE49-F238E27FC236}">
                <a16:creationId xmlns:a16="http://schemas.microsoft.com/office/drawing/2014/main" id="{41586E28-A91E-4360-9AAB-E44FFD03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8" name="data_1937">
            <a:extLst xmlns:a="http://schemas.openxmlformats.org/drawingml/2006/main">
              <a:ext uri="{FF2B5EF4-FFF2-40B4-BE49-F238E27FC236}">
                <a16:creationId xmlns:a16="http://schemas.microsoft.com/office/drawing/2014/main" id="{6C7F66A0-A435-4F6A-A477-00B3A59A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08597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8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9" name="data_1938">
            <a:extLst xmlns:a="http://schemas.openxmlformats.org/drawingml/2006/main">
              <a:ext uri="{FF2B5EF4-FFF2-40B4-BE49-F238E27FC236}">
                <a16:creationId xmlns:a16="http://schemas.microsoft.com/office/drawing/2014/main" id="{08C8A6A7-32C0-4F26-B8A6-6F20CB34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236" y="677216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0" name="data_1939">
            <a:extLst xmlns:a="http://schemas.openxmlformats.org/drawingml/2006/main">
              <a:ext uri="{FF2B5EF4-FFF2-40B4-BE49-F238E27FC236}">
                <a16:creationId xmlns:a16="http://schemas.microsoft.com/office/drawing/2014/main" id="{EDE47443-2FD6-4FDC-846A-9E7B9823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6767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A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1" name="data_1940">
            <a:extLst xmlns:a="http://schemas.openxmlformats.org/drawingml/2006/main">
              <a:ext uri="{FF2B5EF4-FFF2-40B4-BE49-F238E27FC236}">
                <a16:creationId xmlns:a16="http://schemas.microsoft.com/office/drawing/2014/main" id="{D6907A6D-2629-4A82-8C64-BA974881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2" name="data_1941">
            <a:extLst xmlns:a="http://schemas.openxmlformats.org/drawingml/2006/main">
              <a:ext uri="{FF2B5EF4-FFF2-40B4-BE49-F238E27FC236}">
                <a16:creationId xmlns:a16="http://schemas.microsoft.com/office/drawing/2014/main" id="{9859AD27-AD3E-42D1-87D6-DFBF71FE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937" y="617099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448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3" name="data_1942">
            <a:extLst xmlns:a="http://schemas.openxmlformats.org/drawingml/2006/main">
              <a:ext uri="{FF2B5EF4-FFF2-40B4-BE49-F238E27FC236}">
                <a16:creationId xmlns:a16="http://schemas.microsoft.com/office/drawing/2014/main" id="{7A14571D-91AA-4C57-BC1F-D29477122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218" y="634851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47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4" name="data_1943">
            <a:extLst xmlns:a="http://schemas.openxmlformats.org/drawingml/2006/main">
              <a:ext uri="{FF2B5EF4-FFF2-40B4-BE49-F238E27FC236}">
                <a16:creationId xmlns:a16="http://schemas.microsoft.com/office/drawing/2014/main" id="{E572DEBA-A358-4C0E-9259-B15906E1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5" name="data_1944">
            <a:extLst xmlns:a="http://schemas.openxmlformats.org/drawingml/2006/main">
              <a:ext uri="{FF2B5EF4-FFF2-40B4-BE49-F238E27FC236}">
                <a16:creationId xmlns:a16="http://schemas.microsoft.com/office/drawing/2014/main" id="{BCE70961-54FF-401A-9F04-5792AF2B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960" y="689301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6" name="data_1945">
            <a:extLst xmlns:a="http://schemas.openxmlformats.org/drawingml/2006/main">
              <a:ext uri="{FF2B5EF4-FFF2-40B4-BE49-F238E27FC236}">
                <a16:creationId xmlns:a16="http://schemas.microsoft.com/office/drawing/2014/main" id="{D0D05658-68B1-499E-9DCD-46EF1B3D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888" y="72711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F7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7" name="data_1946">
            <a:extLst xmlns:a="http://schemas.openxmlformats.org/drawingml/2006/main">
              <a:ext uri="{FF2B5EF4-FFF2-40B4-BE49-F238E27FC236}">
                <a16:creationId xmlns:a16="http://schemas.microsoft.com/office/drawing/2014/main" id="{322978C1-6653-444D-BD8D-26CF7E12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87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8" name="data_1947">
            <a:extLst xmlns:a="http://schemas.openxmlformats.org/drawingml/2006/main">
              <a:ext uri="{FF2B5EF4-FFF2-40B4-BE49-F238E27FC236}">
                <a16:creationId xmlns:a16="http://schemas.microsoft.com/office/drawing/2014/main" id="{8317003F-E99B-4E5C-9D89-02717678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9" name="data_1948">
            <a:extLst xmlns:a="http://schemas.openxmlformats.org/drawingml/2006/main">
              <a:ext uri="{FF2B5EF4-FFF2-40B4-BE49-F238E27FC236}">
                <a16:creationId xmlns:a16="http://schemas.microsoft.com/office/drawing/2014/main" id="{3EC938A7-5D67-4D18-A201-616A374F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0" name="data_1949">
            <a:extLst xmlns:a="http://schemas.openxmlformats.org/drawingml/2006/main">
              <a:ext uri="{FF2B5EF4-FFF2-40B4-BE49-F238E27FC236}">
                <a16:creationId xmlns:a16="http://schemas.microsoft.com/office/drawing/2014/main" id="{9A3609D6-8B40-43FD-82DD-EC6C2F43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871" y="637645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1" name="data_1950">
            <a:extLst xmlns:a="http://schemas.openxmlformats.org/drawingml/2006/main">
              <a:ext uri="{FF2B5EF4-FFF2-40B4-BE49-F238E27FC236}">
                <a16:creationId xmlns:a16="http://schemas.microsoft.com/office/drawing/2014/main" id="{AE500E56-1DD1-4057-B4FB-07AC25EE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2" name="data_1951">
            <a:extLst xmlns:a="http://schemas.openxmlformats.org/drawingml/2006/main">
              <a:ext uri="{FF2B5EF4-FFF2-40B4-BE49-F238E27FC236}">
                <a16:creationId xmlns:a16="http://schemas.microsoft.com/office/drawing/2014/main" id="{ACE6A960-7B6E-45CD-A051-951FF7A2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656" y="730582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3" name="data_1952">
            <a:extLst xmlns:a="http://schemas.openxmlformats.org/drawingml/2006/main">
              <a:ext uri="{FF2B5EF4-FFF2-40B4-BE49-F238E27FC236}">
                <a16:creationId xmlns:a16="http://schemas.microsoft.com/office/drawing/2014/main" id="{EFF80CC9-DE81-4E36-87C1-52AECA70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191" cy="2913552"/>
          </a:xfrm>
          <a:custGeom xmlns:a="http://schemas.openxmlformats.org/drawingml/2006/main"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954" name="data_1953">
            <a:extLst xmlns:a="http://schemas.openxmlformats.org/drawingml/2006/main">
              <a:ext uri="{FF2B5EF4-FFF2-40B4-BE49-F238E27FC236}">
                <a16:creationId xmlns:a16="http://schemas.microsoft.com/office/drawing/2014/main" id="{798E690E-479C-434E-B1E8-66CD6681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955" name="text_1954">
            <a:extLst xmlns:a="http://schemas.openxmlformats.org/drawingml/2006/main">
              <a:ext uri="{FF2B5EF4-FFF2-40B4-BE49-F238E27FC236}">
                <a16:creationId xmlns:a16="http://schemas.microsoft.com/office/drawing/2014/main" id="{6C58A224-8E51-4FE4-A998-BCE757A9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040" y="4321220"/>
            <a:ext cx="82329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56" name="text_1955">
            <a:extLst xmlns:a="http://schemas.openxmlformats.org/drawingml/2006/main">
              <a:ext uri="{FF2B5EF4-FFF2-40B4-BE49-F238E27FC236}">
                <a16:creationId xmlns:a16="http://schemas.microsoft.com/office/drawing/2014/main" id="{F6D2888B-C790-4986-A9B5-D6AFDB2D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17015" y="4334816"/>
            <a:ext cx="95146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57" name="text_1956">
            <a:extLst xmlns:a="http://schemas.openxmlformats.org/drawingml/2006/main">
              <a:ext uri="{FF2B5EF4-FFF2-40B4-BE49-F238E27FC236}">
                <a16:creationId xmlns:a16="http://schemas.microsoft.com/office/drawing/2014/main" id="{AA3396A4-B876-400A-9817-4937D4A8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9889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8" name="text_1957">
            <a:extLst xmlns:a="http://schemas.openxmlformats.org/drawingml/2006/main">
              <a:ext uri="{FF2B5EF4-FFF2-40B4-BE49-F238E27FC236}">
                <a16:creationId xmlns:a16="http://schemas.microsoft.com/office/drawing/2014/main" id="{033EF8CC-8C75-4FBC-B937-9DFE1D3F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3386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9" name="text_1958">
            <a:extLst xmlns:a="http://schemas.openxmlformats.org/drawingml/2006/main">
              <a:ext uri="{FF2B5EF4-FFF2-40B4-BE49-F238E27FC236}">
                <a16:creationId xmlns:a16="http://schemas.microsoft.com/office/drawing/2014/main" id="{393A6720-C195-469F-BAD7-AB1F2DED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68835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0" name="text_1959">
            <a:extLst xmlns:a="http://schemas.openxmlformats.org/drawingml/2006/main">
              <a:ext uri="{FF2B5EF4-FFF2-40B4-BE49-F238E27FC236}">
                <a16:creationId xmlns:a16="http://schemas.microsoft.com/office/drawing/2014/main" id="{97066BB0-8C4E-4886-B3B7-3B88B4ED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1024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61" name="text_1960">
            <a:extLst xmlns:a="http://schemas.openxmlformats.org/drawingml/2006/main">
              <a:ext uri="{FF2B5EF4-FFF2-40B4-BE49-F238E27FC236}">
                <a16:creationId xmlns:a16="http://schemas.microsoft.com/office/drawing/2014/main" id="{C783B1B3-4AF3-4DB0-ADDD-D9C19B20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35994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62" name="text_1961">
            <a:extLst xmlns:a="http://schemas.openxmlformats.org/drawingml/2006/main">
              <a:ext uri="{FF2B5EF4-FFF2-40B4-BE49-F238E27FC236}">
                <a16:creationId xmlns:a16="http://schemas.microsoft.com/office/drawing/2014/main" id="{4A4F7894-9234-4D0D-A929-F6144F81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70964" y="4334816"/>
            <a:ext cx="7633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g</a:t>
            </a:r>
          </a:p>
        </p:txBody>
      </p:sp>
      <p:sp>
        <p:nvSpPr>
          <p:cNvPr id="1963" name="text_1962">
            <a:extLst xmlns:a="http://schemas.openxmlformats.org/drawingml/2006/main">
              <a:ext uri="{FF2B5EF4-FFF2-40B4-BE49-F238E27FC236}">
                <a16:creationId xmlns:a16="http://schemas.microsoft.com/office/drawing/2014/main" id="{E1B48176-3ACF-4E7F-9152-BD0A76E8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8470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64" name="text_1963">
            <a:extLst xmlns:a="http://schemas.openxmlformats.org/drawingml/2006/main">
              <a:ext uri="{FF2B5EF4-FFF2-40B4-BE49-F238E27FC236}">
                <a16:creationId xmlns:a16="http://schemas.microsoft.com/office/drawing/2014/main" id="{DB0574B9-0853-48B4-8C42-E5BED8D3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8758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65" name="text_1964">
            <a:extLst xmlns:a="http://schemas.openxmlformats.org/drawingml/2006/main">
              <a:ext uri="{FF2B5EF4-FFF2-40B4-BE49-F238E27FC236}">
                <a16:creationId xmlns:a16="http://schemas.microsoft.com/office/drawing/2014/main" id="{8FC1E45F-B496-415C-A9A0-3A6427A1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85163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966" name="text_1965">
            <a:extLst xmlns:a="http://schemas.openxmlformats.org/drawingml/2006/main">
              <a:ext uri="{FF2B5EF4-FFF2-40B4-BE49-F238E27FC236}">
                <a16:creationId xmlns:a16="http://schemas.microsoft.com/office/drawing/2014/main" id="{C6280997-1363-4ACE-9A60-3FA85173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61569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67" name="text_1966">
            <a:extLst xmlns:a="http://schemas.openxmlformats.org/drawingml/2006/main">
              <a:ext uri="{FF2B5EF4-FFF2-40B4-BE49-F238E27FC236}">
                <a16:creationId xmlns:a16="http://schemas.microsoft.com/office/drawing/2014/main" id="{0062BCD4-A884-41FE-AEF9-9690FFB6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18369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8" name="text_1967">
            <a:extLst xmlns:a="http://schemas.openxmlformats.org/drawingml/2006/main">
              <a:ext uri="{FF2B5EF4-FFF2-40B4-BE49-F238E27FC236}">
                <a16:creationId xmlns:a16="http://schemas.microsoft.com/office/drawing/2014/main" id="{51F94550-4CF8-4BBA-BD6B-CDEA2A19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0558" y="4334816"/>
            <a:ext cx="4698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1969" name="text_1968">
            <a:extLst xmlns:a="http://schemas.openxmlformats.org/drawingml/2006/main">
              <a:ext uri="{FF2B5EF4-FFF2-40B4-BE49-F238E27FC236}">
                <a16:creationId xmlns:a16="http://schemas.microsoft.com/office/drawing/2014/main" id="{2970D812-CC01-4BD3-93F6-9F8C457C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88656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70" name="text_1969">
            <a:extLst xmlns:a="http://schemas.openxmlformats.org/drawingml/2006/main">
              <a:ext uri="{FF2B5EF4-FFF2-40B4-BE49-F238E27FC236}">
                <a16:creationId xmlns:a16="http://schemas.microsoft.com/office/drawing/2014/main" id="{E2A894B8-17BB-4B37-9296-B79FBF3E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084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71" name="text_1970">
            <a:extLst xmlns:a="http://schemas.openxmlformats.org/drawingml/2006/main">
              <a:ext uri="{FF2B5EF4-FFF2-40B4-BE49-F238E27FC236}">
                <a16:creationId xmlns:a16="http://schemas.microsoft.com/office/drawing/2014/main" id="{35A468D3-1DD5-486F-B971-CA4FCB24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5815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2" name="text_1971">
            <a:extLst xmlns:a="http://schemas.openxmlformats.org/drawingml/2006/main">
              <a:ext uri="{FF2B5EF4-FFF2-40B4-BE49-F238E27FC236}">
                <a16:creationId xmlns:a16="http://schemas.microsoft.com/office/drawing/2014/main" id="{044945B0-AF0D-4F7B-8C82-78F90F48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2221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73" name="text_1972">
            <a:extLst xmlns:a="http://schemas.openxmlformats.org/drawingml/2006/main">
              <a:ext uri="{FF2B5EF4-FFF2-40B4-BE49-F238E27FC236}">
                <a16:creationId xmlns:a16="http://schemas.microsoft.com/office/drawing/2014/main" id="{A1375F63-3E84-46A0-A982-F73B6E50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89021" y="4334816"/>
            <a:ext cx="58241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1974" name="text_1973">
            <a:extLst xmlns:a="http://schemas.openxmlformats.org/drawingml/2006/main">
              <a:ext uri="{FF2B5EF4-FFF2-40B4-BE49-F238E27FC236}">
                <a16:creationId xmlns:a16="http://schemas.microsoft.com/office/drawing/2014/main" id="{3FF760A5-08C4-4059-B3CE-E40649DE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38382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75" name="text_1974">
            <a:extLst xmlns:a="http://schemas.openxmlformats.org/drawingml/2006/main">
              <a:ext uri="{FF2B5EF4-FFF2-40B4-BE49-F238E27FC236}">
                <a16:creationId xmlns:a16="http://schemas.microsoft.com/office/drawing/2014/main" id="{A521D4A4-1828-43AD-86E8-03DC7DCE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8670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6" name="text_1975">
            <a:extLst xmlns:a="http://schemas.openxmlformats.org/drawingml/2006/main">
              <a:ext uri="{FF2B5EF4-FFF2-40B4-BE49-F238E27FC236}">
                <a16:creationId xmlns:a16="http://schemas.microsoft.com/office/drawing/2014/main" id="{FDB9B78D-878E-4E65-AF03-B428F49D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5075" y="4334816"/>
            <a:ext cx="68358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77" name="text_1976">
            <a:extLst xmlns:a="http://schemas.openxmlformats.org/drawingml/2006/main">
              <a:ext uri="{FF2B5EF4-FFF2-40B4-BE49-F238E27FC236}">
                <a16:creationId xmlns:a16="http://schemas.microsoft.com/office/drawing/2014/main" id="{79022A5E-9FA8-46F6-9178-EB3B78F3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4656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78" name="text_1977">
            <a:extLst xmlns:a="http://schemas.openxmlformats.org/drawingml/2006/main">
              <a:ext uri="{FF2B5EF4-FFF2-40B4-BE49-F238E27FC236}">
                <a16:creationId xmlns:a16="http://schemas.microsoft.com/office/drawing/2014/main" id="{63A70CDC-CFE3-4C6C-8B3A-20C76783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16334" y="4334816"/>
            <a:ext cx="523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979" name="text_1978">
            <a:extLst xmlns:a="http://schemas.openxmlformats.org/drawingml/2006/main">
              <a:ext uri="{FF2B5EF4-FFF2-40B4-BE49-F238E27FC236}">
                <a16:creationId xmlns:a16="http://schemas.microsoft.com/office/drawing/2014/main" id="{30BECC68-1D27-41ED-8C2E-DF21CB51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5992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0" name="text_1979">
            <a:extLst xmlns:a="http://schemas.openxmlformats.org/drawingml/2006/main">
              <a:ext uri="{FF2B5EF4-FFF2-40B4-BE49-F238E27FC236}">
                <a16:creationId xmlns:a16="http://schemas.microsoft.com/office/drawing/2014/main" id="{69FD7A3E-5E21-4B1C-9A8D-2FBAE122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4895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1" name="text_1980">
            <a:extLst xmlns:a="http://schemas.openxmlformats.org/drawingml/2006/main">
              <a:ext uri="{FF2B5EF4-FFF2-40B4-BE49-F238E27FC236}">
                <a16:creationId xmlns:a16="http://schemas.microsoft.com/office/drawing/2014/main" id="{9E94A5FD-8B47-4AAE-A475-0E375708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66573" y="4334816"/>
            <a:ext cx="76195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982" name="text_1981">
            <a:extLst xmlns:a="http://schemas.openxmlformats.org/drawingml/2006/main">
              <a:ext uri="{FF2B5EF4-FFF2-40B4-BE49-F238E27FC236}">
                <a16:creationId xmlns:a16="http://schemas.microsoft.com/office/drawing/2014/main" id="{65EE25D0-E04F-4FF2-94CA-F291C200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33941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3" name="text_1982">
            <a:extLst xmlns:a="http://schemas.openxmlformats.org/drawingml/2006/main">
              <a:ext uri="{FF2B5EF4-FFF2-40B4-BE49-F238E27FC236}">
                <a16:creationId xmlns:a16="http://schemas.microsoft.com/office/drawing/2014/main" id="{672E1354-D889-4BAC-ABD0-02F0199F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619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4" name="text_1983">
            <a:extLst xmlns:a="http://schemas.openxmlformats.org/drawingml/2006/main">
              <a:ext uri="{FF2B5EF4-FFF2-40B4-BE49-F238E27FC236}">
                <a16:creationId xmlns:a16="http://schemas.microsoft.com/office/drawing/2014/main" id="{0B853625-A7ED-4C46-AED9-43856A24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0589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85" name="text_1984">
            <a:extLst xmlns:a="http://schemas.openxmlformats.org/drawingml/2006/main">
              <a:ext uri="{FF2B5EF4-FFF2-40B4-BE49-F238E27FC236}">
                <a16:creationId xmlns:a16="http://schemas.microsoft.com/office/drawing/2014/main" id="{09A720D2-FD25-4147-9F17-53359966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72778" y="4334816"/>
            <a:ext cx="8460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986" name="text_1985">
            <a:extLst xmlns:a="http://schemas.openxmlformats.org/drawingml/2006/main">
              <a:ext uri="{FF2B5EF4-FFF2-40B4-BE49-F238E27FC236}">
                <a16:creationId xmlns:a16="http://schemas.microsoft.com/office/drawing/2014/main" id="{B9967894-0D6B-46B4-BBEB-997F8FA8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8557" y="4334816"/>
            <a:ext cx="8901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987" name="text_1986">
            <a:extLst xmlns:a="http://schemas.openxmlformats.org/drawingml/2006/main">
              <a:ext uri="{FF2B5EF4-FFF2-40B4-BE49-F238E27FC236}">
                <a16:creationId xmlns:a16="http://schemas.microsoft.com/office/drawing/2014/main" id="{04850760-D69E-4C1E-9319-64E51230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28717" y="4334816"/>
            <a:ext cx="95146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88" name="text_1987">
            <a:extLst xmlns:a="http://schemas.openxmlformats.org/drawingml/2006/main">
              <a:ext uri="{FF2B5EF4-FFF2-40B4-BE49-F238E27FC236}">
                <a16:creationId xmlns:a16="http://schemas.microsoft.com/office/drawing/2014/main" id="{97587ABF-377D-4F2B-BAE2-46F7FBF9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4995" y="4334816"/>
            <a:ext cx="10184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989" name="text_1988">
            <a:extLst xmlns:a="http://schemas.openxmlformats.org/drawingml/2006/main">
              <a:ext uri="{FF2B5EF4-FFF2-40B4-BE49-F238E27FC236}">
                <a16:creationId xmlns:a16="http://schemas.microsoft.com/office/drawing/2014/main" id="{0FD544DD-B7F5-43AD-B65E-E81524F4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7947" y="4334816"/>
            <a:ext cx="8417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90" name="text_1989">
            <a:extLst xmlns:a="http://schemas.openxmlformats.org/drawingml/2006/main">
              <a:ext uri="{FF2B5EF4-FFF2-40B4-BE49-F238E27FC236}">
                <a16:creationId xmlns:a16="http://schemas.microsoft.com/office/drawing/2014/main" id="{60EF666A-7783-422A-B1CF-559FFEC9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4483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991" name="text_1990">
            <a:extLst xmlns:a="http://schemas.openxmlformats.org/drawingml/2006/main">
              <a:ext uri="{FF2B5EF4-FFF2-40B4-BE49-F238E27FC236}">
                <a16:creationId xmlns:a16="http://schemas.microsoft.com/office/drawing/2014/main" id="{F282F127-5188-45C4-824D-E7181F013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4999" y="4388707"/>
            <a:ext cx="35428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992" name="text_1991">
            <a:extLst xmlns:a="http://schemas.openxmlformats.org/drawingml/2006/main">
              <a:ext uri="{FF2B5EF4-FFF2-40B4-BE49-F238E27FC236}">
                <a16:creationId xmlns:a16="http://schemas.microsoft.com/office/drawing/2014/main" id="{F4D184A2-9D2E-469F-8EB1-0618B21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61619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993" name="data_1992">
            <a:extLst xmlns:a="http://schemas.openxmlformats.org/drawingml/2006/main">
              <a:ext uri="{FF2B5EF4-FFF2-40B4-BE49-F238E27FC236}">
                <a16:creationId xmlns:a16="http://schemas.microsoft.com/office/drawing/2014/main" id="{FD054C25-BA02-4D85-ADE9-CEAE0150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32097"/>
            <a:ext cx="89759" cy="2913552"/>
          </a:xfrm>
          <a:custGeom xmlns:a="http://schemas.openxmlformats.org/drawingml/2006/main"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4" name="data_1993">
            <a:extLst xmlns:a="http://schemas.openxmlformats.org/drawingml/2006/main">
              <a:ext uri="{FF2B5EF4-FFF2-40B4-BE49-F238E27FC236}">
                <a16:creationId xmlns:a16="http://schemas.microsoft.com/office/drawing/2014/main" id="{4D06562E-FEFF-4122-B64B-A38908C3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342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DE725"/>
          </a:solidFill>
          <a:ln xmlns:a="http://schemas.openxmlformats.org/drawingml/2006/main" w="3518">
            <a:solidFill>
              <a:srgbClr val="FDE725"/>
            </a:solidFill>
            <a:prstDash val="solid"/>
          </a:ln>
        </p:spPr>
      </p:sp>
      <p:sp>
        <p:nvSpPr>
          <p:cNvPr id="1995" name="data_1994">
            <a:extLst xmlns:a="http://schemas.openxmlformats.org/drawingml/2006/main">
              <a:ext uri="{FF2B5EF4-FFF2-40B4-BE49-F238E27FC236}">
                <a16:creationId xmlns:a16="http://schemas.microsoft.com/office/drawing/2014/main" id="{ECB7BE3A-30E7-43C2-8C56-178F7EBB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228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BE723"/>
          </a:solidFill>
          <a:ln xmlns:a="http://schemas.openxmlformats.org/drawingml/2006/main" w="3518">
            <a:solidFill>
              <a:srgbClr val="FBE723"/>
            </a:solidFill>
            <a:prstDash val="solid"/>
          </a:ln>
        </p:spPr>
      </p:sp>
      <p:sp>
        <p:nvSpPr>
          <p:cNvPr id="1996" name="data_1995">
            <a:extLst xmlns:a="http://schemas.openxmlformats.org/drawingml/2006/main">
              <a:ext uri="{FF2B5EF4-FFF2-40B4-BE49-F238E27FC236}">
                <a16:creationId xmlns:a16="http://schemas.microsoft.com/office/drawing/2014/main" id="{924FD52D-E468-4799-B235-3868C8C2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115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8E621"/>
          </a:solidFill>
          <a:ln xmlns:a="http://schemas.openxmlformats.org/drawingml/2006/main" w="3518">
            <a:solidFill>
              <a:srgbClr val="F8E621"/>
            </a:solidFill>
            <a:prstDash val="solid"/>
          </a:ln>
        </p:spPr>
      </p:sp>
      <p:sp>
        <p:nvSpPr>
          <p:cNvPr id="1997" name="data_1996">
            <a:extLst xmlns:a="http://schemas.openxmlformats.org/drawingml/2006/main">
              <a:ext uri="{FF2B5EF4-FFF2-40B4-BE49-F238E27FC236}">
                <a16:creationId xmlns:a16="http://schemas.microsoft.com/office/drawing/2014/main" id="{538223A1-E021-466B-A128-ADDD53B4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001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6E620"/>
          </a:solidFill>
          <a:ln xmlns:a="http://schemas.openxmlformats.org/drawingml/2006/main" w="3518">
            <a:solidFill>
              <a:srgbClr val="F6E620"/>
            </a:solidFill>
            <a:prstDash val="solid"/>
          </a:ln>
        </p:spPr>
      </p:sp>
      <p:sp>
        <p:nvSpPr>
          <p:cNvPr id="1998" name="data_1997">
            <a:extLst xmlns:a="http://schemas.openxmlformats.org/drawingml/2006/main">
              <a:ext uri="{FF2B5EF4-FFF2-40B4-BE49-F238E27FC236}">
                <a16:creationId xmlns:a16="http://schemas.microsoft.com/office/drawing/2014/main" id="{2DC14EDD-69A3-4155-ABB1-870E04A4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887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4E61E"/>
          </a:solidFill>
          <a:ln xmlns:a="http://schemas.openxmlformats.org/drawingml/2006/main" w="3518">
            <a:solidFill>
              <a:srgbClr val="F4E61E"/>
            </a:solidFill>
            <a:prstDash val="solid"/>
          </a:ln>
        </p:spPr>
      </p:sp>
      <p:sp>
        <p:nvSpPr>
          <p:cNvPr id="1999" name="data_1998">
            <a:extLst xmlns:a="http://schemas.openxmlformats.org/drawingml/2006/main">
              <a:ext uri="{FF2B5EF4-FFF2-40B4-BE49-F238E27FC236}">
                <a16:creationId xmlns:a16="http://schemas.microsoft.com/office/drawing/2014/main" id="{493653E3-8583-4085-B6FC-824E7D59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773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1E51D"/>
          </a:solidFill>
          <a:ln xmlns:a="http://schemas.openxmlformats.org/drawingml/2006/main" w="3518">
            <a:solidFill>
              <a:srgbClr val="F1E51D"/>
            </a:solidFill>
            <a:prstDash val="solid"/>
          </a:ln>
        </p:spPr>
      </p:sp>
      <p:sp>
        <p:nvSpPr>
          <p:cNvPr id="2000" name="data_1999">
            <a:extLst xmlns:a="http://schemas.openxmlformats.org/drawingml/2006/main">
              <a:ext uri="{FF2B5EF4-FFF2-40B4-BE49-F238E27FC236}">
                <a16:creationId xmlns:a16="http://schemas.microsoft.com/office/drawing/2014/main" id="{8A759736-9616-41CA-BAC2-77AB10C8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659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FE51C"/>
          </a:solidFill>
          <a:ln xmlns:a="http://schemas.openxmlformats.org/drawingml/2006/main" w="3518">
            <a:solidFill>
              <a:srgbClr val="EFE51C"/>
            </a:solidFill>
            <a:prstDash val="solid"/>
          </a:ln>
        </p:spPr>
      </p:sp>
      <p:sp>
        <p:nvSpPr>
          <p:cNvPr id="2001" name="data_2000">
            <a:extLst xmlns:a="http://schemas.openxmlformats.org/drawingml/2006/main">
              <a:ext uri="{FF2B5EF4-FFF2-40B4-BE49-F238E27FC236}">
                <a16:creationId xmlns:a16="http://schemas.microsoft.com/office/drawing/2014/main" id="{4092EAF2-2983-4DD4-9B93-8ED28812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546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CE51B"/>
          </a:solidFill>
          <a:ln xmlns:a="http://schemas.openxmlformats.org/drawingml/2006/main" w="3518">
            <a:solidFill>
              <a:srgbClr val="ECE51B"/>
            </a:solidFill>
            <a:prstDash val="solid"/>
          </a:ln>
        </p:spPr>
      </p:sp>
      <p:sp>
        <p:nvSpPr>
          <p:cNvPr id="2002" name="data_2001">
            <a:extLst xmlns:a="http://schemas.openxmlformats.org/drawingml/2006/main">
              <a:ext uri="{FF2B5EF4-FFF2-40B4-BE49-F238E27FC236}">
                <a16:creationId xmlns:a16="http://schemas.microsoft.com/office/drawing/2014/main" id="{630131FA-6BB7-4C2C-857B-4057941C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432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AE51A"/>
          </a:solidFill>
          <a:ln xmlns:a="http://schemas.openxmlformats.org/drawingml/2006/main" w="3518">
            <a:solidFill>
              <a:srgbClr val="EAE51A"/>
            </a:solidFill>
            <a:prstDash val="solid"/>
          </a:ln>
        </p:spPr>
      </p:sp>
      <p:sp>
        <p:nvSpPr>
          <p:cNvPr id="2003" name="data_2002">
            <a:extLst xmlns:a="http://schemas.openxmlformats.org/drawingml/2006/main">
              <a:ext uri="{FF2B5EF4-FFF2-40B4-BE49-F238E27FC236}">
                <a16:creationId xmlns:a16="http://schemas.microsoft.com/office/drawing/2014/main" id="{AE1EAD11-5EC7-4D18-B4EC-947368DD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318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7E419"/>
          </a:solidFill>
          <a:ln xmlns:a="http://schemas.openxmlformats.org/drawingml/2006/main" w="3518">
            <a:solidFill>
              <a:srgbClr val="E7E419"/>
            </a:solidFill>
            <a:prstDash val="solid"/>
          </a:ln>
        </p:spPr>
      </p:sp>
      <p:sp>
        <p:nvSpPr>
          <p:cNvPr id="2004" name="data_2003">
            <a:extLst xmlns:a="http://schemas.openxmlformats.org/drawingml/2006/main">
              <a:ext uri="{FF2B5EF4-FFF2-40B4-BE49-F238E27FC236}">
                <a16:creationId xmlns:a16="http://schemas.microsoft.com/office/drawing/2014/main" id="{DD7D4DF1-E5EA-42C8-A69D-A3C518EC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204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5E419"/>
          </a:solidFill>
          <a:ln xmlns:a="http://schemas.openxmlformats.org/drawingml/2006/main" w="3518">
            <a:solidFill>
              <a:srgbClr val="E5E419"/>
            </a:solidFill>
            <a:prstDash val="solid"/>
          </a:ln>
        </p:spPr>
      </p:sp>
      <p:sp>
        <p:nvSpPr>
          <p:cNvPr id="2005" name="data_2004">
            <a:extLst xmlns:a="http://schemas.openxmlformats.org/drawingml/2006/main">
              <a:ext uri="{FF2B5EF4-FFF2-40B4-BE49-F238E27FC236}">
                <a16:creationId xmlns:a16="http://schemas.microsoft.com/office/drawing/2014/main" id="{53D40B85-FB9F-4802-A152-BDFCE471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090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2E418"/>
          </a:solidFill>
          <a:ln xmlns:a="http://schemas.openxmlformats.org/drawingml/2006/main" w="3518">
            <a:solidFill>
              <a:srgbClr val="E2E418"/>
            </a:solidFill>
            <a:prstDash val="solid"/>
          </a:ln>
        </p:spPr>
      </p:sp>
      <p:sp>
        <p:nvSpPr>
          <p:cNvPr id="2006" name="data_2005">
            <a:extLst xmlns:a="http://schemas.openxmlformats.org/drawingml/2006/main">
              <a:ext uri="{FF2B5EF4-FFF2-40B4-BE49-F238E27FC236}">
                <a16:creationId xmlns:a16="http://schemas.microsoft.com/office/drawing/2014/main" id="{DF81D741-D06C-4D2C-82E2-2C0307A1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976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FE318"/>
          </a:solidFill>
          <a:ln xmlns:a="http://schemas.openxmlformats.org/drawingml/2006/main" w="3518">
            <a:solidFill>
              <a:srgbClr val="DFE318"/>
            </a:solidFill>
            <a:prstDash val="solid"/>
          </a:ln>
        </p:spPr>
      </p:sp>
      <p:sp>
        <p:nvSpPr>
          <p:cNvPr id="2007" name="data_2006">
            <a:extLst xmlns:a="http://schemas.openxmlformats.org/drawingml/2006/main">
              <a:ext uri="{FF2B5EF4-FFF2-40B4-BE49-F238E27FC236}">
                <a16:creationId xmlns:a16="http://schemas.microsoft.com/office/drawing/2014/main" id="{1CE3CD2D-7873-48E3-BC49-0EC1DE8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863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DE318"/>
          </a:solidFill>
          <a:ln xmlns:a="http://schemas.openxmlformats.org/drawingml/2006/main" w="3518">
            <a:solidFill>
              <a:srgbClr val="DDE318"/>
            </a:solidFill>
            <a:prstDash val="solid"/>
          </a:ln>
        </p:spPr>
      </p:sp>
      <p:sp>
        <p:nvSpPr>
          <p:cNvPr id="2008" name="data_2007">
            <a:extLst xmlns:a="http://schemas.openxmlformats.org/drawingml/2006/main">
              <a:ext uri="{FF2B5EF4-FFF2-40B4-BE49-F238E27FC236}">
                <a16:creationId xmlns:a16="http://schemas.microsoft.com/office/drawing/2014/main" id="{DBB3D502-074F-4A68-B76A-13E31A72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749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AE319"/>
          </a:solidFill>
          <a:ln xmlns:a="http://schemas.openxmlformats.org/drawingml/2006/main" w="3518">
            <a:solidFill>
              <a:srgbClr val="DAE319"/>
            </a:solidFill>
            <a:prstDash val="solid"/>
          </a:ln>
        </p:spPr>
      </p:sp>
      <p:sp>
        <p:nvSpPr>
          <p:cNvPr id="2009" name="data_2008">
            <a:extLst xmlns:a="http://schemas.openxmlformats.org/drawingml/2006/main">
              <a:ext uri="{FF2B5EF4-FFF2-40B4-BE49-F238E27FC236}">
                <a16:creationId xmlns:a16="http://schemas.microsoft.com/office/drawing/2014/main" id="{8B998D26-F956-4289-B2B8-7B5EB25E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635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8E219"/>
          </a:solidFill>
          <a:ln xmlns:a="http://schemas.openxmlformats.org/drawingml/2006/main" w="3518">
            <a:solidFill>
              <a:srgbClr val="D8E219"/>
            </a:solidFill>
            <a:prstDash val="solid"/>
          </a:ln>
        </p:spPr>
      </p:sp>
      <p:sp>
        <p:nvSpPr>
          <p:cNvPr id="2010" name="data_2009">
            <a:extLst xmlns:a="http://schemas.openxmlformats.org/drawingml/2006/main">
              <a:ext uri="{FF2B5EF4-FFF2-40B4-BE49-F238E27FC236}">
                <a16:creationId xmlns:a16="http://schemas.microsoft.com/office/drawing/2014/main" id="{045D989F-2D42-4A5F-85FA-A4E6083D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521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5E21A"/>
          </a:solidFill>
          <a:ln xmlns:a="http://schemas.openxmlformats.org/drawingml/2006/main" w="3518">
            <a:solidFill>
              <a:srgbClr val="D5E21A"/>
            </a:solidFill>
            <a:prstDash val="solid"/>
          </a:ln>
        </p:spPr>
      </p:sp>
      <p:sp>
        <p:nvSpPr>
          <p:cNvPr id="2011" name="data_2010">
            <a:extLst xmlns:a="http://schemas.openxmlformats.org/drawingml/2006/main">
              <a:ext uri="{FF2B5EF4-FFF2-40B4-BE49-F238E27FC236}">
                <a16:creationId xmlns:a16="http://schemas.microsoft.com/office/drawing/2014/main" id="{060D3947-11AA-49D2-9E5E-B6B5DD83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407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2E21B"/>
          </a:solidFill>
          <a:ln xmlns:a="http://schemas.openxmlformats.org/drawingml/2006/main" w="3518">
            <a:solidFill>
              <a:srgbClr val="D2E21B"/>
            </a:solidFill>
            <a:prstDash val="solid"/>
          </a:ln>
        </p:spPr>
      </p:sp>
      <p:sp>
        <p:nvSpPr>
          <p:cNvPr id="2012" name="data_2011">
            <a:extLst xmlns:a="http://schemas.openxmlformats.org/drawingml/2006/main">
              <a:ext uri="{FF2B5EF4-FFF2-40B4-BE49-F238E27FC236}">
                <a16:creationId xmlns:a16="http://schemas.microsoft.com/office/drawing/2014/main" id="{3C75F49E-DA5A-48E5-9587-22B8DFE1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294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0E11C"/>
          </a:solidFill>
          <a:ln xmlns:a="http://schemas.openxmlformats.org/drawingml/2006/main" w="3518">
            <a:solidFill>
              <a:srgbClr val="D0E11C"/>
            </a:solidFill>
            <a:prstDash val="solid"/>
          </a:ln>
        </p:spPr>
      </p:sp>
      <p:sp>
        <p:nvSpPr>
          <p:cNvPr id="2013" name="data_2012">
            <a:extLst xmlns:a="http://schemas.openxmlformats.org/drawingml/2006/main">
              <a:ext uri="{FF2B5EF4-FFF2-40B4-BE49-F238E27FC236}">
                <a16:creationId xmlns:a16="http://schemas.microsoft.com/office/drawing/2014/main" id="{005B5592-4C8F-41EA-9B94-68F011DF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180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DE11D"/>
          </a:solidFill>
          <a:ln xmlns:a="http://schemas.openxmlformats.org/drawingml/2006/main" w="3518">
            <a:solidFill>
              <a:srgbClr val="CDE11D"/>
            </a:solidFill>
            <a:prstDash val="solid"/>
          </a:ln>
        </p:spPr>
      </p:sp>
      <p:sp>
        <p:nvSpPr>
          <p:cNvPr id="2014" name="data_2013">
            <a:extLst xmlns:a="http://schemas.openxmlformats.org/drawingml/2006/main">
              <a:ext uri="{FF2B5EF4-FFF2-40B4-BE49-F238E27FC236}">
                <a16:creationId xmlns:a16="http://schemas.microsoft.com/office/drawing/2014/main" id="{569AD79D-DD44-468E-BCFB-7E4F389F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066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AE11F"/>
          </a:solidFill>
          <a:ln xmlns:a="http://schemas.openxmlformats.org/drawingml/2006/main" w="3518">
            <a:solidFill>
              <a:srgbClr val="CAE11F"/>
            </a:solidFill>
            <a:prstDash val="solid"/>
          </a:ln>
        </p:spPr>
      </p:sp>
      <p:sp>
        <p:nvSpPr>
          <p:cNvPr id="2015" name="data_2014">
            <a:extLst xmlns:a="http://schemas.openxmlformats.org/drawingml/2006/main">
              <a:ext uri="{FF2B5EF4-FFF2-40B4-BE49-F238E27FC236}">
                <a16:creationId xmlns:a16="http://schemas.microsoft.com/office/drawing/2014/main" id="{6165A46B-7B43-42BD-AD9A-DE4940CD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952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8E020"/>
          </a:solidFill>
          <a:ln xmlns:a="http://schemas.openxmlformats.org/drawingml/2006/main" w="3518">
            <a:solidFill>
              <a:srgbClr val="C8E020"/>
            </a:solidFill>
            <a:prstDash val="solid"/>
          </a:ln>
        </p:spPr>
      </p:sp>
      <p:sp>
        <p:nvSpPr>
          <p:cNvPr id="2016" name="data_2015">
            <a:extLst xmlns:a="http://schemas.openxmlformats.org/drawingml/2006/main">
              <a:ext uri="{FF2B5EF4-FFF2-40B4-BE49-F238E27FC236}">
                <a16:creationId xmlns:a16="http://schemas.microsoft.com/office/drawing/2014/main" id="{52AD18F5-1E69-44DD-AA20-28BFC1AB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838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5E021"/>
          </a:solidFill>
          <a:ln xmlns:a="http://schemas.openxmlformats.org/drawingml/2006/main" w="3518">
            <a:solidFill>
              <a:srgbClr val="C5E021"/>
            </a:solidFill>
            <a:prstDash val="solid"/>
          </a:ln>
        </p:spPr>
      </p:sp>
      <p:sp>
        <p:nvSpPr>
          <p:cNvPr id="2017" name="data_2016">
            <a:extLst xmlns:a="http://schemas.openxmlformats.org/drawingml/2006/main">
              <a:ext uri="{FF2B5EF4-FFF2-40B4-BE49-F238E27FC236}">
                <a16:creationId xmlns:a16="http://schemas.microsoft.com/office/drawing/2014/main" id="{F57A970D-4EBA-4F7E-A8A5-7CDB2408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725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2DF23"/>
          </a:solidFill>
          <a:ln xmlns:a="http://schemas.openxmlformats.org/drawingml/2006/main" w="3518">
            <a:solidFill>
              <a:srgbClr val="C2DF23"/>
            </a:solidFill>
            <a:prstDash val="solid"/>
          </a:ln>
        </p:spPr>
      </p:sp>
      <p:sp>
        <p:nvSpPr>
          <p:cNvPr id="2018" name="data_2017">
            <a:extLst xmlns:a="http://schemas.openxmlformats.org/drawingml/2006/main">
              <a:ext uri="{FF2B5EF4-FFF2-40B4-BE49-F238E27FC236}">
                <a16:creationId xmlns:a16="http://schemas.microsoft.com/office/drawing/2014/main" id="{10F85BC7-6DF9-4DFA-BF43-17402D13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611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0DF25"/>
          </a:solidFill>
          <a:ln xmlns:a="http://schemas.openxmlformats.org/drawingml/2006/main" w="3518">
            <a:solidFill>
              <a:srgbClr val="C0DF25"/>
            </a:solidFill>
            <a:prstDash val="solid"/>
          </a:ln>
        </p:spPr>
      </p:sp>
      <p:sp>
        <p:nvSpPr>
          <p:cNvPr id="2019" name="data_2018">
            <a:extLst xmlns:a="http://schemas.openxmlformats.org/drawingml/2006/main">
              <a:ext uri="{FF2B5EF4-FFF2-40B4-BE49-F238E27FC236}">
                <a16:creationId xmlns:a16="http://schemas.microsoft.com/office/drawing/2014/main" id="{FD2AEB1C-B0F7-49B7-A0D5-FE80C4AB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497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DDF26"/>
          </a:solidFill>
          <a:ln xmlns:a="http://schemas.openxmlformats.org/drawingml/2006/main" w="3518">
            <a:solidFill>
              <a:srgbClr val="BDDF26"/>
            </a:solidFill>
            <a:prstDash val="solid"/>
          </a:ln>
        </p:spPr>
      </p:sp>
      <p:sp>
        <p:nvSpPr>
          <p:cNvPr id="2020" name="data_2019">
            <a:extLst xmlns:a="http://schemas.openxmlformats.org/drawingml/2006/main">
              <a:ext uri="{FF2B5EF4-FFF2-40B4-BE49-F238E27FC236}">
                <a16:creationId xmlns:a16="http://schemas.microsoft.com/office/drawing/2014/main" id="{545DEED4-1FC6-478F-B7F7-790EF9EF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383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ADE28"/>
          </a:solidFill>
          <a:ln xmlns:a="http://schemas.openxmlformats.org/drawingml/2006/main" w="3518">
            <a:solidFill>
              <a:srgbClr val="BADE28"/>
            </a:solidFill>
            <a:prstDash val="solid"/>
          </a:ln>
        </p:spPr>
      </p:sp>
      <p:sp>
        <p:nvSpPr>
          <p:cNvPr id="2021" name="data_2020">
            <a:extLst xmlns:a="http://schemas.openxmlformats.org/drawingml/2006/main">
              <a:ext uri="{FF2B5EF4-FFF2-40B4-BE49-F238E27FC236}">
                <a16:creationId xmlns:a16="http://schemas.microsoft.com/office/drawing/2014/main" id="{74A330A4-1EA2-4E0C-9C8A-D5BED931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269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8DE29"/>
          </a:solidFill>
          <a:ln xmlns:a="http://schemas.openxmlformats.org/drawingml/2006/main" w="3518">
            <a:solidFill>
              <a:srgbClr val="B8DE29"/>
            </a:solidFill>
            <a:prstDash val="solid"/>
          </a:ln>
        </p:spPr>
      </p:sp>
      <p:sp>
        <p:nvSpPr>
          <p:cNvPr id="2022" name="data_2021">
            <a:extLst xmlns:a="http://schemas.openxmlformats.org/drawingml/2006/main">
              <a:ext uri="{FF2B5EF4-FFF2-40B4-BE49-F238E27FC236}">
                <a16:creationId xmlns:a16="http://schemas.microsoft.com/office/drawing/2014/main" id="{5B05DF54-3DF6-4D25-BAA9-92EFC885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155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5DE2B"/>
          </a:solidFill>
          <a:ln xmlns:a="http://schemas.openxmlformats.org/drawingml/2006/main" w="3518">
            <a:solidFill>
              <a:srgbClr val="B5DE2B"/>
            </a:solidFill>
            <a:prstDash val="solid"/>
          </a:ln>
        </p:spPr>
      </p:sp>
      <p:sp>
        <p:nvSpPr>
          <p:cNvPr id="2023" name="data_2022">
            <a:extLst xmlns:a="http://schemas.openxmlformats.org/drawingml/2006/main">
              <a:ext uri="{FF2B5EF4-FFF2-40B4-BE49-F238E27FC236}">
                <a16:creationId xmlns:a16="http://schemas.microsoft.com/office/drawing/2014/main" id="{2B5E7CF4-5AC1-4049-BDC1-7C62408C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042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2DD2D"/>
          </a:solidFill>
          <a:ln xmlns:a="http://schemas.openxmlformats.org/drawingml/2006/main" w="3518">
            <a:solidFill>
              <a:srgbClr val="B2DD2D"/>
            </a:solidFill>
            <a:prstDash val="solid"/>
          </a:ln>
        </p:spPr>
      </p:sp>
      <p:sp>
        <p:nvSpPr>
          <p:cNvPr id="2024" name="data_2023">
            <a:extLst xmlns:a="http://schemas.openxmlformats.org/drawingml/2006/main">
              <a:ext uri="{FF2B5EF4-FFF2-40B4-BE49-F238E27FC236}">
                <a16:creationId xmlns:a16="http://schemas.microsoft.com/office/drawing/2014/main" id="{B1E18BAA-1ABB-4CC2-92A1-75100F34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928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0DD2F"/>
          </a:solidFill>
          <a:ln xmlns:a="http://schemas.openxmlformats.org/drawingml/2006/main" w="3518">
            <a:solidFill>
              <a:srgbClr val="B0DD2F"/>
            </a:solidFill>
            <a:prstDash val="solid"/>
          </a:ln>
        </p:spPr>
      </p:sp>
      <p:sp>
        <p:nvSpPr>
          <p:cNvPr id="2025" name="data_2024">
            <a:extLst xmlns:a="http://schemas.openxmlformats.org/drawingml/2006/main">
              <a:ext uri="{FF2B5EF4-FFF2-40B4-BE49-F238E27FC236}">
                <a16:creationId xmlns:a16="http://schemas.microsoft.com/office/drawing/2014/main" id="{400170C3-6E03-4566-95F4-F6D998E3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814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DDC30"/>
          </a:solidFill>
          <a:ln xmlns:a="http://schemas.openxmlformats.org/drawingml/2006/main" w="3518">
            <a:solidFill>
              <a:srgbClr val="ADDC30"/>
            </a:solidFill>
            <a:prstDash val="solid"/>
          </a:ln>
        </p:spPr>
      </p:sp>
      <p:sp>
        <p:nvSpPr>
          <p:cNvPr id="2026" name="data_2025">
            <a:extLst xmlns:a="http://schemas.openxmlformats.org/drawingml/2006/main">
              <a:ext uri="{FF2B5EF4-FFF2-40B4-BE49-F238E27FC236}">
                <a16:creationId xmlns:a16="http://schemas.microsoft.com/office/drawing/2014/main" id="{4560909C-0DE3-4F6A-A984-E51A336C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700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ADC32"/>
          </a:solidFill>
          <a:ln xmlns:a="http://schemas.openxmlformats.org/drawingml/2006/main" w="3518">
            <a:solidFill>
              <a:srgbClr val="AADC32"/>
            </a:solidFill>
            <a:prstDash val="solid"/>
          </a:ln>
        </p:spPr>
      </p:sp>
      <p:sp>
        <p:nvSpPr>
          <p:cNvPr id="2027" name="data_2026">
            <a:extLst xmlns:a="http://schemas.openxmlformats.org/drawingml/2006/main">
              <a:ext uri="{FF2B5EF4-FFF2-40B4-BE49-F238E27FC236}">
                <a16:creationId xmlns:a16="http://schemas.microsoft.com/office/drawing/2014/main" id="{A623F2BF-404D-441F-963B-6475E012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586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8DB34"/>
          </a:solidFill>
          <a:ln xmlns:a="http://schemas.openxmlformats.org/drawingml/2006/main" w="3518">
            <a:solidFill>
              <a:srgbClr val="A8DB34"/>
            </a:solidFill>
            <a:prstDash val="solid"/>
          </a:ln>
        </p:spPr>
      </p:sp>
      <p:sp>
        <p:nvSpPr>
          <p:cNvPr id="2028" name="data_2027">
            <a:extLst xmlns:a="http://schemas.openxmlformats.org/drawingml/2006/main">
              <a:ext uri="{FF2B5EF4-FFF2-40B4-BE49-F238E27FC236}">
                <a16:creationId xmlns:a16="http://schemas.microsoft.com/office/drawing/2014/main" id="{2CA5AAB6-9756-4246-B4EA-67FDC92A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473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5DB36"/>
          </a:solidFill>
          <a:ln xmlns:a="http://schemas.openxmlformats.org/drawingml/2006/main" w="3518">
            <a:solidFill>
              <a:srgbClr val="A5DB36"/>
            </a:solidFill>
            <a:prstDash val="solid"/>
          </a:ln>
        </p:spPr>
      </p:sp>
      <p:sp>
        <p:nvSpPr>
          <p:cNvPr id="2029" name="data_2028">
            <a:extLst xmlns:a="http://schemas.openxmlformats.org/drawingml/2006/main">
              <a:ext uri="{FF2B5EF4-FFF2-40B4-BE49-F238E27FC236}">
                <a16:creationId xmlns:a16="http://schemas.microsoft.com/office/drawing/2014/main" id="{CDEA6145-0771-424B-A86E-01BC7466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359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2DA37"/>
          </a:solidFill>
          <a:ln xmlns:a="http://schemas.openxmlformats.org/drawingml/2006/main" w="3518">
            <a:solidFill>
              <a:srgbClr val="A2DA37"/>
            </a:solidFill>
            <a:prstDash val="solid"/>
          </a:ln>
        </p:spPr>
      </p:sp>
      <p:sp>
        <p:nvSpPr>
          <p:cNvPr id="2030" name="data_2029">
            <a:extLst xmlns:a="http://schemas.openxmlformats.org/drawingml/2006/main">
              <a:ext uri="{FF2B5EF4-FFF2-40B4-BE49-F238E27FC236}">
                <a16:creationId xmlns:a16="http://schemas.microsoft.com/office/drawing/2014/main" id="{8FE77504-2F33-48FF-964C-60AD7604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245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0DA39"/>
          </a:solidFill>
          <a:ln xmlns:a="http://schemas.openxmlformats.org/drawingml/2006/main" w="3518">
            <a:solidFill>
              <a:srgbClr val="A0DA39"/>
            </a:solidFill>
            <a:prstDash val="solid"/>
          </a:ln>
        </p:spPr>
      </p:sp>
      <p:sp>
        <p:nvSpPr>
          <p:cNvPr id="2031" name="data_2030">
            <a:extLst xmlns:a="http://schemas.openxmlformats.org/drawingml/2006/main">
              <a:ext uri="{FF2B5EF4-FFF2-40B4-BE49-F238E27FC236}">
                <a16:creationId xmlns:a16="http://schemas.microsoft.com/office/drawing/2014/main" id="{B4E64B03-DE75-48AD-8010-F3D145E8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131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DD93B"/>
          </a:solidFill>
          <a:ln xmlns:a="http://schemas.openxmlformats.org/drawingml/2006/main" w="3518">
            <a:solidFill>
              <a:srgbClr val="9DD93B"/>
            </a:solidFill>
            <a:prstDash val="solid"/>
          </a:ln>
        </p:spPr>
      </p:sp>
      <p:sp>
        <p:nvSpPr>
          <p:cNvPr id="2032" name="data_2031">
            <a:extLst xmlns:a="http://schemas.openxmlformats.org/drawingml/2006/main">
              <a:ext uri="{FF2B5EF4-FFF2-40B4-BE49-F238E27FC236}">
                <a16:creationId xmlns:a16="http://schemas.microsoft.com/office/drawing/2014/main" id="{876220DE-27A8-430E-89C3-D6EEB39DD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017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BD93C"/>
          </a:solidFill>
          <a:ln xmlns:a="http://schemas.openxmlformats.org/drawingml/2006/main" w="3518">
            <a:solidFill>
              <a:srgbClr val="9BD93C"/>
            </a:solidFill>
            <a:prstDash val="solid"/>
          </a:ln>
        </p:spPr>
      </p:sp>
      <p:sp>
        <p:nvSpPr>
          <p:cNvPr id="2033" name="data_2032">
            <a:extLst xmlns:a="http://schemas.openxmlformats.org/drawingml/2006/main">
              <a:ext uri="{FF2B5EF4-FFF2-40B4-BE49-F238E27FC236}">
                <a16:creationId xmlns:a16="http://schemas.microsoft.com/office/drawing/2014/main" id="{A5A5213A-AA41-4D2A-ABC6-0CCE10A7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904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8D83E"/>
          </a:solidFill>
          <a:ln xmlns:a="http://schemas.openxmlformats.org/drawingml/2006/main" w="3518">
            <a:solidFill>
              <a:srgbClr val="98D83E"/>
            </a:solidFill>
            <a:prstDash val="solid"/>
          </a:ln>
        </p:spPr>
      </p:sp>
      <p:sp>
        <p:nvSpPr>
          <p:cNvPr id="2034" name="data_2033">
            <a:extLst xmlns:a="http://schemas.openxmlformats.org/drawingml/2006/main">
              <a:ext uri="{FF2B5EF4-FFF2-40B4-BE49-F238E27FC236}">
                <a16:creationId xmlns:a16="http://schemas.microsoft.com/office/drawing/2014/main" id="{A869CD56-B2CB-4D8D-AA37-BBAE1917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790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5D840"/>
          </a:solidFill>
          <a:ln xmlns:a="http://schemas.openxmlformats.org/drawingml/2006/main" w="3518">
            <a:solidFill>
              <a:srgbClr val="95D840"/>
            </a:solidFill>
            <a:prstDash val="solid"/>
          </a:ln>
        </p:spPr>
      </p:sp>
      <p:sp>
        <p:nvSpPr>
          <p:cNvPr id="2035" name="data_2034">
            <a:extLst xmlns:a="http://schemas.openxmlformats.org/drawingml/2006/main">
              <a:ext uri="{FF2B5EF4-FFF2-40B4-BE49-F238E27FC236}">
                <a16:creationId xmlns:a16="http://schemas.microsoft.com/office/drawing/2014/main" id="{D6990E9C-EE6C-46B7-8221-B0A5C909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676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3D741"/>
          </a:solidFill>
          <a:ln xmlns:a="http://schemas.openxmlformats.org/drawingml/2006/main" w="3518">
            <a:solidFill>
              <a:srgbClr val="93D741"/>
            </a:solidFill>
            <a:prstDash val="solid"/>
          </a:ln>
        </p:spPr>
      </p:sp>
      <p:sp>
        <p:nvSpPr>
          <p:cNvPr id="2036" name="data_2035">
            <a:extLst xmlns:a="http://schemas.openxmlformats.org/drawingml/2006/main">
              <a:ext uri="{FF2B5EF4-FFF2-40B4-BE49-F238E27FC236}">
                <a16:creationId xmlns:a16="http://schemas.microsoft.com/office/drawing/2014/main" id="{684C8F8C-5F55-4DBD-8674-E54E753B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562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0D743"/>
          </a:solidFill>
          <a:ln xmlns:a="http://schemas.openxmlformats.org/drawingml/2006/main" w="3518">
            <a:solidFill>
              <a:srgbClr val="90D743"/>
            </a:solidFill>
            <a:prstDash val="solid"/>
          </a:ln>
        </p:spPr>
      </p:sp>
      <p:sp>
        <p:nvSpPr>
          <p:cNvPr id="2037" name="data_2036">
            <a:extLst xmlns:a="http://schemas.openxmlformats.org/drawingml/2006/main">
              <a:ext uri="{FF2B5EF4-FFF2-40B4-BE49-F238E27FC236}">
                <a16:creationId xmlns:a16="http://schemas.microsoft.com/office/drawing/2014/main" id="{4CFDEF88-66E9-4A33-9FAA-EF6E6F64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448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ED645"/>
          </a:solidFill>
          <a:ln xmlns:a="http://schemas.openxmlformats.org/drawingml/2006/main" w="3518">
            <a:solidFill>
              <a:srgbClr val="8ED645"/>
            </a:solidFill>
            <a:prstDash val="solid"/>
          </a:ln>
        </p:spPr>
      </p:sp>
      <p:sp>
        <p:nvSpPr>
          <p:cNvPr id="2038" name="data_2037">
            <a:extLst xmlns:a="http://schemas.openxmlformats.org/drawingml/2006/main">
              <a:ext uri="{FF2B5EF4-FFF2-40B4-BE49-F238E27FC236}">
                <a16:creationId xmlns:a16="http://schemas.microsoft.com/office/drawing/2014/main" id="{BB7EA5DB-F9D8-4C78-B453-9C4F607C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335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BD646"/>
          </a:solidFill>
          <a:ln xmlns:a="http://schemas.openxmlformats.org/drawingml/2006/main" w="3518">
            <a:solidFill>
              <a:srgbClr val="8BD646"/>
            </a:solidFill>
            <a:prstDash val="solid"/>
          </a:ln>
        </p:spPr>
      </p:sp>
      <p:sp>
        <p:nvSpPr>
          <p:cNvPr id="2039" name="data_2038">
            <a:extLst xmlns:a="http://schemas.openxmlformats.org/drawingml/2006/main">
              <a:ext uri="{FF2B5EF4-FFF2-40B4-BE49-F238E27FC236}">
                <a16:creationId xmlns:a16="http://schemas.microsoft.com/office/drawing/2014/main" id="{3E29E07F-6F28-46D3-A3ED-4CE8B249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221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9D548"/>
          </a:solidFill>
          <a:ln xmlns:a="http://schemas.openxmlformats.org/drawingml/2006/main" w="3518">
            <a:solidFill>
              <a:srgbClr val="89D548"/>
            </a:solidFill>
            <a:prstDash val="solid"/>
          </a:ln>
        </p:spPr>
      </p:sp>
      <p:sp>
        <p:nvSpPr>
          <p:cNvPr id="2040" name="data_2039">
            <a:extLst xmlns:a="http://schemas.openxmlformats.org/drawingml/2006/main">
              <a:ext uri="{FF2B5EF4-FFF2-40B4-BE49-F238E27FC236}">
                <a16:creationId xmlns:a16="http://schemas.microsoft.com/office/drawing/2014/main" id="{29E60A2A-0EA1-47B0-ACCC-AF4D6959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107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6D549"/>
          </a:solidFill>
          <a:ln xmlns:a="http://schemas.openxmlformats.org/drawingml/2006/main" w="3518">
            <a:solidFill>
              <a:srgbClr val="86D549"/>
            </a:solidFill>
            <a:prstDash val="solid"/>
          </a:ln>
        </p:spPr>
      </p:sp>
      <p:sp>
        <p:nvSpPr>
          <p:cNvPr id="2041" name="data_2040">
            <a:extLst xmlns:a="http://schemas.openxmlformats.org/drawingml/2006/main">
              <a:ext uri="{FF2B5EF4-FFF2-40B4-BE49-F238E27FC236}">
                <a16:creationId xmlns:a16="http://schemas.microsoft.com/office/drawing/2014/main" id="{79AED7FE-6F1B-44B3-9FDA-CBEDA53E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993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4D44B"/>
          </a:solidFill>
          <a:ln xmlns:a="http://schemas.openxmlformats.org/drawingml/2006/main" w="3518">
            <a:solidFill>
              <a:srgbClr val="84D44B"/>
            </a:solidFill>
            <a:prstDash val="solid"/>
          </a:ln>
        </p:spPr>
      </p:sp>
      <p:sp>
        <p:nvSpPr>
          <p:cNvPr id="2042" name="data_2041">
            <a:extLst xmlns:a="http://schemas.openxmlformats.org/drawingml/2006/main">
              <a:ext uri="{FF2B5EF4-FFF2-40B4-BE49-F238E27FC236}">
                <a16:creationId xmlns:a16="http://schemas.microsoft.com/office/drawing/2014/main" id="{015EF426-F87F-48FF-881E-EA776F98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879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1D34D"/>
          </a:solidFill>
          <a:ln xmlns:a="http://schemas.openxmlformats.org/drawingml/2006/main" w="3518">
            <a:solidFill>
              <a:srgbClr val="81D34D"/>
            </a:solidFill>
            <a:prstDash val="solid"/>
          </a:ln>
        </p:spPr>
      </p:sp>
      <p:sp>
        <p:nvSpPr>
          <p:cNvPr id="2043" name="data_2042">
            <a:extLst xmlns:a="http://schemas.openxmlformats.org/drawingml/2006/main">
              <a:ext uri="{FF2B5EF4-FFF2-40B4-BE49-F238E27FC236}">
                <a16:creationId xmlns:a16="http://schemas.microsoft.com/office/drawing/2014/main" id="{0CB14296-2676-42F8-84BF-E0DE93E5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765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FD34E"/>
          </a:solidFill>
          <a:ln xmlns:a="http://schemas.openxmlformats.org/drawingml/2006/main" w="3518">
            <a:solidFill>
              <a:srgbClr val="7FD34E"/>
            </a:solidFill>
            <a:prstDash val="solid"/>
          </a:ln>
        </p:spPr>
      </p:sp>
      <p:sp>
        <p:nvSpPr>
          <p:cNvPr id="2044" name="data_2043">
            <a:extLst xmlns:a="http://schemas.openxmlformats.org/drawingml/2006/main">
              <a:ext uri="{FF2B5EF4-FFF2-40B4-BE49-F238E27FC236}">
                <a16:creationId xmlns:a16="http://schemas.microsoft.com/office/drawing/2014/main" id="{74D88679-A746-4BF6-9E4D-CD777EB3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652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CD250"/>
          </a:solidFill>
          <a:ln xmlns:a="http://schemas.openxmlformats.org/drawingml/2006/main" w="3518">
            <a:solidFill>
              <a:srgbClr val="7CD250"/>
            </a:solidFill>
            <a:prstDash val="solid"/>
          </a:ln>
        </p:spPr>
      </p:sp>
      <p:sp>
        <p:nvSpPr>
          <p:cNvPr id="2045" name="data_2044">
            <a:extLst xmlns:a="http://schemas.openxmlformats.org/drawingml/2006/main">
              <a:ext uri="{FF2B5EF4-FFF2-40B4-BE49-F238E27FC236}">
                <a16:creationId xmlns:a16="http://schemas.microsoft.com/office/drawing/2014/main" id="{1FB180F5-40E9-4791-9A03-5A611666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538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AD151"/>
          </a:solidFill>
          <a:ln xmlns:a="http://schemas.openxmlformats.org/drawingml/2006/main" w="3518">
            <a:solidFill>
              <a:srgbClr val="7AD151"/>
            </a:solidFill>
            <a:prstDash val="solid"/>
          </a:ln>
        </p:spPr>
      </p:sp>
      <p:sp>
        <p:nvSpPr>
          <p:cNvPr id="2046" name="data_2045">
            <a:extLst xmlns:a="http://schemas.openxmlformats.org/drawingml/2006/main">
              <a:ext uri="{FF2B5EF4-FFF2-40B4-BE49-F238E27FC236}">
                <a16:creationId xmlns:a16="http://schemas.microsoft.com/office/drawing/2014/main" id="{25E91522-485E-46BE-B0D5-6303117F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424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7D153"/>
          </a:solidFill>
          <a:ln xmlns:a="http://schemas.openxmlformats.org/drawingml/2006/main" w="3518">
            <a:solidFill>
              <a:srgbClr val="77D153"/>
            </a:solidFill>
            <a:prstDash val="solid"/>
          </a:ln>
        </p:spPr>
      </p:sp>
      <p:sp>
        <p:nvSpPr>
          <p:cNvPr id="2047" name="data_2046">
            <a:extLst xmlns:a="http://schemas.openxmlformats.org/drawingml/2006/main">
              <a:ext uri="{FF2B5EF4-FFF2-40B4-BE49-F238E27FC236}">
                <a16:creationId xmlns:a16="http://schemas.microsoft.com/office/drawing/2014/main" id="{0C3678A9-5566-488C-9CFE-27BD5253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310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5D054"/>
          </a:solidFill>
          <a:ln xmlns:a="http://schemas.openxmlformats.org/drawingml/2006/main" w="3518">
            <a:solidFill>
              <a:srgbClr val="75D054"/>
            </a:solidFill>
            <a:prstDash val="solid"/>
          </a:ln>
        </p:spPr>
      </p:sp>
      <p:sp>
        <p:nvSpPr>
          <p:cNvPr id="2048" name="data_2047">
            <a:extLst xmlns:a="http://schemas.openxmlformats.org/drawingml/2006/main">
              <a:ext uri="{FF2B5EF4-FFF2-40B4-BE49-F238E27FC236}">
                <a16:creationId xmlns:a16="http://schemas.microsoft.com/office/drawing/2014/main" id="{A12365B0-4F3D-47C3-B023-2ED68524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196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3D056"/>
          </a:solidFill>
          <a:ln xmlns:a="http://schemas.openxmlformats.org/drawingml/2006/main" w="3518">
            <a:solidFill>
              <a:srgbClr val="73D056"/>
            </a:solidFill>
            <a:prstDash val="solid"/>
          </a:ln>
        </p:spPr>
      </p:sp>
      <p:sp>
        <p:nvSpPr>
          <p:cNvPr id="2049" name="data_2048">
            <a:extLst xmlns:a="http://schemas.openxmlformats.org/drawingml/2006/main">
              <a:ext uri="{FF2B5EF4-FFF2-40B4-BE49-F238E27FC236}">
                <a16:creationId xmlns:a16="http://schemas.microsoft.com/office/drawing/2014/main" id="{1D2D8234-FB15-401B-8413-B2B0354C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083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0CF57"/>
          </a:solidFill>
          <a:ln xmlns:a="http://schemas.openxmlformats.org/drawingml/2006/main" w="3518">
            <a:solidFill>
              <a:srgbClr val="70CF57"/>
            </a:solidFill>
            <a:prstDash val="solid"/>
          </a:ln>
        </p:spPr>
      </p:sp>
      <p:sp>
        <p:nvSpPr>
          <p:cNvPr id="2050" name="data_2049">
            <a:extLst xmlns:a="http://schemas.openxmlformats.org/drawingml/2006/main">
              <a:ext uri="{FF2B5EF4-FFF2-40B4-BE49-F238E27FC236}">
                <a16:creationId xmlns:a16="http://schemas.microsoft.com/office/drawing/2014/main" id="{9514191E-E247-4407-8164-7A87AFE6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969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ECE58"/>
          </a:solidFill>
          <a:ln xmlns:a="http://schemas.openxmlformats.org/drawingml/2006/main" w="3518">
            <a:solidFill>
              <a:srgbClr val="6ECE58"/>
            </a:solidFill>
            <a:prstDash val="solid"/>
          </a:ln>
        </p:spPr>
      </p:sp>
      <p:sp>
        <p:nvSpPr>
          <p:cNvPr id="2051" name="data_2050">
            <a:extLst xmlns:a="http://schemas.openxmlformats.org/drawingml/2006/main">
              <a:ext uri="{FF2B5EF4-FFF2-40B4-BE49-F238E27FC236}">
                <a16:creationId xmlns:a16="http://schemas.microsoft.com/office/drawing/2014/main" id="{43585111-668C-4E0B-AC23-A5C6ED50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855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CCD5A"/>
          </a:solidFill>
          <a:ln xmlns:a="http://schemas.openxmlformats.org/drawingml/2006/main" w="3518">
            <a:solidFill>
              <a:srgbClr val="6CCD5A"/>
            </a:solidFill>
            <a:prstDash val="solid"/>
          </a:ln>
        </p:spPr>
      </p:sp>
      <p:sp>
        <p:nvSpPr>
          <p:cNvPr id="2052" name="data_2051">
            <a:extLst xmlns:a="http://schemas.openxmlformats.org/drawingml/2006/main">
              <a:ext uri="{FF2B5EF4-FFF2-40B4-BE49-F238E27FC236}">
                <a16:creationId xmlns:a16="http://schemas.microsoft.com/office/drawing/2014/main" id="{4838FAE2-86EF-4677-8EEF-197289F6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741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9CD5B"/>
          </a:solidFill>
          <a:ln xmlns:a="http://schemas.openxmlformats.org/drawingml/2006/main" w="3518">
            <a:solidFill>
              <a:srgbClr val="69CD5B"/>
            </a:solidFill>
            <a:prstDash val="solid"/>
          </a:ln>
        </p:spPr>
      </p:sp>
      <p:sp>
        <p:nvSpPr>
          <p:cNvPr id="2053" name="data_2052">
            <a:extLst xmlns:a="http://schemas.openxmlformats.org/drawingml/2006/main">
              <a:ext uri="{FF2B5EF4-FFF2-40B4-BE49-F238E27FC236}">
                <a16:creationId xmlns:a16="http://schemas.microsoft.com/office/drawing/2014/main" id="{1EF73D2F-DB84-4503-9153-899617E1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627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7CC5C"/>
          </a:solidFill>
          <a:ln xmlns:a="http://schemas.openxmlformats.org/drawingml/2006/main" w="3518">
            <a:solidFill>
              <a:srgbClr val="67CC5C"/>
            </a:solidFill>
            <a:prstDash val="solid"/>
          </a:ln>
        </p:spPr>
      </p:sp>
      <p:sp>
        <p:nvSpPr>
          <p:cNvPr id="2054" name="data_2053">
            <a:extLst xmlns:a="http://schemas.openxmlformats.org/drawingml/2006/main">
              <a:ext uri="{FF2B5EF4-FFF2-40B4-BE49-F238E27FC236}">
                <a16:creationId xmlns:a16="http://schemas.microsoft.com/office/drawing/2014/main" id="{A64DE622-2067-46F1-8A82-E6B338D3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514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5CB5E"/>
          </a:solidFill>
          <a:ln xmlns:a="http://schemas.openxmlformats.org/drawingml/2006/main" w="3518">
            <a:solidFill>
              <a:srgbClr val="65CB5E"/>
            </a:solidFill>
            <a:prstDash val="solid"/>
          </a:ln>
        </p:spPr>
      </p:sp>
      <p:sp>
        <p:nvSpPr>
          <p:cNvPr id="2055" name="data_2054">
            <a:extLst xmlns:a="http://schemas.openxmlformats.org/drawingml/2006/main">
              <a:ext uri="{FF2B5EF4-FFF2-40B4-BE49-F238E27FC236}">
                <a16:creationId xmlns:a16="http://schemas.microsoft.com/office/drawing/2014/main" id="{40711E16-7894-432C-83C0-36FE1C00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400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3CB5F"/>
          </a:solidFill>
          <a:ln xmlns:a="http://schemas.openxmlformats.org/drawingml/2006/main" w="3518">
            <a:solidFill>
              <a:srgbClr val="63CB5F"/>
            </a:solidFill>
            <a:prstDash val="solid"/>
          </a:ln>
        </p:spPr>
      </p:sp>
      <p:sp>
        <p:nvSpPr>
          <p:cNvPr id="2056" name="data_2055">
            <a:extLst xmlns:a="http://schemas.openxmlformats.org/drawingml/2006/main">
              <a:ext uri="{FF2B5EF4-FFF2-40B4-BE49-F238E27FC236}">
                <a16:creationId xmlns:a16="http://schemas.microsoft.com/office/drawing/2014/main" id="{BCE480CE-C8CA-47C6-8A88-997EC5DB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286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0CA60"/>
          </a:solidFill>
          <a:ln xmlns:a="http://schemas.openxmlformats.org/drawingml/2006/main" w="3518">
            <a:solidFill>
              <a:srgbClr val="60CA60"/>
            </a:solidFill>
            <a:prstDash val="solid"/>
          </a:ln>
        </p:spPr>
      </p:sp>
      <p:sp>
        <p:nvSpPr>
          <p:cNvPr id="2057" name="data_2056">
            <a:extLst xmlns:a="http://schemas.openxmlformats.org/drawingml/2006/main">
              <a:ext uri="{FF2B5EF4-FFF2-40B4-BE49-F238E27FC236}">
                <a16:creationId xmlns:a16="http://schemas.microsoft.com/office/drawing/2014/main" id="{F6B88E16-D197-4EB2-AF07-6FF3EBDC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172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EC962"/>
          </a:solidFill>
          <a:ln xmlns:a="http://schemas.openxmlformats.org/drawingml/2006/main" w="3518">
            <a:solidFill>
              <a:srgbClr val="5EC962"/>
            </a:solidFill>
            <a:prstDash val="solid"/>
          </a:ln>
        </p:spPr>
      </p:sp>
      <p:sp>
        <p:nvSpPr>
          <p:cNvPr id="2058" name="data_2057">
            <a:extLst xmlns:a="http://schemas.openxmlformats.org/drawingml/2006/main">
              <a:ext uri="{FF2B5EF4-FFF2-40B4-BE49-F238E27FC236}">
                <a16:creationId xmlns:a16="http://schemas.microsoft.com/office/drawing/2014/main" id="{A8A0825B-FAFE-4090-AF72-85CB28D8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058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CC863"/>
          </a:solidFill>
          <a:ln xmlns:a="http://schemas.openxmlformats.org/drawingml/2006/main" w="3518">
            <a:solidFill>
              <a:srgbClr val="5CC863"/>
            </a:solidFill>
            <a:prstDash val="solid"/>
          </a:ln>
        </p:spPr>
      </p:sp>
      <p:sp>
        <p:nvSpPr>
          <p:cNvPr id="2059" name="data_2058">
            <a:extLst xmlns:a="http://schemas.openxmlformats.org/drawingml/2006/main">
              <a:ext uri="{FF2B5EF4-FFF2-40B4-BE49-F238E27FC236}">
                <a16:creationId xmlns:a16="http://schemas.microsoft.com/office/drawing/2014/main" id="{A076B135-9370-47A5-893E-E9AB3350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944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AC864"/>
          </a:solidFill>
          <a:ln xmlns:a="http://schemas.openxmlformats.org/drawingml/2006/main" w="3518">
            <a:solidFill>
              <a:srgbClr val="5AC864"/>
            </a:solidFill>
            <a:prstDash val="solid"/>
          </a:ln>
        </p:spPr>
      </p:sp>
      <p:sp>
        <p:nvSpPr>
          <p:cNvPr id="2060" name="data_2059">
            <a:extLst xmlns:a="http://schemas.openxmlformats.org/drawingml/2006/main">
              <a:ext uri="{FF2B5EF4-FFF2-40B4-BE49-F238E27FC236}">
                <a16:creationId xmlns:a16="http://schemas.microsoft.com/office/drawing/2014/main" id="{F2CEC3E3-702F-480A-A474-41EE1FB0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831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8C765"/>
          </a:solidFill>
          <a:ln xmlns:a="http://schemas.openxmlformats.org/drawingml/2006/main" w="3518">
            <a:solidFill>
              <a:srgbClr val="58C765"/>
            </a:solidFill>
            <a:prstDash val="solid"/>
          </a:ln>
        </p:spPr>
      </p:sp>
      <p:sp>
        <p:nvSpPr>
          <p:cNvPr id="2061" name="data_2060">
            <a:extLst xmlns:a="http://schemas.openxmlformats.org/drawingml/2006/main">
              <a:ext uri="{FF2B5EF4-FFF2-40B4-BE49-F238E27FC236}">
                <a16:creationId xmlns:a16="http://schemas.microsoft.com/office/drawing/2014/main" id="{F8BE89DF-CFC1-4CFE-A536-9CEA2176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717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6C667"/>
          </a:solidFill>
          <a:ln xmlns:a="http://schemas.openxmlformats.org/drawingml/2006/main" w="3518">
            <a:solidFill>
              <a:srgbClr val="56C667"/>
            </a:solidFill>
            <a:prstDash val="solid"/>
          </a:ln>
        </p:spPr>
      </p:sp>
      <p:sp>
        <p:nvSpPr>
          <p:cNvPr id="2062" name="data_2061">
            <a:extLst xmlns:a="http://schemas.openxmlformats.org/drawingml/2006/main">
              <a:ext uri="{FF2B5EF4-FFF2-40B4-BE49-F238E27FC236}">
                <a16:creationId xmlns:a16="http://schemas.microsoft.com/office/drawing/2014/main" id="{8B03ACA8-14AB-481F-9E9B-85642765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603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4C568"/>
          </a:solidFill>
          <a:ln xmlns:a="http://schemas.openxmlformats.org/drawingml/2006/main" w="3518">
            <a:solidFill>
              <a:srgbClr val="54C568"/>
            </a:solidFill>
            <a:prstDash val="solid"/>
          </a:ln>
        </p:spPr>
      </p:sp>
      <p:sp>
        <p:nvSpPr>
          <p:cNvPr id="2063" name="data_2062">
            <a:extLst xmlns:a="http://schemas.openxmlformats.org/drawingml/2006/main">
              <a:ext uri="{FF2B5EF4-FFF2-40B4-BE49-F238E27FC236}">
                <a16:creationId xmlns:a16="http://schemas.microsoft.com/office/drawing/2014/main" id="{4CD61D82-A749-46AB-84BD-CCCD52B7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489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2C569"/>
          </a:solidFill>
          <a:ln xmlns:a="http://schemas.openxmlformats.org/drawingml/2006/main" w="3518">
            <a:solidFill>
              <a:srgbClr val="52C569"/>
            </a:solidFill>
            <a:prstDash val="solid"/>
          </a:ln>
        </p:spPr>
      </p:sp>
      <p:sp>
        <p:nvSpPr>
          <p:cNvPr id="2064" name="data_2063">
            <a:extLst xmlns:a="http://schemas.openxmlformats.org/drawingml/2006/main">
              <a:ext uri="{FF2B5EF4-FFF2-40B4-BE49-F238E27FC236}">
                <a16:creationId xmlns:a16="http://schemas.microsoft.com/office/drawing/2014/main" id="{6483A2E6-9D57-4441-9438-FE518CE8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375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0C46A"/>
          </a:solidFill>
          <a:ln xmlns:a="http://schemas.openxmlformats.org/drawingml/2006/main" w="3518">
            <a:solidFill>
              <a:srgbClr val="50C46A"/>
            </a:solidFill>
            <a:prstDash val="solid"/>
          </a:ln>
        </p:spPr>
      </p:sp>
      <p:sp>
        <p:nvSpPr>
          <p:cNvPr id="2065" name="data_2064">
            <a:extLst xmlns:a="http://schemas.openxmlformats.org/drawingml/2006/main">
              <a:ext uri="{FF2B5EF4-FFF2-40B4-BE49-F238E27FC236}">
                <a16:creationId xmlns:a16="http://schemas.microsoft.com/office/drawing/2014/main" id="{810EF1BB-8E90-4442-A7FE-89E937EE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262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EC36B"/>
          </a:solidFill>
          <a:ln xmlns:a="http://schemas.openxmlformats.org/drawingml/2006/main" w="3518">
            <a:solidFill>
              <a:srgbClr val="4EC36B"/>
            </a:solidFill>
            <a:prstDash val="solid"/>
          </a:ln>
        </p:spPr>
      </p:sp>
      <p:sp>
        <p:nvSpPr>
          <p:cNvPr id="2066" name="data_2065">
            <a:extLst xmlns:a="http://schemas.openxmlformats.org/drawingml/2006/main">
              <a:ext uri="{FF2B5EF4-FFF2-40B4-BE49-F238E27FC236}">
                <a16:creationId xmlns:a16="http://schemas.microsoft.com/office/drawing/2014/main" id="{EE6C26BC-7CAD-45F3-9E66-92BEE518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148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CC26C"/>
          </a:solidFill>
          <a:ln xmlns:a="http://schemas.openxmlformats.org/drawingml/2006/main" w="3518">
            <a:solidFill>
              <a:srgbClr val="4CC26C"/>
            </a:solidFill>
            <a:prstDash val="solid"/>
          </a:ln>
        </p:spPr>
      </p:sp>
      <p:sp>
        <p:nvSpPr>
          <p:cNvPr id="2067" name="data_2066">
            <a:extLst xmlns:a="http://schemas.openxmlformats.org/drawingml/2006/main">
              <a:ext uri="{FF2B5EF4-FFF2-40B4-BE49-F238E27FC236}">
                <a16:creationId xmlns:a16="http://schemas.microsoft.com/office/drawing/2014/main" id="{D2A24358-144E-42CA-9502-894F6F7C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034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AC16D"/>
          </a:solidFill>
          <a:ln xmlns:a="http://schemas.openxmlformats.org/drawingml/2006/main" w="3518">
            <a:solidFill>
              <a:srgbClr val="4AC16D"/>
            </a:solidFill>
            <a:prstDash val="solid"/>
          </a:ln>
        </p:spPr>
      </p:sp>
      <p:sp>
        <p:nvSpPr>
          <p:cNvPr id="2068" name="data_2067">
            <a:extLst xmlns:a="http://schemas.openxmlformats.org/drawingml/2006/main">
              <a:ext uri="{FF2B5EF4-FFF2-40B4-BE49-F238E27FC236}">
                <a16:creationId xmlns:a16="http://schemas.microsoft.com/office/drawing/2014/main" id="{A1F61E6A-3897-4969-9BE1-13B3AA43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920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C16E"/>
          </a:solidFill>
          <a:ln xmlns:a="http://schemas.openxmlformats.org/drawingml/2006/main" w="3518">
            <a:solidFill>
              <a:srgbClr val="48C16E"/>
            </a:solidFill>
            <a:prstDash val="solid"/>
          </a:ln>
        </p:spPr>
      </p:sp>
      <p:sp>
        <p:nvSpPr>
          <p:cNvPr id="2069" name="data_2068">
            <a:extLst xmlns:a="http://schemas.openxmlformats.org/drawingml/2006/main">
              <a:ext uri="{FF2B5EF4-FFF2-40B4-BE49-F238E27FC236}">
                <a16:creationId xmlns:a16="http://schemas.microsoft.com/office/drawing/2014/main" id="{CE93042E-2454-4C8C-9D2E-AF23E4FA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806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C06F"/>
          </a:solidFill>
          <a:ln xmlns:a="http://schemas.openxmlformats.org/drawingml/2006/main" w="3518">
            <a:solidFill>
              <a:srgbClr val="46C06F"/>
            </a:solidFill>
            <a:prstDash val="solid"/>
          </a:ln>
        </p:spPr>
      </p:sp>
      <p:sp>
        <p:nvSpPr>
          <p:cNvPr id="2070" name="data_2069">
            <a:extLst xmlns:a="http://schemas.openxmlformats.org/drawingml/2006/main">
              <a:ext uri="{FF2B5EF4-FFF2-40B4-BE49-F238E27FC236}">
                <a16:creationId xmlns:a16="http://schemas.microsoft.com/office/drawing/2014/main" id="{E123CD4F-E7F7-42A9-A03E-84FA528D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693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BF70"/>
          </a:solidFill>
          <a:ln xmlns:a="http://schemas.openxmlformats.org/drawingml/2006/main" w="3518">
            <a:solidFill>
              <a:srgbClr val="44BF70"/>
            </a:solidFill>
            <a:prstDash val="solid"/>
          </a:ln>
        </p:spPr>
      </p:sp>
      <p:sp>
        <p:nvSpPr>
          <p:cNvPr id="2071" name="data_2070">
            <a:extLst xmlns:a="http://schemas.openxmlformats.org/drawingml/2006/main">
              <a:ext uri="{FF2B5EF4-FFF2-40B4-BE49-F238E27FC236}">
                <a16:creationId xmlns:a16="http://schemas.microsoft.com/office/drawing/2014/main" id="{AA1FC0A2-703B-46DB-A6C6-334C13DB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579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BE71"/>
          </a:solidFill>
          <a:ln xmlns:a="http://schemas.openxmlformats.org/drawingml/2006/main" w="3518">
            <a:solidFill>
              <a:srgbClr val="42BE71"/>
            </a:solidFill>
            <a:prstDash val="solid"/>
          </a:ln>
        </p:spPr>
      </p:sp>
      <p:sp>
        <p:nvSpPr>
          <p:cNvPr id="2072" name="data_2071">
            <a:extLst xmlns:a="http://schemas.openxmlformats.org/drawingml/2006/main">
              <a:ext uri="{FF2B5EF4-FFF2-40B4-BE49-F238E27FC236}">
                <a16:creationId xmlns:a16="http://schemas.microsoft.com/office/drawing/2014/main" id="{D31EAFAC-2B6C-4726-BBC4-67A6C4BA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465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BD72"/>
          </a:solidFill>
          <a:ln xmlns:a="http://schemas.openxmlformats.org/drawingml/2006/main" w="3518">
            <a:solidFill>
              <a:srgbClr val="40BD72"/>
            </a:solidFill>
            <a:prstDash val="solid"/>
          </a:ln>
        </p:spPr>
      </p:sp>
      <p:sp>
        <p:nvSpPr>
          <p:cNvPr id="2073" name="data_2072">
            <a:extLst xmlns:a="http://schemas.openxmlformats.org/drawingml/2006/main">
              <a:ext uri="{FF2B5EF4-FFF2-40B4-BE49-F238E27FC236}">
                <a16:creationId xmlns:a16="http://schemas.microsoft.com/office/drawing/2014/main" id="{E992AC22-5CE5-4445-A484-38640C6A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351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BC73"/>
          </a:solidFill>
          <a:ln xmlns:a="http://schemas.openxmlformats.org/drawingml/2006/main" w="3518">
            <a:solidFill>
              <a:srgbClr val="3FBC73"/>
            </a:solidFill>
            <a:prstDash val="solid"/>
          </a:ln>
        </p:spPr>
      </p:sp>
      <p:sp>
        <p:nvSpPr>
          <p:cNvPr id="2074" name="data_2073">
            <a:extLst xmlns:a="http://schemas.openxmlformats.org/drawingml/2006/main">
              <a:ext uri="{FF2B5EF4-FFF2-40B4-BE49-F238E27FC236}">
                <a16:creationId xmlns:a16="http://schemas.microsoft.com/office/drawing/2014/main" id="{F7E0D76D-80E8-4F15-9DC8-28128CA1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237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BC74"/>
          </a:solidFill>
          <a:ln xmlns:a="http://schemas.openxmlformats.org/drawingml/2006/main" w="3518">
            <a:solidFill>
              <a:srgbClr val="3DBC74"/>
            </a:solidFill>
            <a:prstDash val="solid"/>
          </a:ln>
        </p:spPr>
      </p:sp>
      <p:sp>
        <p:nvSpPr>
          <p:cNvPr id="2075" name="data_2074">
            <a:extLst xmlns:a="http://schemas.openxmlformats.org/drawingml/2006/main">
              <a:ext uri="{FF2B5EF4-FFF2-40B4-BE49-F238E27FC236}">
                <a16:creationId xmlns:a16="http://schemas.microsoft.com/office/drawing/2014/main" id="{3411257E-3319-4710-8953-32C960FF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124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BB75"/>
          </a:solidFill>
          <a:ln xmlns:a="http://schemas.openxmlformats.org/drawingml/2006/main" w="3518">
            <a:solidFill>
              <a:srgbClr val="3BBB75"/>
            </a:solidFill>
            <a:prstDash val="solid"/>
          </a:ln>
        </p:spPr>
      </p:sp>
      <p:sp>
        <p:nvSpPr>
          <p:cNvPr id="2076" name="data_2075">
            <a:extLst xmlns:a="http://schemas.openxmlformats.org/drawingml/2006/main">
              <a:ext uri="{FF2B5EF4-FFF2-40B4-BE49-F238E27FC236}">
                <a16:creationId xmlns:a16="http://schemas.microsoft.com/office/drawing/2014/main" id="{C4177834-5234-4071-B0A4-1E1EB6A0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010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BA76"/>
          </a:solidFill>
          <a:ln xmlns:a="http://schemas.openxmlformats.org/drawingml/2006/main" w="3518">
            <a:solidFill>
              <a:srgbClr val="3ABA76"/>
            </a:solidFill>
            <a:prstDash val="solid"/>
          </a:ln>
        </p:spPr>
      </p:sp>
      <p:sp>
        <p:nvSpPr>
          <p:cNvPr id="2077" name="data_2076">
            <a:extLst xmlns:a="http://schemas.openxmlformats.org/drawingml/2006/main">
              <a:ext uri="{FF2B5EF4-FFF2-40B4-BE49-F238E27FC236}">
                <a16:creationId xmlns:a16="http://schemas.microsoft.com/office/drawing/2014/main" id="{041B62F3-B882-4EEF-A62C-872D00A1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896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B977"/>
          </a:solidFill>
          <a:ln xmlns:a="http://schemas.openxmlformats.org/drawingml/2006/main" w="3518">
            <a:solidFill>
              <a:srgbClr val="38B977"/>
            </a:solidFill>
            <a:prstDash val="solid"/>
          </a:ln>
        </p:spPr>
      </p:sp>
      <p:sp>
        <p:nvSpPr>
          <p:cNvPr id="2078" name="data_2077">
            <a:extLst xmlns:a="http://schemas.openxmlformats.org/drawingml/2006/main">
              <a:ext uri="{FF2B5EF4-FFF2-40B4-BE49-F238E27FC236}">
                <a16:creationId xmlns:a16="http://schemas.microsoft.com/office/drawing/2014/main" id="{89F6802E-DB66-4A22-B1DB-6F6A83AA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782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B878"/>
          </a:solidFill>
          <a:ln xmlns:a="http://schemas.openxmlformats.org/drawingml/2006/main" w="3518">
            <a:solidFill>
              <a:srgbClr val="37B878"/>
            </a:solidFill>
            <a:prstDash val="solid"/>
          </a:ln>
        </p:spPr>
      </p:sp>
      <p:sp>
        <p:nvSpPr>
          <p:cNvPr id="2079" name="data_2078">
            <a:extLst xmlns:a="http://schemas.openxmlformats.org/drawingml/2006/main">
              <a:ext uri="{FF2B5EF4-FFF2-40B4-BE49-F238E27FC236}">
                <a16:creationId xmlns:a16="http://schemas.microsoft.com/office/drawing/2014/main" id="{1AF5E929-96AA-4036-ACAF-8A05964D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668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B779"/>
          </a:solidFill>
          <a:ln xmlns:a="http://schemas.openxmlformats.org/drawingml/2006/main" w="3518">
            <a:solidFill>
              <a:srgbClr val="35B779"/>
            </a:solidFill>
            <a:prstDash val="solid"/>
          </a:ln>
        </p:spPr>
      </p:sp>
      <p:sp>
        <p:nvSpPr>
          <p:cNvPr id="2080" name="data_2079">
            <a:extLst xmlns:a="http://schemas.openxmlformats.org/drawingml/2006/main">
              <a:ext uri="{FF2B5EF4-FFF2-40B4-BE49-F238E27FC236}">
                <a16:creationId xmlns:a16="http://schemas.microsoft.com/office/drawing/2014/main" id="{9B3DFE82-3325-4996-B946-DBDFEE65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554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B679"/>
          </a:solidFill>
          <a:ln xmlns:a="http://schemas.openxmlformats.org/drawingml/2006/main" w="3518">
            <a:solidFill>
              <a:srgbClr val="34B679"/>
            </a:solidFill>
            <a:prstDash val="solid"/>
          </a:ln>
        </p:spPr>
      </p:sp>
      <p:sp>
        <p:nvSpPr>
          <p:cNvPr id="2081" name="data_2080">
            <a:extLst xmlns:a="http://schemas.openxmlformats.org/drawingml/2006/main">
              <a:ext uri="{FF2B5EF4-FFF2-40B4-BE49-F238E27FC236}">
                <a16:creationId xmlns:a16="http://schemas.microsoft.com/office/drawing/2014/main" id="{3F0E3BBF-84E6-4C40-8AE4-BF42C510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441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B67A"/>
          </a:solidFill>
          <a:ln xmlns:a="http://schemas.openxmlformats.org/drawingml/2006/main" w="3518">
            <a:solidFill>
              <a:srgbClr val="32B67A"/>
            </a:solidFill>
            <a:prstDash val="solid"/>
          </a:ln>
        </p:spPr>
      </p:sp>
      <p:sp>
        <p:nvSpPr>
          <p:cNvPr id="2082" name="data_2081">
            <a:extLst xmlns:a="http://schemas.openxmlformats.org/drawingml/2006/main">
              <a:ext uri="{FF2B5EF4-FFF2-40B4-BE49-F238E27FC236}">
                <a16:creationId xmlns:a16="http://schemas.microsoft.com/office/drawing/2014/main" id="{8420E0C1-1B3C-47B7-B9B5-C8BF82AC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327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B57B"/>
          </a:solidFill>
          <a:ln xmlns:a="http://schemas.openxmlformats.org/drawingml/2006/main" w="3518">
            <a:solidFill>
              <a:srgbClr val="31B57B"/>
            </a:solidFill>
            <a:prstDash val="solid"/>
          </a:ln>
        </p:spPr>
      </p:sp>
      <p:sp>
        <p:nvSpPr>
          <p:cNvPr id="2083" name="data_2082">
            <a:extLst xmlns:a="http://schemas.openxmlformats.org/drawingml/2006/main">
              <a:ext uri="{FF2B5EF4-FFF2-40B4-BE49-F238E27FC236}">
                <a16:creationId xmlns:a16="http://schemas.microsoft.com/office/drawing/2014/main" id="{518AD849-1ACC-4052-A18C-C43E5F38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213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B47C"/>
          </a:solidFill>
          <a:ln xmlns:a="http://schemas.openxmlformats.org/drawingml/2006/main" w="3518">
            <a:solidFill>
              <a:srgbClr val="2FB47C"/>
            </a:solidFill>
            <a:prstDash val="solid"/>
          </a:ln>
        </p:spPr>
      </p:sp>
      <p:sp>
        <p:nvSpPr>
          <p:cNvPr id="2084" name="data_2083">
            <a:extLst xmlns:a="http://schemas.openxmlformats.org/drawingml/2006/main">
              <a:ext uri="{FF2B5EF4-FFF2-40B4-BE49-F238E27FC236}">
                <a16:creationId xmlns:a16="http://schemas.microsoft.com/office/drawing/2014/main" id="{4B0B5F68-1B67-4AFD-AD37-B73783A6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099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B37C"/>
          </a:solidFill>
          <a:ln xmlns:a="http://schemas.openxmlformats.org/drawingml/2006/main" w="3518">
            <a:solidFill>
              <a:srgbClr val="2EB37C"/>
            </a:solidFill>
            <a:prstDash val="solid"/>
          </a:ln>
        </p:spPr>
      </p:sp>
      <p:sp>
        <p:nvSpPr>
          <p:cNvPr id="2085" name="data_2084">
            <a:extLst xmlns:a="http://schemas.openxmlformats.org/drawingml/2006/main">
              <a:ext uri="{FF2B5EF4-FFF2-40B4-BE49-F238E27FC236}">
                <a16:creationId xmlns:a16="http://schemas.microsoft.com/office/drawing/2014/main" id="{C0E2FDB2-154A-492B-ABB2-D2862C8F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985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B27D"/>
          </a:solidFill>
          <a:ln xmlns:a="http://schemas.openxmlformats.org/drawingml/2006/main" w="3518">
            <a:solidFill>
              <a:srgbClr val="2DB27D"/>
            </a:solidFill>
            <a:prstDash val="solid"/>
          </a:ln>
        </p:spPr>
      </p:sp>
      <p:sp>
        <p:nvSpPr>
          <p:cNvPr id="2086" name="data_2085">
            <a:extLst xmlns:a="http://schemas.openxmlformats.org/drawingml/2006/main">
              <a:ext uri="{FF2B5EF4-FFF2-40B4-BE49-F238E27FC236}">
                <a16:creationId xmlns:a16="http://schemas.microsoft.com/office/drawing/2014/main" id="{010DE503-53DF-486A-A2FD-E4D447A6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872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B17E"/>
          </a:solidFill>
          <a:ln xmlns:a="http://schemas.openxmlformats.org/drawingml/2006/main" w="3518">
            <a:solidFill>
              <a:srgbClr val="2CB17E"/>
            </a:solidFill>
            <a:prstDash val="solid"/>
          </a:ln>
        </p:spPr>
      </p:sp>
      <p:sp>
        <p:nvSpPr>
          <p:cNvPr id="2087" name="data_2086">
            <a:extLst xmlns:a="http://schemas.openxmlformats.org/drawingml/2006/main">
              <a:ext uri="{FF2B5EF4-FFF2-40B4-BE49-F238E27FC236}">
                <a16:creationId xmlns:a16="http://schemas.microsoft.com/office/drawing/2014/main" id="{70BD0EB5-5CBD-43EC-91E4-D2BABDCC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758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B07F"/>
          </a:solidFill>
          <a:ln xmlns:a="http://schemas.openxmlformats.org/drawingml/2006/main" w="3518">
            <a:solidFill>
              <a:srgbClr val="2AB07F"/>
            </a:solidFill>
            <a:prstDash val="solid"/>
          </a:ln>
        </p:spPr>
      </p:sp>
      <p:sp>
        <p:nvSpPr>
          <p:cNvPr id="2088" name="data_2087">
            <a:extLst xmlns:a="http://schemas.openxmlformats.org/drawingml/2006/main">
              <a:ext uri="{FF2B5EF4-FFF2-40B4-BE49-F238E27FC236}">
                <a16:creationId xmlns:a16="http://schemas.microsoft.com/office/drawing/2014/main" id="{DDA539DC-4C18-45D0-BD82-995485EC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644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AF7F"/>
          </a:solidFill>
          <a:ln xmlns:a="http://schemas.openxmlformats.org/drawingml/2006/main" w="3518">
            <a:solidFill>
              <a:srgbClr val="29AF7F"/>
            </a:solidFill>
            <a:prstDash val="solid"/>
          </a:ln>
        </p:spPr>
      </p:sp>
      <p:sp>
        <p:nvSpPr>
          <p:cNvPr id="2089" name="data_2088">
            <a:extLst xmlns:a="http://schemas.openxmlformats.org/drawingml/2006/main">
              <a:ext uri="{FF2B5EF4-FFF2-40B4-BE49-F238E27FC236}">
                <a16:creationId xmlns:a16="http://schemas.microsoft.com/office/drawing/2014/main" id="{9DE033B2-AC99-4FBA-B971-B805F1B7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530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AE80"/>
          </a:solidFill>
          <a:ln xmlns:a="http://schemas.openxmlformats.org/drawingml/2006/main" w="3518">
            <a:solidFill>
              <a:srgbClr val="28AE80"/>
            </a:solidFill>
            <a:prstDash val="solid"/>
          </a:ln>
        </p:spPr>
      </p:sp>
      <p:sp>
        <p:nvSpPr>
          <p:cNvPr id="2090" name="data_2089">
            <a:extLst xmlns:a="http://schemas.openxmlformats.org/drawingml/2006/main">
              <a:ext uri="{FF2B5EF4-FFF2-40B4-BE49-F238E27FC236}">
                <a16:creationId xmlns:a16="http://schemas.microsoft.com/office/drawing/2014/main" id="{FB62A622-F754-4A26-AEBA-9368350F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416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AD81"/>
          </a:solidFill>
          <a:ln xmlns:a="http://schemas.openxmlformats.org/drawingml/2006/main" w="3518">
            <a:solidFill>
              <a:srgbClr val="27AD81"/>
            </a:solidFill>
            <a:prstDash val="solid"/>
          </a:ln>
        </p:spPr>
      </p:sp>
      <p:sp>
        <p:nvSpPr>
          <p:cNvPr id="2091" name="data_2090">
            <a:extLst xmlns:a="http://schemas.openxmlformats.org/drawingml/2006/main">
              <a:ext uri="{FF2B5EF4-FFF2-40B4-BE49-F238E27FC236}">
                <a16:creationId xmlns:a16="http://schemas.microsoft.com/office/drawing/2014/main" id="{CE706673-A1E5-4B05-A38E-FFEC5437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303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AD81"/>
          </a:solidFill>
          <a:ln xmlns:a="http://schemas.openxmlformats.org/drawingml/2006/main" w="3518">
            <a:solidFill>
              <a:srgbClr val="26AD81"/>
            </a:solidFill>
            <a:prstDash val="solid"/>
          </a:ln>
        </p:spPr>
      </p:sp>
      <p:sp>
        <p:nvSpPr>
          <p:cNvPr id="2092" name="data_2091">
            <a:extLst xmlns:a="http://schemas.openxmlformats.org/drawingml/2006/main">
              <a:ext uri="{FF2B5EF4-FFF2-40B4-BE49-F238E27FC236}">
                <a16:creationId xmlns:a16="http://schemas.microsoft.com/office/drawing/2014/main" id="{FE66D7B9-AB1C-4B12-B1FB-770ECD48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189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C82"/>
          </a:solidFill>
          <a:ln xmlns:a="http://schemas.openxmlformats.org/drawingml/2006/main" w="3518">
            <a:solidFill>
              <a:srgbClr val="25AC82"/>
            </a:solidFill>
            <a:prstDash val="solid"/>
          </a:ln>
        </p:spPr>
      </p:sp>
      <p:sp>
        <p:nvSpPr>
          <p:cNvPr id="2093" name="data_2092">
            <a:extLst xmlns:a="http://schemas.openxmlformats.org/drawingml/2006/main">
              <a:ext uri="{FF2B5EF4-FFF2-40B4-BE49-F238E27FC236}">
                <a16:creationId xmlns:a16="http://schemas.microsoft.com/office/drawing/2014/main" id="{50D2B3A7-30F9-4DC8-B0E7-3DDB5BA3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075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B82"/>
          </a:solidFill>
          <a:ln xmlns:a="http://schemas.openxmlformats.org/drawingml/2006/main" w="3518">
            <a:solidFill>
              <a:srgbClr val="25AB82"/>
            </a:solidFill>
            <a:prstDash val="solid"/>
          </a:ln>
        </p:spPr>
      </p:sp>
      <p:sp>
        <p:nvSpPr>
          <p:cNvPr id="2094" name="data_2093">
            <a:extLst xmlns:a="http://schemas.openxmlformats.org/drawingml/2006/main">
              <a:ext uri="{FF2B5EF4-FFF2-40B4-BE49-F238E27FC236}">
                <a16:creationId xmlns:a16="http://schemas.microsoft.com/office/drawing/2014/main" id="{543C194B-D01C-479E-9A40-7403714A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961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AA83"/>
          </a:solidFill>
          <a:ln xmlns:a="http://schemas.openxmlformats.org/drawingml/2006/main" w="3518">
            <a:solidFill>
              <a:srgbClr val="24AA83"/>
            </a:solidFill>
            <a:prstDash val="solid"/>
          </a:ln>
        </p:spPr>
      </p:sp>
      <p:sp>
        <p:nvSpPr>
          <p:cNvPr id="2095" name="data_2094">
            <a:extLst xmlns:a="http://schemas.openxmlformats.org/drawingml/2006/main">
              <a:ext uri="{FF2B5EF4-FFF2-40B4-BE49-F238E27FC236}">
                <a16:creationId xmlns:a16="http://schemas.microsoft.com/office/drawing/2014/main" id="{158B7955-C341-462B-8A13-06A07533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847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A983"/>
          </a:solidFill>
          <a:ln xmlns:a="http://schemas.openxmlformats.org/drawingml/2006/main" w="3518">
            <a:solidFill>
              <a:srgbClr val="23A983"/>
            </a:solidFill>
            <a:prstDash val="solid"/>
          </a:ln>
        </p:spPr>
      </p:sp>
      <p:sp>
        <p:nvSpPr>
          <p:cNvPr id="2096" name="data_2095">
            <a:extLst xmlns:a="http://schemas.openxmlformats.org/drawingml/2006/main">
              <a:ext uri="{FF2B5EF4-FFF2-40B4-BE49-F238E27FC236}">
                <a16:creationId xmlns:a16="http://schemas.microsoft.com/office/drawing/2014/main" id="{71AE3C2A-3BE0-4503-84D2-5FD56FDF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734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884"/>
          </a:solidFill>
          <a:ln xmlns:a="http://schemas.openxmlformats.org/drawingml/2006/main" w="3518">
            <a:solidFill>
              <a:srgbClr val="22A884"/>
            </a:solidFill>
            <a:prstDash val="solid"/>
          </a:ln>
        </p:spPr>
      </p:sp>
      <p:sp>
        <p:nvSpPr>
          <p:cNvPr id="2097" name="data_2096">
            <a:extLst xmlns:a="http://schemas.openxmlformats.org/drawingml/2006/main">
              <a:ext uri="{FF2B5EF4-FFF2-40B4-BE49-F238E27FC236}">
                <a16:creationId xmlns:a16="http://schemas.microsoft.com/office/drawing/2014/main" id="{5F336682-FBB4-43DA-97EC-B6F23CAC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620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785"/>
          </a:solidFill>
          <a:ln xmlns:a="http://schemas.openxmlformats.org/drawingml/2006/main" w="3518">
            <a:solidFill>
              <a:srgbClr val="22A785"/>
            </a:solidFill>
            <a:prstDash val="solid"/>
          </a:ln>
        </p:spPr>
      </p:sp>
      <p:sp>
        <p:nvSpPr>
          <p:cNvPr id="2098" name="data_2097">
            <a:extLst xmlns:a="http://schemas.openxmlformats.org/drawingml/2006/main">
              <a:ext uri="{FF2B5EF4-FFF2-40B4-BE49-F238E27FC236}">
                <a16:creationId xmlns:a16="http://schemas.microsoft.com/office/drawing/2014/main" id="{8C391EE3-2558-4FD8-9856-9AE185E5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506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685"/>
          </a:solidFill>
          <a:ln xmlns:a="http://schemas.openxmlformats.org/drawingml/2006/main" w="3518">
            <a:solidFill>
              <a:srgbClr val="21A685"/>
            </a:solidFill>
            <a:prstDash val="solid"/>
          </a:ln>
        </p:spPr>
      </p:sp>
      <p:sp>
        <p:nvSpPr>
          <p:cNvPr id="2099" name="data_2098">
            <a:extLst xmlns:a="http://schemas.openxmlformats.org/drawingml/2006/main">
              <a:ext uri="{FF2B5EF4-FFF2-40B4-BE49-F238E27FC236}">
                <a16:creationId xmlns:a16="http://schemas.microsoft.com/office/drawing/2014/main" id="{D5D6D411-AEB8-47B4-85D6-1F8FE505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392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585"/>
          </a:solidFill>
          <a:ln xmlns:a="http://schemas.openxmlformats.org/drawingml/2006/main" w="3518">
            <a:solidFill>
              <a:srgbClr val="21A585"/>
            </a:solidFill>
            <a:prstDash val="solid"/>
          </a:ln>
        </p:spPr>
      </p:sp>
      <p:sp>
        <p:nvSpPr>
          <p:cNvPr id="2100" name="data_2099">
            <a:extLst xmlns:a="http://schemas.openxmlformats.org/drawingml/2006/main">
              <a:ext uri="{FF2B5EF4-FFF2-40B4-BE49-F238E27FC236}">
                <a16:creationId xmlns:a16="http://schemas.microsoft.com/office/drawing/2014/main" id="{D93DC49D-0D88-427D-8250-9888C313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278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486"/>
          </a:solidFill>
          <a:ln xmlns:a="http://schemas.openxmlformats.org/drawingml/2006/main" w="3518">
            <a:solidFill>
              <a:srgbClr val="20A486"/>
            </a:solidFill>
            <a:prstDash val="solid"/>
          </a:ln>
        </p:spPr>
      </p:sp>
      <p:sp>
        <p:nvSpPr>
          <p:cNvPr id="2101" name="data_2100">
            <a:extLst xmlns:a="http://schemas.openxmlformats.org/drawingml/2006/main">
              <a:ext uri="{FF2B5EF4-FFF2-40B4-BE49-F238E27FC236}">
                <a16:creationId xmlns:a16="http://schemas.microsoft.com/office/drawing/2014/main" id="{E5CE3BF3-F974-4D7A-BBAC-6CEA8CC4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164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386"/>
          </a:solidFill>
          <a:ln xmlns:a="http://schemas.openxmlformats.org/drawingml/2006/main" w="3518">
            <a:solidFill>
              <a:srgbClr val="20A386"/>
            </a:solidFill>
            <a:prstDash val="solid"/>
          </a:ln>
        </p:spPr>
      </p:sp>
      <p:sp>
        <p:nvSpPr>
          <p:cNvPr id="2102" name="data_2101">
            <a:extLst xmlns:a="http://schemas.openxmlformats.org/drawingml/2006/main">
              <a:ext uri="{FF2B5EF4-FFF2-40B4-BE49-F238E27FC236}">
                <a16:creationId xmlns:a16="http://schemas.microsoft.com/office/drawing/2014/main" id="{B8F1F5C1-8B76-4760-83E7-274124CE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051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287"/>
          </a:solidFill>
          <a:ln xmlns:a="http://schemas.openxmlformats.org/drawingml/2006/main" w="3518">
            <a:solidFill>
              <a:srgbClr val="1FA287"/>
            </a:solidFill>
            <a:prstDash val="solid"/>
          </a:ln>
        </p:spPr>
      </p:sp>
      <p:sp>
        <p:nvSpPr>
          <p:cNvPr id="2103" name="data_2102">
            <a:extLst xmlns:a="http://schemas.openxmlformats.org/drawingml/2006/main">
              <a:ext uri="{FF2B5EF4-FFF2-40B4-BE49-F238E27FC236}">
                <a16:creationId xmlns:a16="http://schemas.microsoft.com/office/drawing/2014/main" id="{419E0DC2-7157-4377-B388-EF005AC2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937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7"/>
          </a:solidFill>
          <a:ln xmlns:a="http://schemas.openxmlformats.org/drawingml/2006/main" w="3518">
            <a:solidFill>
              <a:srgbClr val="1FA187"/>
            </a:solidFill>
            <a:prstDash val="solid"/>
          </a:ln>
        </p:spPr>
      </p:sp>
      <p:sp>
        <p:nvSpPr>
          <p:cNvPr id="2104" name="data_2103">
            <a:extLst xmlns:a="http://schemas.openxmlformats.org/drawingml/2006/main">
              <a:ext uri="{FF2B5EF4-FFF2-40B4-BE49-F238E27FC236}">
                <a16:creationId xmlns:a16="http://schemas.microsoft.com/office/drawing/2014/main" id="{C97D316D-2991-4503-9D58-56ADD24B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823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8"/>
          </a:solidFill>
          <a:ln xmlns:a="http://schemas.openxmlformats.org/drawingml/2006/main" w="3518">
            <a:solidFill>
              <a:srgbClr val="1FA188"/>
            </a:solidFill>
            <a:prstDash val="solid"/>
          </a:ln>
        </p:spPr>
      </p:sp>
      <p:sp>
        <p:nvSpPr>
          <p:cNvPr id="2105" name="data_2104">
            <a:extLst xmlns:a="http://schemas.openxmlformats.org/drawingml/2006/main">
              <a:ext uri="{FF2B5EF4-FFF2-40B4-BE49-F238E27FC236}">
                <a16:creationId xmlns:a16="http://schemas.microsoft.com/office/drawing/2014/main" id="{0A86AB1E-ED83-48BE-9135-ABCFD3BC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709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088"/>
          </a:solidFill>
          <a:ln xmlns:a="http://schemas.openxmlformats.org/drawingml/2006/main" w="3518">
            <a:solidFill>
              <a:srgbClr val="1FA088"/>
            </a:solidFill>
            <a:prstDash val="solid"/>
          </a:ln>
        </p:spPr>
      </p:sp>
      <p:sp>
        <p:nvSpPr>
          <p:cNvPr id="2106" name="data_2105">
            <a:extLst xmlns:a="http://schemas.openxmlformats.org/drawingml/2006/main">
              <a:ext uri="{FF2B5EF4-FFF2-40B4-BE49-F238E27FC236}">
                <a16:creationId xmlns:a16="http://schemas.microsoft.com/office/drawing/2014/main" id="{293C8F4A-4314-4F71-9452-D012B861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595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F88"/>
          </a:solidFill>
          <a:ln xmlns:a="http://schemas.openxmlformats.org/drawingml/2006/main" w="3518">
            <a:solidFill>
              <a:srgbClr val="1F9F88"/>
            </a:solidFill>
            <a:prstDash val="solid"/>
          </a:ln>
        </p:spPr>
      </p:sp>
      <p:sp>
        <p:nvSpPr>
          <p:cNvPr id="2107" name="data_2106">
            <a:extLst xmlns:a="http://schemas.openxmlformats.org/drawingml/2006/main">
              <a:ext uri="{FF2B5EF4-FFF2-40B4-BE49-F238E27FC236}">
                <a16:creationId xmlns:a16="http://schemas.microsoft.com/office/drawing/2014/main" id="{6CD076CC-FB3B-4B08-9F55-3A0131D2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482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E89"/>
          </a:solidFill>
          <a:ln xmlns:a="http://schemas.openxmlformats.org/drawingml/2006/main" w="3518">
            <a:solidFill>
              <a:srgbClr val="1F9E89"/>
            </a:solidFill>
            <a:prstDash val="solid"/>
          </a:ln>
        </p:spPr>
      </p:sp>
      <p:sp>
        <p:nvSpPr>
          <p:cNvPr id="2108" name="data_2107">
            <a:extLst xmlns:a="http://schemas.openxmlformats.org/drawingml/2006/main">
              <a:ext uri="{FF2B5EF4-FFF2-40B4-BE49-F238E27FC236}">
                <a16:creationId xmlns:a16="http://schemas.microsoft.com/office/drawing/2014/main" id="{4E161A0E-C1AA-40FC-86BF-FA4241E7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368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D89"/>
          </a:solidFill>
          <a:ln xmlns:a="http://schemas.openxmlformats.org/drawingml/2006/main" w="3518">
            <a:solidFill>
              <a:srgbClr val="1E9D89"/>
            </a:solidFill>
            <a:prstDash val="solid"/>
          </a:ln>
        </p:spPr>
      </p:sp>
      <p:sp>
        <p:nvSpPr>
          <p:cNvPr id="2109" name="data_2108">
            <a:extLst xmlns:a="http://schemas.openxmlformats.org/drawingml/2006/main">
              <a:ext uri="{FF2B5EF4-FFF2-40B4-BE49-F238E27FC236}">
                <a16:creationId xmlns:a16="http://schemas.microsoft.com/office/drawing/2014/main" id="{B6B30768-9BF3-4C86-A5BD-41D24054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254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C89"/>
          </a:solidFill>
          <a:ln xmlns:a="http://schemas.openxmlformats.org/drawingml/2006/main" w="3518">
            <a:solidFill>
              <a:srgbClr val="1E9C89"/>
            </a:solidFill>
            <a:prstDash val="solid"/>
          </a:ln>
        </p:spPr>
      </p:sp>
      <p:sp>
        <p:nvSpPr>
          <p:cNvPr id="2110" name="data_2109">
            <a:extLst xmlns:a="http://schemas.openxmlformats.org/drawingml/2006/main">
              <a:ext uri="{FF2B5EF4-FFF2-40B4-BE49-F238E27FC236}">
                <a16:creationId xmlns:a16="http://schemas.microsoft.com/office/drawing/2014/main" id="{6F74F905-C8E4-4576-8A99-F8AB6184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140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B8A"/>
          </a:solidFill>
          <a:ln xmlns:a="http://schemas.openxmlformats.org/drawingml/2006/main" w="3518">
            <a:solidFill>
              <a:srgbClr val="1E9B8A"/>
            </a:solidFill>
            <a:prstDash val="solid"/>
          </a:ln>
        </p:spPr>
      </p:sp>
      <p:sp>
        <p:nvSpPr>
          <p:cNvPr id="2111" name="data_2110">
            <a:extLst xmlns:a="http://schemas.openxmlformats.org/drawingml/2006/main">
              <a:ext uri="{FF2B5EF4-FFF2-40B4-BE49-F238E27FC236}">
                <a16:creationId xmlns:a16="http://schemas.microsoft.com/office/drawing/2014/main" id="{7EFC2906-3277-4B7B-B684-D381FE19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026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A8A"/>
          </a:solidFill>
          <a:ln xmlns:a="http://schemas.openxmlformats.org/drawingml/2006/main" w="3518">
            <a:solidFill>
              <a:srgbClr val="1F9A8A"/>
            </a:solidFill>
            <a:prstDash val="solid"/>
          </a:ln>
        </p:spPr>
      </p:sp>
      <p:sp>
        <p:nvSpPr>
          <p:cNvPr id="2112" name="data_2111">
            <a:extLst xmlns:a="http://schemas.openxmlformats.org/drawingml/2006/main">
              <a:ext uri="{FF2B5EF4-FFF2-40B4-BE49-F238E27FC236}">
                <a16:creationId xmlns:a16="http://schemas.microsoft.com/office/drawing/2014/main" id="{5627F281-8787-46C7-BC10-7319F720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913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98A"/>
          </a:solidFill>
          <a:ln xmlns:a="http://schemas.openxmlformats.org/drawingml/2006/main" w="3518">
            <a:solidFill>
              <a:srgbClr val="1F998A"/>
            </a:solidFill>
            <a:prstDash val="solid"/>
          </a:ln>
        </p:spPr>
      </p:sp>
      <p:sp>
        <p:nvSpPr>
          <p:cNvPr id="2113" name="data_2112">
            <a:extLst xmlns:a="http://schemas.openxmlformats.org/drawingml/2006/main">
              <a:ext uri="{FF2B5EF4-FFF2-40B4-BE49-F238E27FC236}">
                <a16:creationId xmlns:a16="http://schemas.microsoft.com/office/drawing/2014/main" id="{288966BE-F88C-4CBE-B7D5-7280B237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799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88B"/>
          </a:solidFill>
          <a:ln xmlns:a="http://schemas.openxmlformats.org/drawingml/2006/main" w="3518">
            <a:solidFill>
              <a:srgbClr val="1F988B"/>
            </a:solidFill>
            <a:prstDash val="solid"/>
          </a:ln>
        </p:spPr>
      </p:sp>
      <p:sp>
        <p:nvSpPr>
          <p:cNvPr id="2114" name="data_2113">
            <a:extLst xmlns:a="http://schemas.openxmlformats.org/drawingml/2006/main">
              <a:ext uri="{FF2B5EF4-FFF2-40B4-BE49-F238E27FC236}">
                <a16:creationId xmlns:a16="http://schemas.microsoft.com/office/drawing/2014/main" id="{0BF5E6DB-F876-4095-8650-3817A807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685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78B"/>
          </a:solidFill>
          <a:ln xmlns:a="http://schemas.openxmlformats.org/drawingml/2006/main" w="3518">
            <a:solidFill>
              <a:srgbClr val="1F978B"/>
            </a:solidFill>
            <a:prstDash val="solid"/>
          </a:ln>
        </p:spPr>
      </p:sp>
      <p:sp>
        <p:nvSpPr>
          <p:cNvPr id="2115" name="data_2114">
            <a:extLst xmlns:a="http://schemas.openxmlformats.org/drawingml/2006/main">
              <a:ext uri="{FF2B5EF4-FFF2-40B4-BE49-F238E27FC236}">
                <a16:creationId xmlns:a16="http://schemas.microsoft.com/office/drawing/2014/main" id="{1BFDF67B-5108-4EC1-AC2D-AC63D646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571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68B"/>
          </a:solidFill>
          <a:ln xmlns:a="http://schemas.openxmlformats.org/drawingml/2006/main" w="3518">
            <a:solidFill>
              <a:srgbClr val="1F968B"/>
            </a:solidFill>
            <a:prstDash val="solid"/>
          </a:ln>
        </p:spPr>
      </p:sp>
      <p:sp>
        <p:nvSpPr>
          <p:cNvPr id="2116" name="data_2115">
            <a:extLst xmlns:a="http://schemas.openxmlformats.org/drawingml/2006/main">
              <a:ext uri="{FF2B5EF4-FFF2-40B4-BE49-F238E27FC236}">
                <a16:creationId xmlns:a16="http://schemas.microsoft.com/office/drawing/2014/main" id="{89B4D3F6-B35D-4BD9-9FFE-2978D8FB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457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58B"/>
          </a:solidFill>
          <a:ln xmlns:a="http://schemas.openxmlformats.org/drawingml/2006/main" w="3518">
            <a:solidFill>
              <a:srgbClr val="1F958B"/>
            </a:solidFill>
            <a:prstDash val="solid"/>
          </a:ln>
        </p:spPr>
      </p:sp>
      <p:sp>
        <p:nvSpPr>
          <p:cNvPr id="2117" name="data_2116">
            <a:extLst xmlns:a="http://schemas.openxmlformats.org/drawingml/2006/main">
              <a:ext uri="{FF2B5EF4-FFF2-40B4-BE49-F238E27FC236}">
                <a16:creationId xmlns:a16="http://schemas.microsoft.com/office/drawing/2014/main" id="{1ED0298A-3AEE-4185-83FC-581D79B4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343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48C"/>
          </a:solidFill>
          <a:ln xmlns:a="http://schemas.openxmlformats.org/drawingml/2006/main" w="3518">
            <a:solidFill>
              <a:srgbClr val="1F948C"/>
            </a:solidFill>
            <a:prstDash val="solid"/>
          </a:ln>
        </p:spPr>
      </p:sp>
      <p:sp>
        <p:nvSpPr>
          <p:cNvPr id="2118" name="data_2117">
            <a:extLst xmlns:a="http://schemas.openxmlformats.org/drawingml/2006/main">
              <a:ext uri="{FF2B5EF4-FFF2-40B4-BE49-F238E27FC236}">
                <a16:creationId xmlns:a16="http://schemas.microsoft.com/office/drawing/2014/main" id="{4EF9F114-EA6A-4DE9-9BEF-83C939BF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230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38C"/>
          </a:solidFill>
          <a:ln xmlns:a="http://schemas.openxmlformats.org/drawingml/2006/main" w="3518">
            <a:solidFill>
              <a:srgbClr val="20938C"/>
            </a:solidFill>
            <a:prstDash val="solid"/>
          </a:ln>
        </p:spPr>
      </p:sp>
      <p:sp>
        <p:nvSpPr>
          <p:cNvPr id="2119" name="data_2118">
            <a:extLst xmlns:a="http://schemas.openxmlformats.org/drawingml/2006/main">
              <a:ext uri="{FF2B5EF4-FFF2-40B4-BE49-F238E27FC236}">
                <a16:creationId xmlns:a16="http://schemas.microsoft.com/office/drawing/2014/main" id="{E98D6F65-C7F5-468A-AD2D-5F8FABF2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116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120" name="data_2119">
            <a:extLst xmlns:a="http://schemas.openxmlformats.org/drawingml/2006/main">
              <a:ext uri="{FF2B5EF4-FFF2-40B4-BE49-F238E27FC236}">
                <a16:creationId xmlns:a16="http://schemas.microsoft.com/office/drawing/2014/main" id="{B22D165A-909C-4DFA-9F3B-1FEFD892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002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121" name="data_2120">
            <a:extLst xmlns:a="http://schemas.openxmlformats.org/drawingml/2006/main">
              <a:ext uri="{FF2B5EF4-FFF2-40B4-BE49-F238E27FC236}">
                <a16:creationId xmlns:a16="http://schemas.microsoft.com/office/drawing/2014/main" id="{6E5551F7-AE80-45C4-AEDB-AA756FDE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888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18C"/>
          </a:solidFill>
          <a:ln xmlns:a="http://schemas.openxmlformats.org/drawingml/2006/main" w="3518">
            <a:solidFill>
              <a:srgbClr val="21918C"/>
            </a:solidFill>
            <a:prstDash val="solid"/>
          </a:ln>
        </p:spPr>
      </p:sp>
      <p:sp>
        <p:nvSpPr>
          <p:cNvPr id="2122" name="data_2121">
            <a:extLst xmlns:a="http://schemas.openxmlformats.org/drawingml/2006/main">
              <a:ext uri="{FF2B5EF4-FFF2-40B4-BE49-F238E27FC236}">
                <a16:creationId xmlns:a16="http://schemas.microsoft.com/office/drawing/2014/main" id="{C9940BC3-789F-4AA1-B366-0CB60FE9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774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08D"/>
          </a:solidFill>
          <a:ln xmlns:a="http://schemas.openxmlformats.org/drawingml/2006/main" w="3518">
            <a:solidFill>
              <a:srgbClr val="21908D"/>
            </a:solidFill>
            <a:prstDash val="solid"/>
          </a:ln>
        </p:spPr>
      </p:sp>
      <p:sp>
        <p:nvSpPr>
          <p:cNvPr id="2123" name="data_2122">
            <a:extLst xmlns:a="http://schemas.openxmlformats.org/drawingml/2006/main">
              <a:ext uri="{FF2B5EF4-FFF2-40B4-BE49-F238E27FC236}">
                <a16:creationId xmlns:a16="http://schemas.microsoft.com/office/drawing/2014/main" id="{D881E2C4-483C-468A-BD2C-CE67C51B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661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F8D"/>
          </a:solidFill>
          <a:ln xmlns:a="http://schemas.openxmlformats.org/drawingml/2006/main" w="3518">
            <a:solidFill>
              <a:srgbClr val="218F8D"/>
            </a:solidFill>
            <a:prstDash val="solid"/>
          </a:ln>
        </p:spPr>
      </p:sp>
      <p:sp>
        <p:nvSpPr>
          <p:cNvPr id="2124" name="data_2123">
            <a:extLst xmlns:a="http://schemas.openxmlformats.org/drawingml/2006/main">
              <a:ext uri="{FF2B5EF4-FFF2-40B4-BE49-F238E27FC236}">
                <a16:creationId xmlns:a16="http://schemas.microsoft.com/office/drawing/2014/main" id="{05E25555-3200-4A8C-8EBB-0A45EDC5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547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E8D"/>
          </a:solidFill>
          <a:ln xmlns:a="http://schemas.openxmlformats.org/drawingml/2006/main" w="3518">
            <a:solidFill>
              <a:srgbClr val="218E8D"/>
            </a:solidFill>
            <a:prstDash val="solid"/>
          </a:ln>
        </p:spPr>
      </p:sp>
      <p:sp>
        <p:nvSpPr>
          <p:cNvPr id="2125" name="data_2124">
            <a:extLst xmlns:a="http://schemas.openxmlformats.org/drawingml/2006/main">
              <a:ext uri="{FF2B5EF4-FFF2-40B4-BE49-F238E27FC236}">
                <a16:creationId xmlns:a16="http://schemas.microsoft.com/office/drawing/2014/main" id="{70BCCA4A-1D9C-43CB-B4A3-45E16B04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433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D8D"/>
          </a:solidFill>
          <a:ln xmlns:a="http://schemas.openxmlformats.org/drawingml/2006/main" w="3518">
            <a:solidFill>
              <a:srgbClr val="228D8D"/>
            </a:solidFill>
            <a:prstDash val="solid"/>
          </a:ln>
        </p:spPr>
      </p:sp>
      <p:sp>
        <p:nvSpPr>
          <p:cNvPr id="2126" name="data_2125">
            <a:extLst xmlns:a="http://schemas.openxmlformats.org/drawingml/2006/main">
              <a:ext uri="{FF2B5EF4-FFF2-40B4-BE49-F238E27FC236}">
                <a16:creationId xmlns:a16="http://schemas.microsoft.com/office/drawing/2014/main" id="{BA03AC73-5D9F-4585-8954-BE2C31CC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319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C8D"/>
          </a:solidFill>
          <a:ln xmlns:a="http://schemas.openxmlformats.org/drawingml/2006/main" w="3518">
            <a:solidFill>
              <a:srgbClr val="228C8D"/>
            </a:solidFill>
            <a:prstDash val="solid"/>
          </a:ln>
        </p:spPr>
      </p:sp>
      <p:sp>
        <p:nvSpPr>
          <p:cNvPr id="2127" name="data_2126">
            <a:extLst xmlns:a="http://schemas.openxmlformats.org/drawingml/2006/main">
              <a:ext uri="{FF2B5EF4-FFF2-40B4-BE49-F238E27FC236}">
                <a16:creationId xmlns:a16="http://schemas.microsoft.com/office/drawing/2014/main" id="{F65860CF-65E1-44E5-9A4E-022CDC6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205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B8D"/>
          </a:solidFill>
          <a:ln xmlns:a="http://schemas.openxmlformats.org/drawingml/2006/main" w="3518">
            <a:solidFill>
              <a:srgbClr val="228B8D"/>
            </a:solidFill>
            <a:prstDash val="solid"/>
          </a:ln>
        </p:spPr>
      </p:sp>
      <p:sp>
        <p:nvSpPr>
          <p:cNvPr id="2128" name="data_2127">
            <a:extLst xmlns:a="http://schemas.openxmlformats.org/drawingml/2006/main">
              <a:ext uri="{FF2B5EF4-FFF2-40B4-BE49-F238E27FC236}">
                <a16:creationId xmlns:a16="http://schemas.microsoft.com/office/drawing/2014/main" id="{46291FB1-DFCE-4E5E-8F69-2C26E247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092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A8D"/>
          </a:solidFill>
          <a:ln xmlns:a="http://schemas.openxmlformats.org/drawingml/2006/main" w="3518">
            <a:solidFill>
              <a:srgbClr val="238A8D"/>
            </a:solidFill>
            <a:prstDash val="solid"/>
          </a:ln>
        </p:spPr>
      </p:sp>
      <p:sp>
        <p:nvSpPr>
          <p:cNvPr id="2129" name="data_2128">
            <a:extLst xmlns:a="http://schemas.openxmlformats.org/drawingml/2006/main">
              <a:ext uri="{FF2B5EF4-FFF2-40B4-BE49-F238E27FC236}">
                <a16:creationId xmlns:a16="http://schemas.microsoft.com/office/drawing/2014/main" id="{1700774B-3495-4052-8F6D-8A19B39B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978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98E"/>
          </a:solidFill>
          <a:ln xmlns:a="http://schemas.openxmlformats.org/drawingml/2006/main" w="3518">
            <a:solidFill>
              <a:srgbClr val="23898E"/>
            </a:solidFill>
            <a:prstDash val="solid"/>
          </a:ln>
        </p:spPr>
      </p:sp>
      <p:sp>
        <p:nvSpPr>
          <p:cNvPr id="2130" name="data_2129">
            <a:extLst xmlns:a="http://schemas.openxmlformats.org/drawingml/2006/main">
              <a:ext uri="{FF2B5EF4-FFF2-40B4-BE49-F238E27FC236}">
                <a16:creationId xmlns:a16="http://schemas.microsoft.com/office/drawing/2014/main" id="{CB0D2520-6EF9-466E-BFC8-E0A98EB6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864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88E"/>
          </a:solidFill>
          <a:ln xmlns:a="http://schemas.openxmlformats.org/drawingml/2006/main" w="3518">
            <a:solidFill>
              <a:srgbClr val="23888E"/>
            </a:solidFill>
            <a:prstDash val="solid"/>
          </a:ln>
        </p:spPr>
      </p:sp>
      <p:sp>
        <p:nvSpPr>
          <p:cNvPr id="2131" name="data_2130">
            <a:extLst xmlns:a="http://schemas.openxmlformats.org/drawingml/2006/main">
              <a:ext uri="{FF2B5EF4-FFF2-40B4-BE49-F238E27FC236}">
                <a16:creationId xmlns:a16="http://schemas.microsoft.com/office/drawing/2014/main" id="{72995B9B-2824-44D2-9B64-E03941CD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750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78E"/>
          </a:solidFill>
          <a:ln xmlns:a="http://schemas.openxmlformats.org/drawingml/2006/main" w="3518">
            <a:solidFill>
              <a:srgbClr val="24878E"/>
            </a:solidFill>
            <a:prstDash val="solid"/>
          </a:ln>
        </p:spPr>
      </p:sp>
      <p:sp>
        <p:nvSpPr>
          <p:cNvPr id="2132" name="data_2131">
            <a:extLst xmlns:a="http://schemas.openxmlformats.org/drawingml/2006/main">
              <a:ext uri="{FF2B5EF4-FFF2-40B4-BE49-F238E27FC236}">
                <a16:creationId xmlns:a16="http://schemas.microsoft.com/office/drawing/2014/main" id="{15987338-05E4-4D9C-912B-F25BC63D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636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68E"/>
          </a:solidFill>
          <a:ln xmlns:a="http://schemas.openxmlformats.org/drawingml/2006/main" w="3518">
            <a:solidFill>
              <a:srgbClr val="24868E"/>
            </a:solidFill>
            <a:prstDash val="solid"/>
          </a:ln>
        </p:spPr>
      </p:sp>
      <p:sp>
        <p:nvSpPr>
          <p:cNvPr id="2133" name="data_2132">
            <a:extLst xmlns:a="http://schemas.openxmlformats.org/drawingml/2006/main">
              <a:ext uri="{FF2B5EF4-FFF2-40B4-BE49-F238E27FC236}">
                <a16:creationId xmlns:a16="http://schemas.microsoft.com/office/drawing/2014/main" id="{45CC9872-7AF4-4402-BB3B-D5070FA0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523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58E"/>
          </a:solidFill>
          <a:ln xmlns:a="http://schemas.openxmlformats.org/drawingml/2006/main" w="3518">
            <a:solidFill>
              <a:srgbClr val="25858E"/>
            </a:solidFill>
            <a:prstDash val="solid"/>
          </a:ln>
        </p:spPr>
      </p:sp>
      <p:sp>
        <p:nvSpPr>
          <p:cNvPr id="2134" name="data_2133">
            <a:extLst xmlns:a="http://schemas.openxmlformats.org/drawingml/2006/main">
              <a:ext uri="{FF2B5EF4-FFF2-40B4-BE49-F238E27FC236}">
                <a16:creationId xmlns:a16="http://schemas.microsoft.com/office/drawing/2014/main" id="{629A6BF7-778B-464E-BCD1-955B320E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409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48E"/>
          </a:solidFill>
          <a:ln xmlns:a="http://schemas.openxmlformats.org/drawingml/2006/main" w="3518">
            <a:solidFill>
              <a:srgbClr val="25848E"/>
            </a:solidFill>
            <a:prstDash val="solid"/>
          </a:ln>
        </p:spPr>
      </p:sp>
      <p:sp>
        <p:nvSpPr>
          <p:cNvPr id="2135" name="data_2134">
            <a:extLst xmlns:a="http://schemas.openxmlformats.org/drawingml/2006/main">
              <a:ext uri="{FF2B5EF4-FFF2-40B4-BE49-F238E27FC236}">
                <a16:creationId xmlns:a16="http://schemas.microsoft.com/office/drawing/2014/main" id="{9E16E650-0ED4-43E0-858A-C87761CC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295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38E"/>
          </a:solidFill>
          <a:ln xmlns:a="http://schemas.openxmlformats.org/drawingml/2006/main" w="3518">
            <a:solidFill>
              <a:srgbClr val="25838E"/>
            </a:solidFill>
            <a:prstDash val="solid"/>
          </a:ln>
        </p:spPr>
      </p:sp>
      <p:sp>
        <p:nvSpPr>
          <p:cNvPr id="2136" name="data_2135">
            <a:extLst xmlns:a="http://schemas.openxmlformats.org/drawingml/2006/main">
              <a:ext uri="{FF2B5EF4-FFF2-40B4-BE49-F238E27FC236}">
                <a16:creationId xmlns:a16="http://schemas.microsoft.com/office/drawing/2014/main" id="{DD39C00A-1263-4718-BC62-5E5FF6FD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181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137" name="data_2136">
            <a:extLst xmlns:a="http://schemas.openxmlformats.org/drawingml/2006/main">
              <a:ext uri="{FF2B5EF4-FFF2-40B4-BE49-F238E27FC236}">
                <a16:creationId xmlns:a16="http://schemas.microsoft.com/office/drawing/2014/main" id="{ADF11148-626B-49BF-B367-997165C8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067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138" name="data_2137">
            <a:extLst xmlns:a="http://schemas.openxmlformats.org/drawingml/2006/main">
              <a:ext uri="{FF2B5EF4-FFF2-40B4-BE49-F238E27FC236}">
                <a16:creationId xmlns:a16="http://schemas.microsoft.com/office/drawing/2014/main" id="{A50A9225-5327-415C-9638-19C0E27F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953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18E"/>
          </a:solidFill>
          <a:ln xmlns:a="http://schemas.openxmlformats.org/drawingml/2006/main" w="3518">
            <a:solidFill>
              <a:srgbClr val="26818E"/>
            </a:solidFill>
            <a:prstDash val="solid"/>
          </a:ln>
        </p:spPr>
      </p:sp>
      <p:sp>
        <p:nvSpPr>
          <p:cNvPr id="2139" name="data_2138">
            <a:extLst xmlns:a="http://schemas.openxmlformats.org/drawingml/2006/main">
              <a:ext uri="{FF2B5EF4-FFF2-40B4-BE49-F238E27FC236}">
                <a16:creationId xmlns:a16="http://schemas.microsoft.com/office/drawing/2014/main" id="{1E837932-E1A8-4AC4-91F3-EFEEF356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840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808E"/>
          </a:solidFill>
          <a:ln xmlns:a="http://schemas.openxmlformats.org/drawingml/2006/main" w="3518">
            <a:solidFill>
              <a:srgbClr val="27808E"/>
            </a:solidFill>
            <a:prstDash val="solid"/>
          </a:ln>
        </p:spPr>
      </p:sp>
      <p:sp>
        <p:nvSpPr>
          <p:cNvPr id="2140" name="data_2139">
            <a:extLst xmlns:a="http://schemas.openxmlformats.org/drawingml/2006/main">
              <a:ext uri="{FF2B5EF4-FFF2-40B4-BE49-F238E27FC236}">
                <a16:creationId xmlns:a16="http://schemas.microsoft.com/office/drawing/2014/main" id="{8B6CD3B4-B88D-447F-8A30-DDB9A099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726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F8E"/>
          </a:solidFill>
          <a:ln xmlns:a="http://schemas.openxmlformats.org/drawingml/2006/main" w="3518">
            <a:solidFill>
              <a:srgbClr val="277F8E"/>
            </a:solidFill>
            <a:prstDash val="solid"/>
          </a:ln>
        </p:spPr>
      </p:sp>
      <p:sp>
        <p:nvSpPr>
          <p:cNvPr id="2141" name="data_2140">
            <a:extLst xmlns:a="http://schemas.openxmlformats.org/drawingml/2006/main">
              <a:ext uri="{FF2B5EF4-FFF2-40B4-BE49-F238E27FC236}">
                <a16:creationId xmlns:a16="http://schemas.microsoft.com/office/drawing/2014/main" id="{B7BB00BD-7A00-45BE-BDFC-A00E8204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612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E8E"/>
          </a:solidFill>
          <a:ln xmlns:a="http://schemas.openxmlformats.org/drawingml/2006/main" w="3518">
            <a:solidFill>
              <a:srgbClr val="277E8E"/>
            </a:solidFill>
            <a:prstDash val="solid"/>
          </a:ln>
        </p:spPr>
      </p:sp>
      <p:sp>
        <p:nvSpPr>
          <p:cNvPr id="2142" name="data_2141">
            <a:extLst xmlns:a="http://schemas.openxmlformats.org/drawingml/2006/main">
              <a:ext uri="{FF2B5EF4-FFF2-40B4-BE49-F238E27FC236}">
                <a16:creationId xmlns:a16="http://schemas.microsoft.com/office/drawing/2014/main" id="{26D394BF-0BBE-496C-8DFD-2D55C0D9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498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D8E"/>
          </a:solidFill>
          <a:ln xmlns:a="http://schemas.openxmlformats.org/drawingml/2006/main" w="3518">
            <a:solidFill>
              <a:srgbClr val="287D8E"/>
            </a:solidFill>
            <a:prstDash val="solid"/>
          </a:ln>
        </p:spPr>
      </p:sp>
      <p:sp>
        <p:nvSpPr>
          <p:cNvPr id="2143" name="data_2142">
            <a:extLst xmlns:a="http://schemas.openxmlformats.org/drawingml/2006/main">
              <a:ext uri="{FF2B5EF4-FFF2-40B4-BE49-F238E27FC236}">
                <a16:creationId xmlns:a16="http://schemas.microsoft.com/office/drawing/2014/main" id="{282490AA-3948-429D-BB67-75B3C4E4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384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C8E"/>
          </a:solidFill>
          <a:ln xmlns:a="http://schemas.openxmlformats.org/drawingml/2006/main" w="3518">
            <a:solidFill>
              <a:srgbClr val="287C8E"/>
            </a:solidFill>
            <a:prstDash val="solid"/>
          </a:ln>
        </p:spPr>
      </p:sp>
      <p:sp>
        <p:nvSpPr>
          <p:cNvPr id="2144" name="data_2143">
            <a:extLst xmlns:a="http://schemas.openxmlformats.org/drawingml/2006/main">
              <a:ext uri="{FF2B5EF4-FFF2-40B4-BE49-F238E27FC236}">
                <a16:creationId xmlns:a16="http://schemas.microsoft.com/office/drawing/2014/main" id="{B98C16B1-3C21-4971-9BD3-422F0C50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271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B8E"/>
          </a:solidFill>
          <a:ln xmlns:a="http://schemas.openxmlformats.org/drawingml/2006/main" w="3518">
            <a:solidFill>
              <a:srgbClr val="297B8E"/>
            </a:solidFill>
            <a:prstDash val="solid"/>
          </a:ln>
        </p:spPr>
      </p:sp>
      <p:sp>
        <p:nvSpPr>
          <p:cNvPr id="2145" name="data_2144">
            <a:extLst xmlns:a="http://schemas.openxmlformats.org/drawingml/2006/main">
              <a:ext uri="{FF2B5EF4-FFF2-40B4-BE49-F238E27FC236}">
                <a16:creationId xmlns:a16="http://schemas.microsoft.com/office/drawing/2014/main" id="{7CAADD5C-A44D-46AA-8059-BDDFB957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157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A8E"/>
          </a:solidFill>
          <a:ln xmlns:a="http://schemas.openxmlformats.org/drawingml/2006/main" w="3518">
            <a:solidFill>
              <a:srgbClr val="297A8E"/>
            </a:solidFill>
            <a:prstDash val="solid"/>
          </a:ln>
        </p:spPr>
      </p:sp>
      <p:sp>
        <p:nvSpPr>
          <p:cNvPr id="2146" name="data_2145">
            <a:extLst xmlns:a="http://schemas.openxmlformats.org/drawingml/2006/main">
              <a:ext uri="{FF2B5EF4-FFF2-40B4-BE49-F238E27FC236}">
                <a16:creationId xmlns:a16="http://schemas.microsoft.com/office/drawing/2014/main" id="{F3312028-BC18-4139-9316-6E387E80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043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98E"/>
          </a:solidFill>
          <a:ln xmlns:a="http://schemas.openxmlformats.org/drawingml/2006/main" w="3518">
            <a:solidFill>
              <a:srgbClr val="29798E"/>
            </a:solidFill>
            <a:prstDash val="solid"/>
          </a:ln>
        </p:spPr>
      </p:sp>
      <p:sp>
        <p:nvSpPr>
          <p:cNvPr id="2147" name="data_2146">
            <a:extLst xmlns:a="http://schemas.openxmlformats.org/drawingml/2006/main">
              <a:ext uri="{FF2B5EF4-FFF2-40B4-BE49-F238E27FC236}">
                <a16:creationId xmlns:a16="http://schemas.microsoft.com/office/drawing/2014/main" id="{01D1FB38-E4AE-46F9-A7B4-FE2E9009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929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88E"/>
          </a:solidFill>
          <a:ln xmlns:a="http://schemas.openxmlformats.org/drawingml/2006/main" w="3518">
            <a:solidFill>
              <a:srgbClr val="2A788E"/>
            </a:solidFill>
            <a:prstDash val="solid"/>
          </a:ln>
        </p:spPr>
      </p:sp>
      <p:sp>
        <p:nvSpPr>
          <p:cNvPr id="2148" name="data_2147">
            <a:extLst xmlns:a="http://schemas.openxmlformats.org/drawingml/2006/main">
              <a:ext uri="{FF2B5EF4-FFF2-40B4-BE49-F238E27FC236}">
                <a16:creationId xmlns:a16="http://schemas.microsoft.com/office/drawing/2014/main" id="{32CCD96C-B549-40EF-95F7-461E17E3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815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78E"/>
          </a:solidFill>
          <a:ln xmlns:a="http://schemas.openxmlformats.org/drawingml/2006/main" w="3518">
            <a:solidFill>
              <a:srgbClr val="2A778E"/>
            </a:solidFill>
            <a:prstDash val="solid"/>
          </a:ln>
        </p:spPr>
      </p:sp>
      <p:sp>
        <p:nvSpPr>
          <p:cNvPr id="2149" name="data_2148">
            <a:extLst xmlns:a="http://schemas.openxmlformats.org/drawingml/2006/main">
              <a:ext uri="{FF2B5EF4-FFF2-40B4-BE49-F238E27FC236}">
                <a16:creationId xmlns:a16="http://schemas.microsoft.com/office/drawing/2014/main" id="{1889E3D0-8070-450C-A172-FC542064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702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68E"/>
          </a:solidFill>
          <a:ln xmlns:a="http://schemas.openxmlformats.org/drawingml/2006/main" w="3518">
            <a:solidFill>
              <a:srgbClr val="2A768E"/>
            </a:solidFill>
            <a:prstDash val="solid"/>
          </a:ln>
        </p:spPr>
      </p:sp>
      <p:sp>
        <p:nvSpPr>
          <p:cNvPr id="2150" name="data_2149">
            <a:extLst xmlns:a="http://schemas.openxmlformats.org/drawingml/2006/main">
              <a:ext uri="{FF2B5EF4-FFF2-40B4-BE49-F238E27FC236}">
                <a16:creationId xmlns:a16="http://schemas.microsoft.com/office/drawing/2014/main" id="{5F1E3042-1213-4C61-BBED-AAB5C01A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588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58E"/>
          </a:solidFill>
          <a:ln xmlns:a="http://schemas.openxmlformats.org/drawingml/2006/main" w="3518">
            <a:solidFill>
              <a:srgbClr val="2B758E"/>
            </a:solidFill>
            <a:prstDash val="solid"/>
          </a:ln>
        </p:spPr>
      </p:sp>
      <p:sp>
        <p:nvSpPr>
          <p:cNvPr id="2151" name="data_2150">
            <a:extLst xmlns:a="http://schemas.openxmlformats.org/drawingml/2006/main">
              <a:ext uri="{FF2B5EF4-FFF2-40B4-BE49-F238E27FC236}">
                <a16:creationId xmlns:a16="http://schemas.microsoft.com/office/drawing/2014/main" id="{41EB2305-8FB4-4CA9-B6FD-81616709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474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48E"/>
          </a:solidFill>
          <a:ln xmlns:a="http://schemas.openxmlformats.org/drawingml/2006/main" w="3518">
            <a:solidFill>
              <a:srgbClr val="2B748E"/>
            </a:solidFill>
            <a:prstDash val="solid"/>
          </a:ln>
        </p:spPr>
      </p:sp>
      <p:sp>
        <p:nvSpPr>
          <p:cNvPr id="2152" name="data_2151">
            <a:extLst xmlns:a="http://schemas.openxmlformats.org/drawingml/2006/main">
              <a:ext uri="{FF2B5EF4-FFF2-40B4-BE49-F238E27FC236}">
                <a16:creationId xmlns:a16="http://schemas.microsoft.com/office/drawing/2014/main" id="{770842CA-7D28-41F5-BA51-4C6091A4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360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38E"/>
          </a:solidFill>
          <a:ln xmlns:a="http://schemas.openxmlformats.org/drawingml/2006/main" w="3518">
            <a:solidFill>
              <a:srgbClr val="2C738E"/>
            </a:solidFill>
            <a:prstDash val="solid"/>
          </a:ln>
        </p:spPr>
      </p:sp>
      <p:sp>
        <p:nvSpPr>
          <p:cNvPr id="2153" name="data_2152">
            <a:extLst xmlns:a="http://schemas.openxmlformats.org/drawingml/2006/main">
              <a:ext uri="{FF2B5EF4-FFF2-40B4-BE49-F238E27FC236}">
                <a16:creationId xmlns:a16="http://schemas.microsoft.com/office/drawing/2014/main" id="{6FC12086-2C2B-4569-97BF-3D15A6F91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246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28E"/>
          </a:solidFill>
          <a:ln xmlns:a="http://schemas.openxmlformats.org/drawingml/2006/main" w="3518">
            <a:solidFill>
              <a:srgbClr val="2C728E"/>
            </a:solidFill>
            <a:prstDash val="solid"/>
          </a:ln>
        </p:spPr>
      </p:sp>
      <p:sp>
        <p:nvSpPr>
          <p:cNvPr id="2154" name="data_2153">
            <a:extLst xmlns:a="http://schemas.openxmlformats.org/drawingml/2006/main">
              <a:ext uri="{FF2B5EF4-FFF2-40B4-BE49-F238E27FC236}">
                <a16:creationId xmlns:a16="http://schemas.microsoft.com/office/drawing/2014/main" id="{81F446BF-E620-42A2-A1C5-93925578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132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18E"/>
          </a:solidFill>
          <a:ln xmlns:a="http://schemas.openxmlformats.org/drawingml/2006/main" w="3518">
            <a:solidFill>
              <a:srgbClr val="2C718E"/>
            </a:solidFill>
            <a:prstDash val="solid"/>
          </a:ln>
        </p:spPr>
      </p:sp>
      <p:sp>
        <p:nvSpPr>
          <p:cNvPr id="2155" name="data_2154">
            <a:extLst xmlns:a="http://schemas.openxmlformats.org/drawingml/2006/main">
              <a:ext uri="{FF2B5EF4-FFF2-40B4-BE49-F238E27FC236}">
                <a16:creationId xmlns:a16="http://schemas.microsoft.com/office/drawing/2014/main" id="{E2AA2C96-3A29-496A-8529-A43C1BFE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019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18E"/>
          </a:solidFill>
          <a:ln xmlns:a="http://schemas.openxmlformats.org/drawingml/2006/main" w="3518">
            <a:solidFill>
              <a:srgbClr val="2D718E"/>
            </a:solidFill>
            <a:prstDash val="solid"/>
          </a:ln>
        </p:spPr>
      </p:sp>
      <p:sp>
        <p:nvSpPr>
          <p:cNvPr id="2156" name="data_2155">
            <a:extLst xmlns:a="http://schemas.openxmlformats.org/drawingml/2006/main">
              <a:ext uri="{FF2B5EF4-FFF2-40B4-BE49-F238E27FC236}">
                <a16:creationId xmlns:a16="http://schemas.microsoft.com/office/drawing/2014/main" id="{3D695751-9629-4941-A985-E62118A2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905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08E"/>
          </a:solidFill>
          <a:ln xmlns:a="http://schemas.openxmlformats.org/drawingml/2006/main" w="3518">
            <a:solidFill>
              <a:srgbClr val="2D708E"/>
            </a:solidFill>
            <a:prstDash val="solid"/>
          </a:ln>
        </p:spPr>
      </p:sp>
      <p:sp>
        <p:nvSpPr>
          <p:cNvPr id="2157" name="data_2156">
            <a:extLst xmlns:a="http://schemas.openxmlformats.org/drawingml/2006/main">
              <a:ext uri="{FF2B5EF4-FFF2-40B4-BE49-F238E27FC236}">
                <a16:creationId xmlns:a16="http://schemas.microsoft.com/office/drawing/2014/main" id="{8BAE267B-C823-4F02-8669-1D64EB31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791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F8E"/>
          </a:solidFill>
          <a:ln xmlns:a="http://schemas.openxmlformats.org/drawingml/2006/main" w="3518">
            <a:solidFill>
              <a:srgbClr val="2E6F8E"/>
            </a:solidFill>
            <a:prstDash val="solid"/>
          </a:ln>
        </p:spPr>
      </p:sp>
      <p:sp>
        <p:nvSpPr>
          <p:cNvPr id="2158" name="data_2157">
            <a:extLst xmlns:a="http://schemas.openxmlformats.org/drawingml/2006/main">
              <a:ext uri="{FF2B5EF4-FFF2-40B4-BE49-F238E27FC236}">
                <a16:creationId xmlns:a16="http://schemas.microsoft.com/office/drawing/2014/main" id="{D61B9FC7-EF41-47C0-AB28-7157B309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677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E8E"/>
          </a:solidFill>
          <a:ln xmlns:a="http://schemas.openxmlformats.org/drawingml/2006/main" w="3518">
            <a:solidFill>
              <a:srgbClr val="2E6E8E"/>
            </a:solidFill>
            <a:prstDash val="solid"/>
          </a:ln>
        </p:spPr>
      </p:sp>
      <p:sp>
        <p:nvSpPr>
          <p:cNvPr id="2159" name="data_2158">
            <a:extLst xmlns:a="http://schemas.openxmlformats.org/drawingml/2006/main">
              <a:ext uri="{FF2B5EF4-FFF2-40B4-BE49-F238E27FC236}">
                <a16:creationId xmlns:a16="http://schemas.microsoft.com/office/drawing/2014/main" id="{2A1D9671-B22B-4058-B723-A79C9770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563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D8E"/>
          </a:solidFill>
          <a:ln xmlns:a="http://schemas.openxmlformats.org/drawingml/2006/main" w="3518">
            <a:solidFill>
              <a:srgbClr val="2E6D8E"/>
            </a:solidFill>
            <a:prstDash val="solid"/>
          </a:ln>
        </p:spPr>
      </p:sp>
      <p:sp>
        <p:nvSpPr>
          <p:cNvPr id="2160" name="data_2159">
            <a:extLst xmlns:a="http://schemas.openxmlformats.org/drawingml/2006/main">
              <a:ext uri="{FF2B5EF4-FFF2-40B4-BE49-F238E27FC236}">
                <a16:creationId xmlns:a16="http://schemas.microsoft.com/office/drawing/2014/main" id="{79F674EF-9EFF-477C-8682-21247458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450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C8E"/>
          </a:solidFill>
          <a:ln xmlns:a="http://schemas.openxmlformats.org/drawingml/2006/main" w="3518">
            <a:solidFill>
              <a:srgbClr val="2F6C8E"/>
            </a:solidFill>
            <a:prstDash val="solid"/>
          </a:ln>
        </p:spPr>
      </p:sp>
      <p:sp>
        <p:nvSpPr>
          <p:cNvPr id="2161" name="data_2160">
            <a:extLst xmlns:a="http://schemas.openxmlformats.org/drawingml/2006/main">
              <a:ext uri="{FF2B5EF4-FFF2-40B4-BE49-F238E27FC236}">
                <a16:creationId xmlns:a16="http://schemas.microsoft.com/office/drawing/2014/main" id="{6267AAA2-FF13-4E3A-900B-84D8CA8C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336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B8E"/>
          </a:solidFill>
          <a:ln xmlns:a="http://schemas.openxmlformats.org/drawingml/2006/main" w="3518">
            <a:solidFill>
              <a:srgbClr val="2F6B8E"/>
            </a:solidFill>
            <a:prstDash val="solid"/>
          </a:ln>
        </p:spPr>
      </p:sp>
      <p:sp>
        <p:nvSpPr>
          <p:cNvPr id="2162" name="data_2161">
            <a:extLst xmlns:a="http://schemas.openxmlformats.org/drawingml/2006/main">
              <a:ext uri="{FF2B5EF4-FFF2-40B4-BE49-F238E27FC236}">
                <a16:creationId xmlns:a16="http://schemas.microsoft.com/office/drawing/2014/main" id="{4F821780-A6A6-4C8F-B0B8-0BCDB065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222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A8E"/>
          </a:solidFill>
          <a:ln xmlns:a="http://schemas.openxmlformats.org/drawingml/2006/main" w="3518">
            <a:solidFill>
              <a:srgbClr val="306A8E"/>
            </a:solidFill>
            <a:prstDash val="solid"/>
          </a:ln>
        </p:spPr>
      </p:sp>
      <p:sp>
        <p:nvSpPr>
          <p:cNvPr id="2163" name="data_2162">
            <a:extLst xmlns:a="http://schemas.openxmlformats.org/drawingml/2006/main">
              <a:ext uri="{FF2B5EF4-FFF2-40B4-BE49-F238E27FC236}">
                <a16:creationId xmlns:a16="http://schemas.microsoft.com/office/drawing/2014/main" id="{754D551D-0B68-438D-A2E7-5A333B5C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108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98E"/>
          </a:solidFill>
          <a:ln xmlns:a="http://schemas.openxmlformats.org/drawingml/2006/main" w="3518">
            <a:solidFill>
              <a:srgbClr val="30698E"/>
            </a:solidFill>
            <a:prstDash val="solid"/>
          </a:ln>
        </p:spPr>
      </p:sp>
      <p:sp>
        <p:nvSpPr>
          <p:cNvPr id="2164" name="data_2163">
            <a:extLst xmlns:a="http://schemas.openxmlformats.org/drawingml/2006/main">
              <a:ext uri="{FF2B5EF4-FFF2-40B4-BE49-F238E27FC236}">
                <a16:creationId xmlns:a16="http://schemas.microsoft.com/office/drawing/2014/main" id="{F5BC9751-16A3-4BF1-87F5-B0A5934E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994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88E"/>
          </a:solidFill>
          <a:ln xmlns:a="http://schemas.openxmlformats.org/drawingml/2006/main" w="3518">
            <a:solidFill>
              <a:srgbClr val="31688E"/>
            </a:solidFill>
            <a:prstDash val="solid"/>
          </a:ln>
        </p:spPr>
      </p:sp>
      <p:sp>
        <p:nvSpPr>
          <p:cNvPr id="2165" name="data_2164">
            <a:extLst xmlns:a="http://schemas.openxmlformats.org/drawingml/2006/main">
              <a:ext uri="{FF2B5EF4-FFF2-40B4-BE49-F238E27FC236}">
                <a16:creationId xmlns:a16="http://schemas.microsoft.com/office/drawing/2014/main" id="{E9A141C7-505D-4B04-800D-8326AEBC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881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78E"/>
          </a:solidFill>
          <a:ln xmlns:a="http://schemas.openxmlformats.org/drawingml/2006/main" w="3518">
            <a:solidFill>
              <a:srgbClr val="31678E"/>
            </a:solidFill>
            <a:prstDash val="solid"/>
          </a:ln>
        </p:spPr>
      </p:sp>
      <p:sp>
        <p:nvSpPr>
          <p:cNvPr id="2166" name="data_2165">
            <a:extLst xmlns:a="http://schemas.openxmlformats.org/drawingml/2006/main">
              <a:ext uri="{FF2B5EF4-FFF2-40B4-BE49-F238E27FC236}">
                <a16:creationId xmlns:a16="http://schemas.microsoft.com/office/drawing/2014/main" id="{7A62A604-7A35-431D-A2DB-300A1A92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767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68E"/>
          </a:solidFill>
          <a:ln xmlns:a="http://schemas.openxmlformats.org/drawingml/2006/main" w="3518">
            <a:solidFill>
              <a:srgbClr val="31668E"/>
            </a:solidFill>
            <a:prstDash val="solid"/>
          </a:ln>
        </p:spPr>
      </p:sp>
      <p:sp>
        <p:nvSpPr>
          <p:cNvPr id="2167" name="data_2166">
            <a:extLst xmlns:a="http://schemas.openxmlformats.org/drawingml/2006/main">
              <a:ext uri="{FF2B5EF4-FFF2-40B4-BE49-F238E27FC236}">
                <a16:creationId xmlns:a16="http://schemas.microsoft.com/office/drawing/2014/main" id="{DCBEA750-1E04-4932-A984-21C04612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653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58E"/>
          </a:solidFill>
          <a:ln xmlns:a="http://schemas.openxmlformats.org/drawingml/2006/main" w="3518">
            <a:solidFill>
              <a:srgbClr val="32658E"/>
            </a:solidFill>
            <a:prstDash val="solid"/>
          </a:ln>
        </p:spPr>
      </p:sp>
      <p:sp>
        <p:nvSpPr>
          <p:cNvPr id="2168" name="data_2167">
            <a:extLst xmlns:a="http://schemas.openxmlformats.org/drawingml/2006/main">
              <a:ext uri="{FF2B5EF4-FFF2-40B4-BE49-F238E27FC236}">
                <a16:creationId xmlns:a16="http://schemas.microsoft.com/office/drawing/2014/main" id="{BB60829F-BA9B-49A2-B4CE-BEAFF361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539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48E"/>
          </a:solidFill>
          <a:ln xmlns:a="http://schemas.openxmlformats.org/drawingml/2006/main" w="3518">
            <a:solidFill>
              <a:srgbClr val="32648E"/>
            </a:solidFill>
            <a:prstDash val="solid"/>
          </a:ln>
        </p:spPr>
      </p:sp>
      <p:sp>
        <p:nvSpPr>
          <p:cNvPr id="2169" name="data_2168">
            <a:extLst xmlns:a="http://schemas.openxmlformats.org/drawingml/2006/main">
              <a:ext uri="{FF2B5EF4-FFF2-40B4-BE49-F238E27FC236}">
                <a16:creationId xmlns:a16="http://schemas.microsoft.com/office/drawing/2014/main" id="{747B87F7-9BB4-46D6-8351-D2CE6179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425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38D"/>
          </a:solidFill>
          <a:ln xmlns:a="http://schemas.openxmlformats.org/drawingml/2006/main" w="3518">
            <a:solidFill>
              <a:srgbClr val="33638D"/>
            </a:solidFill>
            <a:prstDash val="solid"/>
          </a:ln>
        </p:spPr>
      </p:sp>
      <p:sp>
        <p:nvSpPr>
          <p:cNvPr id="2170" name="data_2169">
            <a:extLst xmlns:a="http://schemas.openxmlformats.org/drawingml/2006/main">
              <a:ext uri="{FF2B5EF4-FFF2-40B4-BE49-F238E27FC236}">
                <a16:creationId xmlns:a16="http://schemas.microsoft.com/office/drawing/2014/main" id="{06050242-37F5-4F16-A766-5312ACBA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312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28D"/>
          </a:solidFill>
          <a:ln xmlns:a="http://schemas.openxmlformats.org/drawingml/2006/main" w="3518">
            <a:solidFill>
              <a:srgbClr val="33628D"/>
            </a:solidFill>
            <a:prstDash val="solid"/>
          </a:ln>
        </p:spPr>
      </p:sp>
      <p:sp>
        <p:nvSpPr>
          <p:cNvPr id="2171" name="data_2170">
            <a:extLst xmlns:a="http://schemas.openxmlformats.org/drawingml/2006/main">
              <a:ext uri="{FF2B5EF4-FFF2-40B4-BE49-F238E27FC236}">
                <a16:creationId xmlns:a16="http://schemas.microsoft.com/office/drawing/2014/main" id="{5D76C0AA-92E8-4938-923B-59ECC748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198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18D"/>
          </a:solidFill>
          <a:ln xmlns:a="http://schemas.openxmlformats.org/drawingml/2006/main" w="3518">
            <a:solidFill>
              <a:srgbClr val="34618D"/>
            </a:solidFill>
            <a:prstDash val="solid"/>
          </a:ln>
        </p:spPr>
      </p:sp>
      <p:sp>
        <p:nvSpPr>
          <p:cNvPr id="2172" name="data_2171">
            <a:extLst xmlns:a="http://schemas.openxmlformats.org/drawingml/2006/main">
              <a:ext uri="{FF2B5EF4-FFF2-40B4-BE49-F238E27FC236}">
                <a16:creationId xmlns:a16="http://schemas.microsoft.com/office/drawing/2014/main" id="{A08C8BF4-667C-456E-87E3-D43CD9F5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084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08D"/>
          </a:solidFill>
          <a:ln xmlns:a="http://schemas.openxmlformats.org/drawingml/2006/main" w="3518">
            <a:solidFill>
              <a:srgbClr val="34608D"/>
            </a:solidFill>
            <a:prstDash val="solid"/>
          </a:ln>
        </p:spPr>
      </p:sp>
      <p:sp>
        <p:nvSpPr>
          <p:cNvPr id="2173" name="data_2172">
            <a:extLst xmlns:a="http://schemas.openxmlformats.org/drawingml/2006/main">
              <a:ext uri="{FF2B5EF4-FFF2-40B4-BE49-F238E27FC236}">
                <a16:creationId xmlns:a16="http://schemas.microsoft.com/office/drawing/2014/main" id="{9DC35C8F-F3CA-4109-ADD1-BAEE466C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970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F8D"/>
          </a:solidFill>
          <a:ln xmlns:a="http://schemas.openxmlformats.org/drawingml/2006/main" w="3518">
            <a:solidFill>
              <a:srgbClr val="355F8D"/>
            </a:solidFill>
            <a:prstDash val="solid"/>
          </a:ln>
        </p:spPr>
      </p:sp>
      <p:sp>
        <p:nvSpPr>
          <p:cNvPr id="2174" name="data_2173">
            <a:extLst xmlns:a="http://schemas.openxmlformats.org/drawingml/2006/main">
              <a:ext uri="{FF2B5EF4-FFF2-40B4-BE49-F238E27FC236}">
                <a16:creationId xmlns:a16="http://schemas.microsoft.com/office/drawing/2014/main" id="{E0E7E999-A222-441A-829E-7B6489DB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856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E8D"/>
          </a:solidFill>
          <a:ln xmlns:a="http://schemas.openxmlformats.org/drawingml/2006/main" w="3518">
            <a:solidFill>
              <a:srgbClr val="355E8D"/>
            </a:solidFill>
            <a:prstDash val="solid"/>
          </a:ln>
        </p:spPr>
      </p:sp>
      <p:sp>
        <p:nvSpPr>
          <p:cNvPr id="2175" name="data_2174">
            <a:extLst xmlns:a="http://schemas.openxmlformats.org/drawingml/2006/main">
              <a:ext uri="{FF2B5EF4-FFF2-40B4-BE49-F238E27FC236}">
                <a16:creationId xmlns:a16="http://schemas.microsoft.com/office/drawing/2014/main" id="{02AD95EC-8E95-45BC-8A00-1D8220F9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742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D8D"/>
          </a:solidFill>
          <a:ln xmlns:a="http://schemas.openxmlformats.org/drawingml/2006/main" w="3518">
            <a:solidFill>
              <a:srgbClr val="365D8D"/>
            </a:solidFill>
            <a:prstDash val="solid"/>
          </a:ln>
        </p:spPr>
      </p:sp>
      <p:sp>
        <p:nvSpPr>
          <p:cNvPr id="2176" name="data_2175">
            <a:extLst xmlns:a="http://schemas.openxmlformats.org/drawingml/2006/main">
              <a:ext uri="{FF2B5EF4-FFF2-40B4-BE49-F238E27FC236}">
                <a16:creationId xmlns:a16="http://schemas.microsoft.com/office/drawing/2014/main" id="{A821BAE1-4C34-4716-8AB8-A7E2312B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629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C8D"/>
          </a:solidFill>
          <a:ln xmlns:a="http://schemas.openxmlformats.org/drawingml/2006/main" w="3518">
            <a:solidFill>
              <a:srgbClr val="365C8D"/>
            </a:solidFill>
            <a:prstDash val="solid"/>
          </a:ln>
        </p:spPr>
      </p:sp>
      <p:sp>
        <p:nvSpPr>
          <p:cNvPr id="2177" name="data_2176">
            <a:extLst xmlns:a="http://schemas.openxmlformats.org/drawingml/2006/main">
              <a:ext uri="{FF2B5EF4-FFF2-40B4-BE49-F238E27FC236}">
                <a16:creationId xmlns:a16="http://schemas.microsoft.com/office/drawing/2014/main" id="{9DE91A28-376A-4146-B502-7E799BE0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515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B8D"/>
          </a:solidFill>
          <a:ln xmlns:a="http://schemas.openxmlformats.org/drawingml/2006/main" w="3518">
            <a:solidFill>
              <a:srgbClr val="375B8D"/>
            </a:solidFill>
            <a:prstDash val="solid"/>
          </a:ln>
        </p:spPr>
      </p:sp>
      <p:sp>
        <p:nvSpPr>
          <p:cNvPr id="2178" name="data_2177">
            <a:extLst xmlns:a="http://schemas.openxmlformats.org/drawingml/2006/main">
              <a:ext uri="{FF2B5EF4-FFF2-40B4-BE49-F238E27FC236}">
                <a16:creationId xmlns:a16="http://schemas.microsoft.com/office/drawing/2014/main" id="{FF6032FE-6ADD-4575-A460-F8C0EA53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401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A8C"/>
          </a:solidFill>
          <a:ln xmlns:a="http://schemas.openxmlformats.org/drawingml/2006/main" w="3518">
            <a:solidFill>
              <a:srgbClr val="375A8C"/>
            </a:solidFill>
            <a:prstDash val="solid"/>
          </a:ln>
        </p:spPr>
      </p:sp>
      <p:sp>
        <p:nvSpPr>
          <p:cNvPr id="2179" name="data_2178">
            <a:extLst xmlns:a="http://schemas.openxmlformats.org/drawingml/2006/main">
              <a:ext uri="{FF2B5EF4-FFF2-40B4-BE49-F238E27FC236}">
                <a16:creationId xmlns:a16="http://schemas.microsoft.com/office/drawing/2014/main" id="{EB647088-4A5F-4216-9729-72C3BEC0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287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98C"/>
          </a:solidFill>
          <a:ln xmlns:a="http://schemas.openxmlformats.org/drawingml/2006/main" w="3518">
            <a:solidFill>
              <a:srgbClr val="38598C"/>
            </a:solidFill>
            <a:prstDash val="solid"/>
          </a:ln>
        </p:spPr>
      </p:sp>
      <p:sp>
        <p:nvSpPr>
          <p:cNvPr id="2180" name="data_2179">
            <a:extLst xmlns:a="http://schemas.openxmlformats.org/drawingml/2006/main">
              <a:ext uri="{FF2B5EF4-FFF2-40B4-BE49-F238E27FC236}">
                <a16:creationId xmlns:a16="http://schemas.microsoft.com/office/drawing/2014/main" id="{BC979459-E467-4318-8322-539F9E81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173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88C"/>
          </a:solidFill>
          <a:ln xmlns:a="http://schemas.openxmlformats.org/drawingml/2006/main" w="3518">
            <a:solidFill>
              <a:srgbClr val="38588C"/>
            </a:solidFill>
            <a:prstDash val="solid"/>
          </a:ln>
        </p:spPr>
      </p:sp>
      <p:sp>
        <p:nvSpPr>
          <p:cNvPr id="2181" name="data_2180">
            <a:extLst xmlns:a="http://schemas.openxmlformats.org/drawingml/2006/main">
              <a:ext uri="{FF2B5EF4-FFF2-40B4-BE49-F238E27FC236}">
                <a16:creationId xmlns:a16="http://schemas.microsoft.com/office/drawing/2014/main" id="{E0378C16-1680-46C1-BC1D-7E6E7B6C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060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68C"/>
          </a:solidFill>
          <a:ln xmlns:a="http://schemas.openxmlformats.org/drawingml/2006/main" w="3518">
            <a:solidFill>
              <a:srgbClr val="39568C"/>
            </a:solidFill>
            <a:prstDash val="solid"/>
          </a:ln>
        </p:spPr>
      </p:sp>
      <p:sp>
        <p:nvSpPr>
          <p:cNvPr id="2182" name="data_2181">
            <a:extLst xmlns:a="http://schemas.openxmlformats.org/drawingml/2006/main">
              <a:ext uri="{FF2B5EF4-FFF2-40B4-BE49-F238E27FC236}">
                <a16:creationId xmlns:a16="http://schemas.microsoft.com/office/drawing/2014/main" id="{98DC5D8F-6578-46B0-BABA-0A29354E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946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58C"/>
          </a:solidFill>
          <a:ln xmlns:a="http://schemas.openxmlformats.org/drawingml/2006/main" w="3518">
            <a:solidFill>
              <a:srgbClr val="39558C"/>
            </a:solidFill>
            <a:prstDash val="solid"/>
          </a:ln>
        </p:spPr>
      </p:sp>
      <p:sp>
        <p:nvSpPr>
          <p:cNvPr id="2183" name="data_2182">
            <a:extLst xmlns:a="http://schemas.openxmlformats.org/drawingml/2006/main">
              <a:ext uri="{FF2B5EF4-FFF2-40B4-BE49-F238E27FC236}">
                <a16:creationId xmlns:a16="http://schemas.microsoft.com/office/drawing/2014/main" id="{54AB5AEA-D2AF-4353-8CDB-1BCCCB49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832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48C"/>
          </a:solidFill>
          <a:ln xmlns:a="http://schemas.openxmlformats.org/drawingml/2006/main" w="3518">
            <a:solidFill>
              <a:srgbClr val="3A548C"/>
            </a:solidFill>
            <a:prstDash val="solid"/>
          </a:ln>
        </p:spPr>
      </p:sp>
      <p:sp>
        <p:nvSpPr>
          <p:cNvPr id="2184" name="data_2183">
            <a:extLst xmlns:a="http://schemas.openxmlformats.org/drawingml/2006/main">
              <a:ext uri="{FF2B5EF4-FFF2-40B4-BE49-F238E27FC236}">
                <a16:creationId xmlns:a16="http://schemas.microsoft.com/office/drawing/2014/main" id="{1C7B13CE-69D7-4304-B2A1-092F9204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718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38B"/>
          </a:solidFill>
          <a:ln xmlns:a="http://schemas.openxmlformats.org/drawingml/2006/main" w="3518">
            <a:solidFill>
              <a:srgbClr val="3A538B"/>
            </a:solidFill>
            <a:prstDash val="solid"/>
          </a:ln>
        </p:spPr>
      </p:sp>
      <p:sp>
        <p:nvSpPr>
          <p:cNvPr id="2185" name="data_2184">
            <a:extLst xmlns:a="http://schemas.openxmlformats.org/drawingml/2006/main">
              <a:ext uri="{FF2B5EF4-FFF2-40B4-BE49-F238E27FC236}">
                <a16:creationId xmlns:a16="http://schemas.microsoft.com/office/drawing/2014/main" id="{D5E784E7-7504-40F3-BCE0-C69456F6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604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28B"/>
          </a:solidFill>
          <a:ln xmlns:a="http://schemas.openxmlformats.org/drawingml/2006/main" w="3518">
            <a:solidFill>
              <a:srgbClr val="3B528B"/>
            </a:solidFill>
            <a:prstDash val="solid"/>
          </a:ln>
        </p:spPr>
      </p:sp>
      <p:sp>
        <p:nvSpPr>
          <p:cNvPr id="2186" name="data_2185">
            <a:extLst xmlns:a="http://schemas.openxmlformats.org/drawingml/2006/main">
              <a:ext uri="{FF2B5EF4-FFF2-40B4-BE49-F238E27FC236}">
                <a16:creationId xmlns:a16="http://schemas.microsoft.com/office/drawing/2014/main" id="{960B8E7B-2694-4230-9634-1B3F620C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491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18B"/>
          </a:solidFill>
          <a:ln xmlns:a="http://schemas.openxmlformats.org/drawingml/2006/main" w="3518">
            <a:solidFill>
              <a:srgbClr val="3B518B"/>
            </a:solidFill>
            <a:prstDash val="solid"/>
          </a:ln>
        </p:spPr>
      </p:sp>
      <p:sp>
        <p:nvSpPr>
          <p:cNvPr id="2187" name="data_2186">
            <a:extLst xmlns:a="http://schemas.openxmlformats.org/drawingml/2006/main">
              <a:ext uri="{FF2B5EF4-FFF2-40B4-BE49-F238E27FC236}">
                <a16:creationId xmlns:a16="http://schemas.microsoft.com/office/drawing/2014/main" id="{81B74495-062A-4ACB-B282-76F081CA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377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508B"/>
          </a:solidFill>
          <a:ln xmlns:a="http://schemas.openxmlformats.org/drawingml/2006/main" w="3518">
            <a:solidFill>
              <a:srgbClr val="3C508B"/>
            </a:solidFill>
            <a:prstDash val="solid"/>
          </a:ln>
        </p:spPr>
      </p:sp>
      <p:sp>
        <p:nvSpPr>
          <p:cNvPr id="2188" name="data_2187">
            <a:extLst xmlns:a="http://schemas.openxmlformats.org/drawingml/2006/main">
              <a:ext uri="{FF2B5EF4-FFF2-40B4-BE49-F238E27FC236}">
                <a16:creationId xmlns:a16="http://schemas.microsoft.com/office/drawing/2014/main" id="{DC0E50BC-19A0-4DCA-B6FD-5BE303D2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263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4F8A"/>
          </a:solidFill>
          <a:ln xmlns:a="http://schemas.openxmlformats.org/drawingml/2006/main" w="3518">
            <a:solidFill>
              <a:srgbClr val="3C4F8A"/>
            </a:solidFill>
            <a:prstDash val="solid"/>
          </a:ln>
        </p:spPr>
      </p:sp>
      <p:sp>
        <p:nvSpPr>
          <p:cNvPr id="2189" name="data_2188">
            <a:extLst xmlns:a="http://schemas.openxmlformats.org/drawingml/2006/main">
              <a:ext uri="{FF2B5EF4-FFF2-40B4-BE49-F238E27FC236}">
                <a16:creationId xmlns:a16="http://schemas.microsoft.com/office/drawing/2014/main" id="{1889A951-D073-4CEE-9C92-A2A0F93E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149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E8A"/>
          </a:solidFill>
          <a:ln xmlns:a="http://schemas.openxmlformats.org/drawingml/2006/main" w="3518">
            <a:solidFill>
              <a:srgbClr val="3D4E8A"/>
            </a:solidFill>
            <a:prstDash val="solid"/>
          </a:ln>
        </p:spPr>
      </p:sp>
      <p:sp>
        <p:nvSpPr>
          <p:cNvPr id="2190" name="data_2189">
            <a:extLst xmlns:a="http://schemas.openxmlformats.org/drawingml/2006/main">
              <a:ext uri="{FF2B5EF4-FFF2-40B4-BE49-F238E27FC236}">
                <a16:creationId xmlns:a16="http://schemas.microsoft.com/office/drawing/2014/main" id="{BFD807B9-8FDF-4F8B-B287-224727EA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035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D8A"/>
          </a:solidFill>
          <a:ln xmlns:a="http://schemas.openxmlformats.org/drawingml/2006/main" w="3518">
            <a:solidFill>
              <a:srgbClr val="3D4D8A"/>
            </a:solidFill>
            <a:prstDash val="solid"/>
          </a:ln>
        </p:spPr>
      </p:sp>
      <p:sp>
        <p:nvSpPr>
          <p:cNvPr id="2191" name="data_2190">
            <a:extLst xmlns:a="http://schemas.openxmlformats.org/drawingml/2006/main">
              <a:ext uri="{FF2B5EF4-FFF2-40B4-BE49-F238E27FC236}">
                <a16:creationId xmlns:a16="http://schemas.microsoft.com/office/drawing/2014/main" id="{EACC4A28-AAB1-47E6-990A-A768D525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921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C8A"/>
          </a:solidFill>
          <a:ln xmlns:a="http://schemas.openxmlformats.org/drawingml/2006/main" w="3518">
            <a:solidFill>
              <a:srgbClr val="3E4C8A"/>
            </a:solidFill>
            <a:prstDash val="solid"/>
          </a:ln>
        </p:spPr>
      </p:sp>
      <p:sp>
        <p:nvSpPr>
          <p:cNvPr id="2192" name="data_2191">
            <a:extLst xmlns:a="http://schemas.openxmlformats.org/drawingml/2006/main">
              <a:ext uri="{FF2B5EF4-FFF2-40B4-BE49-F238E27FC236}">
                <a16:creationId xmlns:a16="http://schemas.microsoft.com/office/drawing/2014/main" id="{F7511EA7-F64C-478C-8192-FC5CF321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808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A89"/>
          </a:solidFill>
          <a:ln xmlns:a="http://schemas.openxmlformats.org/drawingml/2006/main" w="3518">
            <a:solidFill>
              <a:srgbClr val="3E4A89"/>
            </a:solidFill>
            <a:prstDash val="solid"/>
          </a:ln>
        </p:spPr>
      </p:sp>
      <p:sp>
        <p:nvSpPr>
          <p:cNvPr id="2193" name="data_2192">
            <a:extLst xmlns:a="http://schemas.openxmlformats.org/drawingml/2006/main">
              <a:ext uri="{FF2B5EF4-FFF2-40B4-BE49-F238E27FC236}">
                <a16:creationId xmlns:a16="http://schemas.microsoft.com/office/drawing/2014/main" id="{6D3E179C-E979-443D-BDC1-07587614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694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989"/>
          </a:solidFill>
          <a:ln xmlns:a="http://schemas.openxmlformats.org/drawingml/2006/main" w="3518">
            <a:solidFill>
              <a:srgbClr val="3E4989"/>
            </a:solidFill>
            <a:prstDash val="solid"/>
          </a:ln>
        </p:spPr>
      </p:sp>
      <p:sp>
        <p:nvSpPr>
          <p:cNvPr id="2194" name="data_2193">
            <a:extLst xmlns:a="http://schemas.openxmlformats.org/drawingml/2006/main">
              <a:ext uri="{FF2B5EF4-FFF2-40B4-BE49-F238E27FC236}">
                <a16:creationId xmlns:a16="http://schemas.microsoft.com/office/drawing/2014/main" id="{DE7992E4-08CF-4F53-9892-2F705F22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580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889"/>
          </a:solidFill>
          <a:ln xmlns:a="http://schemas.openxmlformats.org/drawingml/2006/main" w="3518">
            <a:solidFill>
              <a:srgbClr val="3F4889"/>
            </a:solidFill>
            <a:prstDash val="solid"/>
          </a:ln>
        </p:spPr>
      </p:sp>
      <p:sp>
        <p:nvSpPr>
          <p:cNvPr id="2195" name="data_2194">
            <a:extLst xmlns:a="http://schemas.openxmlformats.org/drawingml/2006/main">
              <a:ext uri="{FF2B5EF4-FFF2-40B4-BE49-F238E27FC236}">
                <a16:creationId xmlns:a16="http://schemas.microsoft.com/office/drawing/2014/main" id="{9D421986-BF5A-4C85-A1E6-13136F96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466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788"/>
          </a:solidFill>
          <a:ln xmlns:a="http://schemas.openxmlformats.org/drawingml/2006/main" w="3518">
            <a:solidFill>
              <a:srgbClr val="3F4788"/>
            </a:solidFill>
            <a:prstDash val="solid"/>
          </a:ln>
        </p:spPr>
      </p:sp>
      <p:sp>
        <p:nvSpPr>
          <p:cNvPr id="2196" name="data_2195">
            <a:extLst xmlns:a="http://schemas.openxmlformats.org/drawingml/2006/main">
              <a:ext uri="{FF2B5EF4-FFF2-40B4-BE49-F238E27FC236}">
                <a16:creationId xmlns:a16="http://schemas.microsoft.com/office/drawing/2014/main" id="{A03742D1-18D7-4F4A-B10B-2B69B2B8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352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688"/>
          </a:solidFill>
          <a:ln xmlns:a="http://schemas.openxmlformats.org/drawingml/2006/main" w="3518">
            <a:solidFill>
              <a:srgbClr val="404688"/>
            </a:solidFill>
            <a:prstDash val="solid"/>
          </a:ln>
        </p:spPr>
      </p:sp>
      <p:sp>
        <p:nvSpPr>
          <p:cNvPr id="2197" name="data_2196">
            <a:extLst xmlns:a="http://schemas.openxmlformats.org/drawingml/2006/main">
              <a:ext uri="{FF2B5EF4-FFF2-40B4-BE49-F238E27FC236}">
                <a16:creationId xmlns:a16="http://schemas.microsoft.com/office/drawing/2014/main" id="{DCBAB691-A405-4A93-9CFC-CD605976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239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588"/>
          </a:solidFill>
          <a:ln xmlns:a="http://schemas.openxmlformats.org/drawingml/2006/main" w="3518">
            <a:solidFill>
              <a:srgbClr val="404588"/>
            </a:solidFill>
            <a:prstDash val="solid"/>
          </a:ln>
        </p:spPr>
      </p:sp>
      <p:sp>
        <p:nvSpPr>
          <p:cNvPr id="2198" name="data_2197">
            <a:extLst xmlns:a="http://schemas.openxmlformats.org/drawingml/2006/main">
              <a:ext uri="{FF2B5EF4-FFF2-40B4-BE49-F238E27FC236}">
                <a16:creationId xmlns:a16="http://schemas.microsoft.com/office/drawing/2014/main" id="{578A9595-D444-48A2-8CD8-12F88BDD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125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487"/>
          </a:solidFill>
          <a:ln xmlns:a="http://schemas.openxmlformats.org/drawingml/2006/main" w="3518">
            <a:solidFill>
              <a:srgbClr val="414487"/>
            </a:solidFill>
            <a:prstDash val="solid"/>
          </a:ln>
        </p:spPr>
      </p:sp>
      <p:sp>
        <p:nvSpPr>
          <p:cNvPr id="2199" name="data_2198">
            <a:extLst xmlns:a="http://schemas.openxmlformats.org/drawingml/2006/main">
              <a:ext uri="{FF2B5EF4-FFF2-40B4-BE49-F238E27FC236}">
                <a16:creationId xmlns:a16="http://schemas.microsoft.com/office/drawing/2014/main" id="{4CB68238-3EF8-4CD4-8723-A0979499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011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287"/>
          </a:solidFill>
          <a:ln xmlns:a="http://schemas.openxmlformats.org/drawingml/2006/main" w="3518">
            <a:solidFill>
              <a:srgbClr val="414287"/>
            </a:solidFill>
            <a:prstDash val="solid"/>
          </a:ln>
        </p:spPr>
      </p:sp>
      <p:sp>
        <p:nvSpPr>
          <p:cNvPr id="2200" name="data_2199">
            <a:extLst xmlns:a="http://schemas.openxmlformats.org/drawingml/2006/main">
              <a:ext uri="{FF2B5EF4-FFF2-40B4-BE49-F238E27FC236}">
                <a16:creationId xmlns:a16="http://schemas.microsoft.com/office/drawing/2014/main" id="{C363EB9C-AD28-4EBB-B218-33A77753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897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186"/>
          </a:solidFill>
          <a:ln xmlns:a="http://schemas.openxmlformats.org/drawingml/2006/main" w="3518">
            <a:solidFill>
              <a:srgbClr val="424186"/>
            </a:solidFill>
            <a:prstDash val="solid"/>
          </a:ln>
        </p:spPr>
      </p:sp>
      <p:sp>
        <p:nvSpPr>
          <p:cNvPr id="2201" name="data_2200">
            <a:extLst xmlns:a="http://schemas.openxmlformats.org/drawingml/2006/main">
              <a:ext uri="{FF2B5EF4-FFF2-40B4-BE49-F238E27FC236}">
                <a16:creationId xmlns:a16="http://schemas.microsoft.com/office/drawing/2014/main" id="{995A9919-0485-4E86-8EA1-B5D329BC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783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086"/>
          </a:solidFill>
          <a:ln xmlns:a="http://schemas.openxmlformats.org/drawingml/2006/main" w="3518">
            <a:solidFill>
              <a:srgbClr val="424086"/>
            </a:solidFill>
            <a:prstDash val="solid"/>
          </a:ln>
        </p:spPr>
      </p:sp>
      <p:sp>
        <p:nvSpPr>
          <p:cNvPr id="2202" name="data_2201">
            <a:extLst xmlns:a="http://schemas.openxmlformats.org/drawingml/2006/main">
              <a:ext uri="{FF2B5EF4-FFF2-40B4-BE49-F238E27FC236}">
                <a16:creationId xmlns:a16="http://schemas.microsoft.com/office/drawing/2014/main" id="{ABDBFFA7-12F8-4B4B-92C0-18E53E2B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670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3F85"/>
          </a:solidFill>
          <a:ln xmlns:a="http://schemas.openxmlformats.org/drawingml/2006/main" w="3518">
            <a:solidFill>
              <a:srgbClr val="423F85"/>
            </a:solidFill>
            <a:prstDash val="solid"/>
          </a:ln>
        </p:spPr>
      </p:sp>
      <p:sp>
        <p:nvSpPr>
          <p:cNvPr id="2203" name="data_2202">
            <a:extLst xmlns:a="http://schemas.openxmlformats.org/drawingml/2006/main">
              <a:ext uri="{FF2B5EF4-FFF2-40B4-BE49-F238E27FC236}">
                <a16:creationId xmlns:a16="http://schemas.microsoft.com/office/drawing/2014/main" id="{BE954DF5-828B-48A4-B2A5-931DEF3F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556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E85"/>
          </a:solidFill>
          <a:ln xmlns:a="http://schemas.openxmlformats.org/drawingml/2006/main" w="3518">
            <a:solidFill>
              <a:srgbClr val="433E85"/>
            </a:solidFill>
            <a:prstDash val="solid"/>
          </a:ln>
        </p:spPr>
      </p:sp>
      <p:sp>
        <p:nvSpPr>
          <p:cNvPr id="2204" name="data_2203">
            <a:extLst xmlns:a="http://schemas.openxmlformats.org/drawingml/2006/main">
              <a:ext uri="{FF2B5EF4-FFF2-40B4-BE49-F238E27FC236}">
                <a16:creationId xmlns:a16="http://schemas.microsoft.com/office/drawing/2014/main" id="{BA0CBC89-B11F-41CD-92F8-CA171B60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442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D84"/>
          </a:solidFill>
          <a:ln xmlns:a="http://schemas.openxmlformats.org/drawingml/2006/main" w="3518">
            <a:solidFill>
              <a:srgbClr val="433D84"/>
            </a:solidFill>
            <a:prstDash val="solid"/>
          </a:ln>
        </p:spPr>
      </p:sp>
      <p:sp>
        <p:nvSpPr>
          <p:cNvPr id="2205" name="data_2204">
            <a:extLst xmlns:a="http://schemas.openxmlformats.org/drawingml/2006/main">
              <a:ext uri="{FF2B5EF4-FFF2-40B4-BE49-F238E27FC236}">
                <a16:creationId xmlns:a16="http://schemas.microsoft.com/office/drawing/2014/main" id="{4F465148-70A9-4F31-A9E0-938C7F1C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328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B84"/>
          </a:solidFill>
          <a:ln xmlns:a="http://schemas.openxmlformats.org/drawingml/2006/main" w="3518">
            <a:solidFill>
              <a:srgbClr val="443B84"/>
            </a:solidFill>
            <a:prstDash val="solid"/>
          </a:ln>
        </p:spPr>
      </p:sp>
      <p:sp>
        <p:nvSpPr>
          <p:cNvPr id="2206" name="data_2205">
            <a:extLst xmlns:a="http://schemas.openxmlformats.org/drawingml/2006/main">
              <a:ext uri="{FF2B5EF4-FFF2-40B4-BE49-F238E27FC236}">
                <a16:creationId xmlns:a16="http://schemas.microsoft.com/office/drawing/2014/main" id="{DD77B580-ACE9-4BCF-A77B-EC4A0F46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214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A83"/>
          </a:solidFill>
          <a:ln xmlns:a="http://schemas.openxmlformats.org/drawingml/2006/main" w="3518">
            <a:solidFill>
              <a:srgbClr val="443A83"/>
            </a:solidFill>
            <a:prstDash val="solid"/>
          </a:ln>
        </p:spPr>
      </p:sp>
      <p:sp>
        <p:nvSpPr>
          <p:cNvPr id="2207" name="data_2206">
            <a:extLst xmlns:a="http://schemas.openxmlformats.org/drawingml/2006/main">
              <a:ext uri="{FF2B5EF4-FFF2-40B4-BE49-F238E27FC236}">
                <a16:creationId xmlns:a16="http://schemas.microsoft.com/office/drawing/2014/main" id="{6594CF8E-2B1B-497E-98D9-8D703D00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101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983"/>
          </a:solidFill>
          <a:ln xmlns:a="http://schemas.openxmlformats.org/drawingml/2006/main" w="3518">
            <a:solidFill>
              <a:srgbClr val="443983"/>
            </a:solidFill>
            <a:prstDash val="solid"/>
          </a:ln>
        </p:spPr>
      </p:sp>
      <p:sp>
        <p:nvSpPr>
          <p:cNvPr id="2208" name="data_2207">
            <a:extLst xmlns:a="http://schemas.openxmlformats.org/drawingml/2006/main">
              <a:ext uri="{FF2B5EF4-FFF2-40B4-BE49-F238E27FC236}">
                <a16:creationId xmlns:a16="http://schemas.microsoft.com/office/drawing/2014/main" id="{72645591-F1AB-448F-BFBB-232C7DD9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987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882"/>
          </a:solidFill>
          <a:ln xmlns:a="http://schemas.openxmlformats.org/drawingml/2006/main" w="3518">
            <a:solidFill>
              <a:srgbClr val="453882"/>
            </a:solidFill>
            <a:prstDash val="solid"/>
          </a:ln>
        </p:spPr>
      </p:sp>
      <p:sp>
        <p:nvSpPr>
          <p:cNvPr id="2209" name="data_2208">
            <a:extLst xmlns:a="http://schemas.openxmlformats.org/drawingml/2006/main">
              <a:ext uri="{FF2B5EF4-FFF2-40B4-BE49-F238E27FC236}">
                <a16:creationId xmlns:a16="http://schemas.microsoft.com/office/drawing/2014/main" id="{7012C5EA-8A13-4A76-9B7C-030D992D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873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781"/>
          </a:solidFill>
          <a:ln xmlns:a="http://schemas.openxmlformats.org/drawingml/2006/main" w="3518">
            <a:solidFill>
              <a:srgbClr val="453781"/>
            </a:solidFill>
            <a:prstDash val="solid"/>
          </a:ln>
        </p:spPr>
      </p:sp>
      <p:sp>
        <p:nvSpPr>
          <p:cNvPr id="2210" name="data_2209">
            <a:extLst xmlns:a="http://schemas.openxmlformats.org/drawingml/2006/main">
              <a:ext uri="{FF2B5EF4-FFF2-40B4-BE49-F238E27FC236}">
                <a16:creationId xmlns:a16="http://schemas.microsoft.com/office/drawing/2014/main" id="{E935A633-EFAB-46F3-8155-47F10546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759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581"/>
          </a:solidFill>
          <a:ln xmlns:a="http://schemas.openxmlformats.org/drawingml/2006/main" w="3518">
            <a:solidFill>
              <a:srgbClr val="453581"/>
            </a:solidFill>
            <a:prstDash val="solid"/>
          </a:ln>
        </p:spPr>
      </p:sp>
      <p:sp>
        <p:nvSpPr>
          <p:cNvPr id="2211" name="data_2210">
            <a:extLst xmlns:a="http://schemas.openxmlformats.org/drawingml/2006/main">
              <a:ext uri="{FF2B5EF4-FFF2-40B4-BE49-F238E27FC236}">
                <a16:creationId xmlns:a16="http://schemas.microsoft.com/office/drawing/2014/main" id="{579B67A2-8C9C-4137-9A11-1F5BF08C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645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480"/>
          </a:solidFill>
          <a:ln xmlns:a="http://schemas.openxmlformats.org/drawingml/2006/main" w="3518">
            <a:solidFill>
              <a:srgbClr val="463480"/>
            </a:solidFill>
            <a:prstDash val="solid"/>
          </a:ln>
        </p:spPr>
      </p:sp>
      <p:sp>
        <p:nvSpPr>
          <p:cNvPr id="2212" name="data_2211">
            <a:extLst xmlns:a="http://schemas.openxmlformats.org/drawingml/2006/main">
              <a:ext uri="{FF2B5EF4-FFF2-40B4-BE49-F238E27FC236}">
                <a16:creationId xmlns:a16="http://schemas.microsoft.com/office/drawing/2014/main" id="{C5C1568E-CAFD-4074-B2B5-7CD69D68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531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37F"/>
          </a:solidFill>
          <a:ln xmlns:a="http://schemas.openxmlformats.org/drawingml/2006/main" w="3518">
            <a:solidFill>
              <a:srgbClr val="46337F"/>
            </a:solidFill>
            <a:prstDash val="solid"/>
          </a:ln>
        </p:spPr>
      </p:sp>
      <p:sp>
        <p:nvSpPr>
          <p:cNvPr id="2213" name="data_2212">
            <a:extLst xmlns:a="http://schemas.openxmlformats.org/drawingml/2006/main">
              <a:ext uri="{FF2B5EF4-FFF2-40B4-BE49-F238E27FC236}">
                <a16:creationId xmlns:a16="http://schemas.microsoft.com/office/drawing/2014/main" id="{66696683-2CF7-4119-B664-D0249F92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418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27E"/>
          </a:solidFill>
          <a:ln xmlns:a="http://schemas.openxmlformats.org/drawingml/2006/main" w="3518">
            <a:solidFill>
              <a:srgbClr val="46327E"/>
            </a:solidFill>
            <a:prstDash val="solid"/>
          </a:ln>
        </p:spPr>
      </p:sp>
      <p:sp>
        <p:nvSpPr>
          <p:cNvPr id="2214" name="data_2213">
            <a:extLst xmlns:a="http://schemas.openxmlformats.org/drawingml/2006/main">
              <a:ext uri="{FF2B5EF4-FFF2-40B4-BE49-F238E27FC236}">
                <a16:creationId xmlns:a16="http://schemas.microsoft.com/office/drawing/2014/main" id="{2284D589-8501-422D-AB35-90E00DAB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304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07E"/>
          </a:solidFill>
          <a:ln xmlns:a="http://schemas.openxmlformats.org/drawingml/2006/main" w="3518">
            <a:solidFill>
              <a:srgbClr val="46307E"/>
            </a:solidFill>
            <a:prstDash val="solid"/>
          </a:ln>
        </p:spPr>
      </p:sp>
      <p:sp>
        <p:nvSpPr>
          <p:cNvPr id="2215" name="data_2214">
            <a:extLst xmlns:a="http://schemas.openxmlformats.org/drawingml/2006/main">
              <a:ext uri="{FF2B5EF4-FFF2-40B4-BE49-F238E27FC236}">
                <a16:creationId xmlns:a16="http://schemas.microsoft.com/office/drawing/2014/main" id="{79D6E1B4-54BD-42F7-A047-CC5B26F1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190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F7D"/>
          </a:solidFill>
          <a:ln xmlns:a="http://schemas.openxmlformats.org/drawingml/2006/main" w="3518">
            <a:solidFill>
              <a:srgbClr val="472F7D"/>
            </a:solidFill>
            <a:prstDash val="solid"/>
          </a:ln>
        </p:spPr>
      </p:sp>
      <p:sp>
        <p:nvSpPr>
          <p:cNvPr id="2216" name="data_2215">
            <a:extLst xmlns:a="http://schemas.openxmlformats.org/drawingml/2006/main">
              <a:ext uri="{FF2B5EF4-FFF2-40B4-BE49-F238E27FC236}">
                <a16:creationId xmlns:a16="http://schemas.microsoft.com/office/drawing/2014/main" id="{DE2C4F02-8C74-4CDA-91EB-31296086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076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E7C"/>
          </a:solidFill>
          <a:ln xmlns:a="http://schemas.openxmlformats.org/drawingml/2006/main" w="3518">
            <a:solidFill>
              <a:srgbClr val="472E7C"/>
            </a:solidFill>
            <a:prstDash val="solid"/>
          </a:ln>
        </p:spPr>
      </p:sp>
      <p:sp>
        <p:nvSpPr>
          <p:cNvPr id="2217" name="data_2216">
            <a:extLst xmlns:a="http://schemas.openxmlformats.org/drawingml/2006/main">
              <a:ext uri="{FF2B5EF4-FFF2-40B4-BE49-F238E27FC236}">
                <a16:creationId xmlns:a16="http://schemas.microsoft.com/office/drawing/2014/main" id="{7BFBD3E5-9E93-4FFD-8614-2918CAC0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962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D7B"/>
          </a:solidFill>
          <a:ln xmlns:a="http://schemas.openxmlformats.org/drawingml/2006/main" w="3518">
            <a:solidFill>
              <a:srgbClr val="472D7B"/>
            </a:solidFill>
            <a:prstDash val="solid"/>
          </a:ln>
        </p:spPr>
      </p:sp>
      <p:sp>
        <p:nvSpPr>
          <p:cNvPr id="2218" name="data_2217">
            <a:extLst xmlns:a="http://schemas.openxmlformats.org/drawingml/2006/main">
              <a:ext uri="{FF2B5EF4-FFF2-40B4-BE49-F238E27FC236}">
                <a16:creationId xmlns:a16="http://schemas.microsoft.com/office/drawing/2014/main" id="{21A4E9ED-A25A-479C-A6B1-0241BFF2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849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C7A"/>
          </a:solidFill>
          <a:ln xmlns:a="http://schemas.openxmlformats.org/drawingml/2006/main" w="3518">
            <a:solidFill>
              <a:srgbClr val="472C7A"/>
            </a:solidFill>
            <a:prstDash val="solid"/>
          </a:ln>
        </p:spPr>
      </p:sp>
      <p:sp>
        <p:nvSpPr>
          <p:cNvPr id="2219" name="data_2218">
            <a:extLst xmlns:a="http://schemas.openxmlformats.org/drawingml/2006/main">
              <a:ext uri="{FF2B5EF4-FFF2-40B4-BE49-F238E27FC236}">
                <a16:creationId xmlns:a16="http://schemas.microsoft.com/office/drawing/2014/main" id="{A03DF80A-A0C3-4456-A7E3-AE50BA2D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735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A7A"/>
          </a:solidFill>
          <a:ln xmlns:a="http://schemas.openxmlformats.org/drawingml/2006/main" w="3518">
            <a:solidFill>
              <a:srgbClr val="472A7A"/>
            </a:solidFill>
            <a:prstDash val="solid"/>
          </a:ln>
        </p:spPr>
      </p:sp>
      <p:sp>
        <p:nvSpPr>
          <p:cNvPr id="2220" name="data_2219">
            <a:extLst xmlns:a="http://schemas.openxmlformats.org/drawingml/2006/main">
              <a:ext uri="{FF2B5EF4-FFF2-40B4-BE49-F238E27FC236}">
                <a16:creationId xmlns:a16="http://schemas.microsoft.com/office/drawing/2014/main" id="{AED5554D-E438-4B27-A693-441C28F3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621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979"/>
          </a:solidFill>
          <a:ln xmlns:a="http://schemas.openxmlformats.org/drawingml/2006/main" w="3518">
            <a:solidFill>
              <a:srgbClr val="482979"/>
            </a:solidFill>
            <a:prstDash val="solid"/>
          </a:ln>
        </p:spPr>
      </p:sp>
      <p:sp>
        <p:nvSpPr>
          <p:cNvPr id="2221" name="data_2220">
            <a:extLst xmlns:a="http://schemas.openxmlformats.org/drawingml/2006/main">
              <a:ext uri="{FF2B5EF4-FFF2-40B4-BE49-F238E27FC236}">
                <a16:creationId xmlns:a16="http://schemas.microsoft.com/office/drawing/2014/main" id="{F1B2D22F-DC16-4215-B2C0-2FF14497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507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878"/>
          </a:solidFill>
          <a:ln xmlns:a="http://schemas.openxmlformats.org/drawingml/2006/main" w="3518">
            <a:solidFill>
              <a:srgbClr val="482878"/>
            </a:solidFill>
            <a:prstDash val="solid"/>
          </a:ln>
        </p:spPr>
      </p:sp>
      <p:sp>
        <p:nvSpPr>
          <p:cNvPr id="2222" name="data_2221">
            <a:extLst xmlns:a="http://schemas.openxmlformats.org/drawingml/2006/main">
              <a:ext uri="{FF2B5EF4-FFF2-40B4-BE49-F238E27FC236}">
                <a16:creationId xmlns:a16="http://schemas.microsoft.com/office/drawing/2014/main" id="{B726CF4D-A5AC-4B85-8200-153DA59E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393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677"/>
          </a:solidFill>
          <a:ln xmlns:a="http://schemas.openxmlformats.org/drawingml/2006/main" w="3518">
            <a:solidFill>
              <a:srgbClr val="482677"/>
            </a:solidFill>
            <a:prstDash val="solid"/>
          </a:ln>
        </p:spPr>
      </p:sp>
      <p:sp>
        <p:nvSpPr>
          <p:cNvPr id="2223" name="data_2222">
            <a:extLst xmlns:a="http://schemas.openxmlformats.org/drawingml/2006/main">
              <a:ext uri="{FF2B5EF4-FFF2-40B4-BE49-F238E27FC236}">
                <a16:creationId xmlns:a16="http://schemas.microsoft.com/office/drawing/2014/main" id="{F7290F3E-5429-4A25-8BA9-62AFEC9E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280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576"/>
          </a:solidFill>
          <a:ln xmlns:a="http://schemas.openxmlformats.org/drawingml/2006/main" w="3518">
            <a:solidFill>
              <a:srgbClr val="482576"/>
            </a:solidFill>
            <a:prstDash val="solid"/>
          </a:ln>
        </p:spPr>
      </p:sp>
      <p:sp>
        <p:nvSpPr>
          <p:cNvPr id="2224" name="data_2223">
            <a:extLst xmlns:a="http://schemas.openxmlformats.org/drawingml/2006/main">
              <a:ext uri="{FF2B5EF4-FFF2-40B4-BE49-F238E27FC236}">
                <a16:creationId xmlns:a16="http://schemas.microsoft.com/office/drawing/2014/main" id="{7DB6302D-9206-4A9B-A0F3-3ED9ED7B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166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475"/>
          </a:solidFill>
          <a:ln xmlns:a="http://schemas.openxmlformats.org/drawingml/2006/main" w="3518">
            <a:solidFill>
              <a:srgbClr val="482475"/>
            </a:solidFill>
            <a:prstDash val="solid"/>
          </a:ln>
        </p:spPr>
      </p:sp>
      <p:sp>
        <p:nvSpPr>
          <p:cNvPr id="2225" name="data_2224">
            <a:extLst xmlns:a="http://schemas.openxmlformats.org/drawingml/2006/main">
              <a:ext uri="{FF2B5EF4-FFF2-40B4-BE49-F238E27FC236}">
                <a16:creationId xmlns:a16="http://schemas.microsoft.com/office/drawing/2014/main" id="{90EE439E-0449-402D-AC7E-B4D09027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052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374"/>
          </a:solidFill>
          <a:ln xmlns:a="http://schemas.openxmlformats.org/drawingml/2006/main" w="3518">
            <a:solidFill>
              <a:srgbClr val="482374"/>
            </a:solidFill>
            <a:prstDash val="solid"/>
          </a:ln>
        </p:spPr>
      </p:sp>
      <p:sp>
        <p:nvSpPr>
          <p:cNvPr id="2226" name="data_2225">
            <a:extLst xmlns:a="http://schemas.openxmlformats.org/drawingml/2006/main">
              <a:ext uri="{FF2B5EF4-FFF2-40B4-BE49-F238E27FC236}">
                <a16:creationId xmlns:a16="http://schemas.microsoft.com/office/drawing/2014/main" id="{9113E8EE-C620-40C5-9DB8-57252284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938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173"/>
          </a:solidFill>
          <a:ln xmlns:a="http://schemas.openxmlformats.org/drawingml/2006/main" w="3518">
            <a:solidFill>
              <a:srgbClr val="482173"/>
            </a:solidFill>
            <a:prstDash val="solid"/>
          </a:ln>
        </p:spPr>
      </p:sp>
      <p:sp>
        <p:nvSpPr>
          <p:cNvPr id="2227" name="data_2226">
            <a:extLst xmlns:a="http://schemas.openxmlformats.org/drawingml/2006/main">
              <a:ext uri="{FF2B5EF4-FFF2-40B4-BE49-F238E27FC236}">
                <a16:creationId xmlns:a16="http://schemas.microsoft.com/office/drawing/2014/main" id="{D321CBAE-8E62-419A-8498-B24A7812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824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071"/>
          </a:solidFill>
          <a:ln xmlns:a="http://schemas.openxmlformats.org/drawingml/2006/main" w="3518">
            <a:solidFill>
              <a:srgbClr val="482071"/>
            </a:solidFill>
            <a:prstDash val="solid"/>
          </a:ln>
        </p:spPr>
      </p:sp>
      <p:sp>
        <p:nvSpPr>
          <p:cNvPr id="2228" name="data_2227">
            <a:extLst xmlns:a="http://schemas.openxmlformats.org/drawingml/2006/main">
              <a:ext uri="{FF2B5EF4-FFF2-40B4-BE49-F238E27FC236}">
                <a16:creationId xmlns:a16="http://schemas.microsoft.com/office/drawing/2014/main" id="{CDD521E1-00A9-4DC2-B724-62734032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711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F70"/>
          </a:solidFill>
          <a:ln xmlns:a="http://schemas.openxmlformats.org/drawingml/2006/main" w="3518">
            <a:solidFill>
              <a:srgbClr val="481F70"/>
            </a:solidFill>
            <a:prstDash val="solid"/>
          </a:ln>
        </p:spPr>
      </p:sp>
      <p:sp>
        <p:nvSpPr>
          <p:cNvPr id="2229" name="data_2228">
            <a:extLst xmlns:a="http://schemas.openxmlformats.org/drawingml/2006/main">
              <a:ext uri="{FF2B5EF4-FFF2-40B4-BE49-F238E27FC236}">
                <a16:creationId xmlns:a16="http://schemas.microsoft.com/office/drawing/2014/main" id="{D6848F0F-9713-4A5C-AE6D-8DDC289E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597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D6F"/>
          </a:solidFill>
          <a:ln xmlns:a="http://schemas.openxmlformats.org/drawingml/2006/main" w="3518">
            <a:solidFill>
              <a:srgbClr val="481D6F"/>
            </a:solidFill>
            <a:prstDash val="solid"/>
          </a:ln>
        </p:spPr>
      </p:sp>
      <p:sp>
        <p:nvSpPr>
          <p:cNvPr id="2230" name="data_2229">
            <a:extLst xmlns:a="http://schemas.openxmlformats.org/drawingml/2006/main">
              <a:ext uri="{FF2B5EF4-FFF2-40B4-BE49-F238E27FC236}">
                <a16:creationId xmlns:a16="http://schemas.microsoft.com/office/drawing/2014/main" id="{2E78F0A5-512C-40F2-8103-D45B90DE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483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C6E"/>
          </a:solidFill>
          <a:ln xmlns:a="http://schemas.openxmlformats.org/drawingml/2006/main" w="3518">
            <a:solidFill>
              <a:srgbClr val="481C6E"/>
            </a:solidFill>
            <a:prstDash val="solid"/>
          </a:ln>
        </p:spPr>
      </p:sp>
      <p:sp>
        <p:nvSpPr>
          <p:cNvPr id="2231" name="data_2230">
            <a:extLst xmlns:a="http://schemas.openxmlformats.org/drawingml/2006/main">
              <a:ext uri="{FF2B5EF4-FFF2-40B4-BE49-F238E27FC236}">
                <a16:creationId xmlns:a16="http://schemas.microsoft.com/office/drawing/2014/main" id="{CBAF62AE-AC41-4B4A-8952-4E5F14F5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369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B6D"/>
          </a:solidFill>
          <a:ln xmlns:a="http://schemas.openxmlformats.org/drawingml/2006/main" w="3518">
            <a:solidFill>
              <a:srgbClr val="481B6D"/>
            </a:solidFill>
            <a:prstDash val="solid"/>
          </a:ln>
        </p:spPr>
      </p:sp>
      <p:sp>
        <p:nvSpPr>
          <p:cNvPr id="2232" name="data_2231">
            <a:extLst xmlns:a="http://schemas.openxmlformats.org/drawingml/2006/main">
              <a:ext uri="{FF2B5EF4-FFF2-40B4-BE49-F238E27FC236}">
                <a16:creationId xmlns:a16="http://schemas.microsoft.com/office/drawing/2014/main" id="{948335BE-4C62-45C0-B2B5-ABF1BA1E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255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A6C"/>
          </a:solidFill>
          <a:ln xmlns:a="http://schemas.openxmlformats.org/drawingml/2006/main" w="3518">
            <a:solidFill>
              <a:srgbClr val="481A6C"/>
            </a:solidFill>
            <a:prstDash val="solid"/>
          </a:ln>
        </p:spPr>
      </p:sp>
      <p:sp>
        <p:nvSpPr>
          <p:cNvPr id="2233" name="data_2232">
            <a:extLst xmlns:a="http://schemas.openxmlformats.org/drawingml/2006/main">
              <a:ext uri="{FF2B5EF4-FFF2-40B4-BE49-F238E27FC236}">
                <a16:creationId xmlns:a16="http://schemas.microsoft.com/office/drawing/2014/main" id="{8694503C-3455-40DA-A73E-DA6EEC7B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141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86A"/>
          </a:solidFill>
          <a:ln xmlns:a="http://schemas.openxmlformats.org/drawingml/2006/main" w="3518">
            <a:solidFill>
              <a:srgbClr val="48186A"/>
            </a:solidFill>
            <a:prstDash val="solid"/>
          </a:ln>
        </p:spPr>
      </p:sp>
      <p:sp>
        <p:nvSpPr>
          <p:cNvPr id="2234" name="data_2233">
            <a:extLst xmlns:a="http://schemas.openxmlformats.org/drawingml/2006/main">
              <a:ext uri="{FF2B5EF4-FFF2-40B4-BE49-F238E27FC236}">
                <a16:creationId xmlns:a16="http://schemas.microsoft.com/office/drawing/2014/main" id="{350CEE7D-9A73-4F5D-BE62-0753F771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028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769"/>
          </a:solidFill>
          <a:ln xmlns:a="http://schemas.openxmlformats.org/drawingml/2006/main" w="3518">
            <a:solidFill>
              <a:srgbClr val="481769"/>
            </a:solidFill>
            <a:prstDash val="solid"/>
          </a:ln>
        </p:spPr>
      </p:sp>
      <p:sp>
        <p:nvSpPr>
          <p:cNvPr id="2235" name="data_2234">
            <a:extLst xmlns:a="http://schemas.openxmlformats.org/drawingml/2006/main">
              <a:ext uri="{FF2B5EF4-FFF2-40B4-BE49-F238E27FC236}">
                <a16:creationId xmlns:a16="http://schemas.microsoft.com/office/drawing/2014/main" id="{A1B56479-BCFF-4BFC-93EA-02DD82F0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914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668"/>
          </a:solidFill>
          <a:ln xmlns:a="http://schemas.openxmlformats.org/drawingml/2006/main" w="3518">
            <a:solidFill>
              <a:srgbClr val="481668"/>
            </a:solidFill>
            <a:prstDash val="solid"/>
          </a:ln>
        </p:spPr>
      </p:sp>
      <p:sp>
        <p:nvSpPr>
          <p:cNvPr id="2236" name="data_2235">
            <a:extLst xmlns:a="http://schemas.openxmlformats.org/drawingml/2006/main">
              <a:ext uri="{FF2B5EF4-FFF2-40B4-BE49-F238E27FC236}">
                <a16:creationId xmlns:a16="http://schemas.microsoft.com/office/drawing/2014/main" id="{2214D425-113F-4D99-AC85-5084FC04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800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467"/>
          </a:solidFill>
          <a:ln xmlns:a="http://schemas.openxmlformats.org/drawingml/2006/main" w="3518">
            <a:solidFill>
              <a:srgbClr val="481467"/>
            </a:solidFill>
            <a:prstDash val="solid"/>
          </a:ln>
        </p:spPr>
      </p:sp>
      <p:sp>
        <p:nvSpPr>
          <p:cNvPr id="2237" name="data_2236">
            <a:extLst xmlns:a="http://schemas.openxmlformats.org/drawingml/2006/main">
              <a:ext uri="{FF2B5EF4-FFF2-40B4-BE49-F238E27FC236}">
                <a16:creationId xmlns:a16="http://schemas.microsoft.com/office/drawing/2014/main" id="{4EEAB54B-B7C1-4A00-AA51-A24920BD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686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365"/>
          </a:solidFill>
          <a:ln xmlns:a="http://schemas.openxmlformats.org/drawingml/2006/main" w="3518">
            <a:solidFill>
              <a:srgbClr val="471365"/>
            </a:solidFill>
            <a:prstDash val="solid"/>
          </a:ln>
        </p:spPr>
      </p:sp>
      <p:sp>
        <p:nvSpPr>
          <p:cNvPr id="2238" name="data_2237">
            <a:extLst xmlns:a="http://schemas.openxmlformats.org/drawingml/2006/main">
              <a:ext uri="{FF2B5EF4-FFF2-40B4-BE49-F238E27FC236}">
                <a16:creationId xmlns:a16="http://schemas.microsoft.com/office/drawing/2014/main" id="{7E9DF184-ECE5-45A7-8C31-341ADD05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572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164"/>
          </a:solidFill>
          <a:ln xmlns:a="http://schemas.openxmlformats.org/drawingml/2006/main" w="3518">
            <a:solidFill>
              <a:srgbClr val="471164"/>
            </a:solidFill>
            <a:prstDash val="solid"/>
          </a:ln>
        </p:spPr>
      </p:sp>
      <p:sp>
        <p:nvSpPr>
          <p:cNvPr id="2239" name="data_2238">
            <a:extLst xmlns:a="http://schemas.openxmlformats.org/drawingml/2006/main">
              <a:ext uri="{FF2B5EF4-FFF2-40B4-BE49-F238E27FC236}">
                <a16:creationId xmlns:a16="http://schemas.microsoft.com/office/drawing/2014/main" id="{C45A76F8-9687-4AFE-BD77-64E82949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459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063"/>
          </a:solidFill>
          <a:ln xmlns:a="http://schemas.openxmlformats.org/drawingml/2006/main" w="3518">
            <a:solidFill>
              <a:srgbClr val="471063"/>
            </a:solidFill>
            <a:prstDash val="solid"/>
          </a:ln>
        </p:spPr>
      </p:sp>
      <p:sp>
        <p:nvSpPr>
          <p:cNvPr id="2240" name="data_2239">
            <a:extLst xmlns:a="http://schemas.openxmlformats.org/drawingml/2006/main">
              <a:ext uri="{FF2B5EF4-FFF2-40B4-BE49-F238E27FC236}">
                <a16:creationId xmlns:a16="http://schemas.microsoft.com/office/drawing/2014/main" id="{C8B1E5A7-7E41-4EA6-8B93-5C54733E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345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E61"/>
          </a:solidFill>
          <a:ln xmlns:a="http://schemas.openxmlformats.org/drawingml/2006/main" w="3518">
            <a:solidFill>
              <a:srgbClr val="470E61"/>
            </a:solidFill>
            <a:prstDash val="solid"/>
          </a:ln>
        </p:spPr>
      </p:sp>
      <p:sp>
        <p:nvSpPr>
          <p:cNvPr id="2241" name="data_2240">
            <a:extLst xmlns:a="http://schemas.openxmlformats.org/drawingml/2006/main">
              <a:ext uri="{FF2B5EF4-FFF2-40B4-BE49-F238E27FC236}">
                <a16:creationId xmlns:a16="http://schemas.microsoft.com/office/drawing/2014/main" id="{B96275C9-F6D1-40B7-B4E5-29D98A24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231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D60"/>
          </a:solidFill>
          <a:ln xmlns:a="http://schemas.openxmlformats.org/drawingml/2006/main" w="3518">
            <a:solidFill>
              <a:srgbClr val="470D60"/>
            </a:solidFill>
            <a:prstDash val="solid"/>
          </a:ln>
        </p:spPr>
      </p:sp>
      <p:sp>
        <p:nvSpPr>
          <p:cNvPr id="2242" name="data_2241">
            <a:extLst xmlns:a="http://schemas.openxmlformats.org/drawingml/2006/main">
              <a:ext uri="{FF2B5EF4-FFF2-40B4-BE49-F238E27FC236}">
                <a16:creationId xmlns:a16="http://schemas.microsoft.com/office/drawing/2014/main" id="{3BE84343-028D-4060-B26F-D82727DA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117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B5E"/>
          </a:solidFill>
          <a:ln xmlns:a="http://schemas.openxmlformats.org/drawingml/2006/main" w="3518">
            <a:solidFill>
              <a:srgbClr val="460B5E"/>
            </a:solidFill>
            <a:prstDash val="solid"/>
          </a:ln>
        </p:spPr>
      </p:sp>
      <p:sp>
        <p:nvSpPr>
          <p:cNvPr id="2243" name="data_2242">
            <a:extLst xmlns:a="http://schemas.openxmlformats.org/drawingml/2006/main">
              <a:ext uri="{FF2B5EF4-FFF2-40B4-BE49-F238E27FC236}">
                <a16:creationId xmlns:a16="http://schemas.microsoft.com/office/drawing/2014/main" id="{EA2F97EF-D356-4E75-8E4C-34D596E9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003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A5D"/>
          </a:solidFill>
          <a:ln xmlns:a="http://schemas.openxmlformats.org/drawingml/2006/main" w="3518">
            <a:solidFill>
              <a:srgbClr val="460A5D"/>
            </a:solidFill>
            <a:prstDash val="solid"/>
          </a:ln>
        </p:spPr>
      </p:sp>
      <p:sp>
        <p:nvSpPr>
          <p:cNvPr id="2244" name="data_2243">
            <a:extLst xmlns:a="http://schemas.openxmlformats.org/drawingml/2006/main">
              <a:ext uri="{FF2B5EF4-FFF2-40B4-BE49-F238E27FC236}">
                <a16:creationId xmlns:a16="http://schemas.microsoft.com/office/drawing/2014/main" id="{3040DD2D-AFCA-4EA4-8D15-C105DB93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890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85C"/>
          </a:solidFill>
          <a:ln xmlns:a="http://schemas.openxmlformats.org/drawingml/2006/main" w="3518">
            <a:solidFill>
              <a:srgbClr val="46085C"/>
            </a:solidFill>
            <a:prstDash val="solid"/>
          </a:ln>
        </p:spPr>
      </p:sp>
      <p:sp>
        <p:nvSpPr>
          <p:cNvPr id="2245" name="data_2244">
            <a:extLst xmlns:a="http://schemas.openxmlformats.org/drawingml/2006/main">
              <a:ext uri="{FF2B5EF4-FFF2-40B4-BE49-F238E27FC236}">
                <a16:creationId xmlns:a16="http://schemas.microsoft.com/office/drawing/2014/main" id="{735FE90E-D616-4D09-AFC3-6CC4E26A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776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75A"/>
          </a:solidFill>
          <a:ln xmlns:a="http://schemas.openxmlformats.org/drawingml/2006/main" w="3518">
            <a:solidFill>
              <a:srgbClr val="46075A"/>
            </a:solidFill>
            <a:prstDash val="solid"/>
          </a:ln>
        </p:spPr>
      </p:sp>
      <p:sp>
        <p:nvSpPr>
          <p:cNvPr id="2246" name="data_2245">
            <a:extLst xmlns:a="http://schemas.openxmlformats.org/drawingml/2006/main">
              <a:ext uri="{FF2B5EF4-FFF2-40B4-BE49-F238E27FC236}">
                <a16:creationId xmlns:a16="http://schemas.microsoft.com/office/drawing/2014/main" id="{BCD10EC0-8916-49B4-AB8C-414B7926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662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559"/>
          </a:solidFill>
          <a:ln xmlns:a="http://schemas.openxmlformats.org/drawingml/2006/main" w="3518">
            <a:solidFill>
              <a:srgbClr val="450559"/>
            </a:solidFill>
            <a:prstDash val="solid"/>
          </a:ln>
        </p:spPr>
      </p:sp>
      <p:sp>
        <p:nvSpPr>
          <p:cNvPr id="2247" name="data_2246">
            <a:extLst xmlns:a="http://schemas.openxmlformats.org/drawingml/2006/main">
              <a:ext uri="{FF2B5EF4-FFF2-40B4-BE49-F238E27FC236}">
                <a16:creationId xmlns:a16="http://schemas.microsoft.com/office/drawing/2014/main" id="{E86ABA05-FE72-4196-8DB9-01DB35D9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548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457"/>
          </a:solidFill>
          <a:ln xmlns:a="http://schemas.openxmlformats.org/drawingml/2006/main" w="3518">
            <a:solidFill>
              <a:srgbClr val="450457"/>
            </a:solidFill>
            <a:prstDash val="solid"/>
          </a:ln>
        </p:spPr>
      </p:sp>
      <p:sp>
        <p:nvSpPr>
          <p:cNvPr id="2248" name="data_2247">
            <a:extLst xmlns:a="http://schemas.openxmlformats.org/drawingml/2006/main">
              <a:ext uri="{FF2B5EF4-FFF2-40B4-BE49-F238E27FC236}">
                <a16:creationId xmlns:a16="http://schemas.microsoft.com/office/drawing/2014/main" id="{BD6D0DF9-14B2-415B-8096-D0DA69C0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434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256"/>
          </a:solidFill>
          <a:ln xmlns:a="http://schemas.openxmlformats.org/drawingml/2006/main" w="3518">
            <a:solidFill>
              <a:srgbClr val="440256"/>
            </a:solidFill>
            <a:prstDash val="solid"/>
          </a:ln>
        </p:spPr>
      </p:sp>
      <p:sp>
        <p:nvSpPr>
          <p:cNvPr id="2249" name="data_2248">
            <a:extLst xmlns:a="http://schemas.openxmlformats.org/drawingml/2006/main">
              <a:ext uri="{FF2B5EF4-FFF2-40B4-BE49-F238E27FC236}">
                <a16:creationId xmlns:a16="http://schemas.microsoft.com/office/drawing/2014/main" id="{69691F79-A0B6-4996-8D66-3AD72A61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320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154"/>
          </a:solidFill>
          <a:ln xmlns:a="http://schemas.openxmlformats.org/drawingml/2006/main" w="3518">
            <a:solidFill>
              <a:srgbClr val="440154"/>
            </a:solidFill>
            <a:prstDash val="solid"/>
          </a:ln>
        </p:spPr>
      </p:sp>
      <p:sp>
        <p:nvSpPr>
          <p:cNvPr id="2250" name="data_2249">
            <a:extLst xmlns:a="http://schemas.openxmlformats.org/drawingml/2006/main">
              <a:ext uri="{FF2B5EF4-FFF2-40B4-BE49-F238E27FC236}">
                <a16:creationId xmlns:a16="http://schemas.microsoft.com/office/drawing/2014/main" id="{E3E9E438-648C-4C0D-8773-417EA6E1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7545649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1" name="text_2250">
            <a:extLst xmlns:a="http://schemas.openxmlformats.org/drawingml/2006/main">
              <a:ext uri="{FF2B5EF4-FFF2-40B4-BE49-F238E27FC236}">
                <a16:creationId xmlns:a16="http://schemas.microsoft.com/office/drawing/2014/main" id="{A25DFDAF-F36F-4C0C-BA10-8CE95E4A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7489454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252" name="data_2251">
            <a:extLst xmlns:a="http://schemas.openxmlformats.org/drawingml/2006/main">
              <a:ext uri="{FF2B5EF4-FFF2-40B4-BE49-F238E27FC236}">
                <a16:creationId xmlns:a16="http://schemas.microsoft.com/office/drawing/2014/main" id="{3E960EF6-2665-4EE5-9A41-F33D109B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6574465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3" name="text_2252">
            <a:extLst xmlns:a="http://schemas.openxmlformats.org/drawingml/2006/main">
              <a:ext uri="{FF2B5EF4-FFF2-40B4-BE49-F238E27FC236}">
                <a16:creationId xmlns:a16="http://schemas.microsoft.com/office/drawing/2014/main" id="{D6E03058-E7A7-4101-A4CC-5DDC03F9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6518270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254" name="data_2253">
            <a:extLst xmlns:a="http://schemas.openxmlformats.org/drawingml/2006/main">
              <a:ext uri="{FF2B5EF4-FFF2-40B4-BE49-F238E27FC236}">
                <a16:creationId xmlns:a16="http://schemas.microsoft.com/office/drawing/2014/main" id="{0700CA7C-3A01-409D-A40B-D06D0FBA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5603281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5" name="text_2254">
            <a:extLst xmlns:a="http://schemas.openxmlformats.org/drawingml/2006/main">
              <a:ext uri="{FF2B5EF4-FFF2-40B4-BE49-F238E27FC236}">
                <a16:creationId xmlns:a16="http://schemas.microsoft.com/office/drawing/2014/main" id="{274F6BC8-6A9D-4DB2-9DB2-79CAD142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5547086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256" name="data_2255">
            <a:extLst xmlns:a="http://schemas.openxmlformats.org/drawingml/2006/main">
              <a:ext uri="{FF2B5EF4-FFF2-40B4-BE49-F238E27FC236}">
                <a16:creationId xmlns:a16="http://schemas.microsoft.com/office/drawing/2014/main" id="{0E8C929C-C2A6-411E-87C1-2A67359D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4632097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7" name="text_2256">
            <a:extLst xmlns:a="http://schemas.openxmlformats.org/drawingml/2006/main">
              <a:ext uri="{FF2B5EF4-FFF2-40B4-BE49-F238E27FC236}">
                <a16:creationId xmlns:a16="http://schemas.microsoft.com/office/drawing/2014/main" id="{B4903771-D20D-4A63-9C54-E738675A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4575902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258" name="text_2257">
            <a:extLst xmlns:a="http://schemas.openxmlformats.org/drawingml/2006/main">
              <a:ext uri="{FF2B5EF4-FFF2-40B4-BE49-F238E27FC236}">
                <a16:creationId xmlns:a16="http://schemas.microsoft.com/office/drawing/2014/main" id="{51F39E55-8394-45BB-A20B-C1483513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258526" y="6008611"/>
            <a:ext cx="746179" cy="1605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259" name="data_2258">
            <a:extLst xmlns:a="http://schemas.openxmlformats.org/drawingml/2006/main">
              <a:ext uri="{FF2B5EF4-FFF2-40B4-BE49-F238E27FC236}">
                <a16:creationId xmlns:a16="http://schemas.microsoft.com/office/drawing/2014/main" id="{A498BD5B-44A1-4A72-8974-93B40B1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0" name="data_2259">
            <a:extLst xmlns:a="http://schemas.openxmlformats.org/drawingml/2006/main">
              <a:ext uri="{FF2B5EF4-FFF2-40B4-BE49-F238E27FC236}">
                <a16:creationId xmlns:a16="http://schemas.microsoft.com/office/drawing/2014/main" id="{4B3B8BFA-D2D3-47D4-AE21-3440EDF4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61" name="text_2260">
            <a:extLst xmlns:a="http://schemas.openxmlformats.org/drawingml/2006/main">
              <a:ext uri="{FF2B5EF4-FFF2-40B4-BE49-F238E27FC236}">
                <a16:creationId xmlns:a16="http://schemas.microsoft.com/office/drawing/2014/main" id="{C07E2ABE-8921-4DC7-AC86-D2D02529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896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62" name="data_2261">
            <a:extLst xmlns:a="http://schemas.openxmlformats.org/drawingml/2006/main">
              <a:ext uri="{FF2B5EF4-FFF2-40B4-BE49-F238E27FC236}">
                <a16:creationId xmlns:a16="http://schemas.microsoft.com/office/drawing/2014/main" id="{D44FFAB5-759A-45B1-8918-D7D87970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848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63" name="text_2262">
            <a:extLst xmlns:a="http://schemas.openxmlformats.org/drawingml/2006/main">
              <a:ext uri="{FF2B5EF4-FFF2-40B4-BE49-F238E27FC236}">
                <a16:creationId xmlns:a16="http://schemas.microsoft.com/office/drawing/2014/main" id="{9BA21C71-9D13-483B-98B1-E6AA6447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72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64" name="data_2263">
            <a:extLst xmlns:a="http://schemas.openxmlformats.org/drawingml/2006/main">
              <a:ext uri="{FF2B5EF4-FFF2-40B4-BE49-F238E27FC236}">
                <a16:creationId xmlns:a16="http://schemas.microsoft.com/office/drawing/2014/main" id="{3454EE24-3F1B-4D41-9F93-3A733DF0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2624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65" name="text_2264">
            <a:extLst xmlns:a="http://schemas.openxmlformats.org/drawingml/2006/main">
              <a:ext uri="{FF2B5EF4-FFF2-40B4-BE49-F238E27FC236}">
                <a16:creationId xmlns:a16="http://schemas.microsoft.com/office/drawing/2014/main" id="{D06B00E6-52DF-4EBD-B3A0-EBBBC9A5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448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66" name="text_2265">
            <a:extLst xmlns:a="http://schemas.openxmlformats.org/drawingml/2006/main">
              <a:ext uri="{FF2B5EF4-FFF2-40B4-BE49-F238E27FC236}">
                <a16:creationId xmlns:a16="http://schemas.microsoft.com/office/drawing/2014/main" id="{44F8C820-622D-45EC-89E7-09CE80BC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0147" y="7816324"/>
            <a:ext cx="740131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267" name="text_2266">
            <a:extLst xmlns:a="http://schemas.openxmlformats.org/drawingml/2006/main">
              <a:ext uri="{FF2B5EF4-FFF2-40B4-BE49-F238E27FC236}">
                <a16:creationId xmlns:a16="http://schemas.microsoft.com/office/drawing/2014/main" id="{C1C86C5C-2638-485E-B33E-16CE5D53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9183" y="7948007"/>
            <a:ext cx="1802303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40 / 36 / 18</a:t>
            </a:r>
          </a:p>
        </p:txBody>
      </p:sp>
      <p:sp>
        <p:nvSpPr>
          <p:cNvPr id="2268" name="data_2267">
            <a:extLst xmlns:a="http://schemas.openxmlformats.org/drawingml/2006/main">
              <a:ext uri="{FF2B5EF4-FFF2-40B4-BE49-F238E27FC236}">
                <a16:creationId xmlns:a16="http://schemas.microsoft.com/office/drawing/2014/main" id="{000F8FC1-69F1-4110-AF65-7CB36C3D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69" name="data_2268">
            <a:extLst xmlns:a="http://schemas.openxmlformats.org/drawingml/2006/main">
              <a:ext uri="{FF2B5EF4-FFF2-40B4-BE49-F238E27FC236}">
                <a16:creationId xmlns:a16="http://schemas.microsoft.com/office/drawing/2014/main" id="{4F16C43C-18EE-41C2-ACC4-B5EC816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7545649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70" name="text_2269">
            <a:extLst xmlns:a="http://schemas.openxmlformats.org/drawingml/2006/main">
              <a:ext uri="{FF2B5EF4-FFF2-40B4-BE49-F238E27FC236}">
                <a16:creationId xmlns:a16="http://schemas.microsoft.com/office/drawing/2014/main" id="{D2651016-5F1F-4C47-82D1-FC54106B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7488662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71" name="data_2270">
            <a:extLst xmlns:a="http://schemas.openxmlformats.org/drawingml/2006/main">
              <a:ext uri="{FF2B5EF4-FFF2-40B4-BE49-F238E27FC236}">
                <a16:creationId xmlns:a16="http://schemas.microsoft.com/office/drawing/2014/main" id="{CAB4567E-80F5-43B1-8BB2-20BD1457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6088873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72" name="data_2271">
            <a:extLst xmlns:a="http://schemas.openxmlformats.org/drawingml/2006/main">
              <a:ext uri="{FF2B5EF4-FFF2-40B4-BE49-F238E27FC236}">
                <a16:creationId xmlns:a16="http://schemas.microsoft.com/office/drawing/2014/main" id="{D1CC085D-5D47-4287-A03D-74C248FE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6088873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73" name="text_2272">
            <a:extLst xmlns:a="http://schemas.openxmlformats.org/drawingml/2006/main">
              <a:ext uri="{FF2B5EF4-FFF2-40B4-BE49-F238E27FC236}">
                <a16:creationId xmlns:a16="http://schemas.microsoft.com/office/drawing/2014/main" id="{4BC85974-21FB-49BC-BE05-5731C1A3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6031886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74" name="data_2273">
            <a:extLst xmlns:a="http://schemas.openxmlformats.org/drawingml/2006/main">
              <a:ext uri="{FF2B5EF4-FFF2-40B4-BE49-F238E27FC236}">
                <a16:creationId xmlns:a16="http://schemas.microsoft.com/office/drawing/2014/main" id="{4C309A02-3C99-4A5D-B978-A8006FD3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75" name="data_2274">
            <a:extLst xmlns:a="http://schemas.openxmlformats.org/drawingml/2006/main">
              <a:ext uri="{FF2B5EF4-FFF2-40B4-BE49-F238E27FC236}">
                <a16:creationId xmlns:a16="http://schemas.microsoft.com/office/drawing/2014/main" id="{51214ED3-0F93-47FC-BFD3-090DB298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4632097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76" name="text_2275">
            <a:extLst xmlns:a="http://schemas.openxmlformats.org/drawingml/2006/main">
              <a:ext uri="{FF2B5EF4-FFF2-40B4-BE49-F238E27FC236}">
                <a16:creationId xmlns:a16="http://schemas.microsoft.com/office/drawing/2014/main" id="{C9E1C0FA-BB04-452B-A284-980FF08A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4575110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77" name="text_2276">
            <a:extLst xmlns:a="http://schemas.openxmlformats.org/drawingml/2006/main">
              <a:ext uri="{FF2B5EF4-FFF2-40B4-BE49-F238E27FC236}">
                <a16:creationId xmlns:a16="http://schemas.microsoft.com/office/drawing/2014/main" id="{D0DF3C34-1A1A-40BB-8F78-66281548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541497" y="6005313"/>
            <a:ext cx="1219554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278" name="data_2277">
            <a:extLst xmlns:a="http://schemas.openxmlformats.org/drawingml/2006/main">
              <a:ext uri="{FF2B5EF4-FFF2-40B4-BE49-F238E27FC236}">
                <a16:creationId xmlns:a16="http://schemas.microsoft.com/office/drawing/2014/main" id="{2B2AED61-4EA7-482C-BC9A-13130E8D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073">
            <a:solidFill>
              <a:srgbClr val="8B969F"/>
            </a:solidFill>
            <a:prstDash val="dash"/>
          </a:ln>
        </p:spPr>
      </p:sp>
      <p:sp>
        <p:nvSpPr>
          <p:cNvPr id="2279" name="data_2278">
            <a:extLst xmlns:a="http://schemas.openxmlformats.org/drawingml/2006/main">
              <a:ext uri="{FF2B5EF4-FFF2-40B4-BE49-F238E27FC236}">
                <a16:creationId xmlns:a16="http://schemas.microsoft.com/office/drawing/2014/main" id="{9507259E-22CC-4FE1-BA4C-24928297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0" name="data_2279">
            <a:extLst xmlns:a="http://schemas.openxmlformats.org/drawingml/2006/main">
              <a:ext uri="{FF2B5EF4-FFF2-40B4-BE49-F238E27FC236}">
                <a16:creationId xmlns:a16="http://schemas.microsoft.com/office/drawing/2014/main" id="{C013E05C-A76A-4321-B192-795F4A5A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5061" y="464653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1" name="data_2280">
            <a:extLst xmlns:a="http://schemas.openxmlformats.org/drawingml/2006/main">
              <a:ext uri="{FF2B5EF4-FFF2-40B4-BE49-F238E27FC236}">
                <a16:creationId xmlns:a16="http://schemas.microsoft.com/office/drawing/2014/main" id="{F95422D2-F20F-4AFB-92FD-DC854EF3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2" name="data_2281">
            <a:extLst xmlns:a="http://schemas.openxmlformats.org/drawingml/2006/main">
              <a:ext uri="{FF2B5EF4-FFF2-40B4-BE49-F238E27FC236}">
                <a16:creationId xmlns:a16="http://schemas.microsoft.com/office/drawing/2014/main" id="{E4FB7FCA-0D40-4B8E-A33F-D060B52A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3" name="data_2282">
            <a:extLst xmlns:a="http://schemas.openxmlformats.org/drawingml/2006/main">
              <a:ext uri="{FF2B5EF4-FFF2-40B4-BE49-F238E27FC236}">
                <a16:creationId xmlns:a16="http://schemas.microsoft.com/office/drawing/2014/main" id="{0921C448-F7E4-4BF9-B2C8-EC2460B5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4" name="data_2283">
            <a:extLst xmlns:a="http://schemas.openxmlformats.org/drawingml/2006/main">
              <a:ext uri="{FF2B5EF4-FFF2-40B4-BE49-F238E27FC236}">
                <a16:creationId xmlns:a16="http://schemas.microsoft.com/office/drawing/2014/main" id="{3CA70ED5-6C08-4176-A091-09832331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2249" y="61099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B5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5" name="data_2284">
            <a:extLst xmlns:a="http://schemas.openxmlformats.org/drawingml/2006/main">
              <a:ext uri="{FF2B5EF4-FFF2-40B4-BE49-F238E27FC236}">
                <a16:creationId xmlns:a16="http://schemas.microsoft.com/office/drawing/2014/main" id="{CB8C5948-686F-4251-9504-F9D13D8C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796" y="575270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6" name="data_2285">
            <a:extLst xmlns:a="http://schemas.openxmlformats.org/drawingml/2006/main">
              <a:ext uri="{FF2B5EF4-FFF2-40B4-BE49-F238E27FC236}">
                <a16:creationId xmlns:a16="http://schemas.microsoft.com/office/drawing/2014/main" id="{FE33A8BB-350E-4BAB-9559-08C6E110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2013" y="618076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7" name="data_2286">
            <a:extLst xmlns:a="http://schemas.openxmlformats.org/drawingml/2006/main">
              <a:ext uri="{FF2B5EF4-FFF2-40B4-BE49-F238E27FC236}">
                <a16:creationId xmlns:a16="http://schemas.microsoft.com/office/drawing/2014/main" id="{083801A2-2B9C-424E-960E-F928C593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2270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8" name="data_2287">
            <a:extLst xmlns:a="http://schemas.openxmlformats.org/drawingml/2006/main">
              <a:ext uri="{FF2B5EF4-FFF2-40B4-BE49-F238E27FC236}">
                <a16:creationId xmlns:a16="http://schemas.microsoft.com/office/drawing/2014/main" id="{2AC28B8B-15D1-4236-A24F-0A0127B9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9" name="data_2288">
            <a:extLst xmlns:a="http://schemas.openxmlformats.org/drawingml/2006/main">
              <a:ext uri="{FF2B5EF4-FFF2-40B4-BE49-F238E27FC236}">
                <a16:creationId xmlns:a16="http://schemas.microsoft.com/office/drawing/2014/main" id="{6BD041BA-62E0-471C-ADCE-CEB5EA5E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5746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0" name="data_2289">
            <a:extLst xmlns:a="http://schemas.openxmlformats.org/drawingml/2006/main">
              <a:ext uri="{FF2B5EF4-FFF2-40B4-BE49-F238E27FC236}">
                <a16:creationId xmlns:a16="http://schemas.microsoft.com/office/drawing/2014/main" id="{2286FADF-F603-4BAB-8784-CF30BFB1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569" y="472158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1" name="data_2290">
            <a:extLst xmlns:a="http://schemas.openxmlformats.org/drawingml/2006/main">
              <a:ext uri="{FF2B5EF4-FFF2-40B4-BE49-F238E27FC236}">
                <a16:creationId xmlns:a16="http://schemas.microsoft.com/office/drawing/2014/main" id="{B3F724E3-3C13-492D-9B93-BAB9DEAB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5456" y="61777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75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2" name="data_2291">
            <a:extLst xmlns:a="http://schemas.openxmlformats.org/drawingml/2006/main">
              <a:ext uri="{FF2B5EF4-FFF2-40B4-BE49-F238E27FC236}">
                <a16:creationId xmlns:a16="http://schemas.microsoft.com/office/drawing/2014/main" id="{E65CA680-A30D-4462-8192-87F7451C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0D60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3" name="data_2292">
            <a:extLst xmlns:a="http://schemas.openxmlformats.org/drawingml/2006/main">
              <a:ext uri="{FF2B5EF4-FFF2-40B4-BE49-F238E27FC236}">
                <a16:creationId xmlns:a16="http://schemas.microsoft.com/office/drawing/2014/main" id="{638FE1C9-1C1D-4621-8F02-E8F98F46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4" name="data_2293">
            <a:extLst xmlns:a="http://schemas.openxmlformats.org/drawingml/2006/main">
              <a:ext uri="{FF2B5EF4-FFF2-40B4-BE49-F238E27FC236}">
                <a16:creationId xmlns:a16="http://schemas.microsoft.com/office/drawing/2014/main" id="{BD05F5C4-02CC-4CB4-B9EA-E845CA6F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5" name="data_2294">
            <a:extLst xmlns:a="http://schemas.openxmlformats.org/drawingml/2006/main">
              <a:ext uri="{FF2B5EF4-FFF2-40B4-BE49-F238E27FC236}">
                <a16:creationId xmlns:a16="http://schemas.microsoft.com/office/drawing/2014/main" id="{AAB30B0A-B9DE-453F-9F97-7246EF2D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542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E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6" name="data_2295">
            <a:extLst xmlns:a="http://schemas.openxmlformats.org/drawingml/2006/main">
              <a:ext uri="{FF2B5EF4-FFF2-40B4-BE49-F238E27FC236}">
                <a16:creationId xmlns:a16="http://schemas.microsoft.com/office/drawing/2014/main" id="{E52D8A24-ED9B-48ED-9E40-A76B1480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7" name="data_2296">
            <a:extLst xmlns:a="http://schemas.openxmlformats.org/drawingml/2006/main">
              <a:ext uri="{FF2B5EF4-FFF2-40B4-BE49-F238E27FC236}">
                <a16:creationId xmlns:a16="http://schemas.microsoft.com/office/drawing/2014/main" id="{6B224320-A2F9-4A5A-8352-E12C519A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1509" y="65689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8" name="data_2297">
            <a:extLst xmlns:a="http://schemas.openxmlformats.org/drawingml/2006/main">
              <a:ext uri="{FF2B5EF4-FFF2-40B4-BE49-F238E27FC236}">
                <a16:creationId xmlns:a16="http://schemas.microsoft.com/office/drawing/2014/main" id="{BEA96499-8124-4216-B134-46C6C3C2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9" name="data_2298">
            <a:extLst xmlns:a="http://schemas.openxmlformats.org/drawingml/2006/main">
              <a:ext uri="{FF2B5EF4-FFF2-40B4-BE49-F238E27FC236}">
                <a16:creationId xmlns:a16="http://schemas.microsoft.com/office/drawing/2014/main" id="{F47C71C0-B2EA-4135-A31C-D1F34F34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E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0" name="data_2299">
            <a:extLst xmlns:a="http://schemas.openxmlformats.org/drawingml/2006/main">
              <a:ext uri="{FF2B5EF4-FFF2-40B4-BE49-F238E27FC236}">
                <a16:creationId xmlns:a16="http://schemas.microsoft.com/office/drawing/2014/main" id="{D00F01D4-1D0F-4DA8-8464-EFBFEE88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92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1" name="data_2300">
            <a:extLst xmlns:a="http://schemas.openxmlformats.org/drawingml/2006/main">
              <a:ext uri="{FF2B5EF4-FFF2-40B4-BE49-F238E27FC236}">
                <a16:creationId xmlns:a16="http://schemas.microsoft.com/office/drawing/2014/main" id="{0350AC1D-B3D5-40DD-8B76-964AEF27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940" y="496457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8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2" name="data_2301">
            <a:extLst xmlns:a="http://schemas.openxmlformats.org/drawingml/2006/main">
              <a:ext uri="{FF2B5EF4-FFF2-40B4-BE49-F238E27FC236}">
                <a16:creationId xmlns:a16="http://schemas.microsoft.com/office/drawing/2014/main" id="{99943201-0E63-43E1-ACD5-11070DC2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3" name="data_2302">
            <a:extLst xmlns:a="http://schemas.openxmlformats.org/drawingml/2006/main">
              <a:ext uri="{FF2B5EF4-FFF2-40B4-BE49-F238E27FC236}">
                <a16:creationId xmlns:a16="http://schemas.microsoft.com/office/drawing/2014/main" id="{0C3D9667-C6DB-4983-B4F8-08FB9374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4" name="data_2303">
            <a:extLst xmlns:a="http://schemas.openxmlformats.org/drawingml/2006/main">
              <a:ext uri="{FF2B5EF4-FFF2-40B4-BE49-F238E27FC236}">
                <a16:creationId xmlns:a16="http://schemas.microsoft.com/office/drawing/2014/main" id="{D7B43DC8-D993-4FEE-A952-E3D590E8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1600" y="661779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5" name="data_2304">
            <a:extLst xmlns:a="http://schemas.openxmlformats.org/drawingml/2006/main">
              <a:ext uri="{FF2B5EF4-FFF2-40B4-BE49-F238E27FC236}">
                <a16:creationId xmlns:a16="http://schemas.microsoft.com/office/drawing/2014/main" id="{D278472A-AB1A-4698-A162-648C57DA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6" name="data_2305">
            <a:extLst xmlns:a="http://schemas.openxmlformats.org/drawingml/2006/main">
              <a:ext uri="{FF2B5EF4-FFF2-40B4-BE49-F238E27FC236}">
                <a16:creationId xmlns:a16="http://schemas.microsoft.com/office/drawing/2014/main" id="{496AB233-07B8-452C-99E5-1FBE2B85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7" name="data_2306">
            <a:extLst xmlns:a="http://schemas.openxmlformats.org/drawingml/2006/main">
              <a:ext uri="{FF2B5EF4-FFF2-40B4-BE49-F238E27FC236}">
                <a16:creationId xmlns:a16="http://schemas.microsoft.com/office/drawing/2014/main" id="{9BC036D2-E354-4DEF-B371-8E4786F7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46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8" name="data_2307">
            <a:extLst xmlns:a="http://schemas.openxmlformats.org/drawingml/2006/main">
              <a:ext uri="{FF2B5EF4-FFF2-40B4-BE49-F238E27FC236}">
                <a16:creationId xmlns:a16="http://schemas.microsoft.com/office/drawing/2014/main" id="{EE0CB34B-27A7-4C98-AC79-72058A1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84587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9" name="data_2308">
            <a:extLst xmlns:a="http://schemas.openxmlformats.org/drawingml/2006/main">
              <a:ext uri="{FF2B5EF4-FFF2-40B4-BE49-F238E27FC236}">
                <a16:creationId xmlns:a16="http://schemas.microsoft.com/office/drawing/2014/main" id="{68A8D035-DA22-4C47-8BB8-CCDF4867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0" name="data_2309">
            <a:extLst xmlns:a="http://schemas.openxmlformats.org/drawingml/2006/main">
              <a:ext uri="{FF2B5EF4-FFF2-40B4-BE49-F238E27FC236}">
                <a16:creationId xmlns:a16="http://schemas.microsoft.com/office/drawing/2014/main" id="{5C0304C8-9967-4C35-976A-697A36E1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1" name="data_2310">
            <a:extLst xmlns:a="http://schemas.openxmlformats.org/drawingml/2006/main">
              <a:ext uri="{FF2B5EF4-FFF2-40B4-BE49-F238E27FC236}">
                <a16:creationId xmlns:a16="http://schemas.microsoft.com/office/drawing/2014/main" id="{C3093B87-0ADF-463D-AD4E-063A3543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5050" y="746667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C36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2" name="data_2311">
            <a:extLst xmlns:a="http://schemas.openxmlformats.org/drawingml/2006/main">
              <a:ext uri="{FF2B5EF4-FFF2-40B4-BE49-F238E27FC236}">
                <a16:creationId xmlns:a16="http://schemas.microsoft.com/office/drawing/2014/main" id="{6EF98333-4662-42B5-AE80-5D1D7D25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47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3" name="data_2312">
            <a:extLst xmlns:a="http://schemas.openxmlformats.org/drawingml/2006/main">
              <a:ext uri="{FF2B5EF4-FFF2-40B4-BE49-F238E27FC236}">
                <a16:creationId xmlns:a16="http://schemas.microsoft.com/office/drawing/2014/main" id="{0E8D0009-DA1E-4E23-A458-021752D1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542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4" name="data_2313">
            <a:extLst xmlns:a="http://schemas.openxmlformats.org/drawingml/2006/main">
              <a:ext uri="{FF2B5EF4-FFF2-40B4-BE49-F238E27FC236}">
                <a16:creationId xmlns:a16="http://schemas.microsoft.com/office/drawing/2014/main" id="{1322D4FF-A74A-42B9-BC11-FB8A2321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5" name="data_2314">
            <a:extLst xmlns:a="http://schemas.openxmlformats.org/drawingml/2006/main">
              <a:ext uri="{FF2B5EF4-FFF2-40B4-BE49-F238E27FC236}">
                <a16:creationId xmlns:a16="http://schemas.microsoft.com/office/drawing/2014/main" id="{0D158885-EB5C-41CD-B4A3-C4DDD01B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6" name="data_2315">
            <a:extLst xmlns:a="http://schemas.openxmlformats.org/drawingml/2006/main">
              <a:ext uri="{FF2B5EF4-FFF2-40B4-BE49-F238E27FC236}">
                <a16:creationId xmlns:a16="http://schemas.microsoft.com/office/drawing/2014/main" id="{9F199330-90B1-4E2F-93DC-6244708E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948" y="484318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7" name="data_2316">
            <a:extLst xmlns:a="http://schemas.openxmlformats.org/drawingml/2006/main">
              <a:ext uri="{FF2B5EF4-FFF2-40B4-BE49-F238E27FC236}">
                <a16:creationId xmlns:a16="http://schemas.microsoft.com/office/drawing/2014/main" id="{4A6F1E8B-486E-43C2-A1B8-7B3FFC32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A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8" name="data_2317">
            <a:extLst xmlns:a="http://schemas.openxmlformats.org/drawingml/2006/main">
              <a:ext uri="{FF2B5EF4-FFF2-40B4-BE49-F238E27FC236}">
                <a16:creationId xmlns:a16="http://schemas.microsoft.com/office/drawing/2014/main" id="{485FD59D-A881-4419-8A16-7D0DA82A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5280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B07F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9" name="data_2318">
            <a:extLst xmlns:a="http://schemas.openxmlformats.org/drawingml/2006/main">
              <a:ext uri="{FF2B5EF4-FFF2-40B4-BE49-F238E27FC236}">
                <a16:creationId xmlns:a16="http://schemas.microsoft.com/office/drawing/2014/main" id="{3F9F84DF-6B39-4E05-A658-C4EED23C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4476" y="586696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A5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0" name="data_2319">
            <a:extLst xmlns:a="http://schemas.openxmlformats.org/drawingml/2006/main">
              <a:ext uri="{FF2B5EF4-FFF2-40B4-BE49-F238E27FC236}">
                <a16:creationId xmlns:a16="http://schemas.microsoft.com/office/drawing/2014/main" id="{2153AD6C-CE95-430C-83D2-6634751B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1" name="data_2320">
            <a:extLst xmlns:a="http://schemas.openxmlformats.org/drawingml/2006/main">
              <a:ext uri="{FF2B5EF4-FFF2-40B4-BE49-F238E27FC236}">
                <a16:creationId xmlns:a16="http://schemas.microsoft.com/office/drawing/2014/main" id="{37434682-DCB4-4056-8C36-91643E30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2" name="data_2321">
            <a:extLst xmlns:a="http://schemas.openxmlformats.org/drawingml/2006/main">
              <a:ext uri="{FF2B5EF4-FFF2-40B4-BE49-F238E27FC236}">
                <a16:creationId xmlns:a16="http://schemas.microsoft.com/office/drawing/2014/main" id="{5E2178BE-2704-48C7-9822-E1C04BD5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5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3" name="data_2322">
            <a:extLst xmlns:a="http://schemas.openxmlformats.org/drawingml/2006/main">
              <a:ext uri="{FF2B5EF4-FFF2-40B4-BE49-F238E27FC236}">
                <a16:creationId xmlns:a16="http://schemas.microsoft.com/office/drawing/2014/main" id="{4A547B70-0475-4474-949E-B0285C52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467" y="543282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4" name="data_2323">
            <a:extLst xmlns:a="http://schemas.openxmlformats.org/drawingml/2006/main">
              <a:ext uri="{FF2B5EF4-FFF2-40B4-BE49-F238E27FC236}">
                <a16:creationId xmlns:a16="http://schemas.microsoft.com/office/drawing/2014/main" id="{0E4427A9-A0B8-4399-B67C-6ABC5803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5" name="data_2324">
            <a:extLst xmlns:a="http://schemas.openxmlformats.org/drawingml/2006/main">
              <a:ext uri="{FF2B5EF4-FFF2-40B4-BE49-F238E27FC236}">
                <a16:creationId xmlns:a16="http://schemas.microsoft.com/office/drawing/2014/main" id="{A300B816-373E-4A92-AEEF-7B5E1866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8B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6" name="data_2325">
            <a:extLst xmlns:a="http://schemas.openxmlformats.org/drawingml/2006/main">
              <a:ext uri="{FF2B5EF4-FFF2-40B4-BE49-F238E27FC236}">
                <a16:creationId xmlns:a16="http://schemas.microsoft.com/office/drawing/2014/main" id="{99912431-56B0-428F-8C2F-17336687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0982" y="663201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7" name="data_2326">
            <a:extLst xmlns:a="http://schemas.openxmlformats.org/drawingml/2006/main">
              <a:ext uri="{FF2B5EF4-FFF2-40B4-BE49-F238E27FC236}">
                <a16:creationId xmlns:a16="http://schemas.microsoft.com/office/drawing/2014/main" id="{48969822-5AD0-4655-9484-E08373CE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5567" y="47480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8" name="data_2327">
            <a:extLst xmlns:a="http://schemas.openxmlformats.org/drawingml/2006/main">
              <a:ext uri="{FF2B5EF4-FFF2-40B4-BE49-F238E27FC236}">
                <a16:creationId xmlns:a16="http://schemas.microsoft.com/office/drawing/2014/main" id="{114DF80E-B4DC-413C-9D7E-EE6778F2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9" name="data_2328">
            <a:extLst xmlns:a="http://schemas.openxmlformats.org/drawingml/2006/main">
              <a:ext uri="{FF2B5EF4-FFF2-40B4-BE49-F238E27FC236}">
                <a16:creationId xmlns:a16="http://schemas.microsoft.com/office/drawing/2014/main" id="{B6AF8FA5-C65C-4FAC-B061-E2836BB7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9997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1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0" name="data_2329">
            <a:extLst xmlns:a="http://schemas.openxmlformats.org/drawingml/2006/main">
              <a:ext uri="{FF2B5EF4-FFF2-40B4-BE49-F238E27FC236}">
                <a16:creationId xmlns:a16="http://schemas.microsoft.com/office/drawing/2014/main" id="{B58F49B3-CDF5-4ED3-BD0D-0F2B5549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950" y="670461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1" name="data_2330">
            <a:extLst xmlns:a="http://schemas.openxmlformats.org/drawingml/2006/main">
              <a:ext uri="{FF2B5EF4-FFF2-40B4-BE49-F238E27FC236}">
                <a16:creationId xmlns:a16="http://schemas.microsoft.com/office/drawing/2014/main" id="{9C20F8E1-6C21-4678-BAC3-856FCB56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522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7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2" name="data_2331">
            <a:extLst xmlns:a="http://schemas.openxmlformats.org/drawingml/2006/main">
              <a:ext uri="{FF2B5EF4-FFF2-40B4-BE49-F238E27FC236}">
                <a16:creationId xmlns:a16="http://schemas.microsoft.com/office/drawing/2014/main" id="{F3DC3A0A-9BB2-4F94-B741-F65EF04E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9771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3" name="data_2332">
            <a:extLst xmlns:a="http://schemas.openxmlformats.org/drawingml/2006/main">
              <a:ext uri="{FF2B5EF4-FFF2-40B4-BE49-F238E27FC236}">
                <a16:creationId xmlns:a16="http://schemas.microsoft.com/office/drawing/2014/main" id="{A85DE8BF-C772-418A-8AD4-9399EA1C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522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4" name="data_2333">
            <a:extLst xmlns:a="http://schemas.openxmlformats.org/drawingml/2006/main">
              <a:ext uri="{FF2B5EF4-FFF2-40B4-BE49-F238E27FC236}">
                <a16:creationId xmlns:a16="http://schemas.microsoft.com/office/drawing/2014/main" id="{AA5637C9-F83B-4E78-81BF-126E27DF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5" name="data_2334">
            <a:extLst xmlns:a="http://schemas.openxmlformats.org/drawingml/2006/main">
              <a:ext uri="{FF2B5EF4-FFF2-40B4-BE49-F238E27FC236}">
                <a16:creationId xmlns:a16="http://schemas.microsoft.com/office/drawing/2014/main" id="{811219DE-CE5B-4F66-B5AE-F5D0B3FC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55351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6" name="data_2335">
            <a:extLst xmlns:a="http://schemas.openxmlformats.org/drawingml/2006/main">
              <a:ext uri="{FF2B5EF4-FFF2-40B4-BE49-F238E27FC236}">
                <a16:creationId xmlns:a16="http://schemas.microsoft.com/office/drawing/2014/main" id="{D6E115BF-5318-46A8-9902-4FE03C6B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495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B67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7" name="data_2336">
            <a:extLst xmlns:a="http://schemas.openxmlformats.org/drawingml/2006/main">
              <a:ext uri="{FF2B5EF4-FFF2-40B4-BE49-F238E27FC236}">
                <a16:creationId xmlns:a16="http://schemas.microsoft.com/office/drawing/2014/main" id="{84CF3348-ADCA-41D4-8F28-C05D8EEC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13881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8" name="data_2337">
            <a:extLst xmlns:a="http://schemas.openxmlformats.org/drawingml/2006/main">
              <a:ext uri="{FF2B5EF4-FFF2-40B4-BE49-F238E27FC236}">
                <a16:creationId xmlns:a16="http://schemas.microsoft.com/office/drawing/2014/main" id="{0FD91370-C34B-4BE0-B644-38CF8C2F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327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9" name="data_2338">
            <a:extLst xmlns:a="http://schemas.openxmlformats.org/drawingml/2006/main">
              <a:ext uri="{FF2B5EF4-FFF2-40B4-BE49-F238E27FC236}">
                <a16:creationId xmlns:a16="http://schemas.microsoft.com/office/drawing/2014/main" id="{9139C794-2014-4F3B-8030-71E70F12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0707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0" name="data_2339">
            <a:extLst xmlns:a="http://schemas.openxmlformats.org/drawingml/2006/main">
              <a:ext uri="{FF2B5EF4-FFF2-40B4-BE49-F238E27FC236}">
                <a16:creationId xmlns:a16="http://schemas.microsoft.com/office/drawing/2014/main" id="{E79DFB52-12B7-4DD4-8D1A-13290773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6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1" name="data_2340">
            <a:extLst xmlns:a="http://schemas.openxmlformats.org/drawingml/2006/main">
              <a:ext uri="{FF2B5EF4-FFF2-40B4-BE49-F238E27FC236}">
                <a16:creationId xmlns:a16="http://schemas.microsoft.com/office/drawing/2014/main" id="{355FB704-4F8B-4E07-9E08-CD3D4428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E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2" name="data_2341">
            <a:extLst xmlns:a="http://schemas.openxmlformats.org/drawingml/2006/main">
              <a:ext uri="{FF2B5EF4-FFF2-40B4-BE49-F238E27FC236}">
                <a16:creationId xmlns:a16="http://schemas.microsoft.com/office/drawing/2014/main" id="{D8C78C16-4DF9-4F3E-8A02-0801A7D5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3" name="data_2342">
            <a:extLst xmlns:a="http://schemas.openxmlformats.org/drawingml/2006/main">
              <a:ext uri="{FF2B5EF4-FFF2-40B4-BE49-F238E27FC236}">
                <a16:creationId xmlns:a16="http://schemas.microsoft.com/office/drawing/2014/main" id="{463533A0-897A-4177-9118-224CDBFF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084" y="746537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E7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4" name="data_2343">
            <a:extLst xmlns:a="http://schemas.openxmlformats.org/drawingml/2006/main">
              <a:ext uri="{FF2B5EF4-FFF2-40B4-BE49-F238E27FC236}">
                <a16:creationId xmlns:a16="http://schemas.microsoft.com/office/drawing/2014/main" id="{F883F4FF-0C41-4660-B534-82149432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5" name="data_2344">
            <a:extLst xmlns:a="http://schemas.openxmlformats.org/drawingml/2006/main">
              <a:ext uri="{FF2B5EF4-FFF2-40B4-BE49-F238E27FC236}">
                <a16:creationId xmlns:a16="http://schemas.microsoft.com/office/drawing/2014/main" id="{2FD2DF4F-ED09-49DA-B6BE-B4E6961C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6" name="data_2345">
            <a:extLst xmlns:a="http://schemas.openxmlformats.org/drawingml/2006/main">
              <a:ext uri="{FF2B5EF4-FFF2-40B4-BE49-F238E27FC236}">
                <a16:creationId xmlns:a16="http://schemas.microsoft.com/office/drawing/2014/main" id="{79B66CC5-F0AA-4005-8A92-1B1E4112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49659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D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7" name="data_2346">
            <a:extLst xmlns:a="http://schemas.openxmlformats.org/drawingml/2006/main">
              <a:ext uri="{FF2B5EF4-FFF2-40B4-BE49-F238E27FC236}">
                <a16:creationId xmlns:a16="http://schemas.microsoft.com/office/drawing/2014/main" id="{90D9684E-76C1-46C4-BB38-77E89B0F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8" name="data_2347">
            <a:extLst xmlns:a="http://schemas.openxmlformats.org/drawingml/2006/main">
              <a:ext uri="{FF2B5EF4-FFF2-40B4-BE49-F238E27FC236}">
                <a16:creationId xmlns:a16="http://schemas.microsoft.com/office/drawing/2014/main" id="{EF3294FD-939D-4255-91F9-45F79219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54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9" name="data_2348">
            <a:extLst xmlns:a="http://schemas.openxmlformats.org/drawingml/2006/main">
              <a:ext uri="{FF2B5EF4-FFF2-40B4-BE49-F238E27FC236}">
                <a16:creationId xmlns:a16="http://schemas.microsoft.com/office/drawing/2014/main" id="{081B787E-B036-432F-8F30-D0CB74FB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0" name="data_2349">
            <a:extLst xmlns:a="http://schemas.openxmlformats.org/drawingml/2006/main">
              <a:ext uri="{FF2B5EF4-FFF2-40B4-BE49-F238E27FC236}">
                <a16:creationId xmlns:a16="http://schemas.microsoft.com/office/drawing/2014/main" id="{84F85720-BE29-4AA4-A4CD-4D76EA29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1" name="data_2350">
            <a:extLst xmlns:a="http://schemas.openxmlformats.org/drawingml/2006/main">
              <a:ext uri="{FF2B5EF4-FFF2-40B4-BE49-F238E27FC236}">
                <a16:creationId xmlns:a16="http://schemas.microsoft.com/office/drawing/2014/main" id="{7627F886-842D-4444-9809-96B48EF5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2882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C96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2" name="data_2351">
            <a:extLst xmlns:a="http://schemas.openxmlformats.org/drawingml/2006/main">
              <a:ext uri="{FF2B5EF4-FFF2-40B4-BE49-F238E27FC236}">
                <a16:creationId xmlns:a16="http://schemas.microsoft.com/office/drawing/2014/main" id="{F6B9653F-09EC-4F3C-AC4B-7537286A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3" name="data_2352">
            <a:extLst xmlns:a="http://schemas.openxmlformats.org/drawingml/2006/main">
              <a:ext uri="{FF2B5EF4-FFF2-40B4-BE49-F238E27FC236}">
                <a16:creationId xmlns:a16="http://schemas.microsoft.com/office/drawing/2014/main" id="{2CBEB671-A854-48BA-8382-2B5D5EDC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70731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4" name="data_2353">
            <a:extLst xmlns:a="http://schemas.openxmlformats.org/drawingml/2006/main">
              <a:ext uri="{FF2B5EF4-FFF2-40B4-BE49-F238E27FC236}">
                <a16:creationId xmlns:a16="http://schemas.microsoft.com/office/drawing/2014/main" id="{6FC88807-3995-4519-BE1F-80F4FB6B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592" y="650719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9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5" name="data_2354">
            <a:extLst xmlns:a="http://schemas.openxmlformats.org/drawingml/2006/main">
              <a:ext uri="{FF2B5EF4-FFF2-40B4-BE49-F238E27FC236}">
                <a16:creationId xmlns:a16="http://schemas.microsoft.com/office/drawing/2014/main" id="{088A2E9C-59DB-4FE9-B345-7F087277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30998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6" name="data_2355">
            <a:extLst xmlns:a="http://schemas.openxmlformats.org/drawingml/2006/main">
              <a:ext uri="{FF2B5EF4-FFF2-40B4-BE49-F238E27FC236}">
                <a16:creationId xmlns:a16="http://schemas.microsoft.com/office/drawing/2014/main" id="{87E655CF-FCC8-4ED2-A677-3EBA5D4B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47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7" name="data_2356">
            <a:extLst xmlns:a="http://schemas.openxmlformats.org/drawingml/2006/main">
              <a:ext uri="{FF2B5EF4-FFF2-40B4-BE49-F238E27FC236}">
                <a16:creationId xmlns:a16="http://schemas.microsoft.com/office/drawing/2014/main" id="{B55CC28A-FB7D-4BB8-8B12-63AA3D6A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4476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8" name="data_2357">
            <a:extLst xmlns:a="http://schemas.openxmlformats.org/drawingml/2006/main">
              <a:ext uri="{FF2B5EF4-FFF2-40B4-BE49-F238E27FC236}">
                <a16:creationId xmlns:a16="http://schemas.microsoft.com/office/drawing/2014/main" id="{75E318A9-423F-43DB-9C66-2493F6B9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7367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9" name="data_2358">
            <a:extLst xmlns:a="http://schemas.openxmlformats.org/drawingml/2006/main">
              <a:ext uri="{FF2B5EF4-FFF2-40B4-BE49-F238E27FC236}">
                <a16:creationId xmlns:a16="http://schemas.microsoft.com/office/drawing/2014/main" id="{EDBC9F43-AC9E-4347-95CC-94BFC793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0" name="data_2359">
            <a:extLst xmlns:a="http://schemas.openxmlformats.org/drawingml/2006/main">
              <a:ext uri="{FF2B5EF4-FFF2-40B4-BE49-F238E27FC236}">
                <a16:creationId xmlns:a16="http://schemas.microsoft.com/office/drawing/2014/main" id="{C2F848EA-C6AE-4CA7-96F1-901CB2CC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4F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1" name="data_2360">
            <a:extLst xmlns:a="http://schemas.openxmlformats.org/drawingml/2006/main">
              <a:ext uri="{FF2B5EF4-FFF2-40B4-BE49-F238E27FC236}">
                <a16:creationId xmlns:a16="http://schemas.microsoft.com/office/drawing/2014/main" id="{55A93B1A-4EC7-4870-A14F-9933BD64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2" name="data_2361">
            <a:extLst xmlns:a="http://schemas.openxmlformats.org/drawingml/2006/main">
              <a:ext uri="{FF2B5EF4-FFF2-40B4-BE49-F238E27FC236}">
                <a16:creationId xmlns:a16="http://schemas.microsoft.com/office/drawing/2014/main" id="{6E1E61FD-61AC-4D73-B8B4-3C98602A6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8988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3" name="data_2362">
            <a:extLst xmlns:a="http://schemas.openxmlformats.org/drawingml/2006/main">
              <a:ext uri="{FF2B5EF4-FFF2-40B4-BE49-F238E27FC236}">
                <a16:creationId xmlns:a16="http://schemas.microsoft.com/office/drawing/2014/main" id="{F452D031-D23C-4836-AE09-3F9AF1CE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2999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5A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4" name="data_2363">
            <a:extLst xmlns:a="http://schemas.openxmlformats.org/drawingml/2006/main">
              <a:ext uri="{FF2B5EF4-FFF2-40B4-BE49-F238E27FC236}">
                <a16:creationId xmlns:a16="http://schemas.microsoft.com/office/drawing/2014/main" id="{29763B9D-E893-4776-AFB8-79556326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950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5" name="data_2364">
            <a:extLst xmlns:a="http://schemas.openxmlformats.org/drawingml/2006/main">
              <a:ext uri="{FF2B5EF4-FFF2-40B4-BE49-F238E27FC236}">
                <a16:creationId xmlns:a16="http://schemas.microsoft.com/office/drawing/2014/main" id="{B30EAFCB-E433-4831-8893-DC211DC2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137" y="576580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6" name="data_2365">
            <a:extLst xmlns:a="http://schemas.openxmlformats.org/drawingml/2006/main">
              <a:ext uri="{FF2B5EF4-FFF2-40B4-BE49-F238E27FC236}">
                <a16:creationId xmlns:a16="http://schemas.microsoft.com/office/drawing/2014/main" id="{68BB23F9-E132-4D00-AF19-D2B189CF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7" name="data_2366">
            <a:extLst xmlns:a="http://schemas.openxmlformats.org/drawingml/2006/main">
              <a:ext uri="{FF2B5EF4-FFF2-40B4-BE49-F238E27FC236}">
                <a16:creationId xmlns:a16="http://schemas.microsoft.com/office/drawing/2014/main" id="{0BF3F26E-7D03-4AAF-82EF-88025E6B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8" name="data_2367">
            <a:extLst xmlns:a="http://schemas.openxmlformats.org/drawingml/2006/main">
              <a:ext uri="{FF2B5EF4-FFF2-40B4-BE49-F238E27FC236}">
                <a16:creationId xmlns:a16="http://schemas.microsoft.com/office/drawing/2014/main" id="{AEDFC1C7-68BD-45A9-8DF0-5536D52D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540" y="578314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9" name="data_2368">
            <a:extLst xmlns:a="http://schemas.openxmlformats.org/drawingml/2006/main">
              <a:ext uri="{FF2B5EF4-FFF2-40B4-BE49-F238E27FC236}">
                <a16:creationId xmlns:a16="http://schemas.microsoft.com/office/drawing/2014/main" id="{B9453CCB-6EB3-44A8-82B5-74DB0062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0" name="data_2369">
            <a:extLst xmlns:a="http://schemas.openxmlformats.org/drawingml/2006/main">
              <a:ext uri="{FF2B5EF4-FFF2-40B4-BE49-F238E27FC236}">
                <a16:creationId xmlns:a16="http://schemas.microsoft.com/office/drawing/2014/main" id="{D72D7AE1-FD58-4096-A5BF-6CB7FC54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0120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F7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1" name="data_2370">
            <a:extLst xmlns:a="http://schemas.openxmlformats.org/drawingml/2006/main">
              <a:ext uri="{FF2B5EF4-FFF2-40B4-BE49-F238E27FC236}">
                <a16:creationId xmlns:a16="http://schemas.microsoft.com/office/drawing/2014/main" id="{1D1D4E5B-CC31-4AEC-A5D4-F02344D1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2" name="data_2371">
            <a:extLst xmlns:a="http://schemas.openxmlformats.org/drawingml/2006/main">
              <a:ext uri="{FF2B5EF4-FFF2-40B4-BE49-F238E27FC236}">
                <a16:creationId xmlns:a16="http://schemas.microsoft.com/office/drawing/2014/main" id="{F9AB5CDF-1E2C-4BC7-BCAA-A1B6B964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713" y="730582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3" name="data_2372">
            <a:extLst xmlns:a="http://schemas.openxmlformats.org/drawingml/2006/main">
              <a:ext uri="{FF2B5EF4-FFF2-40B4-BE49-F238E27FC236}">
                <a16:creationId xmlns:a16="http://schemas.microsoft.com/office/drawing/2014/main" id="{342AF4F7-242C-450E-8DA6-CB1FE1E8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191" cy="2913552"/>
          </a:xfrm>
          <a:custGeom xmlns:a="http://schemas.openxmlformats.org/drawingml/2006/main"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2374" name="data_2373">
            <a:extLst xmlns:a="http://schemas.openxmlformats.org/drawingml/2006/main">
              <a:ext uri="{FF2B5EF4-FFF2-40B4-BE49-F238E27FC236}">
                <a16:creationId xmlns:a16="http://schemas.microsoft.com/office/drawing/2014/main" id="{72752917-5335-40B3-B8D0-C063A0EA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2375" name="text_2374">
            <a:extLst xmlns:a="http://schemas.openxmlformats.org/drawingml/2006/main">
              <a:ext uri="{FF2B5EF4-FFF2-40B4-BE49-F238E27FC236}">
                <a16:creationId xmlns:a16="http://schemas.microsoft.com/office/drawing/2014/main" id="{4BE025E5-050C-44A2-9070-3F83476C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54096" y="4321220"/>
            <a:ext cx="103263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376" name="text_2375">
            <a:extLst xmlns:a="http://schemas.openxmlformats.org/drawingml/2006/main">
              <a:ext uri="{FF2B5EF4-FFF2-40B4-BE49-F238E27FC236}">
                <a16:creationId xmlns:a16="http://schemas.microsoft.com/office/drawing/2014/main" id="{9871084D-55A1-445F-A5BD-04BCB3D3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9072" y="4334816"/>
            <a:ext cx="76195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77" name="text_2376">
            <a:extLst xmlns:a="http://schemas.openxmlformats.org/drawingml/2006/main">
              <a:ext uri="{FF2B5EF4-FFF2-40B4-BE49-F238E27FC236}">
                <a16:creationId xmlns:a16="http://schemas.microsoft.com/office/drawing/2014/main" id="{EFEACC64-CCE6-4205-A399-179A5DF0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96370" y="4334816"/>
            <a:ext cx="12464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78" name="text_2377">
            <a:extLst xmlns:a="http://schemas.openxmlformats.org/drawingml/2006/main">
              <a:ext uri="{FF2B5EF4-FFF2-40B4-BE49-F238E27FC236}">
                <a16:creationId xmlns:a16="http://schemas.microsoft.com/office/drawing/2014/main" id="{E0982AFB-C5DC-41F8-83DA-3062B598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2195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79" name="text_2378">
            <a:extLst xmlns:a="http://schemas.openxmlformats.org/drawingml/2006/main">
              <a:ext uri="{FF2B5EF4-FFF2-40B4-BE49-F238E27FC236}">
                <a16:creationId xmlns:a16="http://schemas.microsoft.com/office/drawing/2014/main" id="{5BA40147-FA7E-4F6A-9B74-D84B8856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2482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0" name="text_2379">
            <a:extLst xmlns:a="http://schemas.openxmlformats.org/drawingml/2006/main">
              <a:ext uri="{FF2B5EF4-FFF2-40B4-BE49-F238E27FC236}">
                <a16:creationId xmlns:a16="http://schemas.microsoft.com/office/drawing/2014/main" id="{FCE28875-C1BA-4822-A7CF-5AE335B8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7452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1" name="text_2380">
            <a:extLst xmlns:a="http://schemas.openxmlformats.org/drawingml/2006/main">
              <a:ext uri="{FF2B5EF4-FFF2-40B4-BE49-F238E27FC236}">
                <a16:creationId xmlns:a16="http://schemas.microsoft.com/office/drawing/2014/main" id="{E3461D31-A24D-4B86-B05F-972B8E32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422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82" name="text_2381">
            <a:extLst xmlns:a="http://schemas.openxmlformats.org/drawingml/2006/main">
              <a:ext uri="{FF2B5EF4-FFF2-40B4-BE49-F238E27FC236}">
                <a16:creationId xmlns:a16="http://schemas.microsoft.com/office/drawing/2014/main" id="{BF92998A-6826-4736-ABDE-38A93C86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84611" y="4334816"/>
            <a:ext cx="12464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83" name="text_2382">
            <a:extLst xmlns:a="http://schemas.openxmlformats.org/drawingml/2006/main">
              <a:ext uri="{FF2B5EF4-FFF2-40B4-BE49-F238E27FC236}">
                <a16:creationId xmlns:a16="http://schemas.microsoft.com/office/drawing/2014/main" id="{5EC06D51-F15B-4511-9862-203FD1CE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436" y="4334816"/>
            <a:ext cx="8545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2384" name="text_2383">
            <a:extLst xmlns:a="http://schemas.openxmlformats.org/drawingml/2006/main">
              <a:ext uri="{FF2B5EF4-FFF2-40B4-BE49-F238E27FC236}">
                <a16:creationId xmlns:a16="http://schemas.microsoft.com/office/drawing/2014/main" id="{2550612B-2651-44B3-A802-B5DF25A2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81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5" name="text_2384">
            <a:extLst xmlns:a="http://schemas.openxmlformats.org/drawingml/2006/main">
              <a:ext uri="{FF2B5EF4-FFF2-40B4-BE49-F238E27FC236}">
                <a16:creationId xmlns:a16="http://schemas.microsoft.com/office/drawing/2014/main" id="{3DAF1D21-664C-47F7-B67D-2070E7B5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1951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86" name="text_2385">
            <a:extLst xmlns:a="http://schemas.openxmlformats.org/drawingml/2006/main">
              <a:ext uri="{FF2B5EF4-FFF2-40B4-BE49-F238E27FC236}">
                <a16:creationId xmlns:a16="http://schemas.microsoft.com/office/drawing/2014/main" id="{6211F539-A352-43E4-98B3-617E1877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3629" y="4334816"/>
            <a:ext cx="68358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387" name="text_2386">
            <a:extLst xmlns:a="http://schemas.openxmlformats.org/drawingml/2006/main">
              <a:ext uri="{FF2B5EF4-FFF2-40B4-BE49-F238E27FC236}">
                <a16:creationId xmlns:a16="http://schemas.microsoft.com/office/drawing/2014/main" id="{EF9D4CB4-730B-4442-A430-B596377B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3210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88" name="text_2387">
            <a:extLst xmlns:a="http://schemas.openxmlformats.org/drawingml/2006/main">
              <a:ext uri="{FF2B5EF4-FFF2-40B4-BE49-F238E27FC236}">
                <a16:creationId xmlns:a16="http://schemas.microsoft.com/office/drawing/2014/main" id="{F96C7FA3-70EE-4AE9-AAF4-4AB08D48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1961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9" name="text_2388">
            <a:extLst xmlns:a="http://schemas.openxmlformats.org/drawingml/2006/main">
              <a:ext uri="{FF2B5EF4-FFF2-40B4-BE49-F238E27FC236}">
                <a16:creationId xmlns:a16="http://schemas.microsoft.com/office/drawing/2014/main" id="{199394DC-67A4-4164-82C1-4163CA16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4585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90" name="text_2389">
            <a:extLst xmlns:a="http://schemas.openxmlformats.org/drawingml/2006/main">
              <a:ext uri="{FF2B5EF4-FFF2-40B4-BE49-F238E27FC236}">
                <a16:creationId xmlns:a16="http://schemas.microsoft.com/office/drawing/2014/main" id="{E1811D8B-E8D9-4AB9-84D9-A6EF66D9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26263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1" name="text_2390">
            <a:extLst xmlns:a="http://schemas.openxmlformats.org/drawingml/2006/main">
              <a:ext uri="{FF2B5EF4-FFF2-40B4-BE49-F238E27FC236}">
                <a16:creationId xmlns:a16="http://schemas.microsoft.com/office/drawing/2014/main" id="{B5691E8E-1348-4BDD-8CC5-2E705528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83063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2" name="text_2391">
            <a:extLst xmlns:a="http://schemas.openxmlformats.org/drawingml/2006/main">
              <a:ext uri="{FF2B5EF4-FFF2-40B4-BE49-F238E27FC236}">
                <a16:creationId xmlns:a16="http://schemas.microsoft.com/office/drawing/2014/main" id="{D48A066B-B955-4C18-89E3-DD77A7F7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15252" y="4334816"/>
            <a:ext cx="4698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2393" name="text_2392">
            <a:extLst xmlns:a="http://schemas.openxmlformats.org/drawingml/2006/main">
              <a:ext uri="{FF2B5EF4-FFF2-40B4-BE49-F238E27FC236}">
                <a16:creationId xmlns:a16="http://schemas.microsoft.com/office/drawing/2014/main" id="{0485A943-0B97-4907-A910-49446A49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351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4" name="text_2393">
            <a:extLst xmlns:a="http://schemas.openxmlformats.org/drawingml/2006/main">
              <a:ext uri="{FF2B5EF4-FFF2-40B4-BE49-F238E27FC236}">
                <a16:creationId xmlns:a16="http://schemas.microsoft.com/office/drawing/2014/main" id="{1DBFE6B6-B943-4D31-9B9E-25F3E61B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85540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395" name="text_2394">
            <a:extLst xmlns:a="http://schemas.openxmlformats.org/drawingml/2006/main">
              <a:ext uri="{FF2B5EF4-FFF2-40B4-BE49-F238E27FC236}">
                <a16:creationId xmlns:a16="http://schemas.microsoft.com/office/drawing/2014/main" id="{758E8C8C-190B-417C-8478-0E2703C6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0510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396" name="text_2395">
            <a:extLst xmlns:a="http://schemas.openxmlformats.org/drawingml/2006/main">
              <a:ext uri="{FF2B5EF4-FFF2-40B4-BE49-F238E27FC236}">
                <a16:creationId xmlns:a16="http://schemas.microsoft.com/office/drawing/2014/main" id="{484D6E56-5974-4636-BBB8-C457D701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915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7" name="text_2396">
            <a:extLst xmlns:a="http://schemas.openxmlformats.org/drawingml/2006/main">
              <a:ext uri="{FF2B5EF4-FFF2-40B4-BE49-F238E27FC236}">
                <a16:creationId xmlns:a16="http://schemas.microsoft.com/office/drawing/2014/main" id="{069BCC37-0B68-4E14-AA09-1E461196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716" y="4334816"/>
            <a:ext cx="58241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2398" name="text_2397">
            <a:extLst xmlns:a="http://schemas.openxmlformats.org/drawingml/2006/main">
              <a:ext uri="{FF2B5EF4-FFF2-40B4-BE49-F238E27FC236}">
                <a16:creationId xmlns:a16="http://schemas.microsoft.com/office/drawing/2014/main" id="{5910F526-923C-48D9-9A19-6E8E47D7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3077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99" name="text_2398">
            <a:extLst xmlns:a="http://schemas.openxmlformats.org/drawingml/2006/main">
              <a:ext uri="{FF2B5EF4-FFF2-40B4-BE49-F238E27FC236}">
                <a16:creationId xmlns:a16="http://schemas.microsoft.com/office/drawing/2014/main" id="{2E5BCEFC-772A-4696-977A-A2D48A79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73364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400" name="text_2399">
            <a:extLst xmlns:a="http://schemas.openxmlformats.org/drawingml/2006/main">
              <a:ext uri="{FF2B5EF4-FFF2-40B4-BE49-F238E27FC236}">
                <a16:creationId xmlns:a16="http://schemas.microsoft.com/office/drawing/2014/main" id="{A1D9F2B1-BE0E-4FFC-8D5C-57B257F6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9770" y="4334816"/>
            <a:ext cx="68358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01" name="text_2400">
            <a:extLst xmlns:a="http://schemas.openxmlformats.org/drawingml/2006/main">
              <a:ext uri="{FF2B5EF4-FFF2-40B4-BE49-F238E27FC236}">
                <a16:creationId xmlns:a16="http://schemas.microsoft.com/office/drawing/2014/main" id="{045AAD5A-844A-4437-B6C0-C8A6A0CE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09351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2" name="text_2401">
            <a:extLst xmlns:a="http://schemas.openxmlformats.org/drawingml/2006/main">
              <a:ext uri="{FF2B5EF4-FFF2-40B4-BE49-F238E27FC236}">
                <a16:creationId xmlns:a16="http://schemas.microsoft.com/office/drawing/2014/main" id="{FC2F6533-33C9-4750-A6C8-ECF88E71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1029" y="4334816"/>
            <a:ext cx="523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403" name="text_2402">
            <a:extLst xmlns:a="http://schemas.openxmlformats.org/drawingml/2006/main">
              <a:ext uri="{FF2B5EF4-FFF2-40B4-BE49-F238E27FC236}">
                <a16:creationId xmlns:a16="http://schemas.microsoft.com/office/drawing/2014/main" id="{AABF0442-4E81-4039-AE68-5069F113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620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4" name="text_2403">
            <a:extLst xmlns:a="http://schemas.openxmlformats.org/drawingml/2006/main">
              <a:ext uri="{FF2B5EF4-FFF2-40B4-BE49-F238E27FC236}">
                <a16:creationId xmlns:a16="http://schemas.microsoft.com/office/drawing/2014/main" id="{50653838-D294-425E-A3DA-6E3346B7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59590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5" name="text_2404">
            <a:extLst xmlns:a="http://schemas.openxmlformats.org/drawingml/2006/main">
              <a:ext uri="{FF2B5EF4-FFF2-40B4-BE49-F238E27FC236}">
                <a16:creationId xmlns:a16="http://schemas.microsoft.com/office/drawing/2014/main" id="{6CDF7A03-35DF-4D6F-A605-FAAE050C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1268" y="4334816"/>
            <a:ext cx="76195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2406" name="text_2405">
            <a:extLst xmlns:a="http://schemas.openxmlformats.org/drawingml/2006/main">
              <a:ext uri="{FF2B5EF4-FFF2-40B4-BE49-F238E27FC236}">
                <a16:creationId xmlns:a16="http://schemas.microsoft.com/office/drawing/2014/main" id="{3FD8F6EA-1F31-4F2B-8561-0282065F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8635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7" name="text_2406">
            <a:extLst xmlns:a="http://schemas.openxmlformats.org/drawingml/2006/main">
              <a:ext uri="{FF2B5EF4-FFF2-40B4-BE49-F238E27FC236}">
                <a16:creationId xmlns:a16="http://schemas.microsoft.com/office/drawing/2014/main" id="{0EEFC47C-C75B-48F4-8CE9-0624D116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0313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8" name="text_2407">
            <a:extLst xmlns:a="http://schemas.openxmlformats.org/drawingml/2006/main">
              <a:ext uri="{FF2B5EF4-FFF2-40B4-BE49-F238E27FC236}">
                <a16:creationId xmlns:a16="http://schemas.microsoft.com/office/drawing/2014/main" id="{16A75B89-87BF-4B14-9E77-4A1A0BA3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05283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409" name="text_2408">
            <a:extLst xmlns:a="http://schemas.openxmlformats.org/drawingml/2006/main">
              <a:ext uri="{FF2B5EF4-FFF2-40B4-BE49-F238E27FC236}">
                <a16:creationId xmlns:a16="http://schemas.microsoft.com/office/drawing/2014/main" id="{2CCC9B1F-2D44-453C-BAC8-7B29E99E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37472" y="4334816"/>
            <a:ext cx="8460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410" name="text_2409">
            <a:extLst xmlns:a="http://schemas.openxmlformats.org/drawingml/2006/main">
              <a:ext uri="{FF2B5EF4-FFF2-40B4-BE49-F238E27FC236}">
                <a16:creationId xmlns:a16="http://schemas.microsoft.com/office/drawing/2014/main" id="{06A37785-E58A-4231-9C56-B5CA7E4B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13252" y="4334816"/>
            <a:ext cx="8901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411" name="text_2410">
            <a:extLst xmlns:a="http://schemas.openxmlformats.org/drawingml/2006/main">
              <a:ext uri="{FF2B5EF4-FFF2-40B4-BE49-F238E27FC236}">
                <a16:creationId xmlns:a16="http://schemas.microsoft.com/office/drawing/2014/main" id="{BA283450-4EA1-47B5-B427-DF4EE54A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93412" y="4334816"/>
            <a:ext cx="95146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412" name="text_2411">
            <a:extLst xmlns:a="http://schemas.openxmlformats.org/drawingml/2006/main">
              <a:ext uri="{FF2B5EF4-FFF2-40B4-BE49-F238E27FC236}">
                <a16:creationId xmlns:a16="http://schemas.microsoft.com/office/drawing/2014/main" id="{E851A532-34BC-4CC6-B34A-4015B726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9689" y="4334816"/>
            <a:ext cx="10184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413" name="text_2412">
            <a:extLst xmlns:a="http://schemas.openxmlformats.org/drawingml/2006/main">
              <a:ext uri="{FF2B5EF4-FFF2-40B4-BE49-F238E27FC236}">
                <a16:creationId xmlns:a16="http://schemas.microsoft.com/office/drawing/2014/main" id="{8081E7E2-0EED-4206-AF7B-B48A8C8D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641" y="4334816"/>
            <a:ext cx="8417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14" name="text_2413">
            <a:extLst xmlns:a="http://schemas.openxmlformats.org/drawingml/2006/main">
              <a:ext uri="{FF2B5EF4-FFF2-40B4-BE49-F238E27FC236}">
                <a16:creationId xmlns:a16="http://schemas.microsoft.com/office/drawing/2014/main" id="{4C842ED0-3CBB-4A66-BF34-DFFA9FA2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49178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415" name="text_2414">
            <a:extLst xmlns:a="http://schemas.openxmlformats.org/drawingml/2006/main">
              <a:ext uri="{FF2B5EF4-FFF2-40B4-BE49-F238E27FC236}">
                <a16:creationId xmlns:a16="http://schemas.microsoft.com/office/drawing/2014/main" id="{72FD50DD-163A-4E39-9EDB-9B588B70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99693" y="4388707"/>
            <a:ext cx="35428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416" name="text_2415">
            <a:extLst xmlns:a="http://schemas.openxmlformats.org/drawingml/2006/main">
              <a:ext uri="{FF2B5EF4-FFF2-40B4-BE49-F238E27FC236}">
                <a16:creationId xmlns:a16="http://schemas.microsoft.com/office/drawing/2014/main" id="{E4AE06C1-6B81-4CD6-81DC-EC915AC3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6313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417" name="data_2416">
            <a:extLst xmlns:a="http://schemas.openxmlformats.org/drawingml/2006/main">
              <a:ext uri="{FF2B5EF4-FFF2-40B4-BE49-F238E27FC236}">
                <a16:creationId xmlns:a16="http://schemas.microsoft.com/office/drawing/2014/main" id="{CD58CE39-95AE-4E6D-9613-EBC13001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32097"/>
            <a:ext cx="89759" cy="2913552"/>
          </a:xfrm>
          <a:custGeom xmlns:a="http://schemas.openxmlformats.org/drawingml/2006/main"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8" name="data_2417">
            <a:extLst xmlns:a="http://schemas.openxmlformats.org/drawingml/2006/main">
              <a:ext uri="{FF2B5EF4-FFF2-40B4-BE49-F238E27FC236}">
                <a16:creationId xmlns:a16="http://schemas.microsoft.com/office/drawing/2014/main" id="{16436944-662A-4C78-BC6A-4944A1FD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342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DE725"/>
          </a:solidFill>
          <a:ln xmlns:a="http://schemas.openxmlformats.org/drawingml/2006/main" w="3518">
            <a:solidFill>
              <a:srgbClr val="FDE725"/>
            </a:solidFill>
            <a:prstDash val="solid"/>
          </a:ln>
        </p:spPr>
      </p:sp>
      <p:sp>
        <p:nvSpPr>
          <p:cNvPr id="2419" name="data_2418">
            <a:extLst xmlns:a="http://schemas.openxmlformats.org/drawingml/2006/main">
              <a:ext uri="{FF2B5EF4-FFF2-40B4-BE49-F238E27FC236}">
                <a16:creationId xmlns:a16="http://schemas.microsoft.com/office/drawing/2014/main" id="{27A46262-4B50-4CF2-A4DD-4F86B9DE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228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BE723"/>
          </a:solidFill>
          <a:ln xmlns:a="http://schemas.openxmlformats.org/drawingml/2006/main" w="3518">
            <a:solidFill>
              <a:srgbClr val="FBE723"/>
            </a:solidFill>
            <a:prstDash val="solid"/>
          </a:ln>
        </p:spPr>
      </p:sp>
      <p:sp>
        <p:nvSpPr>
          <p:cNvPr id="2420" name="data_2419">
            <a:extLst xmlns:a="http://schemas.openxmlformats.org/drawingml/2006/main">
              <a:ext uri="{FF2B5EF4-FFF2-40B4-BE49-F238E27FC236}">
                <a16:creationId xmlns:a16="http://schemas.microsoft.com/office/drawing/2014/main" id="{DF5AE7AD-9E95-43CA-BFEF-699CB2E7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115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8E621"/>
          </a:solidFill>
          <a:ln xmlns:a="http://schemas.openxmlformats.org/drawingml/2006/main" w="3518">
            <a:solidFill>
              <a:srgbClr val="F8E621"/>
            </a:solidFill>
            <a:prstDash val="solid"/>
          </a:ln>
        </p:spPr>
      </p:sp>
      <p:sp>
        <p:nvSpPr>
          <p:cNvPr id="2421" name="data_2420">
            <a:extLst xmlns:a="http://schemas.openxmlformats.org/drawingml/2006/main">
              <a:ext uri="{FF2B5EF4-FFF2-40B4-BE49-F238E27FC236}">
                <a16:creationId xmlns:a16="http://schemas.microsoft.com/office/drawing/2014/main" id="{08CC1D86-B610-4CB7-A656-901D6A8A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001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6E620"/>
          </a:solidFill>
          <a:ln xmlns:a="http://schemas.openxmlformats.org/drawingml/2006/main" w="3518">
            <a:solidFill>
              <a:srgbClr val="F6E620"/>
            </a:solidFill>
            <a:prstDash val="solid"/>
          </a:ln>
        </p:spPr>
      </p:sp>
      <p:sp>
        <p:nvSpPr>
          <p:cNvPr id="2422" name="data_2421">
            <a:extLst xmlns:a="http://schemas.openxmlformats.org/drawingml/2006/main">
              <a:ext uri="{FF2B5EF4-FFF2-40B4-BE49-F238E27FC236}">
                <a16:creationId xmlns:a16="http://schemas.microsoft.com/office/drawing/2014/main" id="{5B1D7844-4A0C-4A6B-8973-CB58FA7C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887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4E61E"/>
          </a:solidFill>
          <a:ln xmlns:a="http://schemas.openxmlformats.org/drawingml/2006/main" w="3518">
            <a:solidFill>
              <a:srgbClr val="F4E61E"/>
            </a:solidFill>
            <a:prstDash val="solid"/>
          </a:ln>
        </p:spPr>
      </p:sp>
      <p:sp>
        <p:nvSpPr>
          <p:cNvPr id="2423" name="data_2422">
            <a:extLst xmlns:a="http://schemas.openxmlformats.org/drawingml/2006/main">
              <a:ext uri="{FF2B5EF4-FFF2-40B4-BE49-F238E27FC236}">
                <a16:creationId xmlns:a16="http://schemas.microsoft.com/office/drawing/2014/main" id="{821656A6-024F-4F9E-B5A1-DEDB0A4C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773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1E51D"/>
          </a:solidFill>
          <a:ln xmlns:a="http://schemas.openxmlformats.org/drawingml/2006/main" w="3518">
            <a:solidFill>
              <a:srgbClr val="F1E51D"/>
            </a:solidFill>
            <a:prstDash val="solid"/>
          </a:ln>
        </p:spPr>
      </p:sp>
      <p:sp>
        <p:nvSpPr>
          <p:cNvPr id="2424" name="data_2423">
            <a:extLst xmlns:a="http://schemas.openxmlformats.org/drawingml/2006/main">
              <a:ext uri="{FF2B5EF4-FFF2-40B4-BE49-F238E27FC236}">
                <a16:creationId xmlns:a16="http://schemas.microsoft.com/office/drawing/2014/main" id="{5A8FC69D-7CDD-41AE-8090-275AAF1C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659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FE51C"/>
          </a:solidFill>
          <a:ln xmlns:a="http://schemas.openxmlformats.org/drawingml/2006/main" w="3518">
            <a:solidFill>
              <a:srgbClr val="EFE51C"/>
            </a:solidFill>
            <a:prstDash val="solid"/>
          </a:ln>
        </p:spPr>
      </p:sp>
      <p:sp>
        <p:nvSpPr>
          <p:cNvPr id="2425" name="data_2424">
            <a:extLst xmlns:a="http://schemas.openxmlformats.org/drawingml/2006/main">
              <a:ext uri="{FF2B5EF4-FFF2-40B4-BE49-F238E27FC236}">
                <a16:creationId xmlns:a16="http://schemas.microsoft.com/office/drawing/2014/main" id="{8996F160-8BB3-4721-9B66-E2A5D949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546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CE51B"/>
          </a:solidFill>
          <a:ln xmlns:a="http://schemas.openxmlformats.org/drawingml/2006/main" w="3518">
            <a:solidFill>
              <a:srgbClr val="ECE51B"/>
            </a:solidFill>
            <a:prstDash val="solid"/>
          </a:ln>
        </p:spPr>
      </p:sp>
      <p:sp>
        <p:nvSpPr>
          <p:cNvPr id="2426" name="data_2425">
            <a:extLst xmlns:a="http://schemas.openxmlformats.org/drawingml/2006/main">
              <a:ext uri="{FF2B5EF4-FFF2-40B4-BE49-F238E27FC236}">
                <a16:creationId xmlns:a16="http://schemas.microsoft.com/office/drawing/2014/main" id="{6AB14731-AEB6-43F0-90FC-51E9FE27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432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AE51A"/>
          </a:solidFill>
          <a:ln xmlns:a="http://schemas.openxmlformats.org/drawingml/2006/main" w="3518">
            <a:solidFill>
              <a:srgbClr val="EAE51A"/>
            </a:solidFill>
            <a:prstDash val="solid"/>
          </a:ln>
        </p:spPr>
      </p:sp>
      <p:sp>
        <p:nvSpPr>
          <p:cNvPr id="2427" name="data_2426">
            <a:extLst xmlns:a="http://schemas.openxmlformats.org/drawingml/2006/main">
              <a:ext uri="{FF2B5EF4-FFF2-40B4-BE49-F238E27FC236}">
                <a16:creationId xmlns:a16="http://schemas.microsoft.com/office/drawing/2014/main" id="{F6617A22-93BC-4767-8BD6-0A49AEEB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318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7E419"/>
          </a:solidFill>
          <a:ln xmlns:a="http://schemas.openxmlformats.org/drawingml/2006/main" w="3518">
            <a:solidFill>
              <a:srgbClr val="E7E419"/>
            </a:solidFill>
            <a:prstDash val="solid"/>
          </a:ln>
        </p:spPr>
      </p:sp>
      <p:sp>
        <p:nvSpPr>
          <p:cNvPr id="2428" name="data_2427">
            <a:extLst xmlns:a="http://schemas.openxmlformats.org/drawingml/2006/main">
              <a:ext uri="{FF2B5EF4-FFF2-40B4-BE49-F238E27FC236}">
                <a16:creationId xmlns:a16="http://schemas.microsoft.com/office/drawing/2014/main" id="{4CAFE62F-1CE0-4CA7-87BB-584B8438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204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5E419"/>
          </a:solidFill>
          <a:ln xmlns:a="http://schemas.openxmlformats.org/drawingml/2006/main" w="3518">
            <a:solidFill>
              <a:srgbClr val="E5E419"/>
            </a:solidFill>
            <a:prstDash val="solid"/>
          </a:ln>
        </p:spPr>
      </p:sp>
      <p:sp>
        <p:nvSpPr>
          <p:cNvPr id="2429" name="data_2428">
            <a:extLst xmlns:a="http://schemas.openxmlformats.org/drawingml/2006/main">
              <a:ext uri="{FF2B5EF4-FFF2-40B4-BE49-F238E27FC236}">
                <a16:creationId xmlns:a16="http://schemas.microsoft.com/office/drawing/2014/main" id="{7C3B5666-D0ED-442F-B295-237975AB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090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2E418"/>
          </a:solidFill>
          <a:ln xmlns:a="http://schemas.openxmlformats.org/drawingml/2006/main" w="3518">
            <a:solidFill>
              <a:srgbClr val="E2E418"/>
            </a:solidFill>
            <a:prstDash val="solid"/>
          </a:ln>
        </p:spPr>
      </p:sp>
      <p:sp>
        <p:nvSpPr>
          <p:cNvPr id="2430" name="data_2429">
            <a:extLst xmlns:a="http://schemas.openxmlformats.org/drawingml/2006/main">
              <a:ext uri="{FF2B5EF4-FFF2-40B4-BE49-F238E27FC236}">
                <a16:creationId xmlns:a16="http://schemas.microsoft.com/office/drawing/2014/main" id="{AFB0DDF9-3EB5-4EEC-9B96-A89225FB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976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FE318"/>
          </a:solidFill>
          <a:ln xmlns:a="http://schemas.openxmlformats.org/drawingml/2006/main" w="3518">
            <a:solidFill>
              <a:srgbClr val="DFE318"/>
            </a:solidFill>
            <a:prstDash val="solid"/>
          </a:ln>
        </p:spPr>
      </p:sp>
      <p:sp>
        <p:nvSpPr>
          <p:cNvPr id="2431" name="data_2430">
            <a:extLst xmlns:a="http://schemas.openxmlformats.org/drawingml/2006/main">
              <a:ext uri="{FF2B5EF4-FFF2-40B4-BE49-F238E27FC236}">
                <a16:creationId xmlns:a16="http://schemas.microsoft.com/office/drawing/2014/main" id="{B7C2DD05-BC73-48F6-8FDB-ADA99A51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863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DE318"/>
          </a:solidFill>
          <a:ln xmlns:a="http://schemas.openxmlformats.org/drawingml/2006/main" w="3518">
            <a:solidFill>
              <a:srgbClr val="DDE318"/>
            </a:solidFill>
            <a:prstDash val="solid"/>
          </a:ln>
        </p:spPr>
      </p:sp>
      <p:sp>
        <p:nvSpPr>
          <p:cNvPr id="2432" name="data_2431">
            <a:extLst xmlns:a="http://schemas.openxmlformats.org/drawingml/2006/main">
              <a:ext uri="{FF2B5EF4-FFF2-40B4-BE49-F238E27FC236}">
                <a16:creationId xmlns:a16="http://schemas.microsoft.com/office/drawing/2014/main" id="{2803306B-ED35-47C2-808F-712023A7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749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AE319"/>
          </a:solidFill>
          <a:ln xmlns:a="http://schemas.openxmlformats.org/drawingml/2006/main" w="3518">
            <a:solidFill>
              <a:srgbClr val="DAE319"/>
            </a:solidFill>
            <a:prstDash val="solid"/>
          </a:ln>
        </p:spPr>
      </p:sp>
      <p:sp>
        <p:nvSpPr>
          <p:cNvPr id="2433" name="data_2432">
            <a:extLst xmlns:a="http://schemas.openxmlformats.org/drawingml/2006/main">
              <a:ext uri="{FF2B5EF4-FFF2-40B4-BE49-F238E27FC236}">
                <a16:creationId xmlns:a16="http://schemas.microsoft.com/office/drawing/2014/main" id="{D7F11752-4C38-4B58-9CE1-30721C60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635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8E219"/>
          </a:solidFill>
          <a:ln xmlns:a="http://schemas.openxmlformats.org/drawingml/2006/main" w="3518">
            <a:solidFill>
              <a:srgbClr val="D8E219"/>
            </a:solidFill>
            <a:prstDash val="solid"/>
          </a:ln>
        </p:spPr>
      </p:sp>
      <p:sp>
        <p:nvSpPr>
          <p:cNvPr id="2434" name="data_2433">
            <a:extLst xmlns:a="http://schemas.openxmlformats.org/drawingml/2006/main">
              <a:ext uri="{FF2B5EF4-FFF2-40B4-BE49-F238E27FC236}">
                <a16:creationId xmlns:a16="http://schemas.microsoft.com/office/drawing/2014/main" id="{CD592D13-F4D1-4AF6-B3A8-739D5CAF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521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5E21A"/>
          </a:solidFill>
          <a:ln xmlns:a="http://schemas.openxmlformats.org/drawingml/2006/main" w="3518">
            <a:solidFill>
              <a:srgbClr val="D5E21A"/>
            </a:solidFill>
            <a:prstDash val="solid"/>
          </a:ln>
        </p:spPr>
      </p:sp>
      <p:sp>
        <p:nvSpPr>
          <p:cNvPr id="2435" name="data_2434">
            <a:extLst xmlns:a="http://schemas.openxmlformats.org/drawingml/2006/main">
              <a:ext uri="{FF2B5EF4-FFF2-40B4-BE49-F238E27FC236}">
                <a16:creationId xmlns:a16="http://schemas.microsoft.com/office/drawing/2014/main" id="{847B8B2C-AA3F-4C50-A8DD-1F0789C1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407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2E21B"/>
          </a:solidFill>
          <a:ln xmlns:a="http://schemas.openxmlformats.org/drawingml/2006/main" w="3518">
            <a:solidFill>
              <a:srgbClr val="D2E21B"/>
            </a:solidFill>
            <a:prstDash val="solid"/>
          </a:ln>
        </p:spPr>
      </p:sp>
      <p:sp>
        <p:nvSpPr>
          <p:cNvPr id="2436" name="data_2435">
            <a:extLst xmlns:a="http://schemas.openxmlformats.org/drawingml/2006/main">
              <a:ext uri="{FF2B5EF4-FFF2-40B4-BE49-F238E27FC236}">
                <a16:creationId xmlns:a16="http://schemas.microsoft.com/office/drawing/2014/main" id="{187AA48F-DEFA-404E-9669-45E6AB86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294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0E11C"/>
          </a:solidFill>
          <a:ln xmlns:a="http://schemas.openxmlformats.org/drawingml/2006/main" w="3518">
            <a:solidFill>
              <a:srgbClr val="D0E11C"/>
            </a:solidFill>
            <a:prstDash val="solid"/>
          </a:ln>
        </p:spPr>
      </p:sp>
      <p:sp>
        <p:nvSpPr>
          <p:cNvPr id="2437" name="data_2436">
            <a:extLst xmlns:a="http://schemas.openxmlformats.org/drawingml/2006/main">
              <a:ext uri="{FF2B5EF4-FFF2-40B4-BE49-F238E27FC236}">
                <a16:creationId xmlns:a16="http://schemas.microsoft.com/office/drawing/2014/main" id="{A7E5D7B2-C370-46C8-8493-5487FC0D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180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DE11D"/>
          </a:solidFill>
          <a:ln xmlns:a="http://schemas.openxmlformats.org/drawingml/2006/main" w="3518">
            <a:solidFill>
              <a:srgbClr val="CDE11D"/>
            </a:solidFill>
            <a:prstDash val="solid"/>
          </a:ln>
        </p:spPr>
      </p:sp>
      <p:sp>
        <p:nvSpPr>
          <p:cNvPr id="2438" name="data_2437">
            <a:extLst xmlns:a="http://schemas.openxmlformats.org/drawingml/2006/main">
              <a:ext uri="{FF2B5EF4-FFF2-40B4-BE49-F238E27FC236}">
                <a16:creationId xmlns:a16="http://schemas.microsoft.com/office/drawing/2014/main" id="{367A399E-DB46-4EB3-895A-CCAAE7C8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066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AE11F"/>
          </a:solidFill>
          <a:ln xmlns:a="http://schemas.openxmlformats.org/drawingml/2006/main" w="3518">
            <a:solidFill>
              <a:srgbClr val="CAE11F"/>
            </a:solidFill>
            <a:prstDash val="solid"/>
          </a:ln>
        </p:spPr>
      </p:sp>
      <p:sp>
        <p:nvSpPr>
          <p:cNvPr id="2439" name="data_2438">
            <a:extLst xmlns:a="http://schemas.openxmlformats.org/drawingml/2006/main">
              <a:ext uri="{FF2B5EF4-FFF2-40B4-BE49-F238E27FC236}">
                <a16:creationId xmlns:a16="http://schemas.microsoft.com/office/drawing/2014/main" id="{AF2B51E3-5659-407B-BE6A-1EA88B0A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952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8E020"/>
          </a:solidFill>
          <a:ln xmlns:a="http://schemas.openxmlformats.org/drawingml/2006/main" w="3518">
            <a:solidFill>
              <a:srgbClr val="C8E020"/>
            </a:solidFill>
            <a:prstDash val="solid"/>
          </a:ln>
        </p:spPr>
      </p:sp>
      <p:sp>
        <p:nvSpPr>
          <p:cNvPr id="2440" name="data_2439">
            <a:extLst xmlns:a="http://schemas.openxmlformats.org/drawingml/2006/main">
              <a:ext uri="{FF2B5EF4-FFF2-40B4-BE49-F238E27FC236}">
                <a16:creationId xmlns:a16="http://schemas.microsoft.com/office/drawing/2014/main" id="{9DDEC3B7-6B6B-4D19-8299-0469D9F5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838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5E021"/>
          </a:solidFill>
          <a:ln xmlns:a="http://schemas.openxmlformats.org/drawingml/2006/main" w="3518">
            <a:solidFill>
              <a:srgbClr val="C5E021"/>
            </a:solidFill>
            <a:prstDash val="solid"/>
          </a:ln>
        </p:spPr>
      </p:sp>
      <p:sp>
        <p:nvSpPr>
          <p:cNvPr id="2441" name="data_2440">
            <a:extLst xmlns:a="http://schemas.openxmlformats.org/drawingml/2006/main">
              <a:ext uri="{FF2B5EF4-FFF2-40B4-BE49-F238E27FC236}">
                <a16:creationId xmlns:a16="http://schemas.microsoft.com/office/drawing/2014/main" id="{A8824E33-1202-44D2-96CC-434F1756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725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2DF23"/>
          </a:solidFill>
          <a:ln xmlns:a="http://schemas.openxmlformats.org/drawingml/2006/main" w="3518">
            <a:solidFill>
              <a:srgbClr val="C2DF23"/>
            </a:solidFill>
            <a:prstDash val="solid"/>
          </a:ln>
        </p:spPr>
      </p:sp>
      <p:sp>
        <p:nvSpPr>
          <p:cNvPr id="2442" name="data_2441">
            <a:extLst xmlns:a="http://schemas.openxmlformats.org/drawingml/2006/main">
              <a:ext uri="{FF2B5EF4-FFF2-40B4-BE49-F238E27FC236}">
                <a16:creationId xmlns:a16="http://schemas.microsoft.com/office/drawing/2014/main" id="{FBE9EE99-A389-4995-99AE-FDD2965A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611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0DF25"/>
          </a:solidFill>
          <a:ln xmlns:a="http://schemas.openxmlformats.org/drawingml/2006/main" w="3518">
            <a:solidFill>
              <a:srgbClr val="C0DF25"/>
            </a:solidFill>
            <a:prstDash val="solid"/>
          </a:ln>
        </p:spPr>
      </p:sp>
      <p:sp>
        <p:nvSpPr>
          <p:cNvPr id="2443" name="data_2442">
            <a:extLst xmlns:a="http://schemas.openxmlformats.org/drawingml/2006/main">
              <a:ext uri="{FF2B5EF4-FFF2-40B4-BE49-F238E27FC236}">
                <a16:creationId xmlns:a16="http://schemas.microsoft.com/office/drawing/2014/main" id="{8BD5D0C7-6130-40B5-BA75-C8495BAA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497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DDF26"/>
          </a:solidFill>
          <a:ln xmlns:a="http://schemas.openxmlformats.org/drawingml/2006/main" w="3518">
            <a:solidFill>
              <a:srgbClr val="BDDF26"/>
            </a:solidFill>
            <a:prstDash val="solid"/>
          </a:ln>
        </p:spPr>
      </p:sp>
      <p:sp>
        <p:nvSpPr>
          <p:cNvPr id="2444" name="data_2443">
            <a:extLst xmlns:a="http://schemas.openxmlformats.org/drawingml/2006/main">
              <a:ext uri="{FF2B5EF4-FFF2-40B4-BE49-F238E27FC236}">
                <a16:creationId xmlns:a16="http://schemas.microsoft.com/office/drawing/2014/main" id="{E575B5A7-699F-40A1-A73B-E408D845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383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ADE28"/>
          </a:solidFill>
          <a:ln xmlns:a="http://schemas.openxmlformats.org/drawingml/2006/main" w="3518">
            <a:solidFill>
              <a:srgbClr val="BADE28"/>
            </a:solidFill>
            <a:prstDash val="solid"/>
          </a:ln>
        </p:spPr>
      </p:sp>
      <p:sp>
        <p:nvSpPr>
          <p:cNvPr id="2445" name="data_2444">
            <a:extLst xmlns:a="http://schemas.openxmlformats.org/drawingml/2006/main">
              <a:ext uri="{FF2B5EF4-FFF2-40B4-BE49-F238E27FC236}">
                <a16:creationId xmlns:a16="http://schemas.microsoft.com/office/drawing/2014/main" id="{5A0ED741-6EB6-42AA-ADD6-F871EEFC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269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8DE29"/>
          </a:solidFill>
          <a:ln xmlns:a="http://schemas.openxmlformats.org/drawingml/2006/main" w="3518">
            <a:solidFill>
              <a:srgbClr val="B8DE29"/>
            </a:solidFill>
            <a:prstDash val="solid"/>
          </a:ln>
        </p:spPr>
      </p:sp>
      <p:sp>
        <p:nvSpPr>
          <p:cNvPr id="2446" name="data_2445">
            <a:extLst xmlns:a="http://schemas.openxmlformats.org/drawingml/2006/main">
              <a:ext uri="{FF2B5EF4-FFF2-40B4-BE49-F238E27FC236}">
                <a16:creationId xmlns:a16="http://schemas.microsoft.com/office/drawing/2014/main" id="{105FA530-34F8-4299-8948-D41BCA4C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155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5DE2B"/>
          </a:solidFill>
          <a:ln xmlns:a="http://schemas.openxmlformats.org/drawingml/2006/main" w="3518">
            <a:solidFill>
              <a:srgbClr val="B5DE2B"/>
            </a:solidFill>
            <a:prstDash val="solid"/>
          </a:ln>
        </p:spPr>
      </p:sp>
      <p:sp>
        <p:nvSpPr>
          <p:cNvPr id="2447" name="data_2446">
            <a:extLst xmlns:a="http://schemas.openxmlformats.org/drawingml/2006/main">
              <a:ext uri="{FF2B5EF4-FFF2-40B4-BE49-F238E27FC236}">
                <a16:creationId xmlns:a16="http://schemas.microsoft.com/office/drawing/2014/main" id="{80B10863-A249-42F4-ADE0-D299986F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042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2DD2D"/>
          </a:solidFill>
          <a:ln xmlns:a="http://schemas.openxmlformats.org/drawingml/2006/main" w="3518">
            <a:solidFill>
              <a:srgbClr val="B2DD2D"/>
            </a:solidFill>
            <a:prstDash val="solid"/>
          </a:ln>
        </p:spPr>
      </p:sp>
      <p:sp>
        <p:nvSpPr>
          <p:cNvPr id="2448" name="data_2447">
            <a:extLst xmlns:a="http://schemas.openxmlformats.org/drawingml/2006/main">
              <a:ext uri="{FF2B5EF4-FFF2-40B4-BE49-F238E27FC236}">
                <a16:creationId xmlns:a16="http://schemas.microsoft.com/office/drawing/2014/main" id="{40D59F80-E49A-48E2-8533-089C8D60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928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0DD2F"/>
          </a:solidFill>
          <a:ln xmlns:a="http://schemas.openxmlformats.org/drawingml/2006/main" w="3518">
            <a:solidFill>
              <a:srgbClr val="B0DD2F"/>
            </a:solidFill>
            <a:prstDash val="solid"/>
          </a:ln>
        </p:spPr>
      </p:sp>
      <p:sp>
        <p:nvSpPr>
          <p:cNvPr id="2449" name="data_2448">
            <a:extLst xmlns:a="http://schemas.openxmlformats.org/drawingml/2006/main">
              <a:ext uri="{FF2B5EF4-FFF2-40B4-BE49-F238E27FC236}">
                <a16:creationId xmlns:a16="http://schemas.microsoft.com/office/drawing/2014/main" id="{34558C19-C075-4E79-990B-EB5F7421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814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DDC30"/>
          </a:solidFill>
          <a:ln xmlns:a="http://schemas.openxmlformats.org/drawingml/2006/main" w="3518">
            <a:solidFill>
              <a:srgbClr val="ADDC30"/>
            </a:solidFill>
            <a:prstDash val="solid"/>
          </a:ln>
        </p:spPr>
      </p:sp>
      <p:sp>
        <p:nvSpPr>
          <p:cNvPr id="2450" name="data_2449">
            <a:extLst xmlns:a="http://schemas.openxmlformats.org/drawingml/2006/main">
              <a:ext uri="{FF2B5EF4-FFF2-40B4-BE49-F238E27FC236}">
                <a16:creationId xmlns:a16="http://schemas.microsoft.com/office/drawing/2014/main" id="{20E2DC63-2535-4F23-961F-4B5E0963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700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ADC32"/>
          </a:solidFill>
          <a:ln xmlns:a="http://schemas.openxmlformats.org/drawingml/2006/main" w="3518">
            <a:solidFill>
              <a:srgbClr val="AADC32"/>
            </a:solidFill>
            <a:prstDash val="solid"/>
          </a:ln>
        </p:spPr>
      </p:sp>
      <p:sp>
        <p:nvSpPr>
          <p:cNvPr id="2451" name="data_2450">
            <a:extLst xmlns:a="http://schemas.openxmlformats.org/drawingml/2006/main">
              <a:ext uri="{FF2B5EF4-FFF2-40B4-BE49-F238E27FC236}">
                <a16:creationId xmlns:a16="http://schemas.microsoft.com/office/drawing/2014/main" id="{3E17B6FC-B9FD-43DE-B2EE-C8332678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586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8DB34"/>
          </a:solidFill>
          <a:ln xmlns:a="http://schemas.openxmlformats.org/drawingml/2006/main" w="3518">
            <a:solidFill>
              <a:srgbClr val="A8DB34"/>
            </a:solidFill>
            <a:prstDash val="solid"/>
          </a:ln>
        </p:spPr>
      </p:sp>
      <p:sp>
        <p:nvSpPr>
          <p:cNvPr id="2452" name="data_2451">
            <a:extLst xmlns:a="http://schemas.openxmlformats.org/drawingml/2006/main">
              <a:ext uri="{FF2B5EF4-FFF2-40B4-BE49-F238E27FC236}">
                <a16:creationId xmlns:a16="http://schemas.microsoft.com/office/drawing/2014/main" id="{AA8180EA-3BAD-4FA7-A892-51A89012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473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5DB36"/>
          </a:solidFill>
          <a:ln xmlns:a="http://schemas.openxmlformats.org/drawingml/2006/main" w="3518">
            <a:solidFill>
              <a:srgbClr val="A5DB36"/>
            </a:solidFill>
            <a:prstDash val="solid"/>
          </a:ln>
        </p:spPr>
      </p:sp>
      <p:sp>
        <p:nvSpPr>
          <p:cNvPr id="2453" name="data_2452">
            <a:extLst xmlns:a="http://schemas.openxmlformats.org/drawingml/2006/main">
              <a:ext uri="{FF2B5EF4-FFF2-40B4-BE49-F238E27FC236}">
                <a16:creationId xmlns:a16="http://schemas.microsoft.com/office/drawing/2014/main" id="{55F71103-E7C3-4E1C-817C-FDC78EAA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359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2DA37"/>
          </a:solidFill>
          <a:ln xmlns:a="http://schemas.openxmlformats.org/drawingml/2006/main" w="3518">
            <a:solidFill>
              <a:srgbClr val="A2DA37"/>
            </a:solidFill>
            <a:prstDash val="solid"/>
          </a:ln>
        </p:spPr>
      </p:sp>
      <p:sp>
        <p:nvSpPr>
          <p:cNvPr id="2454" name="data_2453">
            <a:extLst xmlns:a="http://schemas.openxmlformats.org/drawingml/2006/main">
              <a:ext uri="{FF2B5EF4-FFF2-40B4-BE49-F238E27FC236}">
                <a16:creationId xmlns:a16="http://schemas.microsoft.com/office/drawing/2014/main" id="{C187CF02-2C1C-4264-BAA7-39B2039B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245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0DA39"/>
          </a:solidFill>
          <a:ln xmlns:a="http://schemas.openxmlformats.org/drawingml/2006/main" w="3518">
            <a:solidFill>
              <a:srgbClr val="A0DA39"/>
            </a:solidFill>
            <a:prstDash val="solid"/>
          </a:ln>
        </p:spPr>
      </p:sp>
      <p:sp>
        <p:nvSpPr>
          <p:cNvPr id="2455" name="data_2454">
            <a:extLst xmlns:a="http://schemas.openxmlformats.org/drawingml/2006/main">
              <a:ext uri="{FF2B5EF4-FFF2-40B4-BE49-F238E27FC236}">
                <a16:creationId xmlns:a16="http://schemas.microsoft.com/office/drawing/2014/main" id="{971D23DC-B720-490B-A034-FA72B1C5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131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DD93B"/>
          </a:solidFill>
          <a:ln xmlns:a="http://schemas.openxmlformats.org/drawingml/2006/main" w="3518">
            <a:solidFill>
              <a:srgbClr val="9DD93B"/>
            </a:solidFill>
            <a:prstDash val="solid"/>
          </a:ln>
        </p:spPr>
      </p:sp>
      <p:sp>
        <p:nvSpPr>
          <p:cNvPr id="2456" name="data_2455">
            <a:extLst xmlns:a="http://schemas.openxmlformats.org/drawingml/2006/main">
              <a:ext uri="{FF2B5EF4-FFF2-40B4-BE49-F238E27FC236}">
                <a16:creationId xmlns:a16="http://schemas.microsoft.com/office/drawing/2014/main" id="{CF385337-A5D0-4E33-8852-86C60FCE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017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BD93C"/>
          </a:solidFill>
          <a:ln xmlns:a="http://schemas.openxmlformats.org/drawingml/2006/main" w="3518">
            <a:solidFill>
              <a:srgbClr val="9BD93C"/>
            </a:solidFill>
            <a:prstDash val="solid"/>
          </a:ln>
        </p:spPr>
      </p:sp>
      <p:sp>
        <p:nvSpPr>
          <p:cNvPr id="2457" name="data_2456">
            <a:extLst xmlns:a="http://schemas.openxmlformats.org/drawingml/2006/main">
              <a:ext uri="{FF2B5EF4-FFF2-40B4-BE49-F238E27FC236}">
                <a16:creationId xmlns:a16="http://schemas.microsoft.com/office/drawing/2014/main" id="{BB04082D-D3CA-4E17-9260-490C7F00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904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8D83E"/>
          </a:solidFill>
          <a:ln xmlns:a="http://schemas.openxmlformats.org/drawingml/2006/main" w="3518">
            <a:solidFill>
              <a:srgbClr val="98D83E"/>
            </a:solidFill>
            <a:prstDash val="solid"/>
          </a:ln>
        </p:spPr>
      </p:sp>
      <p:sp>
        <p:nvSpPr>
          <p:cNvPr id="2458" name="data_2457">
            <a:extLst xmlns:a="http://schemas.openxmlformats.org/drawingml/2006/main">
              <a:ext uri="{FF2B5EF4-FFF2-40B4-BE49-F238E27FC236}">
                <a16:creationId xmlns:a16="http://schemas.microsoft.com/office/drawing/2014/main" id="{4B0F1AD6-48D7-41D7-AD60-94DED471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790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5D840"/>
          </a:solidFill>
          <a:ln xmlns:a="http://schemas.openxmlformats.org/drawingml/2006/main" w="3518">
            <a:solidFill>
              <a:srgbClr val="95D840"/>
            </a:solidFill>
            <a:prstDash val="solid"/>
          </a:ln>
        </p:spPr>
      </p:sp>
      <p:sp>
        <p:nvSpPr>
          <p:cNvPr id="2459" name="data_2458">
            <a:extLst xmlns:a="http://schemas.openxmlformats.org/drawingml/2006/main">
              <a:ext uri="{FF2B5EF4-FFF2-40B4-BE49-F238E27FC236}">
                <a16:creationId xmlns:a16="http://schemas.microsoft.com/office/drawing/2014/main" id="{79A1E6F6-5681-433E-915C-869524FA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676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3D741"/>
          </a:solidFill>
          <a:ln xmlns:a="http://schemas.openxmlformats.org/drawingml/2006/main" w="3518">
            <a:solidFill>
              <a:srgbClr val="93D741"/>
            </a:solidFill>
            <a:prstDash val="solid"/>
          </a:ln>
        </p:spPr>
      </p:sp>
      <p:sp>
        <p:nvSpPr>
          <p:cNvPr id="2460" name="data_2459">
            <a:extLst xmlns:a="http://schemas.openxmlformats.org/drawingml/2006/main">
              <a:ext uri="{FF2B5EF4-FFF2-40B4-BE49-F238E27FC236}">
                <a16:creationId xmlns:a16="http://schemas.microsoft.com/office/drawing/2014/main" id="{2AD74FCA-E4B1-44AA-9D3E-68A5DA6E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562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0D743"/>
          </a:solidFill>
          <a:ln xmlns:a="http://schemas.openxmlformats.org/drawingml/2006/main" w="3518">
            <a:solidFill>
              <a:srgbClr val="90D743"/>
            </a:solidFill>
            <a:prstDash val="solid"/>
          </a:ln>
        </p:spPr>
      </p:sp>
      <p:sp>
        <p:nvSpPr>
          <p:cNvPr id="2461" name="data_2460">
            <a:extLst xmlns:a="http://schemas.openxmlformats.org/drawingml/2006/main">
              <a:ext uri="{FF2B5EF4-FFF2-40B4-BE49-F238E27FC236}">
                <a16:creationId xmlns:a16="http://schemas.microsoft.com/office/drawing/2014/main" id="{25EC2EC9-5CD6-478E-92C9-32F8D02E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448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ED645"/>
          </a:solidFill>
          <a:ln xmlns:a="http://schemas.openxmlformats.org/drawingml/2006/main" w="3518">
            <a:solidFill>
              <a:srgbClr val="8ED645"/>
            </a:solidFill>
            <a:prstDash val="solid"/>
          </a:ln>
        </p:spPr>
      </p:sp>
      <p:sp>
        <p:nvSpPr>
          <p:cNvPr id="2462" name="data_2461">
            <a:extLst xmlns:a="http://schemas.openxmlformats.org/drawingml/2006/main">
              <a:ext uri="{FF2B5EF4-FFF2-40B4-BE49-F238E27FC236}">
                <a16:creationId xmlns:a16="http://schemas.microsoft.com/office/drawing/2014/main" id="{4BB5E6C7-5FEA-4F5B-9F4D-1FC1A80A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335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BD646"/>
          </a:solidFill>
          <a:ln xmlns:a="http://schemas.openxmlformats.org/drawingml/2006/main" w="3518">
            <a:solidFill>
              <a:srgbClr val="8BD646"/>
            </a:solidFill>
            <a:prstDash val="solid"/>
          </a:ln>
        </p:spPr>
      </p:sp>
      <p:sp>
        <p:nvSpPr>
          <p:cNvPr id="2463" name="data_2462">
            <a:extLst xmlns:a="http://schemas.openxmlformats.org/drawingml/2006/main">
              <a:ext uri="{FF2B5EF4-FFF2-40B4-BE49-F238E27FC236}">
                <a16:creationId xmlns:a16="http://schemas.microsoft.com/office/drawing/2014/main" id="{197B4901-7F5A-4E59-8612-67E3BF6C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221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9D548"/>
          </a:solidFill>
          <a:ln xmlns:a="http://schemas.openxmlformats.org/drawingml/2006/main" w="3518">
            <a:solidFill>
              <a:srgbClr val="89D548"/>
            </a:solidFill>
            <a:prstDash val="solid"/>
          </a:ln>
        </p:spPr>
      </p:sp>
      <p:sp>
        <p:nvSpPr>
          <p:cNvPr id="2464" name="data_2463">
            <a:extLst xmlns:a="http://schemas.openxmlformats.org/drawingml/2006/main">
              <a:ext uri="{FF2B5EF4-FFF2-40B4-BE49-F238E27FC236}">
                <a16:creationId xmlns:a16="http://schemas.microsoft.com/office/drawing/2014/main" id="{A16BB767-F8C9-4882-BB2E-0748BBCF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107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6D549"/>
          </a:solidFill>
          <a:ln xmlns:a="http://schemas.openxmlformats.org/drawingml/2006/main" w="3518">
            <a:solidFill>
              <a:srgbClr val="86D549"/>
            </a:solidFill>
            <a:prstDash val="solid"/>
          </a:ln>
        </p:spPr>
      </p:sp>
      <p:sp>
        <p:nvSpPr>
          <p:cNvPr id="2465" name="data_2464">
            <a:extLst xmlns:a="http://schemas.openxmlformats.org/drawingml/2006/main">
              <a:ext uri="{FF2B5EF4-FFF2-40B4-BE49-F238E27FC236}">
                <a16:creationId xmlns:a16="http://schemas.microsoft.com/office/drawing/2014/main" id="{42FE79AB-B458-420C-BA7A-60E9E048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993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4D44B"/>
          </a:solidFill>
          <a:ln xmlns:a="http://schemas.openxmlformats.org/drawingml/2006/main" w="3518">
            <a:solidFill>
              <a:srgbClr val="84D44B"/>
            </a:solidFill>
            <a:prstDash val="solid"/>
          </a:ln>
        </p:spPr>
      </p:sp>
      <p:sp>
        <p:nvSpPr>
          <p:cNvPr id="2466" name="data_2465">
            <a:extLst xmlns:a="http://schemas.openxmlformats.org/drawingml/2006/main">
              <a:ext uri="{FF2B5EF4-FFF2-40B4-BE49-F238E27FC236}">
                <a16:creationId xmlns:a16="http://schemas.microsoft.com/office/drawing/2014/main" id="{0969F04E-D440-4B20-9638-A01BC556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879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1D34D"/>
          </a:solidFill>
          <a:ln xmlns:a="http://schemas.openxmlformats.org/drawingml/2006/main" w="3518">
            <a:solidFill>
              <a:srgbClr val="81D34D"/>
            </a:solidFill>
            <a:prstDash val="solid"/>
          </a:ln>
        </p:spPr>
      </p:sp>
      <p:sp>
        <p:nvSpPr>
          <p:cNvPr id="2467" name="data_2466">
            <a:extLst xmlns:a="http://schemas.openxmlformats.org/drawingml/2006/main">
              <a:ext uri="{FF2B5EF4-FFF2-40B4-BE49-F238E27FC236}">
                <a16:creationId xmlns:a16="http://schemas.microsoft.com/office/drawing/2014/main" id="{0762BEF2-D68D-4AC5-A202-4C1342F0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765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FD34E"/>
          </a:solidFill>
          <a:ln xmlns:a="http://schemas.openxmlformats.org/drawingml/2006/main" w="3518">
            <a:solidFill>
              <a:srgbClr val="7FD34E"/>
            </a:solidFill>
            <a:prstDash val="solid"/>
          </a:ln>
        </p:spPr>
      </p:sp>
      <p:sp>
        <p:nvSpPr>
          <p:cNvPr id="2468" name="data_2467">
            <a:extLst xmlns:a="http://schemas.openxmlformats.org/drawingml/2006/main">
              <a:ext uri="{FF2B5EF4-FFF2-40B4-BE49-F238E27FC236}">
                <a16:creationId xmlns:a16="http://schemas.microsoft.com/office/drawing/2014/main" id="{9BB80910-3BFA-4D4C-865D-521173F8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652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CD250"/>
          </a:solidFill>
          <a:ln xmlns:a="http://schemas.openxmlformats.org/drawingml/2006/main" w="3518">
            <a:solidFill>
              <a:srgbClr val="7CD250"/>
            </a:solidFill>
            <a:prstDash val="solid"/>
          </a:ln>
        </p:spPr>
      </p:sp>
      <p:sp>
        <p:nvSpPr>
          <p:cNvPr id="2469" name="data_2468">
            <a:extLst xmlns:a="http://schemas.openxmlformats.org/drawingml/2006/main">
              <a:ext uri="{FF2B5EF4-FFF2-40B4-BE49-F238E27FC236}">
                <a16:creationId xmlns:a16="http://schemas.microsoft.com/office/drawing/2014/main" id="{DA38B659-7005-44AE-B912-133FB03F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538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AD151"/>
          </a:solidFill>
          <a:ln xmlns:a="http://schemas.openxmlformats.org/drawingml/2006/main" w="3518">
            <a:solidFill>
              <a:srgbClr val="7AD151"/>
            </a:solidFill>
            <a:prstDash val="solid"/>
          </a:ln>
        </p:spPr>
      </p:sp>
      <p:sp>
        <p:nvSpPr>
          <p:cNvPr id="2470" name="data_2469">
            <a:extLst xmlns:a="http://schemas.openxmlformats.org/drawingml/2006/main">
              <a:ext uri="{FF2B5EF4-FFF2-40B4-BE49-F238E27FC236}">
                <a16:creationId xmlns:a16="http://schemas.microsoft.com/office/drawing/2014/main" id="{B4E98AAF-5FF7-40EF-A489-09A67FC2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424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7D153"/>
          </a:solidFill>
          <a:ln xmlns:a="http://schemas.openxmlformats.org/drawingml/2006/main" w="3518">
            <a:solidFill>
              <a:srgbClr val="77D153"/>
            </a:solidFill>
            <a:prstDash val="solid"/>
          </a:ln>
        </p:spPr>
      </p:sp>
      <p:sp>
        <p:nvSpPr>
          <p:cNvPr id="2471" name="data_2470">
            <a:extLst xmlns:a="http://schemas.openxmlformats.org/drawingml/2006/main">
              <a:ext uri="{FF2B5EF4-FFF2-40B4-BE49-F238E27FC236}">
                <a16:creationId xmlns:a16="http://schemas.microsoft.com/office/drawing/2014/main" id="{150A700D-1F42-4105-9EA5-B5A45773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310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5D054"/>
          </a:solidFill>
          <a:ln xmlns:a="http://schemas.openxmlformats.org/drawingml/2006/main" w="3518">
            <a:solidFill>
              <a:srgbClr val="75D054"/>
            </a:solidFill>
            <a:prstDash val="solid"/>
          </a:ln>
        </p:spPr>
      </p:sp>
      <p:sp>
        <p:nvSpPr>
          <p:cNvPr id="2472" name="data_2471">
            <a:extLst xmlns:a="http://schemas.openxmlformats.org/drawingml/2006/main">
              <a:ext uri="{FF2B5EF4-FFF2-40B4-BE49-F238E27FC236}">
                <a16:creationId xmlns:a16="http://schemas.microsoft.com/office/drawing/2014/main" id="{5397840C-99E5-4F49-B806-5C8F810F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196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3D056"/>
          </a:solidFill>
          <a:ln xmlns:a="http://schemas.openxmlformats.org/drawingml/2006/main" w="3518">
            <a:solidFill>
              <a:srgbClr val="73D056"/>
            </a:solidFill>
            <a:prstDash val="solid"/>
          </a:ln>
        </p:spPr>
      </p:sp>
      <p:sp>
        <p:nvSpPr>
          <p:cNvPr id="2473" name="data_2472">
            <a:extLst xmlns:a="http://schemas.openxmlformats.org/drawingml/2006/main">
              <a:ext uri="{FF2B5EF4-FFF2-40B4-BE49-F238E27FC236}">
                <a16:creationId xmlns:a16="http://schemas.microsoft.com/office/drawing/2014/main" id="{F5480EE1-7E19-43EF-9590-66E267C0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083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0CF57"/>
          </a:solidFill>
          <a:ln xmlns:a="http://schemas.openxmlformats.org/drawingml/2006/main" w="3518">
            <a:solidFill>
              <a:srgbClr val="70CF57"/>
            </a:solidFill>
            <a:prstDash val="solid"/>
          </a:ln>
        </p:spPr>
      </p:sp>
      <p:sp>
        <p:nvSpPr>
          <p:cNvPr id="2474" name="data_2473">
            <a:extLst xmlns:a="http://schemas.openxmlformats.org/drawingml/2006/main">
              <a:ext uri="{FF2B5EF4-FFF2-40B4-BE49-F238E27FC236}">
                <a16:creationId xmlns:a16="http://schemas.microsoft.com/office/drawing/2014/main" id="{152F38E6-5CCB-4141-B96F-3C22FFC3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969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ECE58"/>
          </a:solidFill>
          <a:ln xmlns:a="http://schemas.openxmlformats.org/drawingml/2006/main" w="3518">
            <a:solidFill>
              <a:srgbClr val="6ECE58"/>
            </a:solidFill>
            <a:prstDash val="solid"/>
          </a:ln>
        </p:spPr>
      </p:sp>
      <p:sp>
        <p:nvSpPr>
          <p:cNvPr id="2475" name="data_2474">
            <a:extLst xmlns:a="http://schemas.openxmlformats.org/drawingml/2006/main">
              <a:ext uri="{FF2B5EF4-FFF2-40B4-BE49-F238E27FC236}">
                <a16:creationId xmlns:a16="http://schemas.microsoft.com/office/drawing/2014/main" id="{5D781EA4-DF95-4431-9EEE-A6C2D13E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855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CCD5A"/>
          </a:solidFill>
          <a:ln xmlns:a="http://schemas.openxmlformats.org/drawingml/2006/main" w="3518">
            <a:solidFill>
              <a:srgbClr val="6CCD5A"/>
            </a:solidFill>
            <a:prstDash val="solid"/>
          </a:ln>
        </p:spPr>
      </p:sp>
      <p:sp>
        <p:nvSpPr>
          <p:cNvPr id="2476" name="data_2475">
            <a:extLst xmlns:a="http://schemas.openxmlformats.org/drawingml/2006/main">
              <a:ext uri="{FF2B5EF4-FFF2-40B4-BE49-F238E27FC236}">
                <a16:creationId xmlns:a16="http://schemas.microsoft.com/office/drawing/2014/main" id="{B8E32093-59C1-4108-8CC6-084109E3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741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9CD5B"/>
          </a:solidFill>
          <a:ln xmlns:a="http://schemas.openxmlformats.org/drawingml/2006/main" w="3518">
            <a:solidFill>
              <a:srgbClr val="69CD5B"/>
            </a:solidFill>
            <a:prstDash val="solid"/>
          </a:ln>
        </p:spPr>
      </p:sp>
      <p:sp>
        <p:nvSpPr>
          <p:cNvPr id="2477" name="data_2476">
            <a:extLst xmlns:a="http://schemas.openxmlformats.org/drawingml/2006/main">
              <a:ext uri="{FF2B5EF4-FFF2-40B4-BE49-F238E27FC236}">
                <a16:creationId xmlns:a16="http://schemas.microsoft.com/office/drawing/2014/main" id="{37C03E53-474E-4722-9B42-C376A338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627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7CC5C"/>
          </a:solidFill>
          <a:ln xmlns:a="http://schemas.openxmlformats.org/drawingml/2006/main" w="3518">
            <a:solidFill>
              <a:srgbClr val="67CC5C"/>
            </a:solidFill>
            <a:prstDash val="solid"/>
          </a:ln>
        </p:spPr>
      </p:sp>
      <p:sp>
        <p:nvSpPr>
          <p:cNvPr id="2478" name="data_2477">
            <a:extLst xmlns:a="http://schemas.openxmlformats.org/drawingml/2006/main">
              <a:ext uri="{FF2B5EF4-FFF2-40B4-BE49-F238E27FC236}">
                <a16:creationId xmlns:a16="http://schemas.microsoft.com/office/drawing/2014/main" id="{99E92412-CA56-4D20-AE03-3431303A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514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5CB5E"/>
          </a:solidFill>
          <a:ln xmlns:a="http://schemas.openxmlformats.org/drawingml/2006/main" w="3518">
            <a:solidFill>
              <a:srgbClr val="65CB5E"/>
            </a:solidFill>
            <a:prstDash val="solid"/>
          </a:ln>
        </p:spPr>
      </p:sp>
      <p:sp>
        <p:nvSpPr>
          <p:cNvPr id="2479" name="data_2478">
            <a:extLst xmlns:a="http://schemas.openxmlformats.org/drawingml/2006/main">
              <a:ext uri="{FF2B5EF4-FFF2-40B4-BE49-F238E27FC236}">
                <a16:creationId xmlns:a16="http://schemas.microsoft.com/office/drawing/2014/main" id="{702ADCDB-EA78-4961-9DEF-96942E29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400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3CB5F"/>
          </a:solidFill>
          <a:ln xmlns:a="http://schemas.openxmlformats.org/drawingml/2006/main" w="3518">
            <a:solidFill>
              <a:srgbClr val="63CB5F"/>
            </a:solidFill>
            <a:prstDash val="solid"/>
          </a:ln>
        </p:spPr>
      </p:sp>
      <p:sp>
        <p:nvSpPr>
          <p:cNvPr id="2480" name="data_2479">
            <a:extLst xmlns:a="http://schemas.openxmlformats.org/drawingml/2006/main">
              <a:ext uri="{FF2B5EF4-FFF2-40B4-BE49-F238E27FC236}">
                <a16:creationId xmlns:a16="http://schemas.microsoft.com/office/drawing/2014/main" id="{D267852C-1D1D-419A-B8D2-21BDAA1F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286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0CA60"/>
          </a:solidFill>
          <a:ln xmlns:a="http://schemas.openxmlformats.org/drawingml/2006/main" w="3518">
            <a:solidFill>
              <a:srgbClr val="60CA60"/>
            </a:solidFill>
            <a:prstDash val="solid"/>
          </a:ln>
        </p:spPr>
      </p:sp>
      <p:sp>
        <p:nvSpPr>
          <p:cNvPr id="2481" name="data_2480">
            <a:extLst xmlns:a="http://schemas.openxmlformats.org/drawingml/2006/main">
              <a:ext uri="{FF2B5EF4-FFF2-40B4-BE49-F238E27FC236}">
                <a16:creationId xmlns:a16="http://schemas.microsoft.com/office/drawing/2014/main" id="{877D80D6-9631-4422-BCD6-A11EE600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172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EC962"/>
          </a:solidFill>
          <a:ln xmlns:a="http://schemas.openxmlformats.org/drawingml/2006/main" w="3518">
            <a:solidFill>
              <a:srgbClr val="5EC962"/>
            </a:solidFill>
            <a:prstDash val="solid"/>
          </a:ln>
        </p:spPr>
      </p:sp>
      <p:sp>
        <p:nvSpPr>
          <p:cNvPr id="2482" name="data_2481">
            <a:extLst xmlns:a="http://schemas.openxmlformats.org/drawingml/2006/main">
              <a:ext uri="{FF2B5EF4-FFF2-40B4-BE49-F238E27FC236}">
                <a16:creationId xmlns:a16="http://schemas.microsoft.com/office/drawing/2014/main" id="{5829A18C-E966-4E31-A755-59A92018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058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CC863"/>
          </a:solidFill>
          <a:ln xmlns:a="http://schemas.openxmlformats.org/drawingml/2006/main" w="3518">
            <a:solidFill>
              <a:srgbClr val="5CC863"/>
            </a:solidFill>
            <a:prstDash val="solid"/>
          </a:ln>
        </p:spPr>
      </p:sp>
      <p:sp>
        <p:nvSpPr>
          <p:cNvPr id="2483" name="data_2482">
            <a:extLst xmlns:a="http://schemas.openxmlformats.org/drawingml/2006/main">
              <a:ext uri="{FF2B5EF4-FFF2-40B4-BE49-F238E27FC236}">
                <a16:creationId xmlns:a16="http://schemas.microsoft.com/office/drawing/2014/main" id="{DF53B868-F8BE-4B03-8CB1-14E77CF5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944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AC864"/>
          </a:solidFill>
          <a:ln xmlns:a="http://schemas.openxmlformats.org/drawingml/2006/main" w="3518">
            <a:solidFill>
              <a:srgbClr val="5AC864"/>
            </a:solidFill>
            <a:prstDash val="solid"/>
          </a:ln>
        </p:spPr>
      </p:sp>
      <p:sp>
        <p:nvSpPr>
          <p:cNvPr id="2484" name="data_2483">
            <a:extLst xmlns:a="http://schemas.openxmlformats.org/drawingml/2006/main">
              <a:ext uri="{FF2B5EF4-FFF2-40B4-BE49-F238E27FC236}">
                <a16:creationId xmlns:a16="http://schemas.microsoft.com/office/drawing/2014/main" id="{E182F195-952D-49A1-80B8-42FE7A0D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831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8C765"/>
          </a:solidFill>
          <a:ln xmlns:a="http://schemas.openxmlformats.org/drawingml/2006/main" w="3518">
            <a:solidFill>
              <a:srgbClr val="58C765"/>
            </a:solidFill>
            <a:prstDash val="solid"/>
          </a:ln>
        </p:spPr>
      </p:sp>
      <p:sp>
        <p:nvSpPr>
          <p:cNvPr id="2485" name="data_2484">
            <a:extLst xmlns:a="http://schemas.openxmlformats.org/drawingml/2006/main">
              <a:ext uri="{FF2B5EF4-FFF2-40B4-BE49-F238E27FC236}">
                <a16:creationId xmlns:a16="http://schemas.microsoft.com/office/drawing/2014/main" id="{E03ADDBE-9A2C-41F3-B003-5F50C34C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717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6C667"/>
          </a:solidFill>
          <a:ln xmlns:a="http://schemas.openxmlformats.org/drawingml/2006/main" w="3518">
            <a:solidFill>
              <a:srgbClr val="56C667"/>
            </a:solidFill>
            <a:prstDash val="solid"/>
          </a:ln>
        </p:spPr>
      </p:sp>
      <p:sp>
        <p:nvSpPr>
          <p:cNvPr id="2486" name="data_2485">
            <a:extLst xmlns:a="http://schemas.openxmlformats.org/drawingml/2006/main">
              <a:ext uri="{FF2B5EF4-FFF2-40B4-BE49-F238E27FC236}">
                <a16:creationId xmlns:a16="http://schemas.microsoft.com/office/drawing/2014/main" id="{7A8047FD-FF97-406F-9604-C37C3400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603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4C568"/>
          </a:solidFill>
          <a:ln xmlns:a="http://schemas.openxmlformats.org/drawingml/2006/main" w="3518">
            <a:solidFill>
              <a:srgbClr val="54C568"/>
            </a:solidFill>
            <a:prstDash val="solid"/>
          </a:ln>
        </p:spPr>
      </p:sp>
      <p:sp>
        <p:nvSpPr>
          <p:cNvPr id="2487" name="data_2486">
            <a:extLst xmlns:a="http://schemas.openxmlformats.org/drawingml/2006/main">
              <a:ext uri="{FF2B5EF4-FFF2-40B4-BE49-F238E27FC236}">
                <a16:creationId xmlns:a16="http://schemas.microsoft.com/office/drawing/2014/main" id="{D5DFC0D1-959A-4DE7-A2B5-4969FE60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489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2C569"/>
          </a:solidFill>
          <a:ln xmlns:a="http://schemas.openxmlformats.org/drawingml/2006/main" w="3518">
            <a:solidFill>
              <a:srgbClr val="52C569"/>
            </a:solidFill>
            <a:prstDash val="solid"/>
          </a:ln>
        </p:spPr>
      </p:sp>
      <p:sp>
        <p:nvSpPr>
          <p:cNvPr id="2488" name="data_2487">
            <a:extLst xmlns:a="http://schemas.openxmlformats.org/drawingml/2006/main">
              <a:ext uri="{FF2B5EF4-FFF2-40B4-BE49-F238E27FC236}">
                <a16:creationId xmlns:a16="http://schemas.microsoft.com/office/drawing/2014/main" id="{8BC870DD-255F-4B11-AAEF-5F36A5DD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375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0C46A"/>
          </a:solidFill>
          <a:ln xmlns:a="http://schemas.openxmlformats.org/drawingml/2006/main" w="3518">
            <a:solidFill>
              <a:srgbClr val="50C46A"/>
            </a:solidFill>
            <a:prstDash val="solid"/>
          </a:ln>
        </p:spPr>
      </p:sp>
      <p:sp>
        <p:nvSpPr>
          <p:cNvPr id="2489" name="data_2488">
            <a:extLst xmlns:a="http://schemas.openxmlformats.org/drawingml/2006/main">
              <a:ext uri="{FF2B5EF4-FFF2-40B4-BE49-F238E27FC236}">
                <a16:creationId xmlns:a16="http://schemas.microsoft.com/office/drawing/2014/main" id="{ACC3210C-D318-40AB-B68D-AA8ECE56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262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EC36B"/>
          </a:solidFill>
          <a:ln xmlns:a="http://schemas.openxmlformats.org/drawingml/2006/main" w="3518">
            <a:solidFill>
              <a:srgbClr val="4EC36B"/>
            </a:solidFill>
            <a:prstDash val="solid"/>
          </a:ln>
        </p:spPr>
      </p:sp>
      <p:sp>
        <p:nvSpPr>
          <p:cNvPr id="2490" name="data_2489">
            <a:extLst xmlns:a="http://schemas.openxmlformats.org/drawingml/2006/main">
              <a:ext uri="{FF2B5EF4-FFF2-40B4-BE49-F238E27FC236}">
                <a16:creationId xmlns:a16="http://schemas.microsoft.com/office/drawing/2014/main" id="{C6560732-66AE-40D9-8ACE-5A2D3B7A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148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CC26C"/>
          </a:solidFill>
          <a:ln xmlns:a="http://schemas.openxmlformats.org/drawingml/2006/main" w="3518">
            <a:solidFill>
              <a:srgbClr val="4CC26C"/>
            </a:solidFill>
            <a:prstDash val="solid"/>
          </a:ln>
        </p:spPr>
      </p:sp>
      <p:sp>
        <p:nvSpPr>
          <p:cNvPr id="2491" name="data_2490">
            <a:extLst xmlns:a="http://schemas.openxmlformats.org/drawingml/2006/main">
              <a:ext uri="{FF2B5EF4-FFF2-40B4-BE49-F238E27FC236}">
                <a16:creationId xmlns:a16="http://schemas.microsoft.com/office/drawing/2014/main" id="{C3B6042F-0B79-4107-8DF7-2CE47D44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034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AC16D"/>
          </a:solidFill>
          <a:ln xmlns:a="http://schemas.openxmlformats.org/drawingml/2006/main" w="3518">
            <a:solidFill>
              <a:srgbClr val="4AC16D"/>
            </a:solidFill>
            <a:prstDash val="solid"/>
          </a:ln>
        </p:spPr>
      </p:sp>
      <p:sp>
        <p:nvSpPr>
          <p:cNvPr id="2492" name="data_2491">
            <a:extLst xmlns:a="http://schemas.openxmlformats.org/drawingml/2006/main">
              <a:ext uri="{FF2B5EF4-FFF2-40B4-BE49-F238E27FC236}">
                <a16:creationId xmlns:a16="http://schemas.microsoft.com/office/drawing/2014/main" id="{82E611CB-9885-4468-9BCF-74624B61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920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C16E"/>
          </a:solidFill>
          <a:ln xmlns:a="http://schemas.openxmlformats.org/drawingml/2006/main" w="3518">
            <a:solidFill>
              <a:srgbClr val="48C16E"/>
            </a:solidFill>
            <a:prstDash val="solid"/>
          </a:ln>
        </p:spPr>
      </p:sp>
      <p:sp>
        <p:nvSpPr>
          <p:cNvPr id="2493" name="data_2492">
            <a:extLst xmlns:a="http://schemas.openxmlformats.org/drawingml/2006/main">
              <a:ext uri="{FF2B5EF4-FFF2-40B4-BE49-F238E27FC236}">
                <a16:creationId xmlns:a16="http://schemas.microsoft.com/office/drawing/2014/main" id="{E94CEDB4-62AE-43F3-BCD2-8B1956F4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806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C06F"/>
          </a:solidFill>
          <a:ln xmlns:a="http://schemas.openxmlformats.org/drawingml/2006/main" w="3518">
            <a:solidFill>
              <a:srgbClr val="46C06F"/>
            </a:solidFill>
            <a:prstDash val="solid"/>
          </a:ln>
        </p:spPr>
      </p:sp>
      <p:sp>
        <p:nvSpPr>
          <p:cNvPr id="2494" name="data_2493">
            <a:extLst xmlns:a="http://schemas.openxmlformats.org/drawingml/2006/main">
              <a:ext uri="{FF2B5EF4-FFF2-40B4-BE49-F238E27FC236}">
                <a16:creationId xmlns:a16="http://schemas.microsoft.com/office/drawing/2014/main" id="{FF8B0E5A-70C0-462E-8BAB-77DBED6F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693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BF70"/>
          </a:solidFill>
          <a:ln xmlns:a="http://schemas.openxmlformats.org/drawingml/2006/main" w="3518">
            <a:solidFill>
              <a:srgbClr val="44BF70"/>
            </a:solidFill>
            <a:prstDash val="solid"/>
          </a:ln>
        </p:spPr>
      </p:sp>
      <p:sp>
        <p:nvSpPr>
          <p:cNvPr id="2495" name="data_2494">
            <a:extLst xmlns:a="http://schemas.openxmlformats.org/drawingml/2006/main">
              <a:ext uri="{FF2B5EF4-FFF2-40B4-BE49-F238E27FC236}">
                <a16:creationId xmlns:a16="http://schemas.microsoft.com/office/drawing/2014/main" id="{E9333741-2C3F-4029-9E10-1EFD21A00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579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BE71"/>
          </a:solidFill>
          <a:ln xmlns:a="http://schemas.openxmlformats.org/drawingml/2006/main" w="3518">
            <a:solidFill>
              <a:srgbClr val="42BE71"/>
            </a:solidFill>
            <a:prstDash val="solid"/>
          </a:ln>
        </p:spPr>
      </p:sp>
      <p:sp>
        <p:nvSpPr>
          <p:cNvPr id="2496" name="data_2495">
            <a:extLst xmlns:a="http://schemas.openxmlformats.org/drawingml/2006/main">
              <a:ext uri="{FF2B5EF4-FFF2-40B4-BE49-F238E27FC236}">
                <a16:creationId xmlns:a16="http://schemas.microsoft.com/office/drawing/2014/main" id="{CDC4663F-A151-412A-BE1F-B3BAE09C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465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BD72"/>
          </a:solidFill>
          <a:ln xmlns:a="http://schemas.openxmlformats.org/drawingml/2006/main" w="3518">
            <a:solidFill>
              <a:srgbClr val="40BD72"/>
            </a:solidFill>
            <a:prstDash val="solid"/>
          </a:ln>
        </p:spPr>
      </p:sp>
      <p:sp>
        <p:nvSpPr>
          <p:cNvPr id="2497" name="data_2496">
            <a:extLst xmlns:a="http://schemas.openxmlformats.org/drawingml/2006/main">
              <a:ext uri="{FF2B5EF4-FFF2-40B4-BE49-F238E27FC236}">
                <a16:creationId xmlns:a16="http://schemas.microsoft.com/office/drawing/2014/main" id="{7761806A-9C4E-4A99-9629-4A9F022B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351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BC73"/>
          </a:solidFill>
          <a:ln xmlns:a="http://schemas.openxmlformats.org/drawingml/2006/main" w="3518">
            <a:solidFill>
              <a:srgbClr val="3FBC73"/>
            </a:solidFill>
            <a:prstDash val="solid"/>
          </a:ln>
        </p:spPr>
      </p:sp>
      <p:sp>
        <p:nvSpPr>
          <p:cNvPr id="2498" name="data_2497">
            <a:extLst xmlns:a="http://schemas.openxmlformats.org/drawingml/2006/main">
              <a:ext uri="{FF2B5EF4-FFF2-40B4-BE49-F238E27FC236}">
                <a16:creationId xmlns:a16="http://schemas.microsoft.com/office/drawing/2014/main" id="{44B9C736-AABA-48ED-9E10-11353034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237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BC74"/>
          </a:solidFill>
          <a:ln xmlns:a="http://schemas.openxmlformats.org/drawingml/2006/main" w="3518">
            <a:solidFill>
              <a:srgbClr val="3DBC74"/>
            </a:solidFill>
            <a:prstDash val="solid"/>
          </a:ln>
        </p:spPr>
      </p:sp>
      <p:sp>
        <p:nvSpPr>
          <p:cNvPr id="2499" name="data_2498">
            <a:extLst xmlns:a="http://schemas.openxmlformats.org/drawingml/2006/main">
              <a:ext uri="{FF2B5EF4-FFF2-40B4-BE49-F238E27FC236}">
                <a16:creationId xmlns:a16="http://schemas.microsoft.com/office/drawing/2014/main" id="{CBF30559-2564-4E00-A5B0-58AC5EC9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124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BB75"/>
          </a:solidFill>
          <a:ln xmlns:a="http://schemas.openxmlformats.org/drawingml/2006/main" w="3518">
            <a:solidFill>
              <a:srgbClr val="3BBB75"/>
            </a:solidFill>
            <a:prstDash val="solid"/>
          </a:ln>
        </p:spPr>
      </p:sp>
      <p:sp>
        <p:nvSpPr>
          <p:cNvPr id="2500" name="data_2499">
            <a:extLst xmlns:a="http://schemas.openxmlformats.org/drawingml/2006/main">
              <a:ext uri="{FF2B5EF4-FFF2-40B4-BE49-F238E27FC236}">
                <a16:creationId xmlns:a16="http://schemas.microsoft.com/office/drawing/2014/main" id="{13F519C9-01D3-4AF6-A868-1A1AE245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010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BA76"/>
          </a:solidFill>
          <a:ln xmlns:a="http://schemas.openxmlformats.org/drawingml/2006/main" w="3518">
            <a:solidFill>
              <a:srgbClr val="3ABA76"/>
            </a:solidFill>
            <a:prstDash val="solid"/>
          </a:ln>
        </p:spPr>
      </p:sp>
      <p:sp>
        <p:nvSpPr>
          <p:cNvPr id="2501" name="data_2500">
            <a:extLst xmlns:a="http://schemas.openxmlformats.org/drawingml/2006/main">
              <a:ext uri="{FF2B5EF4-FFF2-40B4-BE49-F238E27FC236}">
                <a16:creationId xmlns:a16="http://schemas.microsoft.com/office/drawing/2014/main" id="{E071BDD8-469D-4AA8-8AF3-115960EB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896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B977"/>
          </a:solidFill>
          <a:ln xmlns:a="http://schemas.openxmlformats.org/drawingml/2006/main" w="3518">
            <a:solidFill>
              <a:srgbClr val="38B977"/>
            </a:solidFill>
            <a:prstDash val="solid"/>
          </a:ln>
        </p:spPr>
      </p:sp>
      <p:sp>
        <p:nvSpPr>
          <p:cNvPr id="2502" name="data_2501">
            <a:extLst xmlns:a="http://schemas.openxmlformats.org/drawingml/2006/main">
              <a:ext uri="{FF2B5EF4-FFF2-40B4-BE49-F238E27FC236}">
                <a16:creationId xmlns:a16="http://schemas.microsoft.com/office/drawing/2014/main" id="{FABA89DC-7AF7-421E-8618-4B5DEC2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782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B878"/>
          </a:solidFill>
          <a:ln xmlns:a="http://schemas.openxmlformats.org/drawingml/2006/main" w="3518">
            <a:solidFill>
              <a:srgbClr val="37B878"/>
            </a:solidFill>
            <a:prstDash val="solid"/>
          </a:ln>
        </p:spPr>
      </p:sp>
      <p:sp>
        <p:nvSpPr>
          <p:cNvPr id="2503" name="data_2502">
            <a:extLst xmlns:a="http://schemas.openxmlformats.org/drawingml/2006/main">
              <a:ext uri="{FF2B5EF4-FFF2-40B4-BE49-F238E27FC236}">
                <a16:creationId xmlns:a16="http://schemas.microsoft.com/office/drawing/2014/main" id="{49D72F8E-45B8-4CCD-834A-6E88068C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668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B779"/>
          </a:solidFill>
          <a:ln xmlns:a="http://schemas.openxmlformats.org/drawingml/2006/main" w="3518">
            <a:solidFill>
              <a:srgbClr val="35B779"/>
            </a:solidFill>
            <a:prstDash val="solid"/>
          </a:ln>
        </p:spPr>
      </p:sp>
      <p:sp>
        <p:nvSpPr>
          <p:cNvPr id="2504" name="data_2503">
            <a:extLst xmlns:a="http://schemas.openxmlformats.org/drawingml/2006/main">
              <a:ext uri="{FF2B5EF4-FFF2-40B4-BE49-F238E27FC236}">
                <a16:creationId xmlns:a16="http://schemas.microsoft.com/office/drawing/2014/main" id="{819E34CD-F15A-4FC1-A116-F903B4BD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554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B679"/>
          </a:solidFill>
          <a:ln xmlns:a="http://schemas.openxmlformats.org/drawingml/2006/main" w="3518">
            <a:solidFill>
              <a:srgbClr val="34B679"/>
            </a:solidFill>
            <a:prstDash val="solid"/>
          </a:ln>
        </p:spPr>
      </p:sp>
      <p:sp>
        <p:nvSpPr>
          <p:cNvPr id="2505" name="data_2504">
            <a:extLst xmlns:a="http://schemas.openxmlformats.org/drawingml/2006/main">
              <a:ext uri="{FF2B5EF4-FFF2-40B4-BE49-F238E27FC236}">
                <a16:creationId xmlns:a16="http://schemas.microsoft.com/office/drawing/2014/main" id="{EF70D6E1-75C5-4E5B-B254-BF97822A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441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B67A"/>
          </a:solidFill>
          <a:ln xmlns:a="http://schemas.openxmlformats.org/drawingml/2006/main" w="3518">
            <a:solidFill>
              <a:srgbClr val="32B67A"/>
            </a:solidFill>
            <a:prstDash val="solid"/>
          </a:ln>
        </p:spPr>
      </p:sp>
      <p:sp>
        <p:nvSpPr>
          <p:cNvPr id="2506" name="data_2505">
            <a:extLst xmlns:a="http://schemas.openxmlformats.org/drawingml/2006/main">
              <a:ext uri="{FF2B5EF4-FFF2-40B4-BE49-F238E27FC236}">
                <a16:creationId xmlns:a16="http://schemas.microsoft.com/office/drawing/2014/main" id="{AFE2D9B2-CCD5-4FFF-9C6E-BD56F178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327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B57B"/>
          </a:solidFill>
          <a:ln xmlns:a="http://schemas.openxmlformats.org/drawingml/2006/main" w="3518">
            <a:solidFill>
              <a:srgbClr val="31B57B"/>
            </a:solidFill>
            <a:prstDash val="solid"/>
          </a:ln>
        </p:spPr>
      </p:sp>
      <p:sp>
        <p:nvSpPr>
          <p:cNvPr id="2507" name="data_2506">
            <a:extLst xmlns:a="http://schemas.openxmlformats.org/drawingml/2006/main">
              <a:ext uri="{FF2B5EF4-FFF2-40B4-BE49-F238E27FC236}">
                <a16:creationId xmlns:a16="http://schemas.microsoft.com/office/drawing/2014/main" id="{7952F06C-7AE5-4C10-A08B-EA5737F8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213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B47C"/>
          </a:solidFill>
          <a:ln xmlns:a="http://schemas.openxmlformats.org/drawingml/2006/main" w="3518">
            <a:solidFill>
              <a:srgbClr val="2FB47C"/>
            </a:solidFill>
            <a:prstDash val="solid"/>
          </a:ln>
        </p:spPr>
      </p:sp>
      <p:sp>
        <p:nvSpPr>
          <p:cNvPr id="2508" name="data_2507">
            <a:extLst xmlns:a="http://schemas.openxmlformats.org/drawingml/2006/main">
              <a:ext uri="{FF2B5EF4-FFF2-40B4-BE49-F238E27FC236}">
                <a16:creationId xmlns:a16="http://schemas.microsoft.com/office/drawing/2014/main" id="{317456AD-9266-405A-8CB2-4BBA131D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099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B37C"/>
          </a:solidFill>
          <a:ln xmlns:a="http://schemas.openxmlformats.org/drawingml/2006/main" w="3518">
            <a:solidFill>
              <a:srgbClr val="2EB37C"/>
            </a:solidFill>
            <a:prstDash val="solid"/>
          </a:ln>
        </p:spPr>
      </p:sp>
      <p:sp>
        <p:nvSpPr>
          <p:cNvPr id="2509" name="data_2508">
            <a:extLst xmlns:a="http://schemas.openxmlformats.org/drawingml/2006/main">
              <a:ext uri="{FF2B5EF4-FFF2-40B4-BE49-F238E27FC236}">
                <a16:creationId xmlns:a16="http://schemas.microsoft.com/office/drawing/2014/main" id="{7D8CD29A-643C-4716-A1DC-6DEEEF67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985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B27D"/>
          </a:solidFill>
          <a:ln xmlns:a="http://schemas.openxmlformats.org/drawingml/2006/main" w="3518">
            <a:solidFill>
              <a:srgbClr val="2DB27D"/>
            </a:solidFill>
            <a:prstDash val="solid"/>
          </a:ln>
        </p:spPr>
      </p:sp>
      <p:sp>
        <p:nvSpPr>
          <p:cNvPr id="2510" name="data_2509">
            <a:extLst xmlns:a="http://schemas.openxmlformats.org/drawingml/2006/main">
              <a:ext uri="{FF2B5EF4-FFF2-40B4-BE49-F238E27FC236}">
                <a16:creationId xmlns:a16="http://schemas.microsoft.com/office/drawing/2014/main" id="{7179E39C-C207-4312-B935-3AAAC6A9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872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B17E"/>
          </a:solidFill>
          <a:ln xmlns:a="http://schemas.openxmlformats.org/drawingml/2006/main" w="3518">
            <a:solidFill>
              <a:srgbClr val="2CB17E"/>
            </a:solidFill>
            <a:prstDash val="solid"/>
          </a:ln>
        </p:spPr>
      </p:sp>
      <p:sp>
        <p:nvSpPr>
          <p:cNvPr id="2511" name="data_2510">
            <a:extLst xmlns:a="http://schemas.openxmlformats.org/drawingml/2006/main">
              <a:ext uri="{FF2B5EF4-FFF2-40B4-BE49-F238E27FC236}">
                <a16:creationId xmlns:a16="http://schemas.microsoft.com/office/drawing/2014/main" id="{FA0812F6-E4E5-4495-9A96-C6A8AA35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758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B07F"/>
          </a:solidFill>
          <a:ln xmlns:a="http://schemas.openxmlformats.org/drawingml/2006/main" w="3518">
            <a:solidFill>
              <a:srgbClr val="2AB07F"/>
            </a:solidFill>
            <a:prstDash val="solid"/>
          </a:ln>
        </p:spPr>
      </p:sp>
      <p:sp>
        <p:nvSpPr>
          <p:cNvPr id="2512" name="data_2511">
            <a:extLst xmlns:a="http://schemas.openxmlformats.org/drawingml/2006/main">
              <a:ext uri="{FF2B5EF4-FFF2-40B4-BE49-F238E27FC236}">
                <a16:creationId xmlns:a16="http://schemas.microsoft.com/office/drawing/2014/main" id="{5CF99444-DCA6-4186-8F07-6A2F40A1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644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AF7F"/>
          </a:solidFill>
          <a:ln xmlns:a="http://schemas.openxmlformats.org/drawingml/2006/main" w="3518">
            <a:solidFill>
              <a:srgbClr val="29AF7F"/>
            </a:solidFill>
            <a:prstDash val="solid"/>
          </a:ln>
        </p:spPr>
      </p:sp>
      <p:sp>
        <p:nvSpPr>
          <p:cNvPr id="2513" name="data_2512">
            <a:extLst xmlns:a="http://schemas.openxmlformats.org/drawingml/2006/main">
              <a:ext uri="{FF2B5EF4-FFF2-40B4-BE49-F238E27FC236}">
                <a16:creationId xmlns:a16="http://schemas.microsoft.com/office/drawing/2014/main" id="{D2E6F511-E87E-483D-8811-FD7723D8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530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AE80"/>
          </a:solidFill>
          <a:ln xmlns:a="http://schemas.openxmlformats.org/drawingml/2006/main" w="3518">
            <a:solidFill>
              <a:srgbClr val="28AE80"/>
            </a:solidFill>
            <a:prstDash val="solid"/>
          </a:ln>
        </p:spPr>
      </p:sp>
      <p:sp>
        <p:nvSpPr>
          <p:cNvPr id="2514" name="data_2513">
            <a:extLst xmlns:a="http://schemas.openxmlformats.org/drawingml/2006/main">
              <a:ext uri="{FF2B5EF4-FFF2-40B4-BE49-F238E27FC236}">
                <a16:creationId xmlns:a16="http://schemas.microsoft.com/office/drawing/2014/main" id="{17430E01-410E-46B3-9ABA-49D0A07E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416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AD81"/>
          </a:solidFill>
          <a:ln xmlns:a="http://schemas.openxmlformats.org/drawingml/2006/main" w="3518">
            <a:solidFill>
              <a:srgbClr val="27AD81"/>
            </a:solidFill>
            <a:prstDash val="solid"/>
          </a:ln>
        </p:spPr>
      </p:sp>
      <p:sp>
        <p:nvSpPr>
          <p:cNvPr id="2515" name="data_2514">
            <a:extLst xmlns:a="http://schemas.openxmlformats.org/drawingml/2006/main">
              <a:ext uri="{FF2B5EF4-FFF2-40B4-BE49-F238E27FC236}">
                <a16:creationId xmlns:a16="http://schemas.microsoft.com/office/drawing/2014/main" id="{06753C2A-77F2-495A-9039-EA6FD9F6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303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AD81"/>
          </a:solidFill>
          <a:ln xmlns:a="http://schemas.openxmlformats.org/drawingml/2006/main" w="3518">
            <a:solidFill>
              <a:srgbClr val="26AD81"/>
            </a:solidFill>
            <a:prstDash val="solid"/>
          </a:ln>
        </p:spPr>
      </p:sp>
      <p:sp>
        <p:nvSpPr>
          <p:cNvPr id="2516" name="data_2515">
            <a:extLst xmlns:a="http://schemas.openxmlformats.org/drawingml/2006/main">
              <a:ext uri="{FF2B5EF4-FFF2-40B4-BE49-F238E27FC236}">
                <a16:creationId xmlns:a16="http://schemas.microsoft.com/office/drawing/2014/main" id="{DDA563C4-90AC-4DC5-8B2C-17D62A5A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189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C82"/>
          </a:solidFill>
          <a:ln xmlns:a="http://schemas.openxmlformats.org/drawingml/2006/main" w="3518">
            <a:solidFill>
              <a:srgbClr val="25AC82"/>
            </a:solidFill>
            <a:prstDash val="solid"/>
          </a:ln>
        </p:spPr>
      </p:sp>
      <p:sp>
        <p:nvSpPr>
          <p:cNvPr id="2517" name="data_2516">
            <a:extLst xmlns:a="http://schemas.openxmlformats.org/drawingml/2006/main">
              <a:ext uri="{FF2B5EF4-FFF2-40B4-BE49-F238E27FC236}">
                <a16:creationId xmlns:a16="http://schemas.microsoft.com/office/drawing/2014/main" id="{A350D8C3-201E-47D9-8C31-417BF2F8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075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B82"/>
          </a:solidFill>
          <a:ln xmlns:a="http://schemas.openxmlformats.org/drawingml/2006/main" w="3518">
            <a:solidFill>
              <a:srgbClr val="25AB82"/>
            </a:solidFill>
            <a:prstDash val="solid"/>
          </a:ln>
        </p:spPr>
      </p:sp>
      <p:sp>
        <p:nvSpPr>
          <p:cNvPr id="2518" name="data_2517">
            <a:extLst xmlns:a="http://schemas.openxmlformats.org/drawingml/2006/main">
              <a:ext uri="{FF2B5EF4-FFF2-40B4-BE49-F238E27FC236}">
                <a16:creationId xmlns:a16="http://schemas.microsoft.com/office/drawing/2014/main" id="{5D7BDCCD-189B-420E-84F6-4858D6E6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961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AA83"/>
          </a:solidFill>
          <a:ln xmlns:a="http://schemas.openxmlformats.org/drawingml/2006/main" w="3518">
            <a:solidFill>
              <a:srgbClr val="24AA83"/>
            </a:solidFill>
            <a:prstDash val="solid"/>
          </a:ln>
        </p:spPr>
      </p:sp>
      <p:sp>
        <p:nvSpPr>
          <p:cNvPr id="2519" name="data_2518">
            <a:extLst xmlns:a="http://schemas.openxmlformats.org/drawingml/2006/main">
              <a:ext uri="{FF2B5EF4-FFF2-40B4-BE49-F238E27FC236}">
                <a16:creationId xmlns:a16="http://schemas.microsoft.com/office/drawing/2014/main" id="{1E9CCCB7-2B15-41E9-85DF-77D852A8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847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A983"/>
          </a:solidFill>
          <a:ln xmlns:a="http://schemas.openxmlformats.org/drawingml/2006/main" w="3518">
            <a:solidFill>
              <a:srgbClr val="23A983"/>
            </a:solidFill>
            <a:prstDash val="solid"/>
          </a:ln>
        </p:spPr>
      </p:sp>
      <p:sp>
        <p:nvSpPr>
          <p:cNvPr id="2520" name="data_2519">
            <a:extLst xmlns:a="http://schemas.openxmlformats.org/drawingml/2006/main">
              <a:ext uri="{FF2B5EF4-FFF2-40B4-BE49-F238E27FC236}">
                <a16:creationId xmlns:a16="http://schemas.microsoft.com/office/drawing/2014/main" id="{4D696F44-35E6-46AD-AB0D-57279176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734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884"/>
          </a:solidFill>
          <a:ln xmlns:a="http://schemas.openxmlformats.org/drawingml/2006/main" w="3518">
            <a:solidFill>
              <a:srgbClr val="22A884"/>
            </a:solidFill>
            <a:prstDash val="solid"/>
          </a:ln>
        </p:spPr>
      </p:sp>
      <p:sp>
        <p:nvSpPr>
          <p:cNvPr id="2521" name="data_2520">
            <a:extLst xmlns:a="http://schemas.openxmlformats.org/drawingml/2006/main">
              <a:ext uri="{FF2B5EF4-FFF2-40B4-BE49-F238E27FC236}">
                <a16:creationId xmlns:a16="http://schemas.microsoft.com/office/drawing/2014/main" id="{53655698-BD2D-4709-A19E-92AE3403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620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785"/>
          </a:solidFill>
          <a:ln xmlns:a="http://schemas.openxmlformats.org/drawingml/2006/main" w="3518">
            <a:solidFill>
              <a:srgbClr val="22A785"/>
            </a:solidFill>
            <a:prstDash val="solid"/>
          </a:ln>
        </p:spPr>
      </p:sp>
      <p:sp>
        <p:nvSpPr>
          <p:cNvPr id="2522" name="data_2521">
            <a:extLst xmlns:a="http://schemas.openxmlformats.org/drawingml/2006/main">
              <a:ext uri="{FF2B5EF4-FFF2-40B4-BE49-F238E27FC236}">
                <a16:creationId xmlns:a16="http://schemas.microsoft.com/office/drawing/2014/main" id="{16AB832E-FAFD-40E7-BD22-42AFA10F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506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685"/>
          </a:solidFill>
          <a:ln xmlns:a="http://schemas.openxmlformats.org/drawingml/2006/main" w="3518">
            <a:solidFill>
              <a:srgbClr val="21A685"/>
            </a:solidFill>
            <a:prstDash val="solid"/>
          </a:ln>
        </p:spPr>
      </p:sp>
      <p:sp>
        <p:nvSpPr>
          <p:cNvPr id="2523" name="data_2522">
            <a:extLst xmlns:a="http://schemas.openxmlformats.org/drawingml/2006/main">
              <a:ext uri="{FF2B5EF4-FFF2-40B4-BE49-F238E27FC236}">
                <a16:creationId xmlns:a16="http://schemas.microsoft.com/office/drawing/2014/main" id="{7E668A60-316D-4054-81BA-5E9896AA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392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585"/>
          </a:solidFill>
          <a:ln xmlns:a="http://schemas.openxmlformats.org/drawingml/2006/main" w="3518">
            <a:solidFill>
              <a:srgbClr val="21A585"/>
            </a:solidFill>
            <a:prstDash val="solid"/>
          </a:ln>
        </p:spPr>
      </p:sp>
      <p:sp>
        <p:nvSpPr>
          <p:cNvPr id="2524" name="data_2523">
            <a:extLst xmlns:a="http://schemas.openxmlformats.org/drawingml/2006/main">
              <a:ext uri="{FF2B5EF4-FFF2-40B4-BE49-F238E27FC236}">
                <a16:creationId xmlns:a16="http://schemas.microsoft.com/office/drawing/2014/main" id="{40693A6E-CA35-4126-A2BE-278CF1A6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278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486"/>
          </a:solidFill>
          <a:ln xmlns:a="http://schemas.openxmlformats.org/drawingml/2006/main" w="3518">
            <a:solidFill>
              <a:srgbClr val="20A486"/>
            </a:solidFill>
            <a:prstDash val="solid"/>
          </a:ln>
        </p:spPr>
      </p:sp>
      <p:sp>
        <p:nvSpPr>
          <p:cNvPr id="2525" name="data_2524">
            <a:extLst xmlns:a="http://schemas.openxmlformats.org/drawingml/2006/main">
              <a:ext uri="{FF2B5EF4-FFF2-40B4-BE49-F238E27FC236}">
                <a16:creationId xmlns:a16="http://schemas.microsoft.com/office/drawing/2014/main" id="{C4C8A5B8-2B8B-4140-A4D3-31F60410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164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386"/>
          </a:solidFill>
          <a:ln xmlns:a="http://schemas.openxmlformats.org/drawingml/2006/main" w="3518">
            <a:solidFill>
              <a:srgbClr val="20A386"/>
            </a:solidFill>
            <a:prstDash val="solid"/>
          </a:ln>
        </p:spPr>
      </p:sp>
      <p:sp>
        <p:nvSpPr>
          <p:cNvPr id="2526" name="data_2525">
            <a:extLst xmlns:a="http://schemas.openxmlformats.org/drawingml/2006/main">
              <a:ext uri="{FF2B5EF4-FFF2-40B4-BE49-F238E27FC236}">
                <a16:creationId xmlns:a16="http://schemas.microsoft.com/office/drawing/2014/main" id="{E2F9EDF7-A69A-4C52-9FEE-ADEF2E3C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051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287"/>
          </a:solidFill>
          <a:ln xmlns:a="http://schemas.openxmlformats.org/drawingml/2006/main" w="3518">
            <a:solidFill>
              <a:srgbClr val="1FA287"/>
            </a:solidFill>
            <a:prstDash val="solid"/>
          </a:ln>
        </p:spPr>
      </p:sp>
      <p:sp>
        <p:nvSpPr>
          <p:cNvPr id="2527" name="data_2526">
            <a:extLst xmlns:a="http://schemas.openxmlformats.org/drawingml/2006/main">
              <a:ext uri="{FF2B5EF4-FFF2-40B4-BE49-F238E27FC236}">
                <a16:creationId xmlns:a16="http://schemas.microsoft.com/office/drawing/2014/main" id="{DBF15888-7C38-494E-B9D7-E3E67C81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937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7"/>
          </a:solidFill>
          <a:ln xmlns:a="http://schemas.openxmlformats.org/drawingml/2006/main" w="3518">
            <a:solidFill>
              <a:srgbClr val="1FA187"/>
            </a:solidFill>
            <a:prstDash val="solid"/>
          </a:ln>
        </p:spPr>
      </p:sp>
      <p:sp>
        <p:nvSpPr>
          <p:cNvPr id="2528" name="data_2527">
            <a:extLst xmlns:a="http://schemas.openxmlformats.org/drawingml/2006/main">
              <a:ext uri="{FF2B5EF4-FFF2-40B4-BE49-F238E27FC236}">
                <a16:creationId xmlns:a16="http://schemas.microsoft.com/office/drawing/2014/main" id="{303F1027-1B9F-4D81-AE9A-0CB815FD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823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8"/>
          </a:solidFill>
          <a:ln xmlns:a="http://schemas.openxmlformats.org/drawingml/2006/main" w="3518">
            <a:solidFill>
              <a:srgbClr val="1FA188"/>
            </a:solidFill>
            <a:prstDash val="solid"/>
          </a:ln>
        </p:spPr>
      </p:sp>
      <p:sp>
        <p:nvSpPr>
          <p:cNvPr id="2529" name="data_2528">
            <a:extLst xmlns:a="http://schemas.openxmlformats.org/drawingml/2006/main">
              <a:ext uri="{FF2B5EF4-FFF2-40B4-BE49-F238E27FC236}">
                <a16:creationId xmlns:a16="http://schemas.microsoft.com/office/drawing/2014/main" id="{948207EB-D6D5-4611-A0BD-9F5E7576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709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088"/>
          </a:solidFill>
          <a:ln xmlns:a="http://schemas.openxmlformats.org/drawingml/2006/main" w="3518">
            <a:solidFill>
              <a:srgbClr val="1FA088"/>
            </a:solidFill>
            <a:prstDash val="solid"/>
          </a:ln>
        </p:spPr>
      </p:sp>
      <p:sp>
        <p:nvSpPr>
          <p:cNvPr id="2530" name="data_2529">
            <a:extLst xmlns:a="http://schemas.openxmlformats.org/drawingml/2006/main">
              <a:ext uri="{FF2B5EF4-FFF2-40B4-BE49-F238E27FC236}">
                <a16:creationId xmlns:a16="http://schemas.microsoft.com/office/drawing/2014/main" id="{B978CFC9-2184-461C-8449-09C9BAD6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595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F88"/>
          </a:solidFill>
          <a:ln xmlns:a="http://schemas.openxmlformats.org/drawingml/2006/main" w="3518">
            <a:solidFill>
              <a:srgbClr val="1F9F88"/>
            </a:solidFill>
            <a:prstDash val="solid"/>
          </a:ln>
        </p:spPr>
      </p:sp>
      <p:sp>
        <p:nvSpPr>
          <p:cNvPr id="2531" name="data_2530">
            <a:extLst xmlns:a="http://schemas.openxmlformats.org/drawingml/2006/main">
              <a:ext uri="{FF2B5EF4-FFF2-40B4-BE49-F238E27FC236}">
                <a16:creationId xmlns:a16="http://schemas.microsoft.com/office/drawing/2014/main" id="{FA09F6C8-93CD-4226-81A5-1E8979F4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482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E89"/>
          </a:solidFill>
          <a:ln xmlns:a="http://schemas.openxmlformats.org/drawingml/2006/main" w="3518">
            <a:solidFill>
              <a:srgbClr val="1F9E89"/>
            </a:solidFill>
            <a:prstDash val="solid"/>
          </a:ln>
        </p:spPr>
      </p:sp>
      <p:sp>
        <p:nvSpPr>
          <p:cNvPr id="2532" name="data_2531">
            <a:extLst xmlns:a="http://schemas.openxmlformats.org/drawingml/2006/main">
              <a:ext uri="{FF2B5EF4-FFF2-40B4-BE49-F238E27FC236}">
                <a16:creationId xmlns:a16="http://schemas.microsoft.com/office/drawing/2014/main" id="{7CE9CF2E-0D50-4DA0-9033-A916DD28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368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D89"/>
          </a:solidFill>
          <a:ln xmlns:a="http://schemas.openxmlformats.org/drawingml/2006/main" w="3518">
            <a:solidFill>
              <a:srgbClr val="1E9D89"/>
            </a:solidFill>
            <a:prstDash val="solid"/>
          </a:ln>
        </p:spPr>
      </p:sp>
      <p:sp>
        <p:nvSpPr>
          <p:cNvPr id="2533" name="data_2532">
            <a:extLst xmlns:a="http://schemas.openxmlformats.org/drawingml/2006/main">
              <a:ext uri="{FF2B5EF4-FFF2-40B4-BE49-F238E27FC236}">
                <a16:creationId xmlns:a16="http://schemas.microsoft.com/office/drawing/2014/main" id="{D5A52238-49EF-455D-8770-08717775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254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C89"/>
          </a:solidFill>
          <a:ln xmlns:a="http://schemas.openxmlformats.org/drawingml/2006/main" w="3518">
            <a:solidFill>
              <a:srgbClr val="1E9C89"/>
            </a:solidFill>
            <a:prstDash val="solid"/>
          </a:ln>
        </p:spPr>
      </p:sp>
      <p:sp>
        <p:nvSpPr>
          <p:cNvPr id="2534" name="data_2533">
            <a:extLst xmlns:a="http://schemas.openxmlformats.org/drawingml/2006/main">
              <a:ext uri="{FF2B5EF4-FFF2-40B4-BE49-F238E27FC236}">
                <a16:creationId xmlns:a16="http://schemas.microsoft.com/office/drawing/2014/main" id="{92E9A755-5D11-48D9-8184-19A96B69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140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B8A"/>
          </a:solidFill>
          <a:ln xmlns:a="http://schemas.openxmlformats.org/drawingml/2006/main" w="3518">
            <a:solidFill>
              <a:srgbClr val="1E9B8A"/>
            </a:solidFill>
            <a:prstDash val="solid"/>
          </a:ln>
        </p:spPr>
      </p:sp>
      <p:sp>
        <p:nvSpPr>
          <p:cNvPr id="2535" name="data_2534">
            <a:extLst xmlns:a="http://schemas.openxmlformats.org/drawingml/2006/main">
              <a:ext uri="{FF2B5EF4-FFF2-40B4-BE49-F238E27FC236}">
                <a16:creationId xmlns:a16="http://schemas.microsoft.com/office/drawing/2014/main" id="{EB6D636D-FC8A-4A02-8709-7034F375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026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A8A"/>
          </a:solidFill>
          <a:ln xmlns:a="http://schemas.openxmlformats.org/drawingml/2006/main" w="3518">
            <a:solidFill>
              <a:srgbClr val="1F9A8A"/>
            </a:solidFill>
            <a:prstDash val="solid"/>
          </a:ln>
        </p:spPr>
      </p:sp>
      <p:sp>
        <p:nvSpPr>
          <p:cNvPr id="2536" name="data_2535">
            <a:extLst xmlns:a="http://schemas.openxmlformats.org/drawingml/2006/main">
              <a:ext uri="{FF2B5EF4-FFF2-40B4-BE49-F238E27FC236}">
                <a16:creationId xmlns:a16="http://schemas.microsoft.com/office/drawing/2014/main" id="{596A6980-CF69-4824-A931-8F183D7F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913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98A"/>
          </a:solidFill>
          <a:ln xmlns:a="http://schemas.openxmlformats.org/drawingml/2006/main" w="3518">
            <a:solidFill>
              <a:srgbClr val="1F998A"/>
            </a:solidFill>
            <a:prstDash val="solid"/>
          </a:ln>
        </p:spPr>
      </p:sp>
      <p:sp>
        <p:nvSpPr>
          <p:cNvPr id="2537" name="data_2536">
            <a:extLst xmlns:a="http://schemas.openxmlformats.org/drawingml/2006/main">
              <a:ext uri="{FF2B5EF4-FFF2-40B4-BE49-F238E27FC236}">
                <a16:creationId xmlns:a16="http://schemas.microsoft.com/office/drawing/2014/main" id="{2225D7A5-7D83-4C03-AE85-A65CF951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799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88B"/>
          </a:solidFill>
          <a:ln xmlns:a="http://schemas.openxmlformats.org/drawingml/2006/main" w="3518">
            <a:solidFill>
              <a:srgbClr val="1F988B"/>
            </a:solidFill>
            <a:prstDash val="solid"/>
          </a:ln>
        </p:spPr>
      </p:sp>
      <p:sp>
        <p:nvSpPr>
          <p:cNvPr id="2538" name="data_2537">
            <a:extLst xmlns:a="http://schemas.openxmlformats.org/drawingml/2006/main">
              <a:ext uri="{FF2B5EF4-FFF2-40B4-BE49-F238E27FC236}">
                <a16:creationId xmlns:a16="http://schemas.microsoft.com/office/drawing/2014/main" id="{1A55A926-FD70-451F-B256-D1252905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685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78B"/>
          </a:solidFill>
          <a:ln xmlns:a="http://schemas.openxmlformats.org/drawingml/2006/main" w="3518">
            <a:solidFill>
              <a:srgbClr val="1F978B"/>
            </a:solidFill>
            <a:prstDash val="solid"/>
          </a:ln>
        </p:spPr>
      </p:sp>
      <p:sp>
        <p:nvSpPr>
          <p:cNvPr id="2539" name="data_2538">
            <a:extLst xmlns:a="http://schemas.openxmlformats.org/drawingml/2006/main">
              <a:ext uri="{FF2B5EF4-FFF2-40B4-BE49-F238E27FC236}">
                <a16:creationId xmlns:a16="http://schemas.microsoft.com/office/drawing/2014/main" id="{119C4C60-FEB0-41E6-9A5E-369EC1A1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571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68B"/>
          </a:solidFill>
          <a:ln xmlns:a="http://schemas.openxmlformats.org/drawingml/2006/main" w="3518">
            <a:solidFill>
              <a:srgbClr val="1F968B"/>
            </a:solidFill>
            <a:prstDash val="solid"/>
          </a:ln>
        </p:spPr>
      </p:sp>
      <p:sp>
        <p:nvSpPr>
          <p:cNvPr id="2540" name="data_2539">
            <a:extLst xmlns:a="http://schemas.openxmlformats.org/drawingml/2006/main">
              <a:ext uri="{FF2B5EF4-FFF2-40B4-BE49-F238E27FC236}">
                <a16:creationId xmlns:a16="http://schemas.microsoft.com/office/drawing/2014/main" id="{19D4088B-2F94-411F-87A5-5D2CCF6F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457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58B"/>
          </a:solidFill>
          <a:ln xmlns:a="http://schemas.openxmlformats.org/drawingml/2006/main" w="3518">
            <a:solidFill>
              <a:srgbClr val="1F958B"/>
            </a:solidFill>
            <a:prstDash val="solid"/>
          </a:ln>
        </p:spPr>
      </p:sp>
      <p:sp>
        <p:nvSpPr>
          <p:cNvPr id="2541" name="data_2540">
            <a:extLst xmlns:a="http://schemas.openxmlformats.org/drawingml/2006/main">
              <a:ext uri="{FF2B5EF4-FFF2-40B4-BE49-F238E27FC236}">
                <a16:creationId xmlns:a16="http://schemas.microsoft.com/office/drawing/2014/main" id="{7C0BAF24-8CAA-4062-83E1-50F31446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343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48C"/>
          </a:solidFill>
          <a:ln xmlns:a="http://schemas.openxmlformats.org/drawingml/2006/main" w="3518">
            <a:solidFill>
              <a:srgbClr val="1F948C"/>
            </a:solidFill>
            <a:prstDash val="solid"/>
          </a:ln>
        </p:spPr>
      </p:sp>
      <p:sp>
        <p:nvSpPr>
          <p:cNvPr id="2542" name="data_2541">
            <a:extLst xmlns:a="http://schemas.openxmlformats.org/drawingml/2006/main">
              <a:ext uri="{FF2B5EF4-FFF2-40B4-BE49-F238E27FC236}">
                <a16:creationId xmlns:a16="http://schemas.microsoft.com/office/drawing/2014/main" id="{733E0074-A7D0-4825-8103-D27C5B2C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230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38C"/>
          </a:solidFill>
          <a:ln xmlns:a="http://schemas.openxmlformats.org/drawingml/2006/main" w="3518">
            <a:solidFill>
              <a:srgbClr val="20938C"/>
            </a:solidFill>
            <a:prstDash val="solid"/>
          </a:ln>
        </p:spPr>
      </p:sp>
      <p:sp>
        <p:nvSpPr>
          <p:cNvPr id="2543" name="data_2542">
            <a:extLst xmlns:a="http://schemas.openxmlformats.org/drawingml/2006/main">
              <a:ext uri="{FF2B5EF4-FFF2-40B4-BE49-F238E27FC236}">
                <a16:creationId xmlns:a16="http://schemas.microsoft.com/office/drawing/2014/main" id="{E28946DE-2955-4291-9433-89E7EF0F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116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544" name="data_2543">
            <a:extLst xmlns:a="http://schemas.openxmlformats.org/drawingml/2006/main">
              <a:ext uri="{FF2B5EF4-FFF2-40B4-BE49-F238E27FC236}">
                <a16:creationId xmlns:a16="http://schemas.microsoft.com/office/drawing/2014/main" id="{63304ECE-8641-4AB8-BD0D-99158CE3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002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545" name="data_2544">
            <a:extLst xmlns:a="http://schemas.openxmlformats.org/drawingml/2006/main">
              <a:ext uri="{FF2B5EF4-FFF2-40B4-BE49-F238E27FC236}">
                <a16:creationId xmlns:a16="http://schemas.microsoft.com/office/drawing/2014/main" id="{EDD3235C-EA03-4757-B72E-9D905FA6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888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18C"/>
          </a:solidFill>
          <a:ln xmlns:a="http://schemas.openxmlformats.org/drawingml/2006/main" w="3518">
            <a:solidFill>
              <a:srgbClr val="21918C"/>
            </a:solidFill>
            <a:prstDash val="solid"/>
          </a:ln>
        </p:spPr>
      </p:sp>
      <p:sp>
        <p:nvSpPr>
          <p:cNvPr id="2546" name="data_2545">
            <a:extLst xmlns:a="http://schemas.openxmlformats.org/drawingml/2006/main">
              <a:ext uri="{FF2B5EF4-FFF2-40B4-BE49-F238E27FC236}">
                <a16:creationId xmlns:a16="http://schemas.microsoft.com/office/drawing/2014/main" id="{9B78A935-9F86-4F1F-979A-21C8A49D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774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08D"/>
          </a:solidFill>
          <a:ln xmlns:a="http://schemas.openxmlformats.org/drawingml/2006/main" w="3518">
            <a:solidFill>
              <a:srgbClr val="21908D"/>
            </a:solidFill>
            <a:prstDash val="solid"/>
          </a:ln>
        </p:spPr>
      </p:sp>
      <p:sp>
        <p:nvSpPr>
          <p:cNvPr id="2547" name="data_2546">
            <a:extLst xmlns:a="http://schemas.openxmlformats.org/drawingml/2006/main">
              <a:ext uri="{FF2B5EF4-FFF2-40B4-BE49-F238E27FC236}">
                <a16:creationId xmlns:a16="http://schemas.microsoft.com/office/drawing/2014/main" id="{C4816B50-2D4B-4192-BEFC-95D8B657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661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F8D"/>
          </a:solidFill>
          <a:ln xmlns:a="http://schemas.openxmlformats.org/drawingml/2006/main" w="3518">
            <a:solidFill>
              <a:srgbClr val="218F8D"/>
            </a:solidFill>
            <a:prstDash val="solid"/>
          </a:ln>
        </p:spPr>
      </p:sp>
      <p:sp>
        <p:nvSpPr>
          <p:cNvPr id="2548" name="data_2547">
            <a:extLst xmlns:a="http://schemas.openxmlformats.org/drawingml/2006/main">
              <a:ext uri="{FF2B5EF4-FFF2-40B4-BE49-F238E27FC236}">
                <a16:creationId xmlns:a16="http://schemas.microsoft.com/office/drawing/2014/main" id="{0C705005-DD5A-4846-81AF-8473C5AC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547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E8D"/>
          </a:solidFill>
          <a:ln xmlns:a="http://schemas.openxmlformats.org/drawingml/2006/main" w="3518">
            <a:solidFill>
              <a:srgbClr val="218E8D"/>
            </a:solidFill>
            <a:prstDash val="solid"/>
          </a:ln>
        </p:spPr>
      </p:sp>
      <p:sp>
        <p:nvSpPr>
          <p:cNvPr id="2549" name="data_2548">
            <a:extLst xmlns:a="http://schemas.openxmlformats.org/drawingml/2006/main">
              <a:ext uri="{FF2B5EF4-FFF2-40B4-BE49-F238E27FC236}">
                <a16:creationId xmlns:a16="http://schemas.microsoft.com/office/drawing/2014/main" id="{26162560-2D1A-473D-AC26-64C47204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433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D8D"/>
          </a:solidFill>
          <a:ln xmlns:a="http://schemas.openxmlformats.org/drawingml/2006/main" w="3518">
            <a:solidFill>
              <a:srgbClr val="228D8D"/>
            </a:solidFill>
            <a:prstDash val="solid"/>
          </a:ln>
        </p:spPr>
      </p:sp>
      <p:sp>
        <p:nvSpPr>
          <p:cNvPr id="2550" name="data_2549">
            <a:extLst xmlns:a="http://schemas.openxmlformats.org/drawingml/2006/main">
              <a:ext uri="{FF2B5EF4-FFF2-40B4-BE49-F238E27FC236}">
                <a16:creationId xmlns:a16="http://schemas.microsoft.com/office/drawing/2014/main" id="{BE09BDB1-0EDE-4CB4-92D8-B5FB1CC3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319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C8D"/>
          </a:solidFill>
          <a:ln xmlns:a="http://schemas.openxmlformats.org/drawingml/2006/main" w="3518">
            <a:solidFill>
              <a:srgbClr val="228C8D"/>
            </a:solidFill>
            <a:prstDash val="solid"/>
          </a:ln>
        </p:spPr>
      </p:sp>
      <p:sp>
        <p:nvSpPr>
          <p:cNvPr id="2551" name="data_2550">
            <a:extLst xmlns:a="http://schemas.openxmlformats.org/drawingml/2006/main">
              <a:ext uri="{FF2B5EF4-FFF2-40B4-BE49-F238E27FC236}">
                <a16:creationId xmlns:a16="http://schemas.microsoft.com/office/drawing/2014/main" id="{42DFE8AD-EAF5-410B-87B6-7678DC9B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205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B8D"/>
          </a:solidFill>
          <a:ln xmlns:a="http://schemas.openxmlformats.org/drawingml/2006/main" w="3518">
            <a:solidFill>
              <a:srgbClr val="228B8D"/>
            </a:solidFill>
            <a:prstDash val="solid"/>
          </a:ln>
        </p:spPr>
      </p:sp>
      <p:sp>
        <p:nvSpPr>
          <p:cNvPr id="2552" name="data_2551">
            <a:extLst xmlns:a="http://schemas.openxmlformats.org/drawingml/2006/main">
              <a:ext uri="{FF2B5EF4-FFF2-40B4-BE49-F238E27FC236}">
                <a16:creationId xmlns:a16="http://schemas.microsoft.com/office/drawing/2014/main" id="{AA2FFC94-2639-43DF-8DA1-3D0E858C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092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A8D"/>
          </a:solidFill>
          <a:ln xmlns:a="http://schemas.openxmlformats.org/drawingml/2006/main" w="3518">
            <a:solidFill>
              <a:srgbClr val="238A8D"/>
            </a:solidFill>
            <a:prstDash val="solid"/>
          </a:ln>
        </p:spPr>
      </p:sp>
      <p:sp>
        <p:nvSpPr>
          <p:cNvPr id="2553" name="data_2552">
            <a:extLst xmlns:a="http://schemas.openxmlformats.org/drawingml/2006/main">
              <a:ext uri="{FF2B5EF4-FFF2-40B4-BE49-F238E27FC236}">
                <a16:creationId xmlns:a16="http://schemas.microsoft.com/office/drawing/2014/main" id="{15EF717C-A28F-4328-8316-2A5EC059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978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98E"/>
          </a:solidFill>
          <a:ln xmlns:a="http://schemas.openxmlformats.org/drawingml/2006/main" w="3518">
            <a:solidFill>
              <a:srgbClr val="23898E"/>
            </a:solidFill>
            <a:prstDash val="solid"/>
          </a:ln>
        </p:spPr>
      </p:sp>
      <p:sp>
        <p:nvSpPr>
          <p:cNvPr id="2554" name="data_2553">
            <a:extLst xmlns:a="http://schemas.openxmlformats.org/drawingml/2006/main">
              <a:ext uri="{FF2B5EF4-FFF2-40B4-BE49-F238E27FC236}">
                <a16:creationId xmlns:a16="http://schemas.microsoft.com/office/drawing/2014/main" id="{96B1A4C4-1719-46F4-AD51-AB5D2C6A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864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88E"/>
          </a:solidFill>
          <a:ln xmlns:a="http://schemas.openxmlformats.org/drawingml/2006/main" w="3518">
            <a:solidFill>
              <a:srgbClr val="23888E"/>
            </a:solidFill>
            <a:prstDash val="solid"/>
          </a:ln>
        </p:spPr>
      </p:sp>
      <p:sp>
        <p:nvSpPr>
          <p:cNvPr id="2555" name="data_2554">
            <a:extLst xmlns:a="http://schemas.openxmlformats.org/drawingml/2006/main">
              <a:ext uri="{FF2B5EF4-FFF2-40B4-BE49-F238E27FC236}">
                <a16:creationId xmlns:a16="http://schemas.microsoft.com/office/drawing/2014/main" id="{EEC25D7C-8032-4375-903F-10A89E7E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750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78E"/>
          </a:solidFill>
          <a:ln xmlns:a="http://schemas.openxmlformats.org/drawingml/2006/main" w="3518">
            <a:solidFill>
              <a:srgbClr val="24878E"/>
            </a:solidFill>
            <a:prstDash val="solid"/>
          </a:ln>
        </p:spPr>
      </p:sp>
      <p:sp>
        <p:nvSpPr>
          <p:cNvPr id="2556" name="data_2555">
            <a:extLst xmlns:a="http://schemas.openxmlformats.org/drawingml/2006/main">
              <a:ext uri="{FF2B5EF4-FFF2-40B4-BE49-F238E27FC236}">
                <a16:creationId xmlns:a16="http://schemas.microsoft.com/office/drawing/2014/main" id="{49183E9F-0258-40AA-B9A5-1B110838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636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68E"/>
          </a:solidFill>
          <a:ln xmlns:a="http://schemas.openxmlformats.org/drawingml/2006/main" w="3518">
            <a:solidFill>
              <a:srgbClr val="24868E"/>
            </a:solidFill>
            <a:prstDash val="solid"/>
          </a:ln>
        </p:spPr>
      </p:sp>
      <p:sp>
        <p:nvSpPr>
          <p:cNvPr id="2557" name="data_2556">
            <a:extLst xmlns:a="http://schemas.openxmlformats.org/drawingml/2006/main">
              <a:ext uri="{FF2B5EF4-FFF2-40B4-BE49-F238E27FC236}">
                <a16:creationId xmlns:a16="http://schemas.microsoft.com/office/drawing/2014/main" id="{14ECCA2D-40B0-4880-B48F-39C1953A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523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58E"/>
          </a:solidFill>
          <a:ln xmlns:a="http://schemas.openxmlformats.org/drawingml/2006/main" w="3518">
            <a:solidFill>
              <a:srgbClr val="25858E"/>
            </a:solidFill>
            <a:prstDash val="solid"/>
          </a:ln>
        </p:spPr>
      </p:sp>
      <p:sp>
        <p:nvSpPr>
          <p:cNvPr id="2558" name="data_2557">
            <a:extLst xmlns:a="http://schemas.openxmlformats.org/drawingml/2006/main">
              <a:ext uri="{FF2B5EF4-FFF2-40B4-BE49-F238E27FC236}">
                <a16:creationId xmlns:a16="http://schemas.microsoft.com/office/drawing/2014/main" id="{304D2C29-1C82-4BF0-993F-63A0DBC0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409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48E"/>
          </a:solidFill>
          <a:ln xmlns:a="http://schemas.openxmlformats.org/drawingml/2006/main" w="3518">
            <a:solidFill>
              <a:srgbClr val="25848E"/>
            </a:solidFill>
            <a:prstDash val="solid"/>
          </a:ln>
        </p:spPr>
      </p:sp>
      <p:sp>
        <p:nvSpPr>
          <p:cNvPr id="2559" name="data_2558">
            <a:extLst xmlns:a="http://schemas.openxmlformats.org/drawingml/2006/main">
              <a:ext uri="{FF2B5EF4-FFF2-40B4-BE49-F238E27FC236}">
                <a16:creationId xmlns:a16="http://schemas.microsoft.com/office/drawing/2014/main" id="{6780853B-01D5-4301-BFB0-82641BF7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295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38E"/>
          </a:solidFill>
          <a:ln xmlns:a="http://schemas.openxmlformats.org/drawingml/2006/main" w="3518">
            <a:solidFill>
              <a:srgbClr val="25838E"/>
            </a:solidFill>
            <a:prstDash val="solid"/>
          </a:ln>
        </p:spPr>
      </p:sp>
      <p:sp>
        <p:nvSpPr>
          <p:cNvPr id="2560" name="data_2559">
            <a:extLst xmlns:a="http://schemas.openxmlformats.org/drawingml/2006/main">
              <a:ext uri="{FF2B5EF4-FFF2-40B4-BE49-F238E27FC236}">
                <a16:creationId xmlns:a16="http://schemas.microsoft.com/office/drawing/2014/main" id="{3564C004-60CE-4317-8151-8B4CCF4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181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561" name="data_2560">
            <a:extLst xmlns:a="http://schemas.openxmlformats.org/drawingml/2006/main">
              <a:ext uri="{FF2B5EF4-FFF2-40B4-BE49-F238E27FC236}">
                <a16:creationId xmlns:a16="http://schemas.microsoft.com/office/drawing/2014/main" id="{D27C351F-0076-4615-BA00-07E705C0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067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562" name="data_2561">
            <a:extLst xmlns:a="http://schemas.openxmlformats.org/drawingml/2006/main">
              <a:ext uri="{FF2B5EF4-FFF2-40B4-BE49-F238E27FC236}">
                <a16:creationId xmlns:a16="http://schemas.microsoft.com/office/drawing/2014/main" id="{E469225F-4C20-449C-BB48-D059EF7C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953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18E"/>
          </a:solidFill>
          <a:ln xmlns:a="http://schemas.openxmlformats.org/drawingml/2006/main" w="3518">
            <a:solidFill>
              <a:srgbClr val="26818E"/>
            </a:solidFill>
            <a:prstDash val="solid"/>
          </a:ln>
        </p:spPr>
      </p:sp>
      <p:sp>
        <p:nvSpPr>
          <p:cNvPr id="2563" name="data_2562">
            <a:extLst xmlns:a="http://schemas.openxmlformats.org/drawingml/2006/main">
              <a:ext uri="{FF2B5EF4-FFF2-40B4-BE49-F238E27FC236}">
                <a16:creationId xmlns:a16="http://schemas.microsoft.com/office/drawing/2014/main" id="{1AE87093-A42A-4E84-98CB-056762B3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840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808E"/>
          </a:solidFill>
          <a:ln xmlns:a="http://schemas.openxmlformats.org/drawingml/2006/main" w="3518">
            <a:solidFill>
              <a:srgbClr val="27808E"/>
            </a:solidFill>
            <a:prstDash val="solid"/>
          </a:ln>
        </p:spPr>
      </p:sp>
      <p:sp>
        <p:nvSpPr>
          <p:cNvPr id="2564" name="data_2563">
            <a:extLst xmlns:a="http://schemas.openxmlformats.org/drawingml/2006/main">
              <a:ext uri="{FF2B5EF4-FFF2-40B4-BE49-F238E27FC236}">
                <a16:creationId xmlns:a16="http://schemas.microsoft.com/office/drawing/2014/main" id="{6146573C-582E-46B9-B86E-BE9BE27E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726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F8E"/>
          </a:solidFill>
          <a:ln xmlns:a="http://schemas.openxmlformats.org/drawingml/2006/main" w="3518">
            <a:solidFill>
              <a:srgbClr val="277F8E"/>
            </a:solidFill>
            <a:prstDash val="solid"/>
          </a:ln>
        </p:spPr>
      </p:sp>
      <p:sp>
        <p:nvSpPr>
          <p:cNvPr id="2565" name="data_2564">
            <a:extLst xmlns:a="http://schemas.openxmlformats.org/drawingml/2006/main">
              <a:ext uri="{FF2B5EF4-FFF2-40B4-BE49-F238E27FC236}">
                <a16:creationId xmlns:a16="http://schemas.microsoft.com/office/drawing/2014/main" id="{8659CA7B-B8FC-4CCC-8187-98AD7732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612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E8E"/>
          </a:solidFill>
          <a:ln xmlns:a="http://schemas.openxmlformats.org/drawingml/2006/main" w="3518">
            <a:solidFill>
              <a:srgbClr val="277E8E"/>
            </a:solidFill>
            <a:prstDash val="solid"/>
          </a:ln>
        </p:spPr>
      </p:sp>
      <p:sp>
        <p:nvSpPr>
          <p:cNvPr id="2566" name="data_2565">
            <a:extLst xmlns:a="http://schemas.openxmlformats.org/drawingml/2006/main">
              <a:ext uri="{FF2B5EF4-FFF2-40B4-BE49-F238E27FC236}">
                <a16:creationId xmlns:a16="http://schemas.microsoft.com/office/drawing/2014/main" id="{108E1879-1C2B-41BF-A3F9-934AE488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498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D8E"/>
          </a:solidFill>
          <a:ln xmlns:a="http://schemas.openxmlformats.org/drawingml/2006/main" w="3518">
            <a:solidFill>
              <a:srgbClr val="287D8E"/>
            </a:solidFill>
            <a:prstDash val="solid"/>
          </a:ln>
        </p:spPr>
      </p:sp>
      <p:sp>
        <p:nvSpPr>
          <p:cNvPr id="2567" name="data_2566">
            <a:extLst xmlns:a="http://schemas.openxmlformats.org/drawingml/2006/main">
              <a:ext uri="{FF2B5EF4-FFF2-40B4-BE49-F238E27FC236}">
                <a16:creationId xmlns:a16="http://schemas.microsoft.com/office/drawing/2014/main" id="{8DB2B102-BD3C-4D68-BAC2-81A9B7E6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384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C8E"/>
          </a:solidFill>
          <a:ln xmlns:a="http://schemas.openxmlformats.org/drawingml/2006/main" w="3518">
            <a:solidFill>
              <a:srgbClr val="287C8E"/>
            </a:solidFill>
            <a:prstDash val="solid"/>
          </a:ln>
        </p:spPr>
      </p:sp>
      <p:sp>
        <p:nvSpPr>
          <p:cNvPr id="2568" name="data_2567">
            <a:extLst xmlns:a="http://schemas.openxmlformats.org/drawingml/2006/main">
              <a:ext uri="{FF2B5EF4-FFF2-40B4-BE49-F238E27FC236}">
                <a16:creationId xmlns:a16="http://schemas.microsoft.com/office/drawing/2014/main" id="{B21FE18F-5BCA-4A24-8D6E-F8C85E7A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271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B8E"/>
          </a:solidFill>
          <a:ln xmlns:a="http://schemas.openxmlformats.org/drawingml/2006/main" w="3518">
            <a:solidFill>
              <a:srgbClr val="297B8E"/>
            </a:solidFill>
            <a:prstDash val="solid"/>
          </a:ln>
        </p:spPr>
      </p:sp>
      <p:sp>
        <p:nvSpPr>
          <p:cNvPr id="2569" name="data_2568">
            <a:extLst xmlns:a="http://schemas.openxmlformats.org/drawingml/2006/main">
              <a:ext uri="{FF2B5EF4-FFF2-40B4-BE49-F238E27FC236}">
                <a16:creationId xmlns:a16="http://schemas.microsoft.com/office/drawing/2014/main" id="{010FF422-03D4-46DA-8F74-E0E90A03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157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A8E"/>
          </a:solidFill>
          <a:ln xmlns:a="http://schemas.openxmlformats.org/drawingml/2006/main" w="3518">
            <a:solidFill>
              <a:srgbClr val="297A8E"/>
            </a:solidFill>
            <a:prstDash val="solid"/>
          </a:ln>
        </p:spPr>
      </p:sp>
      <p:sp>
        <p:nvSpPr>
          <p:cNvPr id="2570" name="data_2569">
            <a:extLst xmlns:a="http://schemas.openxmlformats.org/drawingml/2006/main">
              <a:ext uri="{FF2B5EF4-FFF2-40B4-BE49-F238E27FC236}">
                <a16:creationId xmlns:a16="http://schemas.microsoft.com/office/drawing/2014/main" id="{9E70BB40-8B99-4E01-A773-6DA9FAC9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043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98E"/>
          </a:solidFill>
          <a:ln xmlns:a="http://schemas.openxmlformats.org/drawingml/2006/main" w="3518">
            <a:solidFill>
              <a:srgbClr val="29798E"/>
            </a:solidFill>
            <a:prstDash val="solid"/>
          </a:ln>
        </p:spPr>
      </p:sp>
      <p:sp>
        <p:nvSpPr>
          <p:cNvPr id="2571" name="data_2570">
            <a:extLst xmlns:a="http://schemas.openxmlformats.org/drawingml/2006/main">
              <a:ext uri="{FF2B5EF4-FFF2-40B4-BE49-F238E27FC236}">
                <a16:creationId xmlns:a16="http://schemas.microsoft.com/office/drawing/2014/main" id="{B9DD84E9-D2E4-4247-9113-49BCAE43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929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88E"/>
          </a:solidFill>
          <a:ln xmlns:a="http://schemas.openxmlformats.org/drawingml/2006/main" w="3518">
            <a:solidFill>
              <a:srgbClr val="2A788E"/>
            </a:solidFill>
            <a:prstDash val="solid"/>
          </a:ln>
        </p:spPr>
      </p:sp>
      <p:sp>
        <p:nvSpPr>
          <p:cNvPr id="2572" name="data_2571">
            <a:extLst xmlns:a="http://schemas.openxmlformats.org/drawingml/2006/main">
              <a:ext uri="{FF2B5EF4-FFF2-40B4-BE49-F238E27FC236}">
                <a16:creationId xmlns:a16="http://schemas.microsoft.com/office/drawing/2014/main" id="{92B3560C-8836-49C2-B174-C922DC4A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815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78E"/>
          </a:solidFill>
          <a:ln xmlns:a="http://schemas.openxmlformats.org/drawingml/2006/main" w="3518">
            <a:solidFill>
              <a:srgbClr val="2A778E"/>
            </a:solidFill>
            <a:prstDash val="solid"/>
          </a:ln>
        </p:spPr>
      </p:sp>
      <p:sp>
        <p:nvSpPr>
          <p:cNvPr id="2573" name="data_2572">
            <a:extLst xmlns:a="http://schemas.openxmlformats.org/drawingml/2006/main">
              <a:ext uri="{FF2B5EF4-FFF2-40B4-BE49-F238E27FC236}">
                <a16:creationId xmlns:a16="http://schemas.microsoft.com/office/drawing/2014/main" id="{27DE1CD6-3A8C-4C4A-81A3-30D3544B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702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68E"/>
          </a:solidFill>
          <a:ln xmlns:a="http://schemas.openxmlformats.org/drawingml/2006/main" w="3518">
            <a:solidFill>
              <a:srgbClr val="2A768E"/>
            </a:solidFill>
            <a:prstDash val="solid"/>
          </a:ln>
        </p:spPr>
      </p:sp>
      <p:sp>
        <p:nvSpPr>
          <p:cNvPr id="2574" name="data_2573">
            <a:extLst xmlns:a="http://schemas.openxmlformats.org/drawingml/2006/main">
              <a:ext uri="{FF2B5EF4-FFF2-40B4-BE49-F238E27FC236}">
                <a16:creationId xmlns:a16="http://schemas.microsoft.com/office/drawing/2014/main" id="{D742C2E7-3EFA-4BA3-9473-2A52F386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588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58E"/>
          </a:solidFill>
          <a:ln xmlns:a="http://schemas.openxmlformats.org/drawingml/2006/main" w="3518">
            <a:solidFill>
              <a:srgbClr val="2B758E"/>
            </a:solidFill>
            <a:prstDash val="solid"/>
          </a:ln>
        </p:spPr>
      </p:sp>
      <p:sp>
        <p:nvSpPr>
          <p:cNvPr id="2575" name="data_2574">
            <a:extLst xmlns:a="http://schemas.openxmlformats.org/drawingml/2006/main">
              <a:ext uri="{FF2B5EF4-FFF2-40B4-BE49-F238E27FC236}">
                <a16:creationId xmlns:a16="http://schemas.microsoft.com/office/drawing/2014/main" id="{1D857598-A042-4489-8F90-DC1F1467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474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48E"/>
          </a:solidFill>
          <a:ln xmlns:a="http://schemas.openxmlformats.org/drawingml/2006/main" w="3518">
            <a:solidFill>
              <a:srgbClr val="2B748E"/>
            </a:solidFill>
            <a:prstDash val="solid"/>
          </a:ln>
        </p:spPr>
      </p:sp>
      <p:sp>
        <p:nvSpPr>
          <p:cNvPr id="2576" name="data_2575">
            <a:extLst xmlns:a="http://schemas.openxmlformats.org/drawingml/2006/main">
              <a:ext uri="{FF2B5EF4-FFF2-40B4-BE49-F238E27FC236}">
                <a16:creationId xmlns:a16="http://schemas.microsoft.com/office/drawing/2014/main" id="{A08DD911-B470-4ABC-AD8E-73533F64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360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38E"/>
          </a:solidFill>
          <a:ln xmlns:a="http://schemas.openxmlformats.org/drawingml/2006/main" w="3518">
            <a:solidFill>
              <a:srgbClr val="2C738E"/>
            </a:solidFill>
            <a:prstDash val="solid"/>
          </a:ln>
        </p:spPr>
      </p:sp>
      <p:sp>
        <p:nvSpPr>
          <p:cNvPr id="2577" name="data_2576">
            <a:extLst xmlns:a="http://schemas.openxmlformats.org/drawingml/2006/main">
              <a:ext uri="{FF2B5EF4-FFF2-40B4-BE49-F238E27FC236}">
                <a16:creationId xmlns:a16="http://schemas.microsoft.com/office/drawing/2014/main" id="{9555507C-9DA4-4F86-BD1A-E22E5333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246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28E"/>
          </a:solidFill>
          <a:ln xmlns:a="http://schemas.openxmlformats.org/drawingml/2006/main" w="3518">
            <a:solidFill>
              <a:srgbClr val="2C728E"/>
            </a:solidFill>
            <a:prstDash val="solid"/>
          </a:ln>
        </p:spPr>
      </p:sp>
      <p:sp>
        <p:nvSpPr>
          <p:cNvPr id="2578" name="data_2577">
            <a:extLst xmlns:a="http://schemas.openxmlformats.org/drawingml/2006/main">
              <a:ext uri="{FF2B5EF4-FFF2-40B4-BE49-F238E27FC236}">
                <a16:creationId xmlns:a16="http://schemas.microsoft.com/office/drawing/2014/main" id="{5DC7519E-8CFD-4D8C-B406-B6F15319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132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18E"/>
          </a:solidFill>
          <a:ln xmlns:a="http://schemas.openxmlformats.org/drawingml/2006/main" w="3518">
            <a:solidFill>
              <a:srgbClr val="2C718E"/>
            </a:solidFill>
            <a:prstDash val="solid"/>
          </a:ln>
        </p:spPr>
      </p:sp>
      <p:sp>
        <p:nvSpPr>
          <p:cNvPr id="2579" name="data_2578">
            <a:extLst xmlns:a="http://schemas.openxmlformats.org/drawingml/2006/main">
              <a:ext uri="{FF2B5EF4-FFF2-40B4-BE49-F238E27FC236}">
                <a16:creationId xmlns:a16="http://schemas.microsoft.com/office/drawing/2014/main" id="{5158DAAE-C1E5-4963-BEC3-CED89959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019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18E"/>
          </a:solidFill>
          <a:ln xmlns:a="http://schemas.openxmlformats.org/drawingml/2006/main" w="3518">
            <a:solidFill>
              <a:srgbClr val="2D718E"/>
            </a:solidFill>
            <a:prstDash val="solid"/>
          </a:ln>
        </p:spPr>
      </p:sp>
      <p:sp>
        <p:nvSpPr>
          <p:cNvPr id="2580" name="data_2579">
            <a:extLst xmlns:a="http://schemas.openxmlformats.org/drawingml/2006/main">
              <a:ext uri="{FF2B5EF4-FFF2-40B4-BE49-F238E27FC236}">
                <a16:creationId xmlns:a16="http://schemas.microsoft.com/office/drawing/2014/main" id="{397B2E0A-996C-4934-A006-0482F93D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905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08E"/>
          </a:solidFill>
          <a:ln xmlns:a="http://schemas.openxmlformats.org/drawingml/2006/main" w="3518">
            <a:solidFill>
              <a:srgbClr val="2D708E"/>
            </a:solidFill>
            <a:prstDash val="solid"/>
          </a:ln>
        </p:spPr>
      </p:sp>
      <p:sp>
        <p:nvSpPr>
          <p:cNvPr id="2581" name="data_2580">
            <a:extLst xmlns:a="http://schemas.openxmlformats.org/drawingml/2006/main">
              <a:ext uri="{FF2B5EF4-FFF2-40B4-BE49-F238E27FC236}">
                <a16:creationId xmlns:a16="http://schemas.microsoft.com/office/drawing/2014/main" id="{0ED0C49D-EE12-4746-B5F8-4850F4A1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791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F8E"/>
          </a:solidFill>
          <a:ln xmlns:a="http://schemas.openxmlformats.org/drawingml/2006/main" w="3518">
            <a:solidFill>
              <a:srgbClr val="2E6F8E"/>
            </a:solidFill>
            <a:prstDash val="solid"/>
          </a:ln>
        </p:spPr>
      </p:sp>
      <p:sp>
        <p:nvSpPr>
          <p:cNvPr id="2582" name="data_2581">
            <a:extLst xmlns:a="http://schemas.openxmlformats.org/drawingml/2006/main">
              <a:ext uri="{FF2B5EF4-FFF2-40B4-BE49-F238E27FC236}">
                <a16:creationId xmlns:a16="http://schemas.microsoft.com/office/drawing/2014/main" id="{047B1A12-03C9-4D75-A8BF-C89427B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677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E8E"/>
          </a:solidFill>
          <a:ln xmlns:a="http://schemas.openxmlformats.org/drawingml/2006/main" w="3518">
            <a:solidFill>
              <a:srgbClr val="2E6E8E"/>
            </a:solidFill>
            <a:prstDash val="solid"/>
          </a:ln>
        </p:spPr>
      </p:sp>
      <p:sp>
        <p:nvSpPr>
          <p:cNvPr id="2583" name="data_2582">
            <a:extLst xmlns:a="http://schemas.openxmlformats.org/drawingml/2006/main">
              <a:ext uri="{FF2B5EF4-FFF2-40B4-BE49-F238E27FC236}">
                <a16:creationId xmlns:a16="http://schemas.microsoft.com/office/drawing/2014/main" id="{28F269B9-31C3-4FF9-8718-DF37F01F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563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D8E"/>
          </a:solidFill>
          <a:ln xmlns:a="http://schemas.openxmlformats.org/drawingml/2006/main" w="3518">
            <a:solidFill>
              <a:srgbClr val="2E6D8E"/>
            </a:solidFill>
            <a:prstDash val="solid"/>
          </a:ln>
        </p:spPr>
      </p:sp>
      <p:sp>
        <p:nvSpPr>
          <p:cNvPr id="2584" name="data_2583">
            <a:extLst xmlns:a="http://schemas.openxmlformats.org/drawingml/2006/main">
              <a:ext uri="{FF2B5EF4-FFF2-40B4-BE49-F238E27FC236}">
                <a16:creationId xmlns:a16="http://schemas.microsoft.com/office/drawing/2014/main" id="{92F0124A-5C2C-4415-A2AA-6110BA01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450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C8E"/>
          </a:solidFill>
          <a:ln xmlns:a="http://schemas.openxmlformats.org/drawingml/2006/main" w="3518">
            <a:solidFill>
              <a:srgbClr val="2F6C8E"/>
            </a:solidFill>
            <a:prstDash val="solid"/>
          </a:ln>
        </p:spPr>
      </p:sp>
      <p:sp>
        <p:nvSpPr>
          <p:cNvPr id="2585" name="data_2584">
            <a:extLst xmlns:a="http://schemas.openxmlformats.org/drawingml/2006/main">
              <a:ext uri="{FF2B5EF4-FFF2-40B4-BE49-F238E27FC236}">
                <a16:creationId xmlns:a16="http://schemas.microsoft.com/office/drawing/2014/main" id="{82C0D380-85BB-484C-B062-7DEDAB59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336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B8E"/>
          </a:solidFill>
          <a:ln xmlns:a="http://schemas.openxmlformats.org/drawingml/2006/main" w="3518">
            <a:solidFill>
              <a:srgbClr val="2F6B8E"/>
            </a:solidFill>
            <a:prstDash val="solid"/>
          </a:ln>
        </p:spPr>
      </p:sp>
      <p:sp>
        <p:nvSpPr>
          <p:cNvPr id="2586" name="data_2585">
            <a:extLst xmlns:a="http://schemas.openxmlformats.org/drawingml/2006/main">
              <a:ext uri="{FF2B5EF4-FFF2-40B4-BE49-F238E27FC236}">
                <a16:creationId xmlns:a16="http://schemas.microsoft.com/office/drawing/2014/main" id="{38181119-F8E7-4537-9B89-14A6E4E8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222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A8E"/>
          </a:solidFill>
          <a:ln xmlns:a="http://schemas.openxmlformats.org/drawingml/2006/main" w="3518">
            <a:solidFill>
              <a:srgbClr val="306A8E"/>
            </a:solidFill>
            <a:prstDash val="solid"/>
          </a:ln>
        </p:spPr>
      </p:sp>
      <p:sp>
        <p:nvSpPr>
          <p:cNvPr id="2587" name="data_2586">
            <a:extLst xmlns:a="http://schemas.openxmlformats.org/drawingml/2006/main">
              <a:ext uri="{FF2B5EF4-FFF2-40B4-BE49-F238E27FC236}">
                <a16:creationId xmlns:a16="http://schemas.microsoft.com/office/drawing/2014/main" id="{2D48738B-0DCA-42C8-A229-E9E29615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108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98E"/>
          </a:solidFill>
          <a:ln xmlns:a="http://schemas.openxmlformats.org/drawingml/2006/main" w="3518">
            <a:solidFill>
              <a:srgbClr val="30698E"/>
            </a:solidFill>
            <a:prstDash val="solid"/>
          </a:ln>
        </p:spPr>
      </p:sp>
      <p:sp>
        <p:nvSpPr>
          <p:cNvPr id="2588" name="data_2587">
            <a:extLst xmlns:a="http://schemas.openxmlformats.org/drawingml/2006/main">
              <a:ext uri="{FF2B5EF4-FFF2-40B4-BE49-F238E27FC236}">
                <a16:creationId xmlns:a16="http://schemas.microsoft.com/office/drawing/2014/main" id="{D26C9A2B-5C26-4643-8902-92E1C4FB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994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88E"/>
          </a:solidFill>
          <a:ln xmlns:a="http://schemas.openxmlformats.org/drawingml/2006/main" w="3518">
            <a:solidFill>
              <a:srgbClr val="31688E"/>
            </a:solidFill>
            <a:prstDash val="solid"/>
          </a:ln>
        </p:spPr>
      </p:sp>
      <p:sp>
        <p:nvSpPr>
          <p:cNvPr id="2589" name="data_2588">
            <a:extLst xmlns:a="http://schemas.openxmlformats.org/drawingml/2006/main">
              <a:ext uri="{FF2B5EF4-FFF2-40B4-BE49-F238E27FC236}">
                <a16:creationId xmlns:a16="http://schemas.microsoft.com/office/drawing/2014/main" id="{79760F0F-181D-47B9-908D-4868DD28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881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78E"/>
          </a:solidFill>
          <a:ln xmlns:a="http://schemas.openxmlformats.org/drawingml/2006/main" w="3518">
            <a:solidFill>
              <a:srgbClr val="31678E"/>
            </a:solidFill>
            <a:prstDash val="solid"/>
          </a:ln>
        </p:spPr>
      </p:sp>
      <p:sp>
        <p:nvSpPr>
          <p:cNvPr id="2590" name="data_2589">
            <a:extLst xmlns:a="http://schemas.openxmlformats.org/drawingml/2006/main">
              <a:ext uri="{FF2B5EF4-FFF2-40B4-BE49-F238E27FC236}">
                <a16:creationId xmlns:a16="http://schemas.microsoft.com/office/drawing/2014/main" id="{4872BDCD-DF9C-4476-A5F5-B19B9425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767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68E"/>
          </a:solidFill>
          <a:ln xmlns:a="http://schemas.openxmlformats.org/drawingml/2006/main" w="3518">
            <a:solidFill>
              <a:srgbClr val="31668E"/>
            </a:solidFill>
            <a:prstDash val="solid"/>
          </a:ln>
        </p:spPr>
      </p:sp>
      <p:sp>
        <p:nvSpPr>
          <p:cNvPr id="2591" name="data_2590">
            <a:extLst xmlns:a="http://schemas.openxmlformats.org/drawingml/2006/main">
              <a:ext uri="{FF2B5EF4-FFF2-40B4-BE49-F238E27FC236}">
                <a16:creationId xmlns:a16="http://schemas.microsoft.com/office/drawing/2014/main" id="{C515B7B9-97FD-4422-8853-00B637F4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653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58E"/>
          </a:solidFill>
          <a:ln xmlns:a="http://schemas.openxmlformats.org/drawingml/2006/main" w="3518">
            <a:solidFill>
              <a:srgbClr val="32658E"/>
            </a:solidFill>
            <a:prstDash val="solid"/>
          </a:ln>
        </p:spPr>
      </p:sp>
      <p:sp>
        <p:nvSpPr>
          <p:cNvPr id="2592" name="data_2591">
            <a:extLst xmlns:a="http://schemas.openxmlformats.org/drawingml/2006/main">
              <a:ext uri="{FF2B5EF4-FFF2-40B4-BE49-F238E27FC236}">
                <a16:creationId xmlns:a16="http://schemas.microsoft.com/office/drawing/2014/main" id="{FE44DCE0-753D-45CF-8D32-6F6243B7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539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48E"/>
          </a:solidFill>
          <a:ln xmlns:a="http://schemas.openxmlformats.org/drawingml/2006/main" w="3518">
            <a:solidFill>
              <a:srgbClr val="32648E"/>
            </a:solidFill>
            <a:prstDash val="solid"/>
          </a:ln>
        </p:spPr>
      </p:sp>
      <p:sp>
        <p:nvSpPr>
          <p:cNvPr id="2593" name="data_2592">
            <a:extLst xmlns:a="http://schemas.openxmlformats.org/drawingml/2006/main">
              <a:ext uri="{FF2B5EF4-FFF2-40B4-BE49-F238E27FC236}">
                <a16:creationId xmlns:a16="http://schemas.microsoft.com/office/drawing/2014/main" id="{F4FCB546-05F7-436A-A962-FA2140E7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425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38D"/>
          </a:solidFill>
          <a:ln xmlns:a="http://schemas.openxmlformats.org/drawingml/2006/main" w="3518">
            <a:solidFill>
              <a:srgbClr val="33638D"/>
            </a:solidFill>
            <a:prstDash val="solid"/>
          </a:ln>
        </p:spPr>
      </p:sp>
      <p:sp>
        <p:nvSpPr>
          <p:cNvPr id="2594" name="data_2593">
            <a:extLst xmlns:a="http://schemas.openxmlformats.org/drawingml/2006/main">
              <a:ext uri="{FF2B5EF4-FFF2-40B4-BE49-F238E27FC236}">
                <a16:creationId xmlns:a16="http://schemas.microsoft.com/office/drawing/2014/main" id="{76806E5F-9F6C-4C69-B4D7-3ED10F4D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312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28D"/>
          </a:solidFill>
          <a:ln xmlns:a="http://schemas.openxmlformats.org/drawingml/2006/main" w="3518">
            <a:solidFill>
              <a:srgbClr val="33628D"/>
            </a:solidFill>
            <a:prstDash val="solid"/>
          </a:ln>
        </p:spPr>
      </p:sp>
      <p:sp>
        <p:nvSpPr>
          <p:cNvPr id="2595" name="data_2594">
            <a:extLst xmlns:a="http://schemas.openxmlformats.org/drawingml/2006/main">
              <a:ext uri="{FF2B5EF4-FFF2-40B4-BE49-F238E27FC236}">
                <a16:creationId xmlns:a16="http://schemas.microsoft.com/office/drawing/2014/main" id="{DEE8A9AC-5A50-4BC7-BFB0-749287B5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198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18D"/>
          </a:solidFill>
          <a:ln xmlns:a="http://schemas.openxmlformats.org/drawingml/2006/main" w="3518">
            <a:solidFill>
              <a:srgbClr val="34618D"/>
            </a:solidFill>
            <a:prstDash val="solid"/>
          </a:ln>
        </p:spPr>
      </p:sp>
      <p:sp>
        <p:nvSpPr>
          <p:cNvPr id="2596" name="data_2595">
            <a:extLst xmlns:a="http://schemas.openxmlformats.org/drawingml/2006/main">
              <a:ext uri="{FF2B5EF4-FFF2-40B4-BE49-F238E27FC236}">
                <a16:creationId xmlns:a16="http://schemas.microsoft.com/office/drawing/2014/main" id="{F450E9EC-DDE3-4BC9-9350-20F04F58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084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08D"/>
          </a:solidFill>
          <a:ln xmlns:a="http://schemas.openxmlformats.org/drawingml/2006/main" w="3518">
            <a:solidFill>
              <a:srgbClr val="34608D"/>
            </a:solidFill>
            <a:prstDash val="solid"/>
          </a:ln>
        </p:spPr>
      </p:sp>
      <p:sp>
        <p:nvSpPr>
          <p:cNvPr id="2597" name="data_2596">
            <a:extLst xmlns:a="http://schemas.openxmlformats.org/drawingml/2006/main">
              <a:ext uri="{FF2B5EF4-FFF2-40B4-BE49-F238E27FC236}">
                <a16:creationId xmlns:a16="http://schemas.microsoft.com/office/drawing/2014/main" id="{BE043F21-401B-4F1D-8E1C-DED2FF35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970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F8D"/>
          </a:solidFill>
          <a:ln xmlns:a="http://schemas.openxmlformats.org/drawingml/2006/main" w="3518">
            <a:solidFill>
              <a:srgbClr val="355F8D"/>
            </a:solidFill>
            <a:prstDash val="solid"/>
          </a:ln>
        </p:spPr>
      </p:sp>
      <p:sp>
        <p:nvSpPr>
          <p:cNvPr id="2598" name="data_2597">
            <a:extLst xmlns:a="http://schemas.openxmlformats.org/drawingml/2006/main">
              <a:ext uri="{FF2B5EF4-FFF2-40B4-BE49-F238E27FC236}">
                <a16:creationId xmlns:a16="http://schemas.microsoft.com/office/drawing/2014/main" id="{EFB0BC32-BD83-4739-8464-1FBB708D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856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E8D"/>
          </a:solidFill>
          <a:ln xmlns:a="http://schemas.openxmlformats.org/drawingml/2006/main" w="3518">
            <a:solidFill>
              <a:srgbClr val="355E8D"/>
            </a:solidFill>
            <a:prstDash val="solid"/>
          </a:ln>
        </p:spPr>
      </p:sp>
      <p:sp>
        <p:nvSpPr>
          <p:cNvPr id="2599" name="data_2598">
            <a:extLst xmlns:a="http://schemas.openxmlformats.org/drawingml/2006/main">
              <a:ext uri="{FF2B5EF4-FFF2-40B4-BE49-F238E27FC236}">
                <a16:creationId xmlns:a16="http://schemas.microsoft.com/office/drawing/2014/main" id="{ECA3ACCC-E0E4-425C-8278-A7D7EBE5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742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D8D"/>
          </a:solidFill>
          <a:ln xmlns:a="http://schemas.openxmlformats.org/drawingml/2006/main" w="3518">
            <a:solidFill>
              <a:srgbClr val="365D8D"/>
            </a:solidFill>
            <a:prstDash val="solid"/>
          </a:ln>
        </p:spPr>
      </p:sp>
      <p:sp>
        <p:nvSpPr>
          <p:cNvPr id="2600" name="data_2599">
            <a:extLst xmlns:a="http://schemas.openxmlformats.org/drawingml/2006/main">
              <a:ext uri="{FF2B5EF4-FFF2-40B4-BE49-F238E27FC236}">
                <a16:creationId xmlns:a16="http://schemas.microsoft.com/office/drawing/2014/main" id="{830405BB-1525-4815-9424-04CEC557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629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C8D"/>
          </a:solidFill>
          <a:ln xmlns:a="http://schemas.openxmlformats.org/drawingml/2006/main" w="3518">
            <a:solidFill>
              <a:srgbClr val="365C8D"/>
            </a:solidFill>
            <a:prstDash val="solid"/>
          </a:ln>
        </p:spPr>
      </p:sp>
      <p:sp>
        <p:nvSpPr>
          <p:cNvPr id="2601" name="data_2600">
            <a:extLst xmlns:a="http://schemas.openxmlformats.org/drawingml/2006/main">
              <a:ext uri="{FF2B5EF4-FFF2-40B4-BE49-F238E27FC236}">
                <a16:creationId xmlns:a16="http://schemas.microsoft.com/office/drawing/2014/main" id="{737DC8C3-5780-4013-A2C1-52CB704E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515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B8D"/>
          </a:solidFill>
          <a:ln xmlns:a="http://schemas.openxmlformats.org/drawingml/2006/main" w="3518">
            <a:solidFill>
              <a:srgbClr val="375B8D"/>
            </a:solidFill>
            <a:prstDash val="solid"/>
          </a:ln>
        </p:spPr>
      </p:sp>
      <p:sp>
        <p:nvSpPr>
          <p:cNvPr id="2602" name="data_2601">
            <a:extLst xmlns:a="http://schemas.openxmlformats.org/drawingml/2006/main">
              <a:ext uri="{FF2B5EF4-FFF2-40B4-BE49-F238E27FC236}">
                <a16:creationId xmlns:a16="http://schemas.microsoft.com/office/drawing/2014/main" id="{752F0D68-DF99-40E4-9D92-81541752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401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A8C"/>
          </a:solidFill>
          <a:ln xmlns:a="http://schemas.openxmlformats.org/drawingml/2006/main" w="3518">
            <a:solidFill>
              <a:srgbClr val="375A8C"/>
            </a:solidFill>
            <a:prstDash val="solid"/>
          </a:ln>
        </p:spPr>
      </p:sp>
      <p:sp>
        <p:nvSpPr>
          <p:cNvPr id="2603" name="data_2602">
            <a:extLst xmlns:a="http://schemas.openxmlformats.org/drawingml/2006/main">
              <a:ext uri="{FF2B5EF4-FFF2-40B4-BE49-F238E27FC236}">
                <a16:creationId xmlns:a16="http://schemas.microsoft.com/office/drawing/2014/main" id="{C73F6A28-2F39-4E73-BE9B-86243162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287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98C"/>
          </a:solidFill>
          <a:ln xmlns:a="http://schemas.openxmlformats.org/drawingml/2006/main" w="3518">
            <a:solidFill>
              <a:srgbClr val="38598C"/>
            </a:solidFill>
            <a:prstDash val="solid"/>
          </a:ln>
        </p:spPr>
      </p:sp>
      <p:sp>
        <p:nvSpPr>
          <p:cNvPr id="2604" name="data_2603">
            <a:extLst xmlns:a="http://schemas.openxmlformats.org/drawingml/2006/main">
              <a:ext uri="{FF2B5EF4-FFF2-40B4-BE49-F238E27FC236}">
                <a16:creationId xmlns:a16="http://schemas.microsoft.com/office/drawing/2014/main" id="{38DB8C01-DF42-44EC-BC02-4D3F3624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173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88C"/>
          </a:solidFill>
          <a:ln xmlns:a="http://schemas.openxmlformats.org/drawingml/2006/main" w="3518">
            <a:solidFill>
              <a:srgbClr val="38588C"/>
            </a:solidFill>
            <a:prstDash val="solid"/>
          </a:ln>
        </p:spPr>
      </p:sp>
      <p:sp>
        <p:nvSpPr>
          <p:cNvPr id="2605" name="data_2604">
            <a:extLst xmlns:a="http://schemas.openxmlformats.org/drawingml/2006/main">
              <a:ext uri="{FF2B5EF4-FFF2-40B4-BE49-F238E27FC236}">
                <a16:creationId xmlns:a16="http://schemas.microsoft.com/office/drawing/2014/main" id="{FC9794F7-7691-4EC6-962F-737E43AA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060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68C"/>
          </a:solidFill>
          <a:ln xmlns:a="http://schemas.openxmlformats.org/drawingml/2006/main" w="3518">
            <a:solidFill>
              <a:srgbClr val="39568C"/>
            </a:solidFill>
            <a:prstDash val="solid"/>
          </a:ln>
        </p:spPr>
      </p:sp>
      <p:sp>
        <p:nvSpPr>
          <p:cNvPr id="2606" name="data_2605">
            <a:extLst xmlns:a="http://schemas.openxmlformats.org/drawingml/2006/main">
              <a:ext uri="{FF2B5EF4-FFF2-40B4-BE49-F238E27FC236}">
                <a16:creationId xmlns:a16="http://schemas.microsoft.com/office/drawing/2014/main" id="{6C22E72C-7D65-4741-AE21-344C0B4A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946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58C"/>
          </a:solidFill>
          <a:ln xmlns:a="http://schemas.openxmlformats.org/drawingml/2006/main" w="3518">
            <a:solidFill>
              <a:srgbClr val="39558C"/>
            </a:solidFill>
            <a:prstDash val="solid"/>
          </a:ln>
        </p:spPr>
      </p:sp>
      <p:sp>
        <p:nvSpPr>
          <p:cNvPr id="2607" name="data_2606">
            <a:extLst xmlns:a="http://schemas.openxmlformats.org/drawingml/2006/main">
              <a:ext uri="{FF2B5EF4-FFF2-40B4-BE49-F238E27FC236}">
                <a16:creationId xmlns:a16="http://schemas.microsoft.com/office/drawing/2014/main" id="{D265F4E7-34EC-4BCD-9494-0B27D30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832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48C"/>
          </a:solidFill>
          <a:ln xmlns:a="http://schemas.openxmlformats.org/drawingml/2006/main" w="3518">
            <a:solidFill>
              <a:srgbClr val="3A548C"/>
            </a:solidFill>
            <a:prstDash val="solid"/>
          </a:ln>
        </p:spPr>
      </p:sp>
      <p:sp>
        <p:nvSpPr>
          <p:cNvPr id="2608" name="data_2607">
            <a:extLst xmlns:a="http://schemas.openxmlformats.org/drawingml/2006/main">
              <a:ext uri="{FF2B5EF4-FFF2-40B4-BE49-F238E27FC236}">
                <a16:creationId xmlns:a16="http://schemas.microsoft.com/office/drawing/2014/main" id="{4638CC2A-8348-4AB5-890F-AEF07865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718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38B"/>
          </a:solidFill>
          <a:ln xmlns:a="http://schemas.openxmlformats.org/drawingml/2006/main" w="3518">
            <a:solidFill>
              <a:srgbClr val="3A538B"/>
            </a:solidFill>
            <a:prstDash val="solid"/>
          </a:ln>
        </p:spPr>
      </p:sp>
      <p:sp>
        <p:nvSpPr>
          <p:cNvPr id="2609" name="data_2608">
            <a:extLst xmlns:a="http://schemas.openxmlformats.org/drawingml/2006/main">
              <a:ext uri="{FF2B5EF4-FFF2-40B4-BE49-F238E27FC236}">
                <a16:creationId xmlns:a16="http://schemas.microsoft.com/office/drawing/2014/main" id="{139EA8E3-02C5-4495-9D8B-F47C4C00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604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28B"/>
          </a:solidFill>
          <a:ln xmlns:a="http://schemas.openxmlformats.org/drawingml/2006/main" w="3518">
            <a:solidFill>
              <a:srgbClr val="3B528B"/>
            </a:solidFill>
            <a:prstDash val="solid"/>
          </a:ln>
        </p:spPr>
      </p:sp>
      <p:sp>
        <p:nvSpPr>
          <p:cNvPr id="2610" name="data_2609">
            <a:extLst xmlns:a="http://schemas.openxmlformats.org/drawingml/2006/main">
              <a:ext uri="{FF2B5EF4-FFF2-40B4-BE49-F238E27FC236}">
                <a16:creationId xmlns:a16="http://schemas.microsoft.com/office/drawing/2014/main" id="{7B07F580-658C-452A-BE2D-62D39297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491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18B"/>
          </a:solidFill>
          <a:ln xmlns:a="http://schemas.openxmlformats.org/drawingml/2006/main" w="3518">
            <a:solidFill>
              <a:srgbClr val="3B518B"/>
            </a:solidFill>
            <a:prstDash val="solid"/>
          </a:ln>
        </p:spPr>
      </p:sp>
      <p:sp>
        <p:nvSpPr>
          <p:cNvPr id="2611" name="data_2610">
            <a:extLst xmlns:a="http://schemas.openxmlformats.org/drawingml/2006/main">
              <a:ext uri="{FF2B5EF4-FFF2-40B4-BE49-F238E27FC236}">
                <a16:creationId xmlns:a16="http://schemas.microsoft.com/office/drawing/2014/main" id="{A7294ACE-ECE2-4F3D-BD0E-5E6034B2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377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508B"/>
          </a:solidFill>
          <a:ln xmlns:a="http://schemas.openxmlformats.org/drawingml/2006/main" w="3518">
            <a:solidFill>
              <a:srgbClr val="3C508B"/>
            </a:solidFill>
            <a:prstDash val="solid"/>
          </a:ln>
        </p:spPr>
      </p:sp>
      <p:sp>
        <p:nvSpPr>
          <p:cNvPr id="2612" name="data_2611">
            <a:extLst xmlns:a="http://schemas.openxmlformats.org/drawingml/2006/main">
              <a:ext uri="{FF2B5EF4-FFF2-40B4-BE49-F238E27FC236}">
                <a16:creationId xmlns:a16="http://schemas.microsoft.com/office/drawing/2014/main" id="{7204105D-879E-479C-854F-6A8D52C2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263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4F8A"/>
          </a:solidFill>
          <a:ln xmlns:a="http://schemas.openxmlformats.org/drawingml/2006/main" w="3518">
            <a:solidFill>
              <a:srgbClr val="3C4F8A"/>
            </a:solidFill>
            <a:prstDash val="solid"/>
          </a:ln>
        </p:spPr>
      </p:sp>
      <p:sp>
        <p:nvSpPr>
          <p:cNvPr id="2613" name="data_2612">
            <a:extLst xmlns:a="http://schemas.openxmlformats.org/drawingml/2006/main">
              <a:ext uri="{FF2B5EF4-FFF2-40B4-BE49-F238E27FC236}">
                <a16:creationId xmlns:a16="http://schemas.microsoft.com/office/drawing/2014/main" id="{DA0934A4-4B34-4625-8734-C65D2503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149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E8A"/>
          </a:solidFill>
          <a:ln xmlns:a="http://schemas.openxmlformats.org/drawingml/2006/main" w="3518">
            <a:solidFill>
              <a:srgbClr val="3D4E8A"/>
            </a:solidFill>
            <a:prstDash val="solid"/>
          </a:ln>
        </p:spPr>
      </p:sp>
      <p:sp>
        <p:nvSpPr>
          <p:cNvPr id="2614" name="data_2613">
            <a:extLst xmlns:a="http://schemas.openxmlformats.org/drawingml/2006/main">
              <a:ext uri="{FF2B5EF4-FFF2-40B4-BE49-F238E27FC236}">
                <a16:creationId xmlns:a16="http://schemas.microsoft.com/office/drawing/2014/main" id="{BD710E00-EA59-43DD-B12C-643E5060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035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D8A"/>
          </a:solidFill>
          <a:ln xmlns:a="http://schemas.openxmlformats.org/drawingml/2006/main" w="3518">
            <a:solidFill>
              <a:srgbClr val="3D4D8A"/>
            </a:solidFill>
            <a:prstDash val="solid"/>
          </a:ln>
        </p:spPr>
      </p:sp>
      <p:sp>
        <p:nvSpPr>
          <p:cNvPr id="2615" name="data_2614">
            <a:extLst xmlns:a="http://schemas.openxmlformats.org/drawingml/2006/main">
              <a:ext uri="{FF2B5EF4-FFF2-40B4-BE49-F238E27FC236}">
                <a16:creationId xmlns:a16="http://schemas.microsoft.com/office/drawing/2014/main" id="{9F7DE643-29A2-4165-B9D1-5B1168C3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921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C8A"/>
          </a:solidFill>
          <a:ln xmlns:a="http://schemas.openxmlformats.org/drawingml/2006/main" w="3518">
            <a:solidFill>
              <a:srgbClr val="3E4C8A"/>
            </a:solidFill>
            <a:prstDash val="solid"/>
          </a:ln>
        </p:spPr>
      </p:sp>
      <p:sp>
        <p:nvSpPr>
          <p:cNvPr id="2616" name="data_2615">
            <a:extLst xmlns:a="http://schemas.openxmlformats.org/drawingml/2006/main">
              <a:ext uri="{FF2B5EF4-FFF2-40B4-BE49-F238E27FC236}">
                <a16:creationId xmlns:a16="http://schemas.microsoft.com/office/drawing/2014/main" id="{0102191D-0358-4B15-9F73-F2A25323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808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A89"/>
          </a:solidFill>
          <a:ln xmlns:a="http://schemas.openxmlformats.org/drawingml/2006/main" w="3518">
            <a:solidFill>
              <a:srgbClr val="3E4A89"/>
            </a:solidFill>
            <a:prstDash val="solid"/>
          </a:ln>
        </p:spPr>
      </p:sp>
      <p:sp>
        <p:nvSpPr>
          <p:cNvPr id="2617" name="data_2616">
            <a:extLst xmlns:a="http://schemas.openxmlformats.org/drawingml/2006/main">
              <a:ext uri="{FF2B5EF4-FFF2-40B4-BE49-F238E27FC236}">
                <a16:creationId xmlns:a16="http://schemas.microsoft.com/office/drawing/2014/main" id="{AC6FDBED-0FA0-46BA-8411-78B77D66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694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989"/>
          </a:solidFill>
          <a:ln xmlns:a="http://schemas.openxmlformats.org/drawingml/2006/main" w="3518">
            <a:solidFill>
              <a:srgbClr val="3E4989"/>
            </a:solidFill>
            <a:prstDash val="solid"/>
          </a:ln>
        </p:spPr>
      </p:sp>
      <p:sp>
        <p:nvSpPr>
          <p:cNvPr id="2618" name="data_2617">
            <a:extLst xmlns:a="http://schemas.openxmlformats.org/drawingml/2006/main">
              <a:ext uri="{FF2B5EF4-FFF2-40B4-BE49-F238E27FC236}">
                <a16:creationId xmlns:a16="http://schemas.microsoft.com/office/drawing/2014/main" id="{28D0382C-23C4-4B3A-9C53-6678DB94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580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889"/>
          </a:solidFill>
          <a:ln xmlns:a="http://schemas.openxmlformats.org/drawingml/2006/main" w="3518">
            <a:solidFill>
              <a:srgbClr val="3F4889"/>
            </a:solidFill>
            <a:prstDash val="solid"/>
          </a:ln>
        </p:spPr>
      </p:sp>
      <p:sp>
        <p:nvSpPr>
          <p:cNvPr id="2619" name="data_2618">
            <a:extLst xmlns:a="http://schemas.openxmlformats.org/drawingml/2006/main">
              <a:ext uri="{FF2B5EF4-FFF2-40B4-BE49-F238E27FC236}">
                <a16:creationId xmlns:a16="http://schemas.microsoft.com/office/drawing/2014/main" id="{0CA56D8D-440F-474E-B5E9-3086D3EB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466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788"/>
          </a:solidFill>
          <a:ln xmlns:a="http://schemas.openxmlformats.org/drawingml/2006/main" w="3518">
            <a:solidFill>
              <a:srgbClr val="3F4788"/>
            </a:solidFill>
            <a:prstDash val="solid"/>
          </a:ln>
        </p:spPr>
      </p:sp>
      <p:sp>
        <p:nvSpPr>
          <p:cNvPr id="2620" name="data_2619">
            <a:extLst xmlns:a="http://schemas.openxmlformats.org/drawingml/2006/main">
              <a:ext uri="{FF2B5EF4-FFF2-40B4-BE49-F238E27FC236}">
                <a16:creationId xmlns:a16="http://schemas.microsoft.com/office/drawing/2014/main" id="{C713B28F-BFD3-4130-92C9-7CFB857C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352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688"/>
          </a:solidFill>
          <a:ln xmlns:a="http://schemas.openxmlformats.org/drawingml/2006/main" w="3518">
            <a:solidFill>
              <a:srgbClr val="404688"/>
            </a:solidFill>
            <a:prstDash val="solid"/>
          </a:ln>
        </p:spPr>
      </p:sp>
      <p:sp>
        <p:nvSpPr>
          <p:cNvPr id="2621" name="data_2620">
            <a:extLst xmlns:a="http://schemas.openxmlformats.org/drawingml/2006/main">
              <a:ext uri="{FF2B5EF4-FFF2-40B4-BE49-F238E27FC236}">
                <a16:creationId xmlns:a16="http://schemas.microsoft.com/office/drawing/2014/main" id="{1933B169-ED13-4406-9E6D-19FB13C5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239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588"/>
          </a:solidFill>
          <a:ln xmlns:a="http://schemas.openxmlformats.org/drawingml/2006/main" w="3518">
            <a:solidFill>
              <a:srgbClr val="404588"/>
            </a:solidFill>
            <a:prstDash val="solid"/>
          </a:ln>
        </p:spPr>
      </p:sp>
      <p:sp>
        <p:nvSpPr>
          <p:cNvPr id="2622" name="data_2621">
            <a:extLst xmlns:a="http://schemas.openxmlformats.org/drawingml/2006/main">
              <a:ext uri="{FF2B5EF4-FFF2-40B4-BE49-F238E27FC236}">
                <a16:creationId xmlns:a16="http://schemas.microsoft.com/office/drawing/2014/main" id="{E3C1924A-A0F7-48B8-8BAC-1AC66A02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125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487"/>
          </a:solidFill>
          <a:ln xmlns:a="http://schemas.openxmlformats.org/drawingml/2006/main" w="3518">
            <a:solidFill>
              <a:srgbClr val="414487"/>
            </a:solidFill>
            <a:prstDash val="solid"/>
          </a:ln>
        </p:spPr>
      </p:sp>
      <p:sp>
        <p:nvSpPr>
          <p:cNvPr id="2623" name="data_2622">
            <a:extLst xmlns:a="http://schemas.openxmlformats.org/drawingml/2006/main">
              <a:ext uri="{FF2B5EF4-FFF2-40B4-BE49-F238E27FC236}">
                <a16:creationId xmlns:a16="http://schemas.microsoft.com/office/drawing/2014/main" id="{5F4A7E6F-8B4E-4473-BFD4-793A0CBF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011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287"/>
          </a:solidFill>
          <a:ln xmlns:a="http://schemas.openxmlformats.org/drawingml/2006/main" w="3518">
            <a:solidFill>
              <a:srgbClr val="414287"/>
            </a:solidFill>
            <a:prstDash val="solid"/>
          </a:ln>
        </p:spPr>
      </p:sp>
      <p:sp>
        <p:nvSpPr>
          <p:cNvPr id="2624" name="data_2623">
            <a:extLst xmlns:a="http://schemas.openxmlformats.org/drawingml/2006/main">
              <a:ext uri="{FF2B5EF4-FFF2-40B4-BE49-F238E27FC236}">
                <a16:creationId xmlns:a16="http://schemas.microsoft.com/office/drawing/2014/main" id="{551AEA50-807B-44EC-9D27-5F756F01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897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186"/>
          </a:solidFill>
          <a:ln xmlns:a="http://schemas.openxmlformats.org/drawingml/2006/main" w="3518">
            <a:solidFill>
              <a:srgbClr val="424186"/>
            </a:solidFill>
            <a:prstDash val="solid"/>
          </a:ln>
        </p:spPr>
      </p:sp>
      <p:sp>
        <p:nvSpPr>
          <p:cNvPr id="2625" name="data_2624">
            <a:extLst xmlns:a="http://schemas.openxmlformats.org/drawingml/2006/main">
              <a:ext uri="{FF2B5EF4-FFF2-40B4-BE49-F238E27FC236}">
                <a16:creationId xmlns:a16="http://schemas.microsoft.com/office/drawing/2014/main" id="{A564CB0D-BDEF-4381-982A-D498D8AE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783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086"/>
          </a:solidFill>
          <a:ln xmlns:a="http://schemas.openxmlformats.org/drawingml/2006/main" w="3518">
            <a:solidFill>
              <a:srgbClr val="424086"/>
            </a:solidFill>
            <a:prstDash val="solid"/>
          </a:ln>
        </p:spPr>
      </p:sp>
      <p:sp>
        <p:nvSpPr>
          <p:cNvPr id="2626" name="data_2625">
            <a:extLst xmlns:a="http://schemas.openxmlformats.org/drawingml/2006/main">
              <a:ext uri="{FF2B5EF4-FFF2-40B4-BE49-F238E27FC236}">
                <a16:creationId xmlns:a16="http://schemas.microsoft.com/office/drawing/2014/main" id="{3D08A9FF-8A89-4944-8F43-D125ADB8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670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3F85"/>
          </a:solidFill>
          <a:ln xmlns:a="http://schemas.openxmlformats.org/drawingml/2006/main" w="3518">
            <a:solidFill>
              <a:srgbClr val="423F85"/>
            </a:solidFill>
            <a:prstDash val="solid"/>
          </a:ln>
        </p:spPr>
      </p:sp>
      <p:sp>
        <p:nvSpPr>
          <p:cNvPr id="2627" name="data_2626">
            <a:extLst xmlns:a="http://schemas.openxmlformats.org/drawingml/2006/main">
              <a:ext uri="{FF2B5EF4-FFF2-40B4-BE49-F238E27FC236}">
                <a16:creationId xmlns:a16="http://schemas.microsoft.com/office/drawing/2014/main" id="{F23F7B61-02BF-4078-88D5-CE2FFF6F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556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E85"/>
          </a:solidFill>
          <a:ln xmlns:a="http://schemas.openxmlformats.org/drawingml/2006/main" w="3518">
            <a:solidFill>
              <a:srgbClr val="433E85"/>
            </a:solidFill>
            <a:prstDash val="solid"/>
          </a:ln>
        </p:spPr>
      </p:sp>
      <p:sp>
        <p:nvSpPr>
          <p:cNvPr id="2628" name="data_2627">
            <a:extLst xmlns:a="http://schemas.openxmlformats.org/drawingml/2006/main">
              <a:ext uri="{FF2B5EF4-FFF2-40B4-BE49-F238E27FC236}">
                <a16:creationId xmlns:a16="http://schemas.microsoft.com/office/drawing/2014/main" id="{FA32D4CE-1BC8-4F0E-8D8E-4D8AC961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442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D84"/>
          </a:solidFill>
          <a:ln xmlns:a="http://schemas.openxmlformats.org/drawingml/2006/main" w="3518">
            <a:solidFill>
              <a:srgbClr val="433D84"/>
            </a:solidFill>
            <a:prstDash val="solid"/>
          </a:ln>
        </p:spPr>
      </p:sp>
      <p:sp>
        <p:nvSpPr>
          <p:cNvPr id="2629" name="data_2628">
            <a:extLst xmlns:a="http://schemas.openxmlformats.org/drawingml/2006/main">
              <a:ext uri="{FF2B5EF4-FFF2-40B4-BE49-F238E27FC236}">
                <a16:creationId xmlns:a16="http://schemas.microsoft.com/office/drawing/2014/main" id="{1BA2042F-D3D5-4AC6-9EBA-E852F191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328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B84"/>
          </a:solidFill>
          <a:ln xmlns:a="http://schemas.openxmlformats.org/drawingml/2006/main" w="3518">
            <a:solidFill>
              <a:srgbClr val="443B84"/>
            </a:solidFill>
            <a:prstDash val="solid"/>
          </a:ln>
        </p:spPr>
      </p:sp>
      <p:sp>
        <p:nvSpPr>
          <p:cNvPr id="2630" name="data_2629">
            <a:extLst xmlns:a="http://schemas.openxmlformats.org/drawingml/2006/main">
              <a:ext uri="{FF2B5EF4-FFF2-40B4-BE49-F238E27FC236}">
                <a16:creationId xmlns:a16="http://schemas.microsoft.com/office/drawing/2014/main" id="{1B49B81E-C1DD-496D-B6D2-B947DEC4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214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A83"/>
          </a:solidFill>
          <a:ln xmlns:a="http://schemas.openxmlformats.org/drawingml/2006/main" w="3518">
            <a:solidFill>
              <a:srgbClr val="443A83"/>
            </a:solidFill>
            <a:prstDash val="solid"/>
          </a:ln>
        </p:spPr>
      </p:sp>
      <p:sp>
        <p:nvSpPr>
          <p:cNvPr id="2631" name="data_2630">
            <a:extLst xmlns:a="http://schemas.openxmlformats.org/drawingml/2006/main">
              <a:ext uri="{FF2B5EF4-FFF2-40B4-BE49-F238E27FC236}">
                <a16:creationId xmlns:a16="http://schemas.microsoft.com/office/drawing/2014/main" id="{9799D33A-5146-4D64-94F2-BF11C831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101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983"/>
          </a:solidFill>
          <a:ln xmlns:a="http://schemas.openxmlformats.org/drawingml/2006/main" w="3518">
            <a:solidFill>
              <a:srgbClr val="443983"/>
            </a:solidFill>
            <a:prstDash val="solid"/>
          </a:ln>
        </p:spPr>
      </p:sp>
      <p:sp>
        <p:nvSpPr>
          <p:cNvPr id="2632" name="data_2631">
            <a:extLst xmlns:a="http://schemas.openxmlformats.org/drawingml/2006/main">
              <a:ext uri="{FF2B5EF4-FFF2-40B4-BE49-F238E27FC236}">
                <a16:creationId xmlns:a16="http://schemas.microsoft.com/office/drawing/2014/main" id="{1F5D47A4-9297-41CF-93CC-408ABD55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987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882"/>
          </a:solidFill>
          <a:ln xmlns:a="http://schemas.openxmlformats.org/drawingml/2006/main" w="3518">
            <a:solidFill>
              <a:srgbClr val="453882"/>
            </a:solidFill>
            <a:prstDash val="solid"/>
          </a:ln>
        </p:spPr>
      </p:sp>
      <p:sp>
        <p:nvSpPr>
          <p:cNvPr id="2633" name="data_2632">
            <a:extLst xmlns:a="http://schemas.openxmlformats.org/drawingml/2006/main">
              <a:ext uri="{FF2B5EF4-FFF2-40B4-BE49-F238E27FC236}">
                <a16:creationId xmlns:a16="http://schemas.microsoft.com/office/drawing/2014/main" id="{71C06E58-C5A1-4371-90A8-D14BD71B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873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781"/>
          </a:solidFill>
          <a:ln xmlns:a="http://schemas.openxmlformats.org/drawingml/2006/main" w="3518">
            <a:solidFill>
              <a:srgbClr val="453781"/>
            </a:solidFill>
            <a:prstDash val="solid"/>
          </a:ln>
        </p:spPr>
      </p:sp>
      <p:sp>
        <p:nvSpPr>
          <p:cNvPr id="2634" name="data_2633">
            <a:extLst xmlns:a="http://schemas.openxmlformats.org/drawingml/2006/main">
              <a:ext uri="{FF2B5EF4-FFF2-40B4-BE49-F238E27FC236}">
                <a16:creationId xmlns:a16="http://schemas.microsoft.com/office/drawing/2014/main" id="{D29AE3EC-5276-4E78-ADB9-CC1AB699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759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581"/>
          </a:solidFill>
          <a:ln xmlns:a="http://schemas.openxmlformats.org/drawingml/2006/main" w="3518">
            <a:solidFill>
              <a:srgbClr val="453581"/>
            </a:solidFill>
            <a:prstDash val="solid"/>
          </a:ln>
        </p:spPr>
      </p:sp>
      <p:sp>
        <p:nvSpPr>
          <p:cNvPr id="2635" name="data_2634">
            <a:extLst xmlns:a="http://schemas.openxmlformats.org/drawingml/2006/main">
              <a:ext uri="{FF2B5EF4-FFF2-40B4-BE49-F238E27FC236}">
                <a16:creationId xmlns:a16="http://schemas.microsoft.com/office/drawing/2014/main" id="{B0A7E010-357B-4592-AD21-A6334153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645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480"/>
          </a:solidFill>
          <a:ln xmlns:a="http://schemas.openxmlformats.org/drawingml/2006/main" w="3518">
            <a:solidFill>
              <a:srgbClr val="463480"/>
            </a:solidFill>
            <a:prstDash val="solid"/>
          </a:ln>
        </p:spPr>
      </p:sp>
      <p:sp>
        <p:nvSpPr>
          <p:cNvPr id="2636" name="data_2635">
            <a:extLst xmlns:a="http://schemas.openxmlformats.org/drawingml/2006/main">
              <a:ext uri="{FF2B5EF4-FFF2-40B4-BE49-F238E27FC236}">
                <a16:creationId xmlns:a16="http://schemas.microsoft.com/office/drawing/2014/main" id="{57855BB2-F24D-4B41-8A37-3E8E1098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531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37F"/>
          </a:solidFill>
          <a:ln xmlns:a="http://schemas.openxmlformats.org/drawingml/2006/main" w="3518">
            <a:solidFill>
              <a:srgbClr val="46337F"/>
            </a:solidFill>
            <a:prstDash val="solid"/>
          </a:ln>
        </p:spPr>
      </p:sp>
      <p:sp>
        <p:nvSpPr>
          <p:cNvPr id="2637" name="data_2636">
            <a:extLst xmlns:a="http://schemas.openxmlformats.org/drawingml/2006/main">
              <a:ext uri="{FF2B5EF4-FFF2-40B4-BE49-F238E27FC236}">
                <a16:creationId xmlns:a16="http://schemas.microsoft.com/office/drawing/2014/main" id="{062AB7CD-1560-418D-92F0-CE20B26C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418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27E"/>
          </a:solidFill>
          <a:ln xmlns:a="http://schemas.openxmlformats.org/drawingml/2006/main" w="3518">
            <a:solidFill>
              <a:srgbClr val="46327E"/>
            </a:solidFill>
            <a:prstDash val="solid"/>
          </a:ln>
        </p:spPr>
      </p:sp>
      <p:sp>
        <p:nvSpPr>
          <p:cNvPr id="2638" name="data_2637">
            <a:extLst xmlns:a="http://schemas.openxmlformats.org/drawingml/2006/main">
              <a:ext uri="{FF2B5EF4-FFF2-40B4-BE49-F238E27FC236}">
                <a16:creationId xmlns:a16="http://schemas.microsoft.com/office/drawing/2014/main" id="{28FC050F-6C60-4830-B9E9-F8AF470B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304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07E"/>
          </a:solidFill>
          <a:ln xmlns:a="http://schemas.openxmlformats.org/drawingml/2006/main" w="3518">
            <a:solidFill>
              <a:srgbClr val="46307E"/>
            </a:solidFill>
            <a:prstDash val="solid"/>
          </a:ln>
        </p:spPr>
      </p:sp>
      <p:sp>
        <p:nvSpPr>
          <p:cNvPr id="2639" name="data_2638">
            <a:extLst xmlns:a="http://schemas.openxmlformats.org/drawingml/2006/main">
              <a:ext uri="{FF2B5EF4-FFF2-40B4-BE49-F238E27FC236}">
                <a16:creationId xmlns:a16="http://schemas.microsoft.com/office/drawing/2014/main" id="{4341FD02-151C-4F19-8C5C-058CA96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190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F7D"/>
          </a:solidFill>
          <a:ln xmlns:a="http://schemas.openxmlformats.org/drawingml/2006/main" w="3518">
            <a:solidFill>
              <a:srgbClr val="472F7D"/>
            </a:solidFill>
            <a:prstDash val="solid"/>
          </a:ln>
        </p:spPr>
      </p:sp>
      <p:sp>
        <p:nvSpPr>
          <p:cNvPr id="2640" name="data_2639">
            <a:extLst xmlns:a="http://schemas.openxmlformats.org/drawingml/2006/main">
              <a:ext uri="{FF2B5EF4-FFF2-40B4-BE49-F238E27FC236}">
                <a16:creationId xmlns:a16="http://schemas.microsoft.com/office/drawing/2014/main" id="{7ECE869C-0329-407B-973C-18314128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076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E7C"/>
          </a:solidFill>
          <a:ln xmlns:a="http://schemas.openxmlformats.org/drawingml/2006/main" w="3518">
            <a:solidFill>
              <a:srgbClr val="472E7C"/>
            </a:solidFill>
            <a:prstDash val="solid"/>
          </a:ln>
        </p:spPr>
      </p:sp>
      <p:sp>
        <p:nvSpPr>
          <p:cNvPr id="2641" name="data_2640">
            <a:extLst xmlns:a="http://schemas.openxmlformats.org/drawingml/2006/main">
              <a:ext uri="{FF2B5EF4-FFF2-40B4-BE49-F238E27FC236}">
                <a16:creationId xmlns:a16="http://schemas.microsoft.com/office/drawing/2014/main" id="{93938DF3-0FC7-4BA7-8930-AD98903A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962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D7B"/>
          </a:solidFill>
          <a:ln xmlns:a="http://schemas.openxmlformats.org/drawingml/2006/main" w="3518">
            <a:solidFill>
              <a:srgbClr val="472D7B"/>
            </a:solidFill>
            <a:prstDash val="solid"/>
          </a:ln>
        </p:spPr>
      </p:sp>
      <p:sp>
        <p:nvSpPr>
          <p:cNvPr id="2642" name="data_2641">
            <a:extLst xmlns:a="http://schemas.openxmlformats.org/drawingml/2006/main">
              <a:ext uri="{FF2B5EF4-FFF2-40B4-BE49-F238E27FC236}">
                <a16:creationId xmlns:a16="http://schemas.microsoft.com/office/drawing/2014/main" id="{C3EEAE58-B740-4739-8732-AA460F6F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849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C7A"/>
          </a:solidFill>
          <a:ln xmlns:a="http://schemas.openxmlformats.org/drawingml/2006/main" w="3518">
            <a:solidFill>
              <a:srgbClr val="472C7A"/>
            </a:solidFill>
            <a:prstDash val="solid"/>
          </a:ln>
        </p:spPr>
      </p:sp>
      <p:sp>
        <p:nvSpPr>
          <p:cNvPr id="2643" name="data_2642">
            <a:extLst xmlns:a="http://schemas.openxmlformats.org/drawingml/2006/main">
              <a:ext uri="{FF2B5EF4-FFF2-40B4-BE49-F238E27FC236}">
                <a16:creationId xmlns:a16="http://schemas.microsoft.com/office/drawing/2014/main" id="{C39BEFC7-1107-48E5-9ECA-560CB5DA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735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A7A"/>
          </a:solidFill>
          <a:ln xmlns:a="http://schemas.openxmlformats.org/drawingml/2006/main" w="3518">
            <a:solidFill>
              <a:srgbClr val="472A7A"/>
            </a:solidFill>
            <a:prstDash val="solid"/>
          </a:ln>
        </p:spPr>
      </p:sp>
      <p:sp>
        <p:nvSpPr>
          <p:cNvPr id="2644" name="data_2643">
            <a:extLst xmlns:a="http://schemas.openxmlformats.org/drawingml/2006/main">
              <a:ext uri="{FF2B5EF4-FFF2-40B4-BE49-F238E27FC236}">
                <a16:creationId xmlns:a16="http://schemas.microsoft.com/office/drawing/2014/main" id="{563F4F3B-F6E6-4B63-91EA-F057FEC9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621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979"/>
          </a:solidFill>
          <a:ln xmlns:a="http://schemas.openxmlformats.org/drawingml/2006/main" w="3518">
            <a:solidFill>
              <a:srgbClr val="482979"/>
            </a:solidFill>
            <a:prstDash val="solid"/>
          </a:ln>
        </p:spPr>
      </p:sp>
      <p:sp>
        <p:nvSpPr>
          <p:cNvPr id="2645" name="data_2644">
            <a:extLst xmlns:a="http://schemas.openxmlformats.org/drawingml/2006/main">
              <a:ext uri="{FF2B5EF4-FFF2-40B4-BE49-F238E27FC236}">
                <a16:creationId xmlns:a16="http://schemas.microsoft.com/office/drawing/2014/main" id="{F842CFB5-05F1-46C2-B403-0702C9F5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507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878"/>
          </a:solidFill>
          <a:ln xmlns:a="http://schemas.openxmlformats.org/drawingml/2006/main" w="3518">
            <a:solidFill>
              <a:srgbClr val="482878"/>
            </a:solidFill>
            <a:prstDash val="solid"/>
          </a:ln>
        </p:spPr>
      </p:sp>
      <p:sp>
        <p:nvSpPr>
          <p:cNvPr id="2646" name="data_2645">
            <a:extLst xmlns:a="http://schemas.openxmlformats.org/drawingml/2006/main">
              <a:ext uri="{FF2B5EF4-FFF2-40B4-BE49-F238E27FC236}">
                <a16:creationId xmlns:a16="http://schemas.microsoft.com/office/drawing/2014/main" id="{B7ADD532-8FC0-45AC-A261-43A69B7A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393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677"/>
          </a:solidFill>
          <a:ln xmlns:a="http://schemas.openxmlformats.org/drawingml/2006/main" w="3518">
            <a:solidFill>
              <a:srgbClr val="482677"/>
            </a:solidFill>
            <a:prstDash val="solid"/>
          </a:ln>
        </p:spPr>
      </p:sp>
      <p:sp>
        <p:nvSpPr>
          <p:cNvPr id="2647" name="data_2646">
            <a:extLst xmlns:a="http://schemas.openxmlformats.org/drawingml/2006/main">
              <a:ext uri="{FF2B5EF4-FFF2-40B4-BE49-F238E27FC236}">
                <a16:creationId xmlns:a16="http://schemas.microsoft.com/office/drawing/2014/main" id="{FBB9B1B9-8EBE-4D41-AC5B-6F58FFE2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280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576"/>
          </a:solidFill>
          <a:ln xmlns:a="http://schemas.openxmlformats.org/drawingml/2006/main" w="3518">
            <a:solidFill>
              <a:srgbClr val="482576"/>
            </a:solidFill>
            <a:prstDash val="solid"/>
          </a:ln>
        </p:spPr>
      </p:sp>
      <p:sp>
        <p:nvSpPr>
          <p:cNvPr id="2648" name="data_2647">
            <a:extLst xmlns:a="http://schemas.openxmlformats.org/drawingml/2006/main">
              <a:ext uri="{FF2B5EF4-FFF2-40B4-BE49-F238E27FC236}">
                <a16:creationId xmlns:a16="http://schemas.microsoft.com/office/drawing/2014/main" id="{D0E69500-63CF-44CA-9134-EC02B0D1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166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475"/>
          </a:solidFill>
          <a:ln xmlns:a="http://schemas.openxmlformats.org/drawingml/2006/main" w="3518">
            <a:solidFill>
              <a:srgbClr val="482475"/>
            </a:solidFill>
            <a:prstDash val="solid"/>
          </a:ln>
        </p:spPr>
      </p:sp>
      <p:sp>
        <p:nvSpPr>
          <p:cNvPr id="2649" name="data_2648">
            <a:extLst xmlns:a="http://schemas.openxmlformats.org/drawingml/2006/main">
              <a:ext uri="{FF2B5EF4-FFF2-40B4-BE49-F238E27FC236}">
                <a16:creationId xmlns:a16="http://schemas.microsoft.com/office/drawing/2014/main" id="{DEDB5166-DC22-4F6A-9B7C-3CE8743F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052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374"/>
          </a:solidFill>
          <a:ln xmlns:a="http://schemas.openxmlformats.org/drawingml/2006/main" w="3518">
            <a:solidFill>
              <a:srgbClr val="482374"/>
            </a:solidFill>
            <a:prstDash val="solid"/>
          </a:ln>
        </p:spPr>
      </p:sp>
      <p:sp>
        <p:nvSpPr>
          <p:cNvPr id="2650" name="data_2649">
            <a:extLst xmlns:a="http://schemas.openxmlformats.org/drawingml/2006/main">
              <a:ext uri="{FF2B5EF4-FFF2-40B4-BE49-F238E27FC236}">
                <a16:creationId xmlns:a16="http://schemas.microsoft.com/office/drawing/2014/main" id="{39CF28CF-F994-4255-9601-1DD70E5C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938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173"/>
          </a:solidFill>
          <a:ln xmlns:a="http://schemas.openxmlformats.org/drawingml/2006/main" w="3518">
            <a:solidFill>
              <a:srgbClr val="482173"/>
            </a:solidFill>
            <a:prstDash val="solid"/>
          </a:ln>
        </p:spPr>
      </p:sp>
      <p:sp>
        <p:nvSpPr>
          <p:cNvPr id="2651" name="data_2650">
            <a:extLst xmlns:a="http://schemas.openxmlformats.org/drawingml/2006/main">
              <a:ext uri="{FF2B5EF4-FFF2-40B4-BE49-F238E27FC236}">
                <a16:creationId xmlns:a16="http://schemas.microsoft.com/office/drawing/2014/main" id="{0FACE472-7241-4052-860D-9A4B5441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824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071"/>
          </a:solidFill>
          <a:ln xmlns:a="http://schemas.openxmlformats.org/drawingml/2006/main" w="3518">
            <a:solidFill>
              <a:srgbClr val="482071"/>
            </a:solidFill>
            <a:prstDash val="solid"/>
          </a:ln>
        </p:spPr>
      </p:sp>
      <p:sp>
        <p:nvSpPr>
          <p:cNvPr id="2652" name="data_2651">
            <a:extLst xmlns:a="http://schemas.openxmlformats.org/drawingml/2006/main">
              <a:ext uri="{FF2B5EF4-FFF2-40B4-BE49-F238E27FC236}">
                <a16:creationId xmlns:a16="http://schemas.microsoft.com/office/drawing/2014/main" id="{C7CA4089-0CD7-4973-AA09-E15F459E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711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F70"/>
          </a:solidFill>
          <a:ln xmlns:a="http://schemas.openxmlformats.org/drawingml/2006/main" w="3518">
            <a:solidFill>
              <a:srgbClr val="481F70"/>
            </a:solidFill>
            <a:prstDash val="solid"/>
          </a:ln>
        </p:spPr>
      </p:sp>
      <p:sp>
        <p:nvSpPr>
          <p:cNvPr id="2653" name="data_2652">
            <a:extLst xmlns:a="http://schemas.openxmlformats.org/drawingml/2006/main">
              <a:ext uri="{FF2B5EF4-FFF2-40B4-BE49-F238E27FC236}">
                <a16:creationId xmlns:a16="http://schemas.microsoft.com/office/drawing/2014/main" id="{787403FD-D367-494D-9C4F-BD7DB539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597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D6F"/>
          </a:solidFill>
          <a:ln xmlns:a="http://schemas.openxmlformats.org/drawingml/2006/main" w="3518">
            <a:solidFill>
              <a:srgbClr val="481D6F"/>
            </a:solidFill>
            <a:prstDash val="solid"/>
          </a:ln>
        </p:spPr>
      </p:sp>
      <p:sp>
        <p:nvSpPr>
          <p:cNvPr id="2654" name="data_2653">
            <a:extLst xmlns:a="http://schemas.openxmlformats.org/drawingml/2006/main">
              <a:ext uri="{FF2B5EF4-FFF2-40B4-BE49-F238E27FC236}">
                <a16:creationId xmlns:a16="http://schemas.microsoft.com/office/drawing/2014/main" id="{A7F1D889-6DA5-4549-8B4A-7D381407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483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C6E"/>
          </a:solidFill>
          <a:ln xmlns:a="http://schemas.openxmlformats.org/drawingml/2006/main" w="3518">
            <a:solidFill>
              <a:srgbClr val="481C6E"/>
            </a:solidFill>
            <a:prstDash val="solid"/>
          </a:ln>
        </p:spPr>
      </p:sp>
      <p:sp>
        <p:nvSpPr>
          <p:cNvPr id="2655" name="data_2654">
            <a:extLst xmlns:a="http://schemas.openxmlformats.org/drawingml/2006/main">
              <a:ext uri="{FF2B5EF4-FFF2-40B4-BE49-F238E27FC236}">
                <a16:creationId xmlns:a16="http://schemas.microsoft.com/office/drawing/2014/main" id="{C71B64AE-D979-46FA-95F8-E68F6DB8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369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B6D"/>
          </a:solidFill>
          <a:ln xmlns:a="http://schemas.openxmlformats.org/drawingml/2006/main" w="3518">
            <a:solidFill>
              <a:srgbClr val="481B6D"/>
            </a:solidFill>
            <a:prstDash val="solid"/>
          </a:ln>
        </p:spPr>
      </p:sp>
      <p:sp>
        <p:nvSpPr>
          <p:cNvPr id="2656" name="data_2655">
            <a:extLst xmlns:a="http://schemas.openxmlformats.org/drawingml/2006/main">
              <a:ext uri="{FF2B5EF4-FFF2-40B4-BE49-F238E27FC236}">
                <a16:creationId xmlns:a16="http://schemas.microsoft.com/office/drawing/2014/main" id="{64FE56C6-FAB8-4A64-B875-805F6E14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255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A6C"/>
          </a:solidFill>
          <a:ln xmlns:a="http://schemas.openxmlformats.org/drawingml/2006/main" w="3518">
            <a:solidFill>
              <a:srgbClr val="481A6C"/>
            </a:solidFill>
            <a:prstDash val="solid"/>
          </a:ln>
        </p:spPr>
      </p:sp>
      <p:sp>
        <p:nvSpPr>
          <p:cNvPr id="2657" name="data_2656">
            <a:extLst xmlns:a="http://schemas.openxmlformats.org/drawingml/2006/main">
              <a:ext uri="{FF2B5EF4-FFF2-40B4-BE49-F238E27FC236}">
                <a16:creationId xmlns:a16="http://schemas.microsoft.com/office/drawing/2014/main" id="{14EB9776-767B-430C-B51E-500FEE6F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141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86A"/>
          </a:solidFill>
          <a:ln xmlns:a="http://schemas.openxmlformats.org/drawingml/2006/main" w="3518">
            <a:solidFill>
              <a:srgbClr val="48186A"/>
            </a:solidFill>
            <a:prstDash val="solid"/>
          </a:ln>
        </p:spPr>
      </p:sp>
      <p:sp>
        <p:nvSpPr>
          <p:cNvPr id="2658" name="data_2657">
            <a:extLst xmlns:a="http://schemas.openxmlformats.org/drawingml/2006/main">
              <a:ext uri="{FF2B5EF4-FFF2-40B4-BE49-F238E27FC236}">
                <a16:creationId xmlns:a16="http://schemas.microsoft.com/office/drawing/2014/main" id="{2906592C-940C-4B55-A612-FEE2F86E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028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769"/>
          </a:solidFill>
          <a:ln xmlns:a="http://schemas.openxmlformats.org/drawingml/2006/main" w="3518">
            <a:solidFill>
              <a:srgbClr val="481769"/>
            </a:solidFill>
            <a:prstDash val="solid"/>
          </a:ln>
        </p:spPr>
      </p:sp>
      <p:sp>
        <p:nvSpPr>
          <p:cNvPr id="2659" name="data_2658">
            <a:extLst xmlns:a="http://schemas.openxmlformats.org/drawingml/2006/main">
              <a:ext uri="{FF2B5EF4-FFF2-40B4-BE49-F238E27FC236}">
                <a16:creationId xmlns:a16="http://schemas.microsoft.com/office/drawing/2014/main" id="{103433B6-78A6-4B1F-8B4A-4621F579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914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668"/>
          </a:solidFill>
          <a:ln xmlns:a="http://schemas.openxmlformats.org/drawingml/2006/main" w="3518">
            <a:solidFill>
              <a:srgbClr val="481668"/>
            </a:solidFill>
            <a:prstDash val="solid"/>
          </a:ln>
        </p:spPr>
      </p:sp>
      <p:sp>
        <p:nvSpPr>
          <p:cNvPr id="2660" name="data_2659">
            <a:extLst xmlns:a="http://schemas.openxmlformats.org/drawingml/2006/main">
              <a:ext uri="{FF2B5EF4-FFF2-40B4-BE49-F238E27FC236}">
                <a16:creationId xmlns:a16="http://schemas.microsoft.com/office/drawing/2014/main" id="{B2400E30-7B55-4575-A47F-7A2ECB6D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800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467"/>
          </a:solidFill>
          <a:ln xmlns:a="http://schemas.openxmlformats.org/drawingml/2006/main" w="3518">
            <a:solidFill>
              <a:srgbClr val="481467"/>
            </a:solidFill>
            <a:prstDash val="solid"/>
          </a:ln>
        </p:spPr>
      </p:sp>
      <p:sp>
        <p:nvSpPr>
          <p:cNvPr id="2661" name="data_2660">
            <a:extLst xmlns:a="http://schemas.openxmlformats.org/drawingml/2006/main">
              <a:ext uri="{FF2B5EF4-FFF2-40B4-BE49-F238E27FC236}">
                <a16:creationId xmlns:a16="http://schemas.microsoft.com/office/drawing/2014/main" id="{3CB1169D-841A-42FE-8175-34448C26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686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365"/>
          </a:solidFill>
          <a:ln xmlns:a="http://schemas.openxmlformats.org/drawingml/2006/main" w="3518">
            <a:solidFill>
              <a:srgbClr val="471365"/>
            </a:solidFill>
            <a:prstDash val="solid"/>
          </a:ln>
        </p:spPr>
      </p:sp>
      <p:sp>
        <p:nvSpPr>
          <p:cNvPr id="2662" name="data_2661">
            <a:extLst xmlns:a="http://schemas.openxmlformats.org/drawingml/2006/main">
              <a:ext uri="{FF2B5EF4-FFF2-40B4-BE49-F238E27FC236}">
                <a16:creationId xmlns:a16="http://schemas.microsoft.com/office/drawing/2014/main" id="{B5CAAD39-7C33-4197-B99B-C37C2F04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572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164"/>
          </a:solidFill>
          <a:ln xmlns:a="http://schemas.openxmlformats.org/drawingml/2006/main" w="3518">
            <a:solidFill>
              <a:srgbClr val="471164"/>
            </a:solidFill>
            <a:prstDash val="solid"/>
          </a:ln>
        </p:spPr>
      </p:sp>
      <p:sp>
        <p:nvSpPr>
          <p:cNvPr id="2663" name="data_2662">
            <a:extLst xmlns:a="http://schemas.openxmlformats.org/drawingml/2006/main">
              <a:ext uri="{FF2B5EF4-FFF2-40B4-BE49-F238E27FC236}">
                <a16:creationId xmlns:a16="http://schemas.microsoft.com/office/drawing/2014/main" id="{E169C387-119E-4B58-8260-2618B725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459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063"/>
          </a:solidFill>
          <a:ln xmlns:a="http://schemas.openxmlformats.org/drawingml/2006/main" w="3518">
            <a:solidFill>
              <a:srgbClr val="471063"/>
            </a:solidFill>
            <a:prstDash val="solid"/>
          </a:ln>
        </p:spPr>
      </p:sp>
      <p:sp>
        <p:nvSpPr>
          <p:cNvPr id="2664" name="data_2663">
            <a:extLst xmlns:a="http://schemas.openxmlformats.org/drawingml/2006/main">
              <a:ext uri="{FF2B5EF4-FFF2-40B4-BE49-F238E27FC236}">
                <a16:creationId xmlns:a16="http://schemas.microsoft.com/office/drawing/2014/main" id="{74CAD5F7-0887-4D9A-A57E-2EC3A1BE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345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E61"/>
          </a:solidFill>
          <a:ln xmlns:a="http://schemas.openxmlformats.org/drawingml/2006/main" w="3518">
            <a:solidFill>
              <a:srgbClr val="470E61"/>
            </a:solidFill>
            <a:prstDash val="solid"/>
          </a:ln>
        </p:spPr>
      </p:sp>
      <p:sp>
        <p:nvSpPr>
          <p:cNvPr id="2665" name="data_2664">
            <a:extLst xmlns:a="http://schemas.openxmlformats.org/drawingml/2006/main">
              <a:ext uri="{FF2B5EF4-FFF2-40B4-BE49-F238E27FC236}">
                <a16:creationId xmlns:a16="http://schemas.microsoft.com/office/drawing/2014/main" id="{6B05F0C4-FE13-452C-B625-E22CFFC5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231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D60"/>
          </a:solidFill>
          <a:ln xmlns:a="http://schemas.openxmlformats.org/drawingml/2006/main" w="3518">
            <a:solidFill>
              <a:srgbClr val="470D60"/>
            </a:solidFill>
            <a:prstDash val="solid"/>
          </a:ln>
        </p:spPr>
      </p:sp>
      <p:sp>
        <p:nvSpPr>
          <p:cNvPr id="2666" name="data_2665">
            <a:extLst xmlns:a="http://schemas.openxmlformats.org/drawingml/2006/main">
              <a:ext uri="{FF2B5EF4-FFF2-40B4-BE49-F238E27FC236}">
                <a16:creationId xmlns:a16="http://schemas.microsoft.com/office/drawing/2014/main" id="{04193C5F-1465-48FE-AF2E-D58A66C5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117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B5E"/>
          </a:solidFill>
          <a:ln xmlns:a="http://schemas.openxmlformats.org/drawingml/2006/main" w="3518">
            <a:solidFill>
              <a:srgbClr val="460B5E"/>
            </a:solidFill>
            <a:prstDash val="solid"/>
          </a:ln>
        </p:spPr>
      </p:sp>
      <p:sp>
        <p:nvSpPr>
          <p:cNvPr id="2667" name="data_2666">
            <a:extLst xmlns:a="http://schemas.openxmlformats.org/drawingml/2006/main">
              <a:ext uri="{FF2B5EF4-FFF2-40B4-BE49-F238E27FC236}">
                <a16:creationId xmlns:a16="http://schemas.microsoft.com/office/drawing/2014/main" id="{C5720A58-B5EA-4439-8F4C-4E83694A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003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A5D"/>
          </a:solidFill>
          <a:ln xmlns:a="http://schemas.openxmlformats.org/drawingml/2006/main" w="3518">
            <a:solidFill>
              <a:srgbClr val="460A5D"/>
            </a:solidFill>
            <a:prstDash val="solid"/>
          </a:ln>
        </p:spPr>
      </p:sp>
      <p:sp>
        <p:nvSpPr>
          <p:cNvPr id="2668" name="data_2667">
            <a:extLst xmlns:a="http://schemas.openxmlformats.org/drawingml/2006/main">
              <a:ext uri="{FF2B5EF4-FFF2-40B4-BE49-F238E27FC236}">
                <a16:creationId xmlns:a16="http://schemas.microsoft.com/office/drawing/2014/main" id="{5B6E9C93-FADA-44DC-B8E3-A39FE47F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890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85C"/>
          </a:solidFill>
          <a:ln xmlns:a="http://schemas.openxmlformats.org/drawingml/2006/main" w="3518">
            <a:solidFill>
              <a:srgbClr val="46085C"/>
            </a:solidFill>
            <a:prstDash val="solid"/>
          </a:ln>
        </p:spPr>
      </p:sp>
      <p:sp>
        <p:nvSpPr>
          <p:cNvPr id="2669" name="data_2668">
            <a:extLst xmlns:a="http://schemas.openxmlformats.org/drawingml/2006/main">
              <a:ext uri="{FF2B5EF4-FFF2-40B4-BE49-F238E27FC236}">
                <a16:creationId xmlns:a16="http://schemas.microsoft.com/office/drawing/2014/main" id="{459C038F-8600-4C9D-94F4-79069144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776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75A"/>
          </a:solidFill>
          <a:ln xmlns:a="http://schemas.openxmlformats.org/drawingml/2006/main" w="3518">
            <a:solidFill>
              <a:srgbClr val="46075A"/>
            </a:solidFill>
            <a:prstDash val="solid"/>
          </a:ln>
        </p:spPr>
      </p:sp>
      <p:sp>
        <p:nvSpPr>
          <p:cNvPr id="2670" name="data_2669">
            <a:extLst xmlns:a="http://schemas.openxmlformats.org/drawingml/2006/main">
              <a:ext uri="{FF2B5EF4-FFF2-40B4-BE49-F238E27FC236}">
                <a16:creationId xmlns:a16="http://schemas.microsoft.com/office/drawing/2014/main" id="{81F9ECE2-533B-40F6-85E6-E875EFC3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662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559"/>
          </a:solidFill>
          <a:ln xmlns:a="http://schemas.openxmlformats.org/drawingml/2006/main" w="3518">
            <a:solidFill>
              <a:srgbClr val="450559"/>
            </a:solidFill>
            <a:prstDash val="solid"/>
          </a:ln>
        </p:spPr>
      </p:sp>
      <p:sp>
        <p:nvSpPr>
          <p:cNvPr id="2671" name="data_2670">
            <a:extLst xmlns:a="http://schemas.openxmlformats.org/drawingml/2006/main">
              <a:ext uri="{FF2B5EF4-FFF2-40B4-BE49-F238E27FC236}">
                <a16:creationId xmlns:a16="http://schemas.microsoft.com/office/drawing/2014/main" id="{2B66205A-FED3-4FB2-9A3B-83B786E7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548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457"/>
          </a:solidFill>
          <a:ln xmlns:a="http://schemas.openxmlformats.org/drawingml/2006/main" w="3518">
            <a:solidFill>
              <a:srgbClr val="450457"/>
            </a:solidFill>
            <a:prstDash val="solid"/>
          </a:ln>
        </p:spPr>
      </p:sp>
      <p:sp>
        <p:nvSpPr>
          <p:cNvPr id="2672" name="data_2671">
            <a:extLst xmlns:a="http://schemas.openxmlformats.org/drawingml/2006/main">
              <a:ext uri="{FF2B5EF4-FFF2-40B4-BE49-F238E27FC236}">
                <a16:creationId xmlns:a16="http://schemas.microsoft.com/office/drawing/2014/main" id="{8931E393-820C-4B81-AD58-7E415025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434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256"/>
          </a:solidFill>
          <a:ln xmlns:a="http://schemas.openxmlformats.org/drawingml/2006/main" w="3518">
            <a:solidFill>
              <a:srgbClr val="440256"/>
            </a:solidFill>
            <a:prstDash val="solid"/>
          </a:ln>
        </p:spPr>
      </p:sp>
      <p:sp>
        <p:nvSpPr>
          <p:cNvPr id="2673" name="data_2672">
            <a:extLst xmlns:a="http://schemas.openxmlformats.org/drawingml/2006/main">
              <a:ext uri="{FF2B5EF4-FFF2-40B4-BE49-F238E27FC236}">
                <a16:creationId xmlns:a16="http://schemas.microsoft.com/office/drawing/2014/main" id="{E2221ACD-F2F8-415E-953D-276848E8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320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154"/>
          </a:solidFill>
          <a:ln xmlns:a="http://schemas.openxmlformats.org/drawingml/2006/main" w="3518">
            <a:solidFill>
              <a:srgbClr val="440154"/>
            </a:solidFill>
            <a:prstDash val="solid"/>
          </a:ln>
        </p:spPr>
      </p:sp>
      <p:sp>
        <p:nvSpPr>
          <p:cNvPr id="2674" name="data_2673">
            <a:extLst xmlns:a="http://schemas.openxmlformats.org/drawingml/2006/main">
              <a:ext uri="{FF2B5EF4-FFF2-40B4-BE49-F238E27FC236}">
                <a16:creationId xmlns:a16="http://schemas.microsoft.com/office/drawing/2014/main" id="{DD974D70-6F4F-47D1-B0C2-AD012C58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7545649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75" name="text_2674">
            <a:extLst xmlns:a="http://schemas.openxmlformats.org/drawingml/2006/main">
              <a:ext uri="{FF2B5EF4-FFF2-40B4-BE49-F238E27FC236}">
                <a16:creationId xmlns:a16="http://schemas.microsoft.com/office/drawing/2014/main" id="{8CA6330F-EF4C-4887-8E3C-377DBA6A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7489454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676" name="data_2675">
            <a:extLst xmlns:a="http://schemas.openxmlformats.org/drawingml/2006/main">
              <a:ext uri="{FF2B5EF4-FFF2-40B4-BE49-F238E27FC236}">
                <a16:creationId xmlns:a16="http://schemas.microsoft.com/office/drawing/2014/main" id="{92E1F797-2BAA-4DC1-80AD-26D8680A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6574465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77" name="text_2676">
            <a:extLst xmlns:a="http://schemas.openxmlformats.org/drawingml/2006/main">
              <a:ext uri="{FF2B5EF4-FFF2-40B4-BE49-F238E27FC236}">
                <a16:creationId xmlns:a16="http://schemas.microsoft.com/office/drawing/2014/main" id="{46580C0C-6F74-4744-B45D-82B61CE8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6518270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678" name="data_2677">
            <a:extLst xmlns:a="http://schemas.openxmlformats.org/drawingml/2006/main">
              <a:ext uri="{FF2B5EF4-FFF2-40B4-BE49-F238E27FC236}">
                <a16:creationId xmlns:a16="http://schemas.microsoft.com/office/drawing/2014/main" id="{AAB6FCB4-8E95-4C2B-93E0-59675CE8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5603281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79" name="text_2678">
            <a:extLst xmlns:a="http://schemas.openxmlformats.org/drawingml/2006/main">
              <a:ext uri="{FF2B5EF4-FFF2-40B4-BE49-F238E27FC236}">
                <a16:creationId xmlns:a16="http://schemas.microsoft.com/office/drawing/2014/main" id="{6288B977-6345-4E6C-A14C-E5C634DB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5547086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680" name="data_2679">
            <a:extLst xmlns:a="http://schemas.openxmlformats.org/drawingml/2006/main">
              <a:ext uri="{FF2B5EF4-FFF2-40B4-BE49-F238E27FC236}">
                <a16:creationId xmlns:a16="http://schemas.microsoft.com/office/drawing/2014/main" id="{A1586E67-92D3-48C7-AC5E-DD4B1B73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4632097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81" name="text_2680">
            <a:extLst xmlns:a="http://schemas.openxmlformats.org/drawingml/2006/main">
              <a:ext uri="{FF2B5EF4-FFF2-40B4-BE49-F238E27FC236}">
                <a16:creationId xmlns:a16="http://schemas.microsoft.com/office/drawing/2014/main" id="{7B78FA70-F29F-4A70-B916-F4B18941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4575902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82" name="text_2681">
            <a:extLst xmlns:a="http://schemas.openxmlformats.org/drawingml/2006/main">
              <a:ext uri="{FF2B5EF4-FFF2-40B4-BE49-F238E27FC236}">
                <a16:creationId xmlns:a16="http://schemas.microsoft.com/office/drawing/2014/main" id="{E693DD80-6466-4415-8F65-EEDC28EF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570583" y="6008611"/>
            <a:ext cx="746179" cy="1605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683" name="data_2682">
            <a:extLst xmlns:a="http://schemas.openxmlformats.org/drawingml/2006/main">
              <a:ext uri="{FF2B5EF4-FFF2-40B4-BE49-F238E27FC236}">
                <a16:creationId xmlns:a16="http://schemas.microsoft.com/office/drawing/2014/main" id="{B486521E-312F-4580-9A25-D8C5C8C0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844" y="409411"/>
            <a:ext cx="160436" cy="93588"/>
          </a:xfrm>
          <a:custGeom xmlns:a="http://schemas.openxmlformats.org/drawingml/2006/main"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4" name="text_2683">
            <a:extLst xmlns:a="http://schemas.openxmlformats.org/drawingml/2006/main">
              <a:ext uri="{FF2B5EF4-FFF2-40B4-BE49-F238E27FC236}">
                <a16:creationId xmlns:a16="http://schemas.microsoft.com/office/drawing/2014/main" id="{23DCD80E-AE83-4148-A616-9F42F02C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64238" y="397378"/>
            <a:ext cx="780761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685" name="data_2684">
            <a:extLst xmlns:a="http://schemas.openxmlformats.org/drawingml/2006/main">
              <a:ext uri="{FF2B5EF4-FFF2-40B4-BE49-F238E27FC236}">
                <a16:creationId xmlns:a16="http://schemas.microsoft.com/office/drawing/2014/main" id="{38DD1674-9666-4CC3-9591-A8DAECC6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6710" y="409411"/>
            <a:ext cx="160436" cy="93588"/>
          </a:xfrm>
          <a:custGeom xmlns:a="http://schemas.openxmlformats.org/drawingml/2006/main"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6" name="text_2685">
            <a:extLst xmlns:a="http://schemas.openxmlformats.org/drawingml/2006/main">
              <a:ext uri="{FF2B5EF4-FFF2-40B4-BE49-F238E27FC236}">
                <a16:creationId xmlns:a16="http://schemas.microsoft.com/office/drawing/2014/main" id="{AB437EF9-337A-4B53-A131-509FD1DD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4104" y="397378"/>
            <a:ext cx="1219554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687" name="data_2686">
            <a:extLst xmlns:a="http://schemas.openxmlformats.org/drawingml/2006/main">
              <a:ext uri="{FF2B5EF4-FFF2-40B4-BE49-F238E27FC236}">
                <a16:creationId xmlns:a16="http://schemas.microsoft.com/office/drawing/2014/main" id="{11BEA495-2DC7-4C78-AC31-42E4F647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477" y="409411"/>
            <a:ext cx="160436" cy="93588"/>
          </a:xfrm>
          <a:custGeom xmlns:a="http://schemas.openxmlformats.org/drawingml/2006/main"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8" name="text_2687">
            <a:extLst xmlns:a="http://schemas.openxmlformats.org/drawingml/2006/main">
              <a:ext uri="{FF2B5EF4-FFF2-40B4-BE49-F238E27FC236}">
                <a16:creationId xmlns:a16="http://schemas.microsoft.com/office/drawing/2014/main" id="{EA1E4083-693E-4EAE-8466-489FF884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02871" y="397378"/>
            <a:ext cx="1152561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619305317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818da8d890884bd4"/>
    </p:ext>
  </p:extLst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26" name="data_2688">
            <a:extLst xmlns:a="http://schemas.openxmlformats.org/drawingml/2006/main">
              <a:ext uri="{FF2B5EF4-FFF2-40B4-BE49-F238E27FC236}">
                <a16:creationId xmlns:a16="http://schemas.microsoft.com/office/drawing/2014/main" id="{A1E84641-2271-4951-B339-7F484B4C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082675"/>
            <a:ext cx="9048750" cy="6635750"/>
          </a:xfrm>
          <a:custGeom xmlns:a="http://schemas.openxmlformats.org/drawingml/2006/main">
            <a:pathLst>
              <a:path w="9048750" h="6635750">
                <a:moveTo>
                  <a:pt x="0" y="6635750"/>
                </a:moveTo>
                <a:lnTo>
                  <a:pt x="9048750" y="6635750"/>
                </a:lnTo>
                <a:lnTo>
                  <a:pt x="9048750" y="0"/>
                </a:lnTo>
                <a:lnTo>
                  <a:pt x="0" y="0"/>
                </a:lnTo>
                <a:lnTo>
                  <a:pt x="0" y="66357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2689">
            <a:extLst xmlns:a="http://schemas.openxmlformats.org/drawingml/2006/main">
              <a:ext uri="{FF2B5EF4-FFF2-40B4-BE49-F238E27FC236}">
                <a16:creationId xmlns:a16="http://schemas.microsoft.com/office/drawing/2014/main" id="{DA964ED9-88BC-4D05-A2DD-52B80F59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2210753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2690">
            <a:extLst xmlns:a="http://schemas.openxmlformats.org/drawingml/2006/main">
              <a:ext uri="{FF2B5EF4-FFF2-40B4-BE49-F238E27FC236}">
                <a16:creationId xmlns:a16="http://schemas.microsoft.com/office/drawing/2014/main" id="{90574DE1-68D4-4C4D-BAA1-0C35A1DB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63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4" name="text_2691">
            <a:extLst xmlns:a="http://schemas.openxmlformats.org/drawingml/2006/main">
              <a:ext uri="{FF2B5EF4-FFF2-40B4-BE49-F238E27FC236}">
                <a16:creationId xmlns:a16="http://schemas.microsoft.com/office/drawing/2014/main" id="{BCB29AAB-3B99-45E0-84C6-363ED71F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6764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" name="text_2692">
            <a:extLst xmlns:a="http://schemas.openxmlformats.org/drawingml/2006/main">
              <a:ext uri="{FF2B5EF4-FFF2-40B4-BE49-F238E27FC236}">
                <a16:creationId xmlns:a16="http://schemas.microsoft.com/office/drawing/2014/main" id="{CCA5E4F7-7A7B-423C-805D-C373EA7B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20810" y="4260939"/>
            <a:ext cx="481057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6" name="data_2693">
            <a:extLst xmlns:a="http://schemas.openxmlformats.org/drawingml/2006/main">
              <a:ext uri="{FF2B5EF4-FFF2-40B4-BE49-F238E27FC236}">
                <a16:creationId xmlns:a16="http://schemas.microsoft.com/office/drawing/2014/main" id="{B51130AE-5E8E-41B2-BB8A-04EEF270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6767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7" name="text_2694">
            <a:extLst xmlns:a="http://schemas.openxmlformats.org/drawingml/2006/main">
              <a:ext uri="{FF2B5EF4-FFF2-40B4-BE49-F238E27FC236}">
                <a16:creationId xmlns:a16="http://schemas.microsoft.com/office/drawing/2014/main" id="{35CC39B5-779D-4116-A8AE-EF0EB05F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06667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2695">
            <a:extLst xmlns:a="http://schemas.openxmlformats.org/drawingml/2006/main">
              <a:ext uri="{FF2B5EF4-FFF2-40B4-BE49-F238E27FC236}">
                <a16:creationId xmlns:a16="http://schemas.microsoft.com/office/drawing/2014/main" id="{B404A74D-1513-4BAC-A829-571502D7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861" y="4260939"/>
            <a:ext cx="2909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9" name="data_2696">
            <a:extLst xmlns:a="http://schemas.openxmlformats.org/drawingml/2006/main">
              <a:ext uri="{FF2B5EF4-FFF2-40B4-BE49-F238E27FC236}">
                <a16:creationId xmlns:a16="http://schemas.microsoft.com/office/drawing/2014/main" id="{FF42122A-1B1F-46E9-832F-E068C183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0" name="data_2697">
            <a:extLst xmlns:a="http://schemas.openxmlformats.org/drawingml/2006/main">
              <a:ext uri="{FF2B5EF4-FFF2-40B4-BE49-F238E27FC236}">
                <a16:creationId xmlns:a16="http://schemas.microsoft.com/office/drawing/2014/main" id="{9AE5667A-A088-4C32-B736-F2CED677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3997301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" name="text_2698">
            <a:extLst xmlns:a="http://schemas.openxmlformats.org/drawingml/2006/main">
              <a:ext uri="{FF2B5EF4-FFF2-40B4-BE49-F238E27FC236}">
                <a16:creationId xmlns:a16="http://schemas.microsoft.com/office/drawing/2014/main" id="{24575B27-B57A-4015-98E2-52BB32D1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3939851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2" name="data_2699">
            <a:extLst xmlns:a="http://schemas.openxmlformats.org/drawingml/2006/main">
              <a:ext uri="{FF2B5EF4-FFF2-40B4-BE49-F238E27FC236}">
                <a16:creationId xmlns:a16="http://schemas.microsoft.com/office/drawing/2014/main" id="{20431BBB-18AE-41DB-9972-3991D0A7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154589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3" name="data_2700">
            <a:extLst xmlns:a="http://schemas.openxmlformats.org/drawingml/2006/main">
              <a:ext uri="{FF2B5EF4-FFF2-40B4-BE49-F238E27FC236}">
                <a16:creationId xmlns:a16="http://schemas.microsoft.com/office/drawing/2014/main" id="{0BEAA38A-A347-40BE-AA2E-B8D6BA63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315458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4" name="text_2701">
            <a:extLst xmlns:a="http://schemas.openxmlformats.org/drawingml/2006/main">
              <a:ext uri="{FF2B5EF4-FFF2-40B4-BE49-F238E27FC236}">
                <a16:creationId xmlns:a16="http://schemas.microsoft.com/office/drawing/2014/main" id="{FB65EB85-B7D1-4881-B1DC-6B2B97F2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3097140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5" name="data_2702">
            <a:extLst xmlns:a="http://schemas.openxmlformats.org/drawingml/2006/main">
              <a:ext uri="{FF2B5EF4-FFF2-40B4-BE49-F238E27FC236}">
                <a16:creationId xmlns:a16="http://schemas.microsoft.com/office/drawing/2014/main" id="{3723DD70-2369-4E4F-963A-AAB4D228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23118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6" name="data_2703">
            <a:extLst xmlns:a="http://schemas.openxmlformats.org/drawingml/2006/main">
              <a:ext uri="{FF2B5EF4-FFF2-40B4-BE49-F238E27FC236}">
                <a16:creationId xmlns:a16="http://schemas.microsoft.com/office/drawing/2014/main" id="{E770D4FD-3D8A-46F2-847A-9B84CA2B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23118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" name="text_2704">
            <a:extLst xmlns:a="http://schemas.openxmlformats.org/drawingml/2006/main">
              <a:ext uri="{FF2B5EF4-FFF2-40B4-BE49-F238E27FC236}">
                <a16:creationId xmlns:a16="http://schemas.microsoft.com/office/drawing/2014/main" id="{EA0640E0-4638-4F1D-97D8-67F836B0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2254428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8" name="text_2705">
            <a:extLst xmlns:a="http://schemas.openxmlformats.org/drawingml/2006/main">
              <a:ext uri="{FF2B5EF4-FFF2-40B4-BE49-F238E27FC236}">
                <a16:creationId xmlns:a16="http://schemas.microsoft.com/office/drawing/2014/main" id="{E39CD84C-701A-4942-A502-6E7ABB86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650976" y="3019788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9" name="data_2706">
            <a:extLst xmlns:a="http://schemas.openxmlformats.org/drawingml/2006/main">
              <a:ext uri="{FF2B5EF4-FFF2-40B4-BE49-F238E27FC236}">
                <a16:creationId xmlns:a16="http://schemas.microsoft.com/office/drawing/2014/main" id="{25FF1B00-789D-4BD3-A801-CE9717FC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676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700" y="1674889"/>
                </a:lnTo>
                <a:lnTo>
                  <a:pt x="6695" y="1664355"/>
                </a:lnTo>
                <a:lnTo>
                  <a:pt x="14680" y="1653821"/>
                </a:lnTo>
                <a:lnTo>
                  <a:pt x="25182" y="1643287"/>
                </a:lnTo>
                <a:lnTo>
                  <a:pt x="37605" y="1632753"/>
                </a:lnTo>
                <a:lnTo>
                  <a:pt x="51290" y="1622219"/>
                </a:lnTo>
                <a:lnTo>
                  <a:pt x="65571" y="1611685"/>
                </a:lnTo>
                <a:lnTo>
                  <a:pt x="79830" y="1601152"/>
                </a:lnTo>
                <a:lnTo>
                  <a:pt x="93535" y="1590618"/>
                </a:lnTo>
                <a:lnTo>
                  <a:pt x="106272" y="1580084"/>
                </a:lnTo>
                <a:lnTo>
                  <a:pt x="117753" y="1569550"/>
                </a:lnTo>
                <a:lnTo>
                  <a:pt x="127818" y="1559016"/>
                </a:lnTo>
                <a:lnTo>
                  <a:pt x="136416" y="1548482"/>
                </a:lnTo>
                <a:lnTo>
                  <a:pt x="143588" y="1537948"/>
                </a:lnTo>
                <a:lnTo>
                  <a:pt x="149439" y="1527414"/>
                </a:lnTo>
                <a:lnTo>
                  <a:pt x="154119" y="1516880"/>
                </a:lnTo>
                <a:lnTo>
                  <a:pt x="157793" y="1506347"/>
                </a:lnTo>
                <a:lnTo>
                  <a:pt x="160632" y="1495813"/>
                </a:lnTo>
                <a:lnTo>
                  <a:pt x="162795" y="1485279"/>
                </a:lnTo>
                <a:lnTo>
                  <a:pt x="164423" y="1474745"/>
                </a:lnTo>
                <a:lnTo>
                  <a:pt x="165637" y="1464211"/>
                </a:lnTo>
                <a:lnTo>
                  <a:pt x="166536" y="1453677"/>
                </a:lnTo>
                <a:lnTo>
                  <a:pt x="167200" y="1443143"/>
                </a:lnTo>
                <a:lnTo>
                  <a:pt x="167690" y="1432609"/>
                </a:lnTo>
                <a:lnTo>
                  <a:pt x="168053" y="1422075"/>
                </a:lnTo>
                <a:lnTo>
                  <a:pt x="168329" y="1411542"/>
                </a:lnTo>
                <a:lnTo>
                  <a:pt x="168543" y="1401008"/>
                </a:lnTo>
                <a:lnTo>
                  <a:pt x="168719" y="1390474"/>
                </a:lnTo>
                <a:lnTo>
                  <a:pt x="168874" y="1379940"/>
                </a:lnTo>
                <a:lnTo>
                  <a:pt x="169019" y="1369406"/>
                </a:lnTo>
                <a:lnTo>
                  <a:pt x="169165" y="1358872"/>
                </a:lnTo>
                <a:lnTo>
                  <a:pt x="169319" y="1348338"/>
                </a:lnTo>
                <a:lnTo>
                  <a:pt x="169484" y="1337804"/>
                </a:lnTo>
                <a:lnTo>
                  <a:pt x="169663" y="1327270"/>
                </a:lnTo>
                <a:lnTo>
                  <a:pt x="169853" y="1316736"/>
                </a:lnTo>
                <a:lnTo>
                  <a:pt x="170054" y="1306203"/>
                </a:lnTo>
                <a:lnTo>
                  <a:pt x="170260" y="1295669"/>
                </a:lnTo>
                <a:lnTo>
                  <a:pt x="170466" y="1285135"/>
                </a:lnTo>
                <a:lnTo>
                  <a:pt x="170666" y="1274601"/>
                </a:lnTo>
                <a:lnTo>
                  <a:pt x="170855" y="1264067"/>
                </a:lnTo>
                <a:lnTo>
                  <a:pt x="171027" y="1253533"/>
                </a:lnTo>
                <a:lnTo>
                  <a:pt x="171180" y="1242999"/>
                </a:lnTo>
                <a:lnTo>
                  <a:pt x="171309" y="1232465"/>
                </a:lnTo>
                <a:lnTo>
                  <a:pt x="171415" y="1221931"/>
                </a:lnTo>
                <a:lnTo>
                  <a:pt x="171499" y="1211398"/>
                </a:lnTo>
                <a:lnTo>
                  <a:pt x="171562" y="1200864"/>
                </a:lnTo>
                <a:lnTo>
                  <a:pt x="171609" y="1190330"/>
                </a:lnTo>
                <a:lnTo>
                  <a:pt x="171644" y="1179796"/>
                </a:lnTo>
                <a:lnTo>
                  <a:pt x="171671" y="1169262"/>
                </a:lnTo>
                <a:lnTo>
                  <a:pt x="171696" y="1158728"/>
                </a:lnTo>
                <a:lnTo>
                  <a:pt x="171720" y="1148194"/>
                </a:lnTo>
                <a:lnTo>
                  <a:pt x="171748" y="1137660"/>
                </a:lnTo>
                <a:lnTo>
                  <a:pt x="171781" y="1127126"/>
                </a:lnTo>
                <a:lnTo>
                  <a:pt x="171820" y="1116593"/>
                </a:lnTo>
                <a:lnTo>
                  <a:pt x="171864" y="1106059"/>
                </a:lnTo>
                <a:lnTo>
                  <a:pt x="171912" y="1095525"/>
                </a:lnTo>
                <a:lnTo>
                  <a:pt x="171964" y="1084991"/>
                </a:lnTo>
                <a:lnTo>
                  <a:pt x="172016" y="1074457"/>
                </a:lnTo>
                <a:lnTo>
                  <a:pt x="172068" y="1063923"/>
                </a:lnTo>
                <a:lnTo>
                  <a:pt x="172116" y="1053389"/>
                </a:lnTo>
                <a:lnTo>
                  <a:pt x="172161" y="1042855"/>
                </a:lnTo>
                <a:lnTo>
                  <a:pt x="172200" y="1032321"/>
                </a:lnTo>
                <a:lnTo>
                  <a:pt x="172234" y="1021788"/>
                </a:lnTo>
                <a:lnTo>
                  <a:pt x="172262" y="1011254"/>
                </a:lnTo>
                <a:lnTo>
                  <a:pt x="172284" y="1000720"/>
                </a:lnTo>
                <a:lnTo>
                  <a:pt x="172300" y="990186"/>
                </a:lnTo>
                <a:lnTo>
                  <a:pt x="172310" y="979652"/>
                </a:lnTo>
                <a:lnTo>
                  <a:pt x="172316" y="969118"/>
                </a:lnTo>
                <a:lnTo>
                  <a:pt x="172316" y="958584"/>
                </a:lnTo>
                <a:lnTo>
                  <a:pt x="172311" y="948050"/>
                </a:lnTo>
                <a:lnTo>
                  <a:pt x="172301" y="937516"/>
                </a:lnTo>
                <a:lnTo>
                  <a:pt x="172285" y="926982"/>
                </a:lnTo>
                <a:lnTo>
                  <a:pt x="172264" y="916449"/>
                </a:lnTo>
                <a:lnTo>
                  <a:pt x="172237" y="905915"/>
                </a:lnTo>
                <a:lnTo>
                  <a:pt x="172204" y="895381"/>
                </a:lnTo>
                <a:lnTo>
                  <a:pt x="172166" y="884847"/>
                </a:lnTo>
                <a:lnTo>
                  <a:pt x="172122" y="874313"/>
                </a:lnTo>
                <a:lnTo>
                  <a:pt x="172074" y="863779"/>
                </a:lnTo>
                <a:lnTo>
                  <a:pt x="172024" y="853245"/>
                </a:lnTo>
                <a:lnTo>
                  <a:pt x="171974" y="842711"/>
                </a:lnTo>
                <a:lnTo>
                  <a:pt x="171926" y="832177"/>
                </a:lnTo>
                <a:lnTo>
                  <a:pt x="171882" y="821644"/>
                </a:lnTo>
                <a:lnTo>
                  <a:pt x="171845" y="811110"/>
                </a:lnTo>
                <a:lnTo>
                  <a:pt x="171817" y="800576"/>
                </a:lnTo>
                <a:lnTo>
                  <a:pt x="171801" y="790042"/>
                </a:lnTo>
                <a:lnTo>
                  <a:pt x="171796" y="779508"/>
                </a:lnTo>
                <a:lnTo>
                  <a:pt x="171803" y="768974"/>
                </a:lnTo>
                <a:lnTo>
                  <a:pt x="171822" y="758440"/>
                </a:lnTo>
                <a:lnTo>
                  <a:pt x="171851" y="747906"/>
                </a:lnTo>
                <a:lnTo>
                  <a:pt x="171889" y="737372"/>
                </a:lnTo>
                <a:lnTo>
                  <a:pt x="171934" y="726839"/>
                </a:lnTo>
                <a:lnTo>
                  <a:pt x="171981" y="716305"/>
                </a:lnTo>
                <a:lnTo>
                  <a:pt x="172029" y="705771"/>
                </a:lnTo>
                <a:lnTo>
                  <a:pt x="172076" y="695237"/>
                </a:lnTo>
                <a:lnTo>
                  <a:pt x="172118" y="684703"/>
                </a:lnTo>
                <a:lnTo>
                  <a:pt x="172155" y="674169"/>
                </a:lnTo>
                <a:lnTo>
                  <a:pt x="172184" y="663635"/>
                </a:lnTo>
                <a:lnTo>
                  <a:pt x="172204" y="653101"/>
                </a:lnTo>
                <a:lnTo>
                  <a:pt x="172215" y="642567"/>
                </a:lnTo>
                <a:lnTo>
                  <a:pt x="172217" y="632034"/>
                </a:lnTo>
                <a:lnTo>
                  <a:pt x="172208" y="621500"/>
                </a:lnTo>
                <a:lnTo>
                  <a:pt x="172191" y="610966"/>
                </a:lnTo>
                <a:lnTo>
                  <a:pt x="172164" y="600432"/>
                </a:lnTo>
                <a:lnTo>
                  <a:pt x="172130" y="589898"/>
                </a:lnTo>
                <a:lnTo>
                  <a:pt x="172089" y="579364"/>
                </a:lnTo>
                <a:lnTo>
                  <a:pt x="172043" y="568830"/>
                </a:lnTo>
                <a:lnTo>
                  <a:pt x="171995" y="558296"/>
                </a:lnTo>
                <a:lnTo>
                  <a:pt x="171947" y="547762"/>
                </a:lnTo>
                <a:lnTo>
                  <a:pt x="171902" y="537228"/>
                </a:lnTo>
                <a:lnTo>
                  <a:pt x="171862" y="526695"/>
                </a:lnTo>
                <a:lnTo>
                  <a:pt x="171830" y="516161"/>
                </a:lnTo>
                <a:lnTo>
                  <a:pt x="171807" y="505627"/>
                </a:lnTo>
                <a:lnTo>
                  <a:pt x="171797" y="495093"/>
                </a:lnTo>
                <a:lnTo>
                  <a:pt x="171798" y="484559"/>
                </a:lnTo>
                <a:lnTo>
                  <a:pt x="171811" y="474025"/>
                </a:lnTo>
                <a:lnTo>
                  <a:pt x="171836" y="463491"/>
                </a:lnTo>
                <a:lnTo>
                  <a:pt x="171870" y="452957"/>
                </a:lnTo>
                <a:lnTo>
                  <a:pt x="171913" y="442423"/>
                </a:lnTo>
                <a:lnTo>
                  <a:pt x="171960" y="431890"/>
                </a:lnTo>
                <a:lnTo>
                  <a:pt x="172010" y="421356"/>
                </a:lnTo>
                <a:lnTo>
                  <a:pt x="172060" y="410822"/>
                </a:lnTo>
                <a:lnTo>
                  <a:pt x="172109" y="400288"/>
                </a:lnTo>
                <a:lnTo>
                  <a:pt x="172154" y="389754"/>
                </a:lnTo>
                <a:lnTo>
                  <a:pt x="172194" y="379220"/>
                </a:lnTo>
                <a:lnTo>
                  <a:pt x="172230" y="368686"/>
                </a:lnTo>
                <a:lnTo>
                  <a:pt x="172260" y="358152"/>
                </a:lnTo>
                <a:lnTo>
                  <a:pt x="172284" y="347618"/>
                </a:lnTo>
                <a:lnTo>
                  <a:pt x="172304" y="337085"/>
                </a:lnTo>
                <a:lnTo>
                  <a:pt x="172319" y="326551"/>
                </a:lnTo>
                <a:lnTo>
                  <a:pt x="172330" y="316017"/>
                </a:lnTo>
                <a:lnTo>
                  <a:pt x="172338" y="305483"/>
                </a:lnTo>
                <a:lnTo>
                  <a:pt x="172344" y="294949"/>
                </a:lnTo>
                <a:lnTo>
                  <a:pt x="172348" y="284415"/>
                </a:lnTo>
                <a:lnTo>
                  <a:pt x="172351" y="273881"/>
                </a:lnTo>
                <a:lnTo>
                  <a:pt x="172352" y="263347"/>
                </a:lnTo>
                <a:lnTo>
                  <a:pt x="172351" y="252813"/>
                </a:lnTo>
                <a:lnTo>
                  <a:pt x="172349" y="242280"/>
                </a:lnTo>
                <a:lnTo>
                  <a:pt x="172346" y="231746"/>
                </a:lnTo>
                <a:lnTo>
                  <a:pt x="172339" y="221212"/>
                </a:lnTo>
                <a:lnTo>
                  <a:pt x="172330" y="210678"/>
                </a:lnTo>
                <a:lnTo>
                  <a:pt x="172315" y="200144"/>
                </a:lnTo>
                <a:lnTo>
                  <a:pt x="172294" y="189610"/>
                </a:lnTo>
                <a:lnTo>
                  <a:pt x="172264" y="179076"/>
                </a:lnTo>
                <a:lnTo>
                  <a:pt x="172223" y="168542"/>
                </a:lnTo>
                <a:lnTo>
                  <a:pt x="172169" y="158008"/>
                </a:lnTo>
                <a:lnTo>
                  <a:pt x="172098" y="147474"/>
                </a:lnTo>
                <a:lnTo>
                  <a:pt x="172008" y="136941"/>
                </a:lnTo>
                <a:lnTo>
                  <a:pt x="171897" y="126407"/>
                </a:lnTo>
                <a:lnTo>
                  <a:pt x="171765" y="115873"/>
                </a:lnTo>
                <a:lnTo>
                  <a:pt x="171611" y="105339"/>
                </a:lnTo>
                <a:lnTo>
                  <a:pt x="171437" y="94805"/>
                </a:lnTo>
                <a:lnTo>
                  <a:pt x="171247" y="84271"/>
                </a:lnTo>
                <a:lnTo>
                  <a:pt x="171048" y="73737"/>
                </a:lnTo>
                <a:lnTo>
                  <a:pt x="170847" y="63203"/>
                </a:lnTo>
                <a:lnTo>
                  <a:pt x="170652" y="52669"/>
                </a:lnTo>
                <a:lnTo>
                  <a:pt x="170474" y="42136"/>
                </a:lnTo>
                <a:lnTo>
                  <a:pt x="170323" y="31602"/>
                </a:lnTo>
                <a:lnTo>
                  <a:pt x="170208" y="21068"/>
                </a:lnTo>
                <a:lnTo>
                  <a:pt x="170136" y="10534"/>
                </a:lnTo>
                <a:lnTo>
                  <a:pt x="170111" y="0"/>
                </a:lnTo>
                <a:lnTo>
                  <a:pt x="174603" y="0"/>
                </a:lnTo>
                <a:lnTo>
                  <a:pt x="174603" y="0"/>
                </a:lnTo>
                <a:lnTo>
                  <a:pt x="174578" y="10534"/>
                </a:lnTo>
                <a:lnTo>
                  <a:pt x="174506" y="21068"/>
                </a:lnTo>
                <a:lnTo>
                  <a:pt x="174391" y="31602"/>
                </a:lnTo>
                <a:lnTo>
                  <a:pt x="174240" y="42136"/>
                </a:lnTo>
                <a:lnTo>
                  <a:pt x="174062" y="52669"/>
                </a:lnTo>
                <a:lnTo>
                  <a:pt x="173868" y="63203"/>
                </a:lnTo>
                <a:lnTo>
                  <a:pt x="173666" y="73737"/>
                </a:lnTo>
                <a:lnTo>
                  <a:pt x="173467" y="84271"/>
                </a:lnTo>
                <a:lnTo>
                  <a:pt x="173277" y="94805"/>
                </a:lnTo>
                <a:lnTo>
                  <a:pt x="173104" y="105339"/>
                </a:lnTo>
                <a:lnTo>
                  <a:pt x="172949" y="115873"/>
                </a:lnTo>
                <a:lnTo>
                  <a:pt x="172817" y="126407"/>
                </a:lnTo>
                <a:lnTo>
                  <a:pt x="172706" y="136941"/>
                </a:lnTo>
                <a:lnTo>
                  <a:pt x="172616" y="147474"/>
                </a:lnTo>
                <a:lnTo>
                  <a:pt x="172545" y="158008"/>
                </a:lnTo>
                <a:lnTo>
                  <a:pt x="172491" y="168542"/>
                </a:lnTo>
                <a:lnTo>
                  <a:pt x="172450" y="179076"/>
                </a:lnTo>
                <a:lnTo>
                  <a:pt x="172421" y="189610"/>
                </a:lnTo>
                <a:lnTo>
                  <a:pt x="172399" y="200144"/>
                </a:lnTo>
                <a:lnTo>
                  <a:pt x="172385" y="210678"/>
                </a:lnTo>
                <a:lnTo>
                  <a:pt x="172375" y="221212"/>
                </a:lnTo>
                <a:lnTo>
                  <a:pt x="172369" y="231746"/>
                </a:lnTo>
                <a:lnTo>
                  <a:pt x="172365" y="242280"/>
                </a:lnTo>
                <a:lnTo>
                  <a:pt x="172363" y="252813"/>
                </a:lnTo>
                <a:lnTo>
                  <a:pt x="172363" y="263347"/>
                </a:lnTo>
                <a:lnTo>
                  <a:pt x="172364" y="273881"/>
                </a:lnTo>
                <a:lnTo>
                  <a:pt x="172366" y="284415"/>
                </a:lnTo>
                <a:lnTo>
                  <a:pt x="172370" y="294949"/>
                </a:lnTo>
                <a:lnTo>
                  <a:pt x="172376" y="305483"/>
                </a:lnTo>
                <a:lnTo>
                  <a:pt x="172384" y="316017"/>
                </a:lnTo>
                <a:lnTo>
                  <a:pt x="172396" y="326551"/>
                </a:lnTo>
                <a:lnTo>
                  <a:pt x="172411" y="337085"/>
                </a:lnTo>
                <a:lnTo>
                  <a:pt x="172430" y="347618"/>
                </a:lnTo>
                <a:lnTo>
                  <a:pt x="172455" y="358152"/>
                </a:lnTo>
                <a:lnTo>
                  <a:pt x="172485" y="368686"/>
                </a:lnTo>
                <a:lnTo>
                  <a:pt x="172520" y="379220"/>
                </a:lnTo>
                <a:lnTo>
                  <a:pt x="172561" y="389754"/>
                </a:lnTo>
                <a:lnTo>
                  <a:pt x="172606" y="400288"/>
                </a:lnTo>
                <a:lnTo>
                  <a:pt x="172654" y="410822"/>
                </a:lnTo>
                <a:lnTo>
                  <a:pt x="172705" y="421356"/>
                </a:lnTo>
                <a:lnTo>
                  <a:pt x="172754" y="431890"/>
                </a:lnTo>
                <a:lnTo>
                  <a:pt x="172802" y="442423"/>
                </a:lnTo>
                <a:lnTo>
                  <a:pt x="172844" y="452957"/>
                </a:lnTo>
                <a:lnTo>
                  <a:pt x="172878" y="463491"/>
                </a:lnTo>
                <a:lnTo>
                  <a:pt x="172903" y="474025"/>
                </a:lnTo>
                <a:lnTo>
                  <a:pt x="172916" y="484559"/>
                </a:lnTo>
                <a:lnTo>
                  <a:pt x="172918" y="495093"/>
                </a:lnTo>
                <a:lnTo>
                  <a:pt x="172907" y="505627"/>
                </a:lnTo>
                <a:lnTo>
                  <a:pt x="172885" y="516161"/>
                </a:lnTo>
                <a:lnTo>
                  <a:pt x="172852" y="526695"/>
                </a:lnTo>
                <a:lnTo>
                  <a:pt x="172812" y="537228"/>
                </a:lnTo>
                <a:lnTo>
                  <a:pt x="172767" y="547762"/>
                </a:lnTo>
                <a:lnTo>
                  <a:pt x="172719" y="558296"/>
                </a:lnTo>
                <a:lnTo>
                  <a:pt x="172671" y="568830"/>
                </a:lnTo>
                <a:lnTo>
                  <a:pt x="172625" y="579364"/>
                </a:lnTo>
                <a:lnTo>
                  <a:pt x="172585" y="589898"/>
                </a:lnTo>
                <a:lnTo>
                  <a:pt x="172550" y="600432"/>
                </a:lnTo>
                <a:lnTo>
                  <a:pt x="172524" y="610966"/>
                </a:lnTo>
                <a:lnTo>
                  <a:pt x="172506" y="621500"/>
                </a:lnTo>
                <a:lnTo>
                  <a:pt x="172498" y="632034"/>
                </a:lnTo>
                <a:lnTo>
                  <a:pt x="172499" y="642567"/>
                </a:lnTo>
                <a:lnTo>
                  <a:pt x="172510" y="653101"/>
                </a:lnTo>
                <a:lnTo>
                  <a:pt x="172530" y="663635"/>
                </a:lnTo>
                <a:lnTo>
                  <a:pt x="172559" y="674169"/>
                </a:lnTo>
                <a:lnTo>
                  <a:pt x="172596" y="684703"/>
                </a:lnTo>
                <a:lnTo>
                  <a:pt x="172638" y="695237"/>
                </a:lnTo>
                <a:lnTo>
                  <a:pt x="172685" y="705771"/>
                </a:lnTo>
                <a:lnTo>
                  <a:pt x="172733" y="716305"/>
                </a:lnTo>
                <a:lnTo>
                  <a:pt x="172781" y="726839"/>
                </a:lnTo>
                <a:lnTo>
                  <a:pt x="172825" y="737372"/>
                </a:lnTo>
                <a:lnTo>
                  <a:pt x="172863" y="747906"/>
                </a:lnTo>
                <a:lnTo>
                  <a:pt x="172892" y="758440"/>
                </a:lnTo>
                <a:lnTo>
                  <a:pt x="172911" y="768974"/>
                </a:lnTo>
                <a:lnTo>
                  <a:pt x="172919" y="779508"/>
                </a:lnTo>
                <a:lnTo>
                  <a:pt x="172914" y="790042"/>
                </a:lnTo>
                <a:lnTo>
                  <a:pt x="172897" y="800576"/>
                </a:lnTo>
                <a:lnTo>
                  <a:pt x="172869" y="811110"/>
                </a:lnTo>
                <a:lnTo>
                  <a:pt x="172832" y="821644"/>
                </a:lnTo>
                <a:lnTo>
                  <a:pt x="172788" y="832177"/>
                </a:lnTo>
                <a:lnTo>
                  <a:pt x="172740" y="842711"/>
                </a:lnTo>
                <a:lnTo>
                  <a:pt x="172690" y="853245"/>
                </a:lnTo>
                <a:lnTo>
                  <a:pt x="172640" y="863779"/>
                </a:lnTo>
                <a:lnTo>
                  <a:pt x="172592" y="874313"/>
                </a:lnTo>
                <a:lnTo>
                  <a:pt x="172549" y="884847"/>
                </a:lnTo>
                <a:lnTo>
                  <a:pt x="172510" y="895381"/>
                </a:lnTo>
                <a:lnTo>
                  <a:pt x="172477" y="905915"/>
                </a:lnTo>
                <a:lnTo>
                  <a:pt x="172450" y="916449"/>
                </a:lnTo>
                <a:lnTo>
                  <a:pt x="172429" y="926982"/>
                </a:lnTo>
                <a:lnTo>
                  <a:pt x="172413" y="937516"/>
                </a:lnTo>
                <a:lnTo>
                  <a:pt x="172403" y="948050"/>
                </a:lnTo>
                <a:lnTo>
                  <a:pt x="172398" y="958584"/>
                </a:lnTo>
                <a:lnTo>
                  <a:pt x="172399" y="969118"/>
                </a:lnTo>
                <a:lnTo>
                  <a:pt x="172404" y="979652"/>
                </a:lnTo>
                <a:lnTo>
                  <a:pt x="172415" y="990186"/>
                </a:lnTo>
                <a:lnTo>
                  <a:pt x="172431" y="1000720"/>
                </a:lnTo>
                <a:lnTo>
                  <a:pt x="172452" y="1011254"/>
                </a:lnTo>
                <a:lnTo>
                  <a:pt x="172480" y="1021788"/>
                </a:lnTo>
                <a:lnTo>
                  <a:pt x="172514" y="1032321"/>
                </a:lnTo>
                <a:lnTo>
                  <a:pt x="172553" y="1042855"/>
                </a:lnTo>
                <a:lnTo>
                  <a:pt x="172598" y="1053389"/>
                </a:lnTo>
                <a:lnTo>
                  <a:pt x="172647" y="1063923"/>
                </a:lnTo>
                <a:lnTo>
                  <a:pt x="172698" y="1074457"/>
                </a:lnTo>
                <a:lnTo>
                  <a:pt x="172750" y="1084991"/>
                </a:lnTo>
                <a:lnTo>
                  <a:pt x="172802" y="1095525"/>
                </a:lnTo>
                <a:lnTo>
                  <a:pt x="172851" y="1106059"/>
                </a:lnTo>
                <a:lnTo>
                  <a:pt x="172895" y="1116593"/>
                </a:lnTo>
                <a:lnTo>
                  <a:pt x="172934" y="1127126"/>
                </a:lnTo>
                <a:lnTo>
                  <a:pt x="172966" y="1137660"/>
                </a:lnTo>
                <a:lnTo>
                  <a:pt x="172994" y="1148194"/>
                </a:lnTo>
                <a:lnTo>
                  <a:pt x="173019" y="1158728"/>
                </a:lnTo>
                <a:lnTo>
                  <a:pt x="173043" y="1169262"/>
                </a:lnTo>
                <a:lnTo>
                  <a:pt x="173070" y="1179796"/>
                </a:lnTo>
                <a:lnTo>
                  <a:pt x="173105" y="1190330"/>
                </a:lnTo>
                <a:lnTo>
                  <a:pt x="173152" y="1200864"/>
                </a:lnTo>
                <a:lnTo>
                  <a:pt x="173216" y="1211398"/>
                </a:lnTo>
                <a:lnTo>
                  <a:pt x="173299" y="1221931"/>
                </a:lnTo>
                <a:lnTo>
                  <a:pt x="173405" y="1232465"/>
                </a:lnTo>
                <a:lnTo>
                  <a:pt x="173535" y="1242999"/>
                </a:lnTo>
                <a:lnTo>
                  <a:pt x="173687" y="1253533"/>
                </a:lnTo>
                <a:lnTo>
                  <a:pt x="173859" y="1264067"/>
                </a:lnTo>
                <a:lnTo>
                  <a:pt x="174048" y="1274601"/>
                </a:lnTo>
                <a:lnTo>
                  <a:pt x="174249" y="1285135"/>
                </a:lnTo>
                <a:lnTo>
                  <a:pt x="174455" y="1295669"/>
                </a:lnTo>
                <a:lnTo>
                  <a:pt x="174661" y="1306203"/>
                </a:lnTo>
                <a:lnTo>
                  <a:pt x="174861" y="1316736"/>
                </a:lnTo>
                <a:lnTo>
                  <a:pt x="175052" y="1327270"/>
                </a:lnTo>
                <a:lnTo>
                  <a:pt x="175230" y="1337804"/>
                </a:lnTo>
                <a:lnTo>
                  <a:pt x="175395" y="1348338"/>
                </a:lnTo>
                <a:lnTo>
                  <a:pt x="175549" y="1358872"/>
                </a:lnTo>
                <a:lnTo>
                  <a:pt x="175695" y="1369406"/>
                </a:lnTo>
                <a:lnTo>
                  <a:pt x="175841" y="1379940"/>
                </a:lnTo>
                <a:lnTo>
                  <a:pt x="175995" y="1390474"/>
                </a:lnTo>
                <a:lnTo>
                  <a:pt x="176171" y="1401008"/>
                </a:lnTo>
                <a:lnTo>
                  <a:pt x="176386" y="1411542"/>
                </a:lnTo>
                <a:lnTo>
                  <a:pt x="176661" y="1422075"/>
                </a:lnTo>
                <a:lnTo>
                  <a:pt x="177025" y="1432609"/>
                </a:lnTo>
                <a:lnTo>
                  <a:pt x="177514" y="1443143"/>
                </a:lnTo>
                <a:lnTo>
                  <a:pt x="178178" y="1453677"/>
                </a:lnTo>
                <a:lnTo>
                  <a:pt x="179077" y="1464211"/>
                </a:lnTo>
                <a:lnTo>
                  <a:pt x="180291" y="1474745"/>
                </a:lnTo>
                <a:lnTo>
                  <a:pt x="181919" y="1485279"/>
                </a:lnTo>
                <a:lnTo>
                  <a:pt x="184082" y="1495813"/>
                </a:lnTo>
                <a:lnTo>
                  <a:pt x="186921" y="1506347"/>
                </a:lnTo>
                <a:lnTo>
                  <a:pt x="190595" y="1516880"/>
                </a:lnTo>
                <a:lnTo>
                  <a:pt x="195275" y="1527414"/>
                </a:lnTo>
                <a:lnTo>
                  <a:pt x="201126" y="1537948"/>
                </a:lnTo>
                <a:lnTo>
                  <a:pt x="208298" y="1548482"/>
                </a:lnTo>
                <a:lnTo>
                  <a:pt x="216896" y="1559016"/>
                </a:lnTo>
                <a:lnTo>
                  <a:pt x="226961" y="1569550"/>
                </a:lnTo>
                <a:lnTo>
                  <a:pt x="238443" y="1580084"/>
                </a:lnTo>
                <a:lnTo>
                  <a:pt x="251180" y="1590618"/>
                </a:lnTo>
                <a:lnTo>
                  <a:pt x="264885" y="1601152"/>
                </a:lnTo>
                <a:lnTo>
                  <a:pt x="279143" y="1611685"/>
                </a:lnTo>
                <a:lnTo>
                  <a:pt x="293425" y="1622219"/>
                </a:lnTo>
                <a:lnTo>
                  <a:pt x="307110" y="1632753"/>
                </a:lnTo>
                <a:lnTo>
                  <a:pt x="319533" y="1643287"/>
                </a:lnTo>
                <a:lnTo>
                  <a:pt x="330034" y="1653821"/>
                </a:lnTo>
                <a:lnTo>
                  <a:pt x="338019" y="1664355"/>
                </a:lnTo>
                <a:lnTo>
                  <a:pt x="343014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0" name="data_2707">
            <a:extLst xmlns:a="http://schemas.openxmlformats.org/drawingml/2006/main">
              <a:ext uri="{FF2B5EF4-FFF2-40B4-BE49-F238E27FC236}">
                <a16:creationId xmlns:a16="http://schemas.microsoft.com/office/drawing/2014/main" id="{A0A12C22-60B4-44F4-B761-81FED86C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4506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45341" y="1685423"/>
                </a:moveTo>
                <a:lnTo>
                  <a:pt x="99373" y="1685423"/>
                </a:lnTo>
                <a:lnTo>
                  <a:pt x="100220" y="1674889"/>
                </a:lnTo>
                <a:lnTo>
                  <a:pt x="102700" y="1664355"/>
                </a:lnTo>
                <a:lnTo>
                  <a:pt x="106642" y="1653821"/>
                </a:lnTo>
                <a:lnTo>
                  <a:pt x="111780" y="1643287"/>
                </a:lnTo>
                <a:lnTo>
                  <a:pt x="117784" y="1632753"/>
                </a:lnTo>
                <a:lnTo>
                  <a:pt x="124298" y="1622219"/>
                </a:lnTo>
                <a:lnTo>
                  <a:pt x="130968" y="1611685"/>
                </a:lnTo>
                <a:lnTo>
                  <a:pt x="137478" y="1601152"/>
                </a:lnTo>
                <a:lnTo>
                  <a:pt x="143570" y="1590618"/>
                </a:lnTo>
                <a:lnTo>
                  <a:pt x="149058" y="1580084"/>
                </a:lnTo>
                <a:lnTo>
                  <a:pt x="153828" y="1569550"/>
                </a:lnTo>
                <a:lnTo>
                  <a:pt x="157838" y="1559016"/>
                </a:lnTo>
                <a:lnTo>
                  <a:pt x="161100" y="1548482"/>
                </a:lnTo>
                <a:lnTo>
                  <a:pt x="163672" y="1537948"/>
                </a:lnTo>
                <a:lnTo>
                  <a:pt x="165636" y="1527414"/>
                </a:lnTo>
                <a:lnTo>
                  <a:pt x="167087" y="1516880"/>
                </a:lnTo>
                <a:lnTo>
                  <a:pt x="168122" y="1506347"/>
                </a:lnTo>
                <a:lnTo>
                  <a:pt x="168828" y="1495813"/>
                </a:lnTo>
                <a:lnTo>
                  <a:pt x="169283" y="1485279"/>
                </a:lnTo>
                <a:lnTo>
                  <a:pt x="169547" y="1474745"/>
                </a:lnTo>
                <a:lnTo>
                  <a:pt x="169668" y="1464211"/>
                </a:lnTo>
                <a:lnTo>
                  <a:pt x="169682" y="1453677"/>
                </a:lnTo>
                <a:lnTo>
                  <a:pt x="169611" y="1443143"/>
                </a:lnTo>
                <a:lnTo>
                  <a:pt x="169472" y="1432609"/>
                </a:lnTo>
                <a:lnTo>
                  <a:pt x="169274" y="1422075"/>
                </a:lnTo>
                <a:lnTo>
                  <a:pt x="169024" y="1411542"/>
                </a:lnTo>
                <a:lnTo>
                  <a:pt x="168724" y="1401008"/>
                </a:lnTo>
                <a:lnTo>
                  <a:pt x="168376" y="1390474"/>
                </a:lnTo>
                <a:lnTo>
                  <a:pt x="167982" y="1379940"/>
                </a:lnTo>
                <a:lnTo>
                  <a:pt x="167544" y="1369406"/>
                </a:lnTo>
                <a:lnTo>
                  <a:pt x="167067" y="1358872"/>
                </a:lnTo>
                <a:lnTo>
                  <a:pt x="166556" y="1348338"/>
                </a:lnTo>
                <a:lnTo>
                  <a:pt x="166021" y="1337804"/>
                </a:lnTo>
                <a:lnTo>
                  <a:pt x="165472" y="1327270"/>
                </a:lnTo>
                <a:lnTo>
                  <a:pt x="164922" y="1316736"/>
                </a:lnTo>
                <a:lnTo>
                  <a:pt x="164382" y="1306203"/>
                </a:lnTo>
                <a:lnTo>
                  <a:pt x="163863" y="1295669"/>
                </a:lnTo>
                <a:lnTo>
                  <a:pt x="163369" y="1285135"/>
                </a:lnTo>
                <a:lnTo>
                  <a:pt x="162900" y="1274601"/>
                </a:lnTo>
                <a:lnTo>
                  <a:pt x="162452" y="1264067"/>
                </a:lnTo>
                <a:lnTo>
                  <a:pt x="162011" y="1253533"/>
                </a:lnTo>
                <a:lnTo>
                  <a:pt x="161560" y="1242999"/>
                </a:lnTo>
                <a:lnTo>
                  <a:pt x="161081" y="1232465"/>
                </a:lnTo>
                <a:lnTo>
                  <a:pt x="160556" y="1221931"/>
                </a:lnTo>
                <a:lnTo>
                  <a:pt x="159974" y="1211398"/>
                </a:lnTo>
                <a:lnTo>
                  <a:pt x="159330" y="1200864"/>
                </a:lnTo>
                <a:lnTo>
                  <a:pt x="158632" y="1190330"/>
                </a:lnTo>
                <a:lnTo>
                  <a:pt x="157901" y="1179796"/>
                </a:lnTo>
                <a:lnTo>
                  <a:pt x="157167" y="1169262"/>
                </a:lnTo>
                <a:lnTo>
                  <a:pt x="156469" y="1158728"/>
                </a:lnTo>
                <a:lnTo>
                  <a:pt x="155852" y="1148194"/>
                </a:lnTo>
                <a:lnTo>
                  <a:pt x="155359" y="1137660"/>
                </a:lnTo>
                <a:lnTo>
                  <a:pt x="155027" y="1127126"/>
                </a:lnTo>
                <a:lnTo>
                  <a:pt x="154884" y="1116593"/>
                </a:lnTo>
                <a:lnTo>
                  <a:pt x="154944" y="1106059"/>
                </a:lnTo>
                <a:lnTo>
                  <a:pt x="155207" y="1095525"/>
                </a:lnTo>
                <a:lnTo>
                  <a:pt x="155657" y="1084991"/>
                </a:lnTo>
                <a:lnTo>
                  <a:pt x="156266" y="1074457"/>
                </a:lnTo>
                <a:lnTo>
                  <a:pt x="156997" y="1063923"/>
                </a:lnTo>
                <a:lnTo>
                  <a:pt x="157803" y="1053389"/>
                </a:lnTo>
                <a:lnTo>
                  <a:pt x="158636" y="1042855"/>
                </a:lnTo>
                <a:lnTo>
                  <a:pt x="159445" y="1032321"/>
                </a:lnTo>
                <a:lnTo>
                  <a:pt x="160180" y="1021788"/>
                </a:lnTo>
                <a:lnTo>
                  <a:pt x="160796" y="1011254"/>
                </a:lnTo>
                <a:lnTo>
                  <a:pt x="161246" y="1000720"/>
                </a:lnTo>
                <a:lnTo>
                  <a:pt x="161492" y="990186"/>
                </a:lnTo>
                <a:lnTo>
                  <a:pt x="161497" y="979652"/>
                </a:lnTo>
                <a:lnTo>
                  <a:pt x="161236" y="969118"/>
                </a:lnTo>
                <a:lnTo>
                  <a:pt x="160690" y="958584"/>
                </a:lnTo>
                <a:lnTo>
                  <a:pt x="159859" y="948050"/>
                </a:lnTo>
                <a:lnTo>
                  <a:pt x="158756" y="937516"/>
                </a:lnTo>
                <a:lnTo>
                  <a:pt x="157418" y="926982"/>
                </a:lnTo>
                <a:lnTo>
                  <a:pt x="155901" y="916449"/>
                </a:lnTo>
                <a:lnTo>
                  <a:pt x="154284" y="905915"/>
                </a:lnTo>
                <a:lnTo>
                  <a:pt x="152660" y="895381"/>
                </a:lnTo>
                <a:lnTo>
                  <a:pt x="151131" y="884847"/>
                </a:lnTo>
                <a:lnTo>
                  <a:pt x="149800" y="874313"/>
                </a:lnTo>
                <a:lnTo>
                  <a:pt x="148759" y="863779"/>
                </a:lnTo>
                <a:lnTo>
                  <a:pt x="148080" y="853245"/>
                </a:lnTo>
                <a:lnTo>
                  <a:pt x="147806" y="842711"/>
                </a:lnTo>
                <a:lnTo>
                  <a:pt x="147949" y="832177"/>
                </a:lnTo>
                <a:lnTo>
                  <a:pt x="148482" y="821644"/>
                </a:lnTo>
                <a:lnTo>
                  <a:pt x="149350" y="811110"/>
                </a:lnTo>
                <a:lnTo>
                  <a:pt x="150474" y="800576"/>
                </a:lnTo>
                <a:lnTo>
                  <a:pt x="151759" y="790042"/>
                </a:lnTo>
                <a:lnTo>
                  <a:pt x="153105" y="779508"/>
                </a:lnTo>
                <a:lnTo>
                  <a:pt x="154419" y="768974"/>
                </a:lnTo>
                <a:lnTo>
                  <a:pt x="155623" y="758440"/>
                </a:lnTo>
                <a:lnTo>
                  <a:pt x="156655" y="747906"/>
                </a:lnTo>
                <a:lnTo>
                  <a:pt x="157476" y="737372"/>
                </a:lnTo>
                <a:lnTo>
                  <a:pt x="158065" y="726839"/>
                </a:lnTo>
                <a:lnTo>
                  <a:pt x="158416" y="716305"/>
                </a:lnTo>
                <a:lnTo>
                  <a:pt x="158536" y="705771"/>
                </a:lnTo>
                <a:lnTo>
                  <a:pt x="158437" y="695237"/>
                </a:lnTo>
                <a:lnTo>
                  <a:pt x="158134" y="684703"/>
                </a:lnTo>
                <a:lnTo>
                  <a:pt x="157643" y="674169"/>
                </a:lnTo>
                <a:lnTo>
                  <a:pt x="156982" y="663635"/>
                </a:lnTo>
                <a:lnTo>
                  <a:pt x="156172" y="653101"/>
                </a:lnTo>
                <a:lnTo>
                  <a:pt x="155240" y="642567"/>
                </a:lnTo>
                <a:lnTo>
                  <a:pt x="154219" y="632034"/>
                </a:lnTo>
                <a:lnTo>
                  <a:pt x="153154" y="621500"/>
                </a:lnTo>
                <a:lnTo>
                  <a:pt x="152099" y="610966"/>
                </a:lnTo>
                <a:lnTo>
                  <a:pt x="151113" y="600432"/>
                </a:lnTo>
                <a:lnTo>
                  <a:pt x="150260" y="589898"/>
                </a:lnTo>
                <a:lnTo>
                  <a:pt x="149598" y="579364"/>
                </a:lnTo>
                <a:lnTo>
                  <a:pt x="149176" y="568830"/>
                </a:lnTo>
                <a:lnTo>
                  <a:pt x="149028" y="558296"/>
                </a:lnTo>
                <a:lnTo>
                  <a:pt x="149167" y="547762"/>
                </a:lnTo>
                <a:lnTo>
                  <a:pt x="149584" y="537228"/>
                </a:lnTo>
                <a:lnTo>
                  <a:pt x="150249" y="526695"/>
                </a:lnTo>
                <a:lnTo>
                  <a:pt x="151115" y="516161"/>
                </a:lnTo>
                <a:lnTo>
                  <a:pt x="152124" y="505627"/>
                </a:lnTo>
                <a:lnTo>
                  <a:pt x="153211" y="495093"/>
                </a:lnTo>
                <a:lnTo>
                  <a:pt x="154315" y="484559"/>
                </a:lnTo>
                <a:lnTo>
                  <a:pt x="155381" y="474025"/>
                </a:lnTo>
                <a:lnTo>
                  <a:pt x="156368" y="463491"/>
                </a:lnTo>
                <a:lnTo>
                  <a:pt x="157249" y="452957"/>
                </a:lnTo>
                <a:lnTo>
                  <a:pt x="158011" y="442423"/>
                </a:lnTo>
                <a:lnTo>
                  <a:pt x="158656" y="431890"/>
                </a:lnTo>
                <a:lnTo>
                  <a:pt x="159193" y="421356"/>
                </a:lnTo>
                <a:lnTo>
                  <a:pt x="159640" y="410822"/>
                </a:lnTo>
                <a:lnTo>
                  <a:pt x="160015" y="400288"/>
                </a:lnTo>
                <a:lnTo>
                  <a:pt x="160333" y="389754"/>
                </a:lnTo>
                <a:lnTo>
                  <a:pt x="160607" y="379220"/>
                </a:lnTo>
                <a:lnTo>
                  <a:pt x="160844" y="368686"/>
                </a:lnTo>
                <a:lnTo>
                  <a:pt x="161046" y="358152"/>
                </a:lnTo>
                <a:lnTo>
                  <a:pt x="161210" y="347618"/>
                </a:lnTo>
                <a:lnTo>
                  <a:pt x="161332" y="337085"/>
                </a:lnTo>
                <a:lnTo>
                  <a:pt x="161410" y="326551"/>
                </a:lnTo>
                <a:lnTo>
                  <a:pt x="161441" y="316017"/>
                </a:lnTo>
                <a:lnTo>
                  <a:pt x="161428" y="305483"/>
                </a:lnTo>
                <a:lnTo>
                  <a:pt x="161379" y="294949"/>
                </a:lnTo>
                <a:lnTo>
                  <a:pt x="161304" y="284415"/>
                </a:lnTo>
                <a:lnTo>
                  <a:pt x="161217" y="273881"/>
                </a:lnTo>
                <a:lnTo>
                  <a:pt x="161127" y="263347"/>
                </a:lnTo>
                <a:lnTo>
                  <a:pt x="161041" y="252813"/>
                </a:lnTo>
                <a:lnTo>
                  <a:pt x="160955" y="242280"/>
                </a:lnTo>
                <a:lnTo>
                  <a:pt x="160846" y="231746"/>
                </a:lnTo>
                <a:lnTo>
                  <a:pt x="160673" y="221212"/>
                </a:lnTo>
                <a:lnTo>
                  <a:pt x="160367" y="210678"/>
                </a:lnTo>
                <a:lnTo>
                  <a:pt x="159827" y="200144"/>
                </a:lnTo>
                <a:lnTo>
                  <a:pt x="158920" y="189610"/>
                </a:lnTo>
                <a:lnTo>
                  <a:pt x="157474" y="179076"/>
                </a:lnTo>
                <a:lnTo>
                  <a:pt x="155288" y="168542"/>
                </a:lnTo>
                <a:lnTo>
                  <a:pt x="152135" y="158008"/>
                </a:lnTo>
                <a:lnTo>
                  <a:pt x="147775" y="147474"/>
                </a:lnTo>
                <a:lnTo>
                  <a:pt x="141979" y="136941"/>
                </a:lnTo>
                <a:lnTo>
                  <a:pt x="134553" y="126407"/>
                </a:lnTo>
                <a:lnTo>
                  <a:pt x="125369" y="115873"/>
                </a:lnTo>
                <a:lnTo>
                  <a:pt x="114405" y="105339"/>
                </a:lnTo>
                <a:lnTo>
                  <a:pt x="101769" y="94805"/>
                </a:lnTo>
                <a:lnTo>
                  <a:pt x="87730" y="84271"/>
                </a:lnTo>
                <a:lnTo>
                  <a:pt x="72728" y="73737"/>
                </a:lnTo>
                <a:lnTo>
                  <a:pt x="57361" y="63203"/>
                </a:lnTo>
                <a:lnTo>
                  <a:pt x="42361" y="52669"/>
                </a:lnTo>
                <a:lnTo>
                  <a:pt x="28539" y="42136"/>
                </a:lnTo>
                <a:lnTo>
                  <a:pt x="16718" y="31602"/>
                </a:lnTo>
                <a:lnTo>
                  <a:pt x="7651" y="21068"/>
                </a:lnTo>
                <a:lnTo>
                  <a:pt x="194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67" y="10534"/>
                </a:lnTo>
                <a:lnTo>
                  <a:pt x="337063" y="21068"/>
                </a:lnTo>
                <a:lnTo>
                  <a:pt x="327997" y="31602"/>
                </a:lnTo>
                <a:lnTo>
                  <a:pt x="316175" y="42136"/>
                </a:lnTo>
                <a:lnTo>
                  <a:pt x="302354" y="52669"/>
                </a:lnTo>
                <a:lnTo>
                  <a:pt x="287354" y="63203"/>
                </a:lnTo>
                <a:lnTo>
                  <a:pt x="271987" y="73737"/>
                </a:lnTo>
                <a:lnTo>
                  <a:pt x="256984" y="84271"/>
                </a:lnTo>
                <a:lnTo>
                  <a:pt x="242945" y="94805"/>
                </a:lnTo>
                <a:lnTo>
                  <a:pt x="230309" y="105339"/>
                </a:lnTo>
                <a:lnTo>
                  <a:pt x="219345" y="115873"/>
                </a:lnTo>
                <a:lnTo>
                  <a:pt x="210162" y="126407"/>
                </a:lnTo>
                <a:lnTo>
                  <a:pt x="202735" y="136941"/>
                </a:lnTo>
                <a:lnTo>
                  <a:pt x="196939" y="147474"/>
                </a:lnTo>
                <a:lnTo>
                  <a:pt x="192580" y="158008"/>
                </a:lnTo>
                <a:lnTo>
                  <a:pt x="189426" y="168542"/>
                </a:lnTo>
                <a:lnTo>
                  <a:pt x="187240" y="179076"/>
                </a:lnTo>
                <a:lnTo>
                  <a:pt x="185795" y="189610"/>
                </a:lnTo>
                <a:lnTo>
                  <a:pt x="184887" y="200144"/>
                </a:lnTo>
                <a:lnTo>
                  <a:pt x="184347" y="210678"/>
                </a:lnTo>
                <a:lnTo>
                  <a:pt x="184041" y="221212"/>
                </a:lnTo>
                <a:lnTo>
                  <a:pt x="183868" y="231746"/>
                </a:lnTo>
                <a:lnTo>
                  <a:pt x="183760" y="242280"/>
                </a:lnTo>
                <a:lnTo>
                  <a:pt x="183673" y="252813"/>
                </a:lnTo>
                <a:lnTo>
                  <a:pt x="183587" y="263347"/>
                </a:lnTo>
                <a:lnTo>
                  <a:pt x="183498" y="273881"/>
                </a:lnTo>
                <a:lnTo>
                  <a:pt x="183410" y="284415"/>
                </a:lnTo>
                <a:lnTo>
                  <a:pt x="183335" y="294949"/>
                </a:lnTo>
                <a:lnTo>
                  <a:pt x="183286" y="305483"/>
                </a:lnTo>
                <a:lnTo>
                  <a:pt x="183273" y="316017"/>
                </a:lnTo>
                <a:lnTo>
                  <a:pt x="183304" y="326551"/>
                </a:lnTo>
                <a:lnTo>
                  <a:pt x="183382" y="337085"/>
                </a:lnTo>
                <a:lnTo>
                  <a:pt x="183505" y="347618"/>
                </a:lnTo>
                <a:lnTo>
                  <a:pt x="183669" y="358152"/>
                </a:lnTo>
                <a:lnTo>
                  <a:pt x="183870" y="368686"/>
                </a:lnTo>
                <a:lnTo>
                  <a:pt x="184107" y="379220"/>
                </a:lnTo>
                <a:lnTo>
                  <a:pt x="184382" y="389754"/>
                </a:lnTo>
                <a:lnTo>
                  <a:pt x="184700" y="400288"/>
                </a:lnTo>
                <a:lnTo>
                  <a:pt x="185074" y="410822"/>
                </a:lnTo>
                <a:lnTo>
                  <a:pt x="185521" y="421356"/>
                </a:lnTo>
                <a:lnTo>
                  <a:pt x="186058" y="431890"/>
                </a:lnTo>
                <a:lnTo>
                  <a:pt x="186703" y="442423"/>
                </a:lnTo>
                <a:lnTo>
                  <a:pt x="187466" y="452957"/>
                </a:lnTo>
                <a:lnTo>
                  <a:pt x="188346" y="463491"/>
                </a:lnTo>
                <a:lnTo>
                  <a:pt x="189333" y="474025"/>
                </a:lnTo>
                <a:lnTo>
                  <a:pt x="190400" y="484559"/>
                </a:lnTo>
                <a:lnTo>
                  <a:pt x="191503" y="495093"/>
                </a:lnTo>
                <a:lnTo>
                  <a:pt x="192590" y="505627"/>
                </a:lnTo>
                <a:lnTo>
                  <a:pt x="193599" y="516161"/>
                </a:lnTo>
                <a:lnTo>
                  <a:pt x="194465" y="526695"/>
                </a:lnTo>
                <a:lnTo>
                  <a:pt x="195131" y="537228"/>
                </a:lnTo>
                <a:lnTo>
                  <a:pt x="195547" y="547762"/>
                </a:lnTo>
                <a:lnTo>
                  <a:pt x="195686" y="558296"/>
                </a:lnTo>
                <a:lnTo>
                  <a:pt x="195538" y="568830"/>
                </a:lnTo>
                <a:lnTo>
                  <a:pt x="195117" y="579364"/>
                </a:lnTo>
                <a:lnTo>
                  <a:pt x="194455" y="589898"/>
                </a:lnTo>
                <a:lnTo>
                  <a:pt x="193601" y="600432"/>
                </a:lnTo>
                <a:lnTo>
                  <a:pt x="192616" y="610966"/>
                </a:lnTo>
                <a:lnTo>
                  <a:pt x="191560" y="621500"/>
                </a:lnTo>
                <a:lnTo>
                  <a:pt x="190495" y="632034"/>
                </a:lnTo>
                <a:lnTo>
                  <a:pt x="189475" y="642567"/>
                </a:lnTo>
                <a:lnTo>
                  <a:pt x="188542" y="653101"/>
                </a:lnTo>
                <a:lnTo>
                  <a:pt x="187732" y="663635"/>
                </a:lnTo>
                <a:lnTo>
                  <a:pt x="187072" y="674169"/>
                </a:lnTo>
                <a:lnTo>
                  <a:pt x="186581" y="684703"/>
                </a:lnTo>
                <a:lnTo>
                  <a:pt x="186278" y="695237"/>
                </a:lnTo>
                <a:lnTo>
                  <a:pt x="186178" y="705771"/>
                </a:lnTo>
                <a:lnTo>
                  <a:pt x="186298" y="716305"/>
                </a:lnTo>
                <a:lnTo>
                  <a:pt x="186650" y="726839"/>
                </a:lnTo>
                <a:lnTo>
                  <a:pt x="187238" y="737372"/>
                </a:lnTo>
                <a:lnTo>
                  <a:pt x="188059" y="747906"/>
                </a:lnTo>
                <a:lnTo>
                  <a:pt x="189091" y="758440"/>
                </a:lnTo>
                <a:lnTo>
                  <a:pt x="190295" y="768974"/>
                </a:lnTo>
                <a:lnTo>
                  <a:pt x="191610" y="779508"/>
                </a:lnTo>
                <a:lnTo>
                  <a:pt x="192956" y="790042"/>
                </a:lnTo>
                <a:lnTo>
                  <a:pt x="194240" y="800576"/>
                </a:lnTo>
                <a:lnTo>
                  <a:pt x="195364" y="811110"/>
                </a:lnTo>
                <a:lnTo>
                  <a:pt x="196233" y="821644"/>
                </a:lnTo>
                <a:lnTo>
                  <a:pt x="196766" y="832177"/>
                </a:lnTo>
                <a:lnTo>
                  <a:pt x="196908" y="842711"/>
                </a:lnTo>
                <a:lnTo>
                  <a:pt x="196634" y="853245"/>
                </a:lnTo>
                <a:lnTo>
                  <a:pt x="195955" y="863779"/>
                </a:lnTo>
                <a:lnTo>
                  <a:pt x="194914" y="874313"/>
                </a:lnTo>
                <a:lnTo>
                  <a:pt x="193583" y="884847"/>
                </a:lnTo>
                <a:lnTo>
                  <a:pt x="192054" y="895381"/>
                </a:lnTo>
                <a:lnTo>
                  <a:pt x="190430" y="905915"/>
                </a:lnTo>
                <a:lnTo>
                  <a:pt x="188813" y="916449"/>
                </a:lnTo>
                <a:lnTo>
                  <a:pt x="187297" y="926982"/>
                </a:lnTo>
                <a:lnTo>
                  <a:pt x="185959" y="937516"/>
                </a:lnTo>
                <a:lnTo>
                  <a:pt x="184856" y="948050"/>
                </a:lnTo>
                <a:lnTo>
                  <a:pt x="184024" y="958584"/>
                </a:lnTo>
                <a:lnTo>
                  <a:pt x="183479" y="969118"/>
                </a:lnTo>
                <a:lnTo>
                  <a:pt x="183217" y="979652"/>
                </a:lnTo>
                <a:lnTo>
                  <a:pt x="183223" y="990186"/>
                </a:lnTo>
                <a:lnTo>
                  <a:pt x="183468" y="1000720"/>
                </a:lnTo>
                <a:lnTo>
                  <a:pt x="183919" y="1011254"/>
                </a:lnTo>
                <a:lnTo>
                  <a:pt x="184534" y="1021788"/>
                </a:lnTo>
                <a:lnTo>
                  <a:pt x="185270" y="1032321"/>
                </a:lnTo>
                <a:lnTo>
                  <a:pt x="186079" y="1042855"/>
                </a:lnTo>
                <a:lnTo>
                  <a:pt x="186911" y="1053389"/>
                </a:lnTo>
                <a:lnTo>
                  <a:pt x="187717" y="1063923"/>
                </a:lnTo>
                <a:lnTo>
                  <a:pt x="188448" y="1074457"/>
                </a:lnTo>
                <a:lnTo>
                  <a:pt x="189057" y="1084991"/>
                </a:lnTo>
                <a:lnTo>
                  <a:pt x="189508" y="1095525"/>
                </a:lnTo>
                <a:lnTo>
                  <a:pt x="189771" y="1106059"/>
                </a:lnTo>
                <a:lnTo>
                  <a:pt x="189831" y="1116593"/>
                </a:lnTo>
                <a:lnTo>
                  <a:pt x="189688" y="1127126"/>
                </a:lnTo>
                <a:lnTo>
                  <a:pt x="189356" y="1137660"/>
                </a:lnTo>
                <a:lnTo>
                  <a:pt x="188862" y="1148194"/>
                </a:lnTo>
                <a:lnTo>
                  <a:pt x="188245" y="1158728"/>
                </a:lnTo>
                <a:lnTo>
                  <a:pt x="187547" y="1169262"/>
                </a:lnTo>
                <a:lnTo>
                  <a:pt x="186813" y="1179796"/>
                </a:lnTo>
                <a:lnTo>
                  <a:pt x="186082" y="1190330"/>
                </a:lnTo>
                <a:lnTo>
                  <a:pt x="185384" y="1200864"/>
                </a:lnTo>
                <a:lnTo>
                  <a:pt x="184741" y="1211398"/>
                </a:lnTo>
                <a:lnTo>
                  <a:pt x="184158" y="1221931"/>
                </a:lnTo>
                <a:lnTo>
                  <a:pt x="183633" y="1232465"/>
                </a:lnTo>
                <a:lnTo>
                  <a:pt x="183154" y="1242999"/>
                </a:lnTo>
                <a:lnTo>
                  <a:pt x="182704" y="1253533"/>
                </a:lnTo>
                <a:lnTo>
                  <a:pt x="182262" y="1264067"/>
                </a:lnTo>
                <a:lnTo>
                  <a:pt x="181814" y="1274601"/>
                </a:lnTo>
                <a:lnTo>
                  <a:pt x="181346" y="1285135"/>
                </a:lnTo>
                <a:lnTo>
                  <a:pt x="180852" y="1295669"/>
                </a:lnTo>
                <a:lnTo>
                  <a:pt x="180332" y="1306203"/>
                </a:lnTo>
                <a:lnTo>
                  <a:pt x="179792" y="1316736"/>
                </a:lnTo>
                <a:lnTo>
                  <a:pt x="179242" y="1327270"/>
                </a:lnTo>
                <a:lnTo>
                  <a:pt x="178693" y="1337804"/>
                </a:lnTo>
                <a:lnTo>
                  <a:pt x="178158" y="1348338"/>
                </a:lnTo>
                <a:lnTo>
                  <a:pt x="177647" y="1358872"/>
                </a:lnTo>
                <a:lnTo>
                  <a:pt x="177170" y="1369406"/>
                </a:lnTo>
                <a:lnTo>
                  <a:pt x="176732" y="1379940"/>
                </a:lnTo>
                <a:lnTo>
                  <a:pt x="176338" y="1390474"/>
                </a:lnTo>
                <a:lnTo>
                  <a:pt x="175990" y="1401008"/>
                </a:lnTo>
                <a:lnTo>
                  <a:pt x="175691" y="1411542"/>
                </a:lnTo>
                <a:lnTo>
                  <a:pt x="175440" y="1422075"/>
                </a:lnTo>
                <a:lnTo>
                  <a:pt x="175243" y="1432609"/>
                </a:lnTo>
                <a:lnTo>
                  <a:pt x="175104" y="1443143"/>
                </a:lnTo>
                <a:lnTo>
                  <a:pt x="175033" y="1453677"/>
                </a:lnTo>
                <a:lnTo>
                  <a:pt x="175046" y="1464211"/>
                </a:lnTo>
                <a:lnTo>
                  <a:pt x="175167" y="1474745"/>
                </a:lnTo>
                <a:lnTo>
                  <a:pt x="175432" y="1485279"/>
                </a:lnTo>
                <a:lnTo>
                  <a:pt x="175886" y="1495813"/>
                </a:lnTo>
                <a:lnTo>
                  <a:pt x="176593" y="1506347"/>
                </a:lnTo>
                <a:lnTo>
                  <a:pt x="177627" y="1516880"/>
                </a:lnTo>
                <a:lnTo>
                  <a:pt x="179078" y="1527414"/>
                </a:lnTo>
                <a:lnTo>
                  <a:pt x="181042" y="1537948"/>
                </a:lnTo>
                <a:lnTo>
                  <a:pt x="183614" y="1548482"/>
                </a:lnTo>
                <a:lnTo>
                  <a:pt x="186877" y="1559016"/>
                </a:lnTo>
                <a:lnTo>
                  <a:pt x="190886" y="1569550"/>
                </a:lnTo>
                <a:lnTo>
                  <a:pt x="195657" y="1580084"/>
                </a:lnTo>
                <a:lnTo>
                  <a:pt x="201144" y="1590618"/>
                </a:lnTo>
                <a:lnTo>
                  <a:pt x="207237" y="1601152"/>
                </a:lnTo>
                <a:lnTo>
                  <a:pt x="213747" y="1611685"/>
                </a:lnTo>
                <a:lnTo>
                  <a:pt x="220417" y="1622219"/>
                </a:lnTo>
                <a:lnTo>
                  <a:pt x="226930" y="1632753"/>
                </a:lnTo>
                <a:lnTo>
                  <a:pt x="232935" y="1643287"/>
                </a:lnTo>
                <a:lnTo>
                  <a:pt x="238072" y="1653821"/>
                </a:lnTo>
                <a:lnTo>
                  <a:pt x="242014" y="1664355"/>
                </a:lnTo>
                <a:lnTo>
                  <a:pt x="244494" y="1674889"/>
                </a:lnTo>
                <a:lnTo>
                  <a:pt x="245341" y="1685423"/>
                </a:lnTo>
                <a:lnTo>
                  <a:pt x="245341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" name="data_2708">
            <a:extLst xmlns:a="http://schemas.openxmlformats.org/drawingml/2006/main">
              <a:ext uri="{FF2B5EF4-FFF2-40B4-BE49-F238E27FC236}">
                <a16:creationId xmlns:a16="http://schemas.microsoft.com/office/drawing/2014/main" id="{80A3B168-0A3E-4131-8FEC-6F2622FF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336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00154" y="1685423"/>
                </a:moveTo>
                <a:lnTo>
                  <a:pt x="144560" y="1685423"/>
                </a:lnTo>
                <a:lnTo>
                  <a:pt x="144878" y="1674889"/>
                </a:lnTo>
                <a:lnTo>
                  <a:pt x="145810" y="1664355"/>
                </a:lnTo>
                <a:lnTo>
                  <a:pt x="147291" y="1653821"/>
                </a:lnTo>
                <a:lnTo>
                  <a:pt x="149223" y="1643287"/>
                </a:lnTo>
                <a:lnTo>
                  <a:pt x="151483" y="1632753"/>
                </a:lnTo>
                <a:lnTo>
                  <a:pt x="153934" y="1622219"/>
                </a:lnTo>
                <a:lnTo>
                  <a:pt x="156444" y="1611685"/>
                </a:lnTo>
                <a:lnTo>
                  <a:pt x="158892" y="1601152"/>
                </a:lnTo>
                <a:lnTo>
                  <a:pt x="161176" y="1590618"/>
                </a:lnTo>
                <a:lnTo>
                  <a:pt x="163224" y="1580084"/>
                </a:lnTo>
                <a:lnTo>
                  <a:pt x="164990" y="1569550"/>
                </a:lnTo>
                <a:lnTo>
                  <a:pt x="166454" y="1559016"/>
                </a:lnTo>
                <a:lnTo>
                  <a:pt x="167622" y="1548482"/>
                </a:lnTo>
                <a:lnTo>
                  <a:pt x="168515" y="1537948"/>
                </a:lnTo>
                <a:lnTo>
                  <a:pt x="169169" y="1527414"/>
                </a:lnTo>
                <a:lnTo>
                  <a:pt x="169624" y="1516880"/>
                </a:lnTo>
                <a:lnTo>
                  <a:pt x="169926" y="1506347"/>
                </a:lnTo>
                <a:lnTo>
                  <a:pt x="170116" y="1495813"/>
                </a:lnTo>
                <a:lnTo>
                  <a:pt x="170232" y="1485279"/>
                </a:lnTo>
                <a:lnTo>
                  <a:pt x="170306" y="1474745"/>
                </a:lnTo>
                <a:lnTo>
                  <a:pt x="170361" y="1464211"/>
                </a:lnTo>
                <a:lnTo>
                  <a:pt x="170415" y="1453677"/>
                </a:lnTo>
                <a:lnTo>
                  <a:pt x="170476" y="1443143"/>
                </a:lnTo>
                <a:lnTo>
                  <a:pt x="170549" y="1432609"/>
                </a:lnTo>
                <a:lnTo>
                  <a:pt x="170630" y="1422075"/>
                </a:lnTo>
                <a:lnTo>
                  <a:pt x="170712" y="1411542"/>
                </a:lnTo>
                <a:lnTo>
                  <a:pt x="170786" y="1401008"/>
                </a:lnTo>
                <a:lnTo>
                  <a:pt x="170839" y="1390474"/>
                </a:lnTo>
                <a:lnTo>
                  <a:pt x="170861" y="1379940"/>
                </a:lnTo>
                <a:lnTo>
                  <a:pt x="170840" y="1369406"/>
                </a:lnTo>
                <a:lnTo>
                  <a:pt x="170767" y="1358872"/>
                </a:lnTo>
                <a:lnTo>
                  <a:pt x="170636" y="1348338"/>
                </a:lnTo>
                <a:lnTo>
                  <a:pt x="170446" y="1337804"/>
                </a:lnTo>
                <a:lnTo>
                  <a:pt x="170197" y="1327270"/>
                </a:lnTo>
                <a:lnTo>
                  <a:pt x="169895" y="1316736"/>
                </a:lnTo>
                <a:lnTo>
                  <a:pt x="169548" y="1306203"/>
                </a:lnTo>
                <a:lnTo>
                  <a:pt x="169170" y="1295669"/>
                </a:lnTo>
                <a:lnTo>
                  <a:pt x="168775" y="1285135"/>
                </a:lnTo>
                <a:lnTo>
                  <a:pt x="168377" y="1274601"/>
                </a:lnTo>
                <a:lnTo>
                  <a:pt x="167991" y="1264067"/>
                </a:lnTo>
                <a:lnTo>
                  <a:pt x="167632" y="1253533"/>
                </a:lnTo>
                <a:lnTo>
                  <a:pt x="167311" y="1242999"/>
                </a:lnTo>
                <a:lnTo>
                  <a:pt x="167035" y="1232465"/>
                </a:lnTo>
                <a:lnTo>
                  <a:pt x="166811" y="1221931"/>
                </a:lnTo>
                <a:lnTo>
                  <a:pt x="166640" y="1211398"/>
                </a:lnTo>
                <a:lnTo>
                  <a:pt x="166523" y="1200864"/>
                </a:lnTo>
                <a:lnTo>
                  <a:pt x="166458" y="1190330"/>
                </a:lnTo>
                <a:lnTo>
                  <a:pt x="166442" y="1179796"/>
                </a:lnTo>
                <a:lnTo>
                  <a:pt x="166474" y="1169262"/>
                </a:lnTo>
                <a:lnTo>
                  <a:pt x="166551" y="1158728"/>
                </a:lnTo>
                <a:lnTo>
                  <a:pt x="166672" y="1148194"/>
                </a:lnTo>
                <a:lnTo>
                  <a:pt x="166835" y="1137660"/>
                </a:lnTo>
                <a:lnTo>
                  <a:pt x="167038" y="1127126"/>
                </a:lnTo>
                <a:lnTo>
                  <a:pt x="167278" y="1116593"/>
                </a:lnTo>
                <a:lnTo>
                  <a:pt x="167548" y="1106059"/>
                </a:lnTo>
                <a:lnTo>
                  <a:pt x="167841" y="1095525"/>
                </a:lnTo>
                <a:lnTo>
                  <a:pt x="168145" y="1084991"/>
                </a:lnTo>
                <a:lnTo>
                  <a:pt x="168446" y="1074457"/>
                </a:lnTo>
                <a:lnTo>
                  <a:pt x="168730" y="1063923"/>
                </a:lnTo>
                <a:lnTo>
                  <a:pt x="168980" y="1053389"/>
                </a:lnTo>
                <a:lnTo>
                  <a:pt x="169181" y="1042855"/>
                </a:lnTo>
                <a:lnTo>
                  <a:pt x="169318" y="1032321"/>
                </a:lnTo>
                <a:lnTo>
                  <a:pt x="169378" y="1021788"/>
                </a:lnTo>
                <a:lnTo>
                  <a:pt x="169349" y="1011254"/>
                </a:lnTo>
                <a:lnTo>
                  <a:pt x="169224" y="1000720"/>
                </a:lnTo>
                <a:lnTo>
                  <a:pt x="168994" y="990186"/>
                </a:lnTo>
                <a:lnTo>
                  <a:pt x="168656" y="979652"/>
                </a:lnTo>
                <a:lnTo>
                  <a:pt x="168208" y="969118"/>
                </a:lnTo>
                <a:lnTo>
                  <a:pt x="167650" y="958584"/>
                </a:lnTo>
                <a:lnTo>
                  <a:pt x="166988" y="948050"/>
                </a:lnTo>
                <a:lnTo>
                  <a:pt x="166232" y="937516"/>
                </a:lnTo>
                <a:lnTo>
                  <a:pt x="165399" y="926982"/>
                </a:lnTo>
                <a:lnTo>
                  <a:pt x="164512" y="916449"/>
                </a:lnTo>
                <a:lnTo>
                  <a:pt x="163602" y="905915"/>
                </a:lnTo>
                <a:lnTo>
                  <a:pt x="162704" y="895381"/>
                </a:lnTo>
                <a:lnTo>
                  <a:pt x="161859" y="884847"/>
                </a:lnTo>
                <a:lnTo>
                  <a:pt x="161108" y="874313"/>
                </a:lnTo>
                <a:lnTo>
                  <a:pt x="160491" y="863779"/>
                </a:lnTo>
                <a:lnTo>
                  <a:pt x="160037" y="853245"/>
                </a:lnTo>
                <a:lnTo>
                  <a:pt x="159768" y="842711"/>
                </a:lnTo>
                <a:lnTo>
                  <a:pt x="159692" y="832177"/>
                </a:lnTo>
                <a:lnTo>
                  <a:pt x="159804" y="821644"/>
                </a:lnTo>
                <a:lnTo>
                  <a:pt x="160084" y="811110"/>
                </a:lnTo>
                <a:lnTo>
                  <a:pt x="160499" y="800576"/>
                </a:lnTo>
                <a:lnTo>
                  <a:pt x="161010" y="790042"/>
                </a:lnTo>
                <a:lnTo>
                  <a:pt x="161570" y="779508"/>
                </a:lnTo>
                <a:lnTo>
                  <a:pt x="162133" y="768974"/>
                </a:lnTo>
                <a:lnTo>
                  <a:pt x="162654" y="758440"/>
                </a:lnTo>
                <a:lnTo>
                  <a:pt x="163095" y="747906"/>
                </a:lnTo>
                <a:lnTo>
                  <a:pt x="163421" y="737372"/>
                </a:lnTo>
                <a:lnTo>
                  <a:pt x="163609" y="726839"/>
                </a:lnTo>
                <a:lnTo>
                  <a:pt x="163640" y="716305"/>
                </a:lnTo>
                <a:lnTo>
                  <a:pt x="163505" y="705771"/>
                </a:lnTo>
                <a:lnTo>
                  <a:pt x="163202" y="695237"/>
                </a:lnTo>
                <a:lnTo>
                  <a:pt x="162734" y="684703"/>
                </a:lnTo>
                <a:lnTo>
                  <a:pt x="162113" y="674169"/>
                </a:lnTo>
                <a:lnTo>
                  <a:pt x="161360" y="663635"/>
                </a:lnTo>
                <a:lnTo>
                  <a:pt x="160502" y="653101"/>
                </a:lnTo>
                <a:lnTo>
                  <a:pt x="159575" y="642567"/>
                </a:lnTo>
                <a:lnTo>
                  <a:pt x="158621" y="632034"/>
                </a:lnTo>
                <a:lnTo>
                  <a:pt x="157689" y="621500"/>
                </a:lnTo>
                <a:lnTo>
                  <a:pt x="156832" y="610966"/>
                </a:lnTo>
                <a:lnTo>
                  <a:pt x="156098" y="600432"/>
                </a:lnTo>
                <a:lnTo>
                  <a:pt x="155533" y="589898"/>
                </a:lnTo>
                <a:lnTo>
                  <a:pt x="155171" y="579364"/>
                </a:lnTo>
                <a:lnTo>
                  <a:pt x="155033" y="568830"/>
                </a:lnTo>
                <a:lnTo>
                  <a:pt x="155124" y="558296"/>
                </a:lnTo>
                <a:lnTo>
                  <a:pt x="155431" y="547762"/>
                </a:lnTo>
                <a:lnTo>
                  <a:pt x="155926" y="537228"/>
                </a:lnTo>
                <a:lnTo>
                  <a:pt x="156569" y="526695"/>
                </a:lnTo>
                <a:lnTo>
                  <a:pt x="157311" y="516161"/>
                </a:lnTo>
                <a:lnTo>
                  <a:pt x="158102" y="505627"/>
                </a:lnTo>
                <a:lnTo>
                  <a:pt x="158894" y="495093"/>
                </a:lnTo>
                <a:lnTo>
                  <a:pt x="159646" y="484559"/>
                </a:lnTo>
                <a:lnTo>
                  <a:pt x="160327" y="474025"/>
                </a:lnTo>
                <a:lnTo>
                  <a:pt x="160919" y="463491"/>
                </a:lnTo>
                <a:lnTo>
                  <a:pt x="161414" y="452957"/>
                </a:lnTo>
                <a:lnTo>
                  <a:pt x="161814" y="442423"/>
                </a:lnTo>
                <a:lnTo>
                  <a:pt x="162126" y="431890"/>
                </a:lnTo>
                <a:lnTo>
                  <a:pt x="162362" y="421356"/>
                </a:lnTo>
                <a:lnTo>
                  <a:pt x="162533" y="410822"/>
                </a:lnTo>
                <a:lnTo>
                  <a:pt x="162649" y="400288"/>
                </a:lnTo>
                <a:lnTo>
                  <a:pt x="162716" y="389754"/>
                </a:lnTo>
                <a:lnTo>
                  <a:pt x="162740" y="379220"/>
                </a:lnTo>
                <a:lnTo>
                  <a:pt x="162722" y="368686"/>
                </a:lnTo>
                <a:lnTo>
                  <a:pt x="162663" y="358152"/>
                </a:lnTo>
                <a:lnTo>
                  <a:pt x="162568" y="347618"/>
                </a:lnTo>
                <a:lnTo>
                  <a:pt x="162440" y="337085"/>
                </a:lnTo>
                <a:lnTo>
                  <a:pt x="162288" y="326551"/>
                </a:lnTo>
                <a:lnTo>
                  <a:pt x="162123" y="316017"/>
                </a:lnTo>
                <a:lnTo>
                  <a:pt x="161961" y="305483"/>
                </a:lnTo>
                <a:lnTo>
                  <a:pt x="161815" y="294949"/>
                </a:lnTo>
                <a:lnTo>
                  <a:pt x="161700" y="284415"/>
                </a:lnTo>
                <a:lnTo>
                  <a:pt x="161627" y="273881"/>
                </a:lnTo>
                <a:lnTo>
                  <a:pt x="161597" y="263347"/>
                </a:lnTo>
                <a:lnTo>
                  <a:pt x="161604" y="252813"/>
                </a:lnTo>
                <a:lnTo>
                  <a:pt x="161624" y="242280"/>
                </a:lnTo>
                <a:lnTo>
                  <a:pt x="161620" y="231746"/>
                </a:lnTo>
                <a:lnTo>
                  <a:pt x="161530" y="221212"/>
                </a:lnTo>
                <a:lnTo>
                  <a:pt x="161270" y="210678"/>
                </a:lnTo>
                <a:lnTo>
                  <a:pt x="160727" y="200144"/>
                </a:lnTo>
                <a:lnTo>
                  <a:pt x="159760" y="189610"/>
                </a:lnTo>
                <a:lnTo>
                  <a:pt x="158197" y="179076"/>
                </a:lnTo>
                <a:lnTo>
                  <a:pt x="155842" y="168542"/>
                </a:lnTo>
                <a:lnTo>
                  <a:pt x="152475" y="158008"/>
                </a:lnTo>
                <a:lnTo>
                  <a:pt x="147874" y="147474"/>
                </a:lnTo>
                <a:lnTo>
                  <a:pt x="141826" y="136941"/>
                </a:lnTo>
                <a:lnTo>
                  <a:pt x="134156" y="126407"/>
                </a:lnTo>
                <a:lnTo>
                  <a:pt x="124759" y="115873"/>
                </a:lnTo>
                <a:lnTo>
                  <a:pt x="113628" y="105339"/>
                </a:lnTo>
                <a:lnTo>
                  <a:pt x="100887" y="94805"/>
                </a:lnTo>
                <a:lnTo>
                  <a:pt x="86815" y="84271"/>
                </a:lnTo>
                <a:lnTo>
                  <a:pt x="71849" y="73737"/>
                </a:lnTo>
                <a:lnTo>
                  <a:pt x="56583" y="63203"/>
                </a:lnTo>
                <a:lnTo>
                  <a:pt x="41732" y="52669"/>
                </a:lnTo>
                <a:lnTo>
                  <a:pt x="28084" y="42136"/>
                </a:lnTo>
                <a:lnTo>
                  <a:pt x="16437" y="31602"/>
                </a:lnTo>
                <a:lnTo>
                  <a:pt x="7518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2" y="10534"/>
                </a:lnTo>
                <a:lnTo>
                  <a:pt x="337196" y="21068"/>
                </a:lnTo>
                <a:lnTo>
                  <a:pt x="328277" y="31602"/>
                </a:lnTo>
                <a:lnTo>
                  <a:pt x="316630" y="42136"/>
                </a:lnTo>
                <a:lnTo>
                  <a:pt x="302983" y="52669"/>
                </a:lnTo>
                <a:lnTo>
                  <a:pt x="288131" y="63203"/>
                </a:lnTo>
                <a:lnTo>
                  <a:pt x="272865" y="73737"/>
                </a:lnTo>
                <a:lnTo>
                  <a:pt x="257899" y="84271"/>
                </a:lnTo>
                <a:lnTo>
                  <a:pt x="243827" y="94805"/>
                </a:lnTo>
                <a:lnTo>
                  <a:pt x="231086" y="105339"/>
                </a:lnTo>
                <a:lnTo>
                  <a:pt x="219955" y="115873"/>
                </a:lnTo>
                <a:lnTo>
                  <a:pt x="210558" y="126407"/>
                </a:lnTo>
                <a:lnTo>
                  <a:pt x="202888" y="136941"/>
                </a:lnTo>
                <a:lnTo>
                  <a:pt x="196840" y="147474"/>
                </a:lnTo>
                <a:lnTo>
                  <a:pt x="192239" y="158008"/>
                </a:lnTo>
                <a:lnTo>
                  <a:pt x="188873" y="168542"/>
                </a:lnTo>
                <a:lnTo>
                  <a:pt x="186517" y="179076"/>
                </a:lnTo>
                <a:lnTo>
                  <a:pt x="184954" y="189610"/>
                </a:lnTo>
                <a:lnTo>
                  <a:pt x="183987" y="200144"/>
                </a:lnTo>
                <a:lnTo>
                  <a:pt x="183444" y="210678"/>
                </a:lnTo>
                <a:lnTo>
                  <a:pt x="183184" y="221212"/>
                </a:lnTo>
                <a:lnTo>
                  <a:pt x="183094" y="231746"/>
                </a:lnTo>
                <a:lnTo>
                  <a:pt x="183090" y="242280"/>
                </a:lnTo>
                <a:lnTo>
                  <a:pt x="183111" y="252813"/>
                </a:lnTo>
                <a:lnTo>
                  <a:pt x="183117" y="263347"/>
                </a:lnTo>
                <a:lnTo>
                  <a:pt x="183087" y="273881"/>
                </a:lnTo>
                <a:lnTo>
                  <a:pt x="183014" y="284415"/>
                </a:lnTo>
                <a:lnTo>
                  <a:pt x="182899" y="294949"/>
                </a:lnTo>
                <a:lnTo>
                  <a:pt x="182754" y="305483"/>
                </a:lnTo>
                <a:lnTo>
                  <a:pt x="182591" y="316017"/>
                </a:lnTo>
                <a:lnTo>
                  <a:pt x="182427" y="326551"/>
                </a:lnTo>
                <a:lnTo>
                  <a:pt x="182275" y="337085"/>
                </a:lnTo>
                <a:lnTo>
                  <a:pt x="182147" y="347618"/>
                </a:lnTo>
                <a:lnTo>
                  <a:pt x="182051" y="358152"/>
                </a:lnTo>
                <a:lnTo>
                  <a:pt x="181993" y="368686"/>
                </a:lnTo>
                <a:lnTo>
                  <a:pt x="181974" y="379220"/>
                </a:lnTo>
                <a:lnTo>
                  <a:pt x="181998" y="389754"/>
                </a:lnTo>
                <a:lnTo>
                  <a:pt x="182066" y="400288"/>
                </a:lnTo>
                <a:lnTo>
                  <a:pt x="182181" y="410822"/>
                </a:lnTo>
                <a:lnTo>
                  <a:pt x="182352" y="421356"/>
                </a:lnTo>
                <a:lnTo>
                  <a:pt x="182588" y="431890"/>
                </a:lnTo>
                <a:lnTo>
                  <a:pt x="182901" y="442423"/>
                </a:lnTo>
                <a:lnTo>
                  <a:pt x="183300" y="452957"/>
                </a:lnTo>
                <a:lnTo>
                  <a:pt x="183796" y="463491"/>
                </a:lnTo>
                <a:lnTo>
                  <a:pt x="184388" y="474025"/>
                </a:lnTo>
                <a:lnTo>
                  <a:pt x="185069" y="484559"/>
                </a:lnTo>
                <a:lnTo>
                  <a:pt x="185820" y="495093"/>
                </a:lnTo>
                <a:lnTo>
                  <a:pt x="186612" y="505627"/>
                </a:lnTo>
                <a:lnTo>
                  <a:pt x="187403" y="516161"/>
                </a:lnTo>
                <a:lnTo>
                  <a:pt x="188145" y="526695"/>
                </a:lnTo>
                <a:lnTo>
                  <a:pt x="188788" y="537228"/>
                </a:lnTo>
                <a:lnTo>
                  <a:pt x="189283" y="547762"/>
                </a:lnTo>
                <a:lnTo>
                  <a:pt x="189590" y="558296"/>
                </a:lnTo>
                <a:lnTo>
                  <a:pt x="189681" y="568830"/>
                </a:lnTo>
                <a:lnTo>
                  <a:pt x="189543" y="579364"/>
                </a:lnTo>
                <a:lnTo>
                  <a:pt x="189181" y="589898"/>
                </a:lnTo>
                <a:lnTo>
                  <a:pt x="188616" y="600432"/>
                </a:lnTo>
                <a:lnTo>
                  <a:pt x="187882" y="610966"/>
                </a:lnTo>
                <a:lnTo>
                  <a:pt x="187025" y="621500"/>
                </a:lnTo>
                <a:lnTo>
                  <a:pt x="186094" y="632034"/>
                </a:lnTo>
                <a:lnTo>
                  <a:pt x="185140" y="642567"/>
                </a:lnTo>
                <a:lnTo>
                  <a:pt x="184212" y="653101"/>
                </a:lnTo>
                <a:lnTo>
                  <a:pt x="183354" y="663635"/>
                </a:lnTo>
                <a:lnTo>
                  <a:pt x="182601" y="674169"/>
                </a:lnTo>
                <a:lnTo>
                  <a:pt x="181981" y="684703"/>
                </a:lnTo>
                <a:lnTo>
                  <a:pt x="181513" y="695237"/>
                </a:lnTo>
                <a:lnTo>
                  <a:pt x="181209" y="705771"/>
                </a:lnTo>
                <a:lnTo>
                  <a:pt x="181074" y="716305"/>
                </a:lnTo>
                <a:lnTo>
                  <a:pt x="181106" y="726839"/>
                </a:lnTo>
                <a:lnTo>
                  <a:pt x="181293" y="737372"/>
                </a:lnTo>
                <a:lnTo>
                  <a:pt x="181620" y="747906"/>
                </a:lnTo>
                <a:lnTo>
                  <a:pt x="182060" y="758440"/>
                </a:lnTo>
                <a:lnTo>
                  <a:pt x="182581" y="768974"/>
                </a:lnTo>
                <a:lnTo>
                  <a:pt x="183144" y="779508"/>
                </a:lnTo>
                <a:lnTo>
                  <a:pt x="183705" y="790042"/>
                </a:lnTo>
                <a:lnTo>
                  <a:pt x="184215" y="800576"/>
                </a:lnTo>
                <a:lnTo>
                  <a:pt x="184631" y="811110"/>
                </a:lnTo>
                <a:lnTo>
                  <a:pt x="184910" y="821644"/>
                </a:lnTo>
                <a:lnTo>
                  <a:pt x="185022" y="832177"/>
                </a:lnTo>
                <a:lnTo>
                  <a:pt x="184946" y="842711"/>
                </a:lnTo>
                <a:lnTo>
                  <a:pt x="184678" y="853245"/>
                </a:lnTo>
                <a:lnTo>
                  <a:pt x="184224" y="863779"/>
                </a:lnTo>
                <a:lnTo>
                  <a:pt x="183606" y="874313"/>
                </a:lnTo>
                <a:lnTo>
                  <a:pt x="182855" y="884847"/>
                </a:lnTo>
                <a:lnTo>
                  <a:pt x="182011" y="895381"/>
                </a:lnTo>
                <a:lnTo>
                  <a:pt x="181113" y="905915"/>
                </a:lnTo>
                <a:lnTo>
                  <a:pt x="180202" y="916449"/>
                </a:lnTo>
                <a:lnTo>
                  <a:pt x="179315" y="926982"/>
                </a:lnTo>
                <a:lnTo>
                  <a:pt x="178482" y="937516"/>
                </a:lnTo>
                <a:lnTo>
                  <a:pt x="177726" y="948050"/>
                </a:lnTo>
                <a:lnTo>
                  <a:pt x="177064" y="958584"/>
                </a:lnTo>
                <a:lnTo>
                  <a:pt x="176507" y="969118"/>
                </a:lnTo>
                <a:lnTo>
                  <a:pt x="176058" y="979652"/>
                </a:lnTo>
                <a:lnTo>
                  <a:pt x="175720" y="990186"/>
                </a:lnTo>
                <a:lnTo>
                  <a:pt x="175491" y="1000720"/>
                </a:lnTo>
                <a:lnTo>
                  <a:pt x="175365" y="1011254"/>
                </a:lnTo>
                <a:lnTo>
                  <a:pt x="175337" y="1021788"/>
                </a:lnTo>
                <a:lnTo>
                  <a:pt x="175396" y="1032321"/>
                </a:lnTo>
                <a:lnTo>
                  <a:pt x="175533" y="1042855"/>
                </a:lnTo>
                <a:lnTo>
                  <a:pt x="175734" y="1053389"/>
                </a:lnTo>
                <a:lnTo>
                  <a:pt x="175984" y="1063923"/>
                </a:lnTo>
                <a:lnTo>
                  <a:pt x="176268" y="1074457"/>
                </a:lnTo>
                <a:lnTo>
                  <a:pt x="176570" y="1084991"/>
                </a:lnTo>
                <a:lnTo>
                  <a:pt x="176874" y="1095525"/>
                </a:lnTo>
                <a:lnTo>
                  <a:pt x="177166" y="1106059"/>
                </a:lnTo>
                <a:lnTo>
                  <a:pt x="177436" y="1116593"/>
                </a:lnTo>
                <a:lnTo>
                  <a:pt x="177676" y="1127126"/>
                </a:lnTo>
                <a:lnTo>
                  <a:pt x="177879" y="1137660"/>
                </a:lnTo>
                <a:lnTo>
                  <a:pt x="178042" y="1148194"/>
                </a:lnTo>
                <a:lnTo>
                  <a:pt x="178163" y="1158728"/>
                </a:lnTo>
                <a:lnTo>
                  <a:pt x="178240" y="1169262"/>
                </a:lnTo>
                <a:lnTo>
                  <a:pt x="178272" y="1179796"/>
                </a:lnTo>
                <a:lnTo>
                  <a:pt x="178256" y="1190330"/>
                </a:lnTo>
                <a:lnTo>
                  <a:pt x="178191" y="1200864"/>
                </a:lnTo>
                <a:lnTo>
                  <a:pt x="178074" y="1211398"/>
                </a:lnTo>
                <a:lnTo>
                  <a:pt x="177903" y="1221931"/>
                </a:lnTo>
                <a:lnTo>
                  <a:pt x="177679" y="1232465"/>
                </a:lnTo>
                <a:lnTo>
                  <a:pt x="177404" y="1242999"/>
                </a:lnTo>
                <a:lnTo>
                  <a:pt x="177082" y="1253533"/>
                </a:lnTo>
                <a:lnTo>
                  <a:pt x="176723" y="1264067"/>
                </a:lnTo>
                <a:lnTo>
                  <a:pt x="176338" y="1274601"/>
                </a:lnTo>
                <a:lnTo>
                  <a:pt x="175940" y="1285135"/>
                </a:lnTo>
                <a:lnTo>
                  <a:pt x="175544" y="1295669"/>
                </a:lnTo>
                <a:lnTo>
                  <a:pt x="175166" y="1306203"/>
                </a:lnTo>
                <a:lnTo>
                  <a:pt x="174820" y="1316736"/>
                </a:lnTo>
                <a:lnTo>
                  <a:pt x="174518" y="1327270"/>
                </a:lnTo>
                <a:lnTo>
                  <a:pt x="174269" y="1337804"/>
                </a:lnTo>
                <a:lnTo>
                  <a:pt x="174078" y="1348338"/>
                </a:lnTo>
                <a:lnTo>
                  <a:pt x="173948" y="1358872"/>
                </a:lnTo>
                <a:lnTo>
                  <a:pt x="173875" y="1369406"/>
                </a:lnTo>
                <a:lnTo>
                  <a:pt x="173854" y="1379940"/>
                </a:lnTo>
                <a:lnTo>
                  <a:pt x="173875" y="1390474"/>
                </a:lnTo>
                <a:lnTo>
                  <a:pt x="173929" y="1401008"/>
                </a:lnTo>
                <a:lnTo>
                  <a:pt x="174002" y="1411542"/>
                </a:lnTo>
                <a:lnTo>
                  <a:pt x="174084" y="1422075"/>
                </a:lnTo>
                <a:lnTo>
                  <a:pt x="174165" y="1432609"/>
                </a:lnTo>
                <a:lnTo>
                  <a:pt x="174238" y="1443143"/>
                </a:lnTo>
                <a:lnTo>
                  <a:pt x="174300" y="1453677"/>
                </a:lnTo>
                <a:lnTo>
                  <a:pt x="174353" y="1464211"/>
                </a:lnTo>
                <a:lnTo>
                  <a:pt x="174409" y="1474745"/>
                </a:lnTo>
                <a:lnTo>
                  <a:pt x="174482" y="1485279"/>
                </a:lnTo>
                <a:lnTo>
                  <a:pt x="174598" y="1495813"/>
                </a:lnTo>
                <a:lnTo>
                  <a:pt x="174788" y="1506347"/>
                </a:lnTo>
                <a:lnTo>
                  <a:pt x="175090" y="1516880"/>
                </a:lnTo>
                <a:lnTo>
                  <a:pt x="175546" y="1527414"/>
                </a:lnTo>
                <a:lnTo>
                  <a:pt x="176199" y="1537948"/>
                </a:lnTo>
                <a:lnTo>
                  <a:pt x="177092" y="1548482"/>
                </a:lnTo>
                <a:lnTo>
                  <a:pt x="178260" y="1559016"/>
                </a:lnTo>
                <a:lnTo>
                  <a:pt x="179725" y="1569550"/>
                </a:lnTo>
                <a:lnTo>
                  <a:pt x="181490" y="1580084"/>
                </a:lnTo>
                <a:lnTo>
                  <a:pt x="183538" y="1590618"/>
                </a:lnTo>
                <a:lnTo>
                  <a:pt x="185823" y="1601152"/>
                </a:lnTo>
                <a:lnTo>
                  <a:pt x="188270" y="1611685"/>
                </a:lnTo>
                <a:lnTo>
                  <a:pt x="190780" y="1622219"/>
                </a:lnTo>
                <a:lnTo>
                  <a:pt x="193232" y="1632753"/>
                </a:lnTo>
                <a:lnTo>
                  <a:pt x="195491" y="1643287"/>
                </a:lnTo>
                <a:lnTo>
                  <a:pt x="197423" y="1653821"/>
                </a:lnTo>
                <a:lnTo>
                  <a:pt x="198904" y="1664355"/>
                </a:lnTo>
                <a:lnTo>
                  <a:pt x="199836" y="1674889"/>
                </a:lnTo>
                <a:lnTo>
                  <a:pt x="200154" y="1685423"/>
                </a:lnTo>
                <a:lnTo>
                  <a:pt x="200154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2" name="data_2709">
            <a:extLst xmlns:a="http://schemas.openxmlformats.org/drawingml/2006/main">
              <a:ext uri="{FF2B5EF4-FFF2-40B4-BE49-F238E27FC236}">
                <a16:creationId xmlns:a16="http://schemas.microsoft.com/office/drawing/2014/main" id="{E8C14CA4-D770-4AAC-92C0-CB81CD63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580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956" y="1674889"/>
                </a:lnTo>
                <a:lnTo>
                  <a:pt x="7688" y="1664355"/>
                </a:lnTo>
                <a:lnTo>
                  <a:pt x="16809" y="1653821"/>
                </a:lnTo>
                <a:lnTo>
                  <a:pt x="28720" y="1643287"/>
                </a:lnTo>
                <a:lnTo>
                  <a:pt x="42677" y="1632753"/>
                </a:lnTo>
                <a:lnTo>
                  <a:pt x="57865" y="1622219"/>
                </a:lnTo>
                <a:lnTo>
                  <a:pt x="73475" y="1611685"/>
                </a:lnTo>
                <a:lnTo>
                  <a:pt x="88775" y="1601152"/>
                </a:lnTo>
                <a:lnTo>
                  <a:pt x="103158" y="1590618"/>
                </a:lnTo>
                <a:lnTo>
                  <a:pt x="116171" y="1580084"/>
                </a:lnTo>
                <a:lnTo>
                  <a:pt x="127532" y="1569550"/>
                </a:lnTo>
                <a:lnTo>
                  <a:pt x="137111" y="1559016"/>
                </a:lnTo>
                <a:lnTo>
                  <a:pt x="144915" y="1548482"/>
                </a:lnTo>
                <a:lnTo>
                  <a:pt x="151054" y="1537948"/>
                </a:lnTo>
                <a:lnTo>
                  <a:pt x="155708" y="1527414"/>
                </a:lnTo>
                <a:lnTo>
                  <a:pt x="159097" y="1516880"/>
                </a:lnTo>
                <a:lnTo>
                  <a:pt x="161451" y="1506347"/>
                </a:lnTo>
                <a:lnTo>
                  <a:pt x="162995" y="1495813"/>
                </a:lnTo>
                <a:lnTo>
                  <a:pt x="163936" y="1485279"/>
                </a:lnTo>
                <a:lnTo>
                  <a:pt x="164450" y="1474745"/>
                </a:lnTo>
                <a:lnTo>
                  <a:pt x="164684" y="1464211"/>
                </a:lnTo>
                <a:lnTo>
                  <a:pt x="164755" y="1453677"/>
                </a:lnTo>
                <a:lnTo>
                  <a:pt x="164752" y="1443143"/>
                </a:lnTo>
                <a:lnTo>
                  <a:pt x="164737" y="1432609"/>
                </a:lnTo>
                <a:lnTo>
                  <a:pt x="164751" y="1422075"/>
                </a:lnTo>
                <a:lnTo>
                  <a:pt x="164817" y="1411542"/>
                </a:lnTo>
                <a:lnTo>
                  <a:pt x="164942" y="1401008"/>
                </a:lnTo>
                <a:lnTo>
                  <a:pt x="165122" y="1390474"/>
                </a:lnTo>
                <a:lnTo>
                  <a:pt x="165342" y="1379940"/>
                </a:lnTo>
                <a:lnTo>
                  <a:pt x="165586" y="1369406"/>
                </a:lnTo>
                <a:lnTo>
                  <a:pt x="165832" y="1358872"/>
                </a:lnTo>
                <a:lnTo>
                  <a:pt x="166060" y="1348338"/>
                </a:lnTo>
                <a:lnTo>
                  <a:pt x="166251" y="1337804"/>
                </a:lnTo>
                <a:lnTo>
                  <a:pt x="166392" y="1327270"/>
                </a:lnTo>
                <a:lnTo>
                  <a:pt x="166470" y="1316736"/>
                </a:lnTo>
                <a:lnTo>
                  <a:pt x="166478" y="1306203"/>
                </a:lnTo>
                <a:lnTo>
                  <a:pt x="166410" y="1295669"/>
                </a:lnTo>
                <a:lnTo>
                  <a:pt x="166262" y="1285135"/>
                </a:lnTo>
                <a:lnTo>
                  <a:pt x="166030" y="1274601"/>
                </a:lnTo>
                <a:lnTo>
                  <a:pt x="165710" y="1264067"/>
                </a:lnTo>
                <a:lnTo>
                  <a:pt x="165298" y="1253533"/>
                </a:lnTo>
                <a:lnTo>
                  <a:pt x="164793" y="1242999"/>
                </a:lnTo>
                <a:lnTo>
                  <a:pt x="164193" y="1232465"/>
                </a:lnTo>
                <a:lnTo>
                  <a:pt x="163504" y="1221931"/>
                </a:lnTo>
                <a:lnTo>
                  <a:pt x="162738" y="1211398"/>
                </a:lnTo>
                <a:lnTo>
                  <a:pt x="161914" y="1200864"/>
                </a:lnTo>
                <a:lnTo>
                  <a:pt x="161061" y="1190330"/>
                </a:lnTo>
                <a:lnTo>
                  <a:pt x="160216" y="1179796"/>
                </a:lnTo>
                <a:lnTo>
                  <a:pt x="159423" y="1169262"/>
                </a:lnTo>
                <a:lnTo>
                  <a:pt x="158728" y="1158728"/>
                </a:lnTo>
                <a:lnTo>
                  <a:pt x="158176" y="1148194"/>
                </a:lnTo>
                <a:lnTo>
                  <a:pt x="157806" y="1137660"/>
                </a:lnTo>
                <a:lnTo>
                  <a:pt x="157645" y="1127126"/>
                </a:lnTo>
                <a:lnTo>
                  <a:pt x="157707" y="1116593"/>
                </a:lnTo>
                <a:lnTo>
                  <a:pt x="157991" y="1106059"/>
                </a:lnTo>
                <a:lnTo>
                  <a:pt x="158477" y="1095525"/>
                </a:lnTo>
                <a:lnTo>
                  <a:pt x="159133" y="1084991"/>
                </a:lnTo>
                <a:lnTo>
                  <a:pt x="159917" y="1074457"/>
                </a:lnTo>
                <a:lnTo>
                  <a:pt x="160775" y="1063923"/>
                </a:lnTo>
                <a:lnTo>
                  <a:pt x="161656" y="1053389"/>
                </a:lnTo>
                <a:lnTo>
                  <a:pt x="162507" y="1042855"/>
                </a:lnTo>
                <a:lnTo>
                  <a:pt x="163278" y="1032321"/>
                </a:lnTo>
                <a:lnTo>
                  <a:pt x="163926" y="1021788"/>
                </a:lnTo>
                <a:lnTo>
                  <a:pt x="164416" y="1011254"/>
                </a:lnTo>
                <a:lnTo>
                  <a:pt x="164717" y="1000720"/>
                </a:lnTo>
                <a:lnTo>
                  <a:pt x="164806" y="990186"/>
                </a:lnTo>
                <a:lnTo>
                  <a:pt x="164664" y="979652"/>
                </a:lnTo>
                <a:lnTo>
                  <a:pt x="164280" y="969118"/>
                </a:lnTo>
                <a:lnTo>
                  <a:pt x="163651" y="958584"/>
                </a:lnTo>
                <a:lnTo>
                  <a:pt x="162782" y="948050"/>
                </a:lnTo>
                <a:lnTo>
                  <a:pt x="161692" y="937516"/>
                </a:lnTo>
                <a:lnTo>
                  <a:pt x="160415" y="926982"/>
                </a:lnTo>
                <a:lnTo>
                  <a:pt x="159001" y="916449"/>
                </a:lnTo>
                <a:lnTo>
                  <a:pt x="157515" y="905915"/>
                </a:lnTo>
                <a:lnTo>
                  <a:pt x="156037" y="895381"/>
                </a:lnTo>
                <a:lnTo>
                  <a:pt x="154654" y="884847"/>
                </a:lnTo>
                <a:lnTo>
                  <a:pt x="153455" y="874313"/>
                </a:lnTo>
                <a:lnTo>
                  <a:pt x="152525" y="863779"/>
                </a:lnTo>
                <a:lnTo>
                  <a:pt x="151931" y="853245"/>
                </a:lnTo>
                <a:lnTo>
                  <a:pt x="151720" y="842711"/>
                </a:lnTo>
                <a:lnTo>
                  <a:pt x="151910" y="832177"/>
                </a:lnTo>
                <a:lnTo>
                  <a:pt x="152491" y="821644"/>
                </a:lnTo>
                <a:lnTo>
                  <a:pt x="153421" y="811110"/>
                </a:lnTo>
                <a:lnTo>
                  <a:pt x="154637" y="800576"/>
                </a:lnTo>
                <a:lnTo>
                  <a:pt x="156058" y="790042"/>
                </a:lnTo>
                <a:lnTo>
                  <a:pt x="157594" y="779508"/>
                </a:lnTo>
                <a:lnTo>
                  <a:pt x="159154" y="768974"/>
                </a:lnTo>
                <a:lnTo>
                  <a:pt x="160658" y="758440"/>
                </a:lnTo>
                <a:lnTo>
                  <a:pt x="162036" y="747906"/>
                </a:lnTo>
                <a:lnTo>
                  <a:pt x="163241" y="737372"/>
                </a:lnTo>
                <a:lnTo>
                  <a:pt x="164242" y="726839"/>
                </a:lnTo>
                <a:lnTo>
                  <a:pt x="165028" y="716305"/>
                </a:lnTo>
                <a:lnTo>
                  <a:pt x="165604" y="705771"/>
                </a:lnTo>
                <a:lnTo>
                  <a:pt x="165989" y="695237"/>
                </a:lnTo>
                <a:lnTo>
                  <a:pt x="166209" y="684703"/>
                </a:lnTo>
                <a:lnTo>
                  <a:pt x="166295" y="674169"/>
                </a:lnTo>
                <a:lnTo>
                  <a:pt x="166281" y="663635"/>
                </a:lnTo>
                <a:lnTo>
                  <a:pt x="166200" y="653101"/>
                </a:lnTo>
                <a:lnTo>
                  <a:pt x="166081" y="642567"/>
                </a:lnTo>
                <a:lnTo>
                  <a:pt x="165950" y="632034"/>
                </a:lnTo>
                <a:lnTo>
                  <a:pt x="165828" y="621500"/>
                </a:lnTo>
                <a:lnTo>
                  <a:pt x="165731" y="610966"/>
                </a:lnTo>
                <a:lnTo>
                  <a:pt x="165670" y="600432"/>
                </a:lnTo>
                <a:lnTo>
                  <a:pt x="165648" y="589898"/>
                </a:lnTo>
                <a:lnTo>
                  <a:pt x="165666" y="579364"/>
                </a:lnTo>
                <a:lnTo>
                  <a:pt x="165718" y="568830"/>
                </a:lnTo>
                <a:lnTo>
                  <a:pt x="165793" y="558296"/>
                </a:lnTo>
                <a:lnTo>
                  <a:pt x="165878" y="547762"/>
                </a:lnTo>
                <a:lnTo>
                  <a:pt x="165959" y="537228"/>
                </a:lnTo>
                <a:lnTo>
                  <a:pt x="166019" y="526695"/>
                </a:lnTo>
                <a:lnTo>
                  <a:pt x="166044" y="516161"/>
                </a:lnTo>
                <a:lnTo>
                  <a:pt x="166023" y="505627"/>
                </a:lnTo>
                <a:lnTo>
                  <a:pt x="165950" y="495093"/>
                </a:lnTo>
                <a:lnTo>
                  <a:pt x="165824" y="484559"/>
                </a:lnTo>
                <a:lnTo>
                  <a:pt x="165649" y="474025"/>
                </a:lnTo>
                <a:lnTo>
                  <a:pt x="165435" y="463491"/>
                </a:lnTo>
                <a:lnTo>
                  <a:pt x="165195" y="452957"/>
                </a:lnTo>
                <a:lnTo>
                  <a:pt x="164946" y="442423"/>
                </a:lnTo>
                <a:lnTo>
                  <a:pt x="164705" y="431890"/>
                </a:lnTo>
                <a:lnTo>
                  <a:pt x="164489" y="421356"/>
                </a:lnTo>
                <a:lnTo>
                  <a:pt x="164312" y="410822"/>
                </a:lnTo>
                <a:lnTo>
                  <a:pt x="164185" y="400288"/>
                </a:lnTo>
                <a:lnTo>
                  <a:pt x="164114" y="389754"/>
                </a:lnTo>
                <a:lnTo>
                  <a:pt x="164102" y="379220"/>
                </a:lnTo>
                <a:lnTo>
                  <a:pt x="164148" y="368686"/>
                </a:lnTo>
                <a:lnTo>
                  <a:pt x="164246" y="358152"/>
                </a:lnTo>
                <a:lnTo>
                  <a:pt x="164391" y="347618"/>
                </a:lnTo>
                <a:lnTo>
                  <a:pt x="164575" y="337085"/>
                </a:lnTo>
                <a:lnTo>
                  <a:pt x="164791" y="326551"/>
                </a:lnTo>
                <a:lnTo>
                  <a:pt x="165033" y="316017"/>
                </a:lnTo>
                <a:lnTo>
                  <a:pt x="165297" y="305483"/>
                </a:lnTo>
                <a:lnTo>
                  <a:pt x="165580" y="294949"/>
                </a:lnTo>
                <a:lnTo>
                  <a:pt x="165880" y="284415"/>
                </a:lnTo>
                <a:lnTo>
                  <a:pt x="166197" y="273881"/>
                </a:lnTo>
                <a:lnTo>
                  <a:pt x="166528" y="263347"/>
                </a:lnTo>
                <a:lnTo>
                  <a:pt x="166869" y="252813"/>
                </a:lnTo>
                <a:lnTo>
                  <a:pt x="167215" y="242280"/>
                </a:lnTo>
                <a:lnTo>
                  <a:pt x="167553" y="231746"/>
                </a:lnTo>
                <a:lnTo>
                  <a:pt x="167866" y="221212"/>
                </a:lnTo>
                <a:lnTo>
                  <a:pt x="168129" y="210678"/>
                </a:lnTo>
                <a:lnTo>
                  <a:pt x="168311" y="200144"/>
                </a:lnTo>
                <a:lnTo>
                  <a:pt x="168370" y="189610"/>
                </a:lnTo>
                <a:lnTo>
                  <a:pt x="168257" y="179076"/>
                </a:lnTo>
                <a:lnTo>
                  <a:pt x="167916" y="168542"/>
                </a:lnTo>
                <a:lnTo>
                  <a:pt x="167286" y="158008"/>
                </a:lnTo>
                <a:lnTo>
                  <a:pt x="166303" y="147474"/>
                </a:lnTo>
                <a:lnTo>
                  <a:pt x="164911" y="136941"/>
                </a:lnTo>
                <a:lnTo>
                  <a:pt x="163061" y="126407"/>
                </a:lnTo>
                <a:lnTo>
                  <a:pt x="160726" y="115873"/>
                </a:lnTo>
                <a:lnTo>
                  <a:pt x="157906" y="105339"/>
                </a:lnTo>
                <a:lnTo>
                  <a:pt x="154636" y="94805"/>
                </a:lnTo>
                <a:lnTo>
                  <a:pt x="150992" y="84271"/>
                </a:lnTo>
                <a:lnTo>
                  <a:pt x="147094" y="73737"/>
                </a:lnTo>
                <a:lnTo>
                  <a:pt x="143101" y="63203"/>
                </a:lnTo>
                <a:lnTo>
                  <a:pt x="139206" y="52669"/>
                </a:lnTo>
                <a:lnTo>
                  <a:pt x="135620" y="42136"/>
                </a:lnTo>
                <a:lnTo>
                  <a:pt x="132556" y="31602"/>
                </a:lnTo>
                <a:lnTo>
                  <a:pt x="130208" y="21068"/>
                </a:lnTo>
                <a:lnTo>
                  <a:pt x="128732" y="10534"/>
                </a:lnTo>
                <a:lnTo>
                  <a:pt x="128228" y="0"/>
                </a:lnTo>
                <a:lnTo>
                  <a:pt x="216486" y="0"/>
                </a:lnTo>
                <a:lnTo>
                  <a:pt x="216486" y="0"/>
                </a:lnTo>
                <a:lnTo>
                  <a:pt x="215982" y="10534"/>
                </a:lnTo>
                <a:lnTo>
                  <a:pt x="214506" y="21068"/>
                </a:lnTo>
                <a:lnTo>
                  <a:pt x="212158" y="31602"/>
                </a:lnTo>
                <a:lnTo>
                  <a:pt x="209094" y="42136"/>
                </a:lnTo>
                <a:lnTo>
                  <a:pt x="205508" y="52669"/>
                </a:lnTo>
                <a:lnTo>
                  <a:pt x="201614" y="63203"/>
                </a:lnTo>
                <a:lnTo>
                  <a:pt x="197621" y="73737"/>
                </a:lnTo>
                <a:lnTo>
                  <a:pt x="193722" y="84271"/>
                </a:lnTo>
                <a:lnTo>
                  <a:pt x="190078" y="94805"/>
                </a:lnTo>
                <a:lnTo>
                  <a:pt x="186808" y="105339"/>
                </a:lnTo>
                <a:lnTo>
                  <a:pt x="183988" y="115873"/>
                </a:lnTo>
                <a:lnTo>
                  <a:pt x="181653" y="126407"/>
                </a:lnTo>
                <a:lnTo>
                  <a:pt x="179804" y="136941"/>
                </a:lnTo>
                <a:lnTo>
                  <a:pt x="178411" y="147474"/>
                </a:lnTo>
                <a:lnTo>
                  <a:pt x="177429" y="158008"/>
                </a:lnTo>
                <a:lnTo>
                  <a:pt x="176798" y="168542"/>
                </a:lnTo>
                <a:lnTo>
                  <a:pt x="176457" y="179076"/>
                </a:lnTo>
                <a:lnTo>
                  <a:pt x="176344" y="189610"/>
                </a:lnTo>
                <a:lnTo>
                  <a:pt x="176403" y="200144"/>
                </a:lnTo>
                <a:lnTo>
                  <a:pt x="176585" y="210678"/>
                </a:lnTo>
                <a:lnTo>
                  <a:pt x="176849" y="221212"/>
                </a:lnTo>
                <a:lnTo>
                  <a:pt x="177162" y="231746"/>
                </a:lnTo>
                <a:lnTo>
                  <a:pt x="177500" y="242280"/>
                </a:lnTo>
                <a:lnTo>
                  <a:pt x="177845" y="252813"/>
                </a:lnTo>
                <a:lnTo>
                  <a:pt x="178187" y="263347"/>
                </a:lnTo>
                <a:lnTo>
                  <a:pt x="178517" y="273881"/>
                </a:lnTo>
                <a:lnTo>
                  <a:pt x="178834" y="284415"/>
                </a:lnTo>
                <a:lnTo>
                  <a:pt x="179134" y="294949"/>
                </a:lnTo>
                <a:lnTo>
                  <a:pt x="179417" y="305483"/>
                </a:lnTo>
                <a:lnTo>
                  <a:pt x="179681" y="316017"/>
                </a:lnTo>
                <a:lnTo>
                  <a:pt x="179924" y="326551"/>
                </a:lnTo>
                <a:lnTo>
                  <a:pt x="180140" y="337085"/>
                </a:lnTo>
                <a:lnTo>
                  <a:pt x="180324" y="347618"/>
                </a:lnTo>
                <a:lnTo>
                  <a:pt x="180468" y="358152"/>
                </a:lnTo>
                <a:lnTo>
                  <a:pt x="180567" y="368686"/>
                </a:lnTo>
                <a:lnTo>
                  <a:pt x="180612" y="379220"/>
                </a:lnTo>
                <a:lnTo>
                  <a:pt x="180600" y="389754"/>
                </a:lnTo>
                <a:lnTo>
                  <a:pt x="180529" y="400288"/>
                </a:lnTo>
                <a:lnTo>
                  <a:pt x="180402" y="410822"/>
                </a:lnTo>
                <a:lnTo>
                  <a:pt x="180225" y="421356"/>
                </a:lnTo>
                <a:lnTo>
                  <a:pt x="180009" y="431890"/>
                </a:lnTo>
                <a:lnTo>
                  <a:pt x="179768" y="442423"/>
                </a:lnTo>
                <a:lnTo>
                  <a:pt x="179519" y="452957"/>
                </a:lnTo>
                <a:lnTo>
                  <a:pt x="179279" y="463491"/>
                </a:lnTo>
                <a:lnTo>
                  <a:pt x="179065" y="474025"/>
                </a:lnTo>
                <a:lnTo>
                  <a:pt x="178890" y="484559"/>
                </a:lnTo>
                <a:lnTo>
                  <a:pt x="178764" y="495093"/>
                </a:lnTo>
                <a:lnTo>
                  <a:pt x="178691" y="505627"/>
                </a:lnTo>
                <a:lnTo>
                  <a:pt x="178671" y="516161"/>
                </a:lnTo>
                <a:lnTo>
                  <a:pt x="178696" y="526695"/>
                </a:lnTo>
                <a:lnTo>
                  <a:pt x="178756" y="537228"/>
                </a:lnTo>
                <a:lnTo>
                  <a:pt x="178836" y="547762"/>
                </a:lnTo>
                <a:lnTo>
                  <a:pt x="178921" y="558296"/>
                </a:lnTo>
                <a:lnTo>
                  <a:pt x="178997" y="568830"/>
                </a:lnTo>
                <a:lnTo>
                  <a:pt x="179048" y="579364"/>
                </a:lnTo>
                <a:lnTo>
                  <a:pt x="179066" y="589898"/>
                </a:lnTo>
                <a:lnTo>
                  <a:pt x="179044" y="600432"/>
                </a:lnTo>
                <a:lnTo>
                  <a:pt x="178983" y="610966"/>
                </a:lnTo>
                <a:lnTo>
                  <a:pt x="178886" y="621500"/>
                </a:lnTo>
                <a:lnTo>
                  <a:pt x="178764" y="632034"/>
                </a:lnTo>
                <a:lnTo>
                  <a:pt x="178634" y="642567"/>
                </a:lnTo>
                <a:lnTo>
                  <a:pt x="178515" y="653101"/>
                </a:lnTo>
                <a:lnTo>
                  <a:pt x="178433" y="663635"/>
                </a:lnTo>
                <a:lnTo>
                  <a:pt x="178419" y="674169"/>
                </a:lnTo>
                <a:lnTo>
                  <a:pt x="178506" y="684703"/>
                </a:lnTo>
                <a:lnTo>
                  <a:pt x="178725" y="695237"/>
                </a:lnTo>
                <a:lnTo>
                  <a:pt x="179110" y="705771"/>
                </a:lnTo>
                <a:lnTo>
                  <a:pt x="179686" y="716305"/>
                </a:lnTo>
                <a:lnTo>
                  <a:pt x="180473" y="726839"/>
                </a:lnTo>
                <a:lnTo>
                  <a:pt x="181473" y="737372"/>
                </a:lnTo>
                <a:lnTo>
                  <a:pt x="182678" y="747906"/>
                </a:lnTo>
                <a:lnTo>
                  <a:pt x="184057" y="758440"/>
                </a:lnTo>
                <a:lnTo>
                  <a:pt x="185560" y="768974"/>
                </a:lnTo>
                <a:lnTo>
                  <a:pt x="187120" y="779508"/>
                </a:lnTo>
                <a:lnTo>
                  <a:pt x="188656" y="790042"/>
                </a:lnTo>
                <a:lnTo>
                  <a:pt x="190077" y="800576"/>
                </a:lnTo>
                <a:lnTo>
                  <a:pt x="191293" y="811110"/>
                </a:lnTo>
                <a:lnTo>
                  <a:pt x="192224" y="821644"/>
                </a:lnTo>
                <a:lnTo>
                  <a:pt x="192804" y="832177"/>
                </a:lnTo>
                <a:lnTo>
                  <a:pt x="192994" y="842711"/>
                </a:lnTo>
                <a:lnTo>
                  <a:pt x="192783" y="853245"/>
                </a:lnTo>
                <a:lnTo>
                  <a:pt x="192189" y="863779"/>
                </a:lnTo>
                <a:lnTo>
                  <a:pt x="191259" y="874313"/>
                </a:lnTo>
                <a:lnTo>
                  <a:pt x="190061" y="884847"/>
                </a:lnTo>
                <a:lnTo>
                  <a:pt x="188677" y="895381"/>
                </a:lnTo>
                <a:lnTo>
                  <a:pt x="187199" y="905915"/>
                </a:lnTo>
                <a:lnTo>
                  <a:pt x="185713" y="916449"/>
                </a:lnTo>
                <a:lnTo>
                  <a:pt x="184299" y="926982"/>
                </a:lnTo>
                <a:lnTo>
                  <a:pt x="183022" y="937516"/>
                </a:lnTo>
                <a:lnTo>
                  <a:pt x="181933" y="948050"/>
                </a:lnTo>
                <a:lnTo>
                  <a:pt x="181064" y="958584"/>
                </a:lnTo>
                <a:lnTo>
                  <a:pt x="180434" y="969118"/>
                </a:lnTo>
                <a:lnTo>
                  <a:pt x="180050" y="979652"/>
                </a:lnTo>
                <a:lnTo>
                  <a:pt x="179908" y="990186"/>
                </a:lnTo>
                <a:lnTo>
                  <a:pt x="179997" y="1000720"/>
                </a:lnTo>
                <a:lnTo>
                  <a:pt x="180298" y="1011254"/>
                </a:lnTo>
                <a:lnTo>
                  <a:pt x="180788" y="1021788"/>
                </a:lnTo>
                <a:lnTo>
                  <a:pt x="181437" y="1032321"/>
                </a:lnTo>
                <a:lnTo>
                  <a:pt x="182208" y="1042855"/>
                </a:lnTo>
                <a:lnTo>
                  <a:pt x="183058" y="1053389"/>
                </a:lnTo>
                <a:lnTo>
                  <a:pt x="183939" y="1063923"/>
                </a:lnTo>
                <a:lnTo>
                  <a:pt x="184798" y="1074457"/>
                </a:lnTo>
                <a:lnTo>
                  <a:pt x="185581" y="1084991"/>
                </a:lnTo>
                <a:lnTo>
                  <a:pt x="186237" y="1095525"/>
                </a:lnTo>
                <a:lnTo>
                  <a:pt x="186724" y="1106059"/>
                </a:lnTo>
                <a:lnTo>
                  <a:pt x="187007" y="1116593"/>
                </a:lnTo>
                <a:lnTo>
                  <a:pt x="187069" y="1127126"/>
                </a:lnTo>
                <a:lnTo>
                  <a:pt x="186908" y="1137660"/>
                </a:lnTo>
                <a:lnTo>
                  <a:pt x="186538" y="1148194"/>
                </a:lnTo>
                <a:lnTo>
                  <a:pt x="185986" y="1158728"/>
                </a:lnTo>
                <a:lnTo>
                  <a:pt x="185292" y="1169262"/>
                </a:lnTo>
                <a:lnTo>
                  <a:pt x="184499" y="1179796"/>
                </a:lnTo>
                <a:lnTo>
                  <a:pt x="183654" y="1190330"/>
                </a:lnTo>
                <a:lnTo>
                  <a:pt x="182801" y="1200864"/>
                </a:lnTo>
                <a:lnTo>
                  <a:pt x="181976" y="1211398"/>
                </a:lnTo>
                <a:lnTo>
                  <a:pt x="181210" y="1221931"/>
                </a:lnTo>
                <a:lnTo>
                  <a:pt x="180521" y="1232465"/>
                </a:lnTo>
                <a:lnTo>
                  <a:pt x="179921" y="1242999"/>
                </a:lnTo>
                <a:lnTo>
                  <a:pt x="179416" y="1253533"/>
                </a:lnTo>
                <a:lnTo>
                  <a:pt x="179004" y="1264067"/>
                </a:lnTo>
                <a:lnTo>
                  <a:pt x="178684" y="1274601"/>
                </a:lnTo>
                <a:lnTo>
                  <a:pt x="178452" y="1285135"/>
                </a:lnTo>
                <a:lnTo>
                  <a:pt x="178304" y="1295669"/>
                </a:lnTo>
                <a:lnTo>
                  <a:pt x="178236" y="1306203"/>
                </a:lnTo>
                <a:lnTo>
                  <a:pt x="178244" y="1316736"/>
                </a:lnTo>
                <a:lnTo>
                  <a:pt x="178322" y="1327270"/>
                </a:lnTo>
                <a:lnTo>
                  <a:pt x="178463" y="1337804"/>
                </a:lnTo>
                <a:lnTo>
                  <a:pt x="178655" y="1348338"/>
                </a:lnTo>
                <a:lnTo>
                  <a:pt x="178883" y="1358872"/>
                </a:lnTo>
                <a:lnTo>
                  <a:pt x="179128" y="1369406"/>
                </a:lnTo>
                <a:lnTo>
                  <a:pt x="179372" y="1379940"/>
                </a:lnTo>
                <a:lnTo>
                  <a:pt x="179593" y="1390474"/>
                </a:lnTo>
                <a:lnTo>
                  <a:pt x="179772" y="1401008"/>
                </a:lnTo>
                <a:lnTo>
                  <a:pt x="179897" y="1411542"/>
                </a:lnTo>
                <a:lnTo>
                  <a:pt x="179963" y="1422075"/>
                </a:lnTo>
                <a:lnTo>
                  <a:pt x="179977" y="1432609"/>
                </a:lnTo>
                <a:lnTo>
                  <a:pt x="179962" y="1443143"/>
                </a:lnTo>
                <a:lnTo>
                  <a:pt x="179959" y="1453677"/>
                </a:lnTo>
                <a:lnTo>
                  <a:pt x="180030" y="1464211"/>
                </a:lnTo>
                <a:lnTo>
                  <a:pt x="180264" y="1474745"/>
                </a:lnTo>
                <a:lnTo>
                  <a:pt x="180778" y="1485279"/>
                </a:lnTo>
                <a:lnTo>
                  <a:pt x="181719" y="1495813"/>
                </a:lnTo>
                <a:lnTo>
                  <a:pt x="183264" y="1506347"/>
                </a:lnTo>
                <a:lnTo>
                  <a:pt x="185618" y="1516880"/>
                </a:lnTo>
                <a:lnTo>
                  <a:pt x="189006" y="1527414"/>
                </a:lnTo>
                <a:lnTo>
                  <a:pt x="193660" y="1537948"/>
                </a:lnTo>
                <a:lnTo>
                  <a:pt x="199799" y="1548482"/>
                </a:lnTo>
                <a:lnTo>
                  <a:pt x="207603" y="1559016"/>
                </a:lnTo>
                <a:lnTo>
                  <a:pt x="217182" y="1569550"/>
                </a:lnTo>
                <a:lnTo>
                  <a:pt x="228543" y="1580084"/>
                </a:lnTo>
                <a:lnTo>
                  <a:pt x="241557" y="1590618"/>
                </a:lnTo>
                <a:lnTo>
                  <a:pt x="255939" y="1601152"/>
                </a:lnTo>
                <a:lnTo>
                  <a:pt x="271239" y="1611685"/>
                </a:lnTo>
                <a:lnTo>
                  <a:pt x="286850" y="1622219"/>
                </a:lnTo>
                <a:lnTo>
                  <a:pt x="302037" y="1632753"/>
                </a:lnTo>
                <a:lnTo>
                  <a:pt x="315994" y="1643287"/>
                </a:lnTo>
                <a:lnTo>
                  <a:pt x="327905" y="1653821"/>
                </a:lnTo>
                <a:lnTo>
                  <a:pt x="337026" y="1664355"/>
                </a:lnTo>
                <a:lnTo>
                  <a:pt x="342759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3" name="data_2710">
            <a:extLst xmlns:a="http://schemas.openxmlformats.org/drawingml/2006/main">
              <a:ext uri="{FF2B5EF4-FFF2-40B4-BE49-F238E27FC236}">
                <a16:creationId xmlns:a16="http://schemas.microsoft.com/office/drawing/2014/main" id="{F954E20E-CB14-4876-BD52-B51304FB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410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60714" y="1685423"/>
                </a:moveTo>
                <a:lnTo>
                  <a:pt x="84000" y="1685423"/>
                </a:lnTo>
                <a:lnTo>
                  <a:pt x="84984" y="1674889"/>
                </a:lnTo>
                <a:lnTo>
                  <a:pt x="87867" y="1664355"/>
                </a:lnTo>
                <a:lnTo>
                  <a:pt x="92445" y="1653821"/>
                </a:lnTo>
                <a:lnTo>
                  <a:pt x="98409" y="1643287"/>
                </a:lnTo>
                <a:lnTo>
                  <a:pt x="105374" y="1632753"/>
                </a:lnTo>
                <a:lnTo>
                  <a:pt x="112920" y="1622219"/>
                </a:lnTo>
                <a:lnTo>
                  <a:pt x="120636" y="1611685"/>
                </a:lnTo>
                <a:lnTo>
                  <a:pt x="128152" y="1601152"/>
                </a:lnTo>
                <a:lnTo>
                  <a:pt x="135167" y="1590618"/>
                </a:lnTo>
                <a:lnTo>
                  <a:pt x="141465" y="1580084"/>
                </a:lnTo>
                <a:lnTo>
                  <a:pt x="146916" y="1569550"/>
                </a:lnTo>
                <a:lnTo>
                  <a:pt x="151471" y="1559016"/>
                </a:lnTo>
                <a:lnTo>
                  <a:pt x="155149" y="1548482"/>
                </a:lnTo>
                <a:lnTo>
                  <a:pt x="158020" y="1537948"/>
                </a:lnTo>
                <a:lnTo>
                  <a:pt x="160183" y="1527414"/>
                </a:lnTo>
                <a:lnTo>
                  <a:pt x="161757" y="1516880"/>
                </a:lnTo>
                <a:lnTo>
                  <a:pt x="162858" y="1506347"/>
                </a:lnTo>
                <a:lnTo>
                  <a:pt x="163597" y="1495813"/>
                </a:lnTo>
                <a:lnTo>
                  <a:pt x="164070" y="1485279"/>
                </a:lnTo>
                <a:lnTo>
                  <a:pt x="164357" y="1474745"/>
                </a:lnTo>
                <a:lnTo>
                  <a:pt x="164521" y="1464211"/>
                </a:lnTo>
                <a:lnTo>
                  <a:pt x="164608" y="1453677"/>
                </a:lnTo>
                <a:lnTo>
                  <a:pt x="164651" y="1443143"/>
                </a:lnTo>
                <a:lnTo>
                  <a:pt x="164668" y="1432609"/>
                </a:lnTo>
                <a:lnTo>
                  <a:pt x="164670" y="1422075"/>
                </a:lnTo>
                <a:lnTo>
                  <a:pt x="164655" y="1411542"/>
                </a:lnTo>
                <a:lnTo>
                  <a:pt x="164617" y="1401008"/>
                </a:lnTo>
                <a:lnTo>
                  <a:pt x="164544" y="1390474"/>
                </a:lnTo>
                <a:lnTo>
                  <a:pt x="164419" y="1379940"/>
                </a:lnTo>
                <a:lnTo>
                  <a:pt x="164229" y="1369406"/>
                </a:lnTo>
                <a:lnTo>
                  <a:pt x="163959" y="1358872"/>
                </a:lnTo>
                <a:lnTo>
                  <a:pt x="163600" y="1348338"/>
                </a:lnTo>
                <a:lnTo>
                  <a:pt x="163151" y="1337804"/>
                </a:lnTo>
                <a:lnTo>
                  <a:pt x="162616" y="1327270"/>
                </a:lnTo>
                <a:lnTo>
                  <a:pt x="162008" y="1316736"/>
                </a:lnTo>
                <a:lnTo>
                  <a:pt x="161346" y="1306203"/>
                </a:lnTo>
                <a:lnTo>
                  <a:pt x="160653" y="1295669"/>
                </a:lnTo>
                <a:lnTo>
                  <a:pt x="159954" y="1285135"/>
                </a:lnTo>
                <a:lnTo>
                  <a:pt x="159274" y="1274601"/>
                </a:lnTo>
                <a:lnTo>
                  <a:pt x="158636" y="1264067"/>
                </a:lnTo>
                <a:lnTo>
                  <a:pt x="158056" y="1253533"/>
                </a:lnTo>
                <a:lnTo>
                  <a:pt x="157545" y="1242999"/>
                </a:lnTo>
                <a:lnTo>
                  <a:pt x="157109" y="1232465"/>
                </a:lnTo>
                <a:lnTo>
                  <a:pt x="156750" y="1221931"/>
                </a:lnTo>
                <a:lnTo>
                  <a:pt x="156469" y="1211398"/>
                </a:lnTo>
                <a:lnTo>
                  <a:pt x="156265" y="1200864"/>
                </a:lnTo>
                <a:lnTo>
                  <a:pt x="156142" y="1190330"/>
                </a:lnTo>
                <a:lnTo>
                  <a:pt x="156103" y="1179796"/>
                </a:lnTo>
                <a:lnTo>
                  <a:pt x="156156" y="1169262"/>
                </a:lnTo>
                <a:lnTo>
                  <a:pt x="156309" y="1158728"/>
                </a:lnTo>
                <a:lnTo>
                  <a:pt x="156572" y="1148194"/>
                </a:lnTo>
                <a:lnTo>
                  <a:pt x="156950" y="1137660"/>
                </a:lnTo>
                <a:lnTo>
                  <a:pt x="157441" y="1127126"/>
                </a:lnTo>
                <a:lnTo>
                  <a:pt x="158038" y="1116593"/>
                </a:lnTo>
                <a:lnTo>
                  <a:pt x="158726" y="1106059"/>
                </a:lnTo>
                <a:lnTo>
                  <a:pt x="159482" y="1095525"/>
                </a:lnTo>
                <a:lnTo>
                  <a:pt x="160277" y="1084991"/>
                </a:lnTo>
                <a:lnTo>
                  <a:pt x="161078" y="1074457"/>
                </a:lnTo>
                <a:lnTo>
                  <a:pt x="161849" y="1063923"/>
                </a:lnTo>
                <a:lnTo>
                  <a:pt x="162553" y="1053389"/>
                </a:lnTo>
                <a:lnTo>
                  <a:pt x="163156" y="1042855"/>
                </a:lnTo>
                <a:lnTo>
                  <a:pt x="163624" y="1032321"/>
                </a:lnTo>
                <a:lnTo>
                  <a:pt x="163921" y="1021788"/>
                </a:lnTo>
                <a:lnTo>
                  <a:pt x="164014" y="1011254"/>
                </a:lnTo>
                <a:lnTo>
                  <a:pt x="163867" y="1000720"/>
                </a:lnTo>
                <a:lnTo>
                  <a:pt x="163445" y="990186"/>
                </a:lnTo>
                <a:lnTo>
                  <a:pt x="162715" y="979652"/>
                </a:lnTo>
                <a:lnTo>
                  <a:pt x="161648" y="969118"/>
                </a:lnTo>
                <a:lnTo>
                  <a:pt x="160225" y="958584"/>
                </a:lnTo>
                <a:lnTo>
                  <a:pt x="158447" y="948050"/>
                </a:lnTo>
                <a:lnTo>
                  <a:pt x="156334" y="937516"/>
                </a:lnTo>
                <a:lnTo>
                  <a:pt x="153934" y="926982"/>
                </a:lnTo>
                <a:lnTo>
                  <a:pt x="151326" y="916449"/>
                </a:lnTo>
                <a:lnTo>
                  <a:pt x="148617" y="905915"/>
                </a:lnTo>
                <a:lnTo>
                  <a:pt x="145939" y="895381"/>
                </a:lnTo>
                <a:lnTo>
                  <a:pt x="143436" y="884847"/>
                </a:lnTo>
                <a:lnTo>
                  <a:pt x="141255" y="874313"/>
                </a:lnTo>
                <a:lnTo>
                  <a:pt x="139530" y="863779"/>
                </a:lnTo>
                <a:lnTo>
                  <a:pt x="138366" y="853245"/>
                </a:lnTo>
                <a:lnTo>
                  <a:pt x="137831" y="842711"/>
                </a:lnTo>
                <a:lnTo>
                  <a:pt x="137945" y="832177"/>
                </a:lnTo>
                <a:lnTo>
                  <a:pt x="138677" y="821644"/>
                </a:lnTo>
                <a:lnTo>
                  <a:pt x="139952" y="811110"/>
                </a:lnTo>
                <a:lnTo>
                  <a:pt x="141657" y="800576"/>
                </a:lnTo>
                <a:lnTo>
                  <a:pt x="143652" y="790042"/>
                </a:lnTo>
                <a:lnTo>
                  <a:pt x="145788" y="779508"/>
                </a:lnTo>
                <a:lnTo>
                  <a:pt x="147918" y="768974"/>
                </a:lnTo>
                <a:lnTo>
                  <a:pt x="149909" y="758440"/>
                </a:lnTo>
                <a:lnTo>
                  <a:pt x="151652" y="747906"/>
                </a:lnTo>
                <a:lnTo>
                  <a:pt x="153066" y="737372"/>
                </a:lnTo>
                <a:lnTo>
                  <a:pt x="154098" y="726839"/>
                </a:lnTo>
                <a:lnTo>
                  <a:pt x="154724" y="716305"/>
                </a:lnTo>
                <a:lnTo>
                  <a:pt x="154941" y="705771"/>
                </a:lnTo>
                <a:lnTo>
                  <a:pt x="154766" y="695237"/>
                </a:lnTo>
                <a:lnTo>
                  <a:pt x="154232" y="684703"/>
                </a:lnTo>
                <a:lnTo>
                  <a:pt x="153382" y="674169"/>
                </a:lnTo>
                <a:lnTo>
                  <a:pt x="152268" y="663635"/>
                </a:lnTo>
                <a:lnTo>
                  <a:pt x="150953" y="653101"/>
                </a:lnTo>
                <a:lnTo>
                  <a:pt x="149508" y="642567"/>
                </a:lnTo>
                <a:lnTo>
                  <a:pt x="148009" y="632034"/>
                </a:lnTo>
                <a:lnTo>
                  <a:pt x="146540" y="621500"/>
                </a:lnTo>
                <a:lnTo>
                  <a:pt x="145186" y="610966"/>
                </a:lnTo>
                <a:lnTo>
                  <a:pt x="144029" y="600432"/>
                </a:lnTo>
                <a:lnTo>
                  <a:pt x="143143" y="589898"/>
                </a:lnTo>
                <a:lnTo>
                  <a:pt x="142587" y="579364"/>
                </a:lnTo>
                <a:lnTo>
                  <a:pt x="142399" y="568830"/>
                </a:lnTo>
                <a:lnTo>
                  <a:pt x="142593" y="558296"/>
                </a:lnTo>
                <a:lnTo>
                  <a:pt x="143155" y="547762"/>
                </a:lnTo>
                <a:lnTo>
                  <a:pt x="144049" y="537228"/>
                </a:lnTo>
                <a:lnTo>
                  <a:pt x="145215" y="526695"/>
                </a:lnTo>
                <a:lnTo>
                  <a:pt x="146581" y="516161"/>
                </a:lnTo>
                <a:lnTo>
                  <a:pt x="148071" y="505627"/>
                </a:lnTo>
                <a:lnTo>
                  <a:pt x="149606" y="495093"/>
                </a:lnTo>
                <a:lnTo>
                  <a:pt x="151121" y="484559"/>
                </a:lnTo>
                <a:lnTo>
                  <a:pt x="152563" y="474025"/>
                </a:lnTo>
                <a:lnTo>
                  <a:pt x="153895" y="463491"/>
                </a:lnTo>
                <a:lnTo>
                  <a:pt x="155098" y="452957"/>
                </a:lnTo>
                <a:lnTo>
                  <a:pt x="156164" y="442423"/>
                </a:lnTo>
                <a:lnTo>
                  <a:pt x="157097" y="431890"/>
                </a:lnTo>
                <a:lnTo>
                  <a:pt x="157905" y="421356"/>
                </a:lnTo>
                <a:lnTo>
                  <a:pt x="158600" y="410822"/>
                </a:lnTo>
                <a:lnTo>
                  <a:pt x="159190" y="400288"/>
                </a:lnTo>
                <a:lnTo>
                  <a:pt x="159684" y="389754"/>
                </a:lnTo>
                <a:lnTo>
                  <a:pt x="160084" y="379220"/>
                </a:lnTo>
                <a:lnTo>
                  <a:pt x="160394" y="368686"/>
                </a:lnTo>
                <a:lnTo>
                  <a:pt x="160618" y="358152"/>
                </a:lnTo>
                <a:lnTo>
                  <a:pt x="160760" y="347618"/>
                </a:lnTo>
                <a:lnTo>
                  <a:pt x="160832" y="337085"/>
                </a:lnTo>
                <a:lnTo>
                  <a:pt x="160847" y="326551"/>
                </a:lnTo>
                <a:lnTo>
                  <a:pt x="160824" y="316017"/>
                </a:lnTo>
                <a:lnTo>
                  <a:pt x="160786" y="305483"/>
                </a:lnTo>
                <a:lnTo>
                  <a:pt x="160755" y="294949"/>
                </a:lnTo>
                <a:lnTo>
                  <a:pt x="160753" y="284415"/>
                </a:lnTo>
                <a:lnTo>
                  <a:pt x="160795" y="273881"/>
                </a:lnTo>
                <a:lnTo>
                  <a:pt x="160889" y="263347"/>
                </a:lnTo>
                <a:lnTo>
                  <a:pt x="161030" y="252813"/>
                </a:lnTo>
                <a:lnTo>
                  <a:pt x="161199" y="242280"/>
                </a:lnTo>
                <a:lnTo>
                  <a:pt x="161357" y="231746"/>
                </a:lnTo>
                <a:lnTo>
                  <a:pt x="161447" y="221212"/>
                </a:lnTo>
                <a:lnTo>
                  <a:pt x="161386" y="210678"/>
                </a:lnTo>
                <a:lnTo>
                  <a:pt x="161062" y="200144"/>
                </a:lnTo>
                <a:lnTo>
                  <a:pt x="160335" y="189610"/>
                </a:lnTo>
                <a:lnTo>
                  <a:pt x="159034" y="179076"/>
                </a:lnTo>
                <a:lnTo>
                  <a:pt x="156957" y="168542"/>
                </a:lnTo>
                <a:lnTo>
                  <a:pt x="153881" y="158008"/>
                </a:lnTo>
                <a:lnTo>
                  <a:pt x="149568" y="147474"/>
                </a:lnTo>
                <a:lnTo>
                  <a:pt x="143791" y="136941"/>
                </a:lnTo>
                <a:lnTo>
                  <a:pt x="136354" y="126407"/>
                </a:lnTo>
                <a:lnTo>
                  <a:pt x="127128" y="115873"/>
                </a:lnTo>
                <a:lnTo>
                  <a:pt x="116085" y="105339"/>
                </a:lnTo>
                <a:lnTo>
                  <a:pt x="103333" y="94805"/>
                </a:lnTo>
                <a:lnTo>
                  <a:pt x="89139" y="84271"/>
                </a:lnTo>
                <a:lnTo>
                  <a:pt x="73944" y="73737"/>
                </a:lnTo>
                <a:lnTo>
                  <a:pt x="58356" y="63203"/>
                </a:lnTo>
                <a:lnTo>
                  <a:pt x="43120" y="52669"/>
                </a:lnTo>
                <a:lnTo>
                  <a:pt x="29064" y="42136"/>
                </a:lnTo>
                <a:lnTo>
                  <a:pt x="17032" y="31602"/>
                </a:lnTo>
                <a:lnTo>
                  <a:pt x="7797" y="21068"/>
                </a:lnTo>
                <a:lnTo>
                  <a:pt x="1985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30" y="10534"/>
                </a:lnTo>
                <a:lnTo>
                  <a:pt x="336917" y="21068"/>
                </a:lnTo>
                <a:lnTo>
                  <a:pt x="327682" y="31602"/>
                </a:lnTo>
                <a:lnTo>
                  <a:pt x="315650" y="42136"/>
                </a:lnTo>
                <a:lnTo>
                  <a:pt x="301595" y="52669"/>
                </a:lnTo>
                <a:lnTo>
                  <a:pt x="286359" y="63203"/>
                </a:lnTo>
                <a:lnTo>
                  <a:pt x="270771" y="73737"/>
                </a:lnTo>
                <a:lnTo>
                  <a:pt x="255576" y="84271"/>
                </a:lnTo>
                <a:lnTo>
                  <a:pt x="241381" y="94805"/>
                </a:lnTo>
                <a:lnTo>
                  <a:pt x="228629" y="105339"/>
                </a:lnTo>
                <a:lnTo>
                  <a:pt x="217586" y="115873"/>
                </a:lnTo>
                <a:lnTo>
                  <a:pt x="208361" y="126407"/>
                </a:lnTo>
                <a:lnTo>
                  <a:pt x="200924" y="136941"/>
                </a:lnTo>
                <a:lnTo>
                  <a:pt x="195146" y="147474"/>
                </a:lnTo>
                <a:lnTo>
                  <a:pt x="190833" y="158008"/>
                </a:lnTo>
                <a:lnTo>
                  <a:pt x="187757" y="168542"/>
                </a:lnTo>
                <a:lnTo>
                  <a:pt x="185680" y="179076"/>
                </a:lnTo>
                <a:lnTo>
                  <a:pt x="184379" y="189610"/>
                </a:lnTo>
                <a:lnTo>
                  <a:pt x="183652" y="200144"/>
                </a:lnTo>
                <a:lnTo>
                  <a:pt x="183329" y="210678"/>
                </a:lnTo>
                <a:lnTo>
                  <a:pt x="183267" y="221212"/>
                </a:lnTo>
                <a:lnTo>
                  <a:pt x="183357" y="231746"/>
                </a:lnTo>
                <a:lnTo>
                  <a:pt x="183516" y="242280"/>
                </a:lnTo>
                <a:lnTo>
                  <a:pt x="183684" y="252813"/>
                </a:lnTo>
                <a:lnTo>
                  <a:pt x="183825" y="263347"/>
                </a:lnTo>
                <a:lnTo>
                  <a:pt x="183919" y="273881"/>
                </a:lnTo>
                <a:lnTo>
                  <a:pt x="183962" y="284415"/>
                </a:lnTo>
                <a:lnTo>
                  <a:pt x="183959" y="294949"/>
                </a:lnTo>
                <a:lnTo>
                  <a:pt x="183929" y="305483"/>
                </a:lnTo>
                <a:lnTo>
                  <a:pt x="183890" y="316017"/>
                </a:lnTo>
                <a:lnTo>
                  <a:pt x="183868" y="326551"/>
                </a:lnTo>
                <a:lnTo>
                  <a:pt x="183882" y="337085"/>
                </a:lnTo>
                <a:lnTo>
                  <a:pt x="183954" y="347618"/>
                </a:lnTo>
                <a:lnTo>
                  <a:pt x="184097" y="358152"/>
                </a:lnTo>
                <a:lnTo>
                  <a:pt x="184320" y="368686"/>
                </a:lnTo>
                <a:lnTo>
                  <a:pt x="184630" y="379220"/>
                </a:lnTo>
                <a:lnTo>
                  <a:pt x="185031" y="389754"/>
                </a:lnTo>
                <a:lnTo>
                  <a:pt x="185524" y="400288"/>
                </a:lnTo>
                <a:lnTo>
                  <a:pt x="186114" y="410822"/>
                </a:lnTo>
                <a:lnTo>
                  <a:pt x="186809" y="421356"/>
                </a:lnTo>
                <a:lnTo>
                  <a:pt x="187618" y="431890"/>
                </a:lnTo>
                <a:lnTo>
                  <a:pt x="188550" y="442423"/>
                </a:lnTo>
                <a:lnTo>
                  <a:pt x="189616" y="452957"/>
                </a:lnTo>
                <a:lnTo>
                  <a:pt x="190819" y="463491"/>
                </a:lnTo>
                <a:lnTo>
                  <a:pt x="192151" y="474025"/>
                </a:lnTo>
                <a:lnTo>
                  <a:pt x="193593" y="484559"/>
                </a:lnTo>
                <a:lnTo>
                  <a:pt x="195108" y="495093"/>
                </a:lnTo>
                <a:lnTo>
                  <a:pt x="196644" y="505627"/>
                </a:lnTo>
                <a:lnTo>
                  <a:pt x="198133" y="516161"/>
                </a:lnTo>
                <a:lnTo>
                  <a:pt x="199499" y="526695"/>
                </a:lnTo>
                <a:lnTo>
                  <a:pt x="200666" y="537228"/>
                </a:lnTo>
                <a:lnTo>
                  <a:pt x="201559" y="547762"/>
                </a:lnTo>
                <a:lnTo>
                  <a:pt x="202122" y="558296"/>
                </a:lnTo>
                <a:lnTo>
                  <a:pt x="202315" y="568830"/>
                </a:lnTo>
                <a:lnTo>
                  <a:pt x="202127" y="579364"/>
                </a:lnTo>
                <a:lnTo>
                  <a:pt x="201571" y="589898"/>
                </a:lnTo>
                <a:lnTo>
                  <a:pt x="200685" y="600432"/>
                </a:lnTo>
                <a:lnTo>
                  <a:pt x="199528" y="610966"/>
                </a:lnTo>
                <a:lnTo>
                  <a:pt x="198174" y="621500"/>
                </a:lnTo>
                <a:lnTo>
                  <a:pt x="196705" y="632034"/>
                </a:lnTo>
                <a:lnTo>
                  <a:pt x="195206" y="642567"/>
                </a:lnTo>
                <a:lnTo>
                  <a:pt x="193761" y="653101"/>
                </a:lnTo>
                <a:lnTo>
                  <a:pt x="192446" y="663635"/>
                </a:lnTo>
                <a:lnTo>
                  <a:pt x="191333" y="674169"/>
                </a:lnTo>
                <a:lnTo>
                  <a:pt x="190482" y="684703"/>
                </a:lnTo>
                <a:lnTo>
                  <a:pt x="189948" y="695237"/>
                </a:lnTo>
                <a:lnTo>
                  <a:pt x="189773" y="705771"/>
                </a:lnTo>
                <a:lnTo>
                  <a:pt x="189990" y="716305"/>
                </a:lnTo>
                <a:lnTo>
                  <a:pt x="190616" y="726839"/>
                </a:lnTo>
                <a:lnTo>
                  <a:pt x="191649" y="737372"/>
                </a:lnTo>
                <a:lnTo>
                  <a:pt x="193063" y="747906"/>
                </a:lnTo>
                <a:lnTo>
                  <a:pt x="194806" y="758440"/>
                </a:lnTo>
                <a:lnTo>
                  <a:pt x="196797" y="768974"/>
                </a:lnTo>
                <a:lnTo>
                  <a:pt x="198926" y="779508"/>
                </a:lnTo>
                <a:lnTo>
                  <a:pt x="201062" y="790042"/>
                </a:lnTo>
                <a:lnTo>
                  <a:pt x="203057" y="800576"/>
                </a:lnTo>
                <a:lnTo>
                  <a:pt x="204762" y="811110"/>
                </a:lnTo>
                <a:lnTo>
                  <a:pt x="206037" y="821644"/>
                </a:lnTo>
                <a:lnTo>
                  <a:pt x="206769" y="832177"/>
                </a:lnTo>
                <a:lnTo>
                  <a:pt x="206883" y="842711"/>
                </a:lnTo>
                <a:lnTo>
                  <a:pt x="206348" y="853245"/>
                </a:lnTo>
                <a:lnTo>
                  <a:pt x="205184" y="863779"/>
                </a:lnTo>
                <a:lnTo>
                  <a:pt x="203459" y="874313"/>
                </a:lnTo>
                <a:lnTo>
                  <a:pt x="201278" y="884847"/>
                </a:lnTo>
                <a:lnTo>
                  <a:pt x="198775" y="895381"/>
                </a:lnTo>
                <a:lnTo>
                  <a:pt x="196097" y="905915"/>
                </a:lnTo>
                <a:lnTo>
                  <a:pt x="193389" y="916449"/>
                </a:lnTo>
                <a:lnTo>
                  <a:pt x="190781" y="926982"/>
                </a:lnTo>
                <a:lnTo>
                  <a:pt x="188381" y="937516"/>
                </a:lnTo>
                <a:lnTo>
                  <a:pt x="186267" y="948050"/>
                </a:lnTo>
                <a:lnTo>
                  <a:pt x="184489" y="958584"/>
                </a:lnTo>
                <a:lnTo>
                  <a:pt x="183067" y="969118"/>
                </a:lnTo>
                <a:lnTo>
                  <a:pt x="181999" y="979652"/>
                </a:lnTo>
                <a:lnTo>
                  <a:pt x="181269" y="990186"/>
                </a:lnTo>
                <a:lnTo>
                  <a:pt x="180847" y="1000720"/>
                </a:lnTo>
                <a:lnTo>
                  <a:pt x="180700" y="1011254"/>
                </a:lnTo>
                <a:lnTo>
                  <a:pt x="180793" y="1021788"/>
                </a:lnTo>
                <a:lnTo>
                  <a:pt x="181090" y="1032321"/>
                </a:lnTo>
                <a:lnTo>
                  <a:pt x="181558" y="1042855"/>
                </a:lnTo>
                <a:lnTo>
                  <a:pt x="182161" y="1053389"/>
                </a:lnTo>
                <a:lnTo>
                  <a:pt x="182866" y="1063923"/>
                </a:lnTo>
                <a:lnTo>
                  <a:pt x="183636" y="1074457"/>
                </a:lnTo>
                <a:lnTo>
                  <a:pt x="184437" y="1084991"/>
                </a:lnTo>
                <a:lnTo>
                  <a:pt x="185232" y="1095525"/>
                </a:lnTo>
                <a:lnTo>
                  <a:pt x="185988" y="1106059"/>
                </a:lnTo>
                <a:lnTo>
                  <a:pt x="186677" y="1116593"/>
                </a:lnTo>
                <a:lnTo>
                  <a:pt x="187274" y="1127126"/>
                </a:lnTo>
                <a:lnTo>
                  <a:pt x="187765" y="1137660"/>
                </a:lnTo>
                <a:lnTo>
                  <a:pt x="188142" y="1148194"/>
                </a:lnTo>
                <a:lnTo>
                  <a:pt x="188405" y="1158728"/>
                </a:lnTo>
                <a:lnTo>
                  <a:pt x="188559" y="1169262"/>
                </a:lnTo>
                <a:lnTo>
                  <a:pt x="188612" y="1179796"/>
                </a:lnTo>
                <a:lnTo>
                  <a:pt x="188573" y="1190330"/>
                </a:lnTo>
                <a:lnTo>
                  <a:pt x="188449" y="1200864"/>
                </a:lnTo>
                <a:lnTo>
                  <a:pt x="188246" y="1211398"/>
                </a:lnTo>
                <a:lnTo>
                  <a:pt x="187964" y="1221931"/>
                </a:lnTo>
                <a:lnTo>
                  <a:pt x="187606" y="1232465"/>
                </a:lnTo>
                <a:lnTo>
                  <a:pt x="187170" y="1242999"/>
                </a:lnTo>
                <a:lnTo>
                  <a:pt x="186658" y="1253533"/>
                </a:lnTo>
                <a:lnTo>
                  <a:pt x="186078" y="1264067"/>
                </a:lnTo>
                <a:lnTo>
                  <a:pt x="185440" y="1274601"/>
                </a:lnTo>
                <a:lnTo>
                  <a:pt x="184760" y="1285135"/>
                </a:lnTo>
                <a:lnTo>
                  <a:pt x="184062" y="1295669"/>
                </a:lnTo>
                <a:lnTo>
                  <a:pt x="183368" y="1306203"/>
                </a:lnTo>
                <a:lnTo>
                  <a:pt x="182706" y="1316736"/>
                </a:lnTo>
                <a:lnTo>
                  <a:pt x="182098" y="1327270"/>
                </a:lnTo>
                <a:lnTo>
                  <a:pt x="181563" y="1337804"/>
                </a:lnTo>
                <a:lnTo>
                  <a:pt x="181114" y="1348338"/>
                </a:lnTo>
                <a:lnTo>
                  <a:pt x="180756" y="1358872"/>
                </a:lnTo>
                <a:lnTo>
                  <a:pt x="180486" y="1369406"/>
                </a:lnTo>
                <a:lnTo>
                  <a:pt x="180295" y="1379940"/>
                </a:lnTo>
                <a:lnTo>
                  <a:pt x="180170" y="1390474"/>
                </a:lnTo>
                <a:lnTo>
                  <a:pt x="180097" y="1401008"/>
                </a:lnTo>
                <a:lnTo>
                  <a:pt x="180059" y="1411542"/>
                </a:lnTo>
                <a:lnTo>
                  <a:pt x="180044" y="1422075"/>
                </a:lnTo>
                <a:lnTo>
                  <a:pt x="180046" y="1432609"/>
                </a:lnTo>
                <a:lnTo>
                  <a:pt x="180064" y="1443143"/>
                </a:lnTo>
                <a:lnTo>
                  <a:pt x="180106" y="1453677"/>
                </a:lnTo>
                <a:lnTo>
                  <a:pt x="180194" y="1464211"/>
                </a:lnTo>
                <a:lnTo>
                  <a:pt x="180357" y="1474745"/>
                </a:lnTo>
                <a:lnTo>
                  <a:pt x="180645" y="1485279"/>
                </a:lnTo>
                <a:lnTo>
                  <a:pt x="181118" y="1495813"/>
                </a:lnTo>
                <a:lnTo>
                  <a:pt x="181857" y="1506347"/>
                </a:lnTo>
                <a:lnTo>
                  <a:pt x="182958" y="1516880"/>
                </a:lnTo>
                <a:lnTo>
                  <a:pt x="184531" y="1527414"/>
                </a:lnTo>
                <a:lnTo>
                  <a:pt x="186695" y="1537948"/>
                </a:lnTo>
                <a:lnTo>
                  <a:pt x="189565" y="1548482"/>
                </a:lnTo>
                <a:lnTo>
                  <a:pt x="193243" y="1559016"/>
                </a:lnTo>
                <a:lnTo>
                  <a:pt x="197798" y="1569550"/>
                </a:lnTo>
                <a:lnTo>
                  <a:pt x="203249" y="1580084"/>
                </a:lnTo>
                <a:lnTo>
                  <a:pt x="209547" y="1590618"/>
                </a:lnTo>
                <a:lnTo>
                  <a:pt x="216562" y="1601152"/>
                </a:lnTo>
                <a:lnTo>
                  <a:pt x="224078" y="1611685"/>
                </a:lnTo>
                <a:lnTo>
                  <a:pt x="231794" y="1622219"/>
                </a:lnTo>
                <a:lnTo>
                  <a:pt x="239340" y="1632753"/>
                </a:lnTo>
                <a:lnTo>
                  <a:pt x="246305" y="1643287"/>
                </a:lnTo>
                <a:lnTo>
                  <a:pt x="252269" y="1653821"/>
                </a:lnTo>
                <a:lnTo>
                  <a:pt x="256848" y="1664355"/>
                </a:lnTo>
                <a:lnTo>
                  <a:pt x="259730" y="1674889"/>
                </a:lnTo>
                <a:lnTo>
                  <a:pt x="260714" y="1685423"/>
                </a:lnTo>
                <a:lnTo>
                  <a:pt x="260714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4" name="data_2711">
            <a:extLst xmlns:a="http://schemas.openxmlformats.org/drawingml/2006/main">
              <a:ext uri="{FF2B5EF4-FFF2-40B4-BE49-F238E27FC236}">
                <a16:creationId xmlns:a16="http://schemas.microsoft.com/office/drawing/2014/main" id="{B7CA57E0-D3FA-4A37-B43F-29DB6D9C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240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11517" y="1685423"/>
                </a:moveTo>
                <a:lnTo>
                  <a:pt x="133197" y="1685423"/>
                </a:lnTo>
                <a:lnTo>
                  <a:pt x="133588" y="1674889"/>
                </a:lnTo>
                <a:lnTo>
                  <a:pt x="134733" y="1664355"/>
                </a:lnTo>
                <a:lnTo>
                  <a:pt x="136558" y="1653821"/>
                </a:lnTo>
                <a:lnTo>
                  <a:pt x="138944" y="1643287"/>
                </a:lnTo>
                <a:lnTo>
                  <a:pt x="141746" y="1632753"/>
                </a:lnTo>
                <a:lnTo>
                  <a:pt x="144803" y="1622219"/>
                </a:lnTo>
                <a:lnTo>
                  <a:pt x="147955" y="1611685"/>
                </a:lnTo>
                <a:lnTo>
                  <a:pt x="151059" y="1601152"/>
                </a:lnTo>
                <a:lnTo>
                  <a:pt x="153994" y="1590618"/>
                </a:lnTo>
                <a:lnTo>
                  <a:pt x="156671" y="1580084"/>
                </a:lnTo>
                <a:lnTo>
                  <a:pt x="159033" y="1569550"/>
                </a:lnTo>
                <a:lnTo>
                  <a:pt x="161055" y="1559016"/>
                </a:lnTo>
                <a:lnTo>
                  <a:pt x="162740" y="1548482"/>
                </a:lnTo>
                <a:lnTo>
                  <a:pt x="164110" y="1537948"/>
                </a:lnTo>
                <a:lnTo>
                  <a:pt x="165202" y="1527414"/>
                </a:lnTo>
                <a:lnTo>
                  <a:pt x="166062" y="1516880"/>
                </a:lnTo>
                <a:lnTo>
                  <a:pt x="166737" y="1506347"/>
                </a:lnTo>
                <a:lnTo>
                  <a:pt x="167270" y="1495813"/>
                </a:lnTo>
                <a:lnTo>
                  <a:pt x="167699" y="1485279"/>
                </a:lnTo>
                <a:lnTo>
                  <a:pt x="168054" y="1474745"/>
                </a:lnTo>
                <a:lnTo>
                  <a:pt x="168355" y="1464211"/>
                </a:lnTo>
                <a:lnTo>
                  <a:pt x="168614" y="1453677"/>
                </a:lnTo>
                <a:lnTo>
                  <a:pt x="168833" y="1443143"/>
                </a:lnTo>
                <a:lnTo>
                  <a:pt x="169009" y="1432609"/>
                </a:lnTo>
                <a:lnTo>
                  <a:pt x="169133" y="1422075"/>
                </a:lnTo>
                <a:lnTo>
                  <a:pt x="169193" y="1411542"/>
                </a:lnTo>
                <a:lnTo>
                  <a:pt x="169176" y="1401008"/>
                </a:lnTo>
                <a:lnTo>
                  <a:pt x="169072" y="1390474"/>
                </a:lnTo>
                <a:lnTo>
                  <a:pt x="168873" y="1379940"/>
                </a:lnTo>
                <a:lnTo>
                  <a:pt x="168574" y="1369406"/>
                </a:lnTo>
                <a:lnTo>
                  <a:pt x="168178" y="1358872"/>
                </a:lnTo>
                <a:lnTo>
                  <a:pt x="167694" y="1348338"/>
                </a:lnTo>
                <a:lnTo>
                  <a:pt x="167134" y="1337804"/>
                </a:lnTo>
                <a:lnTo>
                  <a:pt x="166520" y="1327270"/>
                </a:lnTo>
                <a:lnTo>
                  <a:pt x="165874" y="1316736"/>
                </a:lnTo>
                <a:lnTo>
                  <a:pt x="165222" y="1306203"/>
                </a:lnTo>
                <a:lnTo>
                  <a:pt x="164588" y="1295669"/>
                </a:lnTo>
                <a:lnTo>
                  <a:pt x="163998" y="1285135"/>
                </a:lnTo>
                <a:lnTo>
                  <a:pt x="163470" y="1274601"/>
                </a:lnTo>
                <a:lnTo>
                  <a:pt x="163017" y="1264067"/>
                </a:lnTo>
                <a:lnTo>
                  <a:pt x="162649" y="1253533"/>
                </a:lnTo>
                <a:lnTo>
                  <a:pt x="162365" y="1242999"/>
                </a:lnTo>
                <a:lnTo>
                  <a:pt x="162163" y="1232465"/>
                </a:lnTo>
                <a:lnTo>
                  <a:pt x="162035" y="1221931"/>
                </a:lnTo>
                <a:lnTo>
                  <a:pt x="161970" y="1211398"/>
                </a:lnTo>
                <a:lnTo>
                  <a:pt x="161960" y="1200864"/>
                </a:lnTo>
                <a:lnTo>
                  <a:pt x="161996" y="1190330"/>
                </a:lnTo>
                <a:lnTo>
                  <a:pt x="162076" y="1179796"/>
                </a:lnTo>
                <a:lnTo>
                  <a:pt x="162198" y="1169262"/>
                </a:lnTo>
                <a:lnTo>
                  <a:pt x="162365" y="1158728"/>
                </a:lnTo>
                <a:lnTo>
                  <a:pt x="162581" y="1148194"/>
                </a:lnTo>
                <a:lnTo>
                  <a:pt x="162851" y="1137660"/>
                </a:lnTo>
                <a:lnTo>
                  <a:pt x="163176" y="1127126"/>
                </a:lnTo>
                <a:lnTo>
                  <a:pt x="163553" y="1116593"/>
                </a:lnTo>
                <a:lnTo>
                  <a:pt x="163976" y="1106059"/>
                </a:lnTo>
                <a:lnTo>
                  <a:pt x="164430" y="1095525"/>
                </a:lnTo>
                <a:lnTo>
                  <a:pt x="164896" y="1084991"/>
                </a:lnTo>
                <a:lnTo>
                  <a:pt x="165351" y="1074457"/>
                </a:lnTo>
                <a:lnTo>
                  <a:pt x="165770" y="1063923"/>
                </a:lnTo>
                <a:lnTo>
                  <a:pt x="166128" y="1053389"/>
                </a:lnTo>
                <a:lnTo>
                  <a:pt x="166399" y="1042855"/>
                </a:lnTo>
                <a:lnTo>
                  <a:pt x="166562" y="1032321"/>
                </a:lnTo>
                <a:lnTo>
                  <a:pt x="166597" y="1021788"/>
                </a:lnTo>
                <a:lnTo>
                  <a:pt x="166485" y="1011254"/>
                </a:lnTo>
                <a:lnTo>
                  <a:pt x="166212" y="1000720"/>
                </a:lnTo>
                <a:lnTo>
                  <a:pt x="165763" y="990186"/>
                </a:lnTo>
                <a:lnTo>
                  <a:pt x="165127" y="979652"/>
                </a:lnTo>
                <a:lnTo>
                  <a:pt x="164295" y="969118"/>
                </a:lnTo>
                <a:lnTo>
                  <a:pt x="163265" y="958584"/>
                </a:lnTo>
                <a:lnTo>
                  <a:pt x="162043" y="948050"/>
                </a:lnTo>
                <a:lnTo>
                  <a:pt x="160645" y="937516"/>
                </a:lnTo>
                <a:lnTo>
                  <a:pt x="159103" y="926982"/>
                </a:lnTo>
                <a:lnTo>
                  <a:pt x="157466" y="916449"/>
                </a:lnTo>
                <a:lnTo>
                  <a:pt x="155796" y="905915"/>
                </a:lnTo>
                <a:lnTo>
                  <a:pt x="154171" y="895381"/>
                </a:lnTo>
                <a:lnTo>
                  <a:pt x="152674" y="884847"/>
                </a:lnTo>
                <a:lnTo>
                  <a:pt x="151391" y="874313"/>
                </a:lnTo>
                <a:lnTo>
                  <a:pt x="150398" y="863779"/>
                </a:lnTo>
                <a:lnTo>
                  <a:pt x="149755" y="853245"/>
                </a:lnTo>
                <a:lnTo>
                  <a:pt x="149501" y="842711"/>
                </a:lnTo>
                <a:lnTo>
                  <a:pt x="149645" y="832177"/>
                </a:lnTo>
                <a:lnTo>
                  <a:pt x="150165" y="821644"/>
                </a:lnTo>
                <a:lnTo>
                  <a:pt x="151015" y="811110"/>
                </a:lnTo>
                <a:lnTo>
                  <a:pt x="152125" y="800576"/>
                </a:lnTo>
                <a:lnTo>
                  <a:pt x="153411" y="790042"/>
                </a:lnTo>
                <a:lnTo>
                  <a:pt x="154784" y="779508"/>
                </a:lnTo>
                <a:lnTo>
                  <a:pt x="156158" y="768974"/>
                </a:lnTo>
                <a:lnTo>
                  <a:pt x="157456" y="758440"/>
                </a:lnTo>
                <a:lnTo>
                  <a:pt x="158618" y="747906"/>
                </a:lnTo>
                <a:lnTo>
                  <a:pt x="159599" y="737372"/>
                </a:lnTo>
                <a:lnTo>
                  <a:pt x="160373" y="726839"/>
                </a:lnTo>
                <a:lnTo>
                  <a:pt x="160928" y="716305"/>
                </a:lnTo>
                <a:lnTo>
                  <a:pt x="161264" y="705771"/>
                </a:lnTo>
                <a:lnTo>
                  <a:pt x="161390" y="695237"/>
                </a:lnTo>
                <a:lnTo>
                  <a:pt x="161321" y="684703"/>
                </a:lnTo>
                <a:lnTo>
                  <a:pt x="161077" y="674169"/>
                </a:lnTo>
                <a:lnTo>
                  <a:pt x="160681" y="663635"/>
                </a:lnTo>
                <a:lnTo>
                  <a:pt x="160160" y="653101"/>
                </a:lnTo>
                <a:lnTo>
                  <a:pt x="159545" y="642567"/>
                </a:lnTo>
                <a:lnTo>
                  <a:pt x="158871" y="632034"/>
                </a:lnTo>
                <a:lnTo>
                  <a:pt x="158178" y="621500"/>
                </a:lnTo>
                <a:lnTo>
                  <a:pt x="157509" y="610966"/>
                </a:lnTo>
                <a:lnTo>
                  <a:pt x="156907" y="600432"/>
                </a:lnTo>
                <a:lnTo>
                  <a:pt x="156413" y="589898"/>
                </a:lnTo>
                <a:lnTo>
                  <a:pt x="156060" y="579364"/>
                </a:lnTo>
                <a:lnTo>
                  <a:pt x="155871" y="568830"/>
                </a:lnTo>
                <a:lnTo>
                  <a:pt x="155855" y="558296"/>
                </a:lnTo>
                <a:lnTo>
                  <a:pt x="156008" y="547762"/>
                </a:lnTo>
                <a:lnTo>
                  <a:pt x="156308" y="537228"/>
                </a:lnTo>
                <a:lnTo>
                  <a:pt x="156724" y="526695"/>
                </a:lnTo>
                <a:lnTo>
                  <a:pt x="157214" y="516161"/>
                </a:lnTo>
                <a:lnTo>
                  <a:pt x="157736" y="505627"/>
                </a:lnTo>
                <a:lnTo>
                  <a:pt x="158248" y="495093"/>
                </a:lnTo>
                <a:lnTo>
                  <a:pt x="158714" y="484559"/>
                </a:lnTo>
                <a:lnTo>
                  <a:pt x="159110" y="474025"/>
                </a:lnTo>
                <a:lnTo>
                  <a:pt x="159424" y="463491"/>
                </a:lnTo>
                <a:lnTo>
                  <a:pt x="159655" y="452957"/>
                </a:lnTo>
                <a:lnTo>
                  <a:pt x="159812" y="442423"/>
                </a:lnTo>
                <a:lnTo>
                  <a:pt x="159911" y="431890"/>
                </a:lnTo>
                <a:lnTo>
                  <a:pt x="159972" y="421356"/>
                </a:lnTo>
                <a:lnTo>
                  <a:pt x="160014" y="410822"/>
                </a:lnTo>
                <a:lnTo>
                  <a:pt x="160056" y="400288"/>
                </a:lnTo>
                <a:lnTo>
                  <a:pt x="160110" y="389754"/>
                </a:lnTo>
                <a:lnTo>
                  <a:pt x="160184" y="379220"/>
                </a:lnTo>
                <a:lnTo>
                  <a:pt x="160284" y="368686"/>
                </a:lnTo>
                <a:lnTo>
                  <a:pt x="160411" y="358152"/>
                </a:lnTo>
                <a:lnTo>
                  <a:pt x="160566" y="347618"/>
                </a:lnTo>
                <a:lnTo>
                  <a:pt x="160750" y="337085"/>
                </a:lnTo>
                <a:lnTo>
                  <a:pt x="160965" y="326551"/>
                </a:lnTo>
                <a:lnTo>
                  <a:pt x="161215" y="316017"/>
                </a:lnTo>
                <a:lnTo>
                  <a:pt x="161504" y="305483"/>
                </a:lnTo>
                <a:lnTo>
                  <a:pt x="161837" y="294949"/>
                </a:lnTo>
                <a:lnTo>
                  <a:pt x="162216" y="284415"/>
                </a:lnTo>
                <a:lnTo>
                  <a:pt x="162638" y="273881"/>
                </a:lnTo>
                <a:lnTo>
                  <a:pt x="163097" y="263347"/>
                </a:lnTo>
                <a:lnTo>
                  <a:pt x="163574" y="252813"/>
                </a:lnTo>
                <a:lnTo>
                  <a:pt x="164041" y="242280"/>
                </a:lnTo>
                <a:lnTo>
                  <a:pt x="164454" y="231746"/>
                </a:lnTo>
                <a:lnTo>
                  <a:pt x="164749" y="221212"/>
                </a:lnTo>
                <a:lnTo>
                  <a:pt x="164842" y="210678"/>
                </a:lnTo>
                <a:lnTo>
                  <a:pt x="164621" y="200144"/>
                </a:lnTo>
                <a:lnTo>
                  <a:pt x="163946" y="189610"/>
                </a:lnTo>
                <a:lnTo>
                  <a:pt x="162644" y="179076"/>
                </a:lnTo>
                <a:lnTo>
                  <a:pt x="160513" y="168542"/>
                </a:lnTo>
                <a:lnTo>
                  <a:pt x="157329" y="158008"/>
                </a:lnTo>
                <a:lnTo>
                  <a:pt x="152856" y="147474"/>
                </a:lnTo>
                <a:lnTo>
                  <a:pt x="146868" y="136941"/>
                </a:lnTo>
                <a:lnTo>
                  <a:pt x="139173" y="126407"/>
                </a:lnTo>
                <a:lnTo>
                  <a:pt x="129651" y="115873"/>
                </a:lnTo>
                <a:lnTo>
                  <a:pt x="118284" y="105339"/>
                </a:lnTo>
                <a:lnTo>
                  <a:pt x="105191" y="94805"/>
                </a:lnTo>
                <a:lnTo>
                  <a:pt x="90654" y="84271"/>
                </a:lnTo>
                <a:lnTo>
                  <a:pt x="75131" y="73737"/>
                </a:lnTo>
                <a:lnTo>
                  <a:pt x="59240" y="63203"/>
                </a:lnTo>
                <a:lnTo>
                  <a:pt x="43738" y="52669"/>
                </a:lnTo>
                <a:lnTo>
                  <a:pt x="29461" y="42136"/>
                </a:lnTo>
                <a:lnTo>
                  <a:pt x="17255" y="31602"/>
                </a:lnTo>
                <a:lnTo>
                  <a:pt x="7896" y="21068"/>
                </a:lnTo>
                <a:lnTo>
                  <a:pt x="200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05" y="10534"/>
                </a:lnTo>
                <a:lnTo>
                  <a:pt x="336818" y="21068"/>
                </a:lnTo>
                <a:lnTo>
                  <a:pt x="327459" y="31602"/>
                </a:lnTo>
                <a:lnTo>
                  <a:pt x="315253" y="42136"/>
                </a:lnTo>
                <a:lnTo>
                  <a:pt x="300976" y="52669"/>
                </a:lnTo>
                <a:lnTo>
                  <a:pt x="285474" y="63203"/>
                </a:lnTo>
                <a:lnTo>
                  <a:pt x="269584" y="73737"/>
                </a:lnTo>
                <a:lnTo>
                  <a:pt x="254060" y="84271"/>
                </a:lnTo>
                <a:lnTo>
                  <a:pt x="239524" y="94805"/>
                </a:lnTo>
                <a:lnTo>
                  <a:pt x="226431" y="105339"/>
                </a:lnTo>
                <a:lnTo>
                  <a:pt x="215063" y="115873"/>
                </a:lnTo>
                <a:lnTo>
                  <a:pt x="205541" y="126407"/>
                </a:lnTo>
                <a:lnTo>
                  <a:pt x="197846" y="136941"/>
                </a:lnTo>
                <a:lnTo>
                  <a:pt x="191858" y="147474"/>
                </a:lnTo>
                <a:lnTo>
                  <a:pt x="187385" y="158008"/>
                </a:lnTo>
                <a:lnTo>
                  <a:pt x="184201" y="168542"/>
                </a:lnTo>
                <a:lnTo>
                  <a:pt x="182071" y="179076"/>
                </a:lnTo>
                <a:lnTo>
                  <a:pt x="180769" y="189610"/>
                </a:lnTo>
                <a:lnTo>
                  <a:pt x="180093" y="200144"/>
                </a:lnTo>
                <a:lnTo>
                  <a:pt x="179873" y="210678"/>
                </a:lnTo>
                <a:lnTo>
                  <a:pt x="179966" y="221212"/>
                </a:lnTo>
                <a:lnTo>
                  <a:pt x="180261" y="231746"/>
                </a:lnTo>
                <a:lnTo>
                  <a:pt x="180673" y="242280"/>
                </a:lnTo>
                <a:lnTo>
                  <a:pt x="181140" y="252813"/>
                </a:lnTo>
                <a:lnTo>
                  <a:pt x="181617" y="263347"/>
                </a:lnTo>
                <a:lnTo>
                  <a:pt x="182076" y="273881"/>
                </a:lnTo>
                <a:lnTo>
                  <a:pt x="182499" y="284415"/>
                </a:lnTo>
                <a:lnTo>
                  <a:pt x="182877" y="294949"/>
                </a:lnTo>
                <a:lnTo>
                  <a:pt x="183210" y="305483"/>
                </a:lnTo>
                <a:lnTo>
                  <a:pt x="183499" y="316017"/>
                </a:lnTo>
                <a:lnTo>
                  <a:pt x="183749" y="326551"/>
                </a:lnTo>
                <a:lnTo>
                  <a:pt x="183964" y="337085"/>
                </a:lnTo>
                <a:lnTo>
                  <a:pt x="184148" y="347618"/>
                </a:lnTo>
                <a:lnTo>
                  <a:pt x="184303" y="358152"/>
                </a:lnTo>
                <a:lnTo>
                  <a:pt x="184430" y="368686"/>
                </a:lnTo>
                <a:lnTo>
                  <a:pt x="184530" y="379220"/>
                </a:lnTo>
                <a:lnTo>
                  <a:pt x="184605" y="389754"/>
                </a:lnTo>
                <a:lnTo>
                  <a:pt x="184658" y="400288"/>
                </a:lnTo>
                <a:lnTo>
                  <a:pt x="184700" y="410822"/>
                </a:lnTo>
                <a:lnTo>
                  <a:pt x="184742" y="421356"/>
                </a:lnTo>
                <a:lnTo>
                  <a:pt x="184803" y="431890"/>
                </a:lnTo>
                <a:lnTo>
                  <a:pt x="184902" y="442423"/>
                </a:lnTo>
                <a:lnTo>
                  <a:pt x="185059" y="452957"/>
                </a:lnTo>
                <a:lnTo>
                  <a:pt x="185290" y="463491"/>
                </a:lnTo>
                <a:lnTo>
                  <a:pt x="185604" y="474025"/>
                </a:lnTo>
                <a:lnTo>
                  <a:pt x="186001" y="484559"/>
                </a:lnTo>
                <a:lnTo>
                  <a:pt x="186467" y="495093"/>
                </a:lnTo>
                <a:lnTo>
                  <a:pt x="186978" y="505627"/>
                </a:lnTo>
                <a:lnTo>
                  <a:pt x="187500" y="516161"/>
                </a:lnTo>
                <a:lnTo>
                  <a:pt x="187991" y="526695"/>
                </a:lnTo>
                <a:lnTo>
                  <a:pt x="188406" y="537228"/>
                </a:lnTo>
                <a:lnTo>
                  <a:pt x="188707" y="547762"/>
                </a:lnTo>
                <a:lnTo>
                  <a:pt x="188859" y="558296"/>
                </a:lnTo>
                <a:lnTo>
                  <a:pt x="188844" y="568830"/>
                </a:lnTo>
                <a:lnTo>
                  <a:pt x="188655" y="579364"/>
                </a:lnTo>
                <a:lnTo>
                  <a:pt x="188302" y="589898"/>
                </a:lnTo>
                <a:lnTo>
                  <a:pt x="187807" y="600432"/>
                </a:lnTo>
                <a:lnTo>
                  <a:pt x="187206" y="610966"/>
                </a:lnTo>
                <a:lnTo>
                  <a:pt x="186537" y="621500"/>
                </a:lnTo>
                <a:lnTo>
                  <a:pt x="185844" y="632034"/>
                </a:lnTo>
                <a:lnTo>
                  <a:pt x="185170" y="642567"/>
                </a:lnTo>
                <a:lnTo>
                  <a:pt x="184554" y="653101"/>
                </a:lnTo>
                <a:lnTo>
                  <a:pt x="184033" y="663635"/>
                </a:lnTo>
                <a:lnTo>
                  <a:pt x="183637" y="674169"/>
                </a:lnTo>
                <a:lnTo>
                  <a:pt x="183393" y="684703"/>
                </a:lnTo>
                <a:lnTo>
                  <a:pt x="183324" y="695237"/>
                </a:lnTo>
                <a:lnTo>
                  <a:pt x="183450" y="705771"/>
                </a:lnTo>
                <a:lnTo>
                  <a:pt x="183786" y="716305"/>
                </a:lnTo>
                <a:lnTo>
                  <a:pt x="184341" y="726839"/>
                </a:lnTo>
                <a:lnTo>
                  <a:pt x="185115" y="737372"/>
                </a:lnTo>
                <a:lnTo>
                  <a:pt x="186096" y="747906"/>
                </a:lnTo>
                <a:lnTo>
                  <a:pt x="187258" y="758440"/>
                </a:lnTo>
                <a:lnTo>
                  <a:pt x="188557" y="768974"/>
                </a:lnTo>
                <a:lnTo>
                  <a:pt x="189930" y="779508"/>
                </a:lnTo>
                <a:lnTo>
                  <a:pt x="191303" y="790042"/>
                </a:lnTo>
                <a:lnTo>
                  <a:pt x="192589" y="800576"/>
                </a:lnTo>
                <a:lnTo>
                  <a:pt x="193699" y="811110"/>
                </a:lnTo>
                <a:lnTo>
                  <a:pt x="194549" y="821644"/>
                </a:lnTo>
                <a:lnTo>
                  <a:pt x="195070" y="832177"/>
                </a:lnTo>
                <a:lnTo>
                  <a:pt x="195213" y="842711"/>
                </a:lnTo>
                <a:lnTo>
                  <a:pt x="194959" y="853245"/>
                </a:lnTo>
                <a:lnTo>
                  <a:pt x="194317" y="863779"/>
                </a:lnTo>
                <a:lnTo>
                  <a:pt x="193323" y="874313"/>
                </a:lnTo>
                <a:lnTo>
                  <a:pt x="192040" y="884847"/>
                </a:lnTo>
                <a:lnTo>
                  <a:pt x="190543" y="895381"/>
                </a:lnTo>
                <a:lnTo>
                  <a:pt x="188918" y="905915"/>
                </a:lnTo>
                <a:lnTo>
                  <a:pt x="187248" y="916449"/>
                </a:lnTo>
                <a:lnTo>
                  <a:pt x="185611" y="926982"/>
                </a:lnTo>
                <a:lnTo>
                  <a:pt x="184070" y="937516"/>
                </a:lnTo>
                <a:lnTo>
                  <a:pt x="182672" y="948050"/>
                </a:lnTo>
                <a:lnTo>
                  <a:pt x="181449" y="958584"/>
                </a:lnTo>
                <a:lnTo>
                  <a:pt x="180419" y="969118"/>
                </a:lnTo>
                <a:lnTo>
                  <a:pt x="179587" y="979652"/>
                </a:lnTo>
                <a:lnTo>
                  <a:pt x="178951" y="990186"/>
                </a:lnTo>
                <a:lnTo>
                  <a:pt x="178502" y="1000720"/>
                </a:lnTo>
                <a:lnTo>
                  <a:pt x="178229" y="1011254"/>
                </a:lnTo>
                <a:lnTo>
                  <a:pt x="178117" y="1021788"/>
                </a:lnTo>
                <a:lnTo>
                  <a:pt x="178152" y="1032321"/>
                </a:lnTo>
                <a:lnTo>
                  <a:pt x="178315" y="1042855"/>
                </a:lnTo>
                <a:lnTo>
                  <a:pt x="178587" y="1053389"/>
                </a:lnTo>
                <a:lnTo>
                  <a:pt x="178944" y="1063923"/>
                </a:lnTo>
                <a:lnTo>
                  <a:pt x="179363" y="1074457"/>
                </a:lnTo>
                <a:lnTo>
                  <a:pt x="179818" y="1084991"/>
                </a:lnTo>
                <a:lnTo>
                  <a:pt x="180284" y="1095525"/>
                </a:lnTo>
                <a:lnTo>
                  <a:pt x="180738" y="1106059"/>
                </a:lnTo>
                <a:lnTo>
                  <a:pt x="181161" y="1116593"/>
                </a:lnTo>
                <a:lnTo>
                  <a:pt x="181539" y="1127126"/>
                </a:lnTo>
                <a:lnTo>
                  <a:pt x="181863" y="1137660"/>
                </a:lnTo>
                <a:lnTo>
                  <a:pt x="182133" y="1148194"/>
                </a:lnTo>
                <a:lnTo>
                  <a:pt x="182350" y="1158728"/>
                </a:lnTo>
                <a:lnTo>
                  <a:pt x="182517" y="1169262"/>
                </a:lnTo>
                <a:lnTo>
                  <a:pt x="182638" y="1179796"/>
                </a:lnTo>
                <a:lnTo>
                  <a:pt x="182718" y="1190330"/>
                </a:lnTo>
                <a:lnTo>
                  <a:pt x="182755" y="1200864"/>
                </a:lnTo>
                <a:lnTo>
                  <a:pt x="182744" y="1211398"/>
                </a:lnTo>
                <a:lnTo>
                  <a:pt x="182680" y="1221931"/>
                </a:lnTo>
                <a:lnTo>
                  <a:pt x="182551" y="1232465"/>
                </a:lnTo>
                <a:lnTo>
                  <a:pt x="182349" y="1242999"/>
                </a:lnTo>
                <a:lnTo>
                  <a:pt x="182066" y="1253533"/>
                </a:lnTo>
                <a:lnTo>
                  <a:pt x="181697" y="1264067"/>
                </a:lnTo>
                <a:lnTo>
                  <a:pt x="181245" y="1274601"/>
                </a:lnTo>
                <a:lnTo>
                  <a:pt x="180716" y="1285135"/>
                </a:lnTo>
                <a:lnTo>
                  <a:pt x="180126" y="1295669"/>
                </a:lnTo>
                <a:lnTo>
                  <a:pt x="179493" y="1306203"/>
                </a:lnTo>
                <a:lnTo>
                  <a:pt x="178840" y="1316736"/>
                </a:lnTo>
                <a:lnTo>
                  <a:pt x="178194" y="1327270"/>
                </a:lnTo>
                <a:lnTo>
                  <a:pt x="177580" y="1337804"/>
                </a:lnTo>
                <a:lnTo>
                  <a:pt x="177021" y="1348338"/>
                </a:lnTo>
                <a:lnTo>
                  <a:pt x="176536" y="1358872"/>
                </a:lnTo>
                <a:lnTo>
                  <a:pt x="176140" y="1369406"/>
                </a:lnTo>
                <a:lnTo>
                  <a:pt x="175841" y="1379940"/>
                </a:lnTo>
                <a:lnTo>
                  <a:pt x="175642" y="1390474"/>
                </a:lnTo>
                <a:lnTo>
                  <a:pt x="175538" y="1401008"/>
                </a:lnTo>
                <a:lnTo>
                  <a:pt x="175522" y="1411542"/>
                </a:lnTo>
                <a:lnTo>
                  <a:pt x="175581" y="1422075"/>
                </a:lnTo>
                <a:lnTo>
                  <a:pt x="175705" y="1432609"/>
                </a:lnTo>
                <a:lnTo>
                  <a:pt x="175881" y="1443143"/>
                </a:lnTo>
                <a:lnTo>
                  <a:pt x="176100" y="1453677"/>
                </a:lnTo>
                <a:lnTo>
                  <a:pt x="176359" y="1464211"/>
                </a:lnTo>
                <a:lnTo>
                  <a:pt x="176660" y="1474745"/>
                </a:lnTo>
                <a:lnTo>
                  <a:pt x="177015" y="1485279"/>
                </a:lnTo>
                <a:lnTo>
                  <a:pt x="177444" y="1495813"/>
                </a:lnTo>
                <a:lnTo>
                  <a:pt x="177977" y="1506347"/>
                </a:lnTo>
                <a:lnTo>
                  <a:pt x="178652" y="1516880"/>
                </a:lnTo>
                <a:lnTo>
                  <a:pt x="179512" y="1527414"/>
                </a:lnTo>
                <a:lnTo>
                  <a:pt x="180604" y="1537948"/>
                </a:lnTo>
                <a:lnTo>
                  <a:pt x="181974" y="1548482"/>
                </a:lnTo>
                <a:lnTo>
                  <a:pt x="183659" y="1559016"/>
                </a:lnTo>
                <a:lnTo>
                  <a:pt x="185681" y="1569550"/>
                </a:lnTo>
                <a:lnTo>
                  <a:pt x="188043" y="1580084"/>
                </a:lnTo>
                <a:lnTo>
                  <a:pt x="190720" y="1590618"/>
                </a:lnTo>
                <a:lnTo>
                  <a:pt x="193655" y="1601152"/>
                </a:lnTo>
                <a:lnTo>
                  <a:pt x="196759" y="1611685"/>
                </a:lnTo>
                <a:lnTo>
                  <a:pt x="199912" y="1622219"/>
                </a:lnTo>
                <a:lnTo>
                  <a:pt x="202968" y="1632753"/>
                </a:lnTo>
                <a:lnTo>
                  <a:pt x="205770" y="1643287"/>
                </a:lnTo>
                <a:lnTo>
                  <a:pt x="208156" y="1653821"/>
                </a:lnTo>
                <a:lnTo>
                  <a:pt x="209981" y="1664355"/>
                </a:lnTo>
                <a:lnTo>
                  <a:pt x="211127" y="1674889"/>
                </a:lnTo>
                <a:lnTo>
                  <a:pt x="211517" y="1685423"/>
                </a:lnTo>
                <a:lnTo>
                  <a:pt x="211517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5" name="data_2712">
            <a:extLst xmlns:a="http://schemas.openxmlformats.org/drawingml/2006/main">
              <a:ext uri="{FF2B5EF4-FFF2-40B4-BE49-F238E27FC236}">
                <a16:creationId xmlns:a16="http://schemas.microsoft.com/office/drawing/2014/main" id="{A0E6C711-2CAE-4551-AE08-326372C1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40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ata_2713">
            <a:extLst xmlns:a="http://schemas.openxmlformats.org/drawingml/2006/main">
              <a:ext uri="{FF2B5EF4-FFF2-40B4-BE49-F238E27FC236}">
                <a16:creationId xmlns:a16="http://schemas.microsoft.com/office/drawing/2014/main" id="{E1892DC6-EA55-45BE-8BF3-F72B08DB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31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data_2714">
            <a:extLst xmlns:a="http://schemas.openxmlformats.org/drawingml/2006/main">
              <a:ext uri="{FF2B5EF4-FFF2-40B4-BE49-F238E27FC236}">
                <a16:creationId xmlns:a16="http://schemas.microsoft.com/office/drawing/2014/main" id="{034E6AE9-95CA-4BB8-ADEE-DABAD023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994" y="39698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data_2715">
            <a:extLst xmlns:a="http://schemas.openxmlformats.org/drawingml/2006/main">
              <a:ext uri="{FF2B5EF4-FFF2-40B4-BE49-F238E27FC236}">
                <a16:creationId xmlns:a16="http://schemas.microsoft.com/office/drawing/2014/main" id="{7D38EF63-0434-4B80-955C-0E2DFE46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2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ata_2716">
            <a:extLst xmlns:a="http://schemas.openxmlformats.org/drawingml/2006/main">
              <a:ext uri="{FF2B5EF4-FFF2-40B4-BE49-F238E27FC236}">
                <a16:creationId xmlns:a16="http://schemas.microsoft.com/office/drawing/2014/main" id="{3F93CB71-EDA7-47C8-8A9A-FEF8106C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945" y="39243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data_2717">
            <a:extLst xmlns:a="http://schemas.openxmlformats.org/drawingml/2006/main">
              <a:ext uri="{FF2B5EF4-FFF2-40B4-BE49-F238E27FC236}">
                <a16:creationId xmlns:a16="http://schemas.microsoft.com/office/drawing/2014/main" id="{39843F2B-B160-4796-8CEC-6437D703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6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data_2718">
            <a:extLst xmlns:a="http://schemas.openxmlformats.org/drawingml/2006/main">
              <a:ext uri="{FF2B5EF4-FFF2-40B4-BE49-F238E27FC236}">
                <a16:creationId xmlns:a16="http://schemas.microsoft.com/office/drawing/2014/main" id="{7DDE040D-E555-4401-BC3E-06A3506C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30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data_2719">
            <a:extLst xmlns:a="http://schemas.openxmlformats.org/drawingml/2006/main">
              <a:ext uri="{FF2B5EF4-FFF2-40B4-BE49-F238E27FC236}">
                <a16:creationId xmlns:a16="http://schemas.microsoft.com/office/drawing/2014/main" id="{5D7ADE56-A811-4A48-9A31-7691C8AA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394" y="39585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ata_2720">
            <a:extLst xmlns:a="http://schemas.openxmlformats.org/drawingml/2006/main">
              <a:ext uri="{FF2B5EF4-FFF2-40B4-BE49-F238E27FC236}">
                <a16:creationId xmlns:a16="http://schemas.microsoft.com/office/drawing/2014/main" id="{ABAB3702-9374-4F21-8E52-7994C671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data_2721">
            <a:extLst xmlns:a="http://schemas.openxmlformats.org/drawingml/2006/main">
              <a:ext uri="{FF2B5EF4-FFF2-40B4-BE49-F238E27FC236}">
                <a16:creationId xmlns:a16="http://schemas.microsoft.com/office/drawing/2014/main" id="{5FEC2DCB-DDDF-4011-A29D-E1481ADE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2036" y="39700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ata_2722">
            <a:extLst xmlns:a="http://schemas.openxmlformats.org/drawingml/2006/main">
              <a:ext uri="{FF2B5EF4-FFF2-40B4-BE49-F238E27FC236}">
                <a16:creationId xmlns:a16="http://schemas.microsoft.com/office/drawing/2014/main" id="{3876AD91-533B-48E7-94F4-22DE48ED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91" y="30747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data_2723">
            <a:extLst xmlns:a="http://schemas.openxmlformats.org/drawingml/2006/main">
              <a:ext uri="{FF2B5EF4-FFF2-40B4-BE49-F238E27FC236}">
                <a16:creationId xmlns:a16="http://schemas.microsoft.com/office/drawing/2014/main" id="{727A02ED-EBC9-4760-9FE3-2496C408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316" y="37578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data_2724">
            <a:extLst xmlns:a="http://schemas.openxmlformats.org/drawingml/2006/main">
              <a:ext uri="{FF2B5EF4-FFF2-40B4-BE49-F238E27FC236}">
                <a16:creationId xmlns:a16="http://schemas.microsoft.com/office/drawing/2014/main" id="{892FF9CE-AC1F-48C1-93D2-B3663F1F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54" y="3967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ata_2725">
            <a:extLst xmlns:a="http://schemas.openxmlformats.org/drawingml/2006/main">
              <a:ext uri="{FF2B5EF4-FFF2-40B4-BE49-F238E27FC236}">
                <a16:creationId xmlns:a16="http://schemas.microsoft.com/office/drawing/2014/main" id="{2A32BEF4-0E72-401F-8E32-5335985B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47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ata_2726">
            <a:extLst xmlns:a="http://schemas.openxmlformats.org/drawingml/2006/main">
              <a:ext uri="{FF2B5EF4-FFF2-40B4-BE49-F238E27FC236}">
                <a16:creationId xmlns:a16="http://schemas.microsoft.com/office/drawing/2014/main" id="{3B5C64EC-9365-4709-BDD8-48160DA5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788" y="3673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ata_2727">
            <a:extLst xmlns:a="http://schemas.openxmlformats.org/drawingml/2006/main">
              <a:ext uri="{FF2B5EF4-FFF2-40B4-BE49-F238E27FC236}">
                <a16:creationId xmlns:a16="http://schemas.microsoft.com/office/drawing/2014/main" id="{5F85B58A-F45B-4B86-98AE-8B6B6CDA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219" y="39598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2728">
            <a:extLst xmlns:a="http://schemas.openxmlformats.org/drawingml/2006/main">
              <a:ext uri="{FF2B5EF4-FFF2-40B4-BE49-F238E27FC236}">
                <a16:creationId xmlns:a16="http://schemas.microsoft.com/office/drawing/2014/main" id="{AF1AFA96-7C4B-4B94-9BAC-8FB3EEC3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9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2729">
            <a:extLst xmlns:a="http://schemas.openxmlformats.org/drawingml/2006/main">
              <a:ext uri="{FF2B5EF4-FFF2-40B4-BE49-F238E27FC236}">
                <a16:creationId xmlns:a16="http://schemas.microsoft.com/office/drawing/2014/main" id="{3A915356-3088-44DD-8882-1118830C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679" y="3811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2730">
            <a:extLst xmlns:a="http://schemas.openxmlformats.org/drawingml/2006/main">
              <a:ext uri="{FF2B5EF4-FFF2-40B4-BE49-F238E27FC236}">
                <a16:creationId xmlns:a16="http://schemas.microsoft.com/office/drawing/2014/main" id="{A2D8509C-138E-4415-8B56-3EEE9C75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5131" y="39340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2731">
            <a:extLst xmlns:a="http://schemas.openxmlformats.org/drawingml/2006/main">
              <a:ext uri="{FF2B5EF4-FFF2-40B4-BE49-F238E27FC236}">
                <a16:creationId xmlns:a16="http://schemas.microsoft.com/office/drawing/2014/main" id="{56751C48-1D08-4DEB-A80C-5B9C84AA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563" y="3958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2732">
            <a:extLst xmlns:a="http://schemas.openxmlformats.org/drawingml/2006/main">
              <a:ext uri="{FF2B5EF4-FFF2-40B4-BE49-F238E27FC236}">
                <a16:creationId xmlns:a16="http://schemas.microsoft.com/office/drawing/2014/main" id="{F6CDD96B-693F-4DED-9DEA-92FC634B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567" y="39708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2733">
            <a:extLst xmlns:a="http://schemas.openxmlformats.org/drawingml/2006/main">
              <a:ext uri="{FF2B5EF4-FFF2-40B4-BE49-F238E27FC236}">
                <a16:creationId xmlns:a16="http://schemas.microsoft.com/office/drawing/2014/main" id="{2082D900-75CF-4620-875D-2FAE6F38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7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2734">
            <a:extLst xmlns:a="http://schemas.openxmlformats.org/drawingml/2006/main">
              <a:ext uri="{FF2B5EF4-FFF2-40B4-BE49-F238E27FC236}">
                <a16:creationId xmlns:a16="http://schemas.microsoft.com/office/drawing/2014/main" id="{37CE4957-E6A8-4C1E-AD00-9F1C01CE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154" y="3720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2735">
            <a:extLst xmlns:a="http://schemas.openxmlformats.org/drawingml/2006/main">
              <a:ext uri="{FF2B5EF4-FFF2-40B4-BE49-F238E27FC236}">
                <a16:creationId xmlns:a16="http://schemas.microsoft.com/office/drawing/2014/main" id="{F67EEA90-C7E9-40B8-84CD-A419B0B3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787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2736">
            <a:extLst xmlns:a="http://schemas.openxmlformats.org/drawingml/2006/main">
              <a:ext uri="{FF2B5EF4-FFF2-40B4-BE49-F238E27FC236}">
                <a16:creationId xmlns:a16="http://schemas.microsoft.com/office/drawing/2014/main" id="{C30EB993-B4E4-492E-9652-36382CA8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72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2737">
            <a:extLst xmlns:a="http://schemas.openxmlformats.org/drawingml/2006/main">
              <a:ext uri="{FF2B5EF4-FFF2-40B4-BE49-F238E27FC236}">
                <a16:creationId xmlns:a16="http://schemas.microsoft.com/office/drawing/2014/main" id="{241FA5DE-955D-46B1-9CE1-A0261056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3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2738">
            <a:extLst xmlns:a="http://schemas.openxmlformats.org/drawingml/2006/main">
              <a:ext uri="{FF2B5EF4-FFF2-40B4-BE49-F238E27FC236}">
                <a16:creationId xmlns:a16="http://schemas.microsoft.com/office/drawing/2014/main" id="{3BD01A57-7091-47FF-8774-AFB2CFC4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293" y="39673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2739">
            <a:extLst xmlns:a="http://schemas.openxmlformats.org/drawingml/2006/main">
              <a:ext uri="{FF2B5EF4-FFF2-40B4-BE49-F238E27FC236}">
                <a16:creationId xmlns:a16="http://schemas.microsoft.com/office/drawing/2014/main" id="{216EBB17-3180-411F-8EF8-1BB84ABF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6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2740">
            <a:extLst xmlns:a="http://schemas.openxmlformats.org/drawingml/2006/main">
              <a:ext uri="{FF2B5EF4-FFF2-40B4-BE49-F238E27FC236}">
                <a16:creationId xmlns:a16="http://schemas.microsoft.com/office/drawing/2014/main" id="{53B9EC89-E917-4DC9-8789-E040F46C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415" y="39716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2741">
            <a:extLst xmlns:a="http://schemas.openxmlformats.org/drawingml/2006/main">
              <a:ext uri="{FF2B5EF4-FFF2-40B4-BE49-F238E27FC236}">
                <a16:creationId xmlns:a16="http://schemas.microsoft.com/office/drawing/2014/main" id="{69453534-0F6F-4275-BEE5-C58DEA0C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856" y="38742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2742">
            <a:extLst xmlns:a="http://schemas.openxmlformats.org/drawingml/2006/main">
              <a:ext uri="{FF2B5EF4-FFF2-40B4-BE49-F238E27FC236}">
                <a16:creationId xmlns:a16="http://schemas.microsoft.com/office/drawing/2014/main" id="{22D9E966-6C95-4E67-AE5A-A8EC4E13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9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2743">
            <a:extLst xmlns:a="http://schemas.openxmlformats.org/drawingml/2006/main">
              <a:ext uri="{FF2B5EF4-FFF2-40B4-BE49-F238E27FC236}">
                <a16:creationId xmlns:a16="http://schemas.microsoft.com/office/drawing/2014/main" id="{8E46AF10-D96C-4CD1-A247-E97D4EE4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89" y="39147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2744">
            <a:extLst xmlns:a="http://schemas.openxmlformats.org/drawingml/2006/main">
              <a:ext uri="{FF2B5EF4-FFF2-40B4-BE49-F238E27FC236}">
                <a16:creationId xmlns:a16="http://schemas.microsoft.com/office/drawing/2014/main" id="{2EDE96AE-1E06-4422-860B-6C6704E1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0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2745">
            <a:extLst xmlns:a="http://schemas.openxmlformats.org/drawingml/2006/main">
              <a:ext uri="{FF2B5EF4-FFF2-40B4-BE49-F238E27FC236}">
                <a16:creationId xmlns:a16="http://schemas.microsoft.com/office/drawing/2014/main" id="{21A0C037-8F3F-446D-BEE3-BCFA0946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4477" y="3978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2746">
            <a:extLst xmlns:a="http://schemas.openxmlformats.org/drawingml/2006/main">
              <a:ext uri="{FF2B5EF4-FFF2-40B4-BE49-F238E27FC236}">
                <a16:creationId xmlns:a16="http://schemas.microsoft.com/office/drawing/2014/main" id="{F22DD941-25DB-4F7E-A1CD-3636557C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6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2747">
            <a:extLst xmlns:a="http://schemas.openxmlformats.org/drawingml/2006/main">
              <a:ext uri="{FF2B5EF4-FFF2-40B4-BE49-F238E27FC236}">
                <a16:creationId xmlns:a16="http://schemas.microsoft.com/office/drawing/2014/main" id="{19D2C0A3-58A3-4722-A906-A51C73B3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3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2748">
            <a:extLst xmlns:a="http://schemas.openxmlformats.org/drawingml/2006/main">
              <a:ext uri="{FF2B5EF4-FFF2-40B4-BE49-F238E27FC236}">
                <a16:creationId xmlns:a16="http://schemas.microsoft.com/office/drawing/2014/main" id="{8DC0B77D-E11E-42D1-B815-46E8A529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8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2749">
            <a:extLst xmlns:a="http://schemas.openxmlformats.org/drawingml/2006/main">
              <a:ext uri="{FF2B5EF4-FFF2-40B4-BE49-F238E27FC236}">
                <a16:creationId xmlns:a16="http://schemas.microsoft.com/office/drawing/2014/main" id="{90DEBCBB-EC16-48F4-AC34-36416867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5549" y="39757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2750">
            <a:extLst xmlns:a="http://schemas.openxmlformats.org/drawingml/2006/main">
              <a:ext uri="{FF2B5EF4-FFF2-40B4-BE49-F238E27FC236}">
                <a16:creationId xmlns:a16="http://schemas.microsoft.com/office/drawing/2014/main" id="{8FEE5904-AE53-4987-9056-317DAF25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8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2751">
            <a:extLst xmlns:a="http://schemas.openxmlformats.org/drawingml/2006/main">
              <a:ext uri="{FF2B5EF4-FFF2-40B4-BE49-F238E27FC236}">
                <a16:creationId xmlns:a16="http://schemas.microsoft.com/office/drawing/2014/main" id="{1A8B2691-EABE-41E3-8F7B-55C99B19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326" y="39473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2752">
            <a:extLst xmlns:a="http://schemas.openxmlformats.org/drawingml/2006/main">
              <a:ext uri="{FF2B5EF4-FFF2-40B4-BE49-F238E27FC236}">
                <a16:creationId xmlns:a16="http://schemas.microsoft.com/office/drawing/2014/main" id="{549F2A5C-9C4E-44D4-91A5-D1D9B461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0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2753">
            <a:extLst xmlns:a="http://schemas.openxmlformats.org/drawingml/2006/main">
              <a:ext uri="{FF2B5EF4-FFF2-40B4-BE49-F238E27FC236}">
                <a16:creationId xmlns:a16="http://schemas.microsoft.com/office/drawing/2014/main" id="{B8AAD733-E207-4CAD-9EFA-ADDA52AA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4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2754">
            <a:extLst xmlns:a="http://schemas.openxmlformats.org/drawingml/2006/main">
              <a:ext uri="{FF2B5EF4-FFF2-40B4-BE49-F238E27FC236}">
                <a16:creationId xmlns:a16="http://schemas.microsoft.com/office/drawing/2014/main" id="{D61FBC30-7374-446A-8D2E-5FF7133F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3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2755">
            <a:extLst xmlns:a="http://schemas.openxmlformats.org/drawingml/2006/main">
              <a:ext uri="{FF2B5EF4-FFF2-40B4-BE49-F238E27FC236}">
                <a16:creationId xmlns:a16="http://schemas.microsoft.com/office/drawing/2014/main" id="{E733A9F5-18F0-4633-81EC-834927BB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60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2756">
            <a:extLst xmlns:a="http://schemas.openxmlformats.org/drawingml/2006/main">
              <a:ext uri="{FF2B5EF4-FFF2-40B4-BE49-F238E27FC236}">
                <a16:creationId xmlns:a16="http://schemas.microsoft.com/office/drawing/2014/main" id="{329E6B65-1A87-49BB-A8F5-8D78C05B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2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2757">
            <a:extLst xmlns:a="http://schemas.openxmlformats.org/drawingml/2006/main">
              <a:ext uri="{FF2B5EF4-FFF2-40B4-BE49-F238E27FC236}">
                <a16:creationId xmlns:a16="http://schemas.microsoft.com/office/drawing/2014/main" id="{31169A16-E36D-416D-85E8-C4F70C8A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16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2758">
            <a:extLst xmlns:a="http://schemas.openxmlformats.org/drawingml/2006/main">
              <a:ext uri="{FF2B5EF4-FFF2-40B4-BE49-F238E27FC236}">
                <a16:creationId xmlns:a16="http://schemas.microsoft.com/office/drawing/2014/main" id="{DF84B432-3BB7-4208-A2BD-4557AD3D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953" y="39522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2759">
            <a:extLst xmlns:a="http://schemas.openxmlformats.org/drawingml/2006/main">
              <a:ext uri="{FF2B5EF4-FFF2-40B4-BE49-F238E27FC236}">
                <a16:creationId xmlns:a16="http://schemas.microsoft.com/office/drawing/2014/main" id="{66C20E7E-F022-44F5-A91F-7106FB31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13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2760">
            <a:extLst xmlns:a="http://schemas.openxmlformats.org/drawingml/2006/main">
              <a:ext uri="{FF2B5EF4-FFF2-40B4-BE49-F238E27FC236}">
                <a16:creationId xmlns:a16="http://schemas.microsoft.com/office/drawing/2014/main" id="{59A32BF2-1753-47EE-B752-3FAEF960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769" y="395402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2761">
            <a:extLst xmlns:a="http://schemas.openxmlformats.org/drawingml/2006/main">
              <a:ext uri="{FF2B5EF4-FFF2-40B4-BE49-F238E27FC236}">
                <a16:creationId xmlns:a16="http://schemas.microsoft.com/office/drawing/2014/main" id="{A5434FD0-FC9D-4F87-853F-35D43BC2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6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2762">
            <a:extLst xmlns:a="http://schemas.openxmlformats.org/drawingml/2006/main">
              <a:ext uri="{FF2B5EF4-FFF2-40B4-BE49-F238E27FC236}">
                <a16:creationId xmlns:a16="http://schemas.microsoft.com/office/drawing/2014/main" id="{2883E771-CCCB-4963-9D87-3D7892B7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1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2763">
            <a:extLst xmlns:a="http://schemas.openxmlformats.org/drawingml/2006/main">
              <a:ext uri="{FF2B5EF4-FFF2-40B4-BE49-F238E27FC236}">
                <a16:creationId xmlns:a16="http://schemas.microsoft.com/office/drawing/2014/main" id="{DE85D382-535A-433C-9346-6FA75A66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2764">
            <a:extLst xmlns:a="http://schemas.openxmlformats.org/drawingml/2006/main">
              <a:ext uri="{FF2B5EF4-FFF2-40B4-BE49-F238E27FC236}">
                <a16:creationId xmlns:a16="http://schemas.microsoft.com/office/drawing/2014/main" id="{394393DF-73C1-4350-AB99-D0AE6AE1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525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2765">
            <a:extLst xmlns:a="http://schemas.openxmlformats.org/drawingml/2006/main">
              <a:ext uri="{FF2B5EF4-FFF2-40B4-BE49-F238E27FC236}">
                <a16:creationId xmlns:a16="http://schemas.microsoft.com/office/drawing/2014/main" id="{311E3C11-C294-4B83-99F0-1345A043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1655" y="27850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2766">
            <a:extLst xmlns:a="http://schemas.openxmlformats.org/drawingml/2006/main">
              <a:ext uri="{FF2B5EF4-FFF2-40B4-BE49-F238E27FC236}">
                <a16:creationId xmlns:a16="http://schemas.microsoft.com/office/drawing/2014/main" id="{4411CA96-76DD-46BE-9E4B-239A61DC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1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2767">
            <a:extLst xmlns:a="http://schemas.openxmlformats.org/drawingml/2006/main">
              <a:ext uri="{FF2B5EF4-FFF2-40B4-BE49-F238E27FC236}">
                <a16:creationId xmlns:a16="http://schemas.microsoft.com/office/drawing/2014/main" id="{4E025B1D-BDCB-4565-B723-A9EE5390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884" y="39591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2768">
            <a:extLst xmlns:a="http://schemas.openxmlformats.org/drawingml/2006/main">
              <a:ext uri="{FF2B5EF4-FFF2-40B4-BE49-F238E27FC236}">
                <a16:creationId xmlns:a16="http://schemas.microsoft.com/office/drawing/2014/main" id="{48182933-523D-4C11-844E-394D6587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4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2769">
            <a:extLst xmlns:a="http://schemas.openxmlformats.org/drawingml/2006/main">
              <a:ext uri="{FF2B5EF4-FFF2-40B4-BE49-F238E27FC236}">
                <a16:creationId xmlns:a16="http://schemas.microsoft.com/office/drawing/2014/main" id="{7FCB3074-77B5-4577-B55D-B62B1715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3" y="3836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2770">
            <a:extLst xmlns:a="http://schemas.openxmlformats.org/drawingml/2006/main">
              <a:ext uri="{FF2B5EF4-FFF2-40B4-BE49-F238E27FC236}">
                <a16:creationId xmlns:a16="http://schemas.microsoft.com/office/drawing/2014/main" id="{67946FDF-495B-4214-862C-A01DC6D2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613" y="38719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2771">
            <a:extLst xmlns:a="http://schemas.openxmlformats.org/drawingml/2006/main">
              <a:ext uri="{FF2B5EF4-FFF2-40B4-BE49-F238E27FC236}">
                <a16:creationId xmlns:a16="http://schemas.microsoft.com/office/drawing/2014/main" id="{0A04F8B6-74C1-4951-A775-D1C281D4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700" y="39622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2772">
            <a:extLst xmlns:a="http://schemas.openxmlformats.org/drawingml/2006/main">
              <a:ext uri="{FF2B5EF4-FFF2-40B4-BE49-F238E27FC236}">
                <a16:creationId xmlns:a16="http://schemas.microsoft.com/office/drawing/2014/main" id="{90912CF5-0BBB-4818-AD05-1B90F7E5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8695" y="39549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2773">
            <a:extLst xmlns:a="http://schemas.openxmlformats.org/drawingml/2006/main">
              <a:ext uri="{FF2B5EF4-FFF2-40B4-BE49-F238E27FC236}">
                <a16:creationId xmlns:a16="http://schemas.microsoft.com/office/drawing/2014/main" id="{395D99FB-6C8E-4764-B0A8-F177BBA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16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2774">
            <a:extLst xmlns:a="http://schemas.openxmlformats.org/drawingml/2006/main">
              <a:ext uri="{FF2B5EF4-FFF2-40B4-BE49-F238E27FC236}">
                <a16:creationId xmlns:a16="http://schemas.microsoft.com/office/drawing/2014/main" id="{A59FAFCD-6611-42DB-A6BC-5CB468F6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6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2775">
            <a:extLst xmlns:a="http://schemas.openxmlformats.org/drawingml/2006/main">
              <a:ext uri="{FF2B5EF4-FFF2-40B4-BE49-F238E27FC236}">
                <a16:creationId xmlns:a16="http://schemas.microsoft.com/office/drawing/2014/main" id="{C5C18BD3-3AE0-425B-8EB7-11C0AD0C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26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2776">
            <a:extLst xmlns:a="http://schemas.openxmlformats.org/drawingml/2006/main">
              <a:ext uri="{FF2B5EF4-FFF2-40B4-BE49-F238E27FC236}">
                <a16:creationId xmlns:a16="http://schemas.microsoft.com/office/drawing/2014/main" id="{9EBA3140-ED0D-4E9E-B3B2-1761EE86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376" y="39773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2777">
            <a:extLst xmlns:a="http://schemas.openxmlformats.org/drawingml/2006/main">
              <a:ext uri="{FF2B5EF4-FFF2-40B4-BE49-F238E27FC236}">
                <a16:creationId xmlns:a16="http://schemas.microsoft.com/office/drawing/2014/main" id="{21E8B1C3-F434-47D8-9CC1-52BCAC81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9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2778">
            <a:extLst xmlns:a="http://schemas.openxmlformats.org/drawingml/2006/main">
              <a:ext uri="{FF2B5EF4-FFF2-40B4-BE49-F238E27FC236}">
                <a16:creationId xmlns:a16="http://schemas.microsoft.com/office/drawing/2014/main" id="{78BA4E54-2D9D-429C-BD1B-E0EAC493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40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2779">
            <a:extLst xmlns:a="http://schemas.openxmlformats.org/drawingml/2006/main">
              <a:ext uri="{FF2B5EF4-FFF2-40B4-BE49-F238E27FC236}">
                <a16:creationId xmlns:a16="http://schemas.microsoft.com/office/drawing/2014/main" id="{52623C55-FB50-4E37-8E9C-939F0092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5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2780">
            <a:extLst xmlns:a="http://schemas.openxmlformats.org/drawingml/2006/main">
              <a:ext uri="{FF2B5EF4-FFF2-40B4-BE49-F238E27FC236}">
                <a16:creationId xmlns:a16="http://schemas.microsoft.com/office/drawing/2014/main" id="{C1B756FF-AD04-44FE-A798-C966EC54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718" y="39475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2781">
            <a:extLst xmlns:a="http://schemas.openxmlformats.org/drawingml/2006/main">
              <a:ext uri="{FF2B5EF4-FFF2-40B4-BE49-F238E27FC236}">
                <a16:creationId xmlns:a16="http://schemas.microsoft.com/office/drawing/2014/main" id="{2B273C86-B6A7-4DA5-BD7C-D9A7517E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4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2782">
            <a:extLst xmlns:a="http://schemas.openxmlformats.org/drawingml/2006/main">
              <a:ext uri="{FF2B5EF4-FFF2-40B4-BE49-F238E27FC236}">
                <a16:creationId xmlns:a16="http://schemas.microsoft.com/office/drawing/2014/main" id="{74F7F08E-7FD3-47A4-BFD8-737D5A2C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348" y="39766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2783">
            <a:extLst xmlns:a="http://schemas.openxmlformats.org/drawingml/2006/main">
              <a:ext uri="{FF2B5EF4-FFF2-40B4-BE49-F238E27FC236}">
                <a16:creationId xmlns:a16="http://schemas.microsoft.com/office/drawing/2014/main" id="{1722C919-0156-4BF2-B75D-7511B909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217" y="3969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2784">
            <a:extLst xmlns:a="http://schemas.openxmlformats.org/drawingml/2006/main">
              <a:ext uri="{FF2B5EF4-FFF2-40B4-BE49-F238E27FC236}">
                <a16:creationId xmlns:a16="http://schemas.microsoft.com/office/drawing/2014/main" id="{6FADCB0C-CC8A-4231-8C1F-9E6FC793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0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2785">
            <a:extLst xmlns:a="http://schemas.openxmlformats.org/drawingml/2006/main">
              <a:ext uri="{FF2B5EF4-FFF2-40B4-BE49-F238E27FC236}">
                <a16:creationId xmlns:a16="http://schemas.microsoft.com/office/drawing/2014/main" id="{08076AB5-C5CF-49F7-93C4-D604E1BE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600" y="39757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2786">
            <a:extLst xmlns:a="http://schemas.openxmlformats.org/drawingml/2006/main">
              <a:ext uri="{FF2B5EF4-FFF2-40B4-BE49-F238E27FC236}">
                <a16:creationId xmlns:a16="http://schemas.microsoft.com/office/drawing/2014/main" id="{BB19993C-C00C-48DE-BD14-864B9691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140" y="39718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2787">
            <a:extLst xmlns:a="http://schemas.openxmlformats.org/drawingml/2006/main">
              <a:ext uri="{FF2B5EF4-FFF2-40B4-BE49-F238E27FC236}">
                <a16:creationId xmlns:a16="http://schemas.microsoft.com/office/drawing/2014/main" id="{E4D60680-45EF-4E3C-B143-70C0F560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757" y="3977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2788">
            <a:extLst xmlns:a="http://schemas.openxmlformats.org/drawingml/2006/main">
              <a:ext uri="{FF2B5EF4-FFF2-40B4-BE49-F238E27FC236}">
                <a16:creationId xmlns:a16="http://schemas.microsoft.com/office/drawing/2014/main" id="{E2312A0B-4EA9-45F1-9F50-9AD58452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5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2789">
            <a:extLst xmlns:a="http://schemas.openxmlformats.org/drawingml/2006/main">
              <a:ext uri="{FF2B5EF4-FFF2-40B4-BE49-F238E27FC236}">
                <a16:creationId xmlns:a16="http://schemas.microsoft.com/office/drawing/2014/main" id="{05406B31-CFCD-43AA-B99E-5962D179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0613" y="39616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2790">
            <a:extLst xmlns:a="http://schemas.openxmlformats.org/drawingml/2006/main">
              <a:ext uri="{FF2B5EF4-FFF2-40B4-BE49-F238E27FC236}">
                <a16:creationId xmlns:a16="http://schemas.microsoft.com/office/drawing/2014/main" id="{2B8211D2-4E65-4614-B8F4-E0DE405B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91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2791">
            <a:extLst xmlns:a="http://schemas.openxmlformats.org/drawingml/2006/main">
              <a:ext uri="{FF2B5EF4-FFF2-40B4-BE49-F238E27FC236}">
                <a16:creationId xmlns:a16="http://schemas.microsoft.com/office/drawing/2014/main" id="{2CE1B272-394A-4B96-94CC-358644CB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01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2792">
            <a:extLst xmlns:a="http://schemas.openxmlformats.org/drawingml/2006/main">
              <a:ext uri="{FF2B5EF4-FFF2-40B4-BE49-F238E27FC236}">
                <a16:creationId xmlns:a16="http://schemas.microsoft.com/office/drawing/2014/main" id="{3CAAA7C3-90A2-4DA4-99E3-01CC1BEB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849" y="393990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2793">
            <a:extLst xmlns:a="http://schemas.openxmlformats.org/drawingml/2006/main">
              <a:ext uri="{FF2B5EF4-FFF2-40B4-BE49-F238E27FC236}">
                <a16:creationId xmlns:a16="http://schemas.microsoft.com/office/drawing/2014/main" id="{BC33C7A3-A15B-46A8-AAD5-DB3780CC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818" y="39687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2794">
            <a:extLst xmlns:a="http://schemas.openxmlformats.org/drawingml/2006/main">
              <a:ext uri="{FF2B5EF4-FFF2-40B4-BE49-F238E27FC236}">
                <a16:creationId xmlns:a16="http://schemas.microsoft.com/office/drawing/2014/main" id="{E1DF16C8-F008-4A3C-871B-A5552D5B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003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2795">
            <a:extLst xmlns:a="http://schemas.openxmlformats.org/drawingml/2006/main">
              <a:ext uri="{FF2B5EF4-FFF2-40B4-BE49-F238E27FC236}">
                <a16:creationId xmlns:a16="http://schemas.microsoft.com/office/drawing/2014/main" id="{B233DFF5-A97F-496C-9EB9-96896D16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2796">
            <a:extLst xmlns:a="http://schemas.openxmlformats.org/drawingml/2006/main">
              <a:ext uri="{FF2B5EF4-FFF2-40B4-BE49-F238E27FC236}">
                <a16:creationId xmlns:a16="http://schemas.microsoft.com/office/drawing/2014/main" id="{5ED1FB69-890F-470A-9A29-EFDB5301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3" y="39412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2797">
            <a:extLst xmlns:a="http://schemas.openxmlformats.org/drawingml/2006/main">
              <a:ext uri="{FF2B5EF4-FFF2-40B4-BE49-F238E27FC236}">
                <a16:creationId xmlns:a16="http://schemas.microsoft.com/office/drawing/2014/main" id="{7C11F445-3197-42E6-BB14-5C576A09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42" y="39662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2798">
            <a:extLst xmlns:a="http://schemas.openxmlformats.org/drawingml/2006/main">
              <a:ext uri="{FF2B5EF4-FFF2-40B4-BE49-F238E27FC236}">
                <a16:creationId xmlns:a16="http://schemas.microsoft.com/office/drawing/2014/main" id="{96C51C49-007B-4560-A1B9-E9D6049A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441" y="38804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2799">
            <a:extLst xmlns:a="http://schemas.openxmlformats.org/drawingml/2006/main">
              <a:ext uri="{FF2B5EF4-FFF2-40B4-BE49-F238E27FC236}">
                <a16:creationId xmlns:a16="http://schemas.microsoft.com/office/drawing/2014/main" id="{AAB0A624-6E2E-4976-81A7-B0081824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2800">
            <a:extLst xmlns:a="http://schemas.openxmlformats.org/drawingml/2006/main">
              <a:ext uri="{FF2B5EF4-FFF2-40B4-BE49-F238E27FC236}">
                <a16:creationId xmlns:a16="http://schemas.microsoft.com/office/drawing/2014/main" id="{F8E9E540-7C66-459D-B540-8DDC1C87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572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2801">
            <a:extLst xmlns:a="http://schemas.openxmlformats.org/drawingml/2006/main">
              <a:ext uri="{FF2B5EF4-FFF2-40B4-BE49-F238E27FC236}">
                <a16:creationId xmlns:a16="http://schemas.microsoft.com/office/drawing/2014/main" id="{C9D12380-C90D-4B40-BFF2-97B7ABD4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7370" y="3954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2802">
            <a:extLst xmlns:a="http://schemas.openxmlformats.org/drawingml/2006/main">
              <a:ext uri="{FF2B5EF4-FFF2-40B4-BE49-F238E27FC236}">
                <a16:creationId xmlns:a16="http://schemas.microsoft.com/office/drawing/2014/main" id="{40713D33-D56C-4315-82D2-9C23D417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37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2803">
            <a:extLst xmlns:a="http://schemas.openxmlformats.org/drawingml/2006/main">
              <a:ext uri="{FF2B5EF4-FFF2-40B4-BE49-F238E27FC236}">
                <a16:creationId xmlns:a16="http://schemas.microsoft.com/office/drawing/2014/main" id="{465EE077-FC28-42E1-AAB2-79C955D5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1448" y="39760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2804">
            <a:extLst xmlns:a="http://schemas.openxmlformats.org/drawingml/2006/main">
              <a:ext uri="{FF2B5EF4-FFF2-40B4-BE49-F238E27FC236}">
                <a16:creationId xmlns:a16="http://schemas.microsoft.com/office/drawing/2014/main" id="{80946BB1-7650-48DD-9148-C1BF7D53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4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2805">
            <a:extLst xmlns:a="http://schemas.openxmlformats.org/drawingml/2006/main">
              <a:ext uri="{FF2B5EF4-FFF2-40B4-BE49-F238E27FC236}">
                <a16:creationId xmlns:a16="http://schemas.microsoft.com/office/drawing/2014/main" id="{C397DFA8-CEDF-4A1E-B5EA-FADBB134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373" y="39661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2806">
            <a:extLst xmlns:a="http://schemas.openxmlformats.org/drawingml/2006/main">
              <a:ext uri="{FF2B5EF4-FFF2-40B4-BE49-F238E27FC236}">
                <a16:creationId xmlns:a16="http://schemas.microsoft.com/office/drawing/2014/main" id="{05CD48B1-5432-4D10-9E1F-D2537AA0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6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2807">
            <a:extLst xmlns:a="http://schemas.openxmlformats.org/drawingml/2006/main">
              <a:ext uri="{FF2B5EF4-FFF2-40B4-BE49-F238E27FC236}">
                <a16:creationId xmlns:a16="http://schemas.microsoft.com/office/drawing/2014/main" id="{CE5C06A6-1407-44EA-8656-20369C89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415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2808">
            <a:extLst xmlns:a="http://schemas.openxmlformats.org/drawingml/2006/main">
              <a:ext uri="{FF2B5EF4-FFF2-40B4-BE49-F238E27FC236}">
                <a16:creationId xmlns:a16="http://schemas.microsoft.com/office/drawing/2014/main" id="{0C6ACE09-BB7B-4A87-BD95-A970FC21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2809">
            <a:extLst xmlns:a="http://schemas.openxmlformats.org/drawingml/2006/main">
              <a:ext uri="{FF2B5EF4-FFF2-40B4-BE49-F238E27FC236}">
                <a16:creationId xmlns:a16="http://schemas.microsoft.com/office/drawing/2014/main" id="{5E5FAA88-6377-484E-8453-28C82D64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914" y="3960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2810">
            <a:extLst xmlns:a="http://schemas.openxmlformats.org/drawingml/2006/main">
              <a:ext uri="{FF2B5EF4-FFF2-40B4-BE49-F238E27FC236}">
                <a16:creationId xmlns:a16="http://schemas.microsoft.com/office/drawing/2014/main" id="{FB52AAFB-9049-4186-BABF-E818A565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0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2811">
            <a:extLst xmlns:a="http://schemas.openxmlformats.org/drawingml/2006/main">
              <a:ext uri="{FF2B5EF4-FFF2-40B4-BE49-F238E27FC236}">
                <a16:creationId xmlns:a16="http://schemas.microsoft.com/office/drawing/2014/main" id="{D5F765E4-E19C-40DE-A30E-4AA956E1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3435" y="34402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2812">
            <a:extLst xmlns:a="http://schemas.openxmlformats.org/drawingml/2006/main">
              <a:ext uri="{FF2B5EF4-FFF2-40B4-BE49-F238E27FC236}">
                <a16:creationId xmlns:a16="http://schemas.microsoft.com/office/drawing/2014/main" id="{1D09F642-021E-483D-B8FD-1DE7575B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206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2813">
            <a:extLst xmlns:a="http://schemas.openxmlformats.org/drawingml/2006/main">
              <a:ext uri="{FF2B5EF4-FFF2-40B4-BE49-F238E27FC236}">
                <a16:creationId xmlns:a16="http://schemas.microsoft.com/office/drawing/2014/main" id="{459A1F69-B82E-42E8-A59C-CFB67193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5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2814">
            <a:extLst xmlns:a="http://schemas.openxmlformats.org/drawingml/2006/main">
              <a:ext uri="{FF2B5EF4-FFF2-40B4-BE49-F238E27FC236}">
                <a16:creationId xmlns:a16="http://schemas.microsoft.com/office/drawing/2014/main" id="{3F2D9B98-2B83-4E2A-A21C-7C806DF5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8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2815">
            <a:extLst xmlns:a="http://schemas.openxmlformats.org/drawingml/2006/main">
              <a:ext uri="{FF2B5EF4-FFF2-40B4-BE49-F238E27FC236}">
                <a16:creationId xmlns:a16="http://schemas.microsoft.com/office/drawing/2014/main" id="{19E74C23-4FC3-4075-80E5-2C95A920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314" y="39646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2816">
            <a:extLst xmlns:a="http://schemas.openxmlformats.org/drawingml/2006/main">
              <a:ext uri="{FF2B5EF4-FFF2-40B4-BE49-F238E27FC236}">
                <a16:creationId xmlns:a16="http://schemas.microsoft.com/office/drawing/2014/main" id="{0E3DFBC3-C47A-44D3-B04F-18BCE760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595" y="38530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2817">
            <a:extLst xmlns:a="http://schemas.openxmlformats.org/drawingml/2006/main">
              <a:ext uri="{FF2B5EF4-FFF2-40B4-BE49-F238E27FC236}">
                <a16:creationId xmlns:a16="http://schemas.microsoft.com/office/drawing/2014/main" id="{C2589854-EE86-46DA-A1E0-9C910181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025" y="39423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2818">
            <a:extLst xmlns:a="http://schemas.openxmlformats.org/drawingml/2006/main">
              <a:ext uri="{FF2B5EF4-FFF2-40B4-BE49-F238E27FC236}">
                <a16:creationId xmlns:a16="http://schemas.microsoft.com/office/drawing/2014/main" id="{3DFA948A-47F5-4C54-8715-1F14D3C8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236" y="39416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2819">
            <a:extLst xmlns:a="http://schemas.openxmlformats.org/drawingml/2006/main">
              <a:ext uri="{FF2B5EF4-FFF2-40B4-BE49-F238E27FC236}">
                <a16:creationId xmlns:a16="http://schemas.microsoft.com/office/drawing/2014/main" id="{B3E225D1-D359-41F7-B470-5991D258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881" y="3949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2820">
            <a:extLst xmlns:a="http://schemas.openxmlformats.org/drawingml/2006/main">
              <a:ext uri="{FF2B5EF4-FFF2-40B4-BE49-F238E27FC236}">
                <a16:creationId xmlns:a16="http://schemas.microsoft.com/office/drawing/2014/main" id="{0C53F13A-2520-466D-BD0F-ABF71C37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0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2821">
            <a:extLst xmlns:a="http://schemas.openxmlformats.org/drawingml/2006/main">
              <a:ext uri="{FF2B5EF4-FFF2-40B4-BE49-F238E27FC236}">
                <a16:creationId xmlns:a16="http://schemas.microsoft.com/office/drawing/2014/main" id="{A876D81B-F70E-4DFA-BBFF-F1E802F1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648" y="3967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2822">
            <a:extLst xmlns:a="http://schemas.openxmlformats.org/drawingml/2006/main">
              <a:ext uri="{FF2B5EF4-FFF2-40B4-BE49-F238E27FC236}">
                <a16:creationId xmlns:a16="http://schemas.microsoft.com/office/drawing/2014/main" id="{8F08070B-8295-4C83-95E6-62DD12AB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364" y="39641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2823">
            <a:extLst xmlns:a="http://schemas.openxmlformats.org/drawingml/2006/main">
              <a:ext uri="{FF2B5EF4-FFF2-40B4-BE49-F238E27FC236}">
                <a16:creationId xmlns:a16="http://schemas.microsoft.com/office/drawing/2014/main" id="{DC604ABC-9A6D-48C3-A938-669A8AAC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29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2824">
            <a:extLst xmlns:a="http://schemas.openxmlformats.org/drawingml/2006/main">
              <a:ext uri="{FF2B5EF4-FFF2-40B4-BE49-F238E27FC236}">
                <a16:creationId xmlns:a16="http://schemas.microsoft.com/office/drawing/2014/main" id="{1ACB5D3A-94BB-477A-87B0-F4AD70EB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51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2825">
            <a:extLst xmlns:a="http://schemas.openxmlformats.org/drawingml/2006/main">
              <a:ext uri="{FF2B5EF4-FFF2-40B4-BE49-F238E27FC236}">
                <a16:creationId xmlns:a16="http://schemas.microsoft.com/office/drawing/2014/main" id="{F3628FEC-8A69-436D-949A-E92EA801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547" y="38672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2826">
            <a:extLst xmlns:a="http://schemas.openxmlformats.org/drawingml/2006/main">
              <a:ext uri="{FF2B5EF4-FFF2-40B4-BE49-F238E27FC236}">
                <a16:creationId xmlns:a16="http://schemas.microsoft.com/office/drawing/2014/main" id="{486AF51D-FEED-4063-A8F5-357929E3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0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2827">
            <a:extLst xmlns:a="http://schemas.openxmlformats.org/drawingml/2006/main">
              <a:ext uri="{FF2B5EF4-FFF2-40B4-BE49-F238E27FC236}">
                <a16:creationId xmlns:a16="http://schemas.microsoft.com/office/drawing/2014/main" id="{B2137F91-AB5A-4D4E-B0CB-21BDB6F9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39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2828">
            <a:extLst xmlns:a="http://schemas.openxmlformats.org/drawingml/2006/main">
              <a:ext uri="{FF2B5EF4-FFF2-40B4-BE49-F238E27FC236}">
                <a16:creationId xmlns:a16="http://schemas.microsoft.com/office/drawing/2014/main" id="{C5DAE027-02D1-49B3-B540-83784F0A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553" y="38021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2829">
            <a:extLst xmlns:a="http://schemas.openxmlformats.org/drawingml/2006/main">
              <a:ext uri="{FF2B5EF4-FFF2-40B4-BE49-F238E27FC236}">
                <a16:creationId xmlns:a16="http://schemas.microsoft.com/office/drawing/2014/main" id="{D6B230EF-EDC8-4A67-8634-294B613B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52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2830">
            <a:extLst xmlns:a="http://schemas.openxmlformats.org/drawingml/2006/main">
              <a:ext uri="{FF2B5EF4-FFF2-40B4-BE49-F238E27FC236}">
                <a16:creationId xmlns:a16="http://schemas.microsoft.com/office/drawing/2014/main" id="{65059652-4191-441B-9657-92CF7F9D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141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2831">
            <a:extLst xmlns:a="http://schemas.openxmlformats.org/drawingml/2006/main">
              <a:ext uri="{FF2B5EF4-FFF2-40B4-BE49-F238E27FC236}">
                <a16:creationId xmlns:a16="http://schemas.microsoft.com/office/drawing/2014/main" id="{07CEC757-7629-4DBA-B659-DB7F2743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254" y="39682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2832">
            <a:extLst xmlns:a="http://schemas.openxmlformats.org/drawingml/2006/main">
              <a:ext uri="{FF2B5EF4-FFF2-40B4-BE49-F238E27FC236}">
                <a16:creationId xmlns:a16="http://schemas.microsoft.com/office/drawing/2014/main" id="{EA930B96-D54A-4349-A665-4EE39A27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1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2833">
            <a:extLst xmlns:a="http://schemas.openxmlformats.org/drawingml/2006/main">
              <a:ext uri="{FF2B5EF4-FFF2-40B4-BE49-F238E27FC236}">
                <a16:creationId xmlns:a16="http://schemas.microsoft.com/office/drawing/2014/main" id="{5728EEA2-85F9-475C-8EC7-D2798958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6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2834">
            <a:extLst xmlns:a="http://schemas.openxmlformats.org/drawingml/2006/main">
              <a:ext uri="{FF2B5EF4-FFF2-40B4-BE49-F238E27FC236}">
                <a16:creationId xmlns:a16="http://schemas.microsoft.com/office/drawing/2014/main" id="{C7971618-31EB-4210-BD14-E9C5501C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9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2835">
            <a:extLst xmlns:a="http://schemas.openxmlformats.org/drawingml/2006/main">
              <a:ext uri="{FF2B5EF4-FFF2-40B4-BE49-F238E27FC236}">
                <a16:creationId xmlns:a16="http://schemas.microsoft.com/office/drawing/2014/main" id="{5037489D-3C9B-4118-90E8-7A518255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698" y="39046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2836">
            <a:extLst xmlns:a="http://schemas.openxmlformats.org/drawingml/2006/main">
              <a:ext uri="{FF2B5EF4-FFF2-40B4-BE49-F238E27FC236}">
                <a16:creationId xmlns:a16="http://schemas.microsoft.com/office/drawing/2014/main" id="{59BFD34B-9793-4A2A-B5FD-04E797C6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2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2837">
            <a:extLst xmlns:a="http://schemas.openxmlformats.org/drawingml/2006/main">
              <a:ext uri="{FF2B5EF4-FFF2-40B4-BE49-F238E27FC236}">
                <a16:creationId xmlns:a16="http://schemas.microsoft.com/office/drawing/2014/main" id="{42DCC2D5-8480-481D-BF2A-2009A489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98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2838">
            <a:extLst xmlns:a="http://schemas.openxmlformats.org/drawingml/2006/main">
              <a:ext uri="{FF2B5EF4-FFF2-40B4-BE49-F238E27FC236}">
                <a16:creationId xmlns:a16="http://schemas.microsoft.com/office/drawing/2014/main" id="{80731A12-B940-439B-9D68-D901FB70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8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2839">
            <a:extLst xmlns:a="http://schemas.openxmlformats.org/drawingml/2006/main">
              <a:ext uri="{FF2B5EF4-FFF2-40B4-BE49-F238E27FC236}">
                <a16:creationId xmlns:a16="http://schemas.microsoft.com/office/drawing/2014/main" id="{B03BFD2A-49A8-4007-893F-826C73A6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2840">
            <a:extLst xmlns:a="http://schemas.openxmlformats.org/drawingml/2006/main">
              <a:ext uri="{FF2B5EF4-FFF2-40B4-BE49-F238E27FC236}">
                <a16:creationId xmlns:a16="http://schemas.microsoft.com/office/drawing/2014/main" id="{34496AFA-A361-4AB3-9D5D-9F8048FE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79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2841">
            <a:extLst xmlns:a="http://schemas.openxmlformats.org/drawingml/2006/main">
              <a:ext uri="{FF2B5EF4-FFF2-40B4-BE49-F238E27FC236}">
                <a16:creationId xmlns:a16="http://schemas.microsoft.com/office/drawing/2014/main" id="{4E8D974B-D010-4C5F-AF13-1F64252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6793" y="39752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2842">
            <a:extLst xmlns:a="http://schemas.openxmlformats.org/drawingml/2006/main">
              <a:ext uri="{FF2B5EF4-FFF2-40B4-BE49-F238E27FC236}">
                <a16:creationId xmlns:a16="http://schemas.microsoft.com/office/drawing/2014/main" id="{4BD742AA-4E5F-47D6-A9FD-9425B298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41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2843">
            <a:extLst xmlns:a="http://schemas.openxmlformats.org/drawingml/2006/main">
              <a:ext uri="{FF2B5EF4-FFF2-40B4-BE49-F238E27FC236}">
                <a16:creationId xmlns:a16="http://schemas.microsoft.com/office/drawing/2014/main" id="{98D00DC5-BB07-40D8-8ABF-9C37E3D9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7449" y="39726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2844">
            <a:extLst xmlns:a="http://schemas.openxmlformats.org/drawingml/2006/main">
              <a:ext uri="{FF2B5EF4-FFF2-40B4-BE49-F238E27FC236}">
                <a16:creationId xmlns:a16="http://schemas.microsoft.com/office/drawing/2014/main" id="{0C412F2B-5771-4CEC-8DD5-E05D3CC3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03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2845">
            <a:extLst xmlns:a="http://schemas.openxmlformats.org/drawingml/2006/main">
              <a:ext uri="{FF2B5EF4-FFF2-40B4-BE49-F238E27FC236}">
                <a16:creationId xmlns:a16="http://schemas.microsoft.com/office/drawing/2014/main" id="{32652FCC-6494-46FB-B80D-E1720382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408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2846">
            <a:extLst xmlns:a="http://schemas.openxmlformats.org/drawingml/2006/main">
              <a:ext uri="{FF2B5EF4-FFF2-40B4-BE49-F238E27FC236}">
                <a16:creationId xmlns:a16="http://schemas.microsoft.com/office/drawing/2014/main" id="{4C4DFA9B-CCE1-4351-AF26-E8A19C51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861" y="39160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2847">
            <a:extLst xmlns:a="http://schemas.openxmlformats.org/drawingml/2006/main">
              <a:ext uri="{FF2B5EF4-FFF2-40B4-BE49-F238E27FC236}">
                <a16:creationId xmlns:a16="http://schemas.microsoft.com/office/drawing/2014/main" id="{44966C6D-D086-4803-8897-CD22E142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514" y="382634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2848">
            <a:extLst xmlns:a="http://schemas.openxmlformats.org/drawingml/2006/main">
              <a:ext uri="{FF2B5EF4-FFF2-40B4-BE49-F238E27FC236}">
                <a16:creationId xmlns:a16="http://schemas.microsoft.com/office/drawing/2014/main" id="{21344807-6A5D-4DA4-8234-807E12AB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138" y="39701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2849">
            <a:extLst xmlns:a="http://schemas.openxmlformats.org/drawingml/2006/main">
              <a:ext uri="{FF2B5EF4-FFF2-40B4-BE49-F238E27FC236}">
                <a16:creationId xmlns:a16="http://schemas.microsoft.com/office/drawing/2014/main" id="{60B27440-25B4-41D2-85BD-B423BDAA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944" y="39752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2850">
            <a:extLst xmlns:a="http://schemas.openxmlformats.org/drawingml/2006/main">
              <a:ext uri="{FF2B5EF4-FFF2-40B4-BE49-F238E27FC236}">
                <a16:creationId xmlns:a16="http://schemas.microsoft.com/office/drawing/2014/main" id="{FB018D5E-2E36-4B8A-9662-43886AC4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733" y="3899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2851">
            <a:extLst xmlns:a="http://schemas.openxmlformats.org/drawingml/2006/main">
              <a:ext uri="{FF2B5EF4-FFF2-40B4-BE49-F238E27FC236}">
                <a16:creationId xmlns:a16="http://schemas.microsoft.com/office/drawing/2014/main" id="{DC35DBB2-A9C0-4F5F-90FC-BAF949B0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3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2852">
            <a:extLst xmlns:a="http://schemas.openxmlformats.org/drawingml/2006/main">
              <a:ext uri="{FF2B5EF4-FFF2-40B4-BE49-F238E27FC236}">
                <a16:creationId xmlns:a16="http://schemas.microsoft.com/office/drawing/2014/main" id="{E1C493E0-2C53-4084-809D-0180AAD7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102" y="38892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2853">
            <a:extLst xmlns:a="http://schemas.openxmlformats.org/drawingml/2006/main">
              <a:ext uri="{FF2B5EF4-FFF2-40B4-BE49-F238E27FC236}">
                <a16:creationId xmlns:a16="http://schemas.microsoft.com/office/drawing/2014/main" id="{02CB127B-D727-4891-9380-E765130F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25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2854">
            <a:extLst xmlns:a="http://schemas.openxmlformats.org/drawingml/2006/main">
              <a:ext uri="{FF2B5EF4-FFF2-40B4-BE49-F238E27FC236}">
                <a16:creationId xmlns:a16="http://schemas.microsoft.com/office/drawing/2014/main" id="{5CC8AC17-2CB7-4AF3-877C-EE227340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7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2855">
            <a:extLst xmlns:a="http://schemas.openxmlformats.org/drawingml/2006/main">
              <a:ext uri="{FF2B5EF4-FFF2-40B4-BE49-F238E27FC236}">
                <a16:creationId xmlns:a16="http://schemas.microsoft.com/office/drawing/2014/main" id="{99A6361B-16B1-4A9B-B20F-B7853402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3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2856">
            <a:extLst xmlns:a="http://schemas.openxmlformats.org/drawingml/2006/main">
              <a:ext uri="{FF2B5EF4-FFF2-40B4-BE49-F238E27FC236}">
                <a16:creationId xmlns:a16="http://schemas.microsoft.com/office/drawing/2014/main" id="{3F2F0D14-7924-4AC3-B8C1-D920ED31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303" y="39557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2857">
            <a:extLst xmlns:a="http://schemas.openxmlformats.org/drawingml/2006/main">
              <a:ext uri="{FF2B5EF4-FFF2-40B4-BE49-F238E27FC236}">
                <a16:creationId xmlns:a16="http://schemas.microsoft.com/office/drawing/2014/main" id="{9FEBA95A-6D16-43BD-895B-169E0511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2858">
            <a:extLst xmlns:a="http://schemas.openxmlformats.org/drawingml/2006/main">
              <a:ext uri="{FF2B5EF4-FFF2-40B4-BE49-F238E27FC236}">
                <a16:creationId xmlns:a16="http://schemas.microsoft.com/office/drawing/2014/main" id="{956CD3CE-60B3-426C-B763-4455F91D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6286" y="39322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2859">
            <a:extLst xmlns:a="http://schemas.openxmlformats.org/drawingml/2006/main">
              <a:ext uri="{FF2B5EF4-FFF2-40B4-BE49-F238E27FC236}">
                <a16:creationId xmlns:a16="http://schemas.microsoft.com/office/drawing/2014/main" id="{C483F1F9-F49D-459A-974B-32508BCD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225" y="39595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2860">
            <a:extLst xmlns:a="http://schemas.openxmlformats.org/drawingml/2006/main">
              <a:ext uri="{FF2B5EF4-FFF2-40B4-BE49-F238E27FC236}">
                <a16:creationId xmlns:a16="http://schemas.microsoft.com/office/drawing/2014/main" id="{89209486-6D35-451E-8FB3-960A9311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222" y="3968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2861">
            <a:extLst xmlns:a="http://schemas.openxmlformats.org/drawingml/2006/main">
              <a:ext uri="{FF2B5EF4-FFF2-40B4-BE49-F238E27FC236}">
                <a16:creationId xmlns:a16="http://schemas.microsoft.com/office/drawing/2014/main" id="{77E9D638-5F8C-47D8-824A-6AB71484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39639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2862">
            <a:extLst xmlns:a="http://schemas.openxmlformats.org/drawingml/2006/main">
              <a:ext uri="{FF2B5EF4-FFF2-40B4-BE49-F238E27FC236}">
                <a16:creationId xmlns:a16="http://schemas.microsoft.com/office/drawing/2014/main" id="{0BE0C910-C7C2-448A-8A64-4A58C313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833" y="3976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2863">
            <a:extLst xmlns:a="http://schemas.openxmlformats.org/drawingml/2006/main">
              <a:ext uri="{FF2B5EF4-FFF2-40B4-BE49-F238E27FC236}">
                <a16:creationId xmlns:a16="http://schemas.microsoft.com/office/drawing/2014/main" id="{762ADE9E-EEEB-4082-9955-B9FCA860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5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2864">
            <a:extLst xmlns:a="http://schemas.openxmlformats.org/drawingml/2006/main">
              <a:ext uri="{FF2B5EF4-FFF2-40B4-BE49-F238E27FC236}">
                <a16:creationId xmlns:a16="http://schemas.microsoft.com/office/drawing/2014/main" id="{7011328B-D534-4770-88E4-F61C4570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4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2865">
            <a:extLst xmlns:a="http://schemas.openxmlformats.org/drawingml/2006/main">
              <a:ext uri="{FF2B5EF4-FFF2-40B4-BE49-F238E27FC236}">
                <a16:creationId xmlns:a16="http://schemas.microsoft.com/office/drawing/2014/main" id="{7B4B77A2-DC62-4283-9961-F4764130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698" y="39615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2866">
            <a:extLst xmlns:a="http://schemas.openxmlformats.org/drawingml/2006/main">
              <a:ext uri="{FF2B5EF4-FFF2-40B4-BE49-F238E27FC236}">
                <a16:creationId xmlns:a16="http://schemas.microsoft.com/office/drawing/2014/main" id="{E17C30D1-6171-411A-BFEB-519EB779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72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2867">
            <a:extLst xmlns:a="http://schemas.openxmlformats.org/drawingml/2006/main">
              <a:ext uri="{FF2B5EF4-FFF2-40B4-BE49-F238E27FC236}">
                <a16:creationId xmlns:a16="http://schemas.microsoft.com/office/drawing/2014/main" id="{D628BC54-B49D-4FD7-A92E-43121A52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11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2868">
            <a:extLst xmlns:a="http://schemas.openxmlformats.org/drawingml/2006/main">
              <a:ext uri="{FF2B5EF4-FFF2-40B4-BE49-F238E27FC236}">
                <a16:creationId xmlns:a16="http://schemas.microsoft.com/office/drawing/2014/main" id="{D57264FF-D1C9-4044-88E7-B1541924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821" y="39746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2869">
            <a:extLst xmlns:a="http://schemas.openxmlformats.org/drawingml/2006/main">
              <a:ext uri="{FF2B5EF4-FFF2-40B4-BE49-F238E27FC236}">
                <a16:creationId xmlns:a16="http://schemas.microsoft.com/office/drawing/2014/main" id="{FFA09193-7B52-480F-8F88-F64026B6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837" y="39630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2870">
            <a:extLst xmlns:a="http://schemas.openxmlformats.org/drawingml/2006/main">
              <a:ext uri="{FF2B5EF4-FFF2-40B4-BE49-F238E27FC236}">
                <a16:creationId xmlns:a16="http://schemas.microsoft.com/office/drawing/2014/main" id="{333D3CD7-B73F-4D48-89AA-A97D295F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8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2871">
            <a:extLst xmlns:a="http://schemas.openxmlformats.org/drawingml/2006/main">
              <a:ext uri="{FF2B5EF4-FFF2-40B4-BE49-F238E27FC236}">
                <a16:creationId xmlns:a16="http://schemas.microsoft.com/office/drawing/2014/main" id="{BCCCFACC-D54A-442C-9204-1B1C96AA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801" y="39719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2872">
            <a:extLst xmlns:a="http://schemas.openxmlformats.org/drawingml/2006/main">
              <a:ext uri="{FF2B5EF4-FFF2-40B4-BE49-F238E27FC236}">
                <a16:creationId xmlns:a16="http://schemas.microsoft.com/office/drawing/2014/main" id="{F60604B9-7843-4A49-B385-E2E8B482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384" y="39468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2873">
            <a:extLst xmlns:a="http://schemas.openxmlformats.org/drawingml/2006/main">
              <a:ext uri="{FF2B5EF4-FFF2-40B4-BE49-F238E27FC236}">
                <a16:creationId xmlns:a16="http://schemas.microsoft.com/office/drawing/2014/main" id="{1A993D3A-DFC9-44B6-BB38-35498077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8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2874">
            <a:extLst xmlns:a="http://schemas.openxmlformats.org/drawingml/2006/main">
              <a:ext uri="{FF2B5EF4-FFF2-40B4-BE49-F238E27FC236}">
                <a16:creationId xmlns:a16="http://schemas.microsoft.com/office/drawing/2014/main" id="{E669241B-7DC3-45D5-BB9B-2FFC51EF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2875">
            <a:extLst xmlns:a="http://schemas.openxmlformats.org/drawingml/2006/main">
              <a:ext uri="{FF2B5EF4-FFF2-40B4-BE49-F238E27FC236}">
                <a16:creationId xmlns:a16="http://schemas.microsoft.com/office/drawing/2014/main" id="{F1CE0BCE-D4C0-419F-B4FD-B4524BA0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2876">
            <a:extLst xmlns:a="http://schemas.openxmlformats.org/drawingml/2006/main">
              <a:ext uri="{FF2B5EF4-FFF2-40B4-BE49-F238E27FC236}">
                <a16:creationId xmlns:a16="http://schemas.microsoft.com/office/drawing/2014/main" id="{EA388738-A53A-4964-BEF4-447E1ECD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30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2877">
            <a:extLst xmlns:a="http://schemas.openxmlformats.org/drawingml/2006/main">
              <a:ext uri="{FF2B5EF4-FFF2-40B4-BE49-F238E27FC236}">
                <a16:creationId xmlns:a16="http://schemas.microsoft.com/office/drawing/2014/main" id="{80A131DC-27A9-4F1B-A08F-DB346C8D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703" y="39582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2878">
            <a:extLst xmlns:a="http://schemas.openxmlformats.org/drawingml/2006/main">
              <a:ext uri="{FF2B5EF4-FFF2-40B4-BE49-F238E27FC236}">
                <a16:creationId xmlns:a16="http://schemas.microsoft.com/office/drawing/2014/main" id="{27E035EC-1579-4513-9E34-D7AD9B27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8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2879">
            <a:extLst xmlns:a="http://schemas.openxmlformats.org/drawingml/2006/main">
              <a:ext uri="{FF2B5EF4-FFF2-40B4-BE49-F238E27FC236}">
                <a16:creationId xmlns:a16="http://schemas.microsoft.com/office/drawing/2014/main" id="{CDFA3808-381E-4CA6-9929-9C605C87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218" y="39277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2880">
            <a:extLst xmlns:a="http://schemas.openxmlformats.org/drawingml/2006/main">
              <a:ext uri="{FF2B5EF4-FFF2-40B4-BE49-F238E27FC236}">
                <a16:creationId xmlns:a16="http://schemas.microsoft.com/office/drawing/2014/main" id="{86F3C883-C86E-4FE3-B03A-B8B4B0A6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147" y="39747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2881">
            <a:extLst xmlns:a="http://schemas.openxmlformats.org/drawingml/2006/main">
              <a:ext uri="{FF2B5EF4-FFF2-40B4-BE49-F238E27FC236}">
                <a16:creationId xmlns:a16="http://schemas.microsoft.com/office/drawing/2014/main" id="{628FBF79-0B97-4AAE-8101-E6B73366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985" y="39501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2882">
            <a:extLst xmlns:a="http://schemas.openxmlformats.org/drawingml/2006/main">
              <a:ext uri="{FF2B5EF4-FFF2-40B4-BE49-F238E27FC236}">
                <a16:creationId xmlns:a16="http://schemas.microsoft.com/office/drawing/2014/main" id="{47E7B55B-7EEE-4ECD-8D3D-E1469425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327" y="39465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2883">
            <a:extLst xmlns:a="http://schemas.openxmlformats.org/drawingml/2006/main">
              <a:ext uri="{FF2B5EF4-FFF2-40B4-BE49-F238E27FC236}">
                <a16:creationId xmlns:a16="http://schemas.microsoft.com/office/drawing/2014/main" id="{F189FEDC-D99D-4B19-A0E7-557CE8B5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7426" y="38436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2884">
            <a:extLst xmlns:a="http://schemas.openxmlformats.org/drawingml/2006/main">
              <a:ext uri="{FF2B5EF4-FFF2-40B4-BE49-F238E27FC236}">
                <a16:creationId xmlns:a16="http://schemas.microsoft.com/office/drawing/2014/main" id="{573A33C2-5D55-43AC-A46B-66C1706D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952" y="39592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2885">
            <a:extLst xmlns:a="http://schemas.openxmlformats.org/drawingml/2006/main">
              <a:ext uri="{FF2B5EF4-FFF2-40B4-BE49-F238E27FC236}">
                <a16:creationId xmlns:a16="http://schemas.microsoft.com/office/drawing/2014/main" id="{CA758F67-2646-46AA-AAFC-9CEDC024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3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2886">
            <a:extLst xmlns:a="http://schemas.openxmlformats.org/drawingml/2006/main">
              <a:ext uri="{FF2B5EF4-FFF2-40B4-BE49-F238E27FC236}">
                <a16:creationId xmlns:a16="http://schemas.microsoft.com/office/drawing/2014/main" id="{9A2D52A7-3915-4011-A651-FEEBE031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804" y="3969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2887">
            <a:extLst xmlns:a="http://schemas.openxmlformats.org/drawingml/2006/main">
              <a:ext uri="{FF2B5EF4-FFF2-40B4-BE49-F238E27FC236}">
                <a16:creationId xmlns:a16="http://schemas.microsoft.com/office/drawing/2014/main" id="{A4EE3721-0DB8-4B02-A058-ACA5CF7B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423" y="397852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2888">
            <a:extLst xmlns:a="http://schemas.openxmlformats.org/drawingml/2006/main">
              <a:ext uri="{FF2B5EF4-FFF2-40B4-BE49-F238E27FC236}">
                <a16:creationId xmlns:a16="http://schemas.microsoft.com/office/drawing/2014/main" id="{0830B15E-0ED2-47EE-8AF9-41243583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530" y="3717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2889">
            <a:extLst xmlns:a="http://schemas.openxmlformats.org/drawingml/2006/main">
              <a:ext uri="{FF2B5EF4-FFF2-40B4-BE49-F238E27FC236}">
                <a16:creationId xmlns:a16="http://schemas.microsoft.com/office/drawing/2014/main" id="{5DD58584-040E-4E9D-A309-0D3E63C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6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2890">
            <a:extLst xmlns:a="http://schemas.openxmlformats.org/drawingml/2006/main">
              <a:ext uri="{FF2B5EF4-FFF2-40B4-BE49-F238E27FC236}">
                <a16:creationId xmlns:a16="http://schemas.microsoft.com/office/drawing/2014/main" id="{04031FC1-7892-4246-8D41-2A579FE3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893" y="39394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2891">
            <a:extLst xmlns:a="http://schemas.openxmlformats.org/drawingml/2006/main">
              <a:ext uri="{FF2B5EF4-FFF2-40B4-BE49-F238E27FC236}">
                <a16:creationId xmlns:a16="http://schemas.microsoft.com/office/drawing/2014/main" id="{9C2E0FFA-6086-426D-987E-1145355B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02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2892">
            <a:extLst xmlns:a="http://schemas.openxmlformats.org/drawingml/2006/main">
              <a:ext uri="{FF2B5EF4-FFF2-40B4-BE49-F238E27FC236}">
                <a16:creationId xmlns:a16="http://schemas.microsoft.com/office/drawing/2014/main" id="{F5B15F24-8967-46DC-9433-704C8B46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169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2893">
            <a:extLst xmlns:a="http://schemas.openxmlformats.org/drawingml/2006/main">
              <a:ext uri="{FF2B5EF4-FFF2-40B4-BE49-F238E27FC236}">
                <a16:creationId xmlns:a16="http://schemas.microsoft.com/office/drawing/2014/main" id="{98CE4041-6567-462D-8C96-CCE2C97E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2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2894">
            <a:extLst xmlns:a="http://schemas.openxmlformats.org/drawingml/2006/main">
              <a:ext uri="{FF2B5EF4-FFF2-40B4-BE49-F238E27FC236}">
                <a16:creationId xmlns:a16="http://schemas.microsoft.com/office/drawing/2014/main" id="{C1BB43C8-3211-49B1-A539-D6E285B8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7000" y="3811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2895">
            <a:extLst xmlns:a="http://schemas.openxmlformats.org/drawingml/2006/main">
              <a:ext uri="{FF2B5EF4-FFF2-40B4-BE49-F238E27FC236}">
                <a16:creationId xmlns:a16="http://schemas.microsoft.com/office/drawing/2014/main" id="{2CD3A8C5-7CB3-4479-8CE8-D6E0493D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451" y="26553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2896">
            <a:extLst xmlns:a="http://schemas.openxmlformats.org/drawingml/2006/main">
              <a:ext uri="{FF2B5EF4-FFF2-40B4-BE49-F238E27FC236}">
                <a16:creationId xmlns:a16="http://schemas.microsoft.com/office/drawing/2014/main" id="{DC081A58-E8A2-4294-A1BE-CDF60794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0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2897">
            <a:extLst xmlns:a="http://schemas.openxmlformats.org/drawingml/2006/main">
              <a:ext uri="{FF2B5EF4-FFF2-40B4-BE49-F238E27FC236}">
                <a16:creationId xmlns:a16="http://schemas.microsoft.com/office/drawing/2014/main" id="{3D3398A2-522A-4BC5-94F4-A2FFEA83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2898">
            <a:extLst xmlns:a="http://schemas.openxmlformats.org/drawingml/2006/main">
              <a:ext uri="{FF2B5EF4-FFF2-40B4-BE49-F238E27FC236}">
                <a16:creationId xmlns:a16="http://schemas.microsoft.com/office/drawing/2014/main" id="{1B4AF447-03FF-4BD0-AE98-ECBA2399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9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2899">
            <a:extLst xmlns:a="http://schemas.openxmlformats.org/drawingml/2006/main">
              <a:ext uri="{FF2B5EF4-FFF2-40B4-BE49-F238E27FC236}">
                <a16:creationId xmlns:a16="http://schemas.microsoft.com/office/drawing/2014/main" id="{BD5DD8B0-5505-44E9-AAC8-EBB411F6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77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2900">
            <a:extLst xmlns:a="http://schemas.openxmlformats.org/drawingml/2006/main">
              <a:ext uri="{FF2B5EF4-FFF2-40B4-BE49-F238E27FC236}">
                <a16:creationId xmlns:a16="http://schemas.microsoft.com/office/drawing/2014/main" id="{7CF64E2E-686E-4E29-9F47-59BF5DD3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1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2901">
            <a:extLst xmlns:a="http://schemas.openxmlformats.org/drawingml/2006/main">
              <a:ext uri="{FF2B5EF4-FFF2-40B4-BE49-F238E27FC236}">
                <a16:creationId xmlns:a16="http://schemas.microsoft.com/office/drawing/2014/main" id="{B1EA3050-C71B-41CB-8D96-F55ED949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996" y="3002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2902">
            <a:extLst xmlns:a="http://schemas.openxmlformats.org/drawingml/2006/main">
              <a:ext uri="{FF2B5EF4-FFF2-40B4-BE49-F238E27FC236}">
                <a16:creationId xmlns:a16="http://schemas.microsoft.com/office/drawing/2014/main" id="{1E7289C6-B462-4861-89DA-E0506FC0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269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2903">
            <a:extLst xmlns:a="http://schemas.openxmlformats.org/drawingml/2006/main">
              <a:ext uri="{FF2B5EF4-FFF2-40B4-BE49-F238E27FC236}">
                <a16:creationId xmlns:a16="http://schemas.microsoft.com/office/drawing/2014/main" id="{9A777135-1C0E-47F5-90ED-0E0F352A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1378" y="32773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2904">
            <a:extLst xmlns:a="http://schemas.openxmlformats.org/drawingml/2006/main">
              <a:ext uri="{FF2B5EF4-FFF2-40B4-BE49-F238E27FC236}">
                <a16:creationId xmlns:a16="http://schemas.microsoft.com/office/drawing/2014/main" id="{B4116D27-A734-4A1D-9F5B-0FC0A057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3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2905">
            <a:extLst xmlns:a="http://schemas.openxmlformats.org/drawingml/2006/main">
              <a:ext uri="{FF2B5EF4-FFF2-40B4-BE49-F238E27FC236}">
                <a16:creationId xmlns:a16="http://schemas.microsoft.com/office/drawing/2014/main" id="{F859E7EB-4AB7-4DF9-88E0-FBD183BE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3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2906">
            <a:extLst xmlns:a="http://schemas.openxmlformats.org/drawingml/2006/main">
              <a:ext uri="{FF2B5EF4-FFF2-40B4-BE49-F238E27FC236}">
                <a16:creationId xmlns:a16="http://schemas.microsoft.com/office/drawing/2014/main" id="{C4A4B516-A1CF-48EA-B538-077971BB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4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2907">
            <a:extLst xmlns:a="http://schemas.openxmlformats.org/drawingml/2006/main">
              <a:ext uri="{FF2B5EF4-FFF2-40B4-BE49-F238E27FC236}">
                <a16:creationId xmlns:a16="http://schemas.microsoft.com/office/drawing/2014/main" id="{BE7E927A-92BA-4CFF-AB9F-5E8B6433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11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2908">
            <a:extLst xmlns:a="http://schemas.openxmlformats.org/drawingml/2006/main">
              <a:ext uri="{FF2B5EF4-FFF2-40B4-BE49-F238E27FC236}">
                <a16:creationId xmlns:a16="http://schemas.microsoft.com/office/drawing/2014/main" id="{999721D7-33CB-4D99-9E59-0883F6CD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8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2909">
            <a:extLst xmlns:a="http://schemas.openxmlformats.org/drawingml/2006/main">
              <a:ext uri="{FF2B5EF4-FFF2-40B4-BE49-F238E27FC236}">
                <a16:creationId xmlns:a16="http://schemas.microsoft.com/office/drawing/2014/main" id="{8ECEDB2E-D99F-4CE0-B695-F9932A5D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82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2910">
            <a:extLst xmlns:a="http://schemas.openxmlformats.org/drawingml/2006/main">
              <a:ext uri="{FF2B5EF4-FFF2-40B4-BE49-F238E27FC236}">
                <a16:creationId xmlns:a16="http://schemas.microsoft.com/office/drawing/2014/main" id="{696FC606-29F2-4A24-9491-AF5F662A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9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2911">
            <a:extLst xmlns:a="http://schemas.openxmlformats.org/drawingml/2006/main">
              <a:ext uri="{FF2B5EF4-FFF2-40B4-BE49-F238E27FC236}">
                <a16:creationId xmlns:a16="http://schemas.microsoft.com/office/drawing/2014/main" id="{A0E51797-04C3-4362-853C-E1BC2894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2912">
            <a:extLst xmlns:a="http://schemas.openxmlformats.org/drawingml/2006/main">
              <a:ext uri="{FF2B5EF4-FFF2-40B4-BE49-F238E27FC236}">
                <a16:creationId xmlns:a16="http://schemas.microsoft.com/office/drawing/2014/main" id="{ECE6881A-1E1A-431A-A0BB-B1D6FD5A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512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2913">
            <a:extLst xmlns:a="http://schemas.openxmlformats.org/drawingml/2006/main">
              <a:ext uri="{FF2B5EF4-FFF2-40B4-BE49-F238E27FC236}">
                <a16:creationId xmlns:a16="http://schemas.microsoft.com/office/drawing/2014/main" id="{35CD0EBD-19BF-459F-8D00-48595AE1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00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2914">
            <a:extLst xmlns:a="http://schemas.openxmlformats.org/drawingml/2006/main">
              <a:ext uri="{FF2B5EF4-FFF2-40B4-BE49-F238E27FC236}">
                <a16:creationId xmlns:a16="http://schemas.microsoft.com/office/drawing/2014/main" id="{30404F86-E6DF-451E-9658-5778C109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3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2915">
            <a:extLst xmlns:a="http://schemas.openxmlformats.org/drawingml/2006/main">
              <a:ext uri="{FF2B5EF4-FFF2-40B4-BE49-F238E27FC236}">
                <a16:creationId xmlns:a16="http://schemas.microsoft.com/office/drawing/2014/main" id="{164BE346-ADB9-4847-8DB8-09035E47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05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2916">
            <a:extLst xmlns:a="http://schemas.openxmlformats.org/drawingml/2006/main">
              <a:ext uri="{FF2B5EF4-FFF2-40B4-BE49-F238E27FC236}">
                <a16:creationId xmlns:a16="http://schemas.microsoft.com/office/drawing/2014/main" id="{E64DDA9F-D561-4DD3-931D-5AF84A29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57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2917">
            <a:extLst xmlns:a="http://schemas.openxmlformats.org/drawingml/2006/main">
              <a:ext uri="{FF2B5EF4-FFF2-40B4-BE49-F238E27FC236}">
                <a16:creationId xmlns:a16="http://schemas.microsoft.com/office/drawing/2014/main" id="{E997058E-3DFA-4123-BED4-25D00147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219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2918">
            <a:extLst xmlns:a="http://schemas.openxmlformats.org/drawingml/2006/main">
              <a:ext uri="{FF2B5EF4-FFF2-40B4-BE49-F238E27FC236}">
                <a16:creationId xmlns:a16="http://schemas.microsoft.com/office/drawing/2014/main" id="{C7549EE6-FA73-4399-8E8C-A68174B6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367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2919">
            <a:extLst xmlns:a="http://schemas.openxmlformats.org/drawingml/2006/main">
              <a:ext uri="{FF2B5EF4-FFF2-40B4-BE49-F238E27FC236}">
                <a16:creationId xmlns:a16="http://schemas.microsoft.com/office/drawing/2014/main" id="{E9843B3E-BA7C-4B11-848F-E81588D5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2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2920">
            <a:extLst xmlns:a="http://schemas.openxmlformats.org/drawingml/2006/main">
              <a:ext uri="{FF2B5EF4-FFF2-40B4-BE49-F238E27FC236}">
                <a16:creationId xmlns:a16="http://schemas.microsoft.com/office/drawing/2014/main" id="{F1901579-C44C-4740-8E86-1184A398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3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2921">
            <a:extLst xmlns:a="http://schemas.openxmlformats.org/drawingml/2006/main">
              <a:ext uri="{FF2B5EF4-FFF2-40B4-BE49-F238E27FC236}">
                <a16:creationId xmlns:a16="http://schemas.microsoft.com/office/drawing/2014/main" id="{D6EA0D64-9D81-446D-80A2-3C235039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2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2922">
            <a:extLst xmlns:a="http://schemas.openxmlformats.org/drawingml/2006/main">
              <a:ext uri="{FF2B5EF4-FFF2-40B4-BE49-F238E27FC236}">
                <a16:creationId xmlns:a16="http://schemas.microsoft.com/office/drawing/2014/main" id="{1C41B514-59FA-4E7E-8829-69A53E6E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0648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2923">
            <a:extLst xmlns:a="http://schemas.openxmlformats.org/drawingml/2006/main">
              <a:ext uri="{FF2B5EF4-FFF2-40B4-BE49-F238E27FC236}">
                <a16:creationId xmlns:a16="http://schemas.microsoft.com/office/drawing/2014/main" id="{99A08325-F171-42EA-8B5A-5A9A13E8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2924">
            <a:extLst xmlns:a="http://schemas.openxmlformats.org/drawingml/2006/main">
              <a:ext uri="{FF2B5EF4-FFF2-40B4-BE49-F238E27FC236}">
                <a16:creationId xmlns:a16="http://schemas.microsoft.com/office/drawing/2014/main" id="{26606E83-D789-4DA8-801B-07CAE0EA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7537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2925">
            <a:extLst xmlns:a="http://schemas.openxmlformats.org/drawingml/2006/main">
              <a:ext uri="{FF2B5EF4-FFF2-40B4-BE49-F238E27FC236}">
                <a16:creationId xmlns:a16="http://schemas.microsoft.com/office/drawing/2014/main" id="{E2459EE7-1C15-4781-A2D2-E833B6F7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8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2926">
            <a:extLst xmlns:a="http://schemas.openxmlformats.org/drawingml/2006/main">
              <a:ext uri="{FF2B5EF4-FFF2-40B4-BE49-F238E27FC236}">
                <a16:creationId xmlns:a16="http://schemas.microsoft.com/office/drawing/2014/main" id="{1FF96993-68B5-467B-95EF-27326A25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7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2927">
            <a:extLst xmlns:a="http://schemas.openxmlformats.org/drawingml/2006/main">
              <a:ext uri="{FF2B5EF4-FFF2-40B4-BE49-F238E27FC236}">
                <a16:creationId xmlns:a16="http://schemas.microsoft.com/office/drawing/2014/main" id="{750FF122-B96B-4E9A-BF5B-AB0817B7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2928">
            <a:extLst xmlns:a="http://schemas.openxmlformats.org/drawingml/2006/main">
              <a:ext uri="{FF2B5EF4-FFF2-40B4-BE49-F238E27FC236}">
                <a16:creationId xmlns:a16="http://schemas.microsoft.com/office/drawing/2014/main" id="{87772AFA-B6FE-4C9E-8687-79689DE7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14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2929">
            <a:extLst xmlns:a="http://schemas.openxmlformats.org/drawingml/2006/main">
              <a:ext uri="{FF2B5EF4-FFF2-40B4-BE49-F238E27FC236}">
                <a16:creationId xmlns:a16="http://schemas.microsoft.com/office/drawing/2014/main" id="{33F7B0F7-8C02-4CB6-993B-D005C98D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07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2930">
            <a:extLst xmlns:a="http://schemas.openxmlformats.org/drawingml/2006/main">
              <a:ext uri="{FF2B5EF4-FFF2-40B4-BE49-F238E27FC236}">
                <a16:creationId xmlns:a16="http://schemas.microsoft.com/office/drawing/2014/main" id="{4A2AE78D-DBAA-4F29-ABCB-03431486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4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2931">
            <a:extLst xmlns:a="http://schemas.openxmlformats.org/drawingml/2006/main">
              <a:ext uri="{FF2B5EF4-FFF2-40B4-BE49-F238E27FC236}">
                <a16:creationId xmlns:a16="http://schemas.microsoft.com/office/drawing/2014/main" id="{32BAE108-245B-4F43-B922-A18A2508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4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2932">
            <a:extLst xmlns:a="http://schemas.openxmlformats.org/drawingml/2006/main">
              <a:ext uri="{FF2B5EF4-FFF2-40B4-BE49-F238E27FC236}">
                <a16:creationId xmlns:a16="http://schemas.microsoft.com/office/drawing/2014/main" id="{FAFB6397-576F-41C2-8512-84190444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21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2933">
            <a:extLst xmlns:a="http://schemas.openxmlformats.org/drawingml/2006/main">
              <a:ext uri="{FF2B5EF4-FFF2-40B4-BE49-F238E27FC236}">
                <a16:creationId xmlns:a16="http://schemas.microsoft.com/office/drawing/2014/main" id="{4B944A26-D9BE-4478-BE20-3034C566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55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2934">
            <a:extLst xmlns:a="http://schemas.openxmlformats.org/drawingml/2006/main">
              <a:ext uri="{FF2B5EF4-FFF2-40B4-BE49-F238E27FC236}">
                <a16:creationId xmlns:a16="http://schemas.microsoft.com/office/drawing/2014/main" id="{66648931-DD12-47D2-BBEE-834D292A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280" y="278985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2935">
            <a:extLst xmlns:a="http://schemas.openxmlformats.org/drawingml/2006/main">
              <a:ext uri="{FF2B5EF4-FFF2-40B4-BE49-F238E27FC236}">
                <a16:creationId xmlns:a16="http://schemas.microsoft.com/office/drawing/2014/main" id="{671D0278-6B2A-47E1-8C4B-44A49758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42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2936">
            <a:extLst xmlns:a="http://schemas.openxmlformats.org/drawingml/2006/main">
              <a:ext uri="{FF2B5EF4-FFF2-40B4-BE49-F238E27FC236}">
                <a16:creationId xmlns:a16="http://schemas.microsoft.com/office/drawing/2014/main" id="{1DE5C4E5-297C-4A37-880E-94E11CEB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344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2937">
            <a:extLst xmlns:a="http://schemas.openxmlformats.org/drawingml/2006/main">
              <a:ext uri="{FF2B5EF4-FFF2-40B4-BE49-F238E27FC236}">
                <a16:creationId xmlns:a16="http://schemas.microsoft.com/office/drawing/2014/main" id="{9605E4C6-1297-43D4-B247-3D0462EF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29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2938">
            <a:extLst xmlns:a="http://schemas.openxmlformats.org/drawingml/2006/main">
              <a:ext uri="{FF2B5EF4-FFF2-40B4-BE49-F238E27FC236}">
                <a16:creationId xmlns:a16="http://schemas.microsoft.com/office/drawing/2014/main" id="{616C5004-718E-4B1D-BD16-1A83523D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321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2939">
            <a:extLst xmlns:a="http://schemas.openxmlformats.org/drawingml/2006/main">
              <a:ext uri="{FF2B5EF4-FFF2-40B4-BE49-F238E27FC236}">
                <a16:creationId xmlns:a16="http://schemas.microsoft.com/office/drawing/2014/main" id="{AB5E8A3B-3375-46EA-99D5-F9422327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232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2940">
            <a:extLst xmlns:a="http://schemas.openxmlformats.org/drawingml/2006/main">
              <a:ext uri="{FF2B5EF4-FFF2-40B4-BE49-F238E27FC236}">
                <a16:creationId xmlns:a16="http://schemas.microsoft.com/office/drawing/2014/main" id="{FFEDA88D-FAA4-444B-AE3F-E55DF332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4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2941">
            <a:extLst xmlns:a="http://schemas.openxmlformats.org/drawingml/2006/main">
              <a:ext uri="{FF2B5EF4-FFF2-40B4-BE49-F238E27FC236}">
                <a16:creationId xmlns:a16="http://schemas.microsoft.com/office/drawing/2014/main" id="{DBA432B5-5B43-4D04-A09A-977D4412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646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2942">
            <a:extLst xmlns:a="http://schemas.openxmlformats.org/drawingml/2006/main">
              <a:ext uri="{FF2B5EF4-FFF2-40B4-BE49-F238E27FC236}">
                <a16:creationId xmlns:a16="http://schemas.microsoft.com/office/drawing/2014/main" id="{90640239-B376-4748-93D0-E4075812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81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2943">
            <a:extLst xmlns:a="http://schemas.openxmlformats.org/drawingml/2006/main">
              <a:ext uri="{FF2B5EF4-FFF2-40B4-BE49-F238E27FC236}">
                <a16:creationId xmlns:a16="http://schemas.microsoft.com/office/drawing/2014/main" id="{D96DCA49-6173-4C15-A700-DD7C0084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94" y="28803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2944">
            <a:extLst xmlns:a="http://schemas.openxmlformats.org/drawingml/2006/main">
              <a:ext uri="{FF2B5EF4-FFF2-40B4-BE49-F238E27FC236}">
                <a16:creationId xmlns:a16="http://schemas.microsoft.com/office/drawing/2014/main" id="{A3DC50BD-5828-45B4-AB74-8F19943F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942" y="24861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2945">
            <a:extLst xmlns:a="http://schemas.openxmlformats.org/drawingml/2006/main">
              <a:ext uri="{FF2B5EF4-FFF2-40B4-BE49-F238E27FC236}">
                <a16:creationId xmlns:a16="http://schemas.microsoft.com/office/drawing/2014/main" id="{9896B0A0-3A4D-48BF-B796-7BF63101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9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2946">
            <a:extLst xmlns:a="http://schemas.openxmlformats.org/drawingml/2006/main">
              <a:ext uri="{FF2B5EF4-FFF2-40B4-BE49-F238E27FC236}">
                <a16:creationId xmlns:a16="http://schemas.microsoft.com/office/drawing/2014/main" id="{F8D8B605-2666-4FB1-B4A6-66E3E336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050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2947">
            <a:extLst xmlns:a="http://schemas.openxmlformats.org/drawingml/2006/main">
              <a:ext uri="{FF2B5EF4-FFF2-40B4-BE49-F238E27FC236}">
                <a16:creationId xmlns:a16="http://schemas.microsoft.com/office/drawing/2014/main" id="{1578CB7D-30D2-4CD3-AC3D-06E2EA74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56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2948">
            <a:extLst xmlns:a="http://schemas.openxmlformats.org/drawingml/2006/main">
              <a:ext uri="{FF2B5EF4-FFF2-40B4-BE49-F238E27FC236}">
                <a16:creationId xmlns:a16="http://schemas.microsoft.com/office/drawing/2014/main" id="{B07D26AA-E8C8-4C7D-901C-9F16965B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26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2949">
            <a:extLst xmlns:a="http://schemas.openxmlformats.org/drawingml/2006/main">
              <a:ext uri="{FF2B5EF4-FFF2-40B4-BE49-F238E27FC236}">
                <a16:creationId xmlns:a16="http://schemas.microsoft.com/office/drawing/2014/main" id="{0B8D52A3-AA42-4B22-AD82-BD82B535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009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2950">
            <a:extLst xmlns:a="http://schemas.openxmlformats.org/drawingml/2006/main">
              <a:ext uri="{FF2B5EF4-FFF2-40B4-BE49-F238E27FC236}">
                <a16:creationId xmlns:a16="http://schemas.microsoft.com/office/drawing/2014/main" id="{A7D9A4F5-63B8-4631-983F-F9DF0D54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4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2951">
            <a:extLst xmlns:a="http://schemas.openxmlformats.org/drawingml/2006/main">
              <a:ext uri="{FF2B5EF4-FFF2-40B4-BE49-F238E27FC236}">
                <a16:creationId xmlns:a16="http://schemas.microsoft.com/office/drawing/2014/main" id="{49E9FDC0-EF68-4635-8D44-C9D62760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336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2952">
            <a:extLst xmlns:a="http://schemas.openxmlformats.org/drawingml/2006/main">
              <a:ext uri="{FF2B5EF4-FFF2-40B4-BE49-F238E27FC236}">
                <a16:creationId xmlns:a16="http://schemas.microsoft.com/office/drawing/2014/main" id="{BCF0554B-7ACE-4184-B0F8-5ACCE764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5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2953">
            <a:extLst xmlns:a="http://schemas.openxmlformats.org/drawingml/2006/main">
              <a:ext uri="{FF2B5EF4-FFF2-40B4-BE49-F238E27FC236}">
                <a16:creationId xmlns:a16="http://schemas.microsoft.com/office/drawing/2014/main" id="{07FDB999-0EC9-48BC-8A8B-C6B359FE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63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2954">
            <a:extLst xmlns:a="http://schemas.openxmlformats.org/drawingml/2006/main">
              <a:ext uri="{FF2B5EF4-FFF2-40B4-BE49-F238E27FC236}">
                <a16:creationId xmlns:a16="http://schemas.microsoft.com/office/drawing/2014/main" id="{7BFF5C97-F3D2-42DF-8B16-AD578A67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0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2955">
            <a:extLst xmlns:a="http://schemas.openxmlformats.org/drawingml/2006/main">
              <a:ext uri="{FF2B5EF4-FFF2-40B4-BE49-F238E27FC236}">
                <a16:creationId xmlns:a16="http://schemas.microsoft.com/office/drawing/2014/main" id="{CBB86B53-D3FA-4D80-A7A2-B9DE1639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3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2956">
            <a:extLst xmlns:a="http://schemas.openxmlformats.org/drawingml/2006/main">
              <a:ext uri="{FF2B5EF4-FFF2-40B4-BE49-F238E27FC236}">
                <a16:creationId xmlns:a16="http://schemas.microsoft.com/office/drawing/2014/main" id="{4FA2ED29-BB5B-48F8-8920-53ACA433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8983" y="32773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2957">
            <a:extLst xmlns:a="http://schemas.openxmlformats.org/drawingml/2006/main">
              <a:ext uri="{FF2B5EF4-FFF2-40B4-BE49-F238E27FC236}">
                <a16:creationId xmlns:a16="http://schemas.microsoft.com/office/drawing/2014/main" id="{DBE93A4C-6836-4AC6-A98D-F38A8A9B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414" y="34528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2958">
            <a:extLst xmlns:a="http://schemas.openxmlformats.org/drawingml/2006/main">
              <a:ext uri="{FF2B5EF4-FFF2-40B4-BE49-F238E27FC236}">
                <a16:creationId xmlns:a16="http://schemas.microsoft.com/office/drawing/2014/main" id="{31906D40-57CA-418D-A209-A561A14F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5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2959">
            <a:extLst xmlns:a="http://schemas.openxmlformats.org/drawingml/2006/main">
              <a:ext uri="{FF2B5EF4-FFF2-40B4-BE49-F238E27FC236}">
                <a16:creationId xmlns:a16="http://schemas.microsoft.com/office/drawing/2014/main" id="{143F9550-92B2-410F-BAE4-672C1959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29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2960">
            <a:extLst xmlns:a="http://schemas.openxmlformats.org/drawingml/2006/main">
              <a:ext uri="{FF2B5EF4-FFF2-40B4-BE49-F238E27FC236}">
                <a16:creationId xmlns:a16="http://schemas.microsoft.com/office/drawing/2014/main" id="{2635174A-A49A-4EF6-B236-08B0EBAE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500" y="35782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2961">
            <a:extLst xmlns:a="http://schemas.openxmlformats.org/drawingml/2006/main">
              <a:ext uri="{FF2B5EF4-FFF2-40B4-BE49-F238E27FC236}">
                <a16:creationId xmlns:a16="http://schemas.microsoft.com/office/drawing/2014/main" id="{D8C11CB9-A428-407A-BF43-56BE49BD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7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2962">
            <a:extLst xmlns:a="http://schemas.openxmlformats.org/drawingml/2006/main">
              <a:ext uri="{FF2B5EF4-FFF2-40B4-BE49-F238E27FC236}">
                <a16:creationId xmlns:a16="http://schemas.microsoft.com/office/drawing/2014/main" id="{272B702A-F2A9-48D2-86DA-B70A807EF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93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2963">
            <a:extLst xmlns:a="http://schemas.openxmlformats.org/drawingml/2006/main">
              <a:ext uri="{FF2B5EF4-FFF2-40B4-BE49-F238E27FC236}">
                <a16:creationId xmlns:a16="http://schemas.microsoft.com/office/drawing/2014/main" id="{DD0F3A3F-84F1-4FF1-A855-3C4AFC7F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86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2964">
            <a:extLst xmlns:a="http://schemas.openxmlformats.org/drawingml/2006/main">
              <a:ext uri="{FF2B5EF4-FFF2-40B4-BE49-F238E27FC236}">
                <a16:creationId xmlns:a16="http://schemas.microsoft.com/office/drawing/2014/main" id="{833A9B3D-9CE8-48E8-AC49-A6D64C65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1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2965">
            <a:extLst xmlns:a="http://schemas.openxmlformats.org/drawingml/2006/main">
              <a:ext uri="{FF2B5EF4-FFF2-40B4-BE49-F238E27FC236}">
                <a16:creationId xmlns:a16="http://schemas.microsoft.com/office/drawing/2014/main" id="{0BBFA857-9D43-407D-9F2C-07C83C60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234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2966">
            <a:extLst xmlns:a="http://schemas.openxmlformats.org/drawingml/2006/main">
              <a:ext uri="{FF2B5EF4-FFF2-40B4-BE49-F238E27FC236}">
                <a16:creationId xmlns:a16="http://schemas.microsoft.com/office/drawing/2014/main" id="{8117A76E-4A78-4E0E-BB08-C3866A39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603" y="337762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2967">
            <a:extLst xmlns:a="http://schemas.openxmlformats.org/drawingml/2006/main">
              <a:ext uri="{FF2B5EF4-FFF2-40B4-BE49-F238E27FC236}">
                <a16:creationId xmlns:a16="http://schemas.microsoft.com/office/drawing/2014/main" id="{63ADD048-2AE1-42DB-9E65-E67A9A12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9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2968">
            <a:extLst xmlns:a="http://schemas.openxmlformats.org/drawingml/2006/main">
              <a:ext uri="{FF2B5EF4-FFF2-40B4-BE49-F238E27FC236}">
                <a16:creationId xmlns:a16="http://schemas.microsoft.com/office/drawing/2014/main" id="{226A75B1-08C4-4686-A3E6-2A5C19B2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648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2969">
            <a:extLst xmlns:a="http://schemas.openxmlformats.org/drawingml/2006/main">
              <a:ext uri="{FF2B5EF4-FFF2-40B4-BE49-F238E27FC236}">
                <a16:creationId xmlns:a16="http://schemas.microsoft.com/office/drawing/2014/main" id="{A19EE600-1E44-4CD0-A4F6-C7A8651D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30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2970">
            <a:extLst xmlns:a="http://schemas.openxmlformats.org/drawingml/2006/main">
              <a:ext uri="{FF2B5EF4-FFF2-40B4-BE49-F238E27FC236}">
                <a16:creationId xmlns:a16="http://schemas.microsoft.com/office/drawing/2014/main" id="{B9162C8E-49B8-4127-8DA0-BC5CFF0F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4356" y="24065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2971">
            <a:extLst xmlns:a="http://schemas.openxmlformats.org/drawingml/2006/main">
              <a:ext uri="{FF2B5EF4-FFF2-40B4-BE49-F238E27FC236}">
                <a16:creationId xmlns:a16="http://schemas.microsoft.com/office/drawing/2014/main" id="{CAD364A1-7431-4540-A939-BD0EBBF7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52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2972">
            <a:extLst xmlns:a="http://schemas.openxmlformats.org/drawingml/2006/main">
              <a:ext uri="{FF2B5EF4-FFF2-40B4-BE49-F238E27FC236}">
                <a16:creationId xmlns:a16="http://schemas.microsoft.com/office/drawing/2014/main" id="{BE7A587F-50C0-4336-96D8-8C555C51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4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2973">
            <a:extLst xmlns:a="http://schemas.openxmlformats.org/drawingml/2006/main">
              <a:ext uri="{FF2B5EF4-FFF2-40B4-BE49-F238E27FC236}">
                <a16:creationId xmlns:a16="http://schemas.microsoft.com/office/drawing/2014/main" id="{94D8D05D-FCC9-4115-BDAE-520F5D88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60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2974">
            <a:extLst xmlns:a="http://schemas.openxmlformats.org/drawingml/2006/main">
              <a:ext uri="{FF2B5EF4-FFF2-40B4-BE49-F238E27FC236}">
                <a16:creationId xmlns:a16="http://schemas.microsoft.com/office/drawing/2014/main" id="{4EFC7E71-BC30-4B25-8D11-CBB1A426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7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2975">
            <a:extLst xmlns:a="http://schemas.openxmlformats.org/drawingml/2006/main">
              <a:ext uri="{FF2B5EF4-FFF2-40B4-BE49-F238E27FC236}">
                <a16:creationId xmlns:a16="http://schemas.microsoft.com/office/drawing/2014/main" id="{0FEFAE0E-F4A7-4D0F-B6A1-E5BF4645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3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2976">
            <a:extLst xmlns:a="http://schemas.openxmlformats.org/drawingml/2006/main">
              <a:ext uri="{FF2B5EF4-FFF2-40B4-BE49-F238E27FC236}">
                <a16:creationId xmlns:a16="http://schemas.microsoft.com/office/drawing/2014/main" id="{0F0F5B29-9B0A-4E72-8503-CA55C1EA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7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2977">
            <a:extLst xmlns:a="http://schemas.openxmlformats.org/drawingml/2006/main">
              <a:ext uri="{FF2B5EF4-FFF2-40B4-BE49-F238E27FC236}">
                <a16:creationId xmlns:a16="http://schemas.microsoft.com/office/drawing/2014/main" id="{4E754CEE-93E6-4E0D-B137-E261C907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2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2978">
            <a:extLst xmlns:a="http://schemas.openxmlformats.org/drawingml/2006/main">
              <a:ext uri="{FF2B5EF4-FFF2-40B4-BE49-F238E27FC236}">
                <a16:creationId xmlns:a16="http://schemas.microsoft.com/office/drawing/2014/main" id="{1F8FF384-C9D9-4E4F-947B-638F38B2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08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2979">
            <a:extLst xmlns:a="http://schemas.openxmlformats.org/drawingml/2006/main">
              <a:ext uri="{FF2B5EF4-FFF2-40B4-BE49-F238E27FC236}">
                <a16:creationId xmlns:a16="http://schemas.microsoft.com/office/drawing/2014/main" id="{964538E0-A728-4743-AB64-D261E1B7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285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2980">
            <a:extLst xmlns:a="http://schemas.openxmlformats.org/drawingml/2006/main">
              <a:ext uri="{FF2B5EF4-FFF2-40B4-BE49-F238E27FC236}">
                <a16:creationId xmlns:a16="http://schemas.microsoft.com/office/drawing/2014/main" id="{18D1D41E-7CF8-4EDA-92C4-CF024357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697" y="2356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2981">
            <a:extLst xmlns:a="http://schemas.openxmlformats.org/drawingml/2006/main">
              <a:ext uri="{FF2B5EF4-FFF2-40B4-BE49-F238E27FC236}">
                <a16:creationId xmlns:a16="http://schemas.microsoft.com/office/drawing/2014/main" id="{72A8E52B-9CFF-4A60-8C79-72AF645F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095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2982">
            <a:extLst xmlns:a="http://schemas.openxmlformats.org/drawingml/2006/main">
              <a:ext uri="{FF2B5EF4-FFF2-40B4-BE49-F238E27FC236}">
                <a16:creationId xmlns:a16="http://schemas.microsoft.com/office/drawing/2014/main" id="{1581A7D1-78E3-4608-8789-9BBDAD73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6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2983">
            <a:extLst xmlns:a="http://schemas.openxmlformats.org/drawingml/2006/main">
              <a:ext uri="{FF2B5EF4-FFF2-40B4-BE49-F238E27FC236}">
                <a16:creationId xmlns:a16="http://schemas.microsoft.com/office/drawing/2014/main" id="{DE490C75-101A-420A-85D0-5F94E64C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48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2984">
            <a:extLst xmlns:a="http://schemas.openxmlformats.org/drawingml/2006/main">
              <a:ext uri="{FF2B5EF4-FFF2-40B4-BE49-F238E27FC236}">
                <a16:creationId xmlns:a16="http://schemas.microsoft.com/office/drawing/2014/main" id="{0E5B0D44-7430-47BC-B116-F3F398F1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5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2985">
            <a:extLst xmlns:a="http://schemas.openxmlformats.org/drawingml/2006/main">
              <a:ext uri="{FF2B5EF4-FFF2-40B4-BE49-F238E27FC236}">
                <a16:creationId xmlns:a16="http://schemas.microsoft.com/office/drawing/2014/main" id="{1AC52F00-38E4-45A4-962C-71DE8CA7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0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2986">
            <a:extLst xmlns:a="http://schemas.openxmlformats.org/drawingml/2006/main">
              <a:ext uri="{FF2B5EF4-FFF2-40B4-BE49-F238E27FC236}">
                <a16:creationId xmlns:a16="http://schemas.microsoft.com/office/drawing/2014/main" id="{18013932-28CA-4094-9B2F-F07C4DC2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49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2987">
            <a:extLst xmlns:a="http://schemas.openxmlformats.org/drawingml/2006/main">
              <a:ext uri="{FF2B5EF4-FFF2-40B4-BE49-F238E27FC236}">
                <a16:creationId xmlns:a16="http://schemas.microsoft.com/office/drawing/2014/main" id="{F08C35F4-7E31-4541-BC45-1EACF847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501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2988">
            <a:extLst xmlns:a="http://schemas.openxmlformats.org/drawingml/2006/main">
              <a:ext uri="{FF2B5EF4-FFF2-40B4-BE49-F238E27FC236}">
                <a16:creationId xmlns:a16="http://schemas.microsoft.com/office/drawing/2014/main" id="{7777486B-741A-4B58-9A59-8A97D2F6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0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2989">
            <a:extLst xmlns:a="http://schemas.openxmlformats.org/drawingml/2006/main">
              <a:ext uri="{FF2B5EF4-FFF2-40B4-BE49-F238E27FC236}">
                <a16:creationId xmlns:a16="http://schemas.microsoft.com/office/drawing/2014/main" id="{5C4B40E0-0E79-477F-9E91-BF88E6AE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81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2990">
            <a:extLst xmlns:a="http://schemas.openxmlformats.org/drawingml/2006/main">
              <a:ext uri="{FF2B5EF4-FFF2-40B4-BE49-F238E27FC236}">
                <a16:creationId xmlns:a16="http://schemas.microsoft.com/office/drawing/2014/main" id="{32CD7F33-DF1A-4FC7-8D93-81D58152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81" y="25254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2991">
            <a:extLst xmlns:a="http://schemas.openxmlformats.org/drawingml/2006/main">
              <a:ext uri="{FF2B5EF4-FFF2-40B4-BE49-F238E27FC236}">
                <a16:creationId xmlns:a16="http://schemas.microsoft.com/office/drawing/2014/main" id="{DEDB012D-5BB9-483A-8E72-2BB07C83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8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2992">
            <a:extLst xmlns:a="http://schemas.openxmlformats.org/drawingml/2006/main">
              <a:ext uri="{FF2B5EF4-FFF2-40B4-BE49-F238E27FC236}">
                <a16:creationId xmlns:a16="http://schemas.microsoft.com/office/drawing/2014/main" id="{F9303B00-AE08-4B54-8902-740C65EA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564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2993">
            <a:extLst xmlns:a="http://schemas.openxmlformats.org/drawingml/2006/main">
              <a:ext uri="{FF2B5EF4-FFF2-40B4-BE49-F238E27FC236}">
                <a16:creationId xmlns:a16="http://schemas.microsoft.com/office/drawing/2014/main" id="{4145768E-327F-41E7-920E-C82D0685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0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2994">
            <a:extLst xmlns:a="http://schemas.openxmlformats.org/drawingml/2006/main">
              <a:ext uri="{FF2B5EF4-FFF2-40B4-BE49-F238E27FC236}">
                <a16:creationId xmlns:a16="http://schemas.microsoft.com/office/drawing/2014/main" id="{3D7E2395-BC08-400D-86CA-09E25431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34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2995">
            <a:extLst xmlns:a="http://schemas.openxmlformats.org/drawingml/2006/main">
              <a:ext uri="{FF2B5EF4-FFF2-40B4-BE49-F238E27FC236}">
                <a16:creationId xmlns:a16="http://schemas.microsoft.com/office/drawing/2014/main" id="{80D27258-15F7-4276-AADA-02774D06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0330" y="25188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2996">
            <a:extLst xmlns:a="http://schemas.openxmlformats.org/drawingml/2006/main">
              <a:ext uri="{FF2B5EF4-FFF2-40B4-BE49-F238E27FC236}">
                <a16:creationId xmlns:a16="http://schemas.microsoft.com/office/drawing/2014/main" id="{C659F6AE-2E5B-42CA-8C0C-074247DF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24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2997">
            <a:extLst xmlns:a="http://schemas.openxmlformats.org/drawingml/2006/main">
              <a:ext uri="{FF2B5EF4-FFF2-40B4-BE49-F238E27FC236}">
                <a16:creationId xmlns:a16="http://schemas.microsoft.com/office/drawing/2014/main" id="{F18F510D-8DA5-4443-8CBA-CB43AC6C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00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2998">
            <a:extLst xmlns:a="http://schemas.openxmlformats.org/drawingml/2006/main">
              <a:ext uri="{FF2B5EF4-FFF2-40B4-BE49-F238E27FC236}">
                <a16:creationId xmlns:a16="http://schemas.microsoft.com/office/drawing/2014/main" id="{D914F926-F9AE-4F04-96DE-D58DAAEA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223" y="28889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2999">
            <a:extLst xmlns:a="http://schemas.openxmlformats.org/drawingml/2006/main">
              <a:ext uri="{FF2B5EF4-FFF2-40B4-BE49-F238E27FC236}">
                <a16:creationId xmlns:a16="http://schemas.microsoft.com/office/drawing/2014/main" id="{FD666918-08BE-425C-A3B7-479980DE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798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3000">
            <a:extLst xmlns:a="http://schemas.openxmlformats.org/drawingml/2006/main">
              <a:ext uri="{FF2B5EF4-FFF2-40B4-BE49-F238E27FC236}">
                <a16:creationId xmlns:a16="http://schemas.microsoft.com/office/drawing/2014/main" id="{8E553CEC-296A-4FFC-AE17-FBD0D752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36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3001">
            <a:extLst xmlns:a="http://schemas.openxmlformats.org/drawingml/2006/main">
              <a:ext uri="{FF2B5EF4-FFF2-40B4-BE49-F238E27FC236}">
                <a16:creationId xmlns:a16="http://schemas.microsoft.com/office/drawing/2014/main" id="{D50D1C2B-B3B4-4A9C-A1DF-80ED9D0C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50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3002">
            <a:extLst xmlns:a="http://schemas.openxmlformats.org/drawingml/2006/main">
              <a:ext uri="{FF2B5EF4-FFF2-40B4-BE49-F238E27FC236}">
                <a16:creationId xmlns:a16="http://schemas.microsoft.com/office/drawing/2014/main" id="{3AE26157-8434-46DE-9B9B-90AFB829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203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3003">
            <a:extLst xmlns:a="http://schemas.openxmlformats.org/drawingml/2006/main">
              <a:ext uri="{FF2B5EF4-FFF2-40B4-BE49-F238E27FC236}">
                <a16:creationId xmlns:a16="http://schemas.microsoft.com/office/drawing/2014/main" id="{F7162113-2468-4FD7-AE1A-4E0D5174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063" y="24814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3004">
            <a:extLst xmlns:a="http://schemas.openxmlformats.org/drawingml/2006/main">
              <a:ext uri="{FF2B5EF4-FFF2-40B4-BE49-F238E27FC236}">
                <a16:creationId xmlns:a16="http://schemas.microsoft.com/office/drawing/2014/main" id="{7ECC4508-E18B-4490-A269-5304FE73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5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3005">
            <a:extLst xmlns:a="http://schemas.openxmlformats.org/drawingml/2006/main">
              <a:ext uri="{FF2B5EF4-FFF2-40B4-BE49-F238E27FC236}">
                <a16:creationId xmlns:a16="http://schemas.microsoft.com/office/drawing/2014/main" id="{47CE75DF-53EC-4BDF-B301-97FC8895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73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3006">
            <a:extLst xmlns:a="http://schemas.openxmlformats.org/drawingml/2006/main">
              <a:ext uri="{FF2B5EF4-FFF2-40B4-BE49-F238E27FC236}">
                <a16:creationId xmlns:a16="http://schemas.microsoft.com/office/drawing/2014/main" id="{5FFFAAAC-A6FC-4681-B073-233276D3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52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3007">
            <a:extLst xmlns:a="http://schemas.openxmlformats.org/drawingml/2006/main">
              <a:ext uri="{FF2B5EF4-FFF2-40B4-BE49-F238E27FC236}">
                <a16:creationId xmlns:a16="http://schemas.microsoft.com/office/drawing/2014/main" id="{1A27F249-621B-45FE-8B92-F8704168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09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3008">
            <a:extLst xmlns:a="http://schemas.openxmlformats.org/drawingml/2006/main">
              <a:ext uri="{FF2B5EF4-FFF2-40B4-BE49-F238E27FC236}">
                <a16:creationId xmlns:a16="http://schemas.microsoft.com/office/drawing/2014/main" id="{ECD4F95D-CE2C-4540-A9C5-AAFF336A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8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3009">
            <a:extLst xmlns:a="http://schemas.openxmlformats.org/drawingml/2006/main">
              <a:ext uri="{FF2B5EF4-FFF2-40B4-BE49-F238E27FC236}">
                <a16:creationId xmlns:a16="http://schemas.microsoft.com/office/drawing/2014/main" id="{4D22975C-9CB9-4069-A326-5984AE08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17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3010">
            <a:extLst xmlns:a="http://schemas.openxmlformats.org/drawingml/2006/main">
              <a:ext uri="{FF2B5EF4-FFF2-40B4-BE49-F238E27FC236}">
                <a16:creationId xmlns:a16="http://schemas.microsoft.com/office/drawing/2014/main" id="{01F69B5E-D33B-4934-AA19-6016737A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375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3011">
            <a:extLst xmlns:a="http://schemas.openxmlformats.org/drawingml/2006/main">
              <a:ext uri="{FF2B5EF4-FFF2-40B4-BE49-F238E27FC236}">
                <a16:creationId xmlns:a16="http://schemas.microsoft.com/office/drawing/2014/main" id="{D4E142D2-5E6A-4EF5-B602-B0EE0BDD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73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3012">
            <a:extLst xmlns:a="http://schemas.openxmlformats.org/drawingml/2006/main">
              <a:ext uri="{FF2B5EF4-FFF2-40B4-BE49-F238E27FC236}">
                <a16:creationId xmlns:a16="http://schemas.microsoft.com/office/drawing/2014/main" id="{F0EC7EA0-2CD5-45E4-ACBF-C23BDD63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1089" y="26869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3013">
            <a:extLst xmlns:a="http://schemas.openxmlformats.org/drawingml/2006/main">
              <a:ext uri="{FF2B5EF4-FFF2-40B4-BE49-F238E27FC236}">
                <a16:creationId xmlns:a16="http://schemas.microsoft.com/office/drawing/2014/main" id="{3BA91E13-C936-47C3-9C55-9CEE97E3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8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3014">
            <a:extLst xmlns:a="http://schemas.openxmlformats.org/drawingml/2006/main">
              <a:ext uri="{FF2B5EF4-FFF2-40B4-BE49-F238E27FC236}">
                <a16:creationId xmlns:a16="http://schemas.microsoft.com/office/drawing/2014/main" id="{B026A03E-1DE7-4465-A023-D64C3971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2753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3015">
            <a:extLst xmlns:a="http://schemas.openxmlformats.org/drawingml/2006/main">
              <a:ext uri="{FF2B5EF4-FFF2-40B4-BE49-F238E27FC236}">
                <a16:creationId xmlns:a16="http://schemas.microsoft.com/office/drawing/2014/main" id="{A582BB1B-82BE-4196-BCFB-6EA8461C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2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3016">
            <a:extLst xmlns:a="http://schemas.openxmlformats.org/drawingml/2006/main">
              <a:ext uri="{FF2B5EF4-FFF2-40B4-BE49-F238E27FC236}">
                <a16:creationId xmlns:a16="http://schemas.microsoft.com/office/drawing/2014/main" id="{8C6B55B1-FA74-44D3-8D53-CCF76545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6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3017">
            <a:extLst xmlns:a="http://schemas.openxmlformats.org/drawingml/2006/main">
              <a:ext uri="{FF2B5EF4-FFF2-40B4-BE49-F238E27FC236}">
                <a16:creationId xmlns:a16="http://schemas.microsoft.com/office/drawing/2014/main" id="{9DAFDF90-DC64-408D-BB14-0D735551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650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3018">
            <a:extLst xmlns:a="http://schemas.openxmlformats.org/drawingml/2006/main">
              <a:ext uri="{FF2B5EF4-FFF2-40B4-BE49-F238E27FC236}">
                <a16:creationId xmlns:a16="http://schemas.microsoft.com/office/drawing/2014/main" id="{5E50FA22-E0F8-4C36-A0FC-4C0EFFE1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2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3019">
            <a:extLst xmlns:a="http://schemas.openxmlformats.org/drawingml/2006/main">
              <a:ext uri="{FF2B5EF4-FFF2-40B4-BE49-F238E27FC236}">
                <a16:creationId xmlns:a16="http://schemas.microsoft.com/office/drawing/2014/main" id="{E45B38FF-F210-4CA2-B842-5E2B2E08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45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3020">
            <a:extLst xmlns:a="http://schemas.openxmlformats.org/drawingml/2006/main">
              <a:ext uri="{FF2B5EF4-FFF2-40B4-BE49-F238E27FC236}">
                <a16:creationId xmlns:a16="http://schemas.microsoft.com/office/drawing/2014/main" id="{2BFDF686-EA35-4C8B-B5A7-F4507B84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3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3021">
            <a:extLst xmlns:a="http://schemas.openxmlformats.org/drawingml/2006/main">
              <a:ext uri="{FF2B5EF4-FFF2-40B4-BE49-F238E27FC236}">
                <a16:creationId xmlns:a16="http://schemas.microsoft.com/office/drawing/2014/main" id="{9C3951B6-3C75-4E2A-9077-85D3E00B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45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3022">
            <a:extLst xmlns:a="http://schemas.openxmlformats.org/drawingml/2006/main">
              <a:ext uri="{FF2B5EF4-FFF2-40B4-BE49-F238E27FC236}">
                <a16:creationId xmlns:a16="http://schemas.microsoft.com/office/drawing/2014/main" id="{6BA72F7D-6570-4E44-8B45-663CE5DC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138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3023">
            <a:extLst xmlns:a="http://schemas.openxmlformats.org/drawingml/2006/main">
              <a:ext uri="{FF2B5EF4-FFF2-40B4-BE49-F238E27FC236}">
                <a16:creationId xmlns:a16="http://schemas.microsoft.com/office/drawing/2014/main" id="{E3A2DE79-43E8-4422-9B02-4E1F3BCB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2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3024">
            <a:extLst xmlns:a="http://schemas.openxmlformats.org/drawingml/2006/main">
              <a:ext uri="{FF2B5EF4-FFF2-40B4-BE49-F238E27FC236}">
                <a16:creationId xmlns:a16="http://schemas.microsoft.com/office/drawing/2014/main" id="{672C38D3-9ED7-4248-9F8E-0A64CE3E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99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3025">
            <a:extLst xmlns:a="http://schemas.openxmlformats.org/drawingml/2006/main">
              <a:ext uri="{FF2B5EF4-FFF2-40B4-BE49-F238E27FC236}">
                <a16:creationId xmlns:a16="http://schemas.microsoft.com/office/drawing/2014/main" id="{9EF9EFF9-9C3F-47DA-9BF1-72D22CA6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178" y="27538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3026">
            <a:extLst xmlns:a="http://schemas.openxmlformats.org/drawingml/2006/main">
              <a:ext uri="{FF2B5EF4-FFF2-40B4-BE49-F238E27FC236}">
                <a16:creationId xmlns:a16="http://schemas.microsoft.com/office/drawing/2014/main" id="{51849AE7-2935-42D5-B7D5-525B29C2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59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3027">
            <a:extLst xmlns:a="http://schemas.openxmlformats.org/drawingml/2006/main">
              <a:ext uri="{FF2B5EF4-FFF2-40B4-BE49-F238E27FC236}">
                <a16:creationId xmlns:a16="http://schemas.microsoft.com/office/drawing/2014/main" id="{76D79C29-CD5D-499E-9E3D-22DFCFDD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869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3028">
            <a:extLst xmlns:a="http://schemas.openxmlformats.org/drawingml/2006/main">
              <a:ext uri="{FF2B5EF4-FFF2-40B4-BE49-F238E27FC236}">
                <a16:creationId xmlns:a16="http://schemas.microsoft.com/office/drawing/2014/main" id="{DA5CC20C-95A1-4EE3-88DE-A40E9EC8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831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3029">
            <a:extLst xmlns:a="http://schemas.openxmlformats.org/drawingml/2006/main">
              <a:ext uri="{FF2B5EF4-FFF2-40B4-BE49-F238E27FC236}">
                <a16:creationId xmlns:a16="http://schemas.microsoft.com/office/drawing/2014/main" id="{C62B306B-4255-4017-B985-7F93B12D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12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3030">
            <a:extLst xmlns:a="http://schemas.openxmlformats.org/drawingml/2006/main">
              <a:ext uri="{FF2B5EF4-FFF2-40B4-BE49-F238E27FC236}">
                <a16:creationId xmlns:a16="http://schemas.microsoft.com/office/drawing/2014/main" id="{45F53F7E-B50E-4017-8FA6-7A8091BE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28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3031">
            <a:extLst xmlns:a="http://schemas.openxmlformats.org/drawingml/2006/main">
              <a:ext uri="{FF2B5EF4-FFF2-40B4-BE49-F238E27FC236}">
                <a16:creationId xmlns:a16="http://schemas.microsoft.com/office/drawing/2014/main" id="{AB06683A-42A6-4409-8B5E-CA335D6B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71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3032">
            <a:extLst xmlns:a="http://schemas.openxmlformats.org/drawingml/2006/main">
              <a:ext uri="{FF2B5EF4-FFF2-40B4-BE49-F238E27FC236}">
                <a16:creationId xmlns:a16="http://schemas.microsoft.com/office/drawing/2014/main" id="{2B0486F1-CCAC-4E08-84AE-9450EDB0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1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3033">
            <a:extLst xmlns:a="http://schemas.openxmlformats.org/drawingml/2006/main">
              <a:ext uri="{FF2B5EF4-FFF2-40B4-BE49-F238E27FC236}">
                <a16:creationId xmlns:a16="http://schemas.microsoft.com/office/drawing/2014/main" id="{5CF0C084-7D69-40A0-9A75-2EFBA2B4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461" y="27997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3034">
            <a:extLst xmlns:a="http://schemas.openxmlformats.org/drawingml/2006/main">
              <a:ext uri="{FF2B5EF4-FFF2-40B4-BE49-F238E27FC236}">
                <a16:creationId xmlns:a16="http://schemas.microsoft.com/office/drawing/2014/main" id="{8C322148-74E1-42F8-991F-5E50E781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1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3035">
            <a:extLst xmlns:a="http://schemas.openxmlformats.org/drawingml/2006/main">
              <a:ext uri="{FF2B5EF4-FFF2-40B4-BE49-F238E27FC236}">
                <a16:creationId xmlns:a16="http://schemas.microsoft.com/office/drawing/2014/main" id="{042E5EC8-9A17-4090-9032-5EABE3F9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957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3036">
            <a:extLst xmlns:a="http://schemas.openxmlformats.org/drawingml/2006/main">
              <a:ext uri="{FF2B5EF4-FFF2-40B4-BE49-F238E27FC236}">
                <a16:creationId xmlns:a16="http://schemas.microsoft.com/office/drawing/2014/main" id="{233D3953-7555-4A6F-AFCB-5E8BB082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6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3037">
            <a:extLst xmlns:a="http://schemas.openxmlformats.org/drawingml/2006/main">
              <a:ext uri="{FF2B5EF4-FFF2-40B4-BE49-F238E27FC236}">
                <a16:creationId xmlns:a16="http://schemas.microsoft.com/office/drawing/2014/main" id="{9C619139-ECBB-40E9-B09A-116C0087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954" y="30269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3038">
            <a:extLst xmlns:a="http://schemas.openxmlformats.org/drawingml/2006/main">
              <a:ext uri="{FF2B5EF4-FFF2-40B4-BE49-F238E27FC236}">
                <a16:creationId xmlns:a16="http://schemas.microsoft.com/office/drawing/2014/main" id="{92362367-F6ED-4AF1-8265-0A2FA3B1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2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3039">
            <a:extLst xmlns:a="http://schemas.openxmlformats.org/drawingml/2006/main">
              <a:ext uri="{FF2B5EF4-FFF2-40B4-BE49-F238E27FC236}">
                <a16:creationId xmlns:a16="http://schemas.microsoft.com/office/drawing/2014/main" id="{2968C60A-4343-436D-9533-8B160E48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93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3040">
            <a:extLst xmlns:a="http://schemas.openxmlformats.org/drawingml/2006/main">
              <a:ext uri="{FF2B5EF4-FFF2-40B4-BE49-F238E27FC236}">
                <a16:creationId xmlns:a16="http://schemas.microsoft.com/office/drawing/2014/main" id="{8B1B0590-680D-4068-8705-EACFFA2F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6090" y="24065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3041">
            <a:extLst xmlns:a="http://schemas.openxmlformats.org/drawingml/2006/main">
              <a:ext uri="{FF2B5EF4-FFF2-40B4-BE49-F238E27FC236}">
                <a16:creationId xmlns:a16="http://schemas.microsoft.com/office/drawing/2014/main" id="{0F9D09CC-A13A-425F-9FC0-A3F5234B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2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3042">
            <a:extLst xmlns:a="http://schemas.openxmlformats.org/drawingml/2006/main">
              <a:ext uri="{FF2B5EF4-FFF2-40B4-BE49-F238E27FC236}">
                <a16:creationId xmlns:a16="http://schemas.microsoft.com/office/drawing/2014/main" id="{19A8220A-0FC6-468D-959C-4F37828F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82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3043">
            <a:extLst xmlns:a="http://schemas.openxmlformats.org/drawingml/2006/main">
              <a:ext uri="{FF2B5EF4-FFF2-40B4-BE49-F238E27FC236}">
                <a16:creationId xmlns:a16="http://schemas.microsoft.com/office/drawing/2014/main" id="{9D591BC2-5848-468A-821F-BC99E7B0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4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3044">
            <a:extLst xmlns:a="http://schemas.openxmlformats.org/drawingml/2006/main">
              <a:ext uri="{FF2B5EF4-FFF2-40B4-BE49-F238E27FC236}">
                <a16:creationId xmlns:a16="http://schemas.microsoft.com/office/drawing/2014/main" id="{A6A56D9F-D8DF-434D-B355-815CB061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3351" y="31930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3045">
            <a:extLst xmlns:a="http://schemas.openxmlformats.org/drawingml/2006/main">
              <a:ext uri="{FF2B5EF4-FFF2-40B4-BE49-F238E27FC236}">
                <a16:creationId xmlns:a16="http://schemas.microsoft.com/office/drawing/2014/main" id="{6A2777DB-3F1A-48E6-B01A-7B2FF8BE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98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3046">
            <a:extLst xmlns:a="http://schemas.openxmlformats.org/drawingml/2006/main">
              <a:ext uri="{FF2B5EF4-FFF2-40B4-BE49-F238E27FC236}">
                <a16:creationId xmlns:a16="http://schemas.microsoft.com/office/drawing/2014/main" id="{BD87C29E-CEAC-470D-ABCF-6BE330BB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47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3047">
            <a:extLst xmlns:a="http://schemas.openxmlformats.org/drawingml/2006/main">
              <a:ext uri="{FF2B5EF4-FFF2-40B4-BE49-F238E27FC236}">
                <a16:creationId xmlns:a16="http://schemas.microsoft.com/office/drawing/2014/main" id="{B8FBD26A-7155-4B83-A42F-FF56CB4A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07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3048">
            <a:extLst xmlns:a="http://schemas.openxmlformats.org/drawingml/2006/main">
              <a:ext uri="{FF2B5EF4-FFF2-40B4-BE49-F238E27FC236}">
                <a16:creationId xmlns:a16="http://schemas.microsoft.com/office/drawing/2014/main" id="{B050B3D6-3E55-4301-868A-2B28914F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3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3049">
            <a:extLst xmlns:a="http://schemas.openxmlformats.org/drawingml/2006/main">
              <a:ext uri="{FF2B5EF4-FFF2-40B4-BE49-F238E27FC236}">
                <a16:creationId xmlns:a16="http://schemas.microsoft.com/office/drawing/2014/main" id="{B599A18A-0C36-4807-9D04-E021B062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091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3050">
            <a:extLst xmlns:a="http://schemas.openxmlformats.org/drawingml/2006/main">
              <a:ext uri="{FF2B5EF4-FFF2-40B4-BE49-F238E27FC236}">
                <a16:creationId xmlns:a16="http://schemas.microsoft.com/office/drawing/2014/main" id="{222DB80D-C5B2-42EF-BE48-A277FBC4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9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3051">
            <a:extLst xmlns:a="http://schemas.openxmlformats.org/drawingml/2006/main">
              <a:ext uri="{FF2B5EF4-FFF2-40B4-BE49-F238E27FC236}">
                <a16:creationId xmlns:a16="http://schemas.microsoft.com/office/drawing/2014/main" id="{BA4A1D96-94F0-48BF-9438-EEC6F930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7240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3052">
            <a:extLst xmlns:a="http://schemas.openxmlformats.org/drawingml/2006/main">
              <a:ext uri="{FF2B5EF4-FFF2-40B4-BE49-F238E27FC236}">
                <a16:creationId xmlns:a16="http://schemas.microsoft.com/office/drawing/2014/main" id="{79AED926-9298-4583-AB94-E028C226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212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3053">
            <a:extLst xmlns:a="http://schemas.openxmlformats.org/drawingml/2006/main">
              <a:ext uri="{FF2B5EF4-FFF2-40B4-BE49-F238E27FC236}">
                <a16:creationId xmlns:a16="http://schemas.microsoft.com/office/drawing/2014/main" id="{6DCA3EDC-38E8-42BD-92DF-7FD51F06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05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3054">
            <a:extLst xmlns:a="http://schemas.openxmlformats.org/drawingml/2006/main">
              <a:ext uri="{FF2B5EF4-FFF2-40B4-BE49-F238E27FC236}">
                <a16:creationId xmlns:a16="http://schemas.microsoft.com/office/drawing/2014/main" id="{B422A6AA-9E7D-437E-AED7-3E32AFB6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6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3055">
            <a:extLst xmlns:a="http://schemas.openxmlformats.org/drawingml/2006/main">
              <a:ext uri="{FF2B5EF4-FFF2-40B4-BE49-F238E27FC236}">
                <a16:creationId xmlns:a16="http://schemas.microsoft.com/office/drawing/2014/main" id="{66C3F8CB-8EDE-4E91-A3DB-4889E88A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0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3056">
            <a:extLst xmlns:a="http://schemas.openxmlformats.org/drawingml/2006/main">
              <a:ext uri="{FF2B5EF4-FFF2-40B4-BE49-F238E27FC236}">
                <a16:creationId xmlns:a16="http://schemas.microsoft.com/office/drawing/2014/main" id="{E00B775C-1755-4331-96D8-EA8E642B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641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3057">
            <a:extLst xmlns:a="http://schemas.openxmlformats.org/drawingml/2006/main">
              <a:ext uri="{FF2B5EF4-FFF2-40B4-BE49-F238E27FC236}">
                <a16:creationId xmlns:a16="http://schemas.microsoft.com/office/drawing/2014/main" id="{5CBDB874-C760-4D16-8FEE-254A67AE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2650" y="33847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3058">
            <a:extLst xmlns:a="http://schemas.openxmlformats.org/drawingml/2006/main">
              <a:ext uri="{FF2B5EF4-FFF2-40B4-BE49-F238E27FC236}">
                <a16:creationId xmlns:a16="http://schemas.microsoft.com/office/drawing/2014/main" id="{552E4573-9243-4A0B-90DC-FAD25743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70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3059">
            <a:extLst xmlns:a="http://schemas.openxmlformats.org/drawingml/2006/main">
              <a:ext uri="{FF2B5EF4-FFF2-40B4-BE49-F238E27FC236}">
                <a16:creationId xmlns:a16="http://schemas.microsoft.com/office/drawing/2014/main" id="{53D5277A-E246-48B0-84BB-3CF4F378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346" y="26954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3060">
            <a:extLst xmlns:a="http://schemas.openxmlformats.org/drawingml/2006/main">
              <a:ext uri="{FF2B5EF4-FFF2-40B4-BE49-F238E27FC236}">
                <a16:creationId xmlns:a16="http://schemas.microsoft.com/office/drawing/2014/main" id="{9F421C0D-D040-463B-A60A-3AEFA4E1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61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3061">
            <a:extLst xmlns:a="http://schemas.openxmlformats.org/drawingml/2006/main">
              <a:ext uri="{FF2B5EF4-FFF2-40B4-BE49-F238E27FC236}">
                <a16:creationId xmlns:a16="http://schemas.microsoft.com/office/drawing/2014/main" id="{DE1E16AF-B2AE-4475-A2BE-557568AB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0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3062">
            <a:extLst xmlns:a="http://schemas.openxmlformats.org/drawingml/2006/main">
              <a:ext uri="{FF2B5EF4-FFF2-40B4-BE49-F238E27FC236}">
                <a16:creationId xmlns:a16="http://schemas.microsoft.com/office/drawing/2014/main" id="{1B5CBB94-3B90-49E4-8EEA-86BAAA35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1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3063">
            <a:extLst xmlns:a="http://schemas.openxmlformats.org/drawingml/2006/main">
              <a:ext uri="{FF2B5EF4-FFF2-40B4-BE49-F238E27FC236}">
                <a16:creationId xmlns:a16="http://schemas.microsoft.com/office/drawing/2014/main" id="{DF6741DB-7A89-46EB-8A8E-C2977093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918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3064">
            <a:extLst xmlns:a="http://schemas.openxmlformats.org/drawingml/2006/main">
              <a:ext uri="{FF2B5EF4-FFF2-40B4-BE49-F238E27FC236}">
                <a16:creationId xmlns:a16="http://schemas.microsoft.com/office/drawing/2014/main" id="{9B50198A-E619-49CD-8C23-D0E7BEFE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7409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3065">
            <a:extLst xmlns:a="http://schemas.openxmlformats.org/drawingml/2006/main">
              <a:ext uri="{FF2B5EF4-FFF2-40B4-BE49-F238E27FC236}">
                <a16:creationId xmlns:a16="http://schemas.microsoft.com/office/drawing/2014/main" id="{4F98D1A7-C58A-4F37-A651-449231EB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5079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3066">
            <a:extLst xmlns:a="http://schemas.openxmlformats.org/drawingml/2006/main">
              <a:ext uri="{FF2B5EF4-FFF2-40B4-BE49-F238E27FC236}">
                <a16:creationId xmlns:a16="http://schemas.microsoft.com/office/drawing/2014/main" id="{F7E539F2-2419-44D6-A82D-B2D54596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35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3067">
            <a:extLst xmlns:a="http://schemas.openxmlformats.org/drawingml/2006/main">
              <a:ext uri="{FF2B5EF4-FFF2-40B4-BE49-F238E27FC236}">
                <a16:creationId xmlns:a16="http://schemas.microsoft.com/office/drawing/2014/main" id="{4DB67E99-7300-480A-8D26-CEE3ABDA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744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3068">
            <a:extLst xmlns:a="http://schemas.openxmlformats.org/drawingml/2006/main">
              <a:ext uri="{FF2B5EF4-FFF2-40B4-BE49-F238E27FC236}">
                <a16:creationId xmlns:a16="http://schemas.microsoft.com/office/drawing/2014/main" id="{305E8094-3CDD-4D36-867E-C7D39054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78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3069">
            <a:extLst xmlns:a="http://schemas.openxmlformats.org/drawingml/2006/main">
              <a:ext uri="{FF2B5EF4-FFF2-40B4-BE49-F238E27FC236}">
                <a16:creationId xmlns:a16="http://schemas.microsoft.com/office/drawing/2014/main" id="{D511D63E-C6D4-48BE-8B43-4277C7F3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8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3070">
            <a:extLst xmlns:a="http://schemas.openxmlformats.org/drawingml/2006/main">
              <a:ext uri="{FF2B5EF4-FFF2-40B4-BE49-F238E27FC236}">
                <a16:creationId xmlns:a16="http://schemas.microsoft.com/office/drawing/2014/main" id="{66F460B5-4C63-4B71-90F2-674CD048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3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3071">
            <a:extLst xmlns:a="http://schemas.openxmlformats.org/drawingml/2006/main">
              <a:ext uri="{FF2B5EF4-FFF2-40B4-BE49-F238E27FC236}">
                <a16:creationId xmlns:a16="http://schemas.microsoft.com/office/drawing/2014/main" id="{D244D66B-3FC6-4438-9336-6EBB9034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2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3072">
            <a:extLst xmlns:a="http://schemas.openxmlformats.org/drawingml/2006/main">
              <a:ext uri="{FF2B5EF4-FFF2-40B4-BE49-F238E27FC236}">
                <a16:creationId xmlns:a16="http://schemas.microsoft.com/office/drawing/2014/main" id="{FAF9B5EC-63CC-465D-83E2-9B0395BB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43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3073">
            <a:extLst xmlns:a="http://schemas.openxmlformats.org/drawingml/2006/main">
              <a:ext uri="{FF2B5EF4-FFF2-40B4-BE49-F238E27FC236}">
                <a16:creationId xmlns:a16="http://schemas.microsoft.com/office/drawing/2014/main" id="{1240FE8B-8787-48AC-A440-72C04F2C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246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3074">
            <a:extLst xmlns:a="http://schemas.openxmlformats.org/drawingml/2006/main">
              <a:ext uri="{FF2B5EF4-FFF2-40B4-BE49-F238E27FC236}">
                <a16:creationId xmlns:a16="http://schemas.microsoft.com/office/drawing/2014/main" id="{6A9A60F3-FD7F-478F-950C-E9709DAF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2099" y="25534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3075">
            <a:extLst xmlns:a="http://schemas.openxmlformats.org/drawingml/2006/main">
              <a:ext uri="{FF2B5EF4-FFF2-40B4-BE49-F238E27FC236}">
                <a16:creationId xmlns:a16="http://schemas.microsoft.com/office/drawing/2014/main" id="{A80C5428-B8B3-4571-B943-B35B68C0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74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3076">
            <a:extLst xmlns:a="http://schemas.openxmlformats.org/drawingml/2006/main">
              <a:ext uri="{FF2B5EF4-FFF2-40B4-BE49-F238E27FC236}">
                <a16:creationId xmlns:a16="http://schemas.microsoft.com/office/drawing/2014/main" id="{894F4922-939E-4A13-A14D-A99CEB5C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6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3077">
            <a:extLst xmlns:a="http://schemas.openxmlformats.org/drawingml/2006/main">
              <a:ext uri="{FF2B5EF4-FFF2-40B4-BE49-F238E27FC236}">
                <a16:creationId xmlns:a16="http://schemas.microsoft.com/office/drawing/2014/main" id="{EB21A64F-91B5-4E48-B655-7F64FC7D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56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3078">
            <a:extLst xmlns:a="http://schemas.openxmlformats.org/drawingml/2006/main">
              <a:ext uri="{FF2B5EF4-FFF2-40B4-BE49-F238E27FC236}">
                <a16:creationId xmlns:a16="http://schemas.microsoft.com/office/drawing/2014/main" id="{6EAB17B0-5233-43E0-A644-A6749E0F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362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3079">
            <a:extLst xmlns:a="http://schemas.openxmlformats.org/drawingml/2006/main">
              <a:ext uri="{FF2B5EF4-FFF2-40B4-BE49-F238E27FC236}">
                <a16:creationId xmlns:a16="http://schemas.microsoft.com/office/drawing/2014/main" id="{59F93C20-ED5D-4CD5-96A7-D21B20C8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938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3080">
            <a:extLst xmlns:a="http://schemas.openxmlformats.org/drawingml/2006/main">
              <a:ext uri="{FF2B5EF4-FFF2-40B4-BE49-F238E27FC236}">
                <a16:creationId xmlns:a16="http://schemas.microsoft.com/office/drawing/2014/main" id="{A9161DBE-3BA2-4CED-B4F5-6D234069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195" y="31002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3081">
            <a:extLst xmlns:a="http://schemas.openxmlformats.org/drawingml/2006/main">
              <a:ext uri="{FF2B5EF4-FFF2-40B4-BE49-F238E27FC236}">
                <a16:creationId xmlns:a16="http://schemas.microsoft.com/office/drawing/2014/main" id="{A13700EE-4A96-4BCE-94C4-A1CF418B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0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3082">
            <a:extLst xmlns:a="http://schemas.openxmlformats.org/drawingml/2006/main">
              <a:ext uri="{FF2B5EF4-FFF2-40B4-BE49-F238E27FC236}">
                <a16:creationId xmlns:a16="http://schemas.microsoft.com/office/drawing/2014/main" id="{D056D9E8-60A6-48DF-8797-88BC7FE7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34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3083">
            <a:extLst xmlns:a="http://schemas.openxmlformats.org/drawingml/2006/main">
              <a:ext uri="{FF2B5EF4-FFF2-40B4-BE49-F238E27FC236}">
                <a16:creationId xmlns:a16="http://schemas.microsoft.com/office/drawing/2014/main" id="{20E6278D-0A76-49B4-878A-907CDA33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269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3084">
            <a:extLst xmlns:a="http://schemas.openxmlformats.org/drawingml/2006/main">
              <a:ext uri="{FF2B5EF4-FFF2-40B4-BE49-F238E27FC236}">
                <a16:creationId xmlns:a16="http://schemas.microsoft.com/office/drawing/2014/main" id="{BD18D001-C42A-4995-BED5-49B3900C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7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3085">
            <a:extLst xmlns:a="http://schemas.openxmlformats.org/drawingml/2006/main">
              <a:ext uri="{FF2B5EF4-FFF2-40B4-BE49-F238E27FC236}">
                <a16:creationId xmlns:a16="http://schemas.microsoft.com/office/drawing/2014/main" id="{20ADE523-E426-457B-B551-FAEDCA88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93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3086">
            <a:extLst xmlns:a="http://schemas.openxmlformats.org/drawingml/2006/main">
              <a:ext uri="{FF2B5EF4-FFF2-40B4-BE49-F238E27FC236}">
                <a16:creationId xmlns:a16="http://schemas.microsoft.com/office/drawing/2014/main" id="{7550A849-65F5-43D3-977D-B7DF65C8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715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3087">
            <a:extLst xmlns:a="http://schemas.openxmlformats.org/drawingml/2006/main">
              <a:ext uri="{FF2B5EF4-FFF2-40B4-BE49-F238E27FC236}">
                <a16:creationId xmlns:a16="http://schemas.microsoft.com/office/drawing/2014/main" id="{42E131D9-8B4E-472F-9D9A-9C8FA00D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4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3088">
            <a:extLst xmlns:a="http://schemas.openxmlformats.org/drawingml/2006/main">
              <a:ext uri="{FF2B5EF4-FFF2-40B4-BE49-F238E27FC236}">
                <a16:creationId xmlns:a16="http://schemas.microsoft.com/office/drawing/2014/main" id="{B61ADB41-6B96-47BF-9A0F-4BF1BD25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7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3089">
            <a:extLst xmlns:a="http://schemas.openxmlformats.org/drawingml/2006/main">
              <a:ext uri="{FF2B5EF4-FFF2-40B4-BE49-F238E27FC236}">
                <a16:creationId xmlns:a16="http://schemas.microsoft.com/office/drawing/2014/main" id="{D964D093-38E2-4738-A964-8F506061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91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3090">
            <a:extLst xmlns:a="http://schemas.openxmlformats.org/drawingml/2006/main">
              <a:ext uri="{FF2B5EF4-FFF2-40B4-BE49-F238E27FC236}">
                <a16:creationId xmlns:a16="http://schemas.microsoft.com/office/drawing/2014/main" id="{04E4DBE9-4043-4DBC-992B-545584FC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436" y="24345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3091">
            <a:extLst xmlns:a="http://schemas.openxmlformats.org/drawingml/2006/main">
              <a:ext uri="{FF2B5EF4-FFF2-40B4-BE49-F238E27FC236}">
                <a16:creationId xmlns:a16="http://schemas.microsoft.com/office/drawing/2014/main" id="{448BEB67-CBED-4BF6-B18F-E407A5E0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89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3092">
            <a:extLst xmlns:a="http://schemas.openxmlformats.org/drawingml/2006/main">
              <a:ext uri="{FF2B5EF4-FFF2-40B4-BE49-F238E27FC236}">
                <a16:creationId xmlns:a16="http://schemas.microsoft.com/office/drawing/2014/main" id="{0F4C28DC-D9CA-4877-B119-D5A4DE3B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7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3093">
            <a:extLst xmlns:a="http://schemas.openxmlformats.org/drawingml/2006/main">
              <a:ext uri="{FF2B5EF4-FFF2-40B4-BE49-F238E27FC236}">
                <a16:creationId xmlns:a16="http://schemas.microsoft.com/office/drawing/2014/main" id="{75D455A7-024A-458E-A732-1C1C3EAB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171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3094">
            <a:extLst xmlns:a="http://schemas.openxmlformats.org/drawingml/2006/main">
              <a:ext uri="{FF2B5EF4-FFF2-40B4-BE49-F238E27FC236}">
                <a16:creationId xmlns:a16="http://schemas.microsoft.com/office/drawing/2014/main" id="{C95E3305-90FF-42FE-98A6-DAE29053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134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3095">
            <a:extLst xmlns:a="http://schemas.openxmlformats.org/drawingml/2006/main">
              <a:ext uri="{FF2B5EF4-FFF2-40B4-BE49-F238E27FC236}">
                <a16:creationId xmlns:a16="http://schemas.microsoft.com/office/drawing/2014/main" id="{45443C62-A172-4B73-98D4-5E2AC016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7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3096">
            <a:extLst xmlns:a="http://schemas.openxmlformats.org/drawingml/2006/main">
              <a:ext uri="{FF2B5EF4-FFF2-40B4-BE49-F238E27FC236}">
                <a16:creationId xmlns:a16="http://schemas.microsoft.com/office/drawing/2014/main" id="{D6505070-690A-4705-A181-4AA98E39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045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3097">
            <a:extLst xmlns:a="http://schemas.openxmlformats.org/drawingml/2006/main">
              <a:ext uri="{FF2B5EF4-FFF2-40B4-BE49-F238E27FC236}">
                <a16:creationId xmlns:a16="http://schemas.microsoft.com/office/drawing/2014/main" id="{E0CEA293-9878-49A3-8E23-75DC4DC7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874" y="2907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3098">
            <a:extLst xmlns:a="http://schemas.openxmlformats.org/drawingml/2006/main">
              <a:ext uri="{FF2B5EF4-FFF2-40B4-BE49-F238E27FC236}">
                <a16:creationId xmlns:a16="http://schemas.microsoft.com/office/drawing/2014/main" id="{21C1963B-C316-4153-B33A-4F170684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535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3099">
            <a:extLst xmlns:a="http://schemas.openxmlformats.org/drawingml/2006/main">
              <a:ext uri="{FF2B5EF4-FFF2-40B4-BE49-F238E27FC236}">
                <a16:creationId xmlns:a16="http://schemas.microsoft.com/office/drawing/2014/main" id="{E82F83C0-5643-48B4-B38E-B85BF2A3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5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3100">
            <a:extLst xmlns:a="http://schemas.openxmlformats.org/drawingml/2006/main">
              <a:ext uri="{FF2B5EF4-FFF2-40B4-BE49-F238E27FC236}">
                <a16:creationId xmlns:a16="http://schemas.microsoft.com/office/drawing/2014/main" id="{6DEF26C6-24E0-4617-8AAA-4151AE87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3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3101">
            <a:extLst xmlns:a="http://schemas.openxmlformats.org/drawingml/2006/main">
              <a:ext uri="{FF2B5EF4-FFF2-40B4-BE49-F238E27FC236}">
                <a16:creationId xmlns:a16="http://schemas.microsoft.com/office/drawing/2014/main" id="{90B40713-5905-4363-ACE4-37EAC5D8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312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3102">
            <a:extLst xmlns:a="http://schemas.openxmlformats.org/drawingml/2006/main">
              <a:ext uri="{FF2B5EF4-FFF2-40B4-BE49-F238E27FC236}">
                <a16:creationId xmlns:a16="http://schemas.microsoft.com/office/drawing/2014/main" id="{B48ED5F6-EC15-4BDC-A8DE-FA0457C8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01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3103">
            <a:extLst xmlns:a="http://schemas.openxmlformats.org/drawingml/2006/main">
              <a:ext uri="{FF2B5EF4-FFF2-40B4-BE49-F238E27FC236}">
                <a16:creationId xmlns:a16="http://schemas.microsoft.com/office/drawing/2014/main" id="{2CCBEF6B-2411-4202-86F6-4625CF8A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6864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3104">
            <a:extLst xmlns:a="http://schemas.openxmlformats.org/drawingml/2006/main">
              <a:ext uri="{FF2B5EF4-FFF2-40B4-BE49-F238E27FC236}">
                <a16:creationId xmlns:a16="http://schemas.microsoft.com/office/drawing/2014/main" id="{47D57CB3-86F1-4C14-AB2A-6BE2635D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8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3105">
            <a:extLst xmlns:a="http://schemas.openxmlformats.org/drawingml/2006/main">
              <a:ext uri="{FF2B5EF4-FFF2-40B4-BE49-F238E27FC236}">
                <a16:creationId xmlns:a16="http://schemas.microsoft.com/office/drawing/2014/main" id="{47244ECF-659C-459B-A697-84C02B33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5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3106">
            <a:extLst xmlns:a="http://schemas.openxmlformats.org/drawingml/2006/main">
              <a:ext uri="{FF2B5EF4-FFF2-40B4-BE49-F238E27FC236}">
                <a16:creationId xmlns:a16="http://schemas.microsoft.com/office/drawing/2014/main" id="{581E95EA-AD5C-4F13-BCBD-EB5E6A3C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81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3107">
            <a:extLst xmlns:a="http://schemas.openxmlformats.org/drawingml/2006/main">
              <a:ext uri="{FF2B5EF4-FFF2-40B4-BE49-F238E27FC236}">
                <a16:creationId xmlns:a16="http://schemas.microsoft.com/office/drawing/2014/main" id="{9DA26CC0-EB09-4406-9AD9-2A223EBC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84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3108">
            <a:extLst xmlns:a="http://schemas.openxmlformats.org/drawingml/2006/main">
              <a:ext uri="{FF2B5EF4-FFF2-40B4-BE49-F238E27FC236}">
                <a16:creationId xmlns:a16="http://schemas.microsoft.com/office/drawing/2014/main" id="{52B66DE1-44C2-45BB-AABA-CBAABB51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6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3109">
            <a:extLst xmlns:a="http://schemas.openxmlformats.org/drawingml/2006/main">
              <a:ext uri="{FF2B5EF4-FFF2-40B4-BE49-F238E27FC236}">
                <a16:creationId xmlns:a16="http://schemas.microsoft.com/office/drawing/2014/main" id="{BCE1A410-C58C-4CED-BE58-683BC548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1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3110">
            <a:extLst xmlns:a="http://schemas.openxmlformats.org/drawingml/2006/main">
              <a:ext uri="{FF2B5EF4-FFF2-40B4-BE49-F238E27FC236}">
                <a16:creationId xmlns:a16="http://schemas.microsoft.com/office/drawing/2014/main" id="{41B93CF4-C8E9-4B30-8FA8-9B61173E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595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3111">
            <a:extLst xmlns:a="http://schemas.openxmlformats.org/drawingml/2006/main">
              <a:ext uri="{FF2B5EF4-FFF2-40B4-BE49-F238E27FC236}">
                <a16:creationId xmlns:a16="http://schemas.microsoft.com/office/drawing/2014/main" id="{16D9DC46-B274-4348-AF8B-2F72EF7A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3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3112">
            <a:extLst xmlns:a="http://schemas.openxmlformats.org/drawingml/2006/main">
              <a:ext uri="{FF2B5EF4-FFF2-40B4-BE49-F238E27FC236}">
                <a16:creationId xmlns:a16="http://schemas.microsoft.com/office/drawing/2014/main" id="{F9959213-29BE-47C7-A5A1-C9F15490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03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3113">
            <a:extLst xmlns:a="http://schemas.openxmlformats.org/drawingml/2006/main">
              <a:ext uri="{FF2B5EF4-FFF2-40B4-BE49-F238E27FC236}">
                <a16:creationId xmlns:a16="http://schemas.microsoft.com/office/drawing/2014/main" id="{2430EE52-27B5-4266-B1FE-28FB42ED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4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3114">
            <a:extLst xmlns:a="http://schemas.openxmlformats.org/drawingml/2006/main">
              <a:ext uri="{FF2B5EF4-FFF2-40B4-BE49-F238E27FC236}">
                <a16:creationId xmlns:a16="http://schemas.microsoft.com/office/drawing/2014/main" id="{7DC4E900-70A3-4F64-945C-F1C63FF3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4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3115">
            <a:extLst xmlns:a="http://schemas.openxmlformats.org/drawingml/2006/main">
              <a:ext uri="{FF2B5EF4-FFF2-40B4-BE49-F238E27FC236}">
                <a16:creationId xmlns:a16="http://schemas.microsoft.com/office/drawing/2014/main" id="{B098A19F-2A3A-4EAF-ACC5-5DD602BB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5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3116">
            <a:extLst xmlns:a="http://schemas.openxmlformats.org/drawingml/2006/main">
              <a:ext uri="{FF2B5EF4-FFF2-40B4-BE49-F238E27FC236}">
                <a16:creationId xmlns:a16="http://schemas.microsoft.com/office/drawing/2014/main" id="{C128C83E-C6C1-41E9-8376-678A5828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90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3117">
            <a:extLst xmlns:a="http://schemas.openxmlformats.org/drawingml/2006/main">
              <a:ext uri="{FF2B5EF4-FFF2-40B4-BE49-F238E27FC236}">
                <a16:creationId xmlns:a16="http://schemas.microsoft.com/office/drawing/2014/main" id="{B4B98D7A-B0A3-4924-8DDC-45B58E84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9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3118">
            <a:extLst xmlns:a="http://schemas.openxmlformats.org/drawingml/2006/main">
              <a:ext uri="{FF2B5EF4-FFF2-40B4-BE49-F238E27FC236}">
                <a16:creationId xmlns:a16="http://schemas.microsoft.com/office/drawing/2014/main" id="{FE98DE2C-4503-47D7-B03F-1EDA2D70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701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3119">
            <a:extLst xmlns:a="http://schemas.openxmlformats.org/drawingml/2006/main">
              <a:ext uri="{FF2B5EF4-FFF2-40B4-BE49-F238E27FC236}">
                <a16:creationId xmlns:a16="http://schemas.microsoft.com/office/drawing/2014/main" id="{9B00110E-0967-4842-9C40-3F2DDD5F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48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3120">
            <a:extLst xmlns:a="http://schemas.openxmlformats.org/drawingml/2006/main">
              <a:ext uri="{FF2B5EF4-FFF2-40B4-BE49-F238E27FC236}">
                <a16:creationId xmlns:a16="http://schemas.microsoft.com/office/drawing/2014/main" id="{60A0121E-3526-4832-B258-F1A470C0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4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3121">
            <a:extLst xmlns:a="http://schemas.openxmlformats.org/drawingml/2006/main">
              <a:ext uri="{FF2B5EF4-FFF2-40B4-BE49-F238E27FC236}">
                <a16:creationId xmlns:a16="http://schemas.microsoft.com/office/drawing/2014/main" id="{E3A62B2B-E571-4EA2-84E1-27D47794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27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3122">
            <a:extLst xmlns:a="http://schemas.openxmlformats.org/drawingml/2006/main">
              <a:ext uri="{FF2B5EF4-FFF2-40B4-BE49-F238E27FC236}">
                <a16:creationId xmlns:a16="http://schemas.microsoft.com/office/drawing/2014/main" id="{3C9CCAE4-4A2C-4331-BB44-1EDB515A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467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3123">
            <a:extLst xmlns:a="http://schemas.openxmlformats.org/drawingml/2006/main">
              <a:ext uri="{FF2B5EF4-FFF2-40B4-BE49-F238E27FC236}">
                <a16:creationId xmlns:a16="http://schemas.microsoft.com/office/drawing/2014/main" id="{49F42C32-FBC8-4D26-9B8E-13C0EFFB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906" y="23634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3124">
            <a:extLst xmlns:a="http://schemas.openxmlformats.org/drawingml/2006/main">
              <a:ext uri="{FF2B5EF4-FFF2-40B4-BE49-F238E27FC236}">
                <a16:creationId xmlns:a16="http://schemas.microsoft.com/office/drawing/2014/main" id="{04901C1D-06BB-4968-AE8F-2E1D1D02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7269" y="24626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3125">
            <a:extLst xmlns:a="http://schemas.openxmlformats.org/drawingml/2006/main">
              <a:ext uri="{FF2B5EF4-FFF2-40B4-BE49-F238E27FC236}">
                <a16:creationId xmlns:a16="http://schemas.microsoft.com/office/drawing/2014/main" id="{D162ECD1-460B-46AF-8992-88148042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789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3126">
            <a:extLst xmlns:a="http://schemas.openxmlformats.org/drawingml/2006/main">
              <a:ext uri="{FF2B5EF4-FFF2-40B4-BE49-F238E27FC236}">
                <a16:creationId xmlns:a16="http://schemas.microsoft.com/office/drawing/2014/main" id="{858417FC-B4F5-40F6-926D-BDFF979E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57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3127">
            <a:extLst xmlns:a="http://schemas.openxmlformats.org/drawingml/2006/main">
              <a:ext uri="{FF2B5EF4-FFF2-40B4-BE49-F238E27FC236}">
                <a16:creationId xmlns:a16="http://schemas.microsoft.com/office/drawing/2014/main" id="{8116E836-3678-4584-8590-BF95836D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3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3128">
            <a:extLst xmlns:a="http://schemas.openxmlformats.org/drawingml/2006/main">
              <a:ext uri="{FF2B5EF4-FFF2-40B4-BE49-F238E27FC236}">
                <a16:creationId xmlns:a16="http://schemas.microsoft.com/office/drawing/2014/main" id="{BC4550AA-3E5D-4D26-8B94-6D20490F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203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3129">
            <a:extLst xmlns:a="http://schemas.openxmlformats.org/drawingml/2006/main">
              <a:ext uri="{FF2B5EF4-FFF2-40B4-BE49-F238E27FC236}">
                <a16:creationId xmlns:a16="http://schemas.microsoft.com/office/drawing/2014/main" id="{9FB9D329-E66E-4222-A647-A34732D8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5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3130">
            <a:extLst xmlns:a="http://schemas.openxmlformats.org/drawingml/2006/main">
              <a:ext uri="{FF2B5EF4-FFF2-40B4-BE49-F238E27FC236}">
                <a16:creationId xmlns:a16="http://schemas.microsoft.com/office/drawing/2014/main" id="{7BC93DF5-D291-48CA-A0A2-04AC15AD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449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3131">
            <a:extLst xmlns:a="http://schemas.openxmlformats.org/drawingml/2006/main">
              <a:ext uri="{FF2B5EF4-FFF2-40B4-BE49-F238E27FC236}">
                <a16:creationId xmlns:a16="http://schemas.microsoft.com/office/drawing/2014/main" id="{E1390132-7DC5-4D6E-A52E-9B6D833F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1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3132">
            <a:extLst xmlns:a="http://schemas.openxmlformats.org/drawingml/2006/main">
              <a:ext uri="{FF2B5EF4-FFF2-40B4-BE49-F238E27FC236}">
                <a16:creationId xmlns:a16="http://schemas.microsoft.com/office/drawing/2014/main" id="{BAC8D7C0-FAAA-4E5C-BFC7-C095D0E6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7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3133">
            <a:extLst xmlns:a="http://schemas.openxmlformats.org/drawingml/2006/main">
              <a:ext uri="{FF2B5EF4-FFF2-40B4-BE49-F238E27FC236}">
                <a16:creationId xmlns:a16="http://schemas.microsoft.com/office/drawing/2014/main" id="{9D6E0966-DB0C-4837-A016-9B2BCE97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81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3134">
            <a:extLst xmlns:a="http://schemas.openxmlformats.org/drawingml/2006/main">
              <a:ext uri="{FF2B5EF4-FFF2-40B4-BE49-F238E27FC236}">
                <a16:creationId xmlns:a16="http://schemas.microsoft.com/office/drawing/2014/main" id="{1C91F615-6E0C-43F6-B536-4C754AC2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63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3135">
            <a:extLst xmlns:a="http://schemas.openxmlformats.org/drawingml/2006/main">
              <a:ext uri="{FF2B5EF4-FFF2-40B4-BE49-F238E27FC236}">
                <a16:creationId xmlns:a16="http://schemas.microsoft.com/office/drawing/2014/main" id="{F994468A-0010-4861-B1B6-401442BF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4369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3136">
            <a:extLst xmlns:a="http://schemas.openxmlformats.org/drawingml/2006/main">
              <a:ext uri="{FF2B5EF4-FFF2-40B4-BE49-F238E27FC236}">
                <a16:creationId xmlns:a16="http://schemas.microsoft.com/office/drawing/2014/main" id="{986A5F26-F3D8-4C75-B143-5DB7A8D9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338" y="3530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3137">
            <a:extLst xmlns:a="http://schemas.openxmlformats.org/drawingml/2006/main">
              <a:ext uri="{FF2B5EF4-FFF2-40B4-BE49-F238E27FC236}">
                <a16:creationId xmlns:a16="http://schemas.microsoft.com/office/drawing/2014/main" id="{2772D075-C970-4F48-BFC4-8769418C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8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3138">
            <a:extLst xmlns:a="http://schemas.openxmlformats.org/drawingml/2006/main">
              <a:ext uri="{FF2B5EF4-FFF2-40B4-BE49-F238E27FC236}">
                <a16:creationId xmlns:a16="http://schemas.microsoft.com/office/drawing/2014/main" id="{082B5B68-60F3-406B-A74C-B83BDAAE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3139">
            <a:extLst xmlns:a="http://schemas.openxmlformats.org/drawingml/2006/main">
              <a:ext uri="{FF2B5EF4-FFF2-40B4-BE49-F238E27FC236}">
                <a16:creationId xmlns:a16="http://schemas.microsoft.com/office/drawing/2014/main" id="{49D2C3D8-D738-4F44-BAA7-D88AFC48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8876" y="353603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3140">
            <a:extLst xmlns:a="http://schemas.openxmlformats.org/drawingml/2006/main">
              <a:ext uri="{FF2B5EF4-FFF2-40B4-BE49-F238E27FC236}">
                <a16:creationId xmlns:a16="http://schemas.microsoft.com/office/drawing/2014/main" id="{E4A6DE49-9C0E-4691-8D55-336ACAEE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6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3141">
            <a:extLst xmlns:a="http://schemas.openxmlformats.org/drawingml/2006/main">
              <a:ext uri="{FF2B5EF4-FFF2-40B4-BE49-F238E27FC236}">
                <a16:creationId xmlns:a16="http://schemas.microsoft.com/office/drawing/2014/main" id="{A2C5749A-7EA9-4FBA-A699-062E6702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715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3142">
            <a:extLst xmlns:a="http://schemas.openxmlformats.org/drawingml/2006/main">
              <a:ext uri="{FF2B5EF4-FFF2-40B4-BE49-F238E27FC236}">
                <a16:creationId xmlns:a16="http://schemas.microsoft.com/office/drawing/2014/main" id="{488DA922-123B-4DA5-B129-D35F75FE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5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3143">
            <a:extLst xmlns:a="http://schemas.openxmlformats.org/drawingml/2006/main">
              <a:ext uri="{FF2B5EF4-FFF2-40B4-BE49-F238E27FC236}">
                <a16:creationId xmlns:a16="http://schemas.microsoft.com/office/drawing/2014/main" id="{78F56FBF-F4CB-4EAE-B498-8B4DED2F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9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3144">
            <a:extLst xmlns:a="http://schemas.openxmlformats.org/drawingml/2006/main">
              <a:ext uri="{FF2B5EF4-FFF2-40B4-BE49-F238E27FC236}">
                <a16:creationId xmlns:a16="http://schemas.microsoft.com/office/drawing/2014/main" id="{E96DFAB7-6D0A-4043-B0DD-29308E27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0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3145">
            <a:extLst xmlns:a="http://schemas.openxmlformats.org/drawingml/2006/main">
              <a:ext uri="{FF2B5EF4-FFF2-40B4-BE49-F238E27FC236}">
                <a16:creationId xmlns:a16="http://schemas.microsoft.com/office/drawing/2014/main" id="{8085814B-2694-450C-9FEF-49467809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49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3146">
            <a:extLst xmlns:a="http://schemas.openxmlformats.org/drawingml/2006/main">
              <a:ext uri="{FF2B5EF4-FFF2-40B4-BE49-F238E27FC236}">
                <a16:creationId xmlns:a16="http://schemas.microsoft.com/office/drawing/2014/main" id="{7A5BD783-25BF-44AD-ACF1-FBD3907B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39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3147">
            <a:extLst xmlns:a="http://schemas.openxmlformats.org/drawingml/2006/main">
              <a:ext uri="{FF2B5EF4-FFF2-40B4-BE49-F238E27FC236}">
                <a16:creationId xmlns:a16="http://schemas.microsoft.com/office/drawing/2014/main" id="{969E2654-16F4-45D5-842C-ADF76AAE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9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3148">
            <a:extLst xmlns:a="http://schemas.openxmlformats.org/drawingml/2006/main">
              <a:ext uri="{FF2B5EF4-FFF2-40B4-BE49-F238E27FC236}">
                <a16:creationId xmlns:a16="http://schemas.microsoft.com/office/drawing/2014/main" id="{07DFBB06-CF9C-4BA7-96AA-3B260D2E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9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3149">
            <a:extLst xmlns:a="http://schemas.openxmlformats.org/drawingml/2006/main">
              <a:ext uri="{FF2B5EF4-FFF2-40B4-BE49-F238E27FC236}">
                <a16:creationId xmlns:a16="http://schemas.microsoft.com/office/drawing/2014/main" id="{ED4ECD2E-E046-4DA1-8A5D-D9F4DAC5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729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3150">
            <a:extLst xmlns:a="http://schemas.openxmlformats.org/drawingml/2006/main">
              <a:ext uri="{FF2B5EF4-FFF2-40B4-BE49-F238E27FC236}">
                <a16:creationId xmlns:a16="http://schemas.microsoft.com/office/drawing/2014/main" id="{C563FF48-3F86-4BB0-95FB-0E5FF436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3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3151">
            <a:extLst xmlns:a="http://schemas.openxmlformats.org/drawingml/2006/main">
              <a:ext uri="{FF2B5EF4-FFF2-40B4-BE49-F238E27FC236}">
                <a16:creationId xmlns:a16="http://schemas.microsoft.com/office/drawing/2014/main" id="{90CE903C-6783-4D87-BBB3-AFD11855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8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3152">
            <a:extLst xmlns:a="http://schemas.openxmlformats.org/drawingml/2006/main">
              <a:ext uri="{FF2B5EF4-FFF2-40B4-BE49-F238E27FC236}">
                <a16:creationId xmlns:a16="http://schemas.microsoft.com/office/drawing/2014/main" id="{145AB0DE-2AC4-43EC-9E8E-3E16C6A0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8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3153">
            <a:extLst xmlns:a="http://schemas.openxmlformats.org/drawingml/2006/main">
              <a:ext uri="{FF2B5EF4-FFF2-40B4-BE49-F238E27FC236}">
                <a16:creationId xmlns:a16="http://schemas.microsoft.com/office/drawing/2014/main" id="{CA7999C1-EEA1-4528-B70C-E18096F1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6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3154">
            <a:extLst xmlns:a="http://schemas.openxmlformats.org/drawingml/2006/main">
              <a:ext uri="{FF2B5EF4-FFF2-40B4-BE49-F238E27FC236}">
                <a16:creationId xmlns:a16="http://schemas.microsoft.com/office/drawing/2014/main" id="{DB1A0086-666B-4835-8ACF-C81E9EEC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23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3155">
            <a:extLst xmlns:a="http://schemas.openxmlformats.org/drawingml/2006/main">
              <a:ext uri="{FF2B5EF4-FFF2-40B4-BE49-F238E27FC236}">
                <a16:creationId xmlns:a16="http://schemas.microsoft.com/office/drawing/2014/main" id="{B712B223-32B1-431A-925B-CEC037BD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00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3156">
            <a:extLst xmlns:a="http://schemas.openxmlformats.org/drawingml/2006/main">
              <a:ext uri="{FF2B5EF4-FFF2-40B4-BE49-F238E27FC236}">
                <a16:creationId xmlns:a16="http://schemas.microsoft.com/office/drawing/2014/main" id="{23883C4D-0F3B-47BC-9193-04931FE3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98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3157">
            <a:extLst xmlns:a="http://schemas.openxmlformats.org/drawingml/2006/main">
              <a:ext uri="{FF2B5EF4-FFF2-40B4-BE49-F238E27FC236}">
                <a16:creationId xmlns:a16="http://schemas.microsoft.com/office/drawing/2014/main" id="{82BCE428-E3A4-45A3-B2DB-65400540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3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3158">
            <a:extLst xmlns:a="http://schemas.openxmlformats.org/drawingml/2006/main">
              <a:ext uri="{FF2B5EF4-FFF2-40B4-BE49-F238E27FC236}">
                <a16:creationId xmlns:a16="http://schemas.microsoft.com/office/drawing/2014/main" id="{40AAC8C2-0D79-4E63-8B54-0E193652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7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3159">
            <a:extLst xmlns:a="http://schemas.openxmlformats.org/drawingml/2006/main">
              <a:ext uri="{FF2B5EF4-FFF2-40B4-BE49-F238E27FC236}">
                <a16:creationId xmlns:a16="http://schemas.microsoft.com/office/drawing/2014/main" id="{CCD4CBC6-328E-4EFC-8B33-FAB2538D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3160">
            <a:extLst xmlns:a="http://schemas.openxmlformats.org/drawingml/2006/main">
              <a:ext uri="{FF2B5EF4-FFF2-40B4-BE49-F238E27FC236}">
                <a16:creationId xmlns:a16="http://schemas.microsoft.com/office/drawing/2014/main" id="{713F8DDB-7A2F-4BE3-AAAF-F2FD7EAE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936" y="30602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3161">
            <a:extLst xmlns:a="http://schemas.openxmlformats.org/drawingml/2006/main">
              <a:ext uri="{FF2B5EF4-FFF2-40B4-BE49-F238E27FC236}">
                <a16:creationId xmlns:a16="http://schemas.microsoft.com/office/drawing/2014/main" id="{5AA6EFFD-803D-4C9F-A9A8-30D0250C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63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3162">
            <a:extLst xmlns:a="http://schemas.openxmlformats.org/drawingml/2006/main">
              <a:ext uri="{FF2B5EF4-FFF2-40B4-BE49-F238E27FC236}">
                <a16:creationId xmlns:a16="http://schemas.microsoft.com/office/drawing/2014/main" id="{16C315C3-3585-4DE0-B79F-2431F929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4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3163">
            <a:extLst xmlns:a="http://schemas.openxmlformats.org/drawingml/2006/main">
              <a:ext uri="{FF2B5EF4-FFF2-40B4-BE49-F238E27FC236}">
                <a16:creationId xmlns:a16="http://schemas.microsoft.com/office/drawing/2014/main" id="{461FC0DF-6587-459B-8FA3-BBBE1496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3164">
            <a:extLst xmlns:a="http://schemas.openxmlformats.org/drawingml/2006/main">
              <a:ext uri="{FF2B5EF4-FFF2-40B4-BE49-F238E27FC236}">
                <a16:creationId xmlns:a16="http://schemas.microsoft.com/office/drawing/2014/main" id="{DABE901F-4318-4613-BD20-F9B680B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5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3165">
            <a:extLst xmlns:a="http://schemas.openxmlformats.org/drawingml/2006/main">
              <a:ext uri="{FF2B5EF4-FFF2-40B4-BE49-F238E27FC236}">
                <a16:creationId xmlns:a16="http://schemas.microsoft.com/office/drawing/2014/main" id="{1FEFB03E-70A4-4161-B6A4-A5A89FC0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196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3166">
            <a:extLst xmlns:a="http://schemas.openxmlformats.org/drawingml/2006/main">
              <a:ext uri="{FF2B5EF4-FFF2-40B4-BE49-F238E27FC236}">
                <a16:creationId xmlns:a16="http://schemas.microsoft.com/office/drawing/2014/main" id="{81F2846B-8FCF-4F7C-9781-5ED342C8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0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3167">
            <a:extLst xmlns:a="http://schemas.openxmlformats.org/drawingml/2006/main">
              <a:ext uri="{FF2B5EF4-FFF2-40B4-BE49-F238E27FC236}">
                <a16:creationId xmlns:a16="http://schemas.microsoft.com/office/drawing/2014/main" id="{74B2E09B-14B1-4DED-92E9-6C0E77FC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0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3168">
            <a:extLst xmlns:a="http://schemas.openxmlformats.org/drawingml/2006/main">
              <a:ext uri="{FF2B5EF4-FFF2-40B4-BE49-F238E27FC236}">
                <a16:creationId xmlns:a16="http://schemas.microsoft.com/office/drawing/2014/main" id="{C00257AF-A609-4426-906B-402F3F08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4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3169">
            <a:extLst xmlns:a="http://schemas.openxmlformats.org/drawingml/2006/main">
              <a:ext uri="{FF2B5EF4-FFF2-40B4-BE49-F238E27FC236}">
                <a16:creationId xmlns:a16="http://schemas.microsoft.com/office/drawing/2014/main" id="{311C5E9A-B2DF-4295-ACFB-0042ECA5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124" y="23828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3170">
            <a:extLst xmlns:a="http://schemas.openxmlformats.org/drawingml/2006/main">
              <a:ext uri="{FF2B5EF4-FFF2-40B4-BE49-F238E27FC236}">
                <a16:creationId xmlns:a16="http://schemas.microsoft.com/office/drawing/2014/main" id="{D58A8341-7B9A-47D9-A39E-2092503F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580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3171">
            <a:extLst xmlns:a="http://schemas.openxmlformats.org/drawingml/2006/main">
              <a:ext uri="{FF2B5EF4-FFF2-40B4-BE49-F238E27FC236}">
                <a16:creationId xmlns:a16="http://schemas.microsoft.com/office/drawing/2014/main" id="{3D3AA56B-343F-4782-AD5C-74D2BB6A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4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3172">
            <a:extLst xmlns:a="http://schemas.openxmlformats.org/drawingml/2006/main">
              <a:ext uri="{FF2B5EF4-FFF2-40B4-BE49-F238E27FC236}">
                <a16:creationId xmlns:a16="http://schemas.microsoft.com/office/drawing/2014/main" id="{8C7DD2DA-F7C9-45A2-A27F-ACE781FF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2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3173">
            <a:extLst xmlns:a="http://schemas.openxmlformats.org/drawingml/2006/main">
              <a:ext uri="{FF2B5EF4-FFF2-40B4-BE49-F238E27FC236}">
                <a16:creationId xmlns:a16="http://schemas.microsoft.com/office/drawing/2014/main" id="{A2A7D87B-8F5E-4139-9D7C-EF4A6A0F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54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3174">
            <a:extLst xmlns:a="http://schemas.openxmlformats.org/drawingml/2006/main">
              <a:ext uri="{FF2B5EF4-FFF2-40B4-BE49-F238E27FC236}">
                <a16:creationId xmlns:a16="http://schemas.microsoft.com/office/drawing/2014/main" id="{3393893B-B5F5-4F26-9982-EF82A7B4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010" y="2356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3175">
            <a:extLst xmlns:a="http://schemas.openxmlformats.org/drawingml/2006/main">
              <a:ext uri="{FF2B5EF4-FFF2-40B4-BE49-F238E27FC236}">
                <a16:creationId xmlns:a16="http://schemas.microsoft.com/office/drawing/2014/main" id="{C0A4A70C-8373-44A6-B609-B034F62C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31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3176">
            <a:extLst xmlns:a="http://schemas.openxmlformats.org/drawingml/2006/main">
              <a:ext uri="{FF2B5EF4-FFF2-40B4-BE49-F238E27FC236}">
                <a16:creationId xmlns:a16="http://schemas.microsoft.com/office/drawing/2014/main" id="{7303B69A-0B15-481B-8085-18BE1E43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2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3177">
            <a:extLst xmlns:a="http://schemas.openxmlformats.org/drawingml/2006/main">
              <a:ext uri="{FF2B5EF4-FFF2-40B4-BE49-F238E27FC236}">
                <a16:creationId xmlns:a16="http://schemas.microsoft.com/office/drawing/2014/main" id="{C20662B4-0AFA-4C4A-9B06-F9E2F0A4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343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3178">
            <a:extLst xmlns:a="http://schemas.openxmlformats.org/drawingml/2006/main">
              <a:ext uri="{FF2B5EF4-FFF2-40B4-BE49-F238E27FC236}">
                <a16:creationId xmlns:a16="http://schemas.microsoft.com/office/drawing/2014/main" id="{45B9FE7A-B75A-4B41-8C1D-A7034133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251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3179">
            <a:extLst xmlns:a="http://schemas.openxmlformats.org/drawingml/2006/main">
              <a:ext uri="{FF2B5EF4-FFF2-40B4-BE49-F238E27FC236}">
                <a16:creationId xmlns:a16="http://schemas.microsoft.com/office/drawing/2014/main" id="{B6E90C07-2017-40E3-91C5-49E76182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27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3180">
            <a:extLst xmlns:a="http://schemas.openxmlformats.org/drawingml/2006/main">
              <a:ext uri="{FF2B5EF4-FFF2-40B4-BE49-F238E27FC236}">
                <a16:creationId xmlns:a16="http://schemas.microsoft.com/office/drawing/2014/main" id="{31E45199-DBAE-4640-8303-304AA71B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1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3181">
            <a:extLst xmlns:a="http://schemas.openxmlformats.org/drawingml/2006/main">
              <a:ext uri="{FF2B5EF4-FFF2-40B4-BE49-F238E27FC236}">
                <a16:creationId xmlns:a16="http://schemas.microsoft.com/office/drawing/2014/main" id="{CD6383B3-FC09-4A39-A669-DAFD518D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53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3182">
            <a:extLst xmlns:a="http://schemas.openxmlformats.org/drawingml/2006/main">
              <a:ext uri="{FF2B5EF4-FFF2-40B4-BE49-F238E27FC236}">
                <a16:creationId xmlns:a16="http://schemas.microsoft.com/office/drawing/2014/main" id="{60F812A3-7C53-47A9-97C5-B7BBBFA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3183">
            <a:extLst xmlns:a="http://schemas.openxmlformats.org/drawingml/2006/main">
              <a:ext uri="{FF2B5EF4-FFF2-40B4-BE49-F238E27FC236}">
                <a16:creationId xmlns:a16="http://schemas.microsoft.com/office/drawing/2014/main" id="{75CA1763-A4F7-4882-A032-2E55B0F6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2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3184">
            <a:extLst xmlns:a="http://schemas.openxmlformats.org/drawingml/2006/main">
              <a:ext uri="{FF2B5EF4-FFF2-40B4-BE49-F238E27FC236}">
                <a16:creationId xmlns:a16="http://schemas.microsoft.com/office/drawing/2014/main" id="{1C15DB05-4330-472E-8B98-DC9CCCBC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15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3185">
            <a:extLst xmlns:a="http://schemas.openxmlformats.org/drawingml/2006/main">
              <a:ext uri="{FF2B5EF4-FFF2-40B4-BE49-F238E27FC236}">
                <a16:creationId xmlns:a16="http://schemas.microsoft.com/office/drawing/2014/main" id="{B18E3993-5757-4C17-ACFD-082F46B5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20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3186">
            <a:extLst xmlns:a="http://schemas.openxmlformats.org/drawingml/2006/main">
              <a:ext uri="{FF2B5EF4-FFF2-40B4-BE49-F238E27FC236}">
                <a16:creationId xmlns:a16="http://schemas.microsoft.com/office/drawing/2014/main" id="{2ADDCC3E-1B18-4408-93D7-B9948112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8001" y="28960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3187">
            <a:extLst xmlns:a="http://schemas.openxmlformats.org/drawingml/2006/main">
              <a:ext uri="{FF2B5EF4-FFF2-40B4-BE49-F238E27FC236}">
                <a16:creationId xmlns:a16="http://schemas.microsoft.com/office/drawing/2014/main" id="{BB8A0320-4655-4779-BBAD-99E32008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0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3188">
            <a:extLst xmlns:a="http://schemas.openxmlformats.org/drawingml/2006/main">
              <a:ext uri="{FF2B5EF4-FFF2-40B4-BE49-F238E27FC236}">
                <a16:creationId xmlns:a16="http://schemas.microsoft.com/office/drawing/2014/main" id="{484E8E56-F780-4773-BE09-F237C161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81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3189">
            <a:extLst xmlns:a="http://schemas.openxmlformats.org/drawingml/2006/main">
              <a:ext uri="{FF2B5EF4-FFF2-40B4-BE49-F238E27FC236}">
                <a16:creationId xmlns:a16="http://schemas.microsoft.com/office/drawing/2014/main" id="{4AF1789C-B6BC-4233-8698-55D5DEC5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8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3190">
            <a:extLst xmlns:a="http://schemas.openxmlformats.org/drawingml/2006/main">
              <a:ext uri="{FF2B5EF4-FFF2-40B4-BE49-F238E27FC236}">
                <a16:creationId xmlns:a16="http://schemas.microsoft.com/office/drawing/2014/main" id="{7DC87B5B-42A2-496B-8F76-1D6E3E5E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587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3191">
            <a:extLst xmlns:a="http://schemas.openxmlformats.org/drawingml/2006/main">
              <a:ext uri="{FF2B5EF4-FFF2-40B4-BE49-F238E27FC236}">
                <a16:creationId xmlns:a16="http://schemas.microsoft.com/office/drawing/2014/main" id="{13639043-F77D-4138-8F98-1753FCAA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613" y="26865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3192">
            <a:extLst xmlns:a="http://schemas.openxmlformats.org/drawingml/2006/main">
              <a:ext uri="{FF2B5EF4-FFF2-40B4-BE49-F238E27FC236}">
                <a16:creationId xmlns:a16="http://schemas.microsoft.com/office/drawing/2014/main" id="{029D5FBF-549E-4240-AAF9-56CF61A9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483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3193">
            <a:extLst xmlns:a="http://schemas.openxmlformats.org/drawingml/2006/main">
              <a:ext uri="{FF2B5EF4-FFF2-40B4-BE49-F238E27FC236}">
                <a16:creationId xmlns:a16="http://schemas.microsoft.com/office/drawing/2014/main" id="{68C4C6AD-6631-4C6C-A554-07821553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568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3194">
            <a:extLst xmlns:a="http://schemas.openxmlformats.org/drawingml/2006/main">
              <a:ext uri="{FF2B5EF4-FFF2-40B4-BE49-F238E27FC236}">
                <a16:creationId xmlns:a16="http://schemas.microsoft.com/office/drawing/2014/main" id="{13AF41FC-E2FB-474C-8DE6-229C2A67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5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3195">
            <a:extLst xmlns:a="http://schemas.openxmlformats.org/drawingml/2006/main">
              <a:ext uri="{FF2B5EF4-FFF2-40B4-BE49-F238E27FC236}">
                <a16:creationId xmlns:a16="http://schemas.microsoft.com/office/drawing/2014/main" id="{EA360BBD-42E4-462C-BCA5-80503E77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5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3196">
            <a:extLst xmlns:a="http://schemas.openxmlformats.org/drawingml/2006/main">
              <a:ext uri="{FF2B5EF4-FFF2-40B4-BE49-F238E27FC236}">
                <a16:creationId xmlns:a16="http://schemas.microsoft.com/office/drawing/2014/main" id="{15B2E891-57B8-4844-BE83-655767DF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8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3197">
            <a:extLst xmlns:a="http://schemas.openxmlformats.org/drawingml/2006/main">
              <a:ext uri="{FF2B5EF4-FFF2-40B4-BE49-F238E27FC236}">
                <a16:creationId xmlns:a16="http://schemas.microsoft.com/office/drawing/2014/main" id="{2E6AD0B6-5D93-4BE1-B7EF-ABEEC99E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6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3198">
            <a:extLst xmlns:a="http://schemas.openxmlformats.org/drawingml/2006/main">
              <a:ext uri="{FF2B5EF4-FFF2-40B4-BE49-F238E27FC236}">
                <a16:creationId xmlns:a16="http://schemas.microsoft.com/office/drawing/2014/main" id="{07F9126F-147D-4542-835E-21E1B0EE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459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3199">
            <a:extLst xmlns:a="http://schemas.openxmlformats.org/drawingml/2006/main">
              <a:ext uri="{FF2B5EF4-FFF2-40B4-BE49-F238E27FC236}">
                <a16:creationId xmlns:a16="http://schemas.microsoft.com/office/drawing/2014/main" id="{4E32CFD7-C263-4E16-8A47-4A0774C5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9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3200">
            <a:extLst xmlns:a="http://schemas.openxmlformats.org/drawingml/2006/main">
              <a:ext uri="{FF2B5EF4-FFF2-40B4-BE49-F238E27FC236}">
                <a16:creationId xmlns:a16="http://schemas.microsoft.com/office/drawing/2014/main" id="{5157BF8B-B150-49D0-A08C-A0A49D6A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11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3201">
            <a:extLst xmlns:a="http://schemas.openxmlformats.org/drawingml/2006/main">
              <a:ext uri="{FF2B5EF4-FFF2-40B4-BE49-F238E27FC236}">
                <a16:creationId xmlns:a16="http://schemas.microsoft.com/office/drawing/2014/main" id="{3DA182D0-4DEE-4A7E-9EB4-7A52D0BE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22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3202">
            <a:extLst xmlns:a="http://schemas.openxmlformats.org/drawingml/2006/main">
              <a:ext uri="{FF2B5EF4-FFF2-40B4-BE49-F238E27FC236}">
                <a16:creationId xmlns:a16="http://schemas.microsoft.com/office/drawing/2014/main" id="{99F0CA53-77DF-4D3B-BB96-EA8A961A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51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3203">
            <a:extLst xmlns:a="http://schemas.openxmlformats.org/drawingml/2006/main">
              <a:ext uri="{FF2B5EF4-FFF2-40B4-BE49-F238E27FC236}">
                <a16:creationId xmlns:a16="http://schemas.microsoft.com/office/drawing/2014/main" id="{BADA3A02-0373-4DF2-8256-638B63CD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2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3204">
            <a:extLst xmlns:a="http://schemas.openxmlformats.org/drawingml/2006/main">
              <a:ext uri="{FF2B5EF4-FFF2-40B4-BE49-F238E27FC236}">
                <a16:creationId xmlns:a16="http://schemas.microsoft.com/office/drawing/2014/main" id="{359FE640-D6C6-407C-A3A0-E57B14AC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622" y="27538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3205">
            <a:extLst xmlns:a="http://schemas.openxmlformats.org/drawingml/2006/main">
              <a:ext uri="{FF2B5EF4-FFF2-40B4-BE49-F238E27FC236}">
                <a16:creationId xmlns:a16="http://schemas.microsoft.com/office/drawing/2014/main" id="{A3AC5856-0098-4EE0-98F5-AE453FB2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8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3206">
            <a:extLst xmlns:a="http://schemas.openxmlformats.org/drawingml/2006/main">
              <a:ext uri="{FF2B5EF4-FFF2-40B4-BE49-F238E27FC236}">
                <a16:creationId xmlns:a16="http://schemas.microsoft.com/office/drawing/2014/main" id="{577B9C76-AA8A-409E-820A-9A414B16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5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3207">
            <a:extLst xmlns:a="http://schemas.openxmlformats.org/drawingml/2006/main">
              <a:ext uri="{FF2B5EF4-FFF2-40B4-BE49-F238E27FC236}">
                <a16:creationId xmlns:a16="http://schemas.microsoft.com/office/drawing/2014/main" id="{FC3DC40E-07D1-49BC-B548-D5A0FB1B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5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3208">
            <a:extLst xmlns:a="http://schemas.openxmlformats.org/drawingml/2006/main">
              <a:ext uri="{FF2B5EF4-FFF2-40B4-BE49-F238E27FC236}">
                <a16:creationId xmlns:a16="http://schemas.microsoft.com/office/drawing/2014/main" id="{E9C6611E-A3E2-4BEA-982E-B09361B0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36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3209">
            <a:extLst xmlns:a="http://schemas.openxmlformats.org/drawingml/2006/main">
              <a:ext uri="{FF2B5EF4-FFF2-40B4-BE49-F238E27FC236}">
                <a16:creationId xmlns:a16="http://schemas.microsoft.com/office/drawing/2014/main" id="{51D2FB69-9C9D-4E9D-BADC-842D293B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89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3210">
            <a:extLst xmlns:a="http://schemas.openxmlformats.org/drawingml/2006/main">
              <a:ext uri="{FF2B5EF4-FFF2-40B4-BE49-F238E27FC236}">
                <a16:creationId xmlns:a16="http://schemas.microsoft.com/office/drawing/2014/main" id="{D51B331A-F59F-4AE5-877C-C62DBB77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9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3211">
            <a:extLst xmlns:a="http://schemas.openxmlformats.org/drawingml/2006/main">
              <a:ext uri="{FF2B5EF4-FFF2-40B4-BE49-F238E27FC236}">
                <a16:creationId xmlns:a16="http://schemas.microsoft.com/office/drawing/2014/main" id="{0ABDE564-2E10-4997-B6B0-296BADB7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7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3212">
            <a:extLst xmlns:a="http://schemas.openxmlformats.org/drawingml/2006/main">
              <a:ext uri="{FF2B5EF4-FFF2-40B4-BE49-F238E27FC236}">
                <a16:creationId xmlns:a16="http://schemas.microsoft.com/office/drawing/2014/main" id="{8D5A715B-2C2F-4E03-AB58-ADDD857F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94" y="32304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3213">
            <a:extLst xmlns:a="http://schemas.openxmlformats.org/drawingml/2006/main">
              <a:ext uri="{FF2B5EF4-FFF2-40B4-BE49-F238E27FC236}">
                <a16:creationId xmlns:a16="http://schemas.microsoft.com/office/drawing/2014/main" id="{1420E652-E4B1-48D9-9D96-5A9809F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40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3214">
            <a:extLst xmlns:a="http://schemas.openxmlformats.org/drawingml/2006/main">
              <a:ext uri="{FF2B5EF4-FFF2-40B4-BE49-F238E27FC236}">
                <a16:creationId xmlns:a16="http://schemas.microsoft.com/office/drawing/2014/main" id="{496B52D3-404F-47F5-A72C-7FE756DF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71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3215">
            <a:extLst xmlns:a="http://schemas.openxmlformats.org/drawingml/2006/main">
              <a:ext uri="{FF2B5EF4-FFF2-40B4-BE49-F238E27FC236}">
                <a16:creationId xmlns:a16="http://schemas.microsoft.com/office/drawing/2014/main" id="{698FF4BF-AAEB-44DE-A915-DBD73945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47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3216">
            <a:extLst xmlns:a="http://schemas.openxmlformats.org/drawingml/2006/main">
              <a:ext uri="{FF2B5EF4-FFF2-40B4-BE49-F238E27FC236}">
                <a16:creationId xmlns:a16="http://schemas.microsoft.com/office/drawing/2014/main" id="{31F96653-F7EC-4A09-B853-4D59D921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76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3217">
            <a:extLst xmlns:a="http://schemas.openxmlformats.org/drawingml/2006/main">
              <a:ext uri="{FF2B5EF4-FFF2-40B4-BE49-F238E27FC236}">
                <a16:creationId xmlns:a16="http://schemas.microsoft.com/office/drawing/2014/main" id="{527ECD13-1018-45D4-AB33-9180CBB4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3218">
            <a:extLst xmlns:a="http://schemas.openxmlformats.org/drawingml/2006/main">
              <a:ext uri="{FF2B5EF4-FFF2-40B4-BE49-F238E27FC236}">
                <a16:creationId xmlns:a16="http://schemas.microsoft.com/office/drawing/2014/main" id="{9B75B5B5-49D4-4C58-9EBE-C15C99DA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815" y="2423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3219">
            <a:extLst xmlns:a="http://schemas.openxmlformats.org/drawingml/2006/main">
              <a:ext uri="{FF2B5EF4-FFF2-40B4-BE49-F238E27FC236}">
                <a16:creationId xmlns:a16="http://schemas.microsoft.com/office/drawing/2014/main" id="{EBA270D9-0CE7-495B-A6DE-D8CA5A74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659" y="27376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3220">
            <a:extLst xmlns:a="http://schemas.openxmlformats.org/drawingml/2006/main">
              <a:ext uri="{FF2B5EF4-FFF2-40B4-BE49-F238E27FC236}">
                <a16:creationId xmlns:a16="http://schemas.microsoft.com/office/drawing/2014/main" id="{C966683A-E180-4B1F-9568-FCE63C2B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21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3221">
            <a:extLst xmlns:a="http://schemas.openxmlformats.org/drawingml/2006/main">
              <a:ext uri="{FF2B5EF4-FFF2-40B4-BE49-F238E27FC236}">
                <a16:creationId xmlns:a16="http://schemas.microsoft.com/office/drawing/2014/main" id="{24D3D114-20AB-4208-8997-95B8B7F1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8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3222">
            <a:extLst xmlns:a="http://schemas.openxmlformats.org/drawingml/2006/main">
              <a:ext uri="{FF2B5EF4-FFF2-40B4-BE49-F238E27FC236}">
                <a16:creationId xmlns:a16="http://schemas.microsoft.com/office/drawing/2014/main" id="{9C064578-AC80-4C15-8E33-9C6A26FB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5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3223">
            <a:extLst xmlns:a="http://schemas.openxmlformats.org/drawingml/2006/main">
              <a:ext uri="{FF2B5EF4-FFF2-40B4-BE49-F238E27FC236}">
                <a16:creationId xmlns:a16="http://schemas.microsoft.com/office/drawing/2014/main" id="{EE0A101B-CC5D-418C-B614-94324E44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407" y="2907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3224">
            <a:extLst xmlns:a="http://schemas.openxmlformats.org/drawingml/2006/main">
              <a:ext uri="{FF2B5EF4-FFF2-40B4-BE49-F238E27FC236}">
                <a16:creationId xmlns:a16="http://schemas.microsoft.com/office/drawing/2014/main" id="{3850BF52-22BC-416F-8355-9C86A2F2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1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3225">
            <a:extLst xmlns:a="http://schemas.openxmlformats.org/drawingml/2006/main">
              <a:ext uri="{FF2B5EF4-FFF2-40B4-BE49-F238E27FC236}">
                <a16:creationId xmlns:a16="http://schemas.microsoft.com/office/drawing/2014/main" id="{133EF202-A63A-4AF8-9F7A-FCD14F35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101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3226">
            <a:extLst xmlns:a="http://schemas.openxmlformats.org/drawingml/2006/main">
              <a:ext uri="{FF2B5EF4-FFF2-40B4-BE49-F238E27FC236}">
                <a16:creationId xmlns:a16="http://schemas.microsoft.com/office/drawing/2014/main" id="{CEF44122-E863-4F8A-BBC4-5CF74FE5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136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3227">
            <a:extLst xmlns:a="http://schemas.openxmlformats.org/drawingml/2006/main">
              <a:ext uri="{FF2B5EF4-FFF2-40B4-BE49-F238E27FC236}">
                <a16:creationId xmlns:a16="http://schemas.microsoft.com/office/drawing/2014/main" id="{986BF07C-EA81-4E29-98FC-BFBD44BA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3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3228">
            <a:extLst xmlns:a="http://schemas.openxmlformats.org/drawingml/2006/main">
              <a:ext uri="{FF2B5EF4-FFF2-40B4-BE49-F238E27FC236}">
                <a16:creationId xmlns:a16="http://schemas.microsoft.com/office/drawing/2014/main" id="{6F040559-477C-45DE-9D07-A70D28DF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588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3229">
            <a:extLst xmlns:a="http://schemas.openxmlformats.org/drawingml/2006/main">
              <a:ext uri="{FF2B5EF4-FFF2-40B4-BE49-F238E27FC236}">
                <a16:creationId xmlns:a16="http://schemas.microsoft.com/office/drawing/2014/main" id="{B68A65E5-7698-4F82-8947-B8A91CEE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1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3230">
            <a:extLst xmlns:a="http://schemas.openxmlformats.org/drawingml/2006/main">
              <a:ext uri="{FF2B5EF4-FFF2-40B4-BE49-F238E27FC236}">
                <a16:creationId xmlns:a16="http://schemas.microsoft.com/office/drawing/2014/main" id="{020CAF3D-7CD0-45D6-A456-42FC30D6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61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3231">
            <a:extLst xmlns:a="http://schemas.openxmlformats.org/drawingml/2006/main">
              <a:ext uri="{FF2B5EF4-FFF2-40B4-BE49-F238E27FC236}">
                <a16:creationId xmlns:a16="http://schemas.microsoft.com/office/drawing/2014/main" id="{3FBF4C76-A348-44AC-B74B-D9AB0D57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823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3232">
            <a:extLst xmlns:a="http://schemas.openxmlformats.org/drawingml/2006/main">
              <a:ext uri="{FF2B5EF4-FFF2-40B4-BE49-F238E27FC236}">
                <a16:creationId xmlns:a16="http://schemas.microsoft.com/office/drawing/2014/main" id="{8A257136-8DBB-4798-9221-5685E98B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381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3233">
            <a:extLst xmlns:a="http://schemas.openxmlformats.org/drawingml/2006/main">
              <a:ext uri="{FF2B5EF4-FFF2-40B4-BE49-F238E27FC236}">
                <a16:creationId xmlns:a16="http://schemas.microsoft.com/office/drawing/2014/main" id="{BCEB729E-BA83-45F5-B988-D0F067A4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2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3234">
            <a:extLst xmlns:a="http://schemas.openxmlformats.org/drawingml/2006/main">
              <a:ext uri="{FF2B5EF4-FFF2-40B4-BE49-F238E27FC236}">
                <a16:creationId xmlns:a16="http://schemas.microsoft.com/office/drawing/2014/main" id="{E49F54AD-D143-46E9-A042-1FA89665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48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3235">
            <a:extLst xmlns:a="http://schemas.openxmlformats.org/drawingml/2006/main">
              <a:ext uri="{FF2B5EF4-FFF2-40B4-BE49-F238E27FC236}">
                <a16:creationId xmlns:a16="http://schemas.microsoft.com/office/drawing/2014/main" id="{998A4454-4C4F-4DCF-90B2-2A7C537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7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3236">
            <a:extLst xmlns:a="http://schemas.openxmlformats.org/drawingml/2006/main">
              <a:ext uri="{FF2B5EF4-FFF2-40B4-BE49-F238E27FC236}">
                <a16:creationId xmlns:a16="http://schemas.microsoft.com/office/drawing/2014/main" id="{98060E4D-1915-4038-8D78-66FBF5A8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361" y="33896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3237">
            <a:extLst xmlns:a="http://schemas.openxmlformats.org/drawingml/2006/main">
              <a:ext uri="{FF2B5EF4-FFF2-40B4-BE49-F238E27FC236}">
                <a16:creationId xmlns:a16="http://schemas.microsoft.com/office/drawing/2014/main" id="{5C35154B-7729-4263-BCAE-DF111340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3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3238">
            <a:extLst xmlns:a="http://schemas.openxmlformats.org/drawingml/2006/main">
              <a:ext uri="{FF2B5EF4-FFF2-40B4-BE49-F238E27FC236}">
                <a16:creationId xmlns:a16="http://schemas.microsoft.com/office/drawing/2014/main" id="{21200ACD-A015-45CB-B17A-0456823F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257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3239">
            <a:extLst xmlns:a="http://schemas.openxmlformats.org/drawingml/2006/main">
              <a:ext uri="{FF2B5EF4-FFF2-40B4-BE49-F238E27FC236}">
                <a16:creationId xmlns:a16="http://schemas.microsoft.com/office/drawing/2014/main" id="{55C7B40A-58C8-4150-89C6-CB948D37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13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3240">
            <a:extLst xmlns:a="http://schemas.openxmlformats.org/drawingml/2006/main">
              <a:ext uri="{FF2B5EF4-FFF2-40B4-BE49-F238E27FC236}">
                <a16:creationId xmlns:a16="http://schemas.microsoft.com/office/drawing/2014/main" id="{F3DCA59B-92F6-4512-92B6-DD647B1E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2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3241">
            <a:extLst xmlns:a="http://schemas.openxmlformats.org/drawingml/2006/main">
              <a:ext uri="{FF2B5EF4-FFF2-40B4-BE49-F238E27FC236}">
                <a16:creationId xmlns:a16="http://schemas.microsoft.com/office/drawing/2014/main" id="{17D19EDF-9E58-4589-9BFB-00D8539A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6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3242">
            <a:extLst xmlns:a="http://schemas.openxmlformats.org/drawingml/2006/main">
              <a:ext uri="{FF2B5EF4-FFF2-40B4-BE49-F238E27FC236}">
                <a16:creationId xmlns:a16="http://schemas.microsoft.com/office/drawing/2014/main" id="{4F69D633-B436-48F4-8157-D7A032C0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08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3243">
            <a:extLst xmlns:a="http://schemas.openxmlformats.org/drawingml/2006/main">
              <a:ext uri="{FF2B5EF4-FFF2-40B4-BE49-F238E27FC236}">
                <a16:creationId xmlns:a16="http://schemas.microsoft.com/office/drawing/2014/main" id="{F4D40EB3-DA3E-42CF-B6C0-5E7B12CC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3244">
            <a:extLst xmlns:a="http://schemas.openxmlformats.org/drawingml/2006/main">
              <a:ext uri="{FF2B5EF4-FFF2-40B4-BE49-F238E27FC236}">
                <a16:creationId xmlns:a16="http://schemas.microsoft.com/office/drawing/2014/main" id="{8F77A5F6-2959-46E2-B84A-EE651951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0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3245">
            <a:extLst xmlns:a="http://schemas.openxmlformats.org/drawingml/2006/main">
              <a:ext uri="{FF2B5EF4-FFF2-40B4-BE49-F238E27FC236}">
                <a16:creationId xmlns:a16="http://schemas.microsoft.com/office/drawing/2014/main" id="{B29FF353-8D42-44ED-9B57-86E07137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9712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3246">
            <a:extLst xmlns:a="http://schemas.openxmlformats.org/drawingml/2006/main">
              <a:ext uri="{FF2B5EF4-FFF2-40B4-BE49-F238E27FC236}">
                <a16:creationId xmlns:a16="http://schemas.microsoft.com/office/drawing/2014/main" id="{1645D64B-5250-4B01-AFC2-06F6C436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6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3247">
            <a:extLst xmlns:a="http://schemas.openxmlformats.org/drawingml/2006/main">
              <a:ext uri="{FF2B5EF4-FFF2-40B4-BE49-F238E27FC236}">
                <a16:creationId xmlns:a16="http://schemas.microsoft.com/office/drawing/2014/main" id="{973B2F1E-C199-46AE-AA82-8FE62AE6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224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3248">
            <a:extLst xmlns:a="http://schemas.openxmlformats.org/drawingml/2006/main">
              <a:ext uri="{FF2B5EF4-FFF2-40B4-BE49-F238E27FC236}">
                <a16:creationId xmlns:a16="http://schemas.microsoft.com/office/drawing/2014/main" id="{6706299E-E62A-43B3-80CB-FDFF9B41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4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3249">
            <a:extLst xmlns:a="http://schemas.openxmlformats.org/drawingml/2006/main">
              <a:ext uri="{FF2B5EF4-FFF2-40B4-BE49-F238E27FC236}">
                <a16:creationId xmlns:a16="http://schemas.microsoft.com/office/drawing/2014/main" id="{862B2038-B5D1-492F-A516-1C27575B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0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3250">
            <a:extLst xmlns:a="http://schemas.openxmlformats.org/drawingml/2006/main">
              <a:ext uri="{FF2B5EF4-FFF2-40B4-BE49-F238E27FC236}">
                <a16:creationId xmlns:a16="http://schemas.microsoft.com/office/drawing/2014/main" id="{CAA4A5F5-226A-4B71-931D-9DB8ED8E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0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3251">
            <a:extLst xmlns:a="http://schemas.openxmlformats.org/drawingml/2006/main">
              <a:ext uri="{FF2B5EF4-FFF2-40B4-BE49-F238E27FC236}">
                <a16:creationId xmlns:a16="http://schemas.microsoft.com/office/drawing/2014/main" id="{A2020CDA-4087-4292-8E8F-0B27EDA3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01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3252">
            <a:extLst xmlns:a="http://schemas.openxmlformats.org/drawingml/2006/main">
              <a:ext uri="{FF2B5EF4-FFF2-40B4-BE49-F238E27FC236}">
                <a16:creationId xmlns:a16="http://schemas.microsoft.com/office/drawing/2014/main" id="{AB13B1FE-2F69-44D4-A8FA-B314257A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5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3253">
            <a:extLst xmlns:a="http://schemas.openxmlformats.org/drawingml/2006/main">
              <a:ext uri="{FF2B5EF4-FFF2-40B4-BE49-F238E27FC236}">
                <a16:creationId xmlns:a16="http://schemas.microsoft.com/office/drawing/2014/main" id="{EAA251CA-28AC-4B58-8FBB-ABBA4E09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683" y="30925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3254">
            <a:extLst xmlns:a="http://schemas.openxmlformats.org/drawingml/2006/main">
              <a:ext uri="{FF2B5EF4-FFF2-40B4-BE49-F238E27FC236}">
                <a16:creationId xmlns:a16="http://schemas.microsoft.com/office/drawing/2014/main" id="{F0389F82-40DA-48CC-AD04-2F3941AA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0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3255">
            <a:extLst xmlns:a="http://schemas.openxmlformats.org/drawingml/2006/main">
              <a:ext uri="{FF2B5EF4-FFF2-40B4-BE49-F238E27FC236}">
                <a16:creationId xmlns:a16="http://schemas.microsoft.com/office/drawing/2014/main" id="{780394D1-80F5-4AFA-BF46-87DD643C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8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3256">
            <a:extLst xmlns:a="http://schemas.openxmlformats.org/drawingml/2006/main">
              <a:ext uri="{FF2B5EF4-FFF2-40B4-BE49-F238E27FC236}">
                <a16:creationId xmlns:a16="http://schemas.microsoft.com/office/drawing/2014/main" id="{7315D460-65F1-427B-B168-E1EFC01D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9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3257">
            <a:extLst xmlns:a="http://schemas.openxmlformats.org/drawingml/2006/main">
              <a:ext uri="{FF2B5EF4-FFF2-40B4-BE49-F238E27FC236}">
                <a16:creationId xmlns:a16="http://schemas.microsoft.com/office/drawing/2014/main" id="{BD1B874A-DE76-42B1-BADA-E7D5DDF5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59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3258">
            <a:extLst xmlns:a="http://schemas.openxmlformats.org/drawingml/2006/main">
              <a:ext uri="{FF2B5EF4-FFF2-40B4-BE49-F238E27FC236}">
                <a16:creationId xmlns:a16="http://schemas.microsoft.com/office/drawing/2014/main" id="{4406A8BC-E4A5-4EFD-8356-E62677C3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53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3259">
            <a:extLst xmlns:a="http://schemas.openxmlformats.org/drawingml/2006/main">
              <a:ext uri="{FF2B5EF4-FFF2-40B4-BE49-F238E27FC236}">
                <a16:creationId xmlns:a16="http://schemas.microsoft.com/office/drawing/2014/main" id="{30450C6F-A088-4B7E-9E21-D784F90C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5280" y="25469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3260">
            <a:extLst xmlns:a="http://schemas.openxmlformats.org/drawingml/2006/main">
              <a:ext uri="{FF2B5EF4-FFF2-40B4-BE49-F238E27FC236}">
                <a16:creationId xmlns:a16="http://schemas.microsoft.com/office/drawing/2014/main" id="{807E612F-5A78-49CD-95FD-AEBD6C68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724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3261">
            <a:extLst xmlns:a="http://schemas.openxmlformats.org/drawingml/2006/main">
              <a:ext uri="{FF2B5EF4-FFF2-40B4-BE49-F238E27FC236}">
                <a16:creationId xmlns:a16="http://schemas.microsoft.com/office/drawing/2014/main" id="{226A8707-3CB2-4F61-B7F1-47F7DA01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031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3262">
            <a:extLst xmlns:a="http://schemas.openxmlformats.org/drawingml/2006/main">
              <a:ext uri="{FF2B5EF4-FFF2-40B4-BE49-F238E27FC236}">
                <a16:creationId xmlns:a16="http://schemas.microsoft.com/office/drawing/2014/main" id="{30D0A12A-CF4D-4E19-A225-39CCD3AB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10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3263">
            <a:extLst xmlns:a="http://schemas.openxmlformats.org/drawingml/2006/main">
              <a:ext uri="{FF2B5EF4-FFF2-40B4-BE49-F238E27FC236}">
                <a16:creationId xmlns:a16="http://schemas.microsoft.com/office/drawing/2014/main" id="{138C5BD2-C549-424F-B44F-13AC745F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956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3264">
            <a:extLst xmlns:a="http://schemas.openxmlformats.org/drawingml/2006/main">
              <a:ext uri="{FF2B5EF4-FFF2-40B4-BE49-F238E27FC236}">
                <a16:creationId xmlns:a16="http://schemas.microsoft.com/office/drawing/2014/main" id="{21DDCE40-6D30-4350-B7D4-823FFA88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2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8" name="data_3265">
            <a:extLst xmlns:a="http://schemas.openxmlformats.org/drawingml/2006/main">
              <a:ext uri="{FF2B5EF4-FFF2-40B4-BE49-F238E27FC236}">
                <a16:creationId xmlns:a16="http://schemas.microsoft.com/office/drawing/2014/main" id="{D590C87D-D585-4560-8CD6-DFBBE56A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2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9" name="data_3266">
            <a:extLst xmlns:a="http://schemas.openxmlformats.org/drawingml/2006/main">
              <a:ext uri="{FF2B5EF4-FFF2-40B4-BE49-F238E27FC236}">
                <a16:creationId xmlns:a16="http://schemas.microsoft.com/office/drawing/2014/main" id="{2EC521D5-A582-489D-8E2A-54EAAE3E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23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0" name="data_3267">
            <a:extLst xmlns:a="http://schemas.openxmlformats.org/drawingml/2006/main">
              <a:ext uri="{FF2B5EF4-FFF2-40B4-BE49-F238E27FC236}">
                <a16:creationId xmlns:a16="http://schemas.microsoft.com/office/drawing/2014/main" id="{76296566-268F-4B1A-88B8-C0CE99B7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3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1" name="data_3268">
            <a:extLst xmlns:a="http://schemas.openxmlformats.org/drawingml/2006/main">
              <a:ext uri="{FF2B5EF4-FFF2-40B4-BE49-F238E27FC236}">
                <a16:creationId xmlns:a16="http://schemas.microsoft.com/office/drawing/2014/main" id="{E4D47E5E-501A-4E6B-847C-90C46218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399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2" name="data_3269">
            <a:extLst xmlns:a="http://schemas.openxmlformats.org/drawingml/2006/main">
              <a:ext uri="{FF2B5EF4-FFF2-40B4-BE49-F238E27FC236}">
                <a16:creationId xmlns:a16="http://schemas.microsoft.com/office/drawing/2014/main" id="{83EB9519-D11D-4EFA-9982-1572F32C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57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3" name="data_3270">
            <a:extLst xmlns:a="http://schemas.openxmlformats.org/drawingml/2006/main">
              <a:ext uri="{FF2B5EF4-FFF2-40B4-BE49-F238E27FC236}">
                <a16:creationId xmlns:a16="http://schemas.microsoft.com/office/drawing/2014/main" id="{C843445C-A421-44DB-AD61-7F3DB9E2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01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4" name="data_3271">
            <a:extLst xmlns:a="http://schemas.openxmlformats.org/drawingml/2006/main">
              <a:ext uri="{FF2B5EF4-FFF2-40B4-BE49-F238E27FC236}">
                <a16:creationId xmlns:a16="http://schemas.microsoft.com/office/drawing/2014/main" id="{6BDAC0A1-62D2-4455-BB96-CC699B97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024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5" name="data_3272">
            <a:extLst xmlns:a="http://schemas.openxmlformats.org/drawingml/2006/main">
              <a:ext uri="{FF2B5EF4-FFF2-40B4-BE49-F238E27FC236}">
                <a16:creationId xmlns:a16="http://schemas.microsoft.com/office/drawing/2014/main" id="{BB705B3E-8AC9-40AF-A8EE-B58F2C6A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59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6" name="data_3273">
            <a:extLst xmlns:a="http://schemas.openxmlformats.org/drawingml/2006/main">
              <a:ext uri="{FF2B5EF4-FFF2-40B4-BE49-F238E27FC236}">
                <a16:creationId xmlns:a16="http://schemas.microsoft.com/office/drawing/2014/main" id="{E157615B-877C-497F-8734-42E98ABF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4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7" name="data_3274">
            <a:extLst xmlns:a="http://schemas.openxmlformats.org/drawingml/2006/main">
              <a:ext uri="{FF2B5EF4-FFF2-40B4-BE49-F238E27FC236}">
                <a16:creationId xmlns:a16="http://schemas.microsoft.com/office/drawing/2014/main" id="{0593EE93-8CF6-4B46-A920-4D25CD0F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91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8" name="data_3275">
            <a:extLst xmlns:a="http://schemas.openxmlformats.org/drawingml/2006/main">
              <a:ext uri="{FF2B5EF4-FFF2-40B4-BE49-F238E27FC236}">
                <a16:creationId xmlns:a16="http://schemas.microsoft.com/office/drawing/2014/main" id="{70AD4C6D-7A79-4BB2-869A-27687610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0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9" name="data_3276">
            <a:extLst xmlns:a="http://schemas.openxmlformats.org/drawingml/2006/main">
              <a:ext uri="{FF2B5EF4-FFF2-40B4-BE49-F238E27FC236}">
                <a16:creationId xmlns:a16="http://schemas.microsoft.com/office/drawing/2014/main" id="{89866E92-A01E-46AF-B4B8-E85F6446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6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0" name="data_3277">
            <a:extLst xmlns:a="http://schemas.openxmlformats.org/drawingml/2006/main">
              <a:ext uri="{FF2B5EF4-FFF2-40B4-BE49-F238E27FC236}">
                <a16:creationId xmlns:a16="http://schemas.microsoft.com/office/drawing/2014/main" id="{4A5F4CEC-7DB3-43B1-82C9-F4710A40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060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1" name="data_3278">
            <a:extLst xmlns:a="http://schemas.openxmlformats.org/drawingml/2006/main">
              <a:ext uri="{FF2B5EF4-FFF2-40B4-BE49-F238E27FC236}">
                <a16:creationId xmlns:a16="http://schemas.microsoft.com/office/drawing/2014/main" id="{67303B87-8A9B-4467-8BED-016CFFF4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2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2" name="data_3279">
            <a:extLst xmlns:a="http://schemas.openxmlformats.org/drawingml/2006/main">
              <a:ext uri="{FF2B5EF4-FFF2-40B4-BE49-F238E27FC236}">
                <a16:creationId xmlns:a16="http://schemas.microsoft.com/office/drawing/2014/main" id="{50E68672-AA7A-4568-A114-3D1FE538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2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3" name="data_3280">
            <a:extLst xmlns:a="http://schemas.openxmlformats.org/drawingml/2006/main">
              <a:ext uri="{FF2B5EF4-FFF2-40B4-BE49-F238E27FC236}">
                <a16:creationId xmlns:a16="http://schemas.microsoft.com/office/drawing/2014/main" id="{AA25D5B4-2838-477B-8959-953A7543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804" y="3720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3281">
            <a:extLst xmlns:a="http://schemas.openxmlformats.org/drawingml/2006/main">
              <a:ext uri="{FF2B5EF4-FFF2-40B4-BE49-F238E27FC236}">
                <a16:creationId xmlns:a16="http://schemas.microsoft.com/office/drawing/2014/main" id="{355E3930-9BBF-488A-A37B-7BF94F9B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61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5" name="data_3282">
            <a:extLst xmlns:a="http://schemas.openxmlformats.org/drawingml/2006/main">
              <a:ext uri="{FF2B5EF4-FFF2-40B4-BE49-F238E27FC236}">
                <a16:creationId xmlns:a16="http://schemas.microsoft.com/office/drawing/2014/main" id="{5F45D485-4315-4E99-9728-BACF1769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0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6" name="data_3283">
            <a:extLst xmlns:a="http://schemas.openxmlformats.org/drawingml/2006/main">
              <a:ext uri="{FF2B5EF4-FFF2-40B4-BE49-F238E27FC236}">
                <a16:creationId xmlns:a16="http://schemas.microsoft.com/office/drawing/2014/main" id="{00328549-7D6F-40B9-B2B2-3165B16C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7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7" name="data_3284">
            <a:extLst xmlns:a="http://schemas.openxmlformats.org/drawingml/2006/main">
              <a:ext uri="{FF2B5EF4-FFF2-40B4-BE49-F238E27FC236}">
                <a16:creationId xmlns:a16="http://schemas.microsoft.com/office/drawing/2014/main" id="{0DEFE9EF-17A2-4F18-A002-2D685610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6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8" name="data_3285">
            <a:extLst xmlns:a="http://schemas.openxmlformats.org/drawingml/2006/main">
              <a:ext uri="{FF2B5EF4-FFF2-40B4-BE49-F238E27FC236}">
                <a16:creationId xmlns:a16="http://schemas.microsoft.com/office/drawing/2014/main" id="{4A8A681D-6709-47EC-A4D9-D5E1E676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8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9" name="data_3286">
            <a:extLst xmlns:a="http://schemas.openxmlformats.org/drawingml/2006/main">
              <a:ext uri="{FF2B5EF4-FFF2-40B4-BE49-F238E27FC236}">
                <a16:creationId xmlns:a16="http://schemas.microsoft.com/office/drawing/2014/main" id="{8029F361-0314-42A1-AA16-90B5A164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0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0" name="data_3287">
            <a:extLst xmlns:a="http://schemas.openxmlformats.org/drawingml/2006/main">
              <a:ext uri="{FF2B5EF4-FFF2-40B4-BE49-F238E27FC236}">
                <a16:creationId xmlns:a16="http://schemas.microsoft.com/office/drawing/2014/main" id="{2F12AFC1-2DF7-4394-949D-470F599F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1" name="data_3288">
            <a:extLst xmlns:a="http://schemas.openxmlformats.org/drawingml/2006/main">
              <a:ext uri="{FF2B5EF4-FFF2-40B4-BE49-F238E27FC236}">
                <a16:creationId xmlns:a16="http://schemas.microsoft.com/office/drawing/2014/main" id="{E9924F83-B79A-41D6-A25B-A8C04951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222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2" name="data_3289">
            <a:extLst xmlns:a="http://schemas.openxmlformats.org/drawingml/2006/main">
              <a:ext uri="{FF2B5EF4-FFF2-40B4-BE49-F238E27FC236}">
                <a16:creationId xmlns:a16="http://schemas.microsoft.com/office/drawing/2014/main" id="{A88D0C26-7D45-4E9D-A6F5-AC84539A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7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3" name="data_3290">
            <a:extLst xmlns:a="http://schemas.openxmlformats.org/drawingml/2006/main">
              <a:ext uri="{FF2B5EF4-FFF2-40B4-BE49-F238E27FC236}">
                <a16:creationId xmlns:a16="http://schemas.microsoft.com/office/drawing/2014/main" id="{BE80955B-ABB1-48E8-85D8-7B37414B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941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4" name="data_3291">
            <a:extLst xmlns:a="http://schemas.openxmlformats.org/drawingml/2006/main">
              <a:ext uri="{FF2B5EF4-FFF2-40B4-BE49-F238E27FC236}">
                <a16:creationId xmlns:a16="http://schemas.microsoft.com/office/drawing/2014/main" id="{AE1391D9-2AE8-4BEB-9BCD-2BE626BD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00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5" name="data_3292">
            <a:extLst xmlns:a="http://schemas.openxmlformats.org/drawingml/2006/main">
              <a:ext uri="{FF2B5EF4-FFF2-40B4-BE49-F238E27FC236}">
                <a16:creationId xmlns:a16="http://schemas.microsoft.com/office/drawing/2014/main" id="{5C6E790C-61D7-4FA2-A595-66F5F934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0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6" name="data_3293">
            <a:extLst xmlns:a="http://schemas.openxmlformats.org/drawingml/2006/main">
              <a:ext uri="{FF2B5EF4-FFF2-40B4-BE49-F238E27FC236}">
                <a16:creationId xmlns:a16="http://schemas.microsoft.com/office/drawing/2014/main" id="{A6775FDD-3EFF-402E-80EC-0507A297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1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7" name="data_3294">
            <a:extLst xmlns:a="http://schemas.openxmlformats.org/drawingml/2006/main">
              <a:ext uri="{FF2B5EF4-FFF2-40B4-BE49-F238E27FC236}">
                <a16:creationId xmlns:a16="http://schemas.microsoft.com/office/drawing/2014/main" id="{A93EEB1F-8416-43FA-9CF9-33BF9D99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6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8" name="data_3295">
            <a:extLst xmlns:a="http://schemas.openxmlformats.org/drawingml/2006/main">
              <a:ext uri="{FF2B5EF4-FFF2-40B4-BE49-F238E27FC236}">
                <a16:creationId xmlns:a16="http://schemas.microsoft.com/office/drawing/2014/main" id="{9CEE91BE-83CD-4D97-B293-443AEB9D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07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9" name="data_3296">
            <a:extLst xmlns:a="http://schemas.openxmlformats.org/drawingml/2006/main">
              <a:ext uri="{FF2B5EF4-FFF2-40B4-BE49-F238E27FC236}">
                <a16:creationId xmlns:a16="http://schemas.microsoft.com/office/drawing/2014/main" id="{0C16DC20-AB27-41C0-BA60-534D2BDC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4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0" name="data_3297">
            <a:extLst xmlns:a="http://schemas.openxmlformats.org/drawingml/2006/main">
              <a:ext uri="{FF2B5EF4-FFF2-40B4-BE49-F238E27FC236}">
                <a16:creationId xmlns:a16="http://schemas.microsoft.com/office/drawing/2014/main" id="{4C71F355-F3CD-42C0-8477-9B67BB86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6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1" name="data_3298">
            <a:extLst xmlns:a="http://schemas.openxmlformats.org/drawingml/2006/main">
              <a:ext uri="{FF2B5EF4-FFF2-40B4-BE49-F238E27FC236}">
                <a16:creationId xmlns:a16="http://schemas.microsoft.com/office/drawing/2014/main" id="{249CCAB1-8AAE-438C-B616-B0C4DB0C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4490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2" name="data_3299">
            <a:extLst xmlns:a="http://schemas.openxmlformats.org/drawingml/2006/main">
              <a:ext uri="{FF2B5EF4-FFF2-40B4-BE49-F238E27FC236}">
                <a16:creationId xmlns:a16="http://schemas.microsoft.com/office/drawing/2014/main" id="{019B368B-F145-41E9-AEAC-9CA00FC1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3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3" name="data_3300">
            <a:extLst xmlns:a="http://schemas.openxmlformats.org/drawingml/2006/main">
              <a:ext uri="{FF2B5EF4-FFF2-40B4-BE49-F238E27FC236}">
                <a16:creationId xmlns:a16="http://schemas.microsoft.com/office/drawing/2014/main" id="{80EDC0DE-0908-4FBC-B831-38F18909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7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4" name="data_3301">
            <a:extLst xmlns:a="http://schemas.openxmlformats.org/drawingml/2006/main">
              <a:ext uri="{FF2B5EF4-FFF2-40B4-BE49-F238E27FC236}">
                <a16:creationId xmlns:a16="http://schemas.microsoft.com/office/drawing/2014/main" id="{2048B774-44EC-4115-8007-6FDC8E77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6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5" name="data_3302">
            <a:extLst xmlns:a="http://schemas.openxmlformats.org/drawingml/2006/main">
              <a:ext uri="{FF2B5EF4-FFF2-40B4-BE49-F238E27FC236}">
                <a16:creationId xmlns:a16="http://schemas.microsoft.com/office/drawing/2014/main" id="{2F3A141F-6E74-4473-B40F-9AAE79FE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37" y="26566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6" name="data_3303">
            <a:extLst xmlns:a="http://schemas.openxmlformats.org/drawingml/2006/main">
              <a:ext uri="{FF2B5EF4-FFF2-40B4-BE49-F238E27FC236}">
                <a16:creationId xmlns:a16="http://schemas.microsoft.com/office/drawing/2014/main" id="{0B1ECD29-8FE9-4A7A-867A-A2C5F4FE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8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7" name="data_3304">
            <a:extLst xmlns:a="http://schemas.openxmlformats.org/drawingml/2006/main">
              <a:ext uri="{FF2B5EF4-FFF2-40B4-BE49-F238E27FC236}">
                <a16:creationId xmlns:a16="http://schemas.microsoft.com/office/drawing/2014/main" id="{8DF9A10E-D06F-4EB6-AFA5-62A35767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22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8" name="data_3305">
            <a:extLst xmlns:a="http://schemas.openxmlformats.org/drawingml/2006/main">
              <a:ext uri="{FF2B5EF4-FFF2-40B4-BE49-F238E27FC236}">
                <a16:creationId xmlns:a16="http://schemas.microsoft.com/office/drawing/2014/main" id="{9B14C566-9797-4C59-A099-A0760146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3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9" name="data_3306">
            <a:extLst xmlns:a="http://schemas.openxmlformats.org/drawingml/2006/main">
              <a:ext uri="{FF2B5EF4-FFF2-40B4-BE49-F238E27FC236}">
                <a16:creationId xmlns:a16="http://schemas.microsoft.com/office/drawing/2014/main" id="{F80AEE09-FCD1-4735-A85F-C792E10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903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0" name="data_3307">
            <a:extLst xmlns:a="http://schemas.openxmlformats.org/drawingml/2006/main">
              <a:ext uri="{FF2B5EF4-FFF2-40B4-BE49-F238E27FC236}">
                <a16:creationId xmlns:a16="http://schemas.microsoft.com/office/drawing/2014/main" id="{38FBD632-A5AB-45A5-BF20-995B93D5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8634" y="39387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1" name="data_3308">
            <a:extLst xmlns:a="http://schemas.openxmlformats.org/drawingml/2006/main">
              <a:ext uri="{FF2B5EF4-FFF2-40B4-BE49-F238E27FC236}">
                <a16:creationId xmlns:a16="http://schemas.microsoft.com/office/drawing/2014/main" id="{F1D42EE6-59E8-42D1-B3D4-FA8DF36B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92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2" name="data_3309">
            <a:extLst xmlns:a="http://schemas.openxmlformats.org/drawingml/2006/main">
              <a:ext uri="{FF2B5EF4-FFF2-40B4-BE49-F238E27FC236}">
                <a16:creationId xmlns:a16="http://schemas.microsoft.com/office/drawing/2014/main" id="{C914E25A-C627-4693-B3F6-25150208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29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3" name="data_3310">
            <a:extLst xmlns:a="http://schemas.openxmlformats.org/drawingml/2006/main">
              <a:ext uri="{FF2B5EF4-FFF2-40B4-BE49-F238E27FC236}">
                <a16:creationId xmlns:a16="http://schemas.microsoft.com/office/drawing/2014/main" id="{A8BB9272-4D50-469E-A8EF-E5CCCBFA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07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4" name="data_3311">
            <a:extLst xmlns:a="http://schemas.openxmlformats.org/drawingml/2006/main">
              <a:ext uri="{FF2B5EF4-FFF2-40B4-BE49-F238E27FC236}">
                <a16:creationId xmlns:a16="http://schemas.microsoft.com/office/drawing/2014/main" id="{5D698CF7-DD54-4BA6-8623-640D47C8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9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5" name="data_3312">
            <a:extLst xmlns:a="http://schemas.openxmlformats.org/drawingml/2006/main">
              <a:ext uri="{FF2B5EF4-FFF2-40B4-BE49-F238E27FC236}">
                <a16:creationId xmlns:a16="http://schemas.microsoft.com/office/drawing/2014/main" id="{0FAA249B-19C4-4F95-8F25-6AC92B62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5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6" name="data_3313">
            <a:extLst xmlns:a="http://schemas.openxmlformats.org/drawingml/2006/main">
              <a:ext uri="{FF2B5EF4-FFF2-40B4-BE49-F238E27FC236}">
                <a16:creationId xmlns:a16="http://schemas.microsoft.com/office/drawing/2014/main" id="{01C96F59-B004-4C64-8C28-146173CA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70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7" name="data_3314">
            <a:extLst xmlns:a="http://schemas.openxmlformats.org/drawingml/2006/main">
              <a:ext uri="{FF2B5EF4-FFF2-40B4-BE49-F238E27FC236}">
                <a16:creationId xmlns:a16="http://schemas.microsoft.com/office/drawing/2014/main" id="{4F9C6394-B481-4CF4-8995-DB30397D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5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8" name="data_3315">
            <a:extLst xmlns:a="http://schemas.openxmlformats.org/drawingml/2006/main">
              <a:ext uri="{FF2B5EF4-FFF2-40B4-BE49-F238E27FC236}">
                <a16:creationId xmlns:a16="http://schemas.microsoft.com/office/drawing/2014/main" id="{3E4E55C3-F8D4-47AD-9E5E-D25323E3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7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9" name="data_3316">
            <a:extLst xmlns:a="http://schemas.openxmlformats.org/drawingml/2006/main">
              <a:ext uri="{FF2B5EF4-FFF2-40B4-BE49-F238E27FC236}">
                <a16:creationId xmlns:a16="http://schemas.microsoft.com/office/drawing/2014/main" id="{165713E8-A6B3-4417-8076-088AE412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27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0" name="data_3317">
            <a:extLst xmlns:a="http://schemas.openxmlformats.org/drawingml/2006/main">
              <a:ext uri="{FF2B5EF4-FFF2-40B4-BE49-F238E27FC236}">
                <a16:creationId xmlns:a16="http://schemas.microsoft.com/office/drawing/2014/main" id="{E70568E2-07C6-4F5F-BC69-EEDBD435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561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1" name="data_3318">
            <a:extLst xmlns:a="http://schemas.openxmlformats.org/drawingml/2006/main">
              <a:ext uri="{FF2B5EF4-FFF2-40B4-BE49-F238E27FC236}">
                <a16:creationId xmlns:a16="http://schemas.microsoft.com/office/drawing/2014/main" id="{1CE810CF-00A5-4CDB-997B-F495EFFF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4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3319">
            <a:extLst xmlns:a="http://schemas.openxmlformats.org/drawingml/2006/main">
              <a:ext uri="{FF2B5EF4-FFF2-40B4-BE49-F238E27FC236}">
                <a16:creationId xmlns:a16="http://schemas.microsoft.com/office/drawing/2014/main" id="{A8428BCF-3553-4317-894A-918717A8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98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3320">
            <a:extLst xmlns:a="http://schemas.openxmlformats.org/drawingml/2006/main">
              <a:ext uri="{FF2B5EF4-FFF2-40B4-BE49-F238E27FC236}">
                <a16:creationId xmlns:a16="http://schemas.microsoft.com/office/drawing/2014/main" id="{A59C9E80-8F5F-488D-B63F-A87F4453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4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3321">
            <a:extLst xmlns:a="http://schemas.openxmlformats.org/drawingml/2006/main">
              <a:ext uri="{FF2B5EF4-FFF2-40B4-BE49-F238E27FC236}">
                <a16:creationId xmlns:a16="http://schemas.microsoft.com/office/drawing/2014/main" id="{59A858B2-E40B-4675-B759-6E652EBB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61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3322">
            <a:extLst xmlns:a="http://schemas.openxmlformats.org/drawingml/2006/main">
              <a:ext uri="{FF2B5EF4-FFF2-40B4-BE49-F238E27FC236}">
                <a16:creationId xmlns:a16="http://schemas.microsoft.com/office/drawing/2014/main" id="{BB2B45AC-9BA1-42F2-8884-88AA2712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70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3323">
            <a:extLst xmlns:a="http://schemas.openxmlformats.org/drawingml/2006/main">
              <a:ext uri="{FF2B5EF4-FFF2-40B4-BE49-F238E27FC236}">
                <a16:creationId xmlns:a16="http://schemas.microsoft.com/office/drawing/2014/main" id="{9EE1327F-7E25-44CE-84E9-891627D7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364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3324">
            <a:extLst xmlns:a="http://schemas.openxmlformats.org/drawingml/2006/main">
              <a:ext uri="{FF2B5EF4-FFF2-40B4-BE49-F238E27FC236}">
                <a16:creationId xmlns:a16="http://schemas.microsoft.com/office/drawing/2014/main" id="{3BAFB488-7234-42DE-8448-A2214A87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1021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3325">
            <a:extLst xmlns:a="http://schemas.openxmlformats.org/drawingml/2006/main">
              <a:ext uri="{FF2B5EF4-FFF2-40B4-BE49-F238E27FC236}">
                <a16:creationId xmlns:a16="http://schemas.microsoft.com/office/drawing/2014/main" id="{4676607E-A38D-4C47-AC9F-50A4403B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2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3326">
            <a:extLst xmlns:a="http://schemas.openxmlformats.org/drawingml/2006/main">
              <a:ext uri="{FF2B5EF4-FFF2-40B4-BE49-F238E27FC236}">
                <a16:creationId xmlns:a16="http://schemas.microsoft.com/office/drawing/2014/main" id="{2BD6A19F-F736-405B-93B9-7FA3CF50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4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3327">
            <a:extLst xmlns:a="http://schemas.openxmlformats.org/drawingml/2006/main">
              <a:ext uri="{FF2B5EF4-FFF2-40B4-BE49-F238E27FC236}">
                <a16:creationId xmlns:a16="http://schemas.microsoft.com/office/drawing/2014/main" id="{CBB6015C-FF7D-4463-BEFA-9D5BF0B3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92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3328">
            <a:extLst xmlns:a="http://schemas.openxmlformats.org/drawingml/2006/main">
              <a:ext uri="{FF2B5EF4-FFF2-40B4-BE49-F238E27FC236}">
                <a16:creationId xmlns:a16="http://schemas.microsoft.com/office/drawing/2014/main" id="{16F9375F-13DA-4423-A21B-C0293E96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30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3329">
            <a:extLst xmlns:a="http://schemas.openxmlformats.org/drawingml/2006/main">
              <a:ext uri="{FF2B5EF4-FFF2-40B4-BE49-F238E27FC236}">
                <a16:creationId xmlns:a16="http://schemas.microsoft.com/office/drawing/2014/main" id="{73593F62-BDCD-442B-BEBC-4DE686B9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34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3330">
            <a:extLst xmlns:a="http://schemas.openxmlformats.org/drawingml/2006/main">
              <a:ext uri="{FF2B5EF4-FFF2-40B4-BE49-F238E27FC236}">
                <a16:creationId xmlns:a16="http://schemas.microsoft.com/office/drawing/2014/main" id="{8260C8D8-2470-42D5-9B13-39AAC535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68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3331">
            <a:extLst xmlns:a="http://schemas.openxmlformats.org/drawingml/2006/main">
              <a:ext uri="{FF2B5EF4-FFF2-40B4-BE49-F238E27FC236}">
                <a16:creationId xmlns:a16="http://schemas.microsoft.com/office/drawing/2014/main" id="{68A17A58-980A-4A89-80E8-F1FFE14D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98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3332">
            <a:extLst xmlns:a="http://schemas.openxmlformats.org/drawingml/2006/main">
              <a:ext uri="{FF2B5EF4-FFF2-40B4-BE49-F238E27FC236}">
                <a16:creationId xmlns:a16="http://schemas.microsoft.com/office/drawing/2014/main" id="{A5D9B10A-7943-4E86-A83D-11EA8A2B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22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3333">
            <a:extLst xmlns:a="http://schemas.openxmlformats.org/drawingml/2006/main">
              <a:ext uri="{FF2B5EF4-FFF2-40B4-BE49-F238E27FC236}">
                <a16:creationId xmlns:a16="http://schemas.microsoft.com/office/drawing/2014/main" id="{CDAF1153-B4A4-44FC-B35F-2CF98A90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81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3334">
            <a:extLst xmlns:a="http://schemas.openxmlformats.org/drawingml/2006/main">
              <a:ext uri="{FF2B5EF4-FFF2-40B4-BE49-F238E27FC236}">
                <a16:creationId xmlns:a16="http://schemas.microsoft.com/office/drawing/2014/main" id="{FFC20C15-D7C2-4346-B7B0-F7F768D7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557" y="34609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3335">
            <a:extLst xmlns:a="http://schemas.openxmlformats.org/drawingml/2006/main">
              <a:ext uri="{FF2B5EF4-FFF2-40B4-BE49-F238E27FC236}">
                <a16:creationId xmlns:a16="http://schemas.microsoft.com/office/drawing/2014/main" id="{C5A71C3E-9398-4932-8648-6990E659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92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3336">
            <a:extLst xmlns:a="http://schemas.openxmlformats.org/drawingml/2006/main">
              <a:ext uri="{FF2B5EF4-FFF2-40B4-BE49-F238E27FC236}">
                <a16:creationId xmlns:a16="http://schemas.microsoft.com/office/drawing/2014/main" id="{7AE9B57E-280D-4ECE-9340-1A9424F9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03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3337">
            <a:extLst xmlns:a="http://schemas.openxmlformats.org/drawingml/2006/main">
              <a:ext uri="{FF2B5EF4-FFF2-40B4-BE49-F238E27FC236}">
                <a16:creationId xmlns:a16="http://schemas.microsoft.com/office/drawing/2014/main" id="{4E2185F7-D63D-438E-B5F5-24A74C6E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066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3338">
            <a:extLst xmlns:a="http://schemas.openxmlformats.org/drawingml/2006/main">
              <a:ext uri="{FF2B5EF4-FFF2-40B4-BE49-F238E27FC236}">
                <a16:creationId xmlns:a16="http://schemas.microsoft.com/office/drawing/2014/main" id="{FD6179C3-057A-4C3E-B1D3-3579F614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193" y="23157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3339">
            <a:extLst xmlns:a="http://schemas.openxmlformats.org/drawingml/2006/main">
              <a:ext uri="{FF2B5EF4-FFF2-40B4-BE49-F238E27FC236}">
                <a16:creationId xmlns:a16="http://schemas.microsoft.com/office/drawing/2014/main" id="{8F5F9E13-512F-409B-A6A8-D33AF111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38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3340">
            <a:extLst xmlns:a="http://schemas.openxmlformats.org/drawingml/2006/main">
              <a:ext uri="{FF2B5EF4-FFF2-40B4-BE49-F238E27FC236}">
                <a16:creationId xmlns:a16="http://schemas.microsoft.com/office/drawing/2014/main" id="{B6B7E7F4-3D3E-4C3F-A0F9-6CC3AEF8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417" y="393274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3341">
            <a:extLst xmlns:a="http://schemas.openxmlformats.org/drawingml/2006/main">
              <a:ext uri="{FF2B5EF4-FFF2-40B4-BE49-F238E27FC236}">
                <a16:creationId xmlns:a16="http://schemas.microsoft.com/office/drawing/2014/main" id="{88C4C542-75E1-4B1D-9C42-F144281D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67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3342">
            <a:extLst xmlns:a="http://schemas.openxmlformats.org/drawingml/2006/main">
              <a:ext uri="{FF2B5EF4-FFF2-40B4-BE49-F238E27FC236}">
                <a16:creationId xmlns:a16="http://schemas.microsoft.com/office/drawing/2014/main" id="{DF9E9490-12EC-4C44-8C4B-0D3D894A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05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3343">
            <a:extLst xmlns:a="http://schemas.openxmlformats.org/drawingml/2006/main">
              <a:ext uri="{FF2B5EF4-FFF2-40B4-BE49-F238E27FC236}">
                <a16:creationId xmlns:a16="http://schemas.microsoft.com/office/drawing/2014/main" id="{C31EB33A-8A87-4E10-A89F-0760C8B6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231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3344">
            <a:extLst xmlns:a="http://schemas.openxmlformats.org/drawingml/2006/main">
              <a:ext uri="{FF2B5EF4-FFF2-40B4-BE49-F238E27FC236}">
                <a16:creationId xmlns:a16="http://schemas.microsoft.com/office/drawing/2014/main" id="{FEC4ED24-8446-4072-A06B-3F9A3DF6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00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3345">
            <a:extLst xmlns:a="http://schemas.openxmlformats.org/drawingml/2006/main">
              <a:ext uri="{FF2B5EF4-FFF2-40B4-BE49-F238E27FC236}">
                <a16:creationId xmlns:a16="http://schemas.microsoft.com/office/drawing/2014/main" id="{794960B2-89AF-478B-9F20-8C8AA3B2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337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3346">
            <a:extLst xmlns:a="http://schemas.openxmlformats.org/drawingml/2006/main">
              <a:ext uri="{FF2B5EF4-FFF2-40B4-BE49-F238E27FC236}">
                <a16:creationId xmlns:a16="http://schemas.microsoft.com/office/drawing/2014/main" id="{2510E3D0-7E8F-4D89-99EC-B008448B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249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3347">
            <a:extLst xmlns:a="http://schemas.openxmlformats.org/drawingml/2006/main">
              <a:ext uri="{FF2B5EF4-FFF2-40B4-BE49-F238E27FC236}">
                <a16:creationId xmlns:a16="http://schemas.microsoft.com/office/drawing/2014/main" id="{5EFC6843-2559-4A55-B418-57AAEF3E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205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3348">
            <a:extLst xmlns:a="http://schemas.openxmlformats.org/drawingml/2006/main">
              <a:ext uri="{FF2B5EF4-FFF2-40B4-BE49-F238E27FC236}">
                <a16:creationId xmlns:a16="http://schemas.microsoft.com/office/drawing/2014/main" id="{1106629C-8A57-4026-A0C0-444AD213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646" y="3002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3349">
            <a:extLst xmlns:a="http://schemas.openxmlformats.org/drawingml/2006/main">
              <a:ext uri="{FF2B5EF4-FFF2-40B4-BE49-F238E27FC236}">
                <a16:creationId xmlns:a16="http://schemas.microsoft.com/office/drawing/2014/main" id="{80EC6173-FB24-40F9-9A98-403D4DA8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57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3350">
            <a:extLst xmlns:a="http://schemas.openxmlformats.org/drawingml/2006/main">
              <a:ext uri="{FF2B5EF4-FFF2-40B4-BE49-F238E27FC236}">
                <a16:creationId xmlns:a16="http://schemas.microsoft.com/office/drawing/2014/main" id="{DA2E93C5-481D-4C38-BFD5-BEE58C9C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3351">
            <a:extLst xmlns:a="http://schemas.openxmlformats.org/drawingml/2006/main">
              <a:ext uri="{FF2B5EF4-FFF2-40B4-BE49-F238E27FC236}">
                <a16:creationId xmlns:a16="http://schemas.microsoft.com/office/drawing/2014/main" id="{785C7999-1F70-4288-BF0B-E4EDF3C9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9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3352">
            <a:extLst xmlns:a="http://schemas.openxmlformats.org/drawingml/2006/main">
              <a:ext uri="{FF2B5EF4-FFF2-40B4-BE49-F238E27FC236}">
                <a16:creationId xmlns:a16="http://schemas.microsoft.com/office/drawing/2014/main" id="{904797E9-BC4D-4FBE-A7A5-0E1B57DA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3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3353">
            <a:extLst xmlns:a="http://schemas.openxmlformats.org/drawingml/2006/main">
              <a:ext uri="{FF2B5EF4-FFF2-40B4-BE49-F238E27FC236}">
                <a16:creationId xmlns:a16="http://schemas.microsoft.com/office/drawing/2014/main" id="{2C3E53DE-D2C7-4C37-9DA0-F94D7963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5400" y="25534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3354">
            <a:extLst xmlns:a="http://schemas.openxmlformats.org/drawingml/2006/main">
              <a:ext uri="{FF2B5EF4-FFF2-40B4-BE49-F238E27FC236}">
                <a16:creationId xmlns:a16="http://schemas.microsoft.com/office/drawing/2014/main" id="{76F4256D-B2DD-4576-B0A4-02CFFCC2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29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3355">
            <a:extLst xmlns:a="http://schemas.openxmlformats.org/drawingml/2006/main">
              <a:ext uri="{FF2B5EF4-FFF2-40B4-BE49-F238E27FC236}">
                <a16:creationId xmlns:a16="http://schemas.microsoft.com/office/drawing/2014/main" id="{CBB9F3F7-A980-49EE-AB60-768A793F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53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3356">
            <a:extLst xmlns:a="http://schemas.openxmlformats.org/drawingml/2006/main">
              <a:ext uri="{FF2B5EF4-FFF2-40B4-BE49-F238E27FC236}">
                <a16:creationId xmlns:a16="http://schemas.microsoft.com/office/drawing/2014/main" id="{3EED625E-3BD5-4602-9376-420281EB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060" y="33896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3357">
            <a:extLst xmlns:a="http://schemas.openxmlformats.org/drawingml/2006/main">
              <a:ext uri="{FF2B5EF4-FFF2-40B4-BE49-F238E27FC236}">
                <a16:creationId xmlns:a16="http://schemas.microsoft.com/office/drawing/2014/main" id="{FFA54CF0-145C-483C-A7F7-348C8418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6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3358">
            <a:extLst xmlns:a="http://schemas.openxmlformats.org/drawingml/2006/main">
              <a:ext uri="{FF2B5EF4-FFF2-40B4-BE49-F238E27FC236}">
                <a16:creationId xmlns:a16="http://schemas.microsoft.com/office/drawing/2014/main" id="{9AB2BD00-6ECF-47A0-B7E6-8B5BC807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3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3359">
            <a:extLst xmlns:a="http://schemas.openxmlformats.org/drawingml/2006/main">
              <a:ext uri="{FF2B5EF4-FFF2-40B4-BE49-F238E27FC236}">
                <a16:creationId xmlns:a16="http://schemas.microsoft.com/office/drawing/2014/main" id="{01E3FA78-9593-4E3A-94B4-C07566CC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90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3360">
            <a:extLst xmlns:a="http://schemas.openxmlformats.org/drawingml/2006/main">
              <a:ext uri="{FF2B5EF4-FFF2-40B4-BE49-F238E27FC236}">
                <a16:creationId xmlns:a16="http://schemas.microsoft.com/office/drawing/2014/main" id="{4309CDA5-A7F4-45FF-852C-69C8B547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73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3361">
            <a:extLst xmlns:a="http://schemas.openxmlformats.org/drawingml/2006/main">
              <a:ext uri="{FF2B5EF4-FFF2-40B4-BE49-F238E27FC236}">
                <a16:creationId xmlns:a16="http://schemas.microsoft.com/office/drawing/2014/main" id="{B4F0CD0A-E960-4B4A-9B9F-7117CA6A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2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3362">
            <a:extLst xmlns:a="http://schemas.openxmlformats.org/drawingml/2006/main">
              <a:ext uri="{FF2B5EF4-FFF2-40B4-BE49-F238E27FC236}">
                <a16:creationId xmlns:a16="http://schemas.microsoft.com/office/drawing/2014/main" id="{FB3BE7FC-9D0A-470F-9FE4-6E1AEF8B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78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3363">
            <a:extLst xmlns:a="http://schemas.openxmlformats.org/drawingml/2006/main">
              <a:ext uri="{FF2B5EF4-FFF2-40B4-BE49-F238E27FC236}">
                <a16:creationId xmlns:a16="http://schemas.microsoft.com/office/drawing/2014/main" id="{7B00537B-9647-41F6-8D56-F6A500A9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20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3364">
            <a:extLst xmlns:a="http://schemas.openxmlformats.org/drawingml/2006/main">
              <a:ext uri="{FF2B5EF4-FFF2-40B4-BE49-F238E27FC236}">
                <a16:creationId xmlns:a16="http://schemas.microsoft.com/office/drawing/2014/main" id="{40EC6035-4380-42B5-ADEC-5E982E68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0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3365">
            <a:extLst xmlns:a="http://schemas.openxmlformats.org/drawingml/2006/main">
              <a:ext uri="{FF2B5EF4-FFF2-40B4-BE49-F238E27FC236}">
                <a16:creationId xmlns:a16="http://schemas.microsoft.com/office/drawing/2014/main" id="{373B81C6-1F6D-4E07-8D9C-E4C8E438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209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3366">
            <a:extLst xmlns:a="http://schemas.openxmlformats.org/drawingml/2006/main">
              <a:ext uri="{FF2B5EF4-FFF2-40B4-BE49-F238E27FC236}">
                <a16:creationId xmlns:a16="http://schemas.microsoft.com/office/drawing/2014/main" id="{33F73F5F-6895-41C1-849D-C7F13EA4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78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3367">
            <a:extLst xmlns:a="http://schemas.openxmlformats.org/drawingml/2006/main">
              <a:ext uri="{FF2B5EF4-FFF2-40B4-BE49-F238E27FC236}">
                <a16:creationId xmlns:a16="http://schemas.microsoft.com/office/drawing/2014/main" id="{4CD6D457-C0E3-4304-AACA-DEE87384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1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3368">
            <a:extLst xmlns:a="http://schemas.openxmlformats.org/drawingml/2006/main">
              <a:ext uri="{FF2B5EF4-FFF2-40B4-BE49-F238E27FC236}">
                <a16:creationId xmlns:a16="http://schemas.microsoft.com/office/drawing/2014/main" id="{907AE04F-CBC3-4BF4-863E-EA8146C5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087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3369">
            <a:extLst xmlns:a="http://schemas.openxmlformats.org/drawingml/2006/main">
              <a:ext uri="{FF2B5EF4-FFF2-40B4-BE49-F238E27FC236}">
                <a16:creationId xmlns:a16="http://schemas.microsoft.com/office/drawing/2014/main" id="{2D2D1630-0958-41B6-8F02-A08CB40C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628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3370">
            <a:extLst xmlns:a="http://schemas.openxmlformats.org/drawingml/2006/main">
              <a:ext uri="{FF2B5EF4-FFF2-40B4-BE49-F238E27FC236}">
                <a16:creationId xmlns:a16="http://schemas.microsoft.com/office/drawing/2014/main" id="{A9621CC1-DA68-49F5-968C-4F7D522D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21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3371">
            <a:extLst xmlns:a="http://schemas.openxmlformats.org/drawingml/2006/main">
              <a:ext uri="{FF2B5EF4-FFF2-40B4-BE49-F238E27FC236}">
                <a16:creationId xmlns:a16="http://schemas.microsoft.com/office/drawing/2014/main" id="{4C1354FE-1191-43A8-93F6-F2B2F8C1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7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3372">
            <a:extLst xmlns:a="http://schemas.openxmlformats.org/drawingml/2006/main">
              <a:ext uri="{FF2B5EF4-FFF2-40B4-BE49-F238E27FC236}">
                <a16:creationId xmlns:a16="http://schemas.microsoft.com/office/drawing/2014/main" id="{481179EE-8439-4331-A95C-B7B93C78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8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3373">
            <a:extLst xmlns:a="http://schemas.openxmlformats.org/drawingml/2006/main">
              <a:ext uri="{FF2B5EF4-FFF2-40B4-BE49-F238E27FC236}">
                <a16:creationId xmlns:a16="http://schemas.microsoft.com/office/drawing/2014/main" id="{FFC24093-0DB9-42C2-A67D-393A2532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1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3374">
            <a:extLst xmlns:a="http://schemas.openxmlformats.org/drawingml/2006/main">
              <a:ext uri="{FF2B5EF4-FFF2-40B4-BE49-F238E27FC236}">
                <a16:creationId xmlns:a16="http://schemas.microsoft.com/office/drawing/2014/main" id="{FC902DF5-7CA0-4EE8-820B-5CB1C062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2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3375">
            <a:extLst xmlns:a="http://schemas.openxmlformats.org/drawingml/2006/main">
              <a:ext uri="{FF2B5EF4-FFF2-40B4-BE49-F238E27FC236}">
                <a16:creationId xmlns:a16="http://schemas.microsoft.com/office/drawing/2014/main" id="{9AD2D895-313E-4A19-B7B1-7258C7D3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3376">
            <a:extLst xmlns:a="http://schemas.openxmlformats.org/drawingml/2006/main">
              <a:ext uri="{FF2B5EF4-FFF2-40B4-BE49-F238E27FC236}">
                <a16:creationId xmlns:a16="http://schemas.microsoft.com/office/drawing/2014/main" id="{3D43EEBD-3B1D-4CC0-B607-DF8A382C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0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3377">
            <a:extLst xmlns:a="http://schemas.openxmlformats.org/drawingml/2006/main">
              <a:ext uri="{FF2B5EF4-FFF2-40B4-BE49-F238E27FC236}">
                <a16:creationId xmlns:a16="http://schemas.microsoft.com/office/drawing/2014/main" id="{905134F2-5F21-4840-BD1A-4AC857AB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6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3378">
            <a:extLst xmlns:a="http://schemas.openxmlformats.org/drawingml/2006/main">
              <a:ext uri="{FF2B5EF4-FFF2-40B4-BE49-F238E27FC236}">
                <a16:creationId xmlns:a16="http://schemas.microsoft.com/office/drawing/2014/main" id="{CDD33305-5017-43A4-B6E9-5A3C3CA7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3379">
            <a:extLst xmlns:a="http://schemas.openxmlformats.org/drawingml/2006/main">
              <a:ext uri="{FF2B5EF4-FFF2-40B4-BE49-F238E27FC236}">
                <a16:creationId xmlns:a16="http://schemas.microsoft.com/office/drawing/2014/main" id="{38B4B28B-23EE-4E30-AFF4-F413D8EC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22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3380">
            <a:extLst xmlns:a="http://schemas.openxmlformats.org/drawingml/2006/main">
              <a:ext uri="{FF2B5EF4-FFF2-40B4-BE49-F238E27FC236}">
                <a16:creationId xmlns:a16="http://schemas.microsoft.com/office/drawing/2014/main" id="{3E82D22D-50AF-4524-9AF0-AD8DAFE1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826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3381">
            <a:extLst xmlns:a="http://schemas.openxmlformats.org/drawingml/2006/main">
              <a:ext uri="{FF2B5EF4-FFF2-40B4-BE49-F238E27FC236}">
                <a16:creationId xmlns:a16="http://schemas.microsoft.com/office/drawing/2014/main" id="{6D2BA324-ADC9-4820-B2A7-1B1D9CBE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7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3382">
            <a:extLst xmlns:a="http://schemas.openxmlformats.org/drawingml/2006/main">
              <a:ext uri="{FF2B5EF4-FFF2-40B4-BE49-F238E27FC236}">
                <a16:creationId xmlns:a16="http://schemas.microsoft.com/office/drawing/2014/main" id="{01B5699C-525B-4E22-A91B-E3EBA16E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62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3383">
            <a:extLst xmlns:a="http://schemas.openxmlformats.org/drawingml/2006/main">
              <a:ext uri="{FF2B5EF4-FFF2-40B4-BE49-F238E27FC236}">
                <a16:creationId xmlns:a16="http://schemas.microsoft.com/office/drawing/2014/main" id="{61C9225C-B523-485C-9A68-B63E14A0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14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3384">
            <a:extLst xmlns:a="http://schemas.openxmlformats.org/drawingml/2006/main">
              <a:ext uri="{FF2B5EF4-FFF2-40B4-BE49-F238E27FC236}">
                <a16:creationId xmlns:a16="http://schemas.microsoft.com/office/drawing/2014/main" id="{F9B40B85-9D1E-4EDA-B614-DC244EB1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27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3385">
            <a:extLst xmlns:a="http://schemas.openxmlformats.org/drawingml/2006/main">
              <a:ext uri="{FF2B5EF4-FFF2-40B4-BE49-F238E27FC236}">
                <a16:creationId xmlns:a16="http://schemas.microsoft.com/office/drawing/2014/main" id="{05498DB5-F9F0-471A-9B43-5F0F279A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7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3386">
            <a:extLst xmlns:a="http://schemas.openxmlformats.org/drawingml/2006/main">
              <a:ext uri="{FF2B5EF4-FFF2-40B4-BE49-F238E27FC236}">
                <a16:creationId xmlns:a16="http://schemas.microsoft.com/office/drawing/2014/main" id="{5E554D55-3AFF-4325-ADFF-12CDDEC5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9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3387">
            <a:extLst xmlns:a="http://schemas.openxmlformats.org/drawingml/2006/main">
              <a:ext uri="{FF2B5EF4-FFF2-40B4-BE49-F238E27FC236}">
                <a16:creationId xmlns:a16="http://schemas.microsoft.com/office/drawing/2014/main" id="{B3690C3A-0652-4C60-B623-FEC43CD4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658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3388">
            <a:extLst xmlns:a="http://schemas.openxmlformats.org/drawingml/2006/main">
              <a:ext uri="{FF2B5EF4-FFF2-40B4-BE49-F238E27FC236}">
                <a16:creationId xmlns:a16="http://schemas.microsoft.com/office/drawing/2014/main" id="{D0899007-5CE8-48A5-A7B1-EDC9E69B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74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3389">
            <a:extLst xmlns:a="http://schemas.openxmlformats.org/drawingml/2006/main">
              <a:ext uri="{FF2B5EF4-FFF2-40B4-BE49-F238E27FC236}">
                <a16:creationId xmlns:a16="http://schemas.microsoft.com/office/drawing/2014/main" id="{7F91CD9A-0E31-414E-AC8A-CC0C59A7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32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3390">
            <a:extLst xmlns:a="http://schemas.openxmlformats.org/drawingml/2006/main">
              <a:ext uri="{FF2B5EF4-FFF2-40B4-BE49-F238E27FC236}">
                <a16:creationId xmlns:a16="http://schemas.microsoft.com/office/drawing/2014/main" id="{5452E46D-8E60-4AEE-A022-EF7523FB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5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3391">
            <a:extLst xmlns:a="http://schemas.openxmlformats.org/drawingml/2006/main">
              <a:ext uri="{FF2B5EF4-FFF2-40B4-BE49-F238E27FC236}">
                <a16:creationId xmlns:a16="http://schemas.microsoft.com/office/drawing/2014/main" id="{963D234E-568B-42EB-AC5B-E2F8BCD0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3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3392">
            <a:extLst xmlns:a="http://schemas.openxmlformats.org/drawingml/2006/main">
              <a:ext uri="{FF2B5EF4-FFF2-40B4-BE49-F238E27FC236}">
                <a16:creationId xmlns:a16="http://schemas.microsoft.com/office/drawing/2014/main" id="{6BF9D067-38B8-4555-95DF-F91B3214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86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3393">
            <a:extLst xmlns:a="http://schemas.openxmlformats.org/drawingml/2006/main">
              <a:ext uri="{FF2B5EF4-FFF2-40B4-BE49-F238E27FC236}">
                <a16:creationId xmlns:a16="http://schemas.microsoft.com/office/drawing/2014/main" id="{4FC40006-9B9B-4C46-9049-5C556EF9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911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3394">
            <a:extLst xmlns:a="http://schemas.openxmlformats.org/drawingml/2006/main">
              <a:ext uri="{FF2B5EF4-FFF2-40B4-BE49-F238E27FC236}">
                <a16:creationId xmlns:a16="http://schemas.microsoft.com/office/drawing/2014/main" id="{F3E2EC25-63F1-4617-8A50-56388D4D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96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3395">
            <a:extLst xmlns:a="http://schemas.openxmlformats.org/drawingml/2006/main">
              <a:ext uri="{FF2B5EF4-FFF2-40B4-BE49-F238E27FC236}">
                <a16:creationId xmlns:a16="http://schemas.microsoft.com/office/drawing/2014/main" id="{887AD800-DAB3-4CB5-8362-A2781FA1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35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3396">
            <a:extLst xmlns:a="http://schemas.openxmlformats.org/drawingml/2006/main">
              <a:ext uri="{FF2B5EF4-FFF2-40B4-BE49-F238E27FC236}">
                <a16:creationId xmlns:a16="http://schemas.microsoft.com/office/drawing/2014/main" id="{66DD4B03-0203-4D2C-BB3D-DA8F6CA6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95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3397">
            <a:extLst xmlns:a="http://schemas.openxmlformats.org/drawingml/2006/main">
              <a:ext uri="{FF2B5EF4-FFF2-40B4-BE49-F238E27FC236}">
                <a16:creationId xmlns:a16="http://schemas.microsoft.com/office/drawing/2014/main" id="{164E25B4-409B-4C7A-A016-7BA33477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076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3398">
            <a:extLst xmlns:a="http://schemas.openxmlformats.org/drawingml/2006/main">
              <a:ext uri="{FF2B5EF4-FFF2-40B4-BE49-F238E27FC236}">
                <a16:creationId xmlns:a16="http://schemas.microsoft.com/office/drawing/2014/main" id="{0FF68DC3-31E5-4324-811A-F89E5112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158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3399">
            <a:extLst xmlns:a="http://schemas.openxmlformats.org/drawingml/2006/main">
              <a:ext uri="{FF2B5EF4-FFF2-40B4-BE49-F238E27FC236}">
                <a16:creationId xmlns:a16="http://schemas.microsoft.com/office/drawing/2014/main" id="{7D5E0FB1-FE67-4BC1-9713-B9690812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9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3400">
            <a:extLst xmlns:a="http://schemas.openxmlformats.org/drawingml/2006/main">
              <a:ext uri="{FF2B5EF4-FFF2-40B4-BE49-F238E27FC236}">
                <a16:creationId xmlns:a16="http://schemas.microsoft.com/office/drawing/2014/main" id="{06115478-DC35-461B-990A-2EC71A58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79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3401">
            <a:extLst xmlns:a="http://schemas.openxmlformats.org/drawingml/2006/main">
              <a:ext uri="{FF2B5EF4-FFF2-40B4-BE49-F238E27FC236}">
                <a16:creationId xmlns:a16="http://schemas.microsoft.com/office/drawing/2014/main" id="{CED03589-07D6-4E2C-9B18-CE2C14AA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81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3402">
            <a:extLst xmlns:a="http://schemas.openxmlformats.org/drawingml/2006/main">
              <a:ext uri="{FF2B5EF4-FFF2-40B4-BE49-F238E27FC236}">
                <a16:creationId xmlns:a16="http://schemas.microsoft.com/office/drawing/2014/main" id="{5E20E71D-3828-4FF6-937F-132F081C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575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3403">
            <a:extLst xmlns:a="http://schemas.openxmlformats.org/drawingml/2006/main">
              <a:ext uri="{FF2B5EF4-FFF2-40B4-BE49-F238E27FC236}">
                <a16:creationId xmlns:a16="http://schemas.microsoft.com/office/drawing/2014/main" id="{CC478FC7-87A9-4BB5-B62E-3CD98D13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4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3404">
            <a:extLst xmlns:a="http://schemas.openxmlformats.org/drawingml/2006/main">
              <a:ext uri="{FF2B5EF4-FFF2-40B4-BE49-F238E27FC236}">
                <a16:creationId xmlns:a16="http://schemas.microsoft.com/office/drawing/2014/main" id="{10BF15DB-2870-4751-BAFB-A93BFF4F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4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3405">
            <a:extLst xmlns:a="http://schemas.openxmlformats.org/drawingml/2006/main">
              <a:ext uri="{FF2B5EF4-FFF2-40B4-BE49-F238E27FC236}">
                <a16:creationId xmlns:a16="http://schemas.microsoft.com/office/drawing/2014/main" id="{F6360F17-569D-4063-9ECE-D0E787BF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93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3406">
            <a:extLst xmlns:a="http://schemas.openxmlformats.org/drawingml/2006/main">
              <a:ext uri="{FF2B5EF4-FFF2-40B4-BE49-F238E27FC236}">
                <a16:creationId xmlns:a16="http://schemas.microsoft.com/office/drawing/2014/main" id="{BCBBC8EC-FEF0-4595-84C6-712FFBCD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9126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3407">
            <a:extLst xmlns:a="http://schemas.openxmlformats.org/drawingml/2006/main">
              <a:ext uri="{FF2B5EF4-FFF2-40B4-BE49-F238E27FC236}">
                <a16:creationId xmlns:a16="http://schemas.microsoft.com/office/drawing/2014/main" id="{421F7781-8C1D-4FE2-8EEC-FA0D411F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0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3408">
            <a:extLst xmlns:a="http://schemas.openxmlformats.org/drawingml/2006/main">
              <a:ext uri="{FF2B5EF4-FFF2-40B4-BE49-F238E27FC236}">
                <a16:creationId xmlns:a16="http://schemas.microsoft.com/office/drawing/2014/main" id="{6D41C56A-05F8-47B2-B327-B4580BE1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2482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3409">
            <a:extLst xmlns:a="http://schemas.openxmlformats.org/drawingml/2006/main">
              <a:ext uri="{FF2B5EF4-FFF2-40B4-BE49-F238E27FC236}">
                <a16:creationId xmlns:a16="http://schemas.microsoft.com/office/drawing/2014/main" id="{B2A75430-C250-491C-B6E2-A4928726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3410">
            <a:extLst xmlns:a="http://schemas.openxmlformats.org/drawingml/2006/main">
              <a:ext uri="{FF2B5EF4-FFF2-40B4-BE49-F238E27FC236}">
                <a16:creationId xmlns:a16="http://schemas.microsoft.com/office/drawing/2014/main" id="{1E33D4D0-A2CC-4077-8522-69091596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881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3411">
            <a:extLst xmlns:a="http://schemas.openxmlformats.org/drawingml/2006/main">
              <a:ext uri="{FF2B5EF4-FFF2-40B4-BE49-F238E27FC236}">
                <a16:creationId xmlns:a16="http://schemas.microsoft.com/office/drawing/2014/main" id="{CCDDF17F-1433-43BE-A784-448A4612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3412">
            <a:extLst xmlns:a="http://schemas.openxmlformats.org/drawingml/2006/main">
              <a:ext uri="{FF2B5EF4-FFF2-40B4-BE49-F238E27FC236}">
                <a16:creationId xmlns:a16="http://schemas.microsoft.com/office/drawing/2014/main" id="{CE993686-F114-4041-95A2-7FB96B20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3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3413">
            <a:extLst xmlns:a="http://schemas.openxmlformats.org/drawingml/2006/main">
              <a:ext uri="{FF2B5EF4-FFF2-40B4-BE49-F238E27FC236}">
                <a16:creationId xmlns:a16="http://schemas.microsoft.com/office/drawing/2014/main" id="{DAA6AE6D-4BD5-4DA9-A7DD-3C4458E5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3414">
            <a:extLst xmlns:a="http://schemas.openxmlformats.org/drawingml/2006/main">
              <a:ext uri="{FF2B5EF4-FFF2-40B4-BE49-F238E27FC236}">
                <a16:creationId xmlns:a16="http://schemas.microsoft.com/office/drawing/2014/main" id="{C328ED09-2196-4851-8A07-45EEB243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675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3415">
            <a:extLst xmlns:a="http://schemas.openxmlformats.org/drawingml/2006/main">
              <a:ext uri="{FF2B5EF4-FFF2-40B4-BE49-F238E27FC236}">
                <a16:creationId xmlns:a16="http://schemas.microsoft.com/office/drawing/2014/main" id="{1EE1C994-264A-4465-AD45-9447B9C7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5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3416">
            <a:extLst xmlns:a="http://schemas.openxmlformats.org/drawingml/2006/main">
              <a:ext uri="{FF2B5EF4-FFF2-40B4-BE49-F238E27FC236}">
                <a16:creationId xmlns:a16="http://schemas.microsoft.com/office/drawing/2014/main" id="{D212DA63-5A0F-47BA-8847-8C82F31E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23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3417">
            <a:extLst xmlns:a="http://schemas.openxmlformats.org/drawingml/2006/main">
              <a:ext uri="{FF2B5EF4-FFF2-40B4-BE49-F238E27FC236}">
                <a16:creationId xmlns:a16="http://schemas.microsoft.com/office/drawing/2014/main" id="{77E05745-9186-467C-A0DD-B2F642B7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877" y="36308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3418">
            <a:extLst xmlns:a="http://schemas.openxmlformats.org/drawingml/2006/main">
              <a:ext uri="{FF2B5EF4-FFF2-40B4-BE49-F238E27FC236}">
                <a16:creationId xmlns:a16="http://schemas.microsoft.com/office/drawing/2014/main" id="{2566F35D-2F12-4EA2-8F53-7711DC17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911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3419">
            <a:extLst xmlns:a="http://schemas.openxmlformats.org/drawingml/2006/main">
              <a:ext uri="{FF2B5EF4-FFF2-40B4-BE49-F238E27FC236}">
                <a16:creationId xmlns:a16="http://schemas.microsoft.com/office/drawing/2014/main" id="{77623143-7701-4ED8-83B3-8970A809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21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3420">
            <a:extLst xmlns:a="http://schemas.openxmlformats.org/drawingml/2006/main">
              <a:ext uri="{FF2B5EF4-FFF2-40B4-BE49-F238E27FC236}">
                <a16:creationId xmlns:a16="http://schemas.microsoft.com/office/drawing/2014/main" id="{AE11D2C4-8041-412B-B290-ECA3639A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200" y="38414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3421">
            <a:extLst xmlns:a="http://schemas.openxmlformats.org/drawingml/2006/main">
              <a:ext uri="{FF2B5EF4-FFF2-40B4-BE49-F238E27FC236}">
                <a16:creationId xmlns:a16="http://schemas.microsoft.com/office/drawing/2014/main" id="{BC80DC0A-DC9C-4894-B941-986C8756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912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3422">
            <a:extLst xmlns:a="http://schemas.openxmlformats.org/drawingml/2006/main">
              <a:ext uri="{FF2B5EF4-FFF2-40B4-BE49-F238E27FC236}">
                <a16:creationId xmlns:a16="http://schemas.microsoft.com/office/drawing/2014/main" id="{666C2F26-7DBA-4BC6-85AC-A4F473D6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0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3423">
            <a:extLst xmlns:a="http://schemas.openxmlformats.org/drawingml/2006/main">
              <a:ext uri="{FF2B5EF4-FFF2-40B4-BE49-F238E27FC236}">
                <a16:creationId xmlns:a16="http://schemas.microsoft.com/office/drawing/2014/main" id="{D04F3CD6-77CC-4382-A2FD-3B7C1CC6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7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3424">
            <a:extLst xmlns:a="http://schemas.openxmlformats.org/drawingml/2006/main">
              <a:ext uri="{FF2B5EF4-FFF2-40B4-BE49-F238E27FC236}">
                <a16:creationId xmlns:a16="http://schemas.microsoft.com/office/drawing/2014/main" id="{CCC9033E-46F1-4A8E-BB56-1A281EE6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4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3425">
            <a:extLst xmlns:a="http://schemas.openxmlformats.org/drawingml/2006/main">
              <a:ext uri="{FF2B5EF4-FFF2-40B4-BE49-F238E27FC236}">
                <a16:creationId xmlns:a16="http://schemas.microsoft.com/office/drawing/2014/main" id="{F50AD544-7EDF-43B0-837A-C4AA1FAB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70" y="28851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9" name="data_3426">
            <a:extLst xmlns:a="http://schemas.openxmlformats.org/drawingml/2006/main">
              <a:ext uri="{FF2B5EF4-FFF2-40B4-BE49-F238E27FC236}">
                <a16:creationId xmlns:a16="http://schemas.microsoft.com/office/drawing/2014/main" id="{0D5495CD-EF33-4524-99AD-087E713C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73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0" name="data_3427">
            <a:extLst xmlns:a="http://schemas.openxmlformats.org/drawingml/2006/main">
              <a:ext uri="{FF2B5EF4-FFF2-40B4-BE49-F238E27FC236}">
                <a16:creationId xmlns:a16="http://schemas.microsoft.com/office/drawing/2014/main" id="{5F9B0219-26AB-4A39-9917-6B1AA635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945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1" name="data_3428">
            <a:extLst xmlns:a="http://schemas.openxmlformats.org/drawingml/2006/main">
              <a:ext uri="{FF2B5EF4-FFF2-40B4-BE49-F238E27FC236}">
                <a16:creationId xmlns:a16="http://schemas.microsoft.com/office/drawing/2014/main" id="{B1DEFF73-5C8D-4025-AAA8-D704D944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04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2" name="data_3429">
            <a:extLst xmlns:a="http://schemas.openxmlformats.org/drawingml/2006/main">
              <a:ext uri="{FF2B5EF4-FFF2-40B4-BE49-F238E27FC236}">
                <a16:creationId xmlns:a16="http://schemas.microsoft.com/office/drawing/2014/main" id="{3F0C4B3C-DD6B-4846-A2C5-8B577949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3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3" name="data_3430">
            <a:extLst xmlns:a="http://schemas.openxmlformats.org/drawingml/2006/main">
              <a:ext uri="{FF2B5EF4-FFF2-40B4-BE49-F238E27FC236}">
                <a16:creationId xmlns:a16="http://schemas.microsoft.com/office/drawing/2014/main" id="{ADB0D696-FF0C-4219-A646-2D5FB535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43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4" name="data_3431">
            <a:extLst xmlns:a="http://schemas.openxmlformats.org/drawingml/2006/main">
              <a:ext uri="{FF2B5EF4-FFF2-40B4-BE49-F238E27FC236}">
                <a16:creationId xmlns:a16="http://schemas.microsoft.com/office/drawing/2014/main" id="{DB986B27-4877-49BB-B89B-73FE76BB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91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5" name="data_3432">
            <a:extLst xmlns:a="http://schemas.openxmlformats.org/drawingml/2006/main">
              <a:ext uri="{FF2B5EF4-FFF2-40B4-BE49-F238E27FC236}">
                <a16:creationId xmlns:a16="http://schemas.microsoft.com/office/drawing/2014/main" id="{AA75FBC7-F49B-4E00-952D-990138E5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554" y="30037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6" name="data_3433">
            <a:extLst xmlns:a="http://schemas.openxmlformats.org/drawingml/2006/main">
              <a:ext uri="{FF2B5EF4-FFF2-40B4-BE49-F238E27FC236}">
                <a16:creationId xmlns:a16="http://schemas.microsoft.com/office/drawing/2014/main" id="{EFEB5613-EB7C-427C-8059-1676C16C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7" name="data_3434">
            <a:extLst xmlns:a="http://schemas.openxmlformats.org/drawingml/2006/main">
              <a:ext uri="{FF2B5EF4-FFF2-40B4-BE49-F238E27FC236}">
                <a16:creationId xmlns:a16="http://schemas.microsoft.com/office/drawing/2014/main" id="{431606E1-B19B-44A4-93E8-CF7C440D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97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8" name="data_3435">
            <a:extLst xmlns:a="http://schemas.openxmlformats.org/drawingml/2006/main">
              <a:ext uri="{FF2B5EF4-FFF2-40B4-BE49-F238E27FC236}">
                <a16:creationId xmlns:a16="http://schemas.microsoft.com/office/drawing/2014/main" id="{BE6DD5CA-127C-4884-9B0A-0926D9C0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57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9" name="data_3436">
            <a:extLst xmlns:a="http://schemas.openxmlformats.org/drawingml/2006/main">
              <a:ext uri="{FF2B5EF4-FFF2-40B4-BE49-F238E27FC236}">
                <a16:creationId xmlns:a16="http://schemas.microsoft.com/office/drawing/2014/main" id="{0480B22C-C101-453F-8DED-78151D54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751" y="3530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0" name="data_3437">
            <a:extLst xmlns:a="http://schemas.openxmlformats.org/drawingml/2006/main">
              <a:ext uri="{FF2B5EF4-FFF2-40B4-BE49-F238E27FC236}">
                <a16:creationId xmlns:a16="http://schemas.microsoft.com/office/drawing/2014/main" id="{8A4AD106-DB74-4AD3-971B-EE7CC6F2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5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1" name="data_3438">
            <a:extLst xmlns:a="http://schemas.openxmlformats.org/drawingml/2006/main">
              <a:ext uri="{FF2B5EF4-FFF2-40B4-BE49-F238E27FC236}">
                <a16:creationId xmlns:a16="http://schemas.microsoft.com/office/drawing/2014/main" id="{564A1D0A-637A-4B55-98DC-F6398D5A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724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2" name="data_3439">
            <a:extLst xmlns:a="http://schemas.openxmlformats.org/drawingml/2006/main">
              <a:ext uri="{FF2B5EF4-FFF2-40B4-BE49-F238E27FC236}">
                <a16:creationId xmlns:a16="http://schemas.microsoft.com/office/drawing/2014/main" id="{F69E661C-72C4-4F59-952E-3DD39F8A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4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3440">
            <a:extLst xmlns:a="http://schemas.openxmlformats.org/drawingml/2006/main">
              <a:ext uri="{FF2B5EF4-FFF2-40B4-BE49-F238E27FC236}">
                <a16:creationId xmlns:a16="http://schemas.microsoft.com/office/drawing/2014/main" id="{A5D083C8-EC06-4CFF-A4E7-3B706E90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8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4" name="data_3441">
            <a:extLst xmlns:a="http://schemas.openxmlformats.org/drawingml/2006/main">
              <a:ext uri="{FF2B5EF4-FFF2-40B4-BE49-F238E27FC236}">
                <a16:creationId xmlns:a16="http://schemas.microsoft.com/office/drawing/2014/main" id="{B5405716-4882-4A16-B174-906A0581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653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5" name="data_3442">
            <a:extLst xmlns:a="http://schemas.openxmlformats.org/drawingml/2006/main">
              <a:ext uri="{FF2B5EF4-FFF2-40B4-BE49-F238E27FC236}">
                <a16:creationId xmlns:a16="http://schemas.microsoft.com/office/drawing/2014/main" id="{AD461868-DF53-4C12-9006-A7725ED6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33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6" name="data_3443">
            <a:extLst xmlns:a="http://schemas.openxmlformats.org/drawingml/2006/main">
              <a:ext uri="{FF2B5EF4-FFF2-40B4-BE49-F238E27FC236}">
                <a16:creationId xmlns:a16="http://schemas.microsoft.com/office/drawing/2014/main" id="{CC293BD4-420E-46FD-B9BA-A4E16621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6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7" name="data_3444">
            <a:extLst xmlns:a="http://schemas.openxmlformats.org/drawingml/2006/main">
              <a:ext uri="{FF2B5EF4-FFF2-40B4-BE49-F238E27FC236}">
                <a16:creationId xmlns:a16="http://schemas.microsoft.com/office/drawing/2014/main" id="{FE35E9A5-5F24-49B8-8708-0EF92A97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8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8" name="data_3445">
            <a:extLst xmlns:a="http://schemas.openxmlformats.org/drawingml/2006/main">
              <a:ext uri="{FF2B5EF4-FFF2-40B4-BE49-F238E27FC236}">
                <a16:creationId xmlns:a16="http://schemas.microsoft.com/office/drawing/2014/main" id="{0780B1F2-9342-4BA1-AB9B-03B966CC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5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9" name="data_3446">
            <a:extLst xmlns:a="http://schemas.openxmlformats.org/drawingml/2006/main">
              <a:ext uri="{FF2B5EF4-FFF2-40B4-BE49-F238E27FC236}">
                <a16:creationId xmlns:a16="http://schemas.microsoft.com/office/drawing/2014/main" id="{80D53A7A-C7DC-4FDE-AC26-C8D57DD5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45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0" name="data_3447">
            <a:extLst xmlns:a="http://schemas.openxmlformats.org/drawingml/2006/main">
              <a:ext uri="{FF2B5EF4-FFF2-40B4-BE49-F238E27FC236}">
                <a16:creationId xmlns:a16="http://schemas.microsoft.com/office/drawing/2014/main" id="{433845D6-C2B7-411B-8129-958A9971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16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1" name="data_3448">
            <a:extLst xmlns:a="http://schemas.openxmlformats.org/drawingml/2006/main">
              <a:ext uri="{FF2B5EF4-FFF2-40B4-BE49-F238E27FC236}">
                <a16:creationId xmlns:a16="http://schemas.microsoft.com/office/drawing/2014/main" id="{936DF206-12F0-4514-819F-9AC1DF15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3378" y="35113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2" name="data_3449">
            <a:extLst xmlns:a="http://schemas.openxmlformats.org/drawingml/2006/main">
              <a:ext uri="{FF2B5EF4-FFF2-40B4-BE49-F238E27FC236}">
                <a16:creationId xmlns:a16="http://schemas.microsoft.com/office/drawing/2014/main" id="{033EBC30-42AD-4826-8B13-A78EE416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40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3" name="data_3450">
            <a:extLst xmlns:a="http://schemas.openxmlformats.org/drawingml/2006/main">
              <a:ext uri="{FF2B5EF4-FFF2-40B4-BE49-F238E27FC236}">
                <a16:creationId xmlns:a16="http://schemas.microsoft.com/office/drawing/2014/main" id="{8A8A734C-AEFF-40F5-90C9-B5898EB1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298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4" name="data_3451">
            <a:extLst xmlns:a="http://schemas.openxmlformats.org/drawingml/2006/main">
              <a:ext uri="{FF2B5EF4-FFF2-40B4-BE49-F238E27FC236}">
                <a16:creationId xmlns:a16="http://schemas.microsoft.com/office/drawing/2014/main" id="{807B1517-6425-42B2-9335-4360418C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7482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5" name="data_3452">
            <a:extLst xmlns:a="http://schemas.openxmlformats.org/drawingml/2006/main">
              <a:ext uri="{FF2B5EF4-FFF2-40B4-BE49-F238E27FC236}">
                <a16:creationId xmlns:a16="http://schemas.microsoft.com/office/drawing/2014/main" id="{793C5DB9-C07A-473A-B936-C1CE06D5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233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6" name="data_3453">
            <a:extLst xmlns:a="http://schemas.openxmlformats.org/drawingml/2006/main">
              <a:ext uri="{FF2B5EF4-FFF2-40B4-BE49-F238E27FC236}">
                <a16:creationId xmlns:a16="http://schemas.microsoft.com/office/drawing/2014/main" id="{179225D1-5386-4B55-A97B-87E634D6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3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7" name="data_3454">
            <a:extLst xmlns:a="http://schemas.openxmlformats.org/drawingml/2006/main">
              <a:ext uri="{FF2B5EF4-FFF2-40B4-BE49-F238E27FC236}">
                <a16:creationId xmlns:a16="http://schemas.microsoft.com/office/drawing/2014/main" id="{94CD3EE3-2B03-4C65-B55F-C681648B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49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8" name="data_3455">
            <a:extLst xmlns:a="http://schemas.openxmlformats.org/drawingml/2006/main">
              <a:ext uri="{FF2B5EF4-FFF2-40B4-BE49-F238E27FC236}">
                <a16:creationId xmlns:a16="http://schemas.microsoft.com/office/drawing/2014/main" id="{36F46017-99FC-41A9-9058-946CA6B9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3970" y="359062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9" name="data_3456">
            <a:extLst xmlns:a="http://schemas.openxmlformats.org/drawingml/2006/main">
              <a:ext uri="{FF2B5EF4-FFF2-40B4-BE49-F238E27FC236}">
                <a16:creationId xmlns:a16="http://schemas.microsoft.com/office/drawing/2014/main" id="{6530D5D2-16CE-451E-B3F5-8968FD7A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893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0" name="data_3457">
            <a:extLst xmlns:a="http://schemas.openxmlformats.org/drawingml/2006/main">
              <a:ext uri="{FF2B5EF4-FFF2-40B4-BE49-F238E27FC236}">
                <a16:creationId xmlns:a16="http://schemas.microsoft.com/office/drawing/2014/main" id="{C8E9A9A7-D60D-496E-BF07-24F2865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7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1" name="data_3458">
            <a:extLst xmlns:a="http://schemas.openxmlformats.org/drawingml/2006/main">
              <a:ext uri="{FF2B5EF4-FFF2-40B4-BE49-F238E27FC236}">
                <a16:creationId xmlns:a16="http://schemas.microsoft.com/office/drawing/2014/main" id="{B1F719C3-4409-4486-9721-072D77B4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9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3459">
            <a:extLst xmlns:a="http://schemas.openxmlformats.org/drawingml/2006/main">
              <a:ext uri="{FF2B5EF4-FFF2-40B4-BE49-F238E27FC236}">
                <a16:creationId xmlns:a16="http://schemas.microsoft.com/office/drawing/2014/main" id="{CA064E14-DEB8-4AC7-8DC8-FB0EA8B6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522" y="3720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3460">
            <a:extLst xmlns:a="http://schemas.openxmlformats.org/drawingml/2006/main">
              <a:ext uri="{FF2B5EF4-FFF2-40B4-BE49-F238E27FC236}">
                <a16:creationId xmlns:a16="http://schemas.microsoft.com/office/drawing/2014/main" id="{4B2698B2-97D0-4893-871D-4E236968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4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3461">
            <a:extLst xmlns:a="http://schemas.openxmlformats.org/drawingml/2006/main">
              <a:ext uri="{FF2B5EF4-FFF2-40B4-BE49-F238E27FC236}">
                <a16:creationId xmlns:a16="http://schemas.microsoft.com/office/drawing/2014/main" id="{6F65E466-AF0F-48EF-B66F-1479B135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6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3462">
            <a:extLst xmlns:a="http://schemas.openxmlformats.org/drawingml/2006/main">
              <a:ext uri="{FF2B5EF4-FFF2-40B4-BE49-F238E27FC236}">
                <a16:creationId xmlns:a16="http://schemas.microsoft.com/office/drawing/2014/main" id="{BB8ECBB2-E242-4EB8-9643-FF3F79B8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1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3463">
            <a:extLst xmlns:a="http://schemas.openxmlformats.org/drawingml/2006/main">
              <a:ext uri="{FF2B5EF4-FFF2-40B4-BE49-F238E27FC236}">
                <a16:creationId xmlns:a16="http://schemas.microsoft.com/office/drawing/2014/main" id="{FB7149A6-C9FC-404E-A15E-68AE3C7E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6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3464">
            <a:extLst xmlns:a="http://schemas.openxmlformats.org/drawingml/2006/main">
              <a:ext uri="{FF2B5EF4-FFF2-40B4-BE49-F238E27FC236}">
                <a16:creationId xmlns:a16="http://schemas.microsoft.com/office/drawing/2014/main" id="{1DE3F6EB-A274-4BAE-92A1-64636104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5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3465">
            <a:extLst xmlns:a="http://schemas.openxmlformats.org/drawingml/2006/main">
              <a:ext uri="{FF2B5EF4-FFF2-40B4-BE49-F238E27FC236}">
                <a16:creationId xmlns:a16="http://schemas.microsoft.com/office/drawing/2014/main" id="{43D02846-039D-46AB-9703-CC6280CA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1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3466">
            <a:extLst xmlns:a="http://schemas.openxmlformats.org/drawingml/2006/main">
              <a:ext uri="{FF2B5EF4-FFF2-40B4-BE49-F238E27FC236}">
                <a16:creationId xmlns:a16="http://schemas.microsoft.com/office/drawing/2014/main" id="{DF0921C1-4C86-40C7-910E-C79E81FC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0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3467">
            <a:extLst xmlns:a="http://schemas.openxmlformats.org/drawingml/2006/main">
              <a:ext uri="{FF2B5EF4-FFF2-40B4-BE49-F238E27FC236}">
                <a16:creationId xmlns:a16="http://schemas.microsoft.com/office/drawing/2014/main" id="{73A98F78-C25B-4FC6-88B2-A6224D6C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031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3468">
            <a:extLst xmlns:a="http://schemas.openxmlformats.org/drawingml/2006/main">
              <a:ext uri="{FF2B5EF4-FFF2-40B4-BE49-F238E27FC236}">
                <a16:creationId xmlns:a16="http://schemas.microsoft.com/office/drawing/2014/main" id="{2EEA9009-8841-4C9B-A4A3-AE9C1748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58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3469">
            <a:extLst xmlns:a="http://schemas.openxmlformats.org/drawingml/2006/main">
              <a:ext uri="{FF2B5EF4-FFF2-40B4-BE49-F238E27FC236}">
                <a16:creationId xmlns:a16="http://schemas.microsoft.com/office/drawing/2014/main" id="{96C359E3-8A8B-47DD-88BC-E889F218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426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3470">
            <a:extLst xmlns:a="http://schemas.openxmlformats.org/drawingml/2006/main">
              <a:ext uri="{FF2B5EF4-FFF2-40B4-BE49-F238E27FC236}">
                <a16:creationId xmlns:a16="http://schemas.microsoft.com/office/drawing/2014/main" id="{5B0BE4C7-B41A-4BE5-B655-4C330989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0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3471">
            <a:extLst xmlns:a="http://schemas.openxmlformats.org/drawingml/2006/main">
              <a:ext uri="{FF2B5EF4-FFF2-40B4-BE49-F238E27FC236}">
                <a16:creationId xmlns:a16="http://schemas.microsoft.com/office/drawing/2014/main" id="{AFCA0224-5100-4179-B28D-B135F7E1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2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3472">
            <a:extLst xmlns:a="http://schemas.openxmlformats.org/drawingml/2006/main">
              <a:ext uri="{FF2B5EF4-FFF2-40B4-BE49-F238E27FC236}">
                <a16:creationId xmlns:a16="http://schemas.microsoft.com/office/drawing/2014/main" id="{3F582C0D-F5F7-4434-BC35-CB468A37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3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3473">
            <a:extLst xmlns:a="http://schemas.openxmlformats.org/drawingml/2006/main">
              <a:ext uri="{FF2B5EF4-FFF2-40B4-BE49-F238E27FC236}">
                <a16:creationId xmlns:a16="http://schemas.microsoft.com/office/drawing/2014/main" id="{ECFFB478-B99C-49E9-A4A8-A83B473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8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3474">
            <a:extLst xmlns:a="http://schemas.openxmlformats.org/drawingml/2006/main">
              <a:ext uri="{FF2B5EF4-FFF2-40B4-BE49-F238E27FC236}">
                <a16:creationId xmlns:a16="http://schemas.microsoft.com/office/drawing/2014/main" id="{C5028BB7-D97C-4320-B96E-81E1B48F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402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3475">
            <a:extLst xmlns:a="http://schemas.openxmlformats.org/drawingml/2006/main">
              <a:ext uri="{FF2B5EF4-FFF2-40B4-BE49-F238E27FC236}">
                <a16:creationId xmlns:a16="http://schemas.microsoft.com/office/drawing/2014/main" id="{0D8317BE-4B6F-4B5D-8881-A510FAFE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46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3476">
            <a:extLst xmlns:a="http://schemas.openxmlformats.org/drawingml/2006/main">
              <a:ext uri="{FF2B5EF4-FFF2-40B4-BE49-F238E27FC236}">
                <a16:creationId xmlns:a16="http://schemas.microsoft.com/office/drawing/2014/main" id="{86513300-13AD-4DA1-B7D7-B3272BC3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29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3477">
            <a:extLst xmlns:a="http://schemas.openxmlformats.org/drawingml/2006/main">
              <a:ext uri="{FF2B5EF4-FFF2-40B4-BE49-F238E27FC236}">
                <a16:creationId xmlns:a16="http://schemas.microsoft.com/office/drawing/2014/main" id="{2FCAE948-C8C6-4396-BD75-69313626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69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3478">
            <a:extLst xmlns:a="http://schemas.openxmlformats.org/drawingml/2006/main">
              <a:ext uri="{FF2B5EF4-FFF2-40B4-BE49-F238E27FC236}">
                <a16:creationId xmlns:a16="http://schemas.microsoft.com/office/drawing/2014/main" id="{5C84348E-FEA6-4135-B560-9072A56E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70" y="34528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3479">
            <a:extLst xmlns:a="http://schemas.openxmlformats.org/drawingml/2006/main">
              <a:ext uri="{FF2B5EF4-FFF2-40B4-BE49-F238E27FC236}">
                <a16:creationId xmlns:a16="http://schemas.microsoft.com/office/drawing/2014/main" id="{DB11F676-D705-4A7E-B3C0-969F3527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3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3480">
            <a:extLst xmlns:a="http://schemas.openxmlformats.org/drawingml/2006/main">
              <a:ext uri="{FF2B5EF4-FFF2-40B4-BE49-F238E27FC236}">
                <a16:creationId xmlns:a16="http://schemas.microsoft.com/office/drawing/2014/main" id="{341646A9-45C1-4F7E-9D6C-C3A8A47D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0326" y="2399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3481">
            <a:extLst xmlns:a="http://schemas.openxmlformats.org/drawingml/2006/main">
              <a:ext uri="{FF2B5EF4-FFF2-40B4-BE49-F238E27FC236}">
                <a16:creationId xmlns:a16="http://schemas.microsoft.com/office/drawing/2014/main" id="{945988EE-0898-4049-9452-2E78802B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103" y="27109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3482">
            <a:extLst xmlns:a="http://schemas.openxmlformats.org/drawingml/2006/main">
              <a:ext uri="{FF2B5EF4-FFF2-40B4-BE49-F238E27FC236}">
                <a16:creationId xmlns:a16="http://schemas.microsoft.com/office/drawing/2014/main" id="{C8ABF8C9-10E0-42BE-9CA3-87ECCCC8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3295" y="31769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3483">
            <a:extLst xmlns:a="http://schemas.openxmlformats.org/drawingml/2006/main">
              <a:ext uri="{FF2B5EF4-FFF2-40B4-BE49-F238E27FC236}">
                <a16:creationId xmlns:a16="http://schemas.microsoft.com/office/drawing/2014/main" id="{7E41A2BB-5B04-4591-9718-032F45C9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6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3484">
            <a:extLst xmlns:a="http://schemas.openxmlformats.org/drawingml/2006/main">
              <a:ext uri="{FF2B5EF4-FFF2-40B4-BE49-F238E27FC236}">
                <a16:creationId xmlns:a16="http://schemas.microsoft.com/office/drawing/2014/main" id="{6E0754A9-365D-4975-9F18-35FFA8F1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16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3485">
            <a:extLst xmlns:a="http://schemas.openxmlformats.org/drawingml/2006/main">
              <a:ext uri="{FF2B5EF4-FFF2-40B4-BE49-F238E27FC236}">
                <a16:creationId xmlns:a16="http://schemas.microsoft.com/office/drawing/2014/main" id="{F6611167-2A6B-48E9-9266-F88D3868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503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3486">
            <a:extLst xmlns:a="http://schemas.openxmlformats.org/drawingml/2006/main">
              <a:ext uri="{FF2B5EF4-FFF2-40B4-BE49-F238E27FC236}">
                <a16:creationId xmlns:a16="http://schemas.microsoft.com/office/drawing/2014/main" id="{AE0ADDE7-D96F-4720-A2AF-01878B23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8114" y="39319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3487">
            <a:extLst xmlns:a="http://schemas.openxmlformats.org/drawingml/2006/main">
              <a:ext uri="{FF2B5EF4-FFF2-40B4-BE49-F238E27FC236}">
                <a16:creationId xmlns:a16="http://schemas.microsoft.com/office/drawing/2014/main" id="{AF4D1D40-8BB3-4839-9284-AEF92CAC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04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3488">
            <a:extLst xmlns:a="http://schemas.openxmlformats.org/drawingml/2006/main">
              <a:ext uri="{FF2B5EF4-FFF2-40B4-BE49-F238E27FC236}">
                <a16:creationId xmlns:a16="http://schemas.microsoft.com/office/drawing/2014/main" id="{F8435FB0-890A-4B11-AE0D-20B60F27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09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3489">
            <a:extLst xmlns:a="http://schemas.openxmlformats.org/drawingml/2006/main">
              <a:ext uri="{FF2B5EF4-FFF2-40B4-BE49-F238E27FC236}">
                <a16:creationId xmlns:a16="http://schemas.microsoft.com/office/drawing/2014/main" id="{92DEFDCA-6E10-42CE-872C-8758480F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3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3490">
            <a:extLst xmlns:a="http://schemas.openxmlformats.org/drawingml/2006/main">
              <a:ext uri="{FF2B5EF4-FFF2-40B4-BE49-F238E27FC236}">
                <a16:creationId xmlns:a16="http://schemas.microsoft.com/office/drawing/2014/main" id="{759E0CAE-39E5-4FAC-98F4-E29B6164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1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3491">
            <a:extLst xmlns:a="http://schemas.openxmlformats.org/drawingml/2006/main">
              <a:ext uri="{FF2B5EF4-FFF2-40B4-BE49-F238E27FC236}">
                <a16:creationId xmlns:a16="http://schemas.microsoft.com/office/drawing/2014/main" id="{468C82E9-C9A3-4C1B-BD3A-568C6517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690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3492">
            <a:extLst xmlns:a="http://schemas.openxmlformats.org/drawingml/2006/main">
              <a:ext uri="{FF2B5EF4-FFF2-40B4-BE49-F238E27FC236}">
                <a16:creationId xmlns:a16="http://schemas.microsoft.com/office/drawing/2014/main" id="{79D3191B-FE06-4B88-B9AE-FB0ED36A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6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3493">
            <a:extLst xmlns:a="http://schemas.openxmlformats.org/drawingml/2006/main">
              <a:ext uri="{FF2B5EF4-FFF2-40B4-BE49-F238E27FC236}">
                <a16:creationId xmlns:a16="http://schemas.microsoft.com/office/drawing/2014/main" id="{79B0B80C-A2A5-4DA4-885D-D4D7A7A2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640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3494">
            <a:extLst xmlns:a="http://schemas.openxmlformats.org/drawingml/2006/main">
              <a:ext uri="{FF2B5EF4-FFF2-40B4-BE49-F238E27FC236}">
                <a16:creationId xmlns:a16="http://schemas.microsoft.com/office/drawing/2014/main" id="{23E085D9-145D-4A73-B3B6-EB659F08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596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3495">
            <a:extLst xmlns:a="http://schemas.openxmlformats.org/drawingml/2006/main">
              <a:ext uri="{FF2B5EF4-FFF2-40B4-BE49-F238E27FC236}">
                <a16:creationId xmlns:a16="http://schemas.microsoft.com/office/drawing/2014/main" id="{802005BB-A8EB-42B4-A12A-218C0AA9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3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3496">
            <a:extLst xmlns:a="http://schemas.openxmlformats.org/drawingml/2006/main">
              <a:ext uri="{FF2B5EF4-FFF2-40B4-BE49-F238E27FC236}">
                <a16:creationId xmlns:a16="http://schemas.microsoft.com/office/drawing/2014/main" id="{69A6B862-4D37-48AA-87A0-9F3032D8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9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3497">
            <a:extLst xmlns:a="http://schemas.openxmlformats.org/drawingml/2006/main">
              <a:ext uri="{FF2B5EF4-FFF2-40B4-BE49-F238E27FC236}">
                <a16:creationId xmlns:a16="http://schemas.microsoft.com/office/drawing/2014/main" id="{814F1B99-D82E-412A-80B2-E8751AED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052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3498">
            <a:extLst xmlns:a="http://schemas.openxmlformats.org/drawingml/2006/main">
              <a:ext uri="{FF2B5EF4-FFF2-40B4-BE49-F238E27FC236}">
                <a16:creationId xmlns:a16="http://schemas.microsoft.com/office/drawing/2014/main" id="{FBB7F855-E009-4910-8193-AC539F79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8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3499">
            <a:extLst xmlns:a="http://schemas.openxmlformats.org/drawingml/2006/main">
              <a:ext uri="{FF2B5EF4-FFF2-40B4-BE49-F238E27FC236}">
                <a16:creationId xmlns:a16="http://schemas.microsoft.com/office/drawing/2014/main" id="{8E3BAC77-175E-40AD-8F9D-C1A56C74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49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3500">
            <a:extLst xmlns:a="http://schemas.openxmlformats.org/drawingml/2006/main">
              <a:ext uri="{FF2B5EF4-FFF2-40B4-BE49-F238E27FC236}">
                <a16:creationId xmlns:a16="http://schemas.microsoft.com/office/drawing/2014/main" id="{80E15068-E696-42E6-937B-9F0FA124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84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3501">
            <a:extLst xmlns:a="http://schemas.openxmlformats.org/drawingml/2006/main">
              <a:ext uri="{FF2B5EF4-FFF2-40B4-BE49-F238E27FC236}">
                <a16:creationId xmlns:a16="http://schemas.microsoft.com/office/drawing/2014/main" id="{23A61DD1-DF3B-47F9-A2A3-574C62E0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74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3502">
            <a:extLst xmlns:a="http://schemas.openxmlformats.org/drawingml/2006/main">
              <a:ext uri="{FF2B5EF4-FFF2-40B4-BE49-F238E27FC236}">
                <a16:creationId xmlns:a16="http://schemas.microsoft.com/office/drawing/2014/main" id="{7A47A649-A998-4C77-A80D-7E6F85F1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9484" y="34739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3503">
            <a:extLst xmlns:a="http://schemas.openxmlformats.org/drawingml/2006/main">
              <a:ext uri="{FF2B5EF4-FFF2-40B4-BE49-F238E27FC236}">
                <a16:creationId xmlns:a16="http://schemas.microsoft.com/office/drawing/2014/main" id="{185C6A87-293C-499D-A4B7-6C15379A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5516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3504">
            <a:extLst xmlns:a="http://schemas.openxmlformats.org/drawingml/2006/main">
              <a:ext uri="{FF2B5EF4-FFF2-40B4-BE49-F238E27FC236}">
                <a16:creationId xmlns:a16="http://schemas.microsoft.com/office/drawing/2014/main" id="{DC1BD3A8-A520-4D99-86EF-63AE8970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0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3505">
            <a:extLst xmlns:a="http://schemas.openxmlformats.org/drawingml/2006/main">
              <a:ext uri="{FF2B5EF4-FFF2-40B4-BE49-F238E27FC236}">
                <a16:creationId xmlns:a16="http://schemas.microsoft.com/office/drawing/2014/main" id="{08EC2C27-FB88-4104-985D-1A0B7533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449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3506">
            <a:extLst xmlns:a="http://schemas.openxmlformats.org/drawingml/2006/main">
              <a:ext uri="{FF2B5EF4-FFF2-40B4-BE49-F238E27FC236}">
                <a16:creationId xmlns:a16="http://schemas.microsoft.com/office/drawing/2014/main" id="{8E0240B4-5629-4C00-9ED3-5DDE9BAD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81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3507">
            <a:extLst xmlns:a="http://schemas.openxmlformats.org/drawingml/2006/main">
              <a:ext uri="{FF2B5EF4-FFF2-40B4-BE49-F238E27FC236}">
                <a16:creationId xmlns:a16="http://schemas.microsoft.com/office/drawing/2014/main" id="{1889C1FC-32DB-442E-8584-71E761C8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0045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3508">
            <a:extLst xmlns:a="http://schemas.openxmlformats.org/drawingml/2006/main">
              <a:ext uri="{FF2B5EF4-FFF2-40B4-BE49-F238E27FC236}">
                <a16:creationId xmlns:a16="http://schemas.microsoft.com/office/drawing/2014/main" id="{98158EFD-A734-419D-B7F9-E0045B53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815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3509">
            <a:extLst xmlns:a="http://schemas.openxmlformats.org/drawingml/2006/main">
              <a:ext uri="{FF2B5EF4-FFF2-40B4-BE49-F238E27FC236}">
                <a16:creationId xmlns:a16="http://schemas.microsoft.com/office/drawing/2014/main" id="{EA4CC46D-E5A4-400F-9BAF-CF95BC2F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4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3510">
            <a:extLst xmlns:a="http://schemas.openxmlformats.org/drawingml/2006/main">
              <a:ext uri="{FF2B5EF4-FFF2-40B4-BE49-F238E27FC236}">
                <a16:creationId xmlns:a16="http://schemas.microsoft.com/office/drawing/2014/main" id="{07D17CC7-AB54-4D8F-8E3E-9BD0B88B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9968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3511">
            <a:extLst xmlns:a="http://schemas.openxmlformats.org/drawingml/2006/main">
              <a:ext uri="{FF2B5EF4-FFF2-40B4-BE49-F238E27FC236}">
                <a16:creationId xmlns:a16="http://schemas.microsoft.com/office/drawing/2014/main" id="{E4E3C745-C3F0-48AF-A97C-8C66665B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23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3512">
            <a:extLst xmlns:a="http://schemas.openxmlformats.org/drawingml/2006/main">
              <a:ext uri="{FF2B5EF4-FFF2-40B4-BE49-F238E27FC236}">
                <a16:creationId xmlns:a16="http://schemas.microsoft.com/office/drawing/2014/main" id="{BB4BE136-D06A-43A9-B0FE-61E32174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3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3513">
            <a:extLst xmlns:a="http://schemas.openxmlformats.org/drawingml/2006/main">
              <a:ext uri="{FF2B5EF4-FFF2-40B4-BE49-F238E27FC236}">
                <a16:creationId xmlns:a16="http://schemas.microsoft.com/office/drawing/2014/main" id="{7D5ED0B9-435D-4DF8-95E9-08163E08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160" y="3849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3514">
            <a:extLst xmlns:a="http://schemas.openxmlformats.org/drawingml/2006/main">
              <a:ext uri="{FF2B5EF4-FFF2-40B4-BE49-F238E27FC236}">
                <a16:creationId xmlns:a16="http://schemas.microsoft.com/office/drawing/2014/main" id="{A47C424C-14F3-4DCF-8A12-6F4D4638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08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3515">
            <a:extLst xmlns:a="http://schemas.openxmlformats.org/drawingml/2006/main">
              <a:ext uri="{FF2B5EF4-FFF2-40B4-BE49-F238E27FC236}">
                <a16:creationId xmlns:a16="http://schemas.microsoft.com/office/drawing/2014/main" id="{50118F6C-7E9E-49EF-8DF7-FF5DFA19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3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3516">
            <a:extLst xmlns:a="http://schemas.openxmlformats.org/drawingml/2006/main">
              <a:ext uri="{FF2B5EF4-FFF2-40B4-BE49-F238E27FC236}">
                <a16:creationId xmlns:a16="http://schemas.microsoft.com/office/drawing/2014/main" id="{3432BC6E-91DA-4A50-8253-B0148D98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3" y="299640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3517">
            <a:extLst xmlns:a="http://schemas.openxmlformats.org/drawingml/2006/main">
              <a:ext uri="{FF2B5EF4-FFF2-40B4-BE49-F238E27FC236}">
                <a16:creationId xmlns:a16="http://schemas.microsoft.com/office/drawing/2014/main" id="{53236154-254A-440A-AC40-4F851D5C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5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3518">
            <a:extLst xmlns:a="http://schemas.openxmlformats.org/drawingml/2006/main">
              <a:ext uri="{FF2B5EF4-FFF2-40B4-BE49-F238E27FC236}">
                <a16:creationId xmlns:a16="http://schemas.microsoft.com/office/drawing/2014/main" id="{2E4E4C53-C946-4A53-B9AD-54C480CF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06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3519">
            <a:extLst xmlns:a="http://schemas.openxmlformats.org/drawingml/2006/main">
              <a:ext uri="{FF2B5EF4-FFF2-40B4-BE49-F238E27FC236}">
                <a16:creationId xmlns:a16="http://schemas.microsoft.com/office/drawing/2014/main" id="{D30A50A9-180B-4707-9B03-4FEBD4DC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09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3520">
            <a:extLst xmlns:a="http://schemas.openxmlformats.org/drawingml/2006/main">
              <a:ext uri="{FF2B5EF4-FFF2-40B4-BE49-F238E27FC236}">
                <a16:creationId xmlns:a16="http://schemas.microsoft.com/office/drawing/2014/main" id="{69FE77BA-1A44-4299-B525-9BC106F6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3521">
            <a:extLst xmlns:a="http://schemas.openxmlformats.org/drawingml/2006/main">
              <a:ext uri="{FF2B5EF4-FFF2-40B4-BE49-F238E27FC236}">
                <a16:creationId xmlns:a16="http://schemas.microsoft.com/office/drawing/2014/main" id="{032F8C3E-A730-4C21-8491-DF15BE00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056" y="24345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3522">
            <a:extLst xmlns:a="http://schemas.openxmlformats.org/drawingml/2006/main">
              <a:ext uri="{FF2B5EF4-FFF2-40B4-BE49-F238E27FC236}">
                <a16:creationId xmlns:a16="http://schemas.microsoft.com/office/drawing/2014/main" id="{BE007B8C-7229-4D51-9F12-06C2B2C9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96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3523">
            <a:extLst xmlns:a="http://schemas.openxmlformats.org/drawingml/2006/main">
              <a:ext uri="{FF2B5EF4-FFF2-40B4-BE49-F238E27FC236}">
                <a16:creationId xmlns:a16="http://schemas.microsoft.com/office/drawing/2014/main" id="{4A63A5F0-1A5C-4BC3-BC25-AF934A1C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6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3524">
            <a:extLst xmlns:a="http://schemas.openxmlformats.org/drawingml/2006/main">
              <a:ext uri="{FF2B5EF4-FFF2-40B4-BE49-F238E27FC236}">
                <a16:creationId xmlns:a16="http://schemas.microsoft.com/office/drawing/2014/main" id="{86760A9E-974B-4F41-9493-86B4D80B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3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3525">
            <a:extLst xmlns:a="http://schemas.openxmlformats.org/drawingml/2006/main">
              <a:ext uri="{FF2B5EF4-FFF2-40B4-BE49-F238E27FC236}">
                <a16:creationId xmlns:a16="http://schemas.microsoft.com/office/drawing/2014/main" id="{60CA3518-1174-4DE8-8A61-C9289C4F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1904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3526">
            <a:extLst xmlns:a="http://schemas.openxmlformats.org/drawingml/2006/main">
              <a:ext uri="{FF2B5EF4-FFF2-40B4-BE49-F238E27FC236}">
                <a16:creationId xmlns:a16="http://schemas.microsoft.com/office/drawing/2014/main" id="{A0185336-62A4-42A5-A18B-AF1DDC87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72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3527">
            <a:extLst xmlns:a="http://schemas.openxmlformats.org/drawingml/2006/main">
              <a:ext uri="{FF2B5EF4-FFF2-40B4-BE49-F238E27FC236}">
                <a16:creationId xmlns:a16="http://schemas.microsoft.com/office/drawing/2014/main" id="{19E1D369-CF9A-465B-9E02-CECD7405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879" y="29048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3528">
            <a:extLst xmlns:a="http://schemas.openxmlformats.org/drawingml/2006/main">
              <a:ext uri="{FF2B5EF4-FFF2-40B4-BE49-F238E27FC236}">
                <a16:creationId xmlns:a16="http://schemas.microsoft.com/office/drawing/2014/main" id="{23B4FEA5-74DE-47F0-911C-DC993974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978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3529">
            <a:extLst xmlns:a="http://schemas.openxmlformats.org/drawingml/2006/main">
              <a:ext uri="{FF2B5EF4-FFF2-40B4-BE49-F238E27FC236}">
                <a16:creationId xmlns:a16="http://schemas.microsoft.com/office/drawing/2014/main" id="{90DBE05B-D8A7-4E07-9F0D-178D8EE2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069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3530">
            <a:extLst xmlns:a="http://schemas.openxmlformats.org/drawingml/2006/main">
              <a:ext uri="{FF2B5EF4-FFF2-40B4-BE49-F238E27FC236}">
                <a16:creationId xmlns:a16="http://schemas.microsoft.com/office/drawing/2014/main" id="{0257F1F8-C2BF-4A25-8937-167A608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557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3531">
            <a:extLst xmlns:a="http://schemas.openxmlformats.org/drawingml/2006/main">
              <a:ext uri="{FF2B5EF4-FFF2-40B4-BE49-F238E27FC236}">
                <a16:creationId xmlns:a16="http://schemas.microsoft.com/office/drawing/2014/main" id="{08958DDD-EFA4-4228-BB81-C7045D4A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54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3532">
            <a:extLst xmlns:a="http://schemas.openxmlformats.org/drawingml/2006/main">
              <a:ext uri="{FF2B5EF4-FFF2-40B4-BE49-F238E27FC236}">
                <a16:creationId xmlns:a16="http://schemas.microsoft.com/office/drawing/2014/main" id="{2AFF8A63-FCBA-4974-807F-3D4EA56F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0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3533">
            <a:extLst xmlns:a="http://schemas.openxmlformats.org/drawingml/2006/main">
              <a:ext uri="{FF2B5EF4-FFF2-40B4-BE49-F238E27FC236}">
                <a16:creationId xmlns:a16="http://schemas.microsoft.com/office/drawing/2014/main" id="{CC6C8725-9266-4DD5-8986-F8955C8A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8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3534">
            <a:extLst xmlns:a="http://schemas.openxmlformats.org/drawingml/2006/main">
              <a:ext uri="{FF2B5EF4-FFF2-40B4-BE49-F238E27FC236}">
                <a16:creationId xmlns:a16="http://schemas.microsoft.com/office/drawing/2014/main" id="{4458085F-9387-4971-89FE-FF663AA5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46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3535">
            <a:extLst xmlns:a="http://schemas.openxmlformats.org/drawingml/2006/main">
              <a:ext uri="{FF2B5EF4-FFF2-40B4-BE49-F238E27FC236}">
                <a16:creationId xmlns:a16="http://schemas.microsoft.com/office/drawing/2014/main" id="{7153B9F0-60B4-4E9E-93A1-21E843A0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563" y="30525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3536">
            <a:extLst xmlns:a="http://schemas.openxmlformats.org/drawingml/2006/main">
              <a:ext uri="{FF2B5EF4-FFF2-40B4-BE49-F238E27FC236}">
                <a16:creationId xmlns:a16="http://schemas.microsoft.com/office/drawing/2014/main" id="{E934A355-AF9A-4DC5-BB33-41E70864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3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3537">
            <a:extLst xmlns:a="http://schemas.openxmlformats.org/drawingml/2006/main">
              <a:ext uri="{FF2B5EF4-FFF2-40B4-BE49-F238E27FC236}">
                <a16:creationId xmlns:a16="http://schemas.microsoft.com/office/drawing/2014/main" id="{DF5C4194-8DBB-4C88-8A15-9FE538EA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3538">
            <a:extLst xmlns:a="http://schemas.openxmlformats.org/drawingml/2006/main">
              <a:ext uri="{FF2B5EF4-FFF2-40B4-BE49-F238E27FC236}">
                <a16:creationId xmlns:a16="http://schemas.microsoft.com/office/drawing/2014/main" id="{600D5DA6-7357-4124-8ABB-0C97F3D8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46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3539">
            <a:extLst xmlns:a="http://schemas.openxmlformats.org/drawingml/2006/main">
              <a:ext uri="{FF2B5EF4-FFF2-40B4-BE49-F238E27FC236}">
                <a16:creationId xmlns:a16="http://schemas.microsoft.com/office/drawing/2014/main" id="{1E135D96-0987-44BF-AE9F-4977EB0D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50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3540">
            <a:extLst xmlns:a="http://schemas.openxmlformats.org/drawingml/2006/main">
              <a:ext uri="{FF2B5EF4-FFF2-40B4-BE49-F238E27FC236}">
                <a16:creationId xmlns:a16="http://schemas.microsoft.com/office/drawing/2014/main" id="{9E70903E-8A3E-4DF1-BA06-63D788A8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1183" y="29423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3541">
            <a:extLst xmlns:a="http://schemas.openxmlformats.org/drawingml/2006/main">
              <a:ext uri="{FF2B5EF4-FFF2-40B4-BE49-F238E27FC236}">
                <a16:creationId xmlns:a16="http://schemas.microsoft.com/office/drawing/2014/main" id="{9F4EC0C5-C5E1-4756-A95C-ED41A5AD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2763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3542">
            <a:extLst xmlns:a="http://schemas.openxmlformats.org/drawingml/2006/main">
              <a:ext uri="{FF2B5EF4-FFF2-40B4-BE49-F238E27FC236}">
                <a16:creationId xmlns:a16="http://schemas.microsoft.com/office/drawing/2014/main" id="{982F5425-293D-49DE-9943-0380C448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413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3543">
            <a:extLst xmlns:a="http://schemas.openxmlformats.org/drawingml/2006/main">
              <a:ext uri="{FF2B5EF4-FFF2-40B4-BE49-F238E27FC236}">
                <a16:creationId xmlns:a16="http://schemas.microsoft.com/office/drawing/2014/main" id="{CCA1DCEE-A209-440B-86C5-3D84511A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413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3544">
            <a:extLst xmlns:a="http://schemas.openxmlformats.org/drawingml/2006/main">
              <a:ext uri="{FF2B5EF4-FFF2-40B4-BE49-F238E27FC236}">
                <a16:creationId xmlns:a16="http://schemas.microsoft.com/office/drawing/2014/main" id="{442D3DEA-FBC6-4884-A9D8-8FDEA2EF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80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3545">
            <a:extLst xmlns:a="http://schemas.openxmlformats.org/drawingml/2006/main">
              <a:ext uri="{FF2B5EF4-FFF2-40B4-BE49-F238E27FC236}">
                <a16:creationId xmlns:a16="http://schemas.microsoft.com/office/drawing/2014/main" id="{06DC4217-8877-417E-9AF5-2E582166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35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3546">
            <a:extLst xmlns:a="http://schemas.openxmlformats.org/drawingml/2006/main">
              <a:ext uri="{FF2B5EF4-FFF2-40B4-BE49-F238E27FC236}">
                <a16:creationId xmlns:a16="http://schemas.microsoft.com/office/drawing/2014/main" id="{50249EDB-D21E-4244-8C20-C52DA493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97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3547">
            <a:extLst xmlns:a="http://schemas.openxmlformats.org/drawingml/2006/main">
              <a:ext uri="{FF2B5EF4-FFF2-40B4-BE49-F238E27FC236}">
                <a16:creationId xmlns:a16="http://schemas.microsoft.com/office/drawing/2014/main" id="{370869E1-1B7E-403D-B03A-2AC53A00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41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3548">
            <a:extLst xmlns:a="http://schemas.openxmlformats.org/drawingml/2006/main">
              <a:ext uri="{FF2B5EF4-FFF2-40B4-BE49-F238E27FC236}">
                <a16:creationId xmlns:a16="http://schemas.microsoft.com/office/drawing/2014/main" id="{A076A33E-83EA-499A-A2DD-249E95E7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79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3549">
            <a:extLst xmlns:a="http://schemas.openxmlformats.org/drawingml/2006/main">
              <a:ext uri="{FF2B5EF4-FFF2-40B4-BE49-F238E27FC236}">
                <a16:creationId xmlns:a16="http://schemas.microsoft.com/office/drawing/2014/main" id="{EED72B31-1044-44A7-BAC8-C6315379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158" y="29426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3550">
            <a:extLst xmlns:a="http://schemas.openxmlformats.org/drawingml/2006/main">
              <a:ext uri="{FF2B5EF4-FFF2-40B4-BE49-F238E27FC236}">
                <a16:creationId xmlns:a16="http://schemas.microsoft.com/office/drawing/2014/main" id="{1AECF55A-FFD8-4865-A49B-6BADEEB3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33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3551">
            <a:extLst xmlns:a="http://schemas.openxmlformats.org/drawingml/2006/main">
              <a:ext uri="{FF2B5EF4-FFF2-40B4-BE49-F238E27FC236}">
                <a16:creationId xmlns:a16="http://schemas.microsoft.com/office/drawing/2014/main" id="{7C2E8486-3107-46F0-BCE4-D5E5D177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314" y="366354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3552">
            <a:extLst xmlns:a="http://schemas.openxmlformats.org/drawingml/2006/main">
              <a:ext uri="{FF2B5EF4-FFF2-40B4-BE49-F238E27FC236}">
                <a16:creationId xmlns:a16="http://schemas.microsoft.com/office/drawing/2014/main" id="{4A47FD78-3426-4B7D-B896-9803A39C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5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3553">
            <a:extLst xmlns:a="http://schemas.openxmlformats.org/drawingml/2006/main">
              <a:ext uri="{FF2B5EF4-FFF2-40B4-BE49-F238E27FC236}">
                <a16:creationId xmlns:a16="http://schemas.microsoft.com/office/drawing/2014/main" id="{3A6AB412-9CBA-4130-AFD6-91BD9CB7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38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3554">
            <a:extLst xmlns:a="http://schemas.openxmlformats.org/drawingml/2006/main">
              <a:ext uri="{FF2B5EF4-FFF2-40B4-BE49-F238E27FC236}">
                <a16:creationId xmlns:a16="http://schemas.microsoft.com/office/drawing/2014/main" id="{B409AB9D-C203-4406-8342-451571C7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503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3555">
            <a:extLst xmlns:a="http://schemas.openxmlformats.org/drawingml/2006/main">
              <a:ext uri="{FF2B5EF4-FFF2-40B4-BE49-F238E27FC236}">
                <a16:creationId xmlns:a16="http://schemas.microsoft.com/office/drawing/2014/main" id="{67AB9B19-8C69-4786-83DA-DA34253E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9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3556">
            <a:extLst xmlns:a="http://schemas.openxmlformats.org/drawingml/2006/main">
              <a:ext uri="{FF2B5EF4-FFF2-40B4-BE49-F238E27FC236}">
                <a16:creationId xmlns:a16="http://schemas.microsoft.com/office/drawing/2014/main" id="{F204F7B4-DB82-4D59-ACFA-64418F79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542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3557">
            <a:extLst xmlns:a="http://schemas.openxmlformats.org/drawingml/2006/main">
              <a:ext uri="{FF2B5EF4-FFF2-40B4-BE49-F238E27FC236}">
                <a16:creationId xmlns:a16="http://schemas.microsoft.com/office/drawing/2014/main" id="{CB3D0E90-1C2B-4629-BE03-3F53E91E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26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3558">
            <a:extLst xmlns:a="http://schemas.openxmlformats.org/drawingml/2006/main">
              <a:ext uri="{FF2B5EF4-FFF2-40B4-BE49-F238E27FC236}">
                <a16:creationId xmlns:a16="http://schemas.microsoft.com/office/drawing/2014/main" id="{ED151315-A1D5-4E44-8591-F46FAFEF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37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3559">
            <a:extLst xmlns:a="http://schemas.openxmlformats.org/drawingml/2006/main">
              <a:ext uri="{FF2B5EF4-FFF2-40B4-BE49-F238E27FC236}">
                <a16:creationId xmlns:a16="http://schemas.microsoft.com/office/drawing/2014/main" id="{3A602CE5-CBAD-4258-8519-20EF67AC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24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3560">
            <a:extLst xmlns:a="http://schemas.openxmlformats.org/drawingml/2006/main">
              <a:ext uri="{FF2B5EF4-FFF2-40B4-BE49-F238E27FC236}">
                <a16:creationId xmlns:a16="http://schemas.microsoft.com/office/drawing/2014/main" id="{2A985794-FC2D-469B-96B3-C8483A1E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2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3561">
            <a:extLst xmlns:a="http://schemas.openxmlformats.org/drawingml/2006/main">
              <a:ext uri="{FF2B5EF4-FFF2-40B4-BE49-F238E27FC236}">
                <a16:creationId xmlns:a16="http://schemas.microsoft.com/office/drawing/2014/main" id="{E5A3F68E-CA85-4FCE-A6B4-9821C5F6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97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3562">
            <a:extLst xmlns:a="http://schemas.openxmlformats.org/drawingml/2006/main">
              <a:ext uri="{FF2B5EF4-FFF2-40B4-BE49-F238E27FC236}">
                <a16:creationId xmlns:a16="http://schemas.microsoft.com/office/drawing/2014/main" id="{646CB90E-E082-43B0-927B-DA13D13C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127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3563">
            <a:extLst xmlns:a="http://schemas.openxmlformats.org/drawingml/2006/main">
              <a:ext uri="{FF2B5EF4-FFF2-40B4-BE49-F238E27FC236}">
                <a16:creationId xmlns:a16="http://schemas.microsoft.com/office/drawing/2014/main" id="{75BAC5E0-7EA9-42A3-96B5-A4DB0046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77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3564">
            <a:extLst xmlns:a="http://schemas.openxmlformats.org/drawingml/2006/main">
              <a:ext uri="{FF2B5EF4-FFF2-40B4-BE49-F238E27FC236}">
                <a16:creationId xmlns:a16="http://schemas.microsoft.com/office/drawing/2014/main" id="{B4AE7B23-4173-44D6-8E8E-F1310D9A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553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3565">
            <a:extLst xmlns:a="http://schemas.openxmlformats.org/drawingml/2006/main">
              <a:ext uri="{FF2B5EF4-FFF2-40B4-BE49-F238E27FC236}">
                <a16:creationId xmlns:a16="http://schemas.microsoft.com/office/drawing/2014/main" id="{DEA915C8-E50F-4546-8124-A29B15F2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54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3566">
            <a:extLst xmlns:a="http://schemas.openxmlformats.org/drawingml/2006/main">
              <a:ext uri="{FF2B5EF4-FFF2-40B4-BE49-F238E27FC236}">
                <a16:creationId xmlns:a16="http://schemas.microsoft.com/office/drawing/2014/main" id="{BBE78323-4AF1-4B33-B5DC-C79DEC64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230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3567">
            <a:extLst xmlns:a="http://schemas.openxmlformats.org/drawingml/2006/main">
              <a:ext uri="{FF2B5EF4-FFF2-40B4-BE49-F238E27FC236}">
                <a16:creationId xmlns:a16="http://schemas.microsoft.com/office/drawing/2014/main" id="{535C1CE7-05EF-465B-B733-843AF10F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0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3568">
            <a:extLst xmlns:a="http://schemas.openxmlformats.org/drawingml/2006/main">
              <a:ext uri="{FF2B5EF4-FFF2-40B4-BE49-F238E27FC236}">
                <a16:creationId xmlns:a16="http://schemas.microsoft.com/office/drawing/2014/main" id="{DE6B4DBF-24E3-4651-95E5-CDDE2CDE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593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3569">
            <a:extLst xmlns:a="http://schemas.openxmlformats.org/drawingml/2006/main">
              <a:ext uri="{FF2B5EF4-FFF2-40B4-BE49-F238E27FC236}">
                <a16:creationId xmlns:a16="http://schemas.microsoft.com/office/drawing/2014/main" id="{02BD4611-7472-4232-996D-E9333CAC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94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3570">
            <a:extLst xmlns:a="http://schemas.openxmlformats.org/drawingml/2006/main">
              <a:ext uri="{FF2B5EF4-FFF2-40B4-BE49-F238E27FC236}">
                <a16:creationId xmlns:a16="http://schemas.microsoft.com/office/drawing/2014/main" id="{B0BABCC9-A45A-433F-97B8-C78EF62B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3737" y="33241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3571">
            <a:extLst xmlns:a="http://schemas.openxmlformats.org/drawingml/2006/main">
              <a:ext uri="{FF2B5EF4-FFF2-40B4-BE49-F238E27FC236}">
                <a16:creationId xmlns:a16="http://schemas.microsoft.com/office/drawing/2014/main" id="{4CA1ED67-FEBD-42BE-A451-030EA1C1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624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3572">
            <a:extLst xmlns:a="http://schemas.openxmlformats.org/drawingml/2006/main">
              <a:ext uri="{FF2B5EF4-FFF2-40B4-BE49-F238E27FC236}">
                <a16:creationId xmlns:a16="http://schemas.microsoft.com/office/drawing/2014/main" id="{365CB8EF-39E7-4E01-92DD-676DE74E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64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3573">
            <a:extLst xmlns:a="http://schemas.openxmlformats.org/drawingml/2006/main">
              <a:ext uri="{FF2B5EF4-FFF2-40B4-BE49-F238E27FC236}">
                <a16:creationId xmlns:a16="http://schemas.microsoft.com/office/drawing/2014/main" id="{809C2F8C-C593-45FE-ABB9-2AF5EFEA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5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3574">
            <a:extLst xmlns:a="http://schemas.openxmlformats.org/drawingml/2006/main">
              <a:ext uri="{FF2B5EF4-FFF2-40B4-BE49-F238E27FC236}">
                <a16:creationId xmlns:a16="http://schemas.microsoft.com/office/drawing/2014/main" id="{CDCF5377-74DF-447B-9094-3E3C1B3D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7512" y="27623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3575">
            <a:extLst xmlns:a="http://schemas.openxmlformats.org/drawingml/2006/main">
              <a:ext uri="{FF2B5EF4-FFF2-40B4-BE49-F238E27FC236}">
                <a16:creationId xmlns:a16="http://schemas.microsoft.com/office/drawing/2014/main" id="{4165B0B9-3D34-43B9-A0C5-C009ADCD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6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3576">
            <a:extLst xmlns:a="http://schemas.openxmlformats.org/drawingml/2006/main">
              <a:ext uri="{FF2B5EF4-FFF2-40B4-BE49-F238E27FC236}">
                <a16:creationId xmlns:a16="http://schemas.microsoft.com/office/drawing/2014/main" id="{339E1CB4-2CB9-444D-871E-F3783B2C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28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3577">
            <a:extLst xmlns:a="http://schemas.openxmlformats.org/drawingml/2006/main">
              <a:ext uri="{FF2B5EF4-FFF2-40B4-BE49-F238E27FC236}">
                <a16:creationId xmlns:a16="http://schemas.microsoft.com/office/drawing/2014/main" id="{843D2D7A-14D8-4518-824A-E5BD38F2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5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3578">
            <a:extLst xmlns:a="http://schemas.openxmlformats.org/drawingml/2006/main">
              <a:ext uri="{FF2B5EF4-FFF2-40B4-BE49-F238E27FC236}">
                <a16:creationId xmlns:a16="http://schemas.microsoft.com/office/drawing/2014/main" id="{EA05F8F5-C5B0-445B-ABAA-691D788E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22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3579">
            <a:extLst xmlns:a="http://schemas.openxmlformats.org/drawingml/2006/main">
              <a:ext uri="{FF2B5EF4-FFF2-40B4-BE49-F238E27FC236}">
                <a16:creationId xmlns:a16="http://schemas.microsoft.com/office/drawing/2014/main" id="{DF74DE9E-9EB5-449B-B1B1-C429DE47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5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3580">
            <a:extLst xmlns:a="http://schemas.openxmlformats.org/drawingml/2006/main">
              <a:ext uri="{FF2B5EF4-FFF2-40B4-BE49-F238E27FC236}">
                <a16:creationId xmlns:a16="http://schemas.microsoft.com/office/drawing/2014/main" id="{387600F0-986B-4532-8788-C0DFB0E5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0841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3581">
            <a:extLst xmlns:a="http://schemas.openxmlformats.org/drawingml/2006/main">
              <a:ext uri="{FF2B5EF4-FFF2-40B4-BE49-F238E27FC236}">
                <a16:creationId xmlns:a16="http://schemas.microsoft.com/office/drawing/2014/main" id="{3E8E1B7E-1FC2-4E7B-AFF1-09FC5233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8799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3582">
            <a:extLst xmlns:a="http://schemas.openxmlformats.org/drawingml/2006/main">
              <a:ext uri="{FF2B5EF4-FFF2-40B4-BE49-F238E27FC236}">
                <a16:creationId xmlns:a16="http://schemas.microsoft.com/office/drawing/2014/main" id="{9502EFFA-BD94-4E44-89F1-86BAC9BA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880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3583">
            <a:extLst xmlns:a="http://schemas.openxmlformats.org/drawingml/2006/main">
              <a:ext uri="{FF2B5EF4-FFF2-40B4-BE49-F238E27FC236}">
                <a16:creationId xmlns:a16="http://schemas.microsoft.com/office/drawing/2014/main" id="{249B1061-2C4A-41B4-B83A-0FF16BC6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23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3584">
            <a:extLst xmlns:a="http://schemas.openxmlformats.org/drawingml/2006/main">
              <a:ext uri="{FF2B5EF4-FFF2-40B4-BE49-F238E27FC236}">
                <a16:creationId xmlns:a16="http://schemas.microsoft.com/office/drawing/2014/main" id="{9C91E350-39BD-41C2-85D4-40B1B0D7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09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3585">
            <a:extLst xmlns:a="http://schemas.openxmlformats.org/drawingml/2006/main">
              <a:ext uri="{FF2B5EF4-FFF2-40B4-BE49-F238E27FC236}">
                <a16:creationId xmlns:a16="http://schemas.microsoft.com/office/drawing/2014/main" id="{D00C0DD4-B346-421E-A237-E591BBF4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4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3586">
            <a:extLst xmlns:a="http://schemas.openxmlformats.org/drawingml/2006/main">
              <a:ext uri="{FF2B5EF4-FFF2-40B4-BE49-F238E27FC236}">
                <a16:creationId xmlns:a16="http://schemas.microsoft.com/office/drawing/2014/main" id="{06B1FFF5-BD40-4D97-869E-391EEC27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97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3587">
            <a:extLst xmlns:a="http://schemas.openxmlformats.org/drawingml/2006/main">
              <a:ext uri="{FF2B5EF4-FFF2-40B4-BE49-F238E27FC236}">
                <a16:creationId xmlns:a16="http://schemas.microsoft.com/office/drawing/2014/main" id="{CCE47E77-F58D-4063-970C-510D945C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110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3588">
            <a:extLst xmlns:a="http://schemas.openxmlformats.org/drawingml/2006/main">
              <a:ext uri="{FF2B5EF4-FFF2-40B4-BE49-F238E27FC236}">
                <a16:creationId xmlns:a16="http://schemas.microsoft.com/office/drawing/2014/main" id="{B9C12A96-8A59-4C5A-8245-91948B99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47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3589">
            <a:extLst xmlns:a="http://schemas.openxmlformats.org/drawingml/2006/main">
              <a:ext uri="{FF2B5EF4-FFF2-40B4-BE49-F238E27FC236}">
                <a16:creationId xmlns:a16="http://schemas.microsoft.com/office/drawing/2014/main" id="{48BA1626-4A32-4070-BAE8-EFD474CA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5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3590">
            <a:extLst xmlns:a="http://schemas.openxmlformats.org/drawingml/2006/main">
              <a:ext uri="{FF2B5EF4-FFF2-40B4-BE49-F238E27FC236}">
                <a16:creationId xmlns:a16="http://schemas.microsoft.com/office/drawing/2014/main" id="{863DDFB7-FB76-40FE-9CB6-CC647470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907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3591">
            <a:extLst xmlns:a="http://schemas.openxmlformats.org/drawingml/2006/main">
              <a:ext uri="{FF2B5EF4-FFF2-40B4-BE49-F238E27FC236}">
                <a16:creationId xmlns:a16="http://schemas.microsoft.com/office/drawing/2014/main" id="{D887D19A-3A24-4F57-B512-6327CF2C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89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3592">
            <a:extLst xmlns:a="http://schemas.openxmlformats.org/drawingml/2006/main">
              <a:ext uri="{FF2B5EF4-FFF2-40B4-BE49-F238E27FC236}">
                <a16:creationId xmlns:a16="http://schemas.microsoft.com/office/drawing/2014/main" id="{A4B64689-B464-4224-9B63-E809C932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5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3593">
            <a:extLst xmlns:a="http://schemas.openxmlformats.org/drawingml/2006/main">
              <a:ext uri="{FF2B5EF4-FFF2-40B4-BE49-F238E27FC236}">
                <a16:creationId xmlns:a16="http://schemas.microsoft.com/office/drawing/2014/main" id="{FCF59277-449D-468D-A9B8-44EF2EE9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609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3594">
            <a:extLst xmlns:a="http://schemas.openxmlformats.org/drawingml/2006/main">
              <a:ext uri="{FF2B5EF4-FFF2-40B4-BE49-F238E27FC236}">
                <a16:creationId xmlns:a16="http://schemas.microsoft.com/office/drawing/2014/main" id="{03C0E61A-BA4C-4496-ADED-4EE51FF1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6120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3595">
            <a:extLst xmlns:a="http://schemas.openxmlformats.org/drawingml/2006/main">
              <a:ext uri="{FF2B5EF4-FFF2-40B4-BE49-F238E27FC236}">
                <a16:creationId xmlns:a16="http://schemas.microsoft.com/office/drawing/2014/main" id="{17523B13-5956-4D66-A9DB-FE9C9D38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1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3596">
            <a:extLst xmlns:a="http://schemas.openxmlformats.org/drawingml/2006/main">
              <a:ext uri="{FF2B5EF4-FFF2-40B4-BE49-F238E27FC236}">
                <a16:creationId xmlns:a16="http://schemas.microsoft.com/office/drawing/2014/main" id="{0588DC33-4680-49A7-BD52-E4739072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4441" y="304967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3597">
            <a:extLst xmlns:a="http://schemas.openxmlformats.org/drawingml/2006/main">
              <a:ext uri="{FF2B5EF4-FFF2-40B4-BE49-F238E27FC236}">
                <a16:creationId xmlns:a16="http://schemas.microsoft.com/office/drawing/2014/main" id="{307BFBE6-4B9C-4336-AA59-0B7364F7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375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3598">
            <a:extLst xmlns:a="http://schemas.openxmlformats.org/drawingml/2006/main">
              <a:ext uri="{FF2B5EF4-FFF2-40B4-BE49-F238E27FC236}">
                <a16:creationId xmlns:a16="http://schemas.microsoft.com/office/drawing/2014/main" id="{7562CF3D-0829-46C8-BEA7-313DFA8B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5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3599">
            <a:extLst xmlns:a="http://schemas.openxmlformats.org/drawingml/2006/main">
              <a:ext uri="{FF2B5EF4-FFF2-40B4-BE49-F238E27FC236}">
                <a16:creationId xmlns:a16="http://schemas.microsoft.com/office/drawing/2014/main" id="{C6CAEE24-E42F-40E7-AF4B-EB04D378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722" y="39519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3600">
            <a:extLst xmlns:a="http://schemas.openxmlformats.org/drawingml/2006/main">
              <a:ext uri="{FF2B5EF4-FFF2-40B4-BE49-F238E27FC236}">
                <a16:creationId xmlns:a16="http://schemas.microsoft.com/office/drawing/2014/main" id="{17B680E2-E3DB-4B28-A4F4-4BDDE54B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83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4" name="data_3601">
            <a:extLst xmlns:a="http://schemas.openxmlformats.org/drawingml/2006/main">
              <a:ext uri="{FF2B5EF4-FFF2-40B4-BE49-F238E27FC236}">
                <a16:creationId xmlns:a16="http://schemas.microsoft.com/office/drawing/2014/main" id="{9995A307-65A0-402A-9404-CFB9E72B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6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5" name="data_3602">
            <a:extLst xmlns:a="http://schemas.openxmlformats.org/drawingml/2006/main">
              <a:ext uri="{FF2B5EF4-FFF2-40B4-BE49-F238E27FC236}">
                <a16:creationId xmlns:a16="http://schemas.microsoft.com/office/drawing/2014/main" id="{E747B343-EFD6-4EF0-BDEC-45725BB8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7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6" name="data_3603">
            <a:extLst xmlns:a="http://schemas.openxmlformats.org/drawingml/2006/main">
              <a:ext uri="{FF2B5EF4-FFF2-40B4-BE49-F238E27FC236}">
                <a16:creationId xmlns:a16="http://schemas.microsoft.com/office/drawing/2014/main" id="{5ECCABC6-F14B-4F7E-BF33-63F5534E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3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7" name="data_3604">
            <a:extLst xmlns:a="http://schemas.openxmlformats.org/drawingml/2006/main">
              <a:ext uri="{FF2B5EF4-FFF2-40B4-BE49-F238E27FC236}">
                <a16:creationId xmlns:a16="http://schemas.microsoft.com/office/drawing/2014/main" id="{51EEA0E0-DCE2-4A4C-9948-4077172E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377" y="38190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8" name="data_3605">
            <a:extLst xmlns:a="http://schemas.openxmlformats.org/drawingml/2006/main">
              <a:ext uri="{FF2B5EF4-FFF2-40B4-BE49-F238E27FC236}">
                <a16:creationId xmlns:a16="http://schemas.microsoft.com/office/drawing/2014/main" id="{53957131-7BAE-449C-9EAA-D1FDF81A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05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9" name="data_3606">
            <a:extLst xmlns:a="http://schemas.openxmlformats.org/drawingml/2006/main">
              <a:ext uri="{FF2B5EF4-FFF2-40B4-BE49-F238E27FC236}">
                <a16:creationId xmlns:a16="http://schemas.microsoft.com/office/drawing/2014/main" id="{A76DC4DE-18CF-4DAF-A187-D2C81C94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193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0" name="data_3607">
            <a:extLst xmlns:a="http://schemas.openxmlformats.org/drawingml/2006/main">
              <a:ext uri="{FF2B5EF4-FFF2-40B4-BE49-F238E27FC236}">
                <a16:creationId xmlns:a16="http://schemas.microsoft.com/office/drawing/2014/main" id="{EFB57EBB-2C39-4797-A59D-7B4989A8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1" name="data_3608">
            <a:extLst xmlns:a="http://schemas.openxmlformats.org/drawingml/2006/main">
              <a:ext uri="{FF2B5EF4-FFF2-40B4-BE49-F238E27FC236}">
                <a16:creationId xmlns:a16="http://schemas.microsoft.com/office/drawing/2014/main" id="{27251D77-FF4B-44E9-A0F9-E327DAE8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55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2" name="data_3609">
            <a:extLst xmlns:a="http://schemas.openxmlformats.org/drawingml/2006/main">
              <a:ext uri="{FF2B5EF4-FFF2-40B4-BE49-F238E27FC236}">
                <a16:creationId xmlns:a16="http://schemas.microsoft.com/office/drawing/2014/main" id="{CCB016BE-52D0-4E09-A9EE-69003E65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8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3" name="data_3610">
            <a:extLst xmlns:a="http://schemas.openxmlformats.org/drawingml/2006/main">
              <a:ext uri="{FF2B5EF4-FFF2-40B4-BE49-F238E27FC236}">
                <a16:creationId xmlns:a16="http://schemas.microsoft.com/office/drawing/2014/main" id="{A348E788-2F6D-40AE-922C-5554F9F5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3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4" name="data_3611">
            <a:extLst xmlns:a="http://schemas.openxmlformats.org/drawingml/2006/main">
              <a:ext uri="{FF2B5EF4-FFF2-40B4-BE49-F238E27FC236}">
                <a16:creationId xmlns:a16="http://schemas.microsoft.com/office/drawing/2014/main" id="{81E30AA0-50B4-4158-AD7F-602D069C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440" y="30037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5" name="data_3612">
            <a:extLst xmlns:a="http://schemas.openxmlformats.org/drawingml/2006/main">
              <a:ext uri="{FF2B5EF4-FFF2-40B4-BE49-F238E27FC236}">
                <a16:creationId xmlns:a16="http://schemas.microsoft.com/office/drawing/2014/main" id="{4BD900E3-D576-4E99-B55F-40F9DF3C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0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6" name="data_3613">
            <a:extLst xmlns:a="http://schemas.openxmlformats.org/drawingml/2006/main">
              <a:ext uri="{FF2B5EF4-FFF2-40B4-BE49-F238E27FC236}">
                <a16:creationId xmlns:a16="http://schemas.microsoft.com/office/drawing/2014/main" id="{84F3FDF8-D787-4F6F-BB0A-A553E3E3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4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7" name="data_3614">
            <a:extLst xmlns:a="http://schemas.openxmlformats.org/drawingml/2006/main">
              <a:ext uri="{FF2B5EF4-FFF2-40B4-BE49-F238E27FC236}">
                <a16:creationId xmlns:a16="http://schemas.microsoft.com/office/drawing/2014/main" id="{0B5A9572-2022-4904-9FE8-393482D1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8" name="data_3615">
            <a:extLst xmlns:a="http://schemas.openxmlformats.org/drawingml/2006/main">
              <a:ext uri="{FF2B5EF4-FFF2-40B4-BE49-F238E27FC236}">
                <a16:creationId xmlns:a16="http://schemas.microsoft.com/office/drawing/2014/main" id="{F00A726E-D634-4547-AD3A-7A5CEB4F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284" y="3530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9" name="data_3616">
            <a:extLst xmlns:a="http://schemas.openxmlformats.org/drawingml/2006/main">
              <a:ext uri="{FF2B5EF4-FFF2-40B4-BE49-F238E27FC236}">
                <a16:creationId xmlns:a16="http://schemas.microsoft.com/office/drawing/2014/main" id="{9282C181-755B-451B-8496-1F36C2DC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7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data_3617">
            <a:extLst xmlns:a="http://schemas.openxmlformats.org/drawingml/2006/main">
              <a:ext uri="{FF2B5EF4-FFF2-40B4-BE49-F238E27FC236}">
                <a16:creationId xmlns:a16="http://schemas.microsoft.com/office/drawing/2014/main" id="{DB08AA67-584C-453D-B9B5-D68C1B9A8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399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1" name="data_3618">
            <a:extLst xmlns:a="http://schemas.openxmlformats.org/drawingml/2006/main">
              <a:ext uri="{FF2B5EF4-FFF2-40B4-BE49-F238E27FC236}">
                <a16:creationId xmlns:a16="http://schemas.microsoft.com/office/drawing/2014/main" id="{C7860269-1A17-4F96-87BA-3A970A51A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37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data_3619">
            <a:extLst xmlns:a="http://schemas.openxmlformats.org/drawingml/2006/main">
              <a:ext uri="{FF2B5EF4-FFF2-40B4-BE49-F238E27FC236}">
                <a16:creationId xmlns:a16="http://schemas.microsoft.com/office/drawing/2014/main" id="{252AD077-976A-44A6-A449-46C7133F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6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3" name="data_3620">
            <a:extLst xmlns:a="http://schemas.openxmlformats.org/drawingml/2006/main">
              <a:ext uri="{FF2B5EF4-FFF2-40B4-BE49-F238E27FC236}">
                <a16:creationId xmlns:a16="http://schemas.microsoft.com/office/drawing/2014/main" id="{1971EA01-8D71-4071-8AE3-98639B8B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60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data_3621">
            <a:extLst xmlns:a="http://schemas.openxmlformats.org/drawingml/2006/main">
              <a:ext uri="{FF2B5EF4-FFF2-40B4-BE49-F238E27FC236}">
                <a16:creationId xmlns:a16="http://schemas.microsoft.com/office/drawing/2014/main" id="{C1C1800F-E42D-4F02-9AAB-F4DD86E2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29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5" name="data_3622">
            <a:extLst xmlns:a="http://schemas.openxmlformats.org/drawingml/2006/main">
              <a:ext uri="{FF2B5EF4-FFF2-40B4-BE49-F238E27FC236}">
                <a16:creationId xmlns:a16="http://schemas.microsoft.com/office/drawing/2014/main" id="{2516E0AA-9230-424C-8328-FB2E73A2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02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6" name="data_3623">
            <a:extLst xmlns:a="http://schemas.openxmlformats.org/drawingml/2006/main">
              <a:ext uri="{FF2B5EF4-FFF2-40B4-BE49-F238E27FC236}">
                <a16:creationId xmlns:a16="http://schemas.microsoft.com/office/drawing/2014/main" id="{E746DB95-FAC3-4509-94AF-BA3E4A29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9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7" name="data_3624">
            <a:extLst xmlns:a="http://schemas.openxmlformats.org/drawingml/2006/main">
              <a:ext uri="{FF2B5EF4-FFF2-40B4-BE49-F238E27FC236}">
                <a16:creationId xmlns:a16="http://schemas.microsoft.com/office/drawing/2014/main" id="{9A31A499-6104-4C00-9F01-0C0F4D0F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9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8" name="data_3625">
            <a:extLst xmlns:a="http://schemas.openxmlformats.org/drawingml/2006/main">
              <a:ext uri="{FF2B5EF4-FFF2-40B4-BE49-F238E27FC236}">
                <a16:creationId xmlns:a16="http://schemas.microsoft.com/office/drawing/2014/main" id="{A3686EF6-2C2A-49B7-96FA-20E7883F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3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9" name="data_3626">
            <a:extLst xmlns:a="http://schemas.openxmlformats.org/drawingml/2006/main">
              <a:ext uri="{FF2B5EF4-FFF2-40B4-BE49-F238E27FC236}">
                <a16:creationId xmlns:a16="http://schemas.microsoft.com/office/drawing/2014/main" id="{CF65600B-879A-4143-B7D1-0875EB0C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97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0" name="data_3627">
            <a:extLst xmlns:a="http://schemas.openxmlformats.org/drawingml/2006/main">
              <a:ext uri="{FF2B5EF4-FFF2-40B4-BE49-F238E27FC236}">
                <a16:creationId xmlns:a16="http://schemas.microsoft.com/office/drawing/2014/main" id="{58D24666-2977-4E64-9C1A-978AF470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248" y="29495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1" name="data_3628">
            <a:extLst xmlns:a="http://schemas.openxmlformats.org/drawingml/2006/main">
              <a:ext uri="{FF2B5EF4-FFF2-40B4-BE49-F238E27FC236}">
                <a16:creationId xmlns:a16="http://schemas.microsoft.com/office/drawing/2014/main" id="{5DFFAFBF-B649-4CAF-A4A4-8B18BF0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4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2" name="data_3629">
            <a:extLst xmlns:a="http://schemas.openxmlformats.org/drawingml/2006/main">
              <a:ext uri="{FF2B5EF4-FFF2-40B4-BE49-F238E27FC236}">
                <a16:creationId xmlns:a16="http://schemas.microsoft.com/office/drawing/2014/main" id="{C7318935-2D36-4B0A-9BD7-E8E2615F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975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3" name="data_3630">
            <a:extLst xmlns:a="http://schemas.openxmlformats.org/drawingml/2006/main">
              <a:ext uri="{FF2B5EF4-FFF2-40B4-BE49-F238E27FC236}">
                <a16:creationId xmlns:a16="http://schemas.microsoft.com/office/drawing/2014/main" id="{54C8F049-0BD7-420B-9EC7-AA4FFF5A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6822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4" name="data_3631">
            <a:extLst xmlns:a="http://schemas.openxmlformats.org/drawingml/2006/main">
              <a:ext uri="{FF2B5EF4-FFF2-40B4-BE49-F238E27FC236}">
                <a16:creationId xmlns:a16="http://schemas.microsoft.com/office/drawing/2014/main" id="{A7DF3CDD-E567-44CD-B5F9-2CD7142A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622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5" name="data_3632">
            <a:extLst xmlns:a="http://schemas.openxmlformats.org/drawingml/2006/main">
              <a:ext uri="{FF2B5EF4-FFF2-40B4-BE49-F238E27FC236}">
                <a16:creationId xmlns:a16="http://schemas.microsoft.com/office/drawing/2014/main" id="{7625CAD9-8865-41C7-A718-F5CBA939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3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6" name="data_3633">
            <a:extLst xmlns:a="http://schemas.openxmlformats.org/drawingml/2006/main">
              <a:ext uri="{FF2B5EF4-FFF2-40B4-BE49-F238E27FC236}">
                <a16:creationId xmlns:a16="http://schemas.microsoft.com/office/drawing/2014/main" id="{CD07A73A-BEC6-461B-B17B-6E63BCFF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82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7" name="data_3634">
            <a:extLst xmlns:a="http://schemas.openxmlformats.org/drawingml/2006/main">
              <a:ext uri="{FF2B5EF4-FFF2-40B4-BE49-F238E27FC236}">
                <a16:creationId xmlns:a16="http://schemas.microsoft.com/office/drawing/2014/main" id="{AE77F2BB-EFFD-4CB5-B34D-058ED339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218" y="35257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8" name="data_3635">
            <a:extLst xmlns:a="http://schemas.openxmlformats.org/drawingml/2006/main">
              <a:ext uri="{FF2B5EF4-FFF2-40B4-BE49-F238E27FC236}">
                <a16:creationId xmlns:a16="http://schemas.microsoft.com/office/drawing/2014/main" id="{4A1FEC91-B7BD-44DF-8FC8-7A64F8B2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895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9" name="data_3636">
            <a:extLst xmlns:a="http://schemas.openxmlformats.org/drawingml/2006/main">
              <a:ext uri="{FF2B5EF4-FFF2-40B4-BE49-F238E27FC236}">
                <a16:creationId xmlns:a16="http://schemas.microsoft.com/office/drawing/2014/main" id="{8D81B66D-95C6-48C3-99FE-1522B30B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5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0" name="data_3637">
            <a:extLst xmlns:a="http://schemas.openxmlformats.org/drawingml/2006/main">
              <a:ext uri="{FF2B5EF4-FFF2-40B4-BE49-F238E27FC236}">
                <a16:creationId xmlns:a16="http://schemas.microsoft.com/office/drawing/2014/main" id="{65ACE2A1-4E69-482B-902E-06318527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8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1" name="data_3638">
            <a:extLst xmlns:a="http://schemas.openxmlformats.org/drawingml/2006/main">
              <a:ext uri="{FF2B5EF4-FFF2-40B4-BE49-F238E27FC236}">
                <a16:creationId xmlns:a16="http://schemas.microsoft.com/office/drawing/2014/main" id="{9C28E2C8-F863-4AB4-8A93-EF2831B1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627" y="32016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2" name="data_3639">
            <a:extLst xmlns:a="http://schemas.openxmlformats.org/drawingml/2006/main">
              <a:ext uri="{FF2B5EF4-FFF2-40B4-BE49-F238E27FC236}">
                <a16:creationId xmlns:a16="http://schemas.microsoft.com/office/drawing/2014/main" id="{1EE75D46-2CA4-44D5-AFF0-E8F0A6CD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65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3" name="data_3640">
            <a:extLst xmlns:a="http://schemas.openxmlformats.org/drawingml/2006/main">
              <a:ext uri="{FF2B5EF4-FFF2-40B4-BE49-F238E27FC236}">
                <a16:creationId xmlns:a16="http://schemas.microsoft.com/office/drawing/2014/main" id="{316992D1-C4FE-4407-A693-51C3D5FD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2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4" name="data_3641">
            <a:extLst xmlns:a="http://schemas.openxmlformats.org/drawingml/2006/main">
              <a:ext uri="{FF2B5EF4-FFF2-40B4-BE49-F238E27FC236}">
                <a16:creationId xmlns:a16="http://schemas.microsoft.com/office/drawing/2014/main" id="{316FF525-31EB-4499-BB7A-198C08D0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1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5" name="data_3642">
            <a:extLst xmlns:a="http://schemas.openxmlformats.org/drawingml/2006/main">
              <a:ext uri="{FF2B5EF4-FFF2-40B4-BE49-F238E27FC236}">
                <a16:creationId xmlns:a16="http://schemas.microsoft.com/office/drawing/2014/main" id="{D723F9F0-1463-4D02-87FE-3C3AAEC23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7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6" name="data_3643">
            <a:extLst xmlns:a="http://schemas.openxmlformats.org/drawingml/2006/main">
              <a:ext uri="{FF2B5EF4-FFF2-40B4-BE49-F238E27FC236}">
                <a16:creationId xmlns:a16="http://schemas.microsoft.com/office/drawing/2014/main" id="{B0017F67-EE74-4242-B61B-891B99EC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3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7" name="data_3644">
            <a:extLst xmlns:a="http://schemas.openxmlformats.org/drawingml/2006/main">
              <a:ext uri="{FF2B5EF4-FFF2-40B4-BE49-F238E27FC236}">
                <a16:creationId xmlns:a16="http://schemas.microsoft.com/office/drawing/2014/main" id="{EB4BED17-45AB-415D-8C5C-AACC0850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72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8" name="data_3645">
            <a:extLst xmlns:a="http://schemas.openxmlformats.org/drawingml/2006/main">
              <a:ext uri="{FF2B5EF4-FFF2-40B4-BE49-F238E27FC236}">
                <a16:creationId xmlns:a16="http://schemas.microsoft.com/office/drawing/2014/main" id="{42AE65DC-C326-43D5-B83A-EF881D9E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8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9" name="data_3646">
            <a:extLst xmlns:a="http://schemas.openxmlformats.org/drawingml/2006/main">
              <a:ext uri="{FF2B5EF4-FFF2-40B4-BE49-F238E27FC236}">
                <a16:creationId xmlns:a16="http://schemas.microsoft.com/office/drawing/2014/main" id="{0EA9634E-6B37-496E-81F2-C8B37335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3602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0" name="data_3647">
            <a:extLst xmlns:a="http://schemas.openxmlformats.org/drawingml/2006/main">
              <a:ext uri="{FF2B5EF4-FFF2-40B4-BE49-F238E27FC236}">
                <a16:creationId xmlns:a16="http://schemas.microsoft.com/office/drawing/2014/main" id="{131F9748-8F80-45D5-A9C8-FB93A18A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67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1" name="data_3648">
            <a:extLst xmlns:a="http://schemas.openxmlformats.org/drawingml/2006/main">
              <a:ext uri="{FF2B5EF4-FFF2-40B4-BE49-F238E27FC236}">
                <a16:creationId xmlns:a16="http://schemas.microsoft.com/office/drawing/2014/main" id="{E0F05AD2-DFF0-42FD-976D-7DDB51BA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8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2" name="data_3649">
            <a:extLst xmlns:a="http://schemas.openxmlformats.org/drawingml/2006/main">
              <a:ext uri="{FF2B5EF4-FFF2-40B4-BE49-F238E27FC236}">
                <a16:creationId xmlns:a16="http://schemas.microsoft.com/office/drawing/2014/main" id="{8258EEA5-8487-4C45-B914-3E26CC84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68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3" name="data_3650">
            <a:extLst xmlns:a="http://schemas.openxmlformats.org/drawingml/2006/main">
              <a:ext uri="{FF2B5EF4-FFF2-40B4-BE49-F238E27FC236}">
                <a16:creationId xmlns:a16="http://schemas.microsoft.com/office/drawing/2014/main" id="{14AB11BA-E052-4DC5-AF27-2666B1B9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4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4" name="data_3651">
            <a:extLst xmlns:a="http://schemas.openxmlformats.org/drawingml/2006/main">
              <a:ext uri="{FF2B5EF4-FFF2-40B4-BE49-F238E27FC236}">
                <a16:creationId xmlns:a16="http://schemas.microsoft.com/office/drawing/2014/main" id="{4A987866-7D80-46BA-8C28-EF6B3555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9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5" name="data_3652">
            <a:extLst xmlns:a="http://schemas.openxmlformats.org/drawingml/2006/main">
              <a:ext uri="{FF2B5EF4-FFF2-40B4-BE49-F238E27FC236}">
                <a16:creationId xmlns:a16="http://schemas.microsoft.com/office/drawing/2014/main" id="{9DD42B5B-6A3E-4DB2-AB04-FCD7874C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67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6" name="data_3653">
            <a:extLst xmlns:a="http://schemas.openxmlformats.org/drawingml/2006/main">
              <a:ext uri="{FF2B5EF4-FFF2-40B4-BE49-F238E27FC236}">
                <a16:creationId xmlns:a16="http://schemas.microsoft.com/office/drawing/2014/main" id="{1041E21E-253E-470E-8A48-C5E213F2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7" name="data_3654">
            <a:extLst xmlns:a="http://schemas.openxmlformats.org/drawingml/2006/main">
              <a:ext uri="{FF2B5EF4-FFF2-40B4-BE49-F238E27FC236}">
                <a16:creationId xmlns:a16="http://schemas.microsoft.com/office/drawing/2014/main" id="{FAFF634C-CF0B-446D-B20C-77056E39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8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8" name="data_3655">
            <a:extLst xmlns:a="http://schemas.openxmlformats.org/drawingml/2006/main">
              <a:ext uri="{FF2B5EF4-FFF2-40B4-BE49-F238E27FC236}">
                <a16:creationId xmlns:a16="http://schemas.microsoft.com/office/drawing/2014/main" id="{3ECC5D71-98CC-4543-800A-79C4A883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65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9" name="data_3656">
            <a:extLst xmlns:a="http://schemas.openxmlformats.org/drawingml/2006/main">
              <a:ext uri="{FF2B5EF4-FFF2-40B4-BE49-F238E27FC236}">
                <a16:creationId xmlns:a16="http://schemas.microsoft.com/office/drawing/2014/main" id="{B1B3E21B-A06D-4852-8E57-9F08AECD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283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0" name="data_3657">
            <a:extLst xmlns:a="http://schemas.openxmlformats.org/drawingml/2006/main">
              <a:ext uri="{FF2B5EF4-FFF2-40B4-BE49-F238E27FC236}">
                <a16:creationId xmlns:a16="http://schemas.microsoft.com/office/drawing/2014/main" id="{777AC868-B382-42A9-8741-4C4CE821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85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1" name="data_3658">
            <a:extLst xmlns:a="http://schemas.openxmlformats.org/drawingml/2006/main">
              <a:ext uri="{FF2B5EF4-FFF2-40B4-BE49-F238E27FC236}">
                <a16:creationId xmlns:a16="http://schemas.microsoft.com/office/drawing/2014/main" id="{A5691437-0857-45BE-99E1-6FDB2936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80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2" name="data_3659">
            <a:extLst xmlns:a="http://schemas.openxmlformats.org/drawingml/2006/main">
              <a:ext uri="{FF2B5EF4-FFF2-40B4-BE49-F238E27FC236}">
                <a16:creationId xmlns:a16="http://schemas.microsoft.com/office/drawing/2014/main" id="{846DEB3A-C0D1-4F9B-B84E-831EB88E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3" name="data_3660">
            <a:extLst xmlns:a="http://schemas.openxmlformats.org/drawingml/2006/main">
              <a:ext uri="{FF2B5EF4-FFF2-40B4-BE49-F238E27FC236}">
                <a16:creationId xmlns:a16="http://schemas.microsoft.com/office/drawing/2014/main" id="{5AE51F6E-291B-459F-98F4-211336D8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990" y="27109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4" name="data_3661">
            <a:extLst xmlns:a="http://schemas.openxmlformats.org/drawingml/2006/main">
              <a:ext uri="{FF2B5EF4-FFF2-40B4-BE49-F238E27FC236}">
                <a16:creationId xmlns:a16="http://schemas.microsoft.com/office/drawing/2014/main" id="{56869F11-C853-4863-8DB8-3CD7274C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087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5" name="data_3662">
            <a:extLst xmlns:a="http://schemas.openxmlformats.org/drawingml/2006/main">
              <a:ext uri="{FF2B5EF4-FFF2-40B4-BE49-F238E27FC236}">
                <a16:creationId xmlns:a16="http://schemas.microsoft.com/office/drawing/2014/main" id="{9DE842C8-41D5-4FA6-AF8F-7557D3BC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3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6" name="data_3663">
            <a:extLst xmlns:a="http://schemas.openxmlformats.org/drawingml/2006/main">
              <a:ext uri="{FF2B5EF4-FFF2-40B4-BE49-F238E27FC236}">
                <a16:creationId xmlns:a16="http://schemas.microsoft.com/office/drawing/2014/main" id="{38DF1B0C-B0AB-4818-87F7-B6A722B9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9132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7" name="data_3664">
            <a:extLst xmlns:a="http://schemas.openxmlformats.org/drawingml/2006/main">
              <a:ext uri="{FF2B5EF4-FFF2-40B4-BE49-F238E27FC236}">
                <a16:creationId xmlns:a16="http://schemas.microsoft.com/office/drawing/2014/main" id="{5988D1B2-0715-4EA6-AF41-DFDC4722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1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8" name="data_3665">
            <a:extLst xmlns:a="http://schemas.openxmlformats.org/drawingml/2006/main">
              <a:ext uri="{FF2B5EF4-FFF2-40B4-BE49-F238E27FC236}">
                <a16:creationId xmlns:a16="http://schemas.microsoft.com/office/drawing/2014/main" id="{CB0E8879-CBF6-466D-A84A-DB875783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430" y="39251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9" name="data_3666">
            <a:extLst xmlns:a="http://schemas.openxmlformats.org/drawingml/2006/main">
              <a:ext uri="{FF2B5EF4-FFF2-40B4-BE49-F238E27FC236}">
                <a16:creationId xmlns:a16="http://schemas.microsoft.com/office/drawing/2014/main" id="{815E8F12-CD30-4881-A2DD-33812100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07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0" name="data_3667">
            <a:extLst xmlns:a="http://schemas.openxmlformats.org/drawingml/2006/main">
              <a:ext uri="{FF2B5EF4-FFF2-40B4-BE49-F238E27FC236}">
                <a16:creationId xmlns:a16="http://schemas.microsoft.com/office/drawing/2014/main" id="{6BF96611-3533-4E30-BD17-06E55D47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6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1" name="data_3668">
            <a:extLst xmlns:a="http://schemas.openxmlformats.org/drawingml/2006/main">
              <a:ext uri="{FF2B5EF4-FFF2-40B4-BE49-F238E27FC236}">
                <a16:creationId xmlns:a16="http://schemas.microsoft.com/office/drawing/2014/main" id="{F76D53B9-7583-4EB1-BEA8-A28BBC01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7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2" name="data_3669">
            <a:extLst xmlns:a="http://schemas.openxmlformats.org/drawingml/2006/main">
              <a:ext uri="{FF2B5EF4-FFF2-40B4-BE49-F238E27FC236}">
                <a16:creationId xmlns:a16="http://schemas.microsoft.com/office/drawing/2014/main" id="{CA9C982D-72B6-466D-9793-FF7EFFCC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746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3" name="data_3670">
            <a:extLst xmlns:a="http://schemas.openxmlformats.org/drawingml/2006/main">
              <a:ext uri="{FF2B5EF4-FFF2-40B4-BE49-F238E27FC236}">
                <a16:creationId xmlns:a16="http://schemas.microsoft.com/office/drawing/2014/main" id="{F63A711B-80CE-4CD1-806B-070FCEFF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5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4" name="data_3671">
            <a:extLst xmlns:a="http://schemas.openxmlformats.org/drawingml/2006/main">
              <a:ext uri="{FF2B5EF4-FFF2-40B4-BE49-F238E27FC236}">
                <a16:creationId xmlns:a16="http://schemas.microsoft.com/office/drawing/2014/main" id="{F8C282AB-3634-4D6E-988F-159A9C5B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7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5" name="data_3672">
            <a:extLst xmlns:a="http://schemas.openxmlformats.org/drawingml/2006/main">
              <a:ext uri="{FF2B5EF4-FFF2-40B4-BE49-F238E27FC236}">
                <a16:creationId xmlns:a16="http://schemas.microsoft.com/office/drawing/2014/main" id="{0888CE9C-817D-4B8A-A971-2A841CA2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900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6" name="data_3673">
            <a:extLst xmlns:a="http://schemas.openxmlformats.org/drawingml/2006/main">
              <a:ext uri="{FF2B5EF4-FFF2-40B4-BE49-F238E27FC236}">
                <a16:creationId xmlns:a16="http://schemas.microsoft.com/office/drawing/2014/main" id="{E6446E50-63D9-4516-83FD-5E098181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2520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7" name="data_3674">
            <a:extLst xmlns:a="http://schemas.openxmlformats.org/drawingml/2006/main">
              <a:ext uri="{FF2B5EF4-FFF2-40B4-BE49-F238E27FC236}">
                <a16:creationId xmlns:a16="http://schemas.microsoft.com/office/drawing/2014/main" id="{F0BB17B5-7FE2-4850-A8E9-2C5060C5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32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8" name="data_3675">
            <a:extLst xmlns:a="http://schemas.openxmlformats.org/drawingml/2006/main">
              <a:ext uri="{FF2B5EF4-FFF2-40B4-BE49-F238E27FC236}">
                <a16:creationId xmlns:a16="http://schemas.microsoft.com/office/drawing/2014/main" id="{7D84CFC4-1C94-4C95-8A9C-0997F939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9" name="data_3676">
            <a:extLst xmlns:a="http://schemas.openxmlformats.org/drawingml/2006/main">
              <a:ext uri="{FF2B5EF4-FFF2-40B4-BE49-F238E27FC236}">
                <a16:creationId xmlns:a16="http://schemas.microsoft.com/office/drawing/2014/main" id="{EA0DB884-E503-470B-A524-6A3A618E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810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0" name="data_3677">
            <a:extLst xmlns:a="http://schemas.openxmlformats.org/drawingml/2006/main">
              <a:ext uri="{FF2B5EF4-FFF2-40B4-BE49-F238E27FC236}">
                <a16:creationId xmlns:a16="http://schemas.microsoft.com/office/drawing/2014/main" id="{FF287C10-02D0-4CA2-BF50-E775D865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39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1" name="data_3678">
            <a:extLst xmlns:a="http://schemas.openxmlformats.org/drawingml/2006/main">
              <a:ext uri="{FF2B5EF4-FFF2-40B4-BE49-F238E27FC236}">
                <a16:creationId xmlns:a16="http://schemas.microsoft.com/office/drawing/2014/main" id="{3DDB1ACD-10D3-4173-93E6-E8707137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6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2" name="data_3679">
            <a:extLst xmlns:a="http://schemas.openxmlformats.org/drawingml/2006/main">
              <a:ext uri="{FF2B5EF4-FFF2-40B4-BE49-F238E27FC236}">
                <a16:creationId xmlns:a16="http://schemas.microsoft.com/office/drawing/2014/main" id="{5D0C3859-EA5E-4175-A3EA-4331E812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63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3" name="data_3680">
            <a:extLst xmlns:a="http://schemas.openxmlformats.org/drawingml/2006/main">
              <a:ext uri="{FF2B5EF4-FFF2-40B4-BE49-F238E27FC236}">
                <a16:creationId xmlns:a16="http://schemas.microsoft.com/office/drawing/2014/main" id="{4BE878F4-3204-434C-94A6-8F4A1CEA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87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4" name="data_3681">
            <a:extLst xmlns:a="http://schemas.openxmlformats.org/drawingml/2006/main">
              <a:ext uri="{FF2B5EF4-FFF2-40B4-BE49-F238E27FC236}">
                <a16:creationId xmlns:a16="http://schemas.microsoft.com/office/drawing/2014/main" id="{B47EC089-BAC6-42D3-80A2-2CC8B8E5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92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5" name="data_3682">
            <a:extLst xmlns:a="http://schemas.openxmlformats.org/drawingml/2006/main">
              <a:ext uri="{FF2B5EF4-FFF2-40B4-BE49-F238E27FC236}">
                <a16:creationId xmlns:a16="http://schemas.microsoft.com/office/drawing/2014/main" id="{C3CC8638-A9F3-48D4-8762-A09C4202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42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6" name="data_3683">
            <a:extLst xmlns:a="http://schemas.openxmlformats.org/drawingml/2006/main">
              <a:ext uri="{FF2B5EF4-FFF2-40B4-BE49-F238E27FC236}">
                <a16:creationId xmlns:a16="http://schemas.microsoft.com/office/drawing/2014/main" id="{1BAC2113-F638-4250-905D-544D8EC9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2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7" name="data_3684">
            <a:extLst xmlns:a="http://schemas.openxmlformats.org/drawingml/2006/main">
              <a:ext uri="{FF2B5EF4-FFF2-40B4-BE49-F238E27FC236}">
                <a16:creationId xmlns:a16="http://schemas.microsoft.com/office/drawing/2014/main" id="{7D1D7D06-D11C-4B52-8070-B025841D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587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8" name="data_3685">
            <a:extLst xmlns:a="http://schemas.openxmlformats.org/drawingml/2006/main">
              <a:ext uri="{FF2B5EF4-FFF2-40B4-BE49-F238E27FC236}">
                <a16:creationId xmlns:a16="http://schemas.microsoft.com/office/drawing/2014/main" id="{F3BE6DEB-D3EE-4568-9288-A1802543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80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9" name="data_3686">
            <a:extLst xmlns:a="http://schemas.openxmlformats.org/drawingml/2006/main">
              <a:ext uri="{FF2B5EF4-FFF2-40B4-BE49-F238E27FC236}">
                <a16:creationId xmlns:a16="http://schemas.microsoft.com/office/drawing/2014/main" id="{253EC1C2-D00F-4FCE-AFC8-AAC5770F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485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0" name="data_3687">
            <a:extLst xmlns:a="http://schemas.openxmlformats.org/drawingml/2006/main">
              <a:ext uri="{FF2B5EF4-FFF2-40B4-BE49-F238E27FC236}">
                <a16:creationId xmlns:a16="http://schemas.microsoft.com/office/drawing/2014/main" id="{7AAA91A9-1E1F-48E4-99D3-F5966AF6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94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1" name="data_3688">
            <a:extLst xmlns:a="http://schemas.openxmlformats.org/drawingml/2006/main">
              <a:ext uri="{FF2B5EF4-FFF2-40B4-BE49-F238E27FC236}">
                <a16:creationId xmlns:a16="http://schemas.microsoft.com/office/drawing/2014/main" id="{2B570B05-4E0D-4086-BCA1-5777A126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21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2" name="data_3689">
            <a:extLst xmlns:a="http://schemas.openxmlformats.org/drawingml/2006/main">
              <a:ext uri="{FF2B5EF4-FFF2-40B4-BE49-F238E27FC236}">
                <a16:creationId xmlns:a16="http://schemas.microsoft.com/office/drawing/2014/main" id="{BF793ADE-9FD4-42B3-9114-AC32660A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8334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3" name="data_3690">
            <a:extLst xmlns:a="http://schemas.openxmlformats.org/drawingml/2006/main">
              <a:ext uri="{FF2B5EF4-FFF2-40B4-BE49-F238E27FC236}">
                <a16:creationId xmlns:a16="http://schemas.microsoft.com/office/drawing/2014/main" id="{F67BA2BA-CD3F-4988-ACB4-2346C0EF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48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4" name="data_3691">
            <a:extLst xmlns:a="http://schemas.openxmlformats.org/drawingml/2006/main">
              <a:ext uri="{FF2B5EF4-FFF2-40B4-BE49-F238E27FC236}">
                <a16:creationId xmlns:a16="http://schemas.microsoft.com/office/drawing/2014/main" id="{4868997E-F19B-4E9B-BFC1-0DE5E1F7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01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5" name="data_3692">
            <a:extLst xmlns:a="http://schemas.openxmlformats.org/drawingml/2006/main">
              <a:ext uri="{FF2B5EF4-FFF2-40B4-BE49-F238E27FC236}">
                <a16:creationId xmlns:a16="http://schemas.microsoft.com/office/drawing/2014/main" id="{CA41971E-2B82-4044-A2EC-3F6B102E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286" y="37850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6" name="data_3693">
            <a:extLst xmlns:a="http://schemas.openxmlformats.org/drawingml/2006/main">
              <a:ext uri="{FF2B5EF4-FFF2-40B4-BE49-F238E27FC236}">
                <a16:creationId xmlns:a16="http://schemas.microsoft.com/office/drawing/2014/main" id="{0FE737A9-BB30-49BE-B135-F0F9882A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70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7" name="data_3694">
            <a:extLst xmlns:a="http://schemas.openxmlformats.org/drawingml/2006/main">
              <a:ext uri="{FF2B5EF4-FFF2-40B4-BE49-F238E27FC236}">
                <a16:creationId xmlns:a16="http://schemas.microsoft.com/office/drawing/2014/main" id="{53E45265-168C-49D7-A898-129C6DA6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13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8" name="data_3695">
            <a:extLst xmlns:a="http://schemas.openxmlformats.org/drawingml/2006/main">
              <a:ext uri="{FF2B5EF4-FFF2-40B4-BE49-F238E27FC236}">
                <a16:creationId xmlns:a16="http://schemas.microsoft.com/office/drawing/2014/main" id="{2E9D31FA-C6F6-4B13-9FAE-97A59C66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2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9" name="data_3696">
            <a:extLst xmlns:a="http://schemas.openxmlformats.org/drawingml/2006/main">
              <a:ext uri="{FF2B5EF4-FFF2-40B4-BE49-F238E27FC236}">
                <a16:creationId xmlns:a16="http://schemas.microsoft.com/office/drawing/2014/main" id="{FEAF0F8C-36DE-4E3C-BC05-45A11B90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4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0" name="data_3697">
            <a:extLst xmlns:a="http://schemas.openxmlformats.org/drawingml/2006/main">
              <a:ext uri="{FF2B5EF4-FFF2-40B4-BE49-F238E27FC236}">
                <a16:creationId xmlns:a16="http://schemas.microsoft.com/office/drawing/2014/main" id="{F0E638ED-5D48-47A2-8B70-0B4D646B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42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1" name="data_3698">
            <a:extLst xmlns:a="http://schemas.openxmlformats.org/drawingml/2006/main">
              <a:ext uri="{FF2B5EF4-FFF2-40B4-BE49-F238E27FC236}">
                <a16:creationId xmlns:a16="http://schemas.microsoft.com/office/drawing/2014/main" id="{5E5ECD24-8012-46B7-8BE1-535C4672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68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2" name="data_3699">
            <a:extLst xmlns:a="http://schemas.openxmlformats.org/drawingml/2006/main">
              <a:ext uri="{FF2B5EF4-FFF2-40B4-BE49-F238E27FC236}">
                <a16:creationId xmlns:a16="http://schemas.microsoft.com/office/drawing/2014/main" id="{5EFEB313-C781-4740-8AC9-34CCF67F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6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3" name="data_3700">
            <a:extLst xmlns:a="http://schemas.openxmlformats.org/drawingml/2006/main">
              <a:ext uri="{FF2B5EF4-FFF2-40B4-BE49-F238E27FC236}">
                <a16:creationId xmlns:a16="http://schemas.microsoft.com/office/drawing/2014/main" id="{39419E1E-886F-42D4-B99D-5F018480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5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4" name="data_3701">
            <a:extLst xmlns:a="http://schemas.openxmlformats.org/drawingml/2006/main">
              <a:ext uri="{FF2B5EF4-FFF2-40B4-BE49-F238E27FC236}">
                <a16:creationId xmlns:a16="http://schemas.microsoft.com/office/drawing/2014/main" id="{F4C724CF-EF08-4F71-8534-B0963591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56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5" name="data_3702">
            <a:extLst xmlns:a="http://schemas.openxmlformats.org/drawingml/2006/main">
              <a:ext uri="{FF2B5EF4-FFF2-40B4-BE49-F238E27FC236}">
                <a16:creationId xmlns:a16="http://schemas.microsoft.com/office/drawing/2014/main" id="{93A2B5E5-419B-4303-BF4F-55E31EB0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7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6" name="data_3703">
            <a:extLst xmlns:a="http://schemas.openxmlformats.org/drawingml/2006/main">
              <a:ext uri="{FF2B5EF4-FFF2-40B4-BE49-F238E27FC236}">
                <a16:creationId xmlns:a16="http://schemas.microsoft.com/office/drawing/2014/main" id="{34FC06F8-84CA-4813-A267-F3047423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5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7" name="data_3704">
            <a:extLst xmlns:a="http://schemas.openxmlformats.org/drawingml/2006/main">
              <a:ext uri="{FF2B5EF4-FFF2-40B4-BE49-F238E27FC236}">
                <a16:creationId xmlns:a16="http://schemas.microsoft.com/office/drawing/2014/main" id="{6472289A-0386-4033-91AC-6A9241EF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38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8" name="data_3705">
            <a:extLst xmlns:a="http://schemas.openxmlformats.org/drawingml/2006/main">
              <a:ext uri="{FF2B5EF4-FFF2-40B4-BE49-F238E27FC236}">
                <a16:creationId xmlns:a16="http://schemas.microsoft.com/office/drawing/2014/main" id="{4B899539-D95C-4089-AA75-5A6ED024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084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9" name="data_3706">
            <a:extLst xmlns:a="http://schemas.openxmlformats.org/drawingml/2006/main">
              <a:ext uri="{FF2B5EF4-FFF2-40B4-BE49-F238E27FC236}">
                <a16:creationId xmlns:a16="http://schemas.microsoft.com/office/drawing/2014/main" id="{7DFAA5C2-37DF-461C-A50E-677E34E1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885" y="26605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0" name="data_3707">
            <a:extLst xmlns:a="http://schemas.openxmlformats.org/drawingml/2006/main">
              <a:ext uri="{FF2B5EF4-FFF2-40B4-BE49-F238E27FC236}">
                <a16:creationId xmlns:a16="http://schemas.microsoft.com/office/drawing/2014/main" id="{6D925296-14D0-442B-8FB1-AF2CA969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54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1" name="data_3708">
            <a:extLst xmlns:a="http://schemas.openxmlformats.org/drawingml/2006/main">
              <a:ext uri="{FF2B5EF4-FFF2-40B4-BE49-F238E27FC236}">
                <a16:creationId xmlns:a16="http://schemas.microsoft.com/office/drawing/2014/main" id="{6305866F-B61F-4A97-9C6C-5E74F863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9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2" name="data_3709">
            <a:extLst xmlns:a="http://schemas.openxmlformats.org/drawingml/2006/main">
              <a:ext uri="{FF2B5EF4-FFF2-40B4-BE49-F238E27FC236}">
                <a16:creationId xmlns:a16="http://schemas.microsoft.com/office/drawing/2014/main" id="{9A9C24E1-9174-4763-9D2F-6D976195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4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3" name="data_3710">
            <a:extLst xmlns:a="http://schemas.openxmlformats.org/drawingml/2006/main">
              <a:ext uri="{FF2B5EF4-FFF2-40B4-BE49-F238E27FC236}">
                <a16:creationId xmlns:a16="http://schemas.microsoft.com/office/drawing/2014/main" id="{6FEDD732-1947-49FA-9B0D-46130EB3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5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4" name="data_3711">
            <a:extLst xmlns:a="http://schemas.openxmlformats.org/drawingml/2006/main">
              <a:ext uri="{FF2B5EF4-FFF2-40B4-BE49-F238E27FC236}">
                <a16:creationId xmlns:a16="http://schemas.microsoft.com/office/drawing/2014/main" id="{8DD8660A-72CB-4EDA-8795-61E8BE95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7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5" name="data_3712">
            <a:extLst xmlns:a="http://schemas.openxmlformats.org/drawingml/2006/main">
              <a:ext uri="{FF2B5EF4-FFF2-40B4-BE49-F238E27FC236}">
                <a16:creationId xmlns:a16="http://schemas.microsoft.com/office/drawing/2014/main" id="{39F0C369-9B7B-45ED-98CB-F10A0A2F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6" name="data_3713">
            <a:extLst xmlns:a="http://schemas.openxmlformats.org/drawingml/2006/main">
              <a:ext uri="{FF2B5EF4-FFF2-40B4-BE49-F238E27FC236}">
                <a16:creationId xmlns:a16="http://schemas.microsoft.com/office/drawing/2014/main" id="{99BEB6CD-6647-4DD7-9FBC-E1CCFB3A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3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7" name="data_3714">
            <a:extLst xmlns:a="http://schemas.openxmlformats.org/drawingml/2006/main">
              <a:ext uri="{FF2B5EF4-FFF2-40B4-BE49-F238E27FC236}">
                <a16:creationId xmlns:a16="http://schemas.microsoft.com/office/drawing/2014/main" id="{C98BBEA6-36CB-4DD5-8A6E-44277BFC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682" y="30525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8" name="data_3715">
            <a:extLst xmlns:a="http://schemas.openxmlformats.org/drawingml/2006/main">
              <a:ext uri="{FF2B5EF4-FFF2-40B4-BE49-F238E27FC236}">
                <a16:creationId xmlns:a16="http://schemas.microsoft.com/office/drawing/2014/main" id="{D2D4F822-3BFA-459B-92EC-307C099B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5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9" name="data_3716">
            <a:extLst xmlns:a="http://schemas.openxmlformats.org/drawingml/2006/main">
              <a:ext uri="{FF2B5EF4-FFF2-40B4-BE49-F238E27FC236}">
                <a16:creationId xmlns:a16="http://schemas.microsoft.com/office/drawing/2014/main" id="{D88460D1-1BB9-498C-84D1-14061C04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035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0" name="data_3717">
            <a:extLst xmlns:a="http://schemas.openxmlformats.org/drawingml/2006/main">
              <a:ext uri="{FF2B5EF4-FFF2-40B4-BE49-F238E27FC236}">
                <a16:creationId xmlns:a16="http://schemas.microsoft.com/office/drawing/2014/main" id="{F4CDBB90-2968-4197-9D0C-96D59EB9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79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1" name="data_3718">
            <a:extLst xmlns:a="http://schemas.openxmlformats.org/drawingml/2006/main">
              <a:ext uri="{FF2B5EF4-FFF2-40B4-BE49-F238E27FC236}">
                <a16:creationId xmlns:a16="http://schemas.microsoft.com/office/drawing/2014/main" id="{D7C14F2B-4485-4056-B43E-23F8C8F4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4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2" name="data_3719">
            <a:extLst xmlns:a="http://schemas.openxmlformats.org/drawingml/2006/main">
              <a:ext uri="{FF2B5EF4-FFF2-40B4-BE49-F238E27FC236}">
                <a16:creationId xmlns:a16="http://schemas.microsoft.com/office/drawing/2014/main" id="{EB01752C-4305-463B-8C3F-86773089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395" y="30072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3" name="data_3720">
            <a:extLst xmlns:a="http://schemas.openxmlformats.org/drawingml/2006/main">
              <a:ext uri="{FF2B5EF4-FFF2-40B4-BE49-F238E27FC236}">
                <a16:creationId xmlns:a16="http://schemas.microsoft.com/office/drawing/2014/main" id="{6CF6B407-7B35-475E-8428-6040BC45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87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4" name="data_3721">
            <a:extLst xmlns:a="http://schemas.openxmlformats.org/drawingml/2006/main">
              <a:ext uri="{FF2B5EF4-FFF2-40B4-BE49-F238E27FC236}">
                <a16:creationId xmlns:a16="http://schemas.microsoft.com/office/drawing/2014/main" id="{1C356495-B22B-43AC-ADA5-D5E5311C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526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5" name="data_3722">
            <a:extLst xmlns:a="http://schemas.openxmlformats.org/drawingml/2006/main">
              <a:ext uri="{FF2B5EF4-FFF2-40B4-BE49-F238E27FC236}">
                <a16:creationId xmlns:a16="http://schemas.microsoft.com/office/drawing/2014/main" id="{CBA1966B-290C-440A-A12C-B5109425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99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6" name="data_3723">
            <a:extLst xmlns:a="http://schemas.openxmlformats.org/drawingml/2006/main">
              <a:ext uri="{FF2B5EF4-FFF2-40B4-BE49-F238E27FC236}">
                <a16:creationId xmlns:a16="http://schemas.microsoft.com/office/drawing/2014/main" id="{B76B255F-1367-465F-A5E9-2B4305B9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911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7" name="data_3724">
            <a:extLst xmlns:a="http://schemas.openxmlformats.org/drawingml/2006/main">
              <a:ext uri="{FF2B5EF4-FFF2-40B4-BE49-F238E27FC236}">
                <a16:creationId xmlns:a16="http://schemas.microsoft.com/office/drawing/2014/main" id="{39C9551C-2C0D-4638-B0E7-8DF34F95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44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8" name="data_3725">
            <a:extLst xmlns:a="http://schemas.openxmlformats.org/drawingml/2006/main">
              <a:ext uri="{FF2B5EF4-FFF2-40B4-BE49-F238E27FC236}">
                <a16:creationId xmlns:a16="http://schemas.microsoft.com/office/drawing/2014/main" id="{D83A0D62-F080-430F-9628-8DA58C9F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9" name="data_3726">
            <a:extLst xmlns:a="http://schemas.openxmlformats.org/drawingml/2006/main">
              <a:ext uri="{FF2B5EF4-FFF2-40B4-BE49-F238E27FC236}">
                <a16:creationId xmlns:a16="http://schemas.microsoft.com/office/drawing/2014/main" id="{3CA59FF4-E485-45D5-932A-EBF55BEC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384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0" name="data_3727">
            <a:extLst xmlns:a="http://schemas.openxmlformats.org/drawingml/2006/main">
              <a:ext uri="{FF2B5EF4-FFF2-40B4-BE49-F238E27FC236}">
                <a16:creationId xmlns:a16="http://schemas.microsoft.com/office/drawing/2014/main" id="{01038982-1F32-442B-88B6-395A0636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60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1" name="data_3728">
            <a:extLst xmlns:a="http://schemas.openxmlformats.org/drawingml/2006/main">
              <a:ext uri="{FF2B5EF4-FFF2-40B4-BE49-F238E27FC236}">
                <a16:creationId xmlns:a16="http://schemas.microsoft.com/office/drawing/2014/main" id="{5E8D3952-C8D4-45F5-B1E3-1135CC4F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270" y="2917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2" name="data_3729">
            <a:extLst xmlns:a="http://schemas.openxmlformats.org/drawingml/2006/main">
              <a:ext uri="{FF2B5EF4-FFF2-40B4-BE49-F238E27FC236}">
                <a16:creationId xmlns:a16="http://schemas.microsoft.com/office/drawing/2014/main" id="{E4C46764-DE90-4B6A-85C3-CC8CCBE1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236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3" name="data_3730">
            <a:extLst xmlns:a="http://schemas.openxmlformats.org/drawingml/2006/main">
              <a:ext uri="{FF2B5EF4-FFF2-40B4-BE49-F238E27FC236}">
                <a16:creationId xmlns:a16="http://schemas.microsoft.com/office/drawing/2014/main" id="{DF0DC167-783F-4A7D-A130-D5B6CAE1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275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4" name="data_3731">
            <a:extLst xmlns:a="http://schemas.openxmlformats.org/drawingml/2006/main">
              <a:ext uri="{FF2B5EF4-FFF2-40B4-BE49-F238E27FC236}">
                <a16:creationId xmlns:a16="http://schemas.microsoft.com/office/drawing/2014/main" id="{E12FD0F5-D56F-420C-AAC6-611B1C0D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7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5" name="data_3732">
            <a:extLst xmlns:a="http://schemas.openxmlformats.org/drawingml/2006/main">
              <a:ext uri="{FF2B5EF4-FFF2-40B4-BE49-F238E27FC236}">
                <a16:creationId xmlns:a16="http://schemas.microsoft.com/office/drawing/2014/main" id="{480D56EE-D739-4821-87C9-398D1519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19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6" name="data_3733">
            <a:extLst xmlns:a="http://schemas.openxmlformats.org/drawingml/2006/main">
              <a:ext uri="{FF2B5EF4-FFF2-40B4-BE49-F238E27FC236}">
                <a16:creationId xmlns:a16="http://schemas.microsoft.com/office/drawing/2014/main" id="{13C39ECB-9350-405A-B81B-091C9B32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5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7" name="data_3734">
            <a:extLst xmlns:a="http://schemas.openxmlformats.org/drawingml/2006/main">
              <a:ext uri="{FF2B5EF4-FFF2-40B4-BE49-F238E27FC236}">
                <a16:creationId xmlns:a16="http://schemas.microsoft.com/office/drawing/2014/main" id="{C6F4FD27-2690-4A02-89A3-228F0BD2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0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8" name="data_3735">
            <a:extLst xmlns:a="http://schemas.openxmlformats.org/drawingml/2006/main">
              <a:ext uri="{FF2B5EF4-FFF2-40B4-BE49-F238E27FC236}">
                <a16:creationId xmlns:a16="http://schemas.microsoft.com/office/drawing/2014/main" id="{24CB0345-1CEF-432B-B016-A1EE5D37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6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9" name="data_3736">
            <a:extLst xmlns:a="http://schemas.openxmlformats.org/drawingml/2006/main">
              <a:ext uri="{FF2B5EF4-FFF2-40B4-BE49-F238E27FC236}">
                <a16:creationId xmlns:a16="http://schemas.microsoft.com/office/drawing/2014/main" id="{095FB8DC-1A99-49B5-8248-3920591A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99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0" name="data_3737">
            <a:extLst xmlns:a="http://schemas.openxmlformats.org/drawingml/2006/main">
              <a:ext uri="{FF2B5EF4-FFF2-40B4-BE49-F238E27FC236}">
                <a16:creationId xmlns:a16="http://schemas.microsoft.com/office/drawing/2014/main" id="{87C823EA-194A-48EC-B7F8-8B925BA6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1383" y="38591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1" name="data_3738">
            <a:extLst xmlns:a="http://schemas.openxmlformats.org/drawingml/2006/main">
              <a:ext uri="{FF2B5EF4-FFF2-40B4-BE49-F238E27FC236}">
                <a16:creationId xmlns:a16="http://schemas.microsoft.com/office/drawing/2014/main" id="{9FB04191-AF81-4962-A6AB-A0E22D75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36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2" name="data_3739">
            <a:extLst xmlns:a="http://schemas.openxmlformats.org/drawingml/2006/main">
              <a:ext uri="{FF2B5EF4-FFF2-40B4-BE49-F238E27FC236}">
                <a16:creationId xmlns:a16="http://schemas.microsoft.com/office/drawing/2014/main" id="{4BEFCBD6-6106-4BE3-A4C0-B792CDF3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27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3" name="data_3740">
            <a:extLst xmlns:a="http://schemas.openxmlformats.org/drawingml/2006/main">
              <a:ext uri="{FF2B5EF4-FFF2-40B4-BE49-F238E27FC236}">
                <a16:creationId xmlns:a16="http://schemas.microsoft.com/office/drawing/2014/main" id="{AAFD47E5-B446-4CDF-856A-6B8245D2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01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4" name="data_3741">
            <a:extLst xmlns:a="http://schemas.openxmlformats.org/drawingml/2006/main">
              <a:ext uri="{FF2B5EF4-FFF2-40B4-BE49-F238E27FC236}">
                <a16:creationId xmlns:a16="http://schemas.microsoft.com/office/drawing/2014/main" id="{FF9670DE-A2CC-4640-91A3-66E0193B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30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5" name="data_3742">
            <a:extLst xmlns:a="http://schemas.openxmlformats.org/drawingml/2006/main">
              <a:ext uri="{FF2B5EF4-FFF2-40B4-BE49-F238E27FC236}">
                <a16:creationId xmlns:a16="http://schemas.microsoft.com/office/drawing/2014/main" id="{629FE10C-46B2-433B-A1E6-66D3C5C9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591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6" name="data_3743">
            <a:extLst xmlns:a="http://schemas.openxmlformats.org/drawingml/2006/main">
              <a:ext uri="{FF2B5EF4-FFF2-40B4-BE49-F238E27FC236}">
                <a16:creationId xmlns:a16="http://schemas.microsoft.com/office/drawing/2014/main" id="{E6B051CD-C036-4796-99EA-23B4D01F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053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7" name="data_3744">
            <a:extLst xmlns:a="http://schemas.openxmlformats.org/drawingml/2006/main">
              <a:ext uri="{FF2B5EF4-FFF2-40B4-BE49-F238E27FC236}">
                <a16:creationId xmlns:a16="http://schemas.microsoft.com/office/drawing/2014/main" id="{7AD7A435-4A9F-42F9-9922-A1C3C51C0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116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8" name="data_3745">
            <a:extLst xmlns:a="http://schemas.openxmlformats.org/drawingml/2006/main">
              <a:ext uri="{FF2B5EF4-FFF2-40B4-BE49-F238E27FC236}">
                <a16:creationId xmlns:a16="http://schemas.microsoft.com/office/drawing/2014/main" id="{E82C80D6-4889-464E-A943-A1DA7D9F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19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9" name="data_3746">
            <a:extLst xmlns:a="http://schemas.openxmlformats.org/drawingml/2006/main">
              <a:ext uri="{FF2B5EF4-FFF2-40B4-BE49-F238E27FC236}">
                <a16:creationId xmlns:a16="http://schemas.microsoft.com/office/drawing/2014/main" id="{CC7DD363-165D-4B00-ADB3-21295011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79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0" name="data_3747">
            <a:extLst xmlns:a="http://schemas.openxmlformats.org/drawingml/2006/main">
              <a:ext uri="{FF2B5EF4-FFF2-40B4-BE49-F238E27FC236}">
                <a16:creationId xmlns:a16="http://schemas.microsoft.com/office/drawing/2014/main" id="{625B838A-2BD2-4F3F-8220-55E0273A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53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1" name="data_3748">
            <a:extLst xmlns:a="http://schemas.openxmlformats.org/drawingml/2006/main">
              <a:ext uri="{FF2B5EF4-FFF2-40B4-BE49-F238E27FC236}">
                <a16:creationId xmlns:a16="http://schemas.microsoft.com/office/drawing/2014/main" id="{1252F582-F066-42D2-9B32-953AF35E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66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2" name="data_3749">
            <a:extLst xmlns:a="http://schemas.openxmlformats.org/drawingml/2006/main">
              <a:ext uri="{FF2B5EF4-FFF2-40B4-BE49-F238E27FC236}">
                <a16:creationId xmlns:a16="http://schemas.microsoft.com/office/drawing/2014/main" id="{E60997D3-CBC5-4598-80ED-825ED7CD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827" y="36050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3" name="data_3750">
            <a:extLst xmlns:a="http://schemas.openxmlformats.org/drawingml/2006/main">
              <a:ext uri="{FF2B5EF4-FFF2-40B4-BE49-F238E27FC236}">
                <a16:creationId xmlns:a16="http://schemas.microsoft.com/office/drawing/2014/main" id="{DAADF53D-5EB5-4CBF-AB11-94C8A76D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90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4" name="data_3751">
            <a:extLst xmlns:a="http://schemas.openxmlformats.org/drawingml/2006/main">
              <a:ext uri="{FF2B5EF4-FFF2-40B4-BE49-F238E27FC236}">
                <a16:creationId xmlns:a16="http://schemas.microsoft.com/office/drawing/2014/main" id="{0A615CB2-0D22-4A26-BC22-23DDDFC5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3276" y="38952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5" name="data_3752">
            <a:extLst xmlns:a="http://schemas.openxmlformats.org/drawingml/2006/main">
              <a:ext uri="{FF2B5EF4-FFF2-40B4-BE49-F238E27FC236}">
                <a16:creationId xmlns:a16="http://schemas.microsoft.com/office/drawing/2014/main" id="{C8A94971-C835-4949-9051-7B46F75B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7351" y="3586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6" name="data_3753">
            <a:extLst xmlns:a="http://schemas.openxmlformats.org/drawingml/2006/main">
              <a:ext uri="{FF2B5EF4-FFF2-40B4-BE49-F238E27FC236}">
                <a16:creationId xmlns:a16="http://schemas.microsoft.com/office/drawing/2014/main" id="{013C6B94-D1B6-4282-A506-26125AD0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08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7" name="data_3754">
            <a:extLst xmlns:a="http://schemas.openxmlformats.org/drawingml/2006/main">
              <a:ext uri="{FF2B5EF4-FFF2-40B4-BE49-F238E27FC236}">
                <a16:creationId xmlns:a16="http://schemas.microsoft.com/office/drawing/2014/main" id="{6F9C6AF1-B81C-49D0-9D08-E83B6F4C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2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8" name="data_3755">
            <a:extLst xmlns:a="http://schemas.openxmlformats.org/drawingml/2006/main">
              <a:ext uri="{FF2B5EF4-FFF2-40B4-BE49-F238E27FC236}">
                <a16:creationId xmlns:a16="http://schemas.microsoft.com/office/drawing/2014/main" id="{4150CF6A-01BC-4CBA-823B-11611DD9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0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9" name="data_3756">
            <a:extLst xmlns:a="http://schemas.openxmlformats.org/drawingml/2006/main">
              <a:ext uri="{FF2B5EF4-FFF2-40B4-BE49-F238E27FC236}">
                <a16:creationId xmlns:a16="http://schemas.microsoft.com/office/drawing/2014/main" id="{96DC349A-AF3A-48F3-BB8A-C82FE2B4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0" name="data_3757">
            <a:extLst xmlns:a="http://schemas.openxmlformats.org/drawingml/2006/main">
              <a:ext uri="{FF2B5EF4-FFF2-40B4-BE49-F238E27FC236}">
                <a16:creationId xmlns:a16="http://schemas.microsoft.com/office/drawing/2014/main" id="{C8F86F77-2686-43A3-A84F-2474754A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885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1" name="data_3758">
            <a:extLst xmlns:a="http://schemas.openxmlformats.org/drawingml/2006/main">
              <a:ext uri="{FF2B5EF4-FFF2-40B4-BE49-F238E27FC236}">
                <a16:creationId xmlns:a16="http://schemas.microsoft.com/office/drawing/2014/main" id="{0A8E595B-BD46-4A7A-8146-F81ABCA9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70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2" name="data_3759">
            <a:extLst xmlns:a="http://schemas.openxmlformats.org/drawingml/2006/main">
              <a:ext uri="{FF2B5EF4-FFF2-40B4-BE49-F238E27FC236}">
                <a16:creationId xmlns:a16="http://schemas.microsoft.com/office/drawing/2014/main" id="{32D1FFC1-C864-417A-BF31-32F20981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529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3" name="data_3760">
            <a:extLst xmlns:a="http://schemas.openxmlformats.org/drawingml/2006/main">
              <a:ext uri="{FF2B5EF4-FFF2-40B4-BE49-F238E27FC236}">
                <a16:creationId xmlns:a16="http://schemas.microsoft.com/office/drawing/2014/main" id="{80F5F697-D332-430C-96AA-DB08BA44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665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4" name="data_3761">
            <a:extLst xmlns:a="http://schemas.openxmlformats.org/drawingml/2006/main">
              <a:ext uri="{FF2B5EF4-FFF2-40B4-BE49-F238E27FC236}">
                <a16:creationId xmlns:a16="http://schemas.microsoft.com/office/drawing/2014/main" id="{63DDAD28-AA25-4D8D-83C0-1F151BB2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484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5" name="data_3762">
            <a:extLst xmlns:a="http://schemas.openxmlformats.org/drawingml/2006/main">
              <a:ext uri="{FF2B5EF4-FFF2-40B4-BE49-F238E27FC236}">
                <a16:creationId xmlns:a16="http://schemas.microsoft.com/office/drawing/2014/main" id="{B85A34EC-7BB6-4ABB-8081-F5F9F47A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6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6" name="data_3763">
            <a:extLst xmlns:a="http://schemas.openxmlformats.org/drawingml/2006/main">
              <a:ext uri="{FF2B5EF4-FFF2-40B4-BE49-F238E27FC236}">
                <a16:creationId xmlns:a16="http://schemas.microsoft.com/office/drawing/2014/main" id="{BDEE5845-1FE8-42CC-82BD-3A08F548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7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7" name="data_3764">
            <a:extLst xmlns:a="http://schemas.openxmlformats.org/drawingml/2006/main">
              <a:ext uri="{FF2B5EF4-FFF2-40B4-BE49-F238E27FC236}">
                <a16:creationId xmlns:a16="http://schemas.microsoft.com/office/drawing/2014/main" id="{FDC8671F-BB75-4CA5-A082-CD2AF52A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4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8" name="data_3765">
            <a:extLst xmlns:a="http://schemas.openxmlformats.org/drawingml/2006/main">
              <a:ext uri="{FF2B5EF4-FFF2-40B4-BE49-F238E27FC236}">
                <a16:creationId xmlns:a16="http://schemas.microsoft.com/office/drawing/2014/main" id="{B339EAC6-2D0B-4668-9992-7BB01229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04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9" name="data_3766">
            <a:extLst xmlns:a="http://schemas.openxmlformats.org/drawingml/2006/main">
              <a:ext uri="{FF2B5EF4-FFF2-40B4-BE49-F238E27FC236}">
                <a16:creationId xmlns:a16="http://schemas.microsoft.com/office/drawing/2014/main" id="{77797F2C-97DC-4509-A613-25D13B3D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577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0" name="data_3767">
            <a:extLst xmlns:a="http://schemas.openxmlformats.org/drawingml/2006/main">
              <a:ext uri="{FF2B5EF4-FFF2-40B4-BE49-F238E27FC236}">
                <a16:creationId xmlns:a16="http://schemas.microsoft.com/office/drawing/2014/main" id="{72611B92-65F5-439C-807B-D4CE0960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96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1" name="data_3768">
            <a:extLst xmlns:a="http://schemas.openxmlformats.org/drawingml/2006/main">
              <a:ext uri="{FF2B5EF4-FFF2-40B4-BE49-F238E27FC236}">
                <a16:creationId xmlns:a16="http://schemas.microsoft.com/office/drawing/2014/main" id="{66AF2C12-2D5F-48CA-BAAE-D1451EA6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3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2" name="data_3769">
            <a:extLst xmlns:a="http://schemas.openxmlformats.org/drawingml/2006/main">
              <a:ext uri="{FF2B5EF4-FFF2-40B4-BE49-F238E27FC236}">
                <a16:creationId xmlns:a16="http://schemas.microsoft.com/office/drawing/2014/main" id="{7303354B-69CE-449B-B7DE-46D46430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15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3" name="data_3770">
            <a:extLst xmlns:a="http://schemas.openxmlformats.org/drawingml/2006/main">
              <a:ext uri="{FF2B5EF4-FFF2-40B4-BE49-F238E27FC236}">
                <a16:creationId xmlns:a16="http://schemas.microsoft.com/office/drawing/2014/main" id="{44A43741-CFF9-4239-93FB-91F4B7FF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9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4" name="data_3771">
            <a:extLst xmlns:a="http://schemas.openxmlformats.org/drawingml/2006/main">
              <a:ext uri="{FF2B5EF4-FFF2-40B4-BE49-F238E27FC236}">
                <a16:creationId xmlns:a16="http://schemas.microsoft.com/office/drawing/2014/main" id="{27FC1697-1AD6-4620-9CF8-ABA17E30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99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5" name="data_3772">
            <a:extLst xmlns:a="http://schemas.openxmlformats.org/drawingml/2006/main">
              <a:ext uri="{FF2B5EF4-FFF2-40B4-BE49-F238E27FC236}">
                <a16:creationId xmlns:a16="http://schemas.microsoft.com/office/drawing/2014/main" id="{A8AC6FAF-10E6-4DD4-B0FE-E6AEE747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7021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6" name="data_3773">
            <a:extLst xmlns:a="http://schemas.openxmlformats.org/drawingml/2006/main">
              <a:ext uri="{FF2B5EF4-FFF2-40B4-BE49-F238E27FC236}">
                <a16:creationId xmlns:a16="http://schemas.microsoft.com/office/drawing/2014/main" id="{04249C92-9CDE-40A5-BE15-54F1221B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0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7" name="data_3774">
            <a:extLst xmlns:a="http://schemas.openxmlformats.org/drawingml/2006/main">
              <a:ext uri="{FF2B5EF4-FFF2-40B4-BE49-F238E27FC236}">
                <a16:creationId xmlns:a16="http://schemas.microsoft.com/office/drawing/2014/main" id="{967C5FFD-980F-40AF-AA55-4C2FD490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91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8" name="data_3775">
            <a:extLst xmlns:a="http://schemas.openxmlformats.org/drawingml/2006/main">
              <a:ext uri="{FF2B5EF4-FFF2-40B4-BE49-F238E27FC236}">
                <a16:creationId xmlns:a16="http://schemas.microsoft.com/office/drawing/2014/main" id="{7A0C4E50-D79F-4C6F-9CEB-09FF15AB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609" y="28172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9" name="data_3776">
            <a:extLst xmlns:a="http://schemas.openxmlformats.org/drawingml/2006/main">
              <a:ext uri="{FF2B5EF4-FFF2-40B4-BE49-F238E27FC236}">
                <a16:creationId xmlns:a16="http://schemas.microsoft.com/office/drawing/2014/main" id="{16AFFE51-E23A-4970-B39B-755B2AD1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6158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0" name="data_3777">
            <a:extLst xmlns:a="http://schemas.openxmlformats.org/drawingml/2006/main">
              <a:ext uri="{FF2B5EF4-FFF2-40B4-BE49-F238E27FC236}">
                <a16:creationId xmlns:a16="http://schemas.microsoft.com/office/drawing/2014/main" id="{8942D9B6-10DF-4751-AD13-D4C269D4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7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1" name="data_3778">
            <a:extLst xmlns:a="http://schemas.openxmlformats.org/drawingml/2006/main">
              <a:ext uri="{FF2B5EF4-FFF2-40B4-BE49-F238E27FC236}">
                <a16:creationId xmlns:a16="http://schemas.microsoft.com/office/drawing/2014/main" id="{770EC61B-A77B-49BB-99CC-7C0964DF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150" y="39243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2" name="data_3779">
            <a:extLst xmlns:a="http://schemas.openxmlformats.org/drawingml/2006/main">
              <a:ext uri="{FF2B5EF4-FFF2-40B4-BE49-F238E27FC236}">
                <a16:creationId xmlns:a16="http://schemas.microsoft.com/office/drawing/2014/main" id="{E9EA37AB-41E5-4682-B0F5-3D44A433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125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3" name="data_3780">
            <a:extLst xmlns:a="http://schemas.openxmlformats.org/drawingml/2006/main">
              <a:ext uri="{FF2B5EF4-FFF2-40B4-BE49-F238E27FC236}">
                <a16:creationId xmlns:a16="http://schemas.microsoft.com/office/drawing/2014/main" id="{D6BA644A-5FBB-4AC2-83E7-D4D74BE0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7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4" name="data_3781">
            <a:extLst xmlns:a="http://schemas.openxmlformats.org/drawingml/2006/main">
              <a:ext uri="{FF2B5EF4-FFF2-40B4-BE49-F238E27FC236}">
                <a16:creationId xmlns:a16="http://schemas.microsoft.com/office/drawing/2014/main" id="{5F7E7204-8B33-43B3-A968-324D649F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5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5" name="data_3782">
            <a:extLst xmlns:a="http://schemas.openxmlformats.org/drawingml/2006/main">
              <a:ext uri="{FF2B5EF4-FFF2-40B4-BE49-F238E27FC236}">
                <a16:creationId xmlns:a16="http://schemas.microsoft.com/office/drawing/2014/main" id="{FABD59B5-893D-4814-80AD-90F08980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60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6" name="data_3783">
            <a:extLst xmlns:a="http://schemas.openxmlformats.org/drawingml/2006/main">
              <a:ext uri="{FF2B5EF4-FFF2-40B4-BE49-F238E27FC236}">
                <a16:creationId xmlns:a16="http://schemas.microsoft.com/office/drawing/2014/main" id="{24EC34DD-403D-46ED-A623-DC435CC0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0129" y="3972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7" name="data_3784">
            <a:extLst xmlns:a="http://schemas.openxmlformats.org/drawingml/2006/main">
              <a:ext uri="{FF2B5EF4-FFF2-40B4-BE49-F238E27FC236}">
                <a16:creationId xmlns:a16="http://schemas.microsoft.com/office/drawing/2014/main" id="{5D0C1A48-7C7A-481C-833D-AD35B976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39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8" name="data_3785">
            <a:extLst xmlns:a="http://schemas.openxmlformats.org/drawingml/2006/main">
              <a:ext uri="{FF2B5EF4-FFF2-40B4-BE49-F238E27FC236}">
                <a16:creationId xmlns:a16="http://schemas.microsoft.com/office/drawing/2014/main" id="{DEF21B05-D5CE-4DDB-86AE-D55E229E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8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9" name="data_3786">
            <a:extLst xmlns:a="http://schemas.openxmlformats.org/drawingml/2006/main">
              <a:ext uri="{FF2B5EF4-FFF2-40B4-BE49-F238E27FC236}">
                <a16:creationId xmlns:a16="http://schemas.microsoft.com/office/drawing/2014/main" id="{A642C7EF-C703-49E9-971B-E730E2E4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2210753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100" name="data_3787">
            <a:extLst xmlns:a="http://schemas.openxmlformats.org/drawingml/2006/main">
              <a:ext uri="{FF2B5EF4-FFF2-40B4-BE49-F238E27FC236}">
                <a16:creationId xmlns:a16="http://schemas.microsoft.com/office/drawing/2014/main" id="{AF9DA712-CC05-45CB-BABE-9C41ABFD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101" name="text_3788">
            <a:extLst xmlns:a="http://schemas.openxmlformats.org/drawingml/2006/main">
              <a:ext uri="{FF2B5EF4-FFF2-40B4-BE49-F238E27FC236}">
                <a16:creationId xmlns:a16="http://schemas.microsoft.com/office/drawing/2014/main" id="{96E578E6-9BB7-471B-A7BB-CD23961B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414" y="1897352"/>
            <a:ext cx="96475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2" name="text_3789">
            <a:extLst xmlns:a="http://schemas.openxmlformats.org/drawingml/2006/main">
              <a:ext uri="{FF2B5EF4-FFF2-40B4-BE49-F238E27FC236}">
                <a16:creationId xmlns:a16="http://schemas.microsoft.com/office/drawing/2014/main" id="{3B7C8A64-0810-459D-8EEC-AB7A53A4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8244" y="1919926"/>
            <a:ext cx="620381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3" name="data_3790">
            <a:extLst xmlns:a="http://schemas.openxmlformats.org/drawingml/2006/main">
              <a:ext uri="{FF2B5EF4-FFF2-40B4-BE49-F238E27FC236}">
                <a16:creationId xmlns:a16="http://schemas.microsoft.com/office/drawing/2014/main" id="{90969851-01B3-4568-89C0-29D62AF3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033" y="3970885"/>
            <a:ext cx="191" cy="26416"/>
          </a:xfrm>
          <a:custGeom xmlns:a="http://schemas.openxmlformats.org/drawingml/2006/main">
            <a:pathLst>
              <a:path w="191" h="26416">
                <a:moveTo>
                  <a:pt x="0" y="2641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104" name="data_3791">
            <a:extLst xmlns:a="http://schemas.openxmlformats.org/drawingml/2006/main">
              <a:ext uri="{FF2B5EF4-FFF2-40B4-BE49-F238E27FC236}">
                <a16:creationId xmlns:a16="http://schemas.microsoft.com/office/drawing/2014/main" id="{1D5F3FC8-8B4A-47C6-9CCC-8CDBFE5E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63" y="2311878"/>
            <a:ext cx="191" cy="1123615"/>
          </a:xfrm>
          <a:custGeom xmlns:a="http://schemas.openxmlformats.org/drawingml/2006/main">
            <a:pathLst>
              <a:path w="191" h="1123615">
                <a:moveTo>
                  <a:pt x="0" y="112361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105" name="data_3792">
            <a:extLst xmlns:a="http://schemas.openxmlformats.org/drawingml/2006/main">
              <a:ext uri="{FF2B5EF4-FFF2-40B4-BE49-F238E27FC236}">
                <a16:creationId xmlns:a16="http://schemas.microsoft.com/office/drawing/2014/main" id="{AA2FB1AA-AADB-4DB8-9F9C-46FD8799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694" y="2311878"/>
            <a:ext cx="191" cy="653101"/>
          </a:xfrm>
          <a:custGeom xmlns:a="http://schemas.openxmlformats.org/drawingml/2006/main">
            <a:pathLst>
              <a:path w="191" h="653101">
                <a:moveTo>
                  <a:pt x="0" y="65310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106" name="data_3793">
            <a:extLst xmlns:a="http://schemas.openxmlformats.org/drawingml/2006/main">
              <a:ext uri="{FF2B5EF4-FFF2-40B4-BE49-F238E27FC236}">
                <a16:creationId xmlns:a16="http://schemas.microsoft.com/office/drawing/2014/main" id="{28B222ED-6C54-4A94-AD82-F95A26E2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937" y="3154589"/>
            <a:ext cx="191" cy="842711"/>
          </a:xfrm>
          <a:custGeom xmlns:a="http://schemas.openxmlformats.org/drawingml/2006/main"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107" name="data_3794">
            <a:extLst xmlns:a="http://schemas.openxmlformats.org/drawingml/2006/main">
              <a:ext uri="{FF2B5EF4-FFF2-40B4-BE49-F238E27FC236}">
                <a16:creationId xmlns:a16="http://schemas.microsoft.com/office/drawing/2014/main" id="{35FF9DB3-0F84-400D-8359-72F65DFD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6767" y="2311878"/>
            <a:ext cx="191" cy="1191835"/>
          </a:xfrm>
          <a:custGeom xmlns:a="http://schemas.openxmlformats.org/drawingml/2006/main">
            <a:pathLst>
              <a:path w="191" h="1191835">
                <a:moveTo>
                  <a:pt x="0" y="119183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108" name="data_3795">
            <a:extLst xmlns:a="http://schemas.openxmlformats.org/drawingml/2006/main">
              <a:ext uri="{FF2B5EF4-FFF2-40B4-BE49-F238E27FC236}">
                <a16:creationId xmlns:a16="http://schemas.microsoft.com/office/drawing/2014/main" id="{C967DBA3-3517-4B9C-AE22-6E9959B8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597" y="2311878"/>
            <a:ext cx="191" cy="842711"/>
          </a:xfrm>
          <a:custGeom xmlns:a="http://schemas.openxmlformats.org/drawingml/2006/main"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109" name="data_3796">
            <a:extLst xmlns:a="http://schemas.openxmlformats.org/drawingml/2006/main">
              <a:ext uri="{FF2B5EF4-FFF2-40B4-BE49-F238E27FC236}">
                <a16:creationId xmlns:a16="http://schemas.microsoft.com/office/drawing/2014/main" id="{378D8BDE-D7A3-45CA-B7FA-B19E6C38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564" y="3958901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110" name="data_3797">
            <a:extLst xmlns:a="http://schemas.openxmlformats.org/drawingml/2006/main">
              <a:ext uri="{FF2B5EF4-FFF2-40B4-BE49-F238E27FC236}">
                <a16:creationId xmlns:a16="http://schemas.microsoft.com/office/drawing/2014/main" id="{FCF091AD-4271-4862-96A8-78852510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1395" y="283821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111" name="data_3798">
            <a:extLst xmlns:a="http://schemas.openxmlformats.org/drawingml/2006/main">
              <a:ext uri="{FF2B5EF4-FFF2-40B4-BE49-F238E27FC236}">
                <a16:creationId xmlns:a16="http://schemas.microsoft.com/office/drawing/2014/main" id="{F0620D1C-D7B6-44B9-81A1-19DFA6A6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225" y="2276409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112" name="data_3799">
            <a:extLst xmlns:a="http://schemas.openxmlformats.org/drawingml/2006/main">
              <a:ext uri="{FF2B5EF4-FFF2-40B4-BE49-F238E27FC236}">
                <a16:creationId xmlns:a16="http://schemas.microsoft.com/office/drawing/2014/main" id="{61BEC128-849C-4E15-AE3C-E8B1F3AF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468" y="372105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113" name="data_3800">
            <a:extLst xmlns:a="http://schemas.openxmlformats.org/drawingml/2006/main">
              <a:ext uri="{FF2B5EF4-FFF2-40B4-BE49-F238E27FC236}">
                <a16:creationId xmlns:a16="http://schemas.microsoft.com/office/drawing/2014/main" id="{19CB05C1-40C1-45B7-BB3B-FB16758E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1298" y="283821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114" name="data_3801">
            <a:extLst xmlns:a="http://schemas.openxmlformats.org/drawingml/2006/main">
              <a:ext uri="{FF2B5EF4-FFF2-40B4-BE49-F238E27FC236}">
                <a16:creationId xmlns:a16="http://schemas.microsoft.com/office/drawing/2014/main" id="{F74EFD52-FE35-4EDA-A0D6-18B2D708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128" y="2642805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115" name="data_3802">
            <a:extLst xmlns:a="http://schemas.openxmlformats.org/drawingml/2006/main">
              <a:ext uri="{FF2B5EF4-FFF2-40B4-BE49-F238E27FC236}">
                <a16:creationId xmlns:a16="http://schemas.microsoft.com/office/drawing/2014/main" id="{CF2937AD-B86B-408A-A2A0-6D9AC03F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2210753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6" name="data_3803">
            <a:extLst xmlns:a="http://schemas.openxmlformats.org/drawingml/2006/main">
              <a:ext uri="{FF2B5EF4-FFF2-40B4-BE49-F238E27FC236}">
                <a16:creationId xmlns:a16="http://schemas.microsoft.com/office/drawing/2014/main" id="{DE76A42A-B1DC-4BA8-9133-319CBE34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2621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17" name="text_3804">
            <a:extLst xmlns:a="http://schemas.openxmlformats.org/drawingml/2006/main">
              <a:ext uri="{FF2B5EF4-FFF2-40B4-BE49-F238E27FC236}">
                <a16:creationId xmlns:a16="http://schemas.microsoft.com/office/drawing/2014/main" id="{F1141B83-2163-4FAD-A0CF-7ECDE890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2521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18" name="text_3805">
            <a:extLst xmlns:a="http://schemas.openxmlformats.org/drawingml/2006/main">
              <a:ext uri="{FF2B5EF4-FFF2-40B4-BE49-F238E27FC236}">
                <a16:creationId xmlns:a16="http://schemas.microsoft.com/office/drawing/2014/main" id="{962A0636-C139-4A9E-B5FD-752697EA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36568" y="4260939"/>
            <a:ext cx="481057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19" name="data_3806">
            <a:extLst xmlns:a="http://schemas.openxmlformats.org/drawingml/2006/main">
              <a:ext uri="{FF2B5EF4-FFF2-40B4-BE49-F238E27FC236}">
                <a16:creationId xmlns:a16="http://schemas.microsoft.com/office/drawing/2014/main" id="{E3AB8F97-37F0-41BA-ABBD-B2B99608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524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20" name="text_3807">
            <a:extLst xmlns:a="http://schemas.openxmlformats.org/drawingml/2006/main">
              <a:ext uri="{FF2B5EF4-FFF2-40B4-BE49-F238E27FC236}">
                <a16:creationId xmlns:a16="http://schemas.microsoft.com/office/drawing/2014/main" id="{1BB4B2F3-E2DD-4D8C-945F-836B5715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2424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21" name="text_3808">
            <a:extLst xmlns:a="http://schemas.openxmlformats.org/drawingml/2006/main">
              <a:ext uri="{FF2B5EF4-FFF2-40B4-BE49-F238E27FC236}">
                <a16:creationId xmlns:a16="http://schemas.microsoft.com/office/drawing/2014/main" id="{A3FA9C80-A12B-4EE8-A1DB-54F67196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41618" y="4260939"/>
            <a:ext cx="2909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122" name="data_3809">
            <a:extLst xmlns:a="http://schemas.openxmlformats.org/drawingml/2006/main">
              <a:ext uri="{FF2B5EF4-FFF2-40B4-BE49-F238E27FC236}">
                <a16:creationId xmlns:a16="http://schemas.microsoft.com/office/drawing/2014/main" id="{013C4CC5-FAE5-4246-BD27-9DE7D6BE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123" name="data_3810">
            <a:extLst xmlns:a="http://schemas.openxmlformats.org/drawingml/2006/main">
              <a:ext uri="{FF2B5EF4-FFF2-40B4-BE49-F238E27FC236}">
                <a16:creationId xmlns:a16="http://schemas.microsoft.com/office/drawing/2014/main" id="{A4E438F3-5AF4-4C94-B6D4-5A454B7C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3997301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24" name="text_3811">
            <a:extLst xmlns:a="http://schemas.openxmlformats.org/drawingml/2006/main">
              <a:ext uri="{FF2B5EF4-FFF2-40B4-BE49-F238E27FC236}">
                <a16:creationId xmlns:a16="http://schemas.microsoft.com/office/drawing/2014/main" id="{757969DF-2434-41FE-88B7-4C49CB65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3939851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25" name="data_3812">
            <a:extLst xmlns:a="http://schemas.openxmlformats.org/drawingml/2006/main">
              <a:ext uri="{FF2B5EF4-FFF2-40B4-BE49-F238E27FC236}">
                <a16:creationId xmlns:a16="http://schemas.microsoft.com/office/drawing/2014/main" id="{2C022016-8322-4A7B-803E-0525B328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154589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126" name="data_3813">
            <a:extLst xmlns:a="http://schemas.openxmlformats.org/drawingml/2006/main">
              <a:ext uri="{FF2B5EF4-FFF2-40B4-BE49-F238E27FC236}">
                <a16:creationId xmlns:a16="http://schemas.microsoft.com/office/drawing/2014/main" id="{220116DB-A9CF-448C-A6CB-15EECB1D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315458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27" name="text_3814">
            <a:extLst xmlns:a="http://schemas.openxmlformats.org/drawingml/2006/main">
              <a:ext uri="{FF2B5EF4-FFF2-40B4-BE49-F238E27FC236}">
                <a16:creationId xmlns:a16="http://schemas.microsoft.com/office/drawing/2014/main" id="{ECA0F819-B958-44EF-9712-CCD5A172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3097140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28" name="data_3815">
            <a:extLst xmlns:a="http://schemas.openxmlformats.org/drawingml/2006/main">
              <a:ext uri="{FF2B5EF4-FFF2-40B4-BE49-F238E27FC236}">
                <a16:creationId xmlns:a16="http://schemas.microsoft.com/office/drawing/2014/main" id="{BDDFDF0D-C1F8-4838-9F1B-4F465A73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23118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129" name="data_3816">
            <a:extLst xmlns:a="http://schemas.openxmlformats.org/drawingml/2006/main">
              <a:ext uri="{FF2B5EF4-FFF2-40B4-BE49-F238E27FC236}">
                <a16:creationId xmlns:a16="http://schemas.microsoft.com/office/drawing/2014/main" id="{F830805F-EA14-4AD6-AFBE-CECD513D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23118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30" name="text_3817">
            <a:extLst xmlns:a="http://schemas.openxmlformats.org/drawingml/2006/main">
              <a:ext uri="{FF2B5EF4-FFF2-40B4-BE49-F238E27FC236}">
                <a16:creationId xmlns:a16="http://schemas.microsoft.com/office/drawing/2014/main" id="{44BD98EB-1FB1-4E5F-8920-740DA0CC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2254428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31" name="text_3818">
            <a:extLst xmlns:a="http://schemas.openxmlformats.org/drawingml/2006/main">
              <a:ext uri="{FF2B5EF4-FFF2-40B4-BE49-F238E27FC236}">
                <a16:creationId xmlns:a16="http://schemas.microsoft.com/office/drawing/2014/main" id="{C1D81200-8C90-439A-AD18-20D2649A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5166733" y="3019788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32" name="data_3819">
            <a:extLst xmlns:a="http://schemas.openxmlformats.org/drawingml/2006/main">
              <a:ext uri="{FF2B5EF4-FFF2-40B4-BE49-F238E27FC236}">
                <a16:creationId xmlns:a16="http://schemas.microsoft.com/office/drawing/2014/main" id="{3F2CB779-9C00-408F-AC5C-D7073F0F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433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649" y="1674889"/>
                </a:lnTo>
                <a:lnTo>
                  <a:pt x="6498" y="1664355"/>
                </a:lnTo>
                <a:lnTo>
                  <a:pt x="14257" y="1653821"/>
                </a:lnTo>
                <a:lnTo>
                  <a:pt x="24478" y="1643287"/>
                </a:lnTo>
                <a:lnTo>
                  <a:pt x="36596" y="1632753"/>
                </a:lnTo>
                <a:lnTo>
                  <a:pt x="49982" y="1622219"/>
                </a:lnTo>
                <a:lnTo>
                  <a:pt x="63997" y="1611685"/>
                </a:lnTo>
                <a:lnTo>
                  <a:pt x="78045" y="1601152"/>
                </a:lnTo>
                <a:lnTo>
                  <a:pt x="91608" y="1590618"/>
                </a:lnTo>
                <a:lnTo>
                  <a:pt x="104277" y="1580084"/>
                </a:lnTo>
                <a:lnTo>
                  <a:pt x="115764" y="1569550"/>
                </a:lnTo>
                <a:lnTo>
                  <a:pt x="125898" y="1559016"/>
                </a:lnTo>
                <a:lnTo>
                  <a:pt x="134617" y="1548482"/>
                </a:lnTo>
                <a:lnTo>
                  <a:pt x="141948" y="1537948"/>
                </a:lnTo>
                <a:lnTo>
                  <a:pt x="147981" y="1527414"/>
                </a:lnTo>
                <a:lnTo>
                  <a:pt x="152851" y="1516880"/>
                </a:lnTo>
                <a:lnTo>
                  <a:pt x="156713" y="1506347"/>
                </a:lnTo>
                <a:lnTo>
                  <a:pt x="159724" y="1495813"/>
                </a:lnTo>
                <a:lnTo>
                  <a:pt x="162036" y="1485279"/>
                </a:lnTo>
                <a:lnTo>
                  <a:pt x="163783" y="1474745"/>
                </a:lnTo>
                <a:lnTo>
                  <a:pt x="165080" y="1464211"/>
                </a:lnTo>
                <a:lnTo>
                  <a:pt x="166023" y="1453677"/>
                </a:lnTo>
                <a:lnTo>
                  <a:pt x="166688" y="1443143"/>
                </a:lnTo>
                <a:lnTo>
                  <a:pt x="167140" y="1432609"/>
                </a:lnTo>
                <a:lnTo>
                  <a:pt x="167427" y="1422075"/>
                </a:lnTo>
                <a:lnTo>
                  <a:pt x="167593" y="1411542"/>
                </a:lnTo>
                <a:lnTo>
                  <a:pt x="167673" y="1401008"/>
                </a:lnTo>
                <a:lnTo>
                  <a:pt x="167698" y="1390474"/>
                </a:lnTo>
                <a:lnTo>
                  <a:pt x="167696" y="1379940"/>
                </a:lnTo>
                <a:lnTo>
                  <a:pt x="167692" y="1369406"/>
                </a:lnTo>
                <a:lnTo>
                  <a:pt x="167706" y="1358872"/>
                </a:lnTo>
                <a:lnTo>
                  <a:pt x="167756" y="1348338"/>
                </a:lnTo>
                <a:lnTo>
                  <a:pt x="167853" y="1337804"/>
                </a:lnTo>
                <a:lnTo>
                  <a:pt x="168005" y="1327270"/>
                </a:lnTo>
                <a:lnTo>
                  <a:pt x="168212" y="1316736"/>
                </a:lnTo>
                <a:lnTo>
                  <a:pt x="168472" y="1306203"/>
                </a:lnTo>
                <a:lnTo>
                  <a:pt x="168777" y="1295669"/>
                </a:lnTo>
                <a:lnTo>
                  <a:pt x="169116" y="1285135"/>
                </a:lnTo>
                <a:lnTo>
                  <a:pt x="169477" y="1274601"/>
                </a:lnTo>
                <a:lnTo>
                  <a:pt x="169846" y="1264067"/>
                </a:lnTo>
                <a:lnTo>
                  <a:pt x="170209" y="1253533"/>
                </a:lnTo>
                <a:lnTo>
                  <a:pt x="170555" y="1242999"/>
                </a:lnTo>
                <a:lnTo>
                  <a:pt x="170875" y="1232465"/>
                </a:lnTo>
                <a:lnTo>
                  <a:pt x="171163" y="1221931"/>
                </a:lnTo>
                <a:lnTo>
                  <a:pt x="171414" y="1211398"/>
                </a:lnTo>
                <a:lnTo>
                  <a:pt x="171627" y="1200864"/>
                </a:lnTo>
                <a:lnTo>
                  <a:pt x="171804" y="1190330"/>
                </a:lnTo>
                <a:lnTo>
                  <a:pt x="171946" y="1179796"/>
                </a:lnTo>
                <a:lnTo>
                  <a:pt x="172058" y="1169262"/>
                </a:lnTo>
                <a:lnTo>
                  <a:pt x="172144" y="1158728"/>
                </a:lnTo>
                <a:lnTo>
                  <a:pt x="172209" y="1148194"/>
                </a:lnTo>
                <a:lnTo>
                  <a:pt x="172256" y="1137660"/>
                </a:lnTo>
                <a:lnTo>
                  <a:pt x="172289" y="1127126"/>
                </a:lnTo>
                <a:lnTo>
                  <a:pt x="172313" y="1116593"/>
                </a:lnTo>
                <a:lnTo>
                  <a:pt x="172329" y="1106059"/>
                </a:lnTo>
                <a:lnTo>
                  <a:pt x="172339" y="1095525"/>
                </a:lnTo>
                <a:lnTo>
                  <a:pt x="172346" y="1084991"/>
                </a:lnTo>
                <a:lnTo>
                  <a:pt x="172350" y="1074457"/>
                </a:lnTo>
                <a:lnTo>
                  <a:pt x="172353" y="1063923"/>
                </a:lnTo>
                <a:lnTo>
                  <a:pt x="172354" y="1053389"/>
                </a:lnTo>
                <a:lnTo>
                  <a:pt x="172355" y="1042855"/>
                </a:lnTo>
                <a:lnTo>
                  <a:pt x="172354" y="1032321"/>
                </a:lnTo>
                <a:lnTo>
                  <a:pt x="172353" y="1021788"/>
                </a:lnTo>
                <a:lnTo>
                  <a:pt x="172351" y="1011254"/>
                </a:lnTo>
                <a:lnTo>
                  <a:pt x="172348" y="1000720"/>
                </a:lnTo>
                <a:lnTo>
                  <a:pt x="172343" y="990186"/>
                </a:lnTo>
                <a:lnTo>
                  <a:pt x="172335" y="979652"/>
                </a:lnTo>
                <a:lnTo>
                  <a:pt x="172325" y="969118"/>
                </a:lnTo>
                <a:lnTo>
                  <a:pt x="172310" y="958584"/>
                </a:lnTo>
                <a:lnTo>
                  <a:pt x="172289" y="948050"/>
                </a:lnTo>
                <a:lnTo>
                  <a:pt x="172261" y="937516"/>
                </a:lnTo>
                <a:lnTo>
                  <a:pt x="172225" y="926982"/>
                </a:lnTo>
                <a:lnTo>
                  <a:pt x="172180" y="916449"/>
                </a:lnTo>
                <a:lnTo>
                  <a:pt x="172124" y="905915"/>
                </a:lnTo>
                <a:lnTo>
                  <a:pt x="172058" y="895381"/>
                </a:lnTo>
                <a:lnTo>
                  <a:pt x="171981" y="884847"/>
                </a:lnTo>
                <a:lnTo>
                  <a:pt x="171894" y="874313"/>
                </a:lnTo>
                <a:lnTo>
                  <a:pt x="171800" y="863779"/>
                </a:lnTo>
                <a:lnTo>
                  <a:pt x="171701" y="853245"/>
                </a:lnTo>
                <a:lnTo>
                  <a:pt x="171602" y="842711"/>
                </a:lnTo>
                <a:lnTo>
                  <a:pt x="171506" y="832177"/>
                </a:lnTo>
                <a:lnTo>
                  <a:pt x="171420" y="821644"/>
                </a:lnTo>
                <a:lnTo>
                  <a:pt x="171347" y="811110"/>
                </a:lnTo>
                <a:lnTo>
                  <a:pt x="171292" y="800576"/>
                </a:lnTo>
                <a:lnTo>
                  <a:pt x="171259" y="790042"/>
                </a:lnTo>
                <a:lnTo>
                  <a:pt x="171249" y="779508"/>
                </a:lnTo>
                <a:lnTo>
                  <a:pt x="171264" y="768974"/>
                </a:lnTo>
                <a:lnTo>
                  <a:pt x="171302" y="758440"/>
                </a:lnTo>
                <a:lnTo>
                  <a:pt x="171361" y="747906"/>
                </a:lnTo>
                <a:lnTo>
                  <a:pt x="171437" y="737372"/>
                </a:lnTo>
                <a:lnTo>
                  <a:pt x="171526" y="726839"/>
                </a:lnTo>
                <a:lnTo>
                  <a:pt x="171623" y="716305"/>
                </a:lnTo>
                <a:lnTo>
                  <a:pt x="171722" y="705771"/>
                </a:lnTo>
                <a:lnTo>
                  <a:pt x="171820" y="695237"/>
                </a:lnTo>
                <a:lnTo>
                  <a:pt x="171913" y="684703"/>
                </a:lnTo>
                <a:lnTo>
                  <a:pt x="171998" y="674169"/>
                </a:lnTo>
                <a:lnTo>
                  <a:pt x="172073" y="663635"/>
                </a:lnTo>
                <a:lnTo>
                  <a:pt x="172137" y="653101"/>
                </a:lnTo>
                <a:lnTo>
                  <a:pt x="172190" y="642567"/>
                </a:lnTo>
                <a:lnTo>
                  <a:pt x="172234" y="632034"/>
                </a:lnTo>
                <a:lnTo>
                  <a:pt x="172268" y="621500"/>
                </a:lnTo>
                <a:lnTo>
                  <a:pt x="172294" y="610966"/>
                </a:lnTo>
                <a:lnTo>
                  <a:pt x="172313" y="600432"/>
                </a:lnTo>
                <a:lnTo>
                  <a:pt x="172327" y="589898"/>
                </a:lnTo>
                <a:lnTo>
                  <a:pt x="172337" y="579364"/>
                </a:lnTo>
                <a:lnTo>
                  <a:pt x="172344" y="568830"/>
                </a:lnTo>
                <a:lnTo>
                  <a:pt x="172349" y="558296"/>
                </a:lnTo>
                <a:lnTo>
                  <a:pt x="172352" y="547762"/>
                </a:lnTo>
                <a:lnTo>
                  <a:pt x="172354" y="537228"/>
                </a:lnTo>
                <a:lnTo>
                  <a:pt x="172355" y="526695"/>
                </a:lnTo>
                <a:lnTo>
                  <a:pt x="172356" y="516161"/>
                </a:lnTo>
                <a:lnTo>
                  <a:pt x="172357" y="505627"/>
                </a:lnTo>
                <a:lnTo>
                  <a:pt x="172357" y="495093"/>
                </a:lnTo>
                <a:lnTo>
                  <a:pt x="172357" y="484559"/>
                </a:lnTo>
                <a:lnTo>
                  <a:pt x="172357" y="474025"/>
                </a:lnTo>
                <a:lnTo>
                  <a:pt x="172357" y="463491"/>
                </a:lnTo>
                <a:lnTo>
                  <a:pt x="172357" y="452957"/>
                </a:lnTo>
                <a:lnTo>
                  <a:pt x="172357" y="442423"/>
                </a:lnTo>
                <a:lnTo>
                  <a:pt x="172357" y="431890"/>
                </a:lnTo>
                <a:lnTo>
                  <a:pt x="172357" y="421356"/>
                </a:lnTo>
                <a:lnTo>
                  <a:pt x="172357" y="410822"/>
                </a:lnTo>
                <a:lnTo>
                  <a:pt x="172357" y="400288"/>
                </a:lnTo>
                <a:lnTo>
                  <a:pt x="172357" y="389754"/>
                </a:lnTo>
                <a:lnTo>
                  <a:pt x="172357" y="379220"/>
                </a:lnTo>
                <a:lnTo>
                  <a:pt x="172357" y="368686"/>
                </a:lnTo>
                <a:lnTo>
                  <a:pt x="172357" y="358152"/>
                </a:lnTo>
                <a:lnTo>
                  <a:pt x="172357" y="347618"/>
                </a:lnTo>
                <a:lnTo>
                  <a:pt x="172357" y="337085"/>
                </a:lnTo>
                <a:lnTo>
                  <a:pt x="172357" y="326551"/>
                </a:lnTo>
                <a:lnTo>
                  <a:pt x="172357" y="316017"/>
                </a:lnTo>
                <a:lnTo>
                  <a:pt x="172357" y="305483"/>
                </a:lnTo>
                <a:lnTo>
                  <a:pt x="172356" y="294949"/>
                </a:lnTo>
                <a:lnTo>
                  <a:pt x="172356" y="284415"/>
                </a:lnTo>
                <a:lnTo>
                  <a:pt x="172355" y="273881"/>
                </a:lnTo>
                <a:lnTo>
                  <a:pt x="172353" y="263347"/>
                </a:lnTo>
                <a:lnTo>
                  <a:pt x="172349" y="252813"/>
                </a:lnTo>
                <a:lnTo>
                  <a:pt x="172344" y="242280"/>
                </a:lnTo>
                <a:lnTo>
                  <a:pt x="172336" y="231746"/>
                </a:lnTo>
                <a:lnTo>
                  <a:pt x="172323" y="221212"/>
                </a:lnTo>
                <a:lnTo>
                  <a:pt x="172303" y="210678"/>
                </a:lnTo>
                <a:lnTo>
                  <a:pt x="172274" y="200144"/>
                </a:lnTo>
                <a:lnTo>
                  <a:pt x="172233" y="189610"/>
                </a:lnTo>
                <a:lnTo>
                  <a:pt x="172174" y="179076"/>
                </a:lnTo>
                <a:lnTo>
                  <a:pt x="172094" y="168542"/>
                </a:lnTo>
                <a:lnTo>
                  <a:pt x="171986" y="158008"/>
                </a:lnTo>
                <a:lnTo>
                  <a:pt x="171846" y="147474"/>
                </a:lnTo>
                <a:lnTo>
                  <a:pt x="171669" y="136941"/>
                </a:lnTo>
                <a:lnTo>
                  <a:pt x="171451" y="126407"/>
                </a:lnTo>
                <a:lnTo>
                  <a:pt x="171190" y="115873"/>
                </a:lnTo>
                <a:lnTo>
                  <a:pt x="170885" y="105339"/>
                </a:lnTo>
                <a:lnTo>
                  <a:pt x="170543" y="94805"/>
                </a:lnTo>
                <a:lnTo>
                  <a:pt x="170169" y="84271"/>
                </a:lnTo>
                <a:lnTo>
                  <a:pt x="169775" y="73737"/>
                </a:lnTo>
                <a:lnTo>
                  <a:pt x="169377" y="63203"/>
                </a:lnTo>
                <a:lnTo>
                  <a:pt x="168993" y="52669"/>
                </a:lnTo>
                <a:lnTo>
                  <a:pt x="168642" y="42136"/>
                </a:lnTo>
                <a:lnTo>
                  <a:pt x="168344" y="31602"/>
                </a:lnTo>
                <a:lnTo>
                  <a:pt x="168116" y="21068"/>
                </a:lnTo>
                <a:lnTo>
                  <a:pt x="167974" y="10534"/>
                </a:lnTo>
                <a:lnTo>
                  <a:pt x="167925" y="0"/>
                </a:lnTo>
                <a:lnTo>
                  <a:pt x="176789" y="0"/>
                </a:lnTo>
                <a:lnTo>
                  <a:pt x="176789" y="0"/>
                </a:lnTo>
                <a:lnTo>
                  <a:pt x="176740" y="10534"/>
                </a:lnTo>
                <a:lnTo>
                  <a:pt x="176598" y="21068"/>
                </a:lnTo>
                <a:lnTo>
                  <a:pt x="176370" y="31602"/>
                </a:lnTo>
                <a:lnTo>
                  <a:pt x="176072" y="42136"/>
                </a:lnTo>
                <a:lnTo>
                  <a:pt x="175721" y="52669"/>
                </a:lnTo>
                <a:lnTo>
                  <a:pt x="175337" y="63203"/>
                </a:lnTo>
                <a:lnTo>
                  <a:pt x="174939" y="73737"/>
                </a:lnTo>
                <a:lnTo>
                  <a:pt x="174546" y="84271"/>
                </a:lnTo>
                <a:lnTo>
                  <a:pt x="174172" y="94805"/>
                </a:lnTo>
                <a:lnTo>
                  <a:pt x="173829" y="105339"/>
                </a:lnTo>
                <a:lnTo>
                  <a:pt x="173525" y="115873"/>
                </a:lnTo>
                <a:lnTo>
                  <a:pt x="173263" y="126407"/>
                </a:lnTo>
                <a:lnTo>
                  <a:pt x="173045" y="136941"/>
                </a:lnTo>
                <a:lnTo>
                  <a:pt x="172868" y="147474"/>
                </a:lnTo>
                <a:lnTo>
                  <a:pt x="172728" y="158008"/>
                </a:lnTo>
                <a:lnTo>
                  <a:pt x="172621" y="168542"/>
                </a:lnTo>
                <a:lnTo>
                  <a:pt x="172540" y="179076"/>
                </a:lnTo>
                <a:lnTo>
                  <a:pt x="172482" y="189610"/>
                </a:lnTo>
                <a:lnTo>
                  <a:pt x="172440" y="200144"/>
                </a:lnTo>
                <a:lnTo>
                  <a:pt x="172411" y="210678"/>
                </a:lnTo>
                <a:lnTo>
                  <a:pt x="172391" y="221212"/>
                </a:lnTo>
                <a:lnTo>
                  <a:pt x="172378" y="231746"/>
                </a:lnTo>
                <a:lnTo>
                  <a:pt x="172370" y="242280"/>
                </a:lnTo>
                <a:lnTo>
                  <a:pt x="172365" y="252813"/>
                </a:lnTo>
                <a:lnTo>
                  <a:pt x="172362" y="263347"/>
                </a:lnTo>
                <a:lnTo>
                  <a:pt x="172360" y="273881"/>
                </a:lnTo>
                <a:lnTo>
                  <a:pt x="172359" y="284415"/>
                </a:lnTo>
                <a:lnTo>
                  <a:pt x="172358" y="294949"/>
                </a:lnTo>
                <a:lnTo>
                  <a:pt x="172358" y="305483"/>
                </a:lnTo>
                <a:lnTo>
                  <a:pt x="172357" y="316017"/>
                </a:lnTo>
                <a:lnTo>
                  <a:pt x="172357" y="326551"/>
                </a:lnTo>
                <a:lnTo>
                  <a:pt x="172357" y="337085"/>
                </a:lnTo>
                <a:lnTo>
                  <a:pt x="172357" y="347618"/>
                </a:lnTo>
                <a:lnTo>
                  <a:pt x="172357" y="358152"/>
                </a:lnTo>
                <a:lnTo>
                  <a:pt x="172357" y="368686"/>
                </a:lnTo>
                <a:lnTo>
                  <a:pt x="172357" y="379220"/>
                </a:lnTo>
                <a:lnTo>
                  <a:pt x="172357" y="389754"/>
                </a:lnTo>
                <a:lnTo>
                  <a:pt x="172357" y="400288"/>
                </a:lnTo>
                <a:lnTo>
                  <a:pt x="172357" y="410822"/>
                </a:lnTo>
                <a:lnTo>
                  <a:pt x="172357" y="421356"/>
                </a:lnTo>
                <a:lnTo>
                  <a:pt x="172357" y="431890"/>
                </a:lnTo>
                <a:lnTo>
                  <a:pt x="172357" y="442423"/>
                </a:lnTo>
                <a:lnTo>
                  <a:pt x="172357" y="452957"/>
                </a:lnTo>
                <a:lnTo>
                  <a:pt x="172357" y="463491"/>
                </a:lnTo>
                <a:lnTo>
                  <a:pt x="172357" y="474025"/>
                </a:lnTo>
                <a:lnTo>
                  <a:pt x="172357" y="484559"/>
                </a:lnTo>
                <a:lnTo>
                  <a:pt x="172357" y="495093"/>
                </a:lnTo>
                <a:lnTo>
                  <a:pt x="172358" y="505627"/>
                </a:lnTo>
                <a:lnTo>
                  <a:pt x="172358" y="516161"/>
                </a:lnTo>
                <a:lnTo>
                  <a:pt x="172359" y="526695"/>
                </a:lnTo>
                <a:lnTo>
                  <a:pt x="172360" y="537228"/>
                </a:lnTo>
                <a:lnTo>
                  <a:pt x="172362" y="547762"/>
                </a:lnTo>
                <a:lnTo>
                  <a:pt x="172365" y="558296"/>
                </a:lnTo>
                <a:lnTo>
                  <a:pt x="172370" y="568830"/>
                </a:lnTo>
                <a:lnTo>
                  <a:pt x="172377" y="579364"/>
                </a:lnTo>
                <a:lnTo>
                  <a:pt x="172387" y="589898"/>
                </a:lnTo>
                <a:lnTo>
                  <a:pt x="172401" y="600432"/>
                </a:lnTo>
                <a:lnTo>
                  <a:pt x="172421" y="610966"/>
                </a:lnTo>
                <a:lnTo>
                  <a:pt x="172447" y="621500"/>
                </a:lnTo>
                <a:lnTo>
                  <a:pt x="172481" y="632034"/>
                </a:lnTo>
                <a:lnTo>
                  <a:pt x="172524" y="642567"/>
                </a:lnTo>
                <a:lnTo>
                  <a:pt x="172577" y="653101"/>
                </a:lnTo>
                <a:lnTo>
                  <a:pt x="172642" y="663635"/>
                </a:lnTo>
                <a:lnTo>
                  <a:pt x="172717" y="674169"/>
                </a:lnTo>
                <a:lnTo>
                  <a:pt x="172801" y="684703"/>
                </a:lnTo>
                <a:lnTo>
                  <a:pt x="172894" y="695237"/>
                </a:lnTo>
                <a:lnTo>
                  <a:pt x="172992" y="705771"/>
                </a:lnTo>
                <a:lnTo>
                  <a:pt x="173092" y="716305"/>
                </a:lnTo>
                <a:lnTo>
                  <a:pt x="173188" y="726839"/>
                </a:lnTo>
                <a:lnTo>
                  <a:pt x="173277" y="737372"/>
                </a:lnTo>
                <a:lnTo>
                  <a:pt x="173353" y="747906"/>
                </a:lnTo>
                <a:lnTo>
                  <a:pt x="173412" y="758440"/>
                </a:lnTo>
                <a:lnTo>
                  <a:pt x="173450" y="768974"/>
                </a:lnTo>
                <a:lnTo>
                  <a:pt x="173465" y="779508"/>
                </a:lnTo>
                <a:lnTo>
                  <a:pt x="173455" y="790042"/>
                </a:lnTo>
                <a:lnTo>
                  <a:pt x="173422" y="800576"/>
                </a:lnTo>
                <a:lnTo>
                  <a:pt x="173367" y="811110"/>
                </a:lnTo>
                <a:lnTo>
                  <a:pt x="173295" y="821644"/>
                </a:lnTo>
                <a:lnTo>
                  <a:pt x="173208" y="832177"/>
                </a:lnTo>
                <a:lnTo>
                  <a:pt x="173113" y="842711"/>
                </a:lnTo>
                <a:lnTo>
                  <a:pt x="173013" y="853245"/>
                </a:lnTo>
                <a:lnTo>
                  <a:pt x="172914" y="863779"/>
                </a:lnTo>
                <a:lnTo>
                  <a:pt x="172820" y="874313"/>
                </a:lnTo>
                <a:lnTo>
                  <a:pt x="172734" y="884847"/>
                </a:lnTo>
                <a:lnTo>
                  <a:pt x="172657" y="895381"/>
                </a:lnTo>
                <a:lnTo>
                  <a:pt x="172590" y="905915"/>
                </a:lnTo>
                <a:lnTo>
                  <a:pt x="172534" y="916449"/>
                </a:lnTo>
                <a:lnTo>
                  <a:pt x="172489" y="926982"/>
                </a:lnTo>
                <a:lnTo>
                  <a:pt x="172453" y="937516"/>
                </a:lnTo>
                <a:lnTo>
                  <a:pt x="172426" y="948050"/>
                </a:lnTo>
                <a:lnTo>
                  <a:pt x="172405" y="958584"/>
                </a:lnTo>
                <a:lnTo>
                  <a:pt x="172390" y="969118"/>
                </a:lnTo>
                <a:lnTo>
                  <a:pt x="172379" y="979652"/>
                </a:lnTo>
                <a:lnTo>
                  <a:pt x="172371" y="990186"/>
                </a:lnTo>
                <a:lnTo>
                  <a:pt x="172366" y="1000720"/>
                </a:lnTo>
                <a:lnTo>
                  <a:pt x="172363" y="1011254"/>
                </a:lnTo>
                <a:lnTo>
                  <a:pt x="172361" y="1021788"/>
                </a:lnTo>
                <a:lnTo>
                  <a:pt x="172360" y="1032321"/>
                </a:lnTo>
                <a:lnTo>
                  <a:pt x="172360" y="1042855"/>
                </a:lnTo>
                <a:lnTo>
                  <a:pt x="172360" y="1053389"/>
                </a:lnTo>
                <a:lnTo>
                  <a:pt x="172361" y="1063923"/>
                </a:lnTo>
                <a:lnTo>
                  <a:pt x="172364" y="1074457"/>
                </a:lnTo>
                <a:lnTo>
                  <a:pt x="172368" y="1084991"/>
                </a:lnTo>
                <a:lnTo>
                  <a:pt x="172375" y="1095525"/>
                </a:lnTo>
                <a:lnTo>
                  <a:pt x="172386" y="1106059"/>
                </a:lnTo>
                <a:lnTo>
                  <a:pt x="172401" y="1116593"/>
                </a:lnTo>
                <a:lnTo>
                  <a:pt x="172425" y="1127126"/>
                </a:lnTo>
                <a:lnTo>
                  <a:pt x="172458" y="1137660"/>
                </a:lnTo>
                <a:lnTo>
                  <a:pt x="172505" y="1148194"/>
                </a:lnTo>
                <a:lnTo>
                  <a:pt x="172570" y="1158728"/>
                </a:lnTo>
                <a:lnTo>
                  <a:pt x="172656" y="1169262"/>
                </a:lnTo>
                <a:lnTo>
                  <a:pt x="172768" y="1179796"/>
                </a:lnTo>
                <a:lnTo>
                  <a:pt x="172910" y="1190330"/>
                </a:lnTo>
                <a:lnTo>
                  <a:pt x="173087" y="1200864"/>
                </a:lnTo>
                <a:lnTo>
                  <a:pt x="173300" y="1211398"/>
                </a:lnTo>
                <a:lnTo>
                  <a:pt x="173551" y="1221931"/>
                </a:lnTo>
                <a:lnTo>
                  <a:pt x="173839" y="1232465"/>
                </a:lnTo>
                <a:lnTo>
                  <a:pt x="174159" y="1242999"/>
                </a:lnTo>
                <a:lnTo>
                  <a:pt x="174506" y="1253533"/>
                </a:lnTo>
                <a:lnTo>
                  <a:pt x="174869" y="1264067"/>
                </a:lnTo>
                <a:lnTo>
                  <a:pt x="175237" y="1274601"/>
                </a:lnTo>
                <a:lnTo>
                  <a:pt x="175598" y="1285135"/>
                </a:lnTo>
                <a:lnTo>
                  <a:pt x="175937" y="1295669"/>
                </a:lnTo>
                <a:lnTo>
                  <a:pt x="176242" y="1306203"/>
                </a:lnTo>
                <a:lnTo>
                  <a:pt x="176502" y="1316736"/>
                </a:lnTo>
                <a:lnTo>
                  <a:pt x="176710" y="1327270"/>
                </a:lnTo>
                <a:lnTo>
                  <a:pt x="176861" y="1337804"/>
                </a:lnTo>
                <a:lnTo>
                  <a:pt x="176958" y="1348338"/>
                </a:lnTo>
                <a:lnTo>
                  <a:pt x="177008" y="1358872"/>
                </a:lnTo>
                <a:lnTo>
                  <a:pt x="177023" y="1369406"/>
                </a:lnTo>
                <a:lnTo>
                  <a:pt x="177019" y="1379940"/>
                </a:lnTo>
                <a:lnTo>
                  <a:pt x="177017" y="1390474"/>
                </a:lnTo>
                <a:lnTo>
                  <a:pt x="177042" y="1401008"/>
                </a:lnTo>
                <a:lnTo>
                  <a:pt x="177121" y="1411542"/>
                </a:lnTo>
                <a:lnTo>
                  <a:pt x="177287" y="1422075"/>
                </a:lnTo>
                <a:lnTo>
                  <a:pt x="177574" y="1432609"/>
                </a:lnTo>
                <a:lnTo>
                  <a:pt x="178026" y="1443143"/>
                </a:lnTo>
                <a:lnTo>
                  <a:pt x="178692" y="1453677"/>
                </a:lnTo>
                <a:lnTo>
                  <a:pt x="179635" y="1464211"/>
                </a:lnTo>
                <a:lnTo>
                  <a:pt x="180932" y="1474745"/>
                </a:lnTo>
                <a:lnTo>
                  <a:pt x="182679" y="1485279"/>
                </a:lnTo>
                <a:lnTo>
                  <a:pt x="184990" y="1495813"/>
                </a:lnTo>
                <a:lnTo>
                  <a:pt x="188002" y="1506347"/>
                </a:lnTo>
                <a:lnTo>
                  <a:pt x="191863" y="1516880"/>
                </a:lnTo>
                <a:lnTo>
                  <a:pt x="196733" y="1527414"/>
                </a:lnTo>
                <a:lnTo>
                  <a:pt x="202767" y="1537948"/>
                </a:lnTo>
                <a:lnTo>
                  <a:pt x="210097" y="1548482"/>
                </a:lnTo>
                <a:lnTo>
                  <a:pt x="218816" y="1559016"/>
                </a:lnTo>
                <a:lnTo>
                  <a:pt x="228950" y="1569550"/>
                </a:lnTo>
                <a:lnTo>
                  <a:pt x="240437" y="1580084"/>
                </a:lnTo>
                <a:lnTo>
                  <a:pt x="253106" y="1590618"/>
                </a:lnTo>
                <a:lnTo>
                  <a:pt x="266669" y="1601152"/>
                </a:lnTo>
                <a:lnTo>
                  <a:pt x="280717" y="1611685"/>
                </a:lnTo>
                <a:lnTo>
                  <a:pt x="294732" y="1622219"/>
                </a:lnTo>
                <a:lnTo>
                  <a:pt x="308118" y="1632753"/>
                </a:lnTo>
                <a:lnTo>
                  <a:pt x="320236" y="1643287"/>
                </a:lnTo>
                <a:lnTo>
                  <a:pt x="330457" y="1653821"/>
                </a:lnTo>
                <a:lnTo>
                  <a:pt x="338216" y="1664355"/>
                </a:lnTo>
                <a:lnTo>
                  <a:pt x="343065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3" name="data_3820">
            <a:extLst xmlns:a="http://schemas.openxmlformats.org/drawingml/2006/main">
              <a:ext uri="{FF2B5EF4-FFF2-40B4-BE49-F238E27FC236}">
                <a16:creationId xmlns:a16="http://schemas.microsoft.com/office/drawing/2014/main" id="{80526842-7C1C-4514-B13D-83121128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63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63096" y="1685423"/>
                </a:moveTo>
                <a:lnTo>
                  <a:pt x="81618" y="1685423"/>
                </a:lnTo>
                <a:lnTo>
                  <a:pt x="82642" y="1674889"/>
                </a:lnTo>
                <a:lnTo>
                  <a:pt x="85642" y="1664355"/>
                </a:lnTo>
                <a:lnTo>
                  <a:pt x="90416" y="1653821"/>
                </a:lnTo>
                <a:lnTo>
                  <a:pt x="96650" y="1643287"/>
                </a:lnTo>
                <a:lnTo>
                  <a:pt x="103954" y="1632753"/>
                </a:lnTo>
                <a:lnTo>
                  <a:pt x="111899" y="1622219"/>
                </a:lnTo>
                <a:lnTo>
                  <a:pt x="120062" y="1611685"/>
                </a:lnTo>
                <a:lnTo>
                  <a:pt x="128059" y="1601152"/>
                </a:lnTo>
                <a:lnTo>
                  <a:pt x="135572" y="1590618"/>
                </a:lnTo>
                <a:lnTo>
                  <a:pt x="142365" y="1580084"/>
                </a:lnTo>
                <a:lnTo>
                  <a:pt x="148291" y="1569550"/>
                </a:lnTo>
                <a:lnTo>
                  <a:pt x="153289" y="1559016"/>
                </a:lnTo>
                <a:lnTo>
                  <a:pt x="157364" y="1548482"/>
                </a:lnTo>
                <a:lnTo>
                  <a:pt x="160581" y="1537948"/>
                </a:lnTo>
                <a:lnTo>
                  <a:pt x="163039" y="1527414"/>
                </a:lnTo>
                <a:lnTo>
                  <a:pt x="164854" y="1516880"/>
                </a:lnTo>
                <a:lnTo>
                  <a:pt x="166152" y="1506347"/>
                </a:lnTo>
                <a:lnTo>
                  <a:pt x="167048" y="1495813"/>
                </a:lnTo>
                <a:lnTo>
                  <a:pt x="167644" y="1485279"/>
                </a:lnTo>
                <a:lnTo>
                  <a:pt x="168028" y="1474745"/>
                </a:lnTo>
                <a:lnTo>
                  <a:pt x="168264" y="1464211"/>
                </a:lnTo>
                <a:lnTo>
                  <a:pt x="168404" y="1453677"/>
                </a:lnTo>
                <a:lnTo>
                  <a:pt x="168481" y="1443143"/>
                </a:lnTo>
                <a:lnTo>
                  <a:pt x="168515" y="1432609"/>
                </a:lnTo>
                <a:lnTo>
                  <a:pt x="168517" y="1422075"/>
                </a:lnTo>
                <a:lnTo>
                  <a:pt x="168489" y="1411542"/>
                </a:lnTo>
                <a:lnTo>
                  <a:pt x="168429" y="1401008"/>
                </a:lnTo>
                <a:lnTo>
                  <a:pt x="168330" y="1390474"/>
                </a:lnTo>
                <a:lnTo>
                  <a:pt x="168185" y="1379940"/>
                </a:lnTo>
                <a:lnTo>
                  <a:pt x="167988" y="1369406"/>
                </a:lnTo>
                <a:lnTo>
                  <a:pt x="167736" y="1358872"/>
                </a:lnTo>
                <a:lnTo>
                  <a:pt x="167428" y="1348338"/>
                </a:lnTo>
                <a:lnTo>
                  <a:pt x="167071" y="1337804"/>
                </a:lnTo>
                <a:lnTo>
                  <a:pt x="166676" y="1327270"/>
                </a:lnTo>
                <a:lnTo>
                  <a:pt x="166258" y="1316736"/>
                </a:lnTo>
                <a:lnTo>
                  <a:pt x="165835" y="1306203"/>
                </a:lnTo>
                <a:lnTo>
                  <a:pt x="165425" y="1295669"/>
                </a:lnTo>
                <a:lnTo>
                  <a:pt x="165042" y="1285135"/>
                </a:lnTo>
                <a:lnTo>
                  <a:pt x="164697" y="1274601"/>
                </a:lnTo>
                <a:lnTo>
                  <a:pt x="164394" y="1264067"/>
                </a:lnTo>
                <a:lnTo>
                  <a:pt x="164127" y="1253533"/>
                </a:lnTo>
                <a:lnTo>
                  <a:pt x="163886" y="1242999"/>
                </a:lnTo>
                <a:lnTo>
                  <a:pt x="163653" y="1232465"/>
                </a:lnTo>
                <a:lnTo>
                  <a:pt x="163412" y="1221931"/>
                </a:lnTo>
                <a:lnTo>
                  <a:pt x="163146" y="1211398"/>
                </a:lnTo>
                <a:lnTo>
                  <a:pt x="162844" y="1200864"/>
                </a:lnTo>
                <a:lnTo>
                  <a:pt x="162504" y="1190330"/>
                </a:lnTo>
                <a:lnTo>
                  <a:pt x="162137" y="1179796"/>
                </a:lnTo>
                <a:lnTo>
                  <a:pt x="161760" y="1169262"/>
                </a:lnTo>
                <a:lnTo>
                  <a:pt x="161402" y="1158728"/>
                </a:lnTo>
                <a:lnTo>
                  <a:pt x="161096" y="1148194"/>
                </a:lnTo>
                <a:lnTo>
                  <a:pt x="160875" y="1137660"/>
                </a:lnTo>
                <a:lnTo>
                  <a:pt x="160771" y="1127126"/>
                </a:lnTo>
                <a:lnTo>
                  <a:pt x="160805" y="1116593"/>
                </a:lnTo>
                <a:lnTo>
                  <a:pt x="160987" y="1106059"/>
                </a:lnTo>
                <a:lnTo>
                  <a:pt x="161316" y="1095525"/>
                </a:lnTo>
                <a:lnTo>
                  <a:pt x="161775" y="1084991"/>
                </a:lnTo>
                <a:lnTo>
                  <a:pt x="162337" y="1074457"/>
                </a:lnTo>
                <a:lnTo>
                  <a:pt x="162966" y="1063923"/>
                </a:lnTo>
                <a:lnTo>
                  <a:pt x="163620" y="1053389"/>
                </a:lnTo>
                <a:lnTo>
                  <a:pt x="164254" y="1042855"/>
                </a:lnTo>
                <a:lnTo>
                  <a:pt x="164823" y="1032321"/>
                </a:lnTo>
                <a:lnTo>
                  <a:pt x="165284" y="1021788"/>
                </a:lnTo>
                <a:lnTo>
                  <a:pt x="165598" y="1011254"/>
                </a:lnTo>
                <a:lnTo>
                  <a:pt x="165729" y="1000720"/>
                </a:lnTo>
                <a:lnTo>
                  <a:pt x="165647" y="990186"/>
                </a:lnTo>
                <a:lnTo>
                  <a:pt x="165325" y="979652"/>
                </a:lnTo>
                <a:lnTo>
                  <a:pt x="164743" y="969118"/>
                </a:lnTo>
                <a:lnTo>
                  <a:pt x="163893" y="958584"/>
                </a:lnTo>
                <a:lnTo>
                  <a:pt x="162775" y="948050"/>
                </a:lnTo>
                <a:lnTo>
                  <a:pt x="161404" y="937516"/>
                </a:lnTo>
                <a:lnTo>
                  <a:pt x="159812" y="926982"/>
                </a:lnTo>
                <a:lnTo>
                  <a:pt x="158051" y="916449"/>
                </a:lnTo>
                <a:lnTo>
                  <a:pt x="156190" y="905915"/>
                </a:lnTo>
                <a:lnTo>
                  <a:pt x="154310" y="895381"/>
                </a:lnTo>
                <a:lnTo>
                  <a:pt x="152506" y="884847"/>
                </a:lnTo>
                <a:lnTo>
                  <a:pt x="150872" y="874313"/>
                </a:lnTo>
                <a:lnTo>
                  <a:pt x="149495" y="863779"/>
                </a:lnTo>
                <a:lnTo>
                  <a:pt x="148450" y="853245"/>
                </a:lnTo>
                <a:lnTo>
                  <a:pt x="147789" y="842711"/>
                </a:lnTo>
                <a:lnTo>
                  <a:pt x="147535" y="832177"/>
                </a:lnTo>
                <a:lnTo>
                  <a:pt x="147687" y="821644"/>
                </a:lnTo>
                <a:lnTo>
                  <a:pt x="148213" y="811110"/>
                </a:lnTo>
                <a:lnTo>
                  <a:pt x="149063" y="800576"/>
                </a:lnTo>
                <a:lnTo>
                  <a:pt x="150169" y="790042"/>
                </a:lnTo>
                <a:lnTo>
                  <a:pt x="151458" y="779508"/>
                </a:lnTo>
                <a:lnTo>
                  <a:pt x="152858" y="768974"/>
                </a:lnTo>
                <a:lnTo>
                  <a:pt x="154300" y="758440"/>
                </a:lnTo>
                <a:lnTo>
                  <a:pt x="155727" y="747906"/>
                </a:lnTo>
                <a:lnTo>
                  <a:pt x="157095" y="737372"/>
                </a:lnTo>
                <a:lnTo>
                  <a:pt x="158368" y="726839"/>
                </a:lnTo>
                <a:lnTo>
                  <a:pt x="159521" y="716305"/>
                </a:lnTo>
                <a:lnTo>
                  <a:pt x="160535" y="705771"/>
                </a:lnTo>
                <a:lnTo>
                  <a:pt x="161396" y="695237"/>
                </a:lnTo>
                <a:lnTo>
                  <a:pt x="162091" y="684703"/>
                </a:lnTo>
                <a:lnTo>
                  <a:pt x="162612" y="674169"/>
                </a:lnTo>
                <a:lnTo>
                  <a:pt x="162954" y="663635"/>
                </a:lnTo>
                <a:lnTo>
                  <a:pt x="163118" y="653101"/>
                </a:lnTo>
                <a:lnTo>
                  <a:pt x="163113" y="642567"/>
                </a:lnTo>
                <a:lnTo>
                  <a:pt x="162957" y="632034"/>
                </a:lnTo>
                <a:lnTo>
                  <a:pt x="162681" y="621500"/>
                </a:lnTo>
                <a:lnTo>
                  <a:pt x="162323" y="610966"/>
                </a:lnTo>
                <a:lnTo>
                  <a:pt x="161930" y="600432"/>
                </a:lnTo>
                <a:lnTo>
                  <a:pt x="161550" y="589898"/>
                </a:lnTo>
                <a:lnTo>
                  <a:pt x="161233" y="579364"/>
                </a:lnTo>
                <a:lnTo>
                  <a:pt x="161019" y="568830"/>
                </a:lnTo>
                <a:lnTo>
                  <a:pt x="160941" y="558296"/>
                </a:lnTo>
                <a:lnTo>
                  <a:pt x="161017" y="547762"/>
                </a:lnTo>
                <a:lnTo>
                  <a:pt x="161250" y="537228"/>
                </a:lnTo>
                <a:lnTo>
                  <a:pt x="161628" y="526695"/>
                </a:lnTo>
                <a:lnTo>
                  <a:pt x="162127" y="516161"/>
                </a:lnTo>
                <a:lnTo>
                  <a:pt x="162713" y="505627"/>
                </a:lnTo>
                <a:lnTo>
                  <a:pt x="163349" y="495093"/>
                </a:lnTo>
                <a:lnTo>
                  <a:pt x="163998" y="484559"/>
                </a:lnTo>
                <a:lnTo>
                  <a:pt x="164627" y="474025"/>
                </a:lnTo>
                <a:lnTo>
                  <a:pt x="165210" y="463491"/>
                </a:lnTo>
                <a:lnTo>
                  <a:pt x="165731" y="452957"/>
                </a:lnTo>
                <a:lnTo>
                  <a:pt x="166184" y="442423"/>
                </a:lnTo>
                <a:lnTo>
                  <a:pt x="166571" y="431890"/>
                </a:lnTo>
                <a:lnTo>
                  <a:pt x="166902" y="421356"/>
                </a:lnTo>
                <a:lnTo>
                  <a:pt x="167191" y="410822"/>
                </a:lnTo>
                <a:lnTo>
                  <a:pt x="167455" y="400288"/>
                </a:lnTo>
                <a:lnTo>
                  <a:pt x="167709" y="389754"/>
                </a:lnTo>
                <a:lnTo>
                  <a:pt x="167968" y="379220"/>
                </a:lnTo>
                <a:lnTo>
                  <a:pt x="168241" y="368686"/>
                </a:lnTo>
                <a:lnTo>
                  <a:pt x="168534" y="358152"/>
                </a:lnTo>
                <a:lnTo>
                  <a:pt x="168846" y="347618"/>
                </a:lnTo>
                <a:lnTo>
                  <a:pt x="169175" y="337085"/>
                </a:lnTo>
                <a:lnTo>
                  <a:pt x="169511" y="326551"/>
                </a:lnTo>
                <a:lnTo>
                  <a:pt x="169845" y="316017"/>
                </a:lnTo>
                <a:lnTo>
                  <a:pt x="170166" y="305483"/>
                </a:lnTo>
                <a:lnTo>
                  <a:pt x="170458" y="294949"/>
                </a:lnTo>
                <a:lnTo>
                  <a:pt x="170708" y="284415"/>
                </a:lnTo>
                <a:lnTo>
                  <a:pt x="170901" y="273881"/>
                </a:lnTo>
                <a:lnTo>
                  <a:pt x="171018" y="263347"/>
                </a:lnTo>
                <a:lnTo>
                  <a:pt x="171037" y="252813"/>
                </a:lnTo>
                <a:lnTo>
                  <a:pt x="170929" y="242280"/>
                </a:lnTo>
                <a:lnTo>
                  <a:pt x="170656" y="231746"/>
                </a:lnTo>
                <a:lnTo>
                  <a:pt x="170165" y="221212"/>
                </a:lnTo>
                <a:lnTo>
                  <a:pt x="169385" y="210678"/>
                </a:lnTo>
                <a:lnTo>
                  <a:pt x="168222" y="200144"/>
                </a:lnTo>
                <a:lnTo>
                  <a:pt x="166557" y="189610"/>
                </a:lnTo>
                <a:lnTo>
                  <a:pt x="164241" y="179076"/>
                </a:lnTo>
                <a:lnTo>
                  <a:pt x="161102" y="168542"/>
                </a:lnTo>
                <a:lnTo>
                  <a:pt x="156944" y="158008"/>
                </a:lnTo>
                <a:lnTo>
                  <a:pt x="151566" y="147474"/>
                </a:lnTo>
                <a:lnTo>
                  <a:pt x="144778" y="136941"/>
                </a:lnTo>
                <a:lnTo>
                  <a:pt x="136424" y="126407"/>
                </a:lnTo>
                <a:lnTo>
                  <a:pt x="126416" y="115873"/>
                </a:lnTo>
                <a:lnTo>
                  <a:pt x="114760" y="105339"/>
                </a:lnTo>
                <a:lnTo>
                  <a:pt x="101591" y="94805"/>
                </a:lnTo>
                <a:lnTo>
                  <a:pt x="87188" y="84271"/>
                </a:lnTo>
                <a:lnTo>
                  <a:pt x="71990" y="73737"/>
                </a:lnTo>
                <a:lnTo>
                  <a:pt x="56580" y="63203"/>
                </a:lnTo>
                <a:lnTo>
                  <a:pt x="41659" y="52669"/>
                </a:lnTo>
                <a:lnTo>
                  <a:pt x="27996" y="42136"/>
                </a:lnTo>
                <a:lnTo>
                  <a:pt x="16368" y="31602"/>
                </a:lnTo>
                <a:lnTo>
                  <a:pt x="7481" y="21068"/>
                </a:lnTo>
                <a:lnTo>
                  <a:pt x="190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2" y="10534"/>
                </a:lnTo>
                <a:lnTo>
                  <a:pt x="337234" y="21068"/>
                </a:lnTo>
                <a:lnTo>
                  <a:pt x="328346" y="31602"/>
                </a:lnTo>
                <a:lnTo>
                  <a:pt x="316718" y="42136"/>
                </a:lnTo>
                <a:lnTo>
                  <a:pt x="303056" y="52669"/>
                </a:lnTo>
                <a:lnTo>
                  <a:pt x="288134" y="63203"/>
                </a:lnTo>
                <a:lnTo>
                  <a:pt x="272724" y="73737"/>
                </a:lnTo>
                <a:lnTo>
                  <a:pt x="257526" y="84271"/>
                </a:lnTo>
                <a:lnTo>
                  <a:pt x="243124" y="94805"/>
                </a:lnTo>
                <a:lnTo>
                  <a:pt x="229954" y="105339"/>
                </a:lnTo>
                <a:lnTo>
                  <a:pt x="218298" y="115873"/>
                </a:lnTo>
                <a:lnTo>
                  <a:pt x="208290" y="126407"/>
                </a:lnTo>
                <a:lnTo>
                  <a:pt x="199936" y="136941"/>
                </a:lnTo>
                <a:lnTo>
                  <a:pt x="193148" y="147474"/>
                </a:lnTo>
                <a:lnTo>
                  <a:pt x="187771" y="158008"/>
                </a:lnTo>
                <a:lnTo>
                  <a:pt x="183613" y="168542"/>
                </a:lnTo>
                <a:lnTo>
                  <a:pt x="180473" y="179076"/>
                </a:lnTo>
                <a:lnTo>
                  <a:pt x="178157" y="189610"/>
                </a:lnTo>
                <a:lnTo>
                  <a:pt x="176492" y="200144"/>
                </a:lnTo>
                <a:lnTo>
                  <a:pt x="175330" y="210678"/>
                </a:lnTo>
                <a:lnTo>
                  <a:pt x="174550" y="221212"/>
                </a:lnTo>
                <a:lnTo>
                  <a:pt x="174059" y="231746"/>
                </a:lnTo>
                <a:lnTo>
                  <a:pt x="173786" y="242280"/>
                </a:lnTo>
                <a:lnTo>
                  <a:pt x="173678" y="252813"/>
                </a:lnTo>
                <a:lnTo>
                  <a:pt x="173697" y="263347"/>
                </a:lnTo>
                <a:lnTo>
                  <a:pt x="173813" y="273881"/>
                </a:lnTo>
                <a:lnTo>
                  <a:pt x="174006" y="284415"/>
                </a:lnTo>
                <a:lnTo>
                  <a:pt x="174256" y="294949"/>
                </a:lnTo>
                <a:lnTo>
                  <a:pt x="174549" y="305483"/>
                </a:lnTo>
                <a:lnTo>
                  <a:pt x="174869" y="316017"/>
                </a:lnTo>
                <a:lnTo>
                  <a:pt x="175203" y="326551"/>
                </a:lnTo>
                <a:lnTo>
                  <a:pt x="175540" y="337085"/>
                </a:lnTo>
                <a:lnTo>
                  <a:pt x="175868" y="347618"/>
                </a:lnTo>
                <a:lnTo>
                  <a:pt x="176180" y="358152"/>
                </a:lnTo>
                <a:lnTo>
                  <a:pt x="176473" y="368686"/>
                </a:lnTo>
                <a:lnTo>
                  <a:pt x="176746" y="379220"/>
                </a:lnTo>
                <a:lnTo>
                  <a:pt x="177005" y="389754"/>
                </a:lnTo>
                <a:lnTo>
                  <a:pt x="177260" y="400288"/>
                </a:lnTo>
                <a:lnTo>
                  <a:pt x="177523" y="410822"/>
                </a:lnTo>
                <a:lnTo>
                  <a:pt x="177813" y="421356"/>
                </a:lnTo>
                <a:lnTo>
                  <a:pt x="178144" y="431890"/>
                </a:lnTo>
                <a:lnTo>
                  <a:pt x="178531" y="442423"/>
                </a:lnTo>
                <a:lnTo>
                  <a:pt x="178983" y="452957"/>
                </a:lnTo>
                <a:lnTo>
                  <a:pt x="179505" y="463491"/>
                </a:lnTo>
                <a:lnTo>
                  <a:pt x="180088" y="474025"/>
                </a:lnTo>
                <a:lnTo>
                  <a:pt x="180717" y="484559"/>
                </a:lnTo>
                <a:lnTo>
                  <a:pt x="181366" y="495093"/>
                </a:lnTo>
                <a:lnTo>
                  <a:pt x="182002" y="505627"/>
                </a:lnTo>
                <a:lnTo>
                  <a:pt x="182588" y="516161"/>
                </a:lnTo>
                <a:lnTo>
                  <a:pt x="183086" y="526695"/>
                </a:lnTo>
                <a:lnTo>
                  <a:pt x="183464" y="537228"/>
                </a:lnTo>
                <a:lnTo>
                  <a:pt x="183697" y="547762"/>
                </a:lnTo>
                <a:lnTo>
                  <a:pt x="183773" y="558296"/>
                </a:lnTo>
                <a:lnTo>
                  <a:pt x="183695" y="568830"/>
                </a:lnTo>
                <a:lnTo>
                  <a:pt x="183482" y="579364"/>
                </a:lnTo>
                <a:lnTo>
                  <a:pt x="183164" y="589898"/>
                </a:lnTo>
                <a:lnTo>
                  <a:pt x="182784" y="600432"/>
                </a:lnTo>
                <a:lnTo>
                  <a:pt x="182391" y="610966"/>
                </a:lnTo>
                <a:lnTo>
                  <a:pt x="182033" y="621500"/>
                </a:lnTo>
                <a:lnTo>
                  <a:pt x="181757" y="632034"/>
                </a:lnTo>
                <a:lnTo>
                  <a:pt x="181602" y="642567"/>
                </a:lnTo>
                <a:lnTo>
                  <a:pt x="181596" y="653101"/>
                </a:lnTo>
                <a:lnTo>
                  <a:pt x="181760" y="663635"/>
                </a:lnTo>
                <a:lnTo>
                  <a:pt x="182102" y="674169"/>
                </a:lnTo>
                <a:lnTo>
                  <a:pt x="182623" y="684703"/>
                </a:lnTo>
                <a:lnTo>
                  <a:pt x="183318" y="695237"/>
                </a:lnTo>
                <a:lnTo>
                  <a:pt x="184179" y="705771"/>
                </a:lnTo>
                <a:lnTo>
                  <a:pt x="185193" y="716305"/>
                </a:lnTo>
                <a:lnTo>
                  <a:pt x="186346" y="726839"/>
                </a:lnTo>
                <a:lnTo>
                  <a:pt x="187620" y="737372"/>
                </a:lnTo>
                <a:lnTo>
                  <a:pt x="188987" y="747906"/>
                </a:lnTo>
                <a:lnTo>
                  <a:pt x="190415" y="758440"/>
                </a:lnTo>
                <a:lnTo>
                  <a:pt x="191857" y="768974"/>
                </a:lnTo>
                <a:lnTo>
                  <a:pt x="193256" y="779508"/>
                </a:lnTo>
                <a:lnTo>
                  <a:pt x="194545" y="790042"/>
                </a:lnTo>
                <a:lnTo>
                  <a:pt x="195652" y="800576"/>
                </a:lnTo>
                <a:lnTo>
                  <a:pt x="196501" y="811110"/>
                </a:lnTo>
                <a:lnTo>
                  <a:pt x="197028" y="821644"/>
                </a:lnTo>
                <a:lnTo>
                  <a:pt x="197179" y="832177"/>
                </a:lnTo>
                <a:lnTo>
                  <a:pt x="196926" y="842711"/>
                </a:lnTo>
                <a:lnTo>
                  <a:pt x="196264" y="853245"/>
                </a:lnTo>
                <a:lnTo>
                  <a:pt x="195219" y="863779"/>
                </a:lnTo>
                <a:lnTo>
                  <a:pt x="193843" y="874313"/>
                </a:lnTo>
                <a:lnTo>
                  <a:pt x="192208" y="884847"/>
                </a:lnTo>
                <a:lnTo>
                  <a:pt x="190404" y="895381"/>
                </a:lnTo>
                <a:lnTo>
                  <a:pt x="188525" y="905915"/>
                </a:lnTo>
                <a:lnTo>
                  <a:pt x="186663" y="916449"/>
                </a:lnTo>
                <a:lnTo>
                  <a:pt x="184902" y="926982"/>
                </a:lnTo>
                <a:lnTo>
                  <a:pt x="183311" y="937516"/>
                </a:lnTo>
                <a:lnTo>
                  <a:pt x="181940" y="948050"/>
                </a:lnTo>
                <a:lnTo>
                  <a:pt x="180821" y="958584"/>
                </a:lnTo>
                <a:lnTo>
                  <a:pt x="179971" y="969118"/>
                </a:lnTo>
                <a:lnTo>
                  <a:pt x="179390" y="979652"/>
                </a:lnTo>
                <a:lnTo>
                  <a:pt x="179068" y="990186"/>
                </a:lnTo>
                <a:lnTo>
                  <a:pt x="178985" y="1000720"/>
                </a:lnTo>
                <a:lnTo>
                  <a:pt x="179116" y="1011254"/>
                </a:lnTo>
                <a:lnTo>
                  <a:pt x="179430" y="1021788"/>
                </a:lnTo>
                <a:lnTo>
                  <a:pt x="179891" y="1032321"/>
                </a:lnTo>
                <a:lnTo>
                  <a:pt x="180460" y="1042855"/>
                </a:lnTo>
                <a:lnTo>
                  <a:pt x="181094" y="1053389"/>
                </a:lnTo>
                <a:lnTo>
                  <a:pt x="181748" y="1063923"/>
                </a:lnTo>
                <a:lnTo>
                  <a:pt x="182377" y="1074457"/>
                </a:lnTo>
                <a:lnTo>
                  <a:pt x="182940" y="1084991"/>
                </a:lnTo>
                <a:lnTo>
                  <a:pt x="183399" y="1095525"/>
                </a:lnTo>
                <a:lnTo>
                  <a:pt x="183727" y="1106059"/>
                </a:lnTo>
                <a:lnTo>
                  <a:pt x="183910" y="1116593"/>
                </a:lnTo>
                <a:lnTo>
                  <a:pt x="183943" y="1127126"/>
                </a:lnTo>
                <a:lnTo>
                  <a:pt x="183839" y="1137660"/>
                </a:lnTo>
                <a:lnTo>
                  <a:pt x="183619" y="1148194"/>
                </a:lnTo>
                <a:lnTo>
                  <a:pt x="183312" y="1158728"/>
                </a:lnTo>
                <a:lnTo>
                  <a:pt x="182954" y="1169262"/>
                </a:lnTo>
                <a:lnTo>
                  <a:pt x="182578" y="1179796"/>
                </a:lnTo>
                <a:lnTo>
                  <a:pt x="182210" y="1190330"/>
                </a:lnTo>
                <a:lnTo>
                  <a:pt x="181871" y="1200864"/>
                </a:lnTo>
                <a:lnTo>
                  <a:pt x="181569" y="1211398"/>
                </a:lnTo>
                <a:lnTo>
                  <a:pt x="181302" y="1221931"/>
                </a:lnTo>
                <a:lnTo>
                  <a:pt x="181061" y="1232465"/>
                </a:lnTo>
                <a:lnTo>
                  <a:pt x="180829" y="1242999"/>
                </a:lnTo>
                <a:lnTo>
                  <a:pt x="180587" y="1253533"/>
                </a:lnTo>
                <a:lnTo>
                  <a:pt x="180321" y="1264067"/>
                </a:lnTo>
                <a:lnTo>
                  <a:pt x="180017" y="1274601"/>
                </a:lnTo>
                <a:lnTo>
                  <a:pt x="179672" y="1285135"/>
                </a:lnTo>
                <a:lnTo>
                  <a:pt x="179289" y="1295669"/>
                </a:lnTo>
                <a:lnTo>
                  <a:pt x="178879" y="1306203"/>
                </a:lnTo>
                <a:lnTo>
                  <a:pt x="178456" y="1316736"/>
                </a:lnTo>
                <a:lnTo>
                  <a:pt x="178038" y="1327270"/>
                </a:lnTo>
                <a:lnTo>
                  <a:pt x="177643" y="1337804"/>
                </a:lnTo>
                <a:lnTo>
                  <a:pt x="177286" y="1348338"/>
                </a:lnTo>
                <a:lnTo>
                  <a:pt x="176979" y="1358872"/>
                </a:lnTo>
                <a:lnTo>
                  <a:pt x="176726" y="1369406"/>
                </a:lnTo>
                <a:lnTo>
                  <a:pt x="176529" y="1379940"/>
                </a:lnTo>
                <a:lnTo>
                  <a:pt x="176384" y="1390474"/>
                </a:lnTo>
                <a:lnTo>
                  <a:pt x="176285" y="1401008"/>
                </a:lnTo>
                <a:lnTo>
                  <a:pt x="176225" y="1411542"/>
                </a:lnTo>
                <a:lnTo>
                  <a:pt x="176197" y="1422075"/>
                </a:lnTo>
                <a:lnTo>
                  <a:pt x="176200" y="1432609"/>
                </a:lnTo>
                <a:lnTo>
                  <a:pt x="176234" y="1443143"/>
                </a:lnTo>
                <a:lnTo>
                  <a:pt x="176310" y="1453677"/>
                </a:lnTo>
                <a:lnTo>
                  <a:pt x="176450" y="1464211"/>
                </a:lnTo>
                <a:lnTo>
                  <a:pt x="176687" y="1474745"/>
                </a:lnTo>
                <a:lnTo>
                  <a:pt x="177070" y="1485279"/>
                </a:lnTo>
                <a:lnTo>
                  <a:pt x="177667" y="1495813"/>
                </a:lnTo>
                <a:lnTo>
                  <a:pt x="178562" y="1506347"/>
                </a:lnTo>
                <a:lnTo>
                  <a:pt x="179860" y="1516880"/>
                </a:lnTo>
                <a:lnTo>
                  <a:pt x="181676" y="1527414"/>
                </a:lnTo>
                <a:lnTo>
                  <a:pt x="184133" y="1537948"/>
                </a:lnTo>
                <a:lnTo>
                  <a:pt x="187350" y="1548482"/>
                </a:lnTo>
                <a:lnTo>
                  <a:pt x="191426" y="1559016"/>
                </a:lnTo>
                <a:lnTo>
                  <a:pt x="196423" y="1569550"/>
                </a:lnTo>
                <a:lnTo>
                  <a:pt x="202350" y="1580084"/>
                </a:lnTo>
                <a:lnTo>
                  <a:pt x="209143" y="1590618"/>
                </a:lnTo>
                <a:lnTo>
                  <a:pt x="216655" y="1601152"/>
                </a:lnTo>
                <a:lnTo>
                  <a:pt x="224652" y="1611685"/>
                </a:lnTo>
                <a:lnTo>
                  <a:pt x="232815" y="1622219"/>
                </a:lnTo>
                <a:lnTo>
                  <a:pt x="240761" y="1632753"/>
                </a:lnTo>
                <a:lnTo>
                  <a:pt x="248064" y="1643287"/>
                </a:lnTo>
                <a:lnTo>
                  <a:pt x="254298" y="1653821"/>
                </a:lnTo>
                <a:lnTo>
                  <a:pt x="259072" y="1664355"/>
                </a:lnTo>
                <a:lnTo>
                  <a:pt x="262073" y="1674889"/>
                </a:lnTo>
                <a:lnTo>
                  <a:pt x="263096" y="1685423"/>
                </a:lnTo>
                <a:lnTo>
                  <a:pt x="263096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4" name="data_3821">
            <a:extLst xmlns:a="http://schemas.openxmlformats.org/drawingml/2006/main">
              <a:ext uri="{FF2B5EF4-FFF2-40B4-BE49-F238E27FC236}">
                <a16:creationId xmlns:a16="http://schemas.microsoft.com/office/drawing/2014/main" id="{624679CA-1C53-44B8-A59B-55CE9F82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094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17802" y="1685423"/>
                </a:moveTo>
                <a:lnTo>
                  <a:pt x="126912" y="1685423"/>
                </a:lnTo>
                <a:lnTo>
                  <a:pt x="127418" y="1674889"/>
                </a:lnTo>
                <a:lnTo>
                  <a:pt x="128900" y="1664355"/>
                </a:lnTo>
                <a:lnTo>
                  <a:pt x="131261" y="1653821"/>
                </a:lnTo>
                <a:lnTo>
                  <a:pt x="134347" y="1643287"/>
                </a:lnTo>
                <a:lnTo>
                  <a:pt x="137967" y="1632753"/>
                </a:lnTo>
                <a:lnTo>
                  <a:pt x="141913" y="1622219"/>
                </a:lnTo>
                <a:lnTo>
                  <a:pt x="145974" y="1611685"/>
                </a:lnTo>
                <a:lnTo>
                  <a:pt x="149960" y="1601152"/>
                </a:lnTo>
                <a:lnTo>
                  <a:pt x="153713" y="1590618"/>
                </a:lnTo>
                <a:lnTo>
                  <a:pt x="157112" y="1580084"/>
                </a:lnTo>
                <a:lnTo>
                  <a:pt x="160083" y="1569550"/>
                </a:lnTo>
                <a:lnTo>
                  <a:pt x="162591" y="1559016"/>
                </a:lnTo>
                <a:lnTo>
                  <a:pt x="164636" y="1548482"/>
                </a:lnTo>
                <a:lnTo>
                  <a:pt x="166248" y="1537948"/>
                </a:lnTo>
                <a:lnTo>
                  <a:pt x="167475" y="1527414"/>
                </a:lnTo>
                <a:lnTo>
                  <a:pt x="168377" y="1516880"/>
                </a:lnTo>
                <a:lnTo>
                  <a:pt x="169015" y="1506347"/>
                </a:lnTo>
                <a:lnTo>
                  <a:pt x="169450" y="1495813"/>
                </a:lnTo>
                <a:lnTo>
                  <a:pt x="169736" y="1485279"/>
                </a:lnTo>
                <a:lnTo>
                  <a:pt x="169915" y="1474745"/>
                </a:lnTo>
                <a:lnTo>
                  <a:pt x="170024" y="1464211"/>
                </a:lnTo>
                <a:lnTo>
                  <a:pt x="170087" y="1453677"/>
                </a:lnTo>
                <a:lnTo>
                  <a:pt x="170124" y="1443143"/>
                </a:lnTo>
                <a:lnTo>
                  <a:pt x="170146" y="1432609"/>
                </a:lnTo>
                <a:lnTo>
                  <a:pt x="170160" y="1422075"/>
                </a:lnTo>
                <a:lnTo>
                  <a:pt x="170172" y="1411542"/>
                </a:lnTo>
                <a:lnTo>
                  <a:pt x="170186" y="1401008"/>
                </a:lnTo>
                <a:lnTo>
                  <a:pt x="170206" y="1390474"/>
                </a:lnTo>
                <a:lnTo>
                  <a:pt x="170233" y="1379940"/>
                </a:lnTo>
                <a:lnTo>
                  <a:pt x="170273" y="1369406"/>
                </a:lnTo>
                <a:lnTo>
                  <a:pt x="170326" y="1358872"/>
                </a:lnTo>
                <a:lnTo>
                  <a:pt x="170396" y="1348338"/>
                </a:lnTo>
                <a:lnTo>
                  <a:pt x="170481" y="1337804"/>
                </a:lnTo>
                <a:lnTo>
                  <a:pt x="170581" y="1327270"/>
                </a:lnTo>
                <a:lnTo>
                  <a:pt x="170690" y="1316736"/>
                </a:lnTo>
                <a:lnTo>
                  <a:pt x="170803" y="1306203"/>
                </a:lnTo>
                <a:lnTo>
                  <a:pt x="170911" y="1295669"/>
                </a:lnTo>
                <a:lnTo>
                  <a:pt x="171005" y="1285135"/>
                </a:lnTo>
                <a:lnTo>
                  <a:pt x="171076" y="1274601"/>
                </a:lnTo>
                <a:lnTo>
                  <a:pt x="171113" y="1264067"/>
                </a:lnTo>
                <a:lnTo>
                  <a:pt x="171111" y="1253533"/>
                </a:lnTo>
                <a:lnTo>
                  <a:pt x="171062" y="1242999"/>
                </a:lnTo>
                <a:lnTo>
                  <a:pt x="170964" y="1232465"/>
                </a:lnTo>
                <a:lnTo>
                  <a:pt x="170819" y="1221931"/>
                </a:lnTo>
                <a:lnTo>
                  <a:pt x="170631" y="1211398"/>
                </a:lnTo>
                <a:lnTo>
                  <a:pt x="170408" y="1200864"/>
                </a:lnTo>
                <a:lnTo>
                  <a:pt x="170162" y="1190330"/>
                </a:lnTo>
                <a:lnTo>
                  <a:pt x="169908" y="1179796"/>
                </a:lnTo>
                <a:lnTo>
                  <a:pt x="169663" y="1169262"/>
                </a:lnTo>
                <a:lnTo>
                  <a:pt x="169442" y="1158728"/>
                </a:lnTo>
                <a:lnTo>
                  <a:pt x="169261" y="1148194"/>
                </a:lnTo>
                <a:lnTo>
                  <a:pt x="169133" y="1137660"/>
                </a:lnTo>
                <a:lnTo>
                  <a:pt x="169064" y="1127126"/>
                </a:lnTo>
                <a:lnTo>
                  <a:pt x="169060" y="1116593"/>
                </a:lnTo>
                <a:lnTo>
                  <a:pt x="169117" y="1106059"/>
                </a:lnTo>
                <a:lnTo>
                  <a:pt x="169227" y="1095525"/>
                </a:lnTo>
                <a:lnTo>
                  <a:pt x="169379" y="1084991"/>
                </a:lnTo>
                <a:lnTo>
                  <a:pt x="169556" y="1074457"/>
                </a:lnTo>
                <a:lnTo>
                  <a:pt x="169741" y="1063923"/>
                </a:lnTo>
                <a:lnTo>
                  <a:pt x="169913" y="1053389"/>
                </a:lnTo>
                <a:lnTo>
                  <a:pt x="170056" y="1042855"/>
                </a:lnTo>
                <a:lnTo>
                  <a:pt x="170152" y="1032321"/>
                </a:lnTo>
                <a:lnTo>
                  <a:pt x="170189" y="1021788"/>
                </a:lnTo>
                <a:lnTo>
                  <a:pt x="170155" y="1011254"/>
                </a:lnTo>
                <a:lnTo>
                  <a:pt x="170044" y="1000720"/>
                </a:lnTo>
                <a:lnTo>
                  <a:pt x="169853" y="990186"/>
                </a:lnTo>
                <a:lnTo>
                  <a:pt x="169579" y="979652"/>
                </a:lnTo>
                <a:lnTo>
                  <a:pt x="169226" y="969118"/>
                </a:lnTo>
                <a:lnTo>
                  <a:pt x="168797" y="958584"/>
                </a:lnTo>
                <a:lnTo>
                  <a:pt x="168301" y="948050"/>
                </a:lnTo>
                <a:lnTo>
                  <a:pt x="167749" y="937516"/>
                </a:lnTo>
                <a:lnTo>
                  <a:pt x="167155" y="926982"/>
                </a:lnTo>
                <a:lnTo>
                  <a:pt x="166538" y="916449"/>
                </a:lnTo>
                <a:lnTo>
                  <a:pt x="165918" y="905915"/>
                </a:lnTo>
                <a:lnTo>
                  <a:pt x="165321" y="895381"/>
                </a:lnTo>
                <a:lnTo>
                  <a:pt x="164773" y="884847"/>
                </a:lnTo>
                <a:lnTo>
                  <a:pt x="164302" y="874313"/>
                </a:lnTo>
                <a:lnTo>
                  <a:pt x="163931" y="863779"/>
                </a:lnTo>
                <a:lnTo>
                  <a:pt x="163681" y="853245"/>
                </a:lnTo>
                <a:lnTo>
                  <a:pt x="163566" y="842711"/>
                </a:lnTo>
                <a:lnTo>
                  <a:pt x="163592" y="832177"/>
                </a:lnTo>
                <a:lnTo>
                  <a:pt x="163756" y="821644"/>
                </a:lnTo>
                <a:lnTo>
                  <a:pt x="164044" y="811110"/>
                </a:lnTo>
                <a:lnTo>
                  <a:pt x="164437" y="800576"/>
                </a:lnTo>
                <a:lnTo>
                  <a:pt x="164908" y="790042"/>
                </a:lnTo>
                <a:lnTo>
                  <a:pt x="165427" y="779508"/>
                </a:lnTo>
                <a:lnTo>
                  <a:pt x="165962" y="768974"/>
                </a:lnTo>
                <a:lnTo>
                  <a:pt x="166481" y="758440"/>
                </a:lnTo>
                <a:lnTo>
                  <a:pt x="166957" y="747906"/>
                </a:lnTo>
                <a:lnTo>
                  <a:pt x="167364" y="737372"/>
                </a:lnTo>
                <a:lnTo>
                  <a:pt x="167681" y="726839"/>
                </a:lnTo>
                <a:lnTo>
                  <a:pt x="167891" y="716305"/>
                </a:lnTo>
                <a:lnTo>
                  <a:pt x="167982" y="705771"/>
                </a:lnTo>
                <a:lnTo>
                  <a:pt x="167944" y="695237"/>
                </a:lnTo>
                <a:lnTo>
                  <a:pt x="167773" y="684703"/>
                </a:lnTo>
                <a:lnTo>
                  <a:pt x="167466" y="674169"/>
                </a:lnTo>
                <a:lnTo>
                  <a:pt x="167027" y="663635"/>
                </a:lnTo>
                <a:lnTo>
                  <a:pt x="166467" y="653101"/>
                </a:lnTo>
                <a:lnTo>
                  <a:pt x="165802" y="642567"/>
                </a:lnTo>
                <a:lnTo>
                  <a:pt x="165053" y="632034"/>
                </a:lnTo>
                <a:lnTo>
                  <a:pt x="164251" y="621500"/>
                </a:lnTo>
                <a:lnTo>
                  <a:pt x="163429" y="610966"/>
                </a:lnTo>
                <a:lnTo>
                  <a:pt x="162621" y="600432"/>
                </a:lnTo>
                <a:lnTo>
                  <a:pt x="161863" y="589898"/>
                </a:lnTo>
                <a:lnTo>
                  <a:pt x="161185" y="579364"/>
                </a:lnTo>
                <a:lnTo>
                  <a:pt x="160609" y="568830"/>
                </a:lnTo>
                <a:lnTo>
                  <a:pt x="160150" y="558296"/>
                </a:lnTo>
                <a:lnTo>
                  <a:pt x="159811" y="547762"/>
                </a:lnTo>
                <a:lnTo>
                  <a:pt x="159587" y="537228"/>
                </a:lnTo>
                <a:lnTo>
                  <a:pt x="159463" y="526695"/>
                </a:lnTo>
                <a:lnTo>
                  <a:pt x="159424" y="516161"/>
                </a:lnTo>
                <a:lnTo>
                  <a:pt x="159451" y="505627"/>
                </a:lnTo>
                <a:lnTo>
                  <a:pt x="159529" y="495093"/>
                </a:lnTo>
                <a:lnTo>
                  <a:pt x="159647" y="484559"/>
                </a:lnTo>
                <a:lnTo>
                  <a:pt x="159803" y="474025"/>
                </a:lnTo>
                <a:lnTo>
                  <a:pt x="159997" y="463491"/>
                </a:lnTo>
                <a:lnTo>
                  <a:pt x="160236" y="452957"/>
                </a:lnTo>
                <a:lnTo>
                  <a:pt x="160529" y="442423"/>
                </a:lnTo>
                <a:lnTo>
                  <a:pt x="160881" y="431890"/>
                </a:lnTo>
                <a:lnTo>
                  <a:pt x="161296" y="421356"/>
                </a:lnTo>
                <a:lnTo>
                  <a:pt x="161771" y="410822"/>
                </a:lnTo>
                <a:lnTo>
                  <a:pt x="162295" y="400288"/>
                </a:lnTo>
                <a:lnTo>
                  <a:pt x="162854" y="389754"/>
                </a:lnTo>
                <a:lnTo>
                  <a:pt x="163426" y="379220"/>
                </a:lnTo>
                <a:lnTo>
                  <a:pt x="163988" y="368686"/>
                </a:lnTo>
                <a:lnTo>
                  <a:pt x="164520" y="358152"/>
                </a:lnTo>
                <a:lnTo>
                  <a:pt x="165002" y="347618"/>
                </a:lnTo>
                <a:lnTo>
                  <a:pt x="165421" y="337085"/>
                </a:lnTo>
                <a:lnTo>
                  <a:pt x="165772" y="326551"/>
                </a:lnTo>
                <a:lnTo>
                  <a:pt x="166056" y="316017"/>
                </a:lnTo>
                <a:lnTo>
                  <a:pt x="166280" y="305483"/>
                </a:lnTo>
                <a:lnTo>
                  <a:pt x="166453" y="294949"/>
                </a:lnTo>
                <a:lnTo>
                  <a:pt x="166587" y="284415"/>
                </a:lnTo>
                <a:lnTo>
                  <a:pt x="166691" y="273881"/>
                </a:lnTo>
                <a:lnTo>
                  <a:pt x="166768" y="263347"/>
                </a:lnTo>
                <a:lnTo>
                  <a:pt x="166812" y="252813"/>
                </a:lnTo>
                <a:lnTo>
                  <a:pt x="166804" y="242280"/>
                </a:lnTo>
                <a:lnTo>
                  <a:pt x="166708" y="231746"/>
                </a:lnTo>
                <a:lnTo>
                  <a:pt x="166469" y="221212"/>
                </a:lnTo>
                <a:lnTo>
                  <a:pt x="166007" y="210678"/>
                </a:lnTo>
                <a:lnTo>
                  <a:pt x="165216" y="200144"/>
                </a:lnTo>
                <a:lnTo>
                  <a:pt x="163958" y="189610"/>
                </a:lnTo>
                <a:lnTo>
                  <a:pt x="162069" y="179076"/>
                </a:lnTo>
                <a:lnTo>
                  <a:pt x="159357" y="168542"/>
                </a:lnTo>
                <a:lnTo>
                  <a:pt x="155611" y="158008"/>
                </a:lnTo>
                <a:lnTo>
                  <a:pt x="150612" y="147474"/>
                </a:lnTo>
                <a:lnTo>
                  <a:pt x="144158" y="136941"/>
                </a:lnTo>
                <a:lnTo>
                  <a:pt x="136085" y="126407"/>
                </a:lnTo>
                <a:lnTo>
                  <a:pt x="126297" y="115873"/>
                </a:lnTo>
                <a:lnTo>
                  <a:pt x="114801" y="105339"/>
                </a:lnTo>
                <a:lnTo>
                  <a:pt x="101735" y="94805"/>
                </a:lnTo>
                <a:lnTo>
                  <a:pt x="87385" y="84271"/>
                </a:lnTo>
                <a:lnTo>
                  <a:pt x="72199" y="73737"/>
                </a:lnTo>
                <a:lnTo>
                  <a:pt x="56771" y="63203"/>
                </a:lnTo>
                <a:lnTo>
                  <a:pt x="41814" y="52669"/>
                </a:lnTo>
                <a:lnTo>
                  <a:pt x="28107" y="42136"/>
                </a:lnTo>
                <a:lnTo>
                  <a:pt x="16436" y="31602"/>
                </a:lnTo>
                <a:lnTo>
                  <a:pt x="7512" y="21068"/>
                </a:lnTo>
                <a:lnTo>
                  <a:pt x="1910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4" y="10534"/>
                </a:lnTo>
                <a:lnTo>
                  <a:pt x="337202" y="21068"/>
                </a:lnTo>
                <a:lnTo>
                  <a:pt x="328279" y="31602"/>
                </a:lnTo>
                <a:lnTo>
                  <a:pt x="316607" y="42136"/>
                </a:lnTo>
                <a:lnTo>
                  <a:pt x="302900" y="52669"/>
                </a:lnTo>
                <a:lnTo>
                  <a:pt x="287943" y="63203"/>
                </a:lnTo>
                <a:lnTo>
                  <a:pt x="272515" y="73737"/>
                </a:lnTo>
                <a:lnTo>
                  <a:pt x="257329" y="84271"/>
                </a:lnTo>
                <a:lnTo>
                  <a:pt x="242980" y="94805"/>
                </a:lnTo>
                <a:lnTo>
                  <a:pt x="229913" y="105339"/>
                </a:lnTo>
                <a:lnTo>
                  <a:pt x="218417" y="115873"/>
                </a:lnTo>
                <a:lnTo>
                  <a:pt x="208630" y="126407"/>
                </a:lnTo>
                <a:lnTo>
                  <a:pt x="200556" y="136941"/>
                </a:lnTo>
                <a:lnTo>
                  <a:pt x="194102" y="147474"/>
                </a:lnTo>
                <a:lnTo>
                  <a:pt x="189104" y="158008"/>
                </a:lnTo>
                <a:lnTo>
                  <a:pt x="185357" y="168542"/>
                </a:lnTo>
                <a:lnTo>
                  <a:pt x="182645" y="179076"/>
                </a:lnTo>
                <a:lnTo>
                  <a:pt x="180756" y="189610"/>
                </a:lnTo>
                <a:lnTo>
                  <a:pt x="179499" y="200144"/>
                </a:lnTo>
                <a:lnTo>
                  <a:pt x="178707" y="210678"/>
                </a:lnTo>
                <a:lnTo>
                  <a:pt x="178245" y="221212"/>
                </a:lnTo>
                <a:lnTo>
                  <a:pt x="178006" y="231746"/>
                </a:lnTo>
                <a:lnTo>
                  <a:pt x="177911" y="242280"/>
                </a:lnTo>
                <a:lnTo>
                  <a:pt x="177903" y="252813"/>
                </a:lnTo>
                <a:lnTo>
                  <a:pt x="177947" y="263347"/>
                </a:lnTo>
                <a:lnTo>
                  <a:pt x="178024" y="273881"/>
                </a:lnTo>
                <a:lnTo>
                  <a:pt x="178128" y="284415"/>
                </a:lnTo>
                <a:lnTo>
                  <a:pt x="178261" y="294949"/>
                </a:lnTo>
                <a:lnTo>
                  <a:pt x="178434" y="305483"/>
                </a:lnTo>
                <a:lnTo>
                  <a:pt x="178658" y="316017"/>
                </a:lnTo>
                <a:lnTo>
                  <a:pt x="178942" y="326551"/>
                </a:lnTo>
                <a:lnTo>
                  <a:pt x="179293" y="337085"/>
                </a:lnTo>
                <a:lnTo>
                  <a:pt x="179713" y="347618"/>
                </a:lnTo>
                <a:lnTo>
                  <a:pt x="180194" y="358152"/>
                </a:lnTo>
                <a:lnTo>
                  <a:pt x="180726" y="368686"/>
                </a:lnTo>
                <a:lnTo>
                  <a:pt x="181288" y="379220"/>
                </a:lnTo>
                <a:lnTo>
                  <a:pt x="181860" y="389754"/>
                </a:lnTo>
                <a:lnTo>
                  <a:pt x="182419" y="400288"/>
                </a:lnTo>
                <a:lnTo>
                  <a:pt x="182944" y="410822"/>
                </a:lnTo>
                <a:lnTo>
                  <a:pt x="183418" y="421356"/>
                </a:lnTo>
                <a:lnTo>
                  <a:pt x="183833" y="431890"/>
                </a:lnTo>
                <a:lnTo>
                  <a:pt x="184186" y="442423"/>
                </a:lnTo>
                <a:lnTo>
                  <a:pt x="184478" y="452957"/>
                </a:lnTo>
                <a:lnTo>
                  <a:pt x="184717" y="463491"/>
                </a:lnTo>
                <a:lnTo>
                  <a:pt x="184911" y="474025"/>
                </a:lnTo>
                <a:lnTo>
                  <a:pt x="185067" y="484559"/>
                </a:lnTo>
                <a:lnTo>
                  <a:pt x="185186" y="495093"/>
                </a:lnTo>
                <a:lnTo>
                  <a:pt x="185263" y="505627"/>
                </a:lnTo>
                <a:lnTo>
                  <a:pt x="185290" y="516161"/>
                </a:lnTo>
                <a:lnTo>
                  <a:pt x="185251" y="526695"/>
                </a:lnTo>
                <a:lnTo>
                  <a:pt x="185128" y="537228"/>
                </a:lnTo>
                <a:lnTo>
                  <a:pt x="184903" y="547762"/>
                </a:lnTo>
                <a:lnTo>
                  <a:pt x="184564" y="558296"/>
                </a:lnTo>
                <a:lnTo>
                  <a:pt x="184105" y="568830"/>
                </a:lnTo>
                <a:lnTo>
                  <a:pt x="183529" y="579364"/>
                </a:lnTo>
                <a:lnTo>
                  <a:pt x="182851" y="589898"/>
                </a:lnTo>
                <a:lnTo>
                  <a:pt x="182093" y="600432"/>
                </a:lnTo>
                <a:lnTo>
                  <a:pt x="181286" y="610966"/>
                </a:lnTo>
                <a:lnTo>
                  <a:pt x="180463" y="621500"/>
                </a:lnTo>
                <a:lnTo>
                  <a:pt x="179661" y="632034"/>
                </a:lnTo>
                <a:lnTo>
                  <a:pt x="178913" y="642567"/>
                </a:lnTo>
                <a:lnTo>
                  <a:pt x="178247" y="653101"/>
                </a:lnTo>
                <a:lnTo>
                  <a:pt x="177687" y="663635"/>
                </a:lnTo>
                <a:lnTo>
                  <a:pt x="177249" y="674169"/>
                </a:lnTo>
                <a:lnTo>
                  <a:pt x="176942" y="684703"/>
                </a:lnTo>
                <a:lnTo>
                  <a:pt x="176770" y="695237"/>
                </a:lnTo>
                <a:lnTo>
                  <a:pt x="176732" y="705771"/>
                </a:lnTo>
                <a:lnTo>
                  <a:pt x="176823" y="716305"/>
                </a:lnTo>
                <a:lnTo>
                  <a:pt x="177034" y="726839"/>
                </a:lnTo>
                <a:lnTo>
                  <a:pt x="177351" y="737372"/>
                </a:lnTo>
                <a:lnTo>
                  <a:pt x="177758" y="747906"/>
                </a:lnTo>
                <a:lnTo>
                  <a:pt x="178233" y="758440"/>
                </a:lnTo>
                <a:lnTo>
                  <a:pt x="178753" y="768974"/>
                </a:lnTo>
                <a:lnTo>
                  <a:pt x="179288" y="779508"/>
                </a:lnTo>
                <a:lnTo>
                  <a:pt x="179806" y="790042"/>
                </a:lnTo>
                <a:lnTo>
                  <a:pt x="180277" y="800576"/>
                </a:lnTo>
                <a:lnTo>
                  <a:pt x="180670" y="811110"/>
                </a:lnTo>
                <a:lnTo>
                  <a:pt x="180959" y="821644"/>
                </a:lnTo>
                <a:lnTo>
                  <a:pt x="181122" y="832177"/>
                </a:lnTo>
                <a:lnTo>
                  <a:pt x="181148" y="842711"/>
                </a:lnTo>
                <a:lnTo>
                  <a:pt x="181033" y="853245"/>
                </a:lnTo>
                <a:lnTo>
                  <a:pt x="180784" y="863779"/>
                </a:lnTo>
                <a:lnTo>
                  <a:pt x="180413" y="874313"/>
                </a:lnTo>
                <a:lnTo>
                  <a:pt x="179941" y="884847"/>
                </a:lnTo>
                <a:lnTo>
                  <a:pt x="179394" y="895381"/>
                </a:lnTo>
                <a:lnTo>
                  <a:pt x="178796" y="905915"/>
                </a:lnTo>
                <a:lnTo>
                  <a:pt x="178177" y="916449"/>
                </a:lnTo>
                <a:lnTo>
                  <a:pt x="177559" y="926982"/>
                </a:lnTo>
                <a:lnTo>
                  <a:pt x="176965" y="937516"/>
                </a:lnTo>
                <a:lnTo>
                  <a:pt x="176413" y="948050"/>
                </a:lnTo>
                <a:lnTo>
                  <a:pt x="175917" y="958584"/>
                </a:lnTo>
                <a:lnTo>
                  <a:pt x="175489" y="969118"/>
                </a:lnTo>
                <a:lnTo>
                  <a:pt x="175135" y="979652"/>
                </a:lnTo>
                <a:lnTo>
                  <a:pt x="174862" y="990186"/>
                </a:lnTo>
                <a:lnTo>
                  <a:pt x="174670" y="1000720"/>
                </a:lnTo>
                <a:lnTo>
                  <a:pt x="174559" y="1011254"/>
                </a:lnTo>
                <a:lnTo>
                  <a:pt x="174525" y="1021788"/>
                </a:lnTo>
                <a:lnTo>
                  <a:pt x="174562" y="1032321"/>
                </a:lnTo>
                <a:lnTo>
                  <a:pt x="174658" y="1042855"/>
                </a:lnTo>
                <a:lnTo>
                  <a:pt x="174801" y="1053389"/>
                </a:lnTo>
                <a:lnTo>
                  <a:pt x="174974" y="1063923"/>
                </a:lnTo>
                <a:lnTo>
                  <a:pt x="175158" y="1074457"/>
                </a:lnTo>
                <a:lnTo>
                  <a:pt x="175335" y="1084991"/>
                </a:lnTo>
                <a:lnTo>
                  <a:pt x="175487" y="1095525"/>
                </a:lnTo>
                <a:lnTo>
                  <a:pt x="175598" y="1106059"/>
                </a:lnTo>
                <a:lnTo>
                  <a:pt x="175655" y="1116593"/>
                </a:lnTo>
                <a:lnTo>
                  <a:pt x="175650" y="1127126"/>
                </a:lnTo>
                <a:lnTo>
                  <a:pt x="175582" y="1137660"/>
                </a:lnTo>
                <a:lnTo>
                  <a:pt x="175453" y="1148194"/>
                </a:lnTo>
                <a:lnTo>
                  <a:pt x="175272" y="1158728"/>
                </a:lnTo>
                <a:lnTo>
                  <a:pt x="175051" y="1169262"/>
                </a:lnTo>
                <a:lnTo>
                  <a:pt x="174806" y="1179796"/>
                </a:lnTo>
                <a:lnTo>
                  <a:pt x="174552" y="1190330"/>
                </a:lnTo>
                <a:lnTo>
                  <a:pt x="174307" y="1200864"/>
                </a:lnTo>
                <a:lnTo>
                  <a:pt x="174084" y="1211398"/>
                </a:lnTo>
                <a:lnTo>
                  <a:pt x="173895" y="1221931"/>
                </a:lnTo>
                <a:lnTo>
                  <a:pt x="173750" y="1232465"/>
                </a:lnTo>
                <a:lnTo>
                  <a:pt x="173652" y="1242999"/>
                </a:lnTo>
                <a:lnTo>
                  <a:pt x="173603" y="1253533"/>
                </a:lnTo>
                <a:lnTo>
                  <a:pt x="173601" y="1264067"/>
                </a:lnTo>
                <a:lnTo>
                  <a:pt x="173639" y="1274601"/>
                </a:lnTo>
                <a:lnTo>
                  <a:pt x="173709" y="1285135"/>
                </a:lnTo>
                <a:lnTo>
                  <a:pt x="173804" y="1295669"/>
                </a:lnTo>
                <a:lnTo>
                  <a:pt x="173912" y="1306203"/>
                </a:lnTo>
                <a:lnTo>
                  <a:pt x="174024" y="1316736"/>
                </a:lnTo>
                <a:lnTo>
                  <a:pt x="174134" y="1327270"/>
                </a:lnTo>
                <a:lnTo>
                  <a:pt x="174233" y="1337804"/>
                </a:lnTo>
                <a:lnTo>
                  <a:pt x="174319" y="1348338"/>
                </a:lnTo>
                <a:lnTo>
                  <a:pt x="174388" y="1358872"/>
                </a:lnTo>
                <a:lnTo>
                  <a:pt x="174442" y="1369406"/>
                </a:lnTo>
                <a:lnTo>
                  <a:pt x="174481" y="1379940"/>
                </a:lnTo>
                <a:lnTo>
                  <a:pt x="174509" y="1390474"/>
                </a:lnTo>
                <a:lnTo>
                  <a:pt x="174528" y="1401008"/>
                </a:lnTo>
                <a:lnTo>
                  <a:pt x="174542" y="1411542"/>
                </a:lnTo>
                <a:lnTo>
                  <a:pt x="174554" y="1422075"/>
                </a:lnTo>
                <a:lnTo>
                  <a:pt x="174569" y="1432609"/>
                </a:lnTo>
                <a:lnTo>
                  <a:pt x="174590" y="1443143"/>
                </a:lnTo>
                <a:lnTo>
                  <a:pt x="174627" y="1453677"/>
                </a:lnTo>
                <a:lnTo>
                  <a:pt x="174691" y="1464211"/>
                </a:lnTo>
                <a:lnTo>
                  <a:pt x="174799" y="1474745"/>
                </a:lnTo>
                <a:lnTo>
                  <a:pt x="174979" y="1485279"/>
                </a:lnTo>
                <a:lnTo>
                  <a:pt x="175264" y="1495813"/>
                </a:lnTo>
                <a:lnTo>
                  <a:pt x="175699" y="1506347"/>
                </a:lnTo>
                <a:lnTo>
                  <a:pt x="176338" y="1516880"/>
                </a:lnTo>
                <a:lnTo>
                  <a:pt x="177239" y="1527414"/>
                </a:lnTo>
                <a:lnTo>
                  <a:pt x="178467" y="1537948"/>
                </a:lnTo>
                <a:lnTo>
                  <a:pt x="180079" y="1548482"/>
                </a:lnTo>
                <a:lnTo>
                  <a:pt x="182124" y="1559016"/>
                </a:lnTo>
                <a:lnTo>
                  <a:pt x="184631" y="1569550"/>
                </a:lnTo>
                <a:lnTo>
                  <a:pt x="187602" y="1580084"/>
                </a:lnTo>
                <a:lnTo>
                  <a:pt x="191002" y="1590618"/>
                </a:lnTo>
                <a:lnTo>
                  <a:pt x="194754" y="1601152"/>
                </a:lnTo>
                <a:lnTo>
                  <a:pt x="198741" y="1611685"/>
                </a:lnTo>
                <a:lnTo>
                  <a:pt x="202802" y="1622219"/>
                </a:lnTo>
                <a:lnTo>
                  <a:pt x="206747" y="1632753"/>
                </a:lnTo>
                <a:lnTo>
                  <a:pt x="210367" y="1643287"/>
                </a:lnTo>
                <a:lnTo>
                  <a:pt x="213453" y="1653821"/>
                </a:lnTo>
                <a:lnTo>
                  <a:pt x="215814" y="1664355"/>
                </a:lnTo>
                <a:lnTo>
                  <a:pt x="217297" y="1674889"/>
                </a:lnTo>
                <a:lnTo>
                  <a:pt x="217802" y="1685423"/>
                </a:lnTo>
                <a:lnTo>
                  <a:pt x="217802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5" name="data_3822">
            <a:extLst xmlns:a="http://schemas.openxmlformats.org/drawingml/2006/main">
              <a:ext uri="{FF2B5EF4-FFF2-40B4-BE49-F238E27FC236}">
                <a16:creationId xmlns:a16="http://schemas.microsoft.com/office/drawing/2014/main" id="{1613AB89-A369-44F0-BCA9-EF015008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337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01619" y="1685423"/>
                </a:moveTo>
                <a:lnTo>
                  <a:pt x="43096" y="1685423"/>
                </a:lnTo>
                <a:lnTo>
                  <a:pt x="44486" y="1674889"/>
                </a:lnTo>
                <a:lnTo>
                  <a:pt x="48565" y="1664355"/>
                </a:lnTo>
                <a:lnTo>
                  <a:pt x="55070" y="1653821"/>
                </a:lnTo>
                <a:lnTo>
                  <a:pt x="63591" y="1643287"/>
                </a:lnTo>
                <a:lnTo>
                  <a:pt x="73617" y="1632753"/>
                </a:lnTo>
                <a:lnTo>
                  <a:pt x="84583" y="1622219"/>
                </a:lnTo>
                <a:lnTo>
                  <a:pt x="95923" y="1611685"/>
                </a:lnTo>
                <a:lnTo>
                  <a:pt x="107115" y="1601152"/>
                </a:lnTo>
                <a:lnTo>
                  <a:pt x="117717" y="1590618"/>
                </a:lnTo>
                <a:lnTo>
                  <a:pt x="127390" y="1580084"/>
                </a:lnTo>
                <a:lnTo>
                  <a:pt x="135909" y="1569550"/>
                </a:lnTo>
                <a:lnTo>
                  <a:pt x="143158" y="1559016"/>
                </a:lnTo>
                <a:lnTo>
                  <a:pt x="149118" y="1548482"/>
                </a:lnTo>
                <a:lnTo>
                  <a:pt x="153848" y="1537948"/>
                </a:lnTo>
                <a:lnTo>
                  <a:pt x="157466" y="1527414"/>
                </a:lnTo>
                <a:lnTo>
                  <a:pt x="160120" y="1516880"/>
                </a:lnTo>
                <a:lnTo>
                  <a:pt x="161978" y="1506347"/>
                </a:lnTo>
                <a:lnTo>
                  <a:pt x="163207" y="1495813"/>
                </a:lnTo>
                <a:lnTo>
                  <a:pt x="163963" y="1485279"/>
                </a:lnTo>
                <a:lnTo>
                  <a:pt x="164384" y="1474745"/>
                </a:lnTo>
                <a:lnTo>
                  <a:pt x="164586" y="1464211"/>
                </a:lnTo>
                <a:lnTo>
                  <a:pt x="164662" y="1453677"/>
                </a:lnTo>
                <a:lnTo>
                  <a:pt x="164685" y="1443143"/>
                </a:lnTo>
                <a:lnTo>
                  <a:pt x="164704" y="1432609"/>
                </a:lnTo>
                <a:lnTo>
                  <a:pt x="164754" y="1422075"/>
                </a:lnTo>
                <a:lnTo>
                  <a:pt x="164852" y="1411542"/>
                </a:lnTo>
                <a:lnTo>
                  <a:pt x="165005" y="1401008"/>
                </a:lnTo>
                <a:lnTo>
                  <a:pt x="165210" y="1390474"/>
                </a:lnTo>
                <a:lnTo>
                  <a:pt x="165457" y="1379940"/>
                </a:lnTo>
                <a:lnTo>
                  <a:pt x="165727" y="1369406"/>
                </a:lnTo>
                <a:lnTo>
                  <a:pt x="166000" y="1358872"/>
                </a:lnTo>
                <a:lnTo>
                  <a:pt x="166252" y="1348338"/>
                </a:lnTo>
                <a:lnTo>
                  <a:pt x="166458" y="1337804"/>
                </a:lnTo>
                <a:lnTo>
                  <a:pt x="166591" y="1327270"/>
                </a:lnTo>
                <a:lnTo>
                  <a:pt x="166626" y="1316736"/>
                </a:lnTo>
                <a:lnTo>
                  <a:pt x="166541" y="1306203"/>
                </a:lnTo>
                <a:lnTo>
                  <a:pt x="166314" y="1295669"/>
                </a:lnTo>
                <a:lnTo>
                  <a:pt x="165932" y="1285135"/>
                </a:lnTo>
                <a:lnTo>
                  <a:pt x="165386" y="1274601"/>
                </a:lnTo>
                <a:lnTo>
                  <a:pt x="164674" y="1264067"/>
                </a:lnTo>
                <a:lnTo>
                  <a:pt x="163802" y="1253533"/>
                </a:lnTo>
                <a:lnTo>
                  <a:pt x="162785" y="1242999"/>
                </a:lnTo>
                <a:lnTo>
                  <a:pt x="161647" y="1232465"/>
                </a:lnTo>
                <a:lnTo>
                  <a:pt x="160421" y="1221931"/>
                </a:lnTo>
                <a:lnTo>
                  <a:pt x="159148" y="1211398"/>
                </a:lnTo>
                <a:lnTo>
                  <a:pt x="157874" y="1200864"/>
                </a:lnTo>
                <a:lnTo>
                  <a:pt x="156652" y="1190330"/>
                </a:lnTo>
                <a:lnTo>
                  <a:pt x="155538" y="1179796"/>
                </a:lnTo>
                <a:lnTo>
                  <a:pt x="154586" y="1169262"/>
                </a:lnTo>
                <a:lnTo>
                  <a:pt x="153847" y="1158728"/>
                </a:lnTo>
                <a:lnTo>
                  <a:pt x="153363" y="1148194"/>
                </a:lnTo>
                <a:lnTo>
                  <a:pt x="153165" y="1137660"/>
                </a:lnTo>
                <a:lnTo>
                  <a:pt x="153271" y="1127126"/>
                </a:lnTo>
                <a:lnTo>
                  <a:pt x="153680" y="1116593"/>
                </a:lnTo>
                <a:lnTo>
                  <a:pt x="154377" y="1106059"/>
                </a:lnTo>
                <a:lnTo>
                  <a:pt x="155332" y="1095525"/>
                </a:lnTo>
                <a:lnTo>
                  <a:pt x="156499" y="1084991"/>
                </a:lnTo>
                <a:lnTo>
                  <a:pt x="157826" y="1074457"/>
                </a:lnTo>
                <a:lnTo>
                  <a:pt x="159251" y="1063923"/>
                </a:lnTo>
                <a:lnTo>
                  <a:pt x="160714" y="1053389"/>
                </a:lnTo>
                <a:lnTo>
                  <a:pt x="162155" y="1042855"/>
                </a:lnTo>
                <a:lnTo>
                  <a:pt x="163521" y="1032321"/>
                </a:lnTo>
                <a:lnTo>
                  <a:pt x="164765" y="1021788"/>
                </a:lnTo>
                <a:lnTo>
                  <a:pt x="165849" y="1011254"/>
                </a:lnTo>
                <a:lnTo>
                  <a:pt x="166744" y="1000720"/>
                </a:lnTo>
                <a:lnTo>
                  <a:pt x="167432" y="990186"/>
                </a:lnTo>
                <a:lnTo>
                  <a:pt x="167901" y="979652"/>
                </a:lnTo>
                <a:lnTo>
                  <a:pt x="168150" y="969118"/>
                </a:lnTo>
                <a:lnTo>
                  <a:pt x="168184" y="958584"/>
                </a:lnTo>
                <a:lnTo>
                  <a:pt x="168019" y="948050"/>
                </a:lnTo>
                <a:lnTo>
                  <a:pt x="167676" y="937516"/>
                </a:lnTo>
                <a:lnTo>
                  <a:pt x="167187" y="926982"/>
                </a:lnTo>
                <a:lnTo>
                  <a:pt x="166589" y="916449"/>
                </a:lnTo>
                <a:lnTo>
                  <a:pt x="165926" y="905915"/>
                </a:lnTo>
                <a:lnTo>
                  <a:pt x="165249" y="895381"/>
                </a:lnTo>
                <a:lnTo>
                  <a:pt x="164606" y="884847"/>
                </a:lnTo>
                <a:lnTo>
                  <a:pt x="164048" y="874313"/>
                </a:lnTo>
                <a:lnTo>
                  <a:pt x="163617" y="863779"/>
                </a:lnTo>
                <a:lnTo>
                  <a:pt x="163349" y="853245"/>
                </a:lnTo>
                <a:lnTo>
                  <a:pt x="163266" y="842711"/>
                </a:lnTo>
                <a:lnTo>
                  <a:pt x="163378" y="832177"/>
                </a:lnTo>
                <a:lnTo>
                  <a:pt x="163679" y="821644"/>
                </a:lnTo>
                <a:lnTo>
                  <a:pt x="164153" y="811110"/>
                </a:lnTo>
                <a:lnTo>
                  <a:pt x="164769" y="800576"/>
                </a:lnTo>
                <a:lnTo>
                  <a:pt x="165491" y="790042"/>
                </a:lnTo>
                <a:lnTo>
                  <a:pt x="166277" y="779508"/>
                </a:lnTo>
                <a:lnTo>
                  <a:pt x="167085" y="768974"/>
                </a:lnTo>
                <a:lnTo>
                  <a:pt x="167878" y="758440"/>
                </a:lnTo>
                <a:lnTo>
                  <a:pt x="168621" y="747906"/>
                </a:lnTo>
                <a:lnTo>
                  <a:pt x="169288" y="737372"/>
                </a:lnTo>
                <a:lnTo>
                  <a:pt x="169861" y="726839"/>
                </a:lnTo>
                <a:lnTo>
                  <a:pt x="170329" y="716305"/>
                </a:lnTo>
                <a:lnTo>
                  <a:pt x="170688" y="705771"/>
                </a:lnTo>
                <a:lnTo>
                  <a:pt x="170939" y="695237"/>
                </a:lnTo>
                <a:lnTo>
                  <a:pt x="171087" y="684703"/>
                </a:lnTo>
                <a:lnTo>
                  <a:pt x="171138" y="674169"/>
                </a:lnTo>
                <a:lnTo>
                  <a:pt x="171102" y="663635"/>
                </a:lnTo>
                <a:lnTo>
                  <a:pt x="170988" y="653101"/>
                </a:lnTo>
                <a:lnTo>
                  <a:pt x="170806" y="642567"/>
                </a:lnTo>
                <a:lnTo>
                  <a:pt x="170565" y="632034"/>
                </a:lnTo>
                <a:lnTo>
                  <a:pt x="170273" y="621500"/>
                </a:lnTo>
                <a:lnTo>
                  <a:pt x="169938" y="610966"/>
                </a:lnTo>
                <a:lnTo>
                  <a:pt x="169566" y="600432"/>
                </a:lnTo>
                <a:lnTo>
                  <a:pt x="169163" y="589898"/>
                </a:lnTo>
                <a:lnTo>
                  <a:pt x="168732" y="579364"/>
                </a:lnTo>
                <a:lnTo>
                  <a:pt x="168275" y="568830"/>
                </a:lnTo>
                <a:lnTo>
                  <a:pt x="167795" y="558296"/>
                </a:lnTo>
                <a:lnTo>
                  <a:pt x="167291" y="547762"/>
                </a:lnTo>
                <a:lnTo>
                  <a:pt x="166765" y="537228"/>
                </a:lnTo>
                <a:lnTo>
                  <a:pt x="166221" y="526695"/>
                </a:lnTo>
                <a:lnTo>
                  <a:pt x="165664" y="516161"/>
                </a:lnTo>
                <a:lnTo>
                  <a:pt x="165101" y="505627"/>
                </a:lnTo>
                <a:lnTo>
                  <a:pt x="164545" y="495093"/>
                </a:lnTo>
                <a:lnTo>
                  <a:pt x="164009" y="484559"/>
                </a:lnTo>
                <a:lnTo>
                  <a:pt x="163511" y="474025"/>
                </a:lnTo>
                <a:lnTo>
                  <a:pt x="163069" y="463491"/>
                </a:lnTo>
                <a:lnTo>
                  <a:pt x="162698" y="452957"/>
                </a:lnTo>
                <a:lnTo>
                  <a:pt x="162413" y="442423"/>
                </a:lnTo>
                <a:lnTo>
                  <a:pt x="162222" y="431890"/>
                </a:lnTo>
                <a:lnTo>
                  <a:pt x="162129" y="421356"/>
                </a:lnTo>
                <a:lnTo>
                  <a:pt x="162131" y="410822"/>
                </a:lnTo>
                <a:lnTo>
                  <a:pt x="162218" y="400288"/>
                </a:lnTo>
                <a:lnTo>
                  <a:pt x="162377" y="389754"/>
                </a:lnTo>
                <a:lnTo>
                  <a:pt x="162590" y="379220"/>
                </a:lnTo>
                <a:lnTo>
                  <a:pt x="162839" y="368686"/>
                </a:lnTo>
                <a:lnTo>
                  <a:pt x="163106" y="358152"/>
                </a:lnTo>
                <a:lnTo>
                  <a:pt x="163378" y="347618"/>
                </a:lnTo>
                <a:lnTo>
                  <a:pt x="163644" y="337085"/>
                </a:lnTo>
                <a:lnTo>
                  <a:pt x="163898" y="326551"/>
                </a:lnTo>
                <a:lnTo>
                  <a:pt x="164139" y="316017"/>
                </a:lnTo>
                <a:lnTo>
                  <a:pt x="164370" y="305483"/>
                </a:lnTo>
                <a:lnTo>
                  <a:pt x="164592" y="294949"/>
                </a:lnTo>
                <a:lnTo>
                  <a:pt x="164808" y="284415"/>
                </a:lnTo>
                <a:lnTo>
                  <a:pt x="165017" y="273881"/>
                </a:lnTo>
                <a:lnTo>
                  <a:pt x="165212" y="263347"/>
                </a:lnTo>
                <a:lnTo>
                  <a:pt x="165377" y="252813"/>
                </a:lnTo>
                <a:lnTo>
                  <a:pt x="165483" y="242280"/>
                </a:lnTo>
                <a:lnTo>
                  <a:pt x="165489" y="231746"/>
                </a:lnTo>
                <a:lnTo>
                  <a:pt x="165334" y="221212"/>
                </a:lnTo>
                <a:lnTo>
                  <a:pt x="164935" y="210678"/>
                </a:lnTo>
                <a:lnTo>
                  <a:pt x="164185" y="200144"/>
                </a:lnTo>
                <a:lnTo>
                  <a:pt x="162950" y="189610"/>
                </a:lnTo>
                <a:lnTo>
                  <a:pt x="161066" y="179076"/>
                </a:lnTo>
                <a:lnTo>
                  <a:pt x="158346" y="168542"/>
                </a:lnTo>
                <a:lnTo>
                  <a:pt x="154584" y="158008"/>
                </a:lnTo>
                <a:lnTo>
                  <a:pt x="149568" y="147474"/>
                </a:lnTo>
                <a:lnTo>
                  <a:pt x="143100" y="136941"/>
                </a:lnTo>
                <a:lnTo>
                  <a:pt x="135023" y="126407"/>
                </a:lnTo>
                <a:lnTo>
                  <a:pt x="125249" y="115873"/>
                </a:lnTo>
                <a:lnTo>
                  <a:pt x="113788" y="105339"/>
                </a:lnTo>
                <a:lnTo>
                  <a:pt x="100782" y="94805"/>
                </a:lnTo>
                <a:lnTo>
                  <a:pt x="86521" y="84271"/>
                </a:lnTo>
                <a:lnTo>
                  <a:pt x="71448" y="73737"/>
                </a:lnTo>
                <a:lnTo>
                  <a:pt x="56154" y="63203"/>
                </a:lnTo>
                <a:lnTo>
                  <a:pt x="41341" y="52669"/>
                </a:lnTo>
                <a:lnTo>
                  <a:pt x="27779" y="42136"/>
                </a:lnTo>
                <a:lnTo>
                  <a:pt x="16239" y="31602"/>
                </a:lnTo>
                <a:lnTo>
                  <a:pt x="7421" y="21068"/>
                </a:lnTo>
                <a:lnTo>
                  <a:pt x="188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28" y="10534"/>
                </a:lnTo>
                <a:lnTo>
                  <a:pt x="337294" y="21068"/>
                </a:lnTo>
                <a:lnTo>
                  <a:pt x="328476" y="31602"/>
                </a:lnTo>
                <a:lnTo>
                  <a:pt x="316935" y="42136"/>
                </a:lnTo>
                <a:lnTo>
                  <a:pt x="303373" y="52669"/>
                </a:lnTo>
                <a:lnTo>
                  <a:pt x="288560" y="63203"/>
                </a:lnTo>
                <a:lnTo>
                  <a:pt x="273266" y="73737"/>
                </a:lnTo>
                <a:lnTo>
                  <a:pt x="258193" y="84271"/>
                </a:lnTo>
                <a:lnTo>
                  <a:pt x="243932" y="94805"/>
                </a:lnTo>
                <a:lnTo>
                  <a:pt x="230926" y="105339"/>
                </a:lnTo>
                <a:lnTo>
                  <a:pt x="219466" y="115873"/>
                </a:lnTo>
                <a:lnTo>
                  <a:pt x="209691" y="126407"/>
                </a:lnTo>
                <a:lnTo>
                  <a:pt x="201614" y="136941"/>
                </a:lnTo>
                <a:lnTo>
                  <a:pt x="195147" y="147474"/>
                </a:lnTo>
                <a:lnTo>
                  <a:pt x="190130" y="158008"/>
                </a:lnTo>
                <a:lnTo>
                  <a:pt x="186368" y="168542"/>
                </a:lnTo>
                <a:lnTo>
                  <a:pt x="183648" y="179076"/>
                </a:lnTo>
                <a:lnTo>
                  <a:pt x="181765" y="189610"/>
                </a:lnTo>
                <a:lnTo>
                  <a:pt x="180529" y="200144"/>
                </a:lnTo>
                <a:lnTo>
                  <a:pt x="179779" y="210678"/>
                </a:lnTo>
                <a:lnTo>
                  <a:pt x="179380" y="221212"/>
                </a:lnTo>
                <a:lnTo>
                  <a:pt x="179225" y="231746"/>
                </a:lnTo>
                <a:lnTo>
                  <a:pt x="179231" y="242280"/>
                </a:lnTo>
                <a:lnTo>
                  <a:pt x="179338" y="252813"/>
                </a:lnTo>
                <a:lnTo>
                  <a:pt x="179502" y="263347"/>
                </a:lnTo>
                <a:lnTo>
                  <a:pt x="179697" y="273881"/>
                </a:lnTo>
                <a:lnTo>
                  <a:pt x="179906" y="284415"/>
                </a:lnTo>
                <a:lnTo>
                  <a:pt x="180123" y="294949"/>
                </a:lnTo>
                <a:lnTo>
                  <a:pt x="180345" y="305483"/>
                </a:lnTo>
                <a:lnTo>
                  <a:pt x="180575" y="316017"/>
                </a:lnTo>
                <a:lnTo>
                  <a:pt x="180816" y="326551"/>
                </a:lnTo>
                <a:lnTo>
                  <a:pt x="181070" y="337085"/>
                </a:lnTo>
                <a:lnTo>
                  <a:pt x="181336" y="347618"/>
                </a:lnTo>
                <a:lnTo>
                  <a:pt x="181608" y="358152"/>
                </a:lnTo>
                <a:lnTo>
                  <a:pt x="181875" y="368686"/>
                </a:lnTo>
                <a:lnTo>
                  <a:pt x="182124" y="379220"/>
                </a:lnTo>
                <a:lnTo>
                  <a:pt x="182337" y="389754"/>
                </a:lnTo>
                <a:lnTo>
                  <a:pt x="182496" y="400288"/>
                </a:lnTo>
                <a:lnTo>
                  <a:pt x="182583" y="410822"/>
                </a:lnTo>
                <a:lnTo>
                  <a:pt x="182585" y="421356"/>
                </a:lnTo>
                <a:lnTo>
                  <a:pt x="182492" y="431890"/>
                </a:lnTo>
                <a:lnTo>
                  <a:pt x="182301" y="442423"/>
                </a:lnTo>
                <a:lnTo>
                  <a:pt x="182016" y="452957"/>
                </a:lnTo>
                <a:lnTo>
                  <a:pt x="181645" y="463491"/>
                </a:lnTo>
                <a:lnTo>
                  <a:pt x="181203" y="474025"/>
                </a:lnTo>
                <a:lnTo>
                  <a:pt x="180705" y="484559"/>
                </a:lnTo>
                <a:lnTo>
                  <a:pt x="180170" y="495093"/>
                </a:lnTo>
                <a:lnTo>
                  <a:pt x="179613" y="505627"/>
                </a:lnTo>
                <a:lnTo>
                  <a:pt x="179050" y="516161"/>
                </a:lnTo>
                <a:lnTo>
                  <a:pt x="178493" y="526695"/>
                </a:lnTo>
                <a:lnTo>
                  <a:pt x="177949" y="537228"/>
                </a:lnTo>
                <a:lnTo>
                  <a:pt x="177423" y="547762"/>
                </a:lnTo>
                <a:lnTo>
                  <a:pt x="176920" y="558296"/>
                </a:lnTo>
                <a:lnTo>
                  <a:pt x="176439" y="568830"/>
                </a:lnTo>
                <a:lnTo>
                  <a:pt x="175982" y="579364"/>
                </a:lnTo>
                <a:lnTo>
                  <a:pt x="175551" y="589898"/>
                </a:lnTo>
                <a:lnTo>
                  <a:pt x="175148" y="600432"/>
                </a:lnTo>
                <a:lnTo>
                  <a:pt x="174776" y="610966"/>
                </a:lnTo>
                <a:lnTo>
                  <a:pt x="174441" y="621500"/>
                </a:lnTo>
                <a:lnTo>
                  <a:pt x="174149" y="632034"/>
                </a:lnTo>
                <a:lnTo>
                  <a:pt x="173908" y="642567"/>
                </a:lnTo>
                <a:lnTo>
                  <a:pt x="173726" y="653101"/>
                </a:lnTo>
                <a:lnTo>
                  <a:pt x="173612" y="663635"/>
                </a:lnTo>
                <a:lnTo>
                  <a:pt x="173576" y="674169"/>
                </a:lnTo>
                <a:lnTo>
                  <a:pt x="173628" y="684703"/>
                </a:lnTo>
                <a:lnTo>
                  <a:pt x="173775" y="695237"/>
                </a:lnTo>
                <a:lnTo>
                  <a:pt x="174026" y="705771"/>
                </a:lnTo>
                <a:lnTo>
                  <a:pt x="174385" y="716305"/>
                </a:lnTo>
                <a:lnTo>
                  <a:pt x="174853" y="726839"/>
                </a:lnTo>
                <a:lnTo>
                  <a:pt x="175427" y="737372"/>
                </a:lnTo>
                <a:lnTo>
                  <a:pt x="176094" y="747906"/>
                </a:lnTo>
                <a:lnTo>
                  <a:pt x="176837" y="758440"/>
                </a:lnTo>
                <a:lnTo>
                  <a:pt x="177629" y="768974"/>
                </a:lnTo>
                <a:lnTo>
                  <a:pt x="178437" y="779508"/>
                </a:lnTo>
                <a:lnTo>
                  <a:pt x="179223" y="790042"/>
                </a:lnTo>
                <a:lnTo>
                  <a:pt x="179945" y="800576"/>
                </a:lnTo>
                <a:lnTo>
                  <a:pt x="180561" y="811110"/>
                </a:lnTo>
                <a:lnTo>
                  <a:pt x="181035" y="821644"/>
                </a:lnTo>
                <a:lnTo>
                  <a:pt x="181336" y="832177"/>
                </a:lnTo>
                <a:lnTo>
                  <a:pt x="181448" y="842711"/>
                </a:lnTo>
                <a:lnTo>
                  <a:pt x="181365" y="853245"/>
                </a:lnTo>
                <a:lnTo>
                  <a:pt x="181097" y="863779"/>
                </a:lnTo>
                <a:lnTo>
                  <a:pt x="180666" y="874313"/>
                </a:lnTo>
                <a:lnTo>
                  <a:pt x="180108" y="884847"/>
                </a:lnTo>
                <a:lnTo>
                  <a:pt x="179466" y="895381"/>
                </a:lnTo>
                <a:lnTo>
                  <a:pt x="178788" y="905915"/>
                </a:lnTo>
                <a:lnTo>
                  <a:pt x="178126" y="916449"/>
                </a:lnTo>
                <a:lnTo>
                  <a:pt x="177528" y="926982"/>
                </a:lnTo>
                <a:lnTo>
                  <a:pt x="177038" y="937516"/>
                </a:lnTo>
                <a:lnTo>
                  <a:pt x="176695" y="948050"/>
                </a:lnTo>
                <a:lnTo>
                  <a:pt x="176530" y="958584"/>
                </a:lnTo>
                <a:lnTo>
                  <a:pt x="176565" y="969118"/>
                </a:lnTo>
                <a:lnTo>
                  <a:pt x="176813" y="979652"/>
                </a:lnTo>
                <a:lnTo>
                  <a:pt x="177283" y="990186"/>
                </a:lnTo>
                <a:lnTo>
                  <a:pt x="177970" y="1000720"/>
                </a:lnTo>
                <a:lnTo>
                  <a:pt x="178866" y="1011254"/>
                </a:lnTo>
                <a:lnTo>
                  <a:pt x="179949" y="1021788"/>
                </a:lnTo>
                <a:lnTo>
                  <a:pt x="181193" y="1032321"/>
                </a:lnTo>
                <a:lnTo>
                  <a:pt x="182559" y="1042855"/>
                </a:lnTo>
                <a:lnTo>
                  <a:pt x="184000" y="1053389"/>
                </a:lnTo>
                <a:lnTo>
                  <a:pt x="185463" y="1063923"/>
                </a:lnTo>
                <a:lnTo>
                  <a:pt x="186889" y="1074457"/>
                </a:lnTo>
                <a:lnTo>
                  <a:pt x="188215" y="1084991"/>
                </a:lnTo>
                <a:lnTo>
                  <a:pt x="189382" y="1095525"/>
                </a:lnTo>
                <a:lnTo>
                  <a:pt x="190337" y="1106059"/>
                </a:lnTo>
                <a:lnTo>
                  <a:pt x="191034" y="1116593"/>
                </a:lnTo>
                <a:lnTo>
                  <a:pt x="191444" y="1127126"/>
                </a:lnTo>
                <a:lnTo>
                  <a:pt x="191549" y="1137660"/>
                </a:lnTo>
                <a:lnTo>
                  <a:pt x="191351" y="1148194"/>
                </a:lnTo>
                <a:lnTo>
                  <a:pt x="190867" y="1158728"/>
                </a:lnTo>
                <a:lnTo>
                  <a:pt x="190128" y="1169262"/>
                </a:lnTo>
                <a:lnTo>
                  <a:pt x="189176" y="1179796"/>
                </a:lnTo>
                <a:lnTo>
                  <a:pt x="188062" y="1190330"/>
                </a:lnTo>
                <a:lnTo>
                  <a:pt x="186841" y="1200864"/>
                </a:lnTo>
                <a:lnTo>
                  <a:pt x="185567" y="1211398"/>
                </a:lnTo>
                <a:lnTo>
                  <a:pt x="184293" y="1221931"/>
                </a:lnTo>
                <a:lnTo>
                  <a:pt x="183067" y="1232465"/>
                </a:lnTo>
                <a:lnTo>
                  <a:pt x="181929" y="1242999"/>
                </a:lnTo>
                <a:lnTo>
                  <a:pt x="180913" y="1253533"/>
                </a:lnTo>
                <a:lnTo>
                  <a:pt x="180041" y="1264067"/>
                </a:lnTo>
                <a:lnTo>
                  <a:pt x="179328" y="1274601"/>
                </a:lnTo>
                <a:lnTo>
                  <a:pt x="178782" y="1285135"/>
                </a:lnTo>
                <a:lnTo>
                  <a:pt x="178400" y="1295669"/>
                </a:lnTo>
                <a:lnTo>
                  <a:pt x="178174" y="1306203"/>
                </a:lnTo>
                <a:lnTo>
                  <a:pt x="178088" y="1316736"/>
                </a:lnTo>
                <a:lnTo>
                  <a:pt x="178123" y="1327270"/>
                </a:lnTo>
                <a:lnTo>
                  <a:pt x="178256" y="1337804"/>
                </a:lnTo>
                <a:lnTo>
                  <a:pt x="178462" y="1348338"/>
                </a:lnTo>
                <a:lnTo>
                  <a:pt x="178714" y="1358872"/>
                </a:lnTo>
                <a:lnTo>
                  <a:pt x="178988" y="1369406"/>
                </a:lnTo>
                <a:lnTo>
                  <a:pt x="179258" y="1379940"/>
                </a:lnTo>
                <a:lnTo>
                  <a:pt x="179504" y="1390474"/>
                </a:lnTo>
                <a:lnTo>
                  <a:pt x="179709" y="1401008"/>
                </a:lnTo>
                <a:lnTo>
                  <a:pt x="179862" y="1411542"/>
                </a:lnTo>
                <a:lnTo>
                  <a:pt x="179961" y="1422075"/>
                </a:lnTo>
                <a:lnTo>
                  <a:pt x="180010" y="1432609"/>
                </a:lnTo>
                <a:lnTo>
                  <a:pt x="180029" y="1443143"/>
                </a:lnTo>
                <a:lnTo>
                  <a:pt x="180052" y="1453677"/>
                </a:lnTo>
                <a:lnTo>
                  <a:pt x="180128" y="1464211"/>
                </a:lnTo>
                <a:lnTo>
                  <a:pt x="180331" y="1474745"/>
                </a:lnTo>
                <a:lnTo>
                  <a:pt x="180751" y="1485279"/>
                </a:lnTo>
                <a:lnTo>
                  <a:pt x="181507" y="1495813"/>
                </a:lnTo>
                <a:lnTo>
                  <a:pt x="182736" y="1506347"/>
                </a:lnTo>
                <a:lnTo>
                  <a:pt x="184594" y="1516880"/>
                </a:lnTo>
                <a:lnTo>
                  <a:pt x="187249" y="1527414"/>
                </a:lnTo>
                <a:lnTo>
                  <a:pt x="190866" y="1537948"/>
                </a:lnTo>
                <a:lnTo>
                  <a:pt x="195596" y="1548482"/>
                </a:lnTo>
                <a:lnTo>
                  <a:pt x="201556" y="1559016"/>
                </a:lnTo>
                <a:lnTo>
                  <a:pt x="208805" y="1569550"/>
                </a:lnTo>
                <a:lnTo>
                  <a:pt x="217324" y="1580084"/>
                </a:lnTo>
                <a:lnTo>
                  <a:pt x="226997" y="1590618"/>
                </a:lnTo>
                <a:lnTo>
                  <a:pt x="237599" y="1601152"/>
                </a:lnTo>
                <a:lnTo>
                  <a:pt x="248791" y="1611685"/>
                </a:lnTo>
                <a:lnTo>
                  <a:pt x="260131" y="1622219"/>
                </a:lnTo>
                <a:lnTo>
                  <a:pt x="271098" y="1632753"/>
                </a:lnTo>
                <a:lnTo>
                  <a:pt x="281124" y="1643287"/>
                </a:lnTo>
                <a:lnTo>
                  <a:pt x="289645" y="1653821"/>
                </a:lnTo>
                <a:lnTo>
                  <a:pt x="296149" y="1664355"/>
                </a:lnTo>
                <a:lnTo>
                  <a:pt x="300229" y="1674889"/>
                </a:lnTo>
                <a:lnTo>
                  <a:pt x="301619" y="1685423"/>
                </a:lnTo>
                <a:lnTo>
                  <a:pt x="301619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6" name="data_3823">
            <a:extLst xmlns:a="http://schemas.openxmlformats.org/drawingml/2006/main">
              <a:ext uri="{FF2B5EF4-FFF2-40B4-BE49-F238E27FC236}">
                <a16:creationId xmlns:a16="http://schemas.microsoft.com/office/drawing/2014/main" id="{61A607FA-892B-4909-8EA6-C7BED545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167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55006" y="1685423"/>
                </a:moveTo>
                <a:lnTo>
                  <a:pt x="89708" y="1685423"/>
                </a:lnTo>
                <a:lnTo>
                  <a:pt x="90581" y="1674889"/>
                </a:lnTo>
                <a:lnTo>
                  <a:pt x="93140" y="1664355"/>
                </a:lnTo>
                <a:lnTo>
                  <a:pt x="97218" y="1653821"/>
                </a:lnTo>
                <a:lnTo>
                  <a:pt x="102556" y="1643287"/>
                </a:lnTo>
                <a:lnTo>
                  <a:pt x="108829" y="1632753"/>
                </a:lnTo>
                <a:lnTo>
                  <a:pt x="115681" y="1622219"/>
                </a:lnTo>
                <a:lnTo>
                  <a:pt x="122757" y="1611685"/>
                </a:lnTo>
                <a:lnTo>
                  <a:pt x="129735" y="1601152"/>
                </a:lnTo>
                <a:lnTo>
                  <a:pt x="136343" y="1590618"/>
                </a:lnTo>
                <a:lnTo>
                  <a:pt x="142379" y="1580084"/>
                </a:lnTo>
                <a:lnTo>
                  <a:pt x="147711" y="1569550"/>
                </a:lnTo>
                <a:lnTo>
                  <a:pt x="152277" y="1559016"/>
                </a:lnTo>
                <a:lnTo>
                  <a:pt x="156076" y="1548482"/>
                </a:lnTo>
                <a:lnTo>
                  <a:pt x="159148" y="1537948"/>
                </a:lnTo>
                <a:lnTo>
                  <a:pt x="161569" y="1527414"/>
                </a:lnTo>
                <a:lnTo>
                  <a:pt x="163428" y="1516880"/>
                </a:lnTo>
                <a:lnTo>
                  <a:pt x="164820" y="1506347"/>
                </a:lnTo>
                <a:lnTo>
                  <a:pt x="165837" y="1495813"/>
                </a:lnTo>
                <a:lnTo>
                  <a:pt x="166560" y="1485279"/>
                </a:lnTo>
                <a:lnTo>
                  <a:pt x="167057" y="1474745"/>
                </a:lnTo>
                <a:lnTo>
                  <a:pt x="167383" y="1464211"/>
                </a:lnTo>
                <a:lnTo>
                  <a:pt x="167581" y="1453677"/>
                </a:lnTo>
                <a:lnTo>
                  <a:pt x="167683" y="1443143"/>
                </a:lnTo>
                <a:lnTo>
                  <a:pt x="167713" y="1432609"/>
                </a:lnTo>
                <a:lnTo>
                  <a:pt x="167688" y="1422075"/>
                </a:lnTo>
                <a:lnTo>
                  <a:pt x="167621" y="1411542"/>
                </a:lnTo>
                <a:lnTo>
                  <a:pt x="167521" y="1401008"/>
                </a:lnTo>
                <a:lnTo>
                  <a:pt x="167395" y="1390474"/>
                </a:lnTo>
                <a:lnTo>
                  <a:pt x="167248" y="1379940"/>
                </a:lnTo>
                <a:lnTo>
                  <a:pt x="167084" y="1369406"/>
                </a:lnTo>
                <a:lnTo>
                  <a:pt x="166905" y="1358872"/>
                </a:lnTo>
                <a:lnTo>
                  <a:pt x="166714" y="1348338"/>
                </a:lnTo>
                <a:lnTo>
                  <a:pt x="166516" y="1337804"/>
                </a:lnTo>
                <a:lnTo>
                  <a:pt x="166315" y="1327270"/>
                </a:lnTo>
                <a:lnTo>
                  <a:pt x="166117" y="1316736"/>
                </a:lnTo>
                <a:lnTo>
                  <a:pt x="165928" y="1306203"/>
                </a:lnTo>
                <a:lnTo>
                  <a:pt x="165756" y="1295669"/>
                </a:lnTo>
                <a:lnTo>
                  <a:pt x="165609" y="1285135"/>
                </a:lnTo>
                <a:lnTo>
                  <a:pt x="165494" y="1274601"/>
                </a:lnTo>
                <a:lnTo>
                  <a:pt x="165416" y="1264067"/>
                </a:lnTo>
                <a:lnTo>
                  <a:pt x="165378" y="1253533"/>
                </a:lnTo>
                <a:lnTo>
                  <a:pt x="165382" y="1242999"/>
                </a:lnTo>
                <a:lnTo>
                  <a:pt x="165424" y="1232465"/>
                </a:lnTo>
                <a:lnTo>
                  <a:pt x="165501" y="1221931"/>
                </a:lnTo>
                <a:lnTo>
                  <a:pt x="165607" y="1211398"/>
                </a:lnTo>
                <a:lnTo>
                  <a:pt x="165738" y="1200864"/>
                </a:lnTo>
                <a:lnTo>
                  <a:pt x="165888" y="1190330"/>
                </a:lnTo>
                <a:lnTo>
                  <a:pt x="166055" y="1179796"/>
                </a:lnTo>
                <a:lnTo>
                  <a:pt x="166239" y="1169262"/>
                </a:lnTo>
                <a:lnTo>
                  <a:pt x="166443" y="1158728"/>
                </a:lnTo>
                <a:lnTo>
                  <a:pt x="166669" y="1148194"/>
                </a:lnTo>
                <a:lnTo>
                  <a:pt x="166922" y="1137660"/>
                </a:lnTo>
                <a:lnTo>
                  <a:pt x="167206" y="1127126"/>
                </a:lnTo>
                <a:lnTo>
                  <a:pt x="167522" y="1116593"/>
                </a:lnTo>
                <a:lnTo>
                  <a:pt x="167868" y="1106059"/>
                </a:lnTo>
                <a:lnTo>
                  <a:pt x="168241" y="1095525"/>
                </a:lnTo>
                <a:lnTo>
                  <a:pt x="168632" y="1084991"/>
                </a:lnTo>
                <a:lnTo>
                  <a:pt x="169029" y="1074457"/>
                </a:lnTo>
                <a:lnTo>
                  <a:pt x="169418" y="1063923"/>
                </a:lnTo>
                <a:lnTo>
                  <a:pt x="169781" y="1053389"/>
                </a:lnTo>
                <a:lnTo>
                  <a:pt x="170102" y="1042855"/>
                </a:lnTo>
                <a:lnTo>
                  <a:pt x="170363" y="1032321"/>
                </a:lnTo>
                <a:lnTo>
                  <a:pt x="170545" y="1021788"/>
                </a:lnTo>
                <a:lnTo>
                  <a:pt x="170633" y="1011254"/>
                </a:lnTo>
                <a:lnTo>
                  <a:pt x="170611" y="1000720"/>
                </a:lnTo>
                <a:lnTo>
                  <a:pt x="170465" y="990186"/>
                </a:lnTo>
                <a:lnTo>
                  <a:pt x="170187" y="979652"/>
                </a:lnTo>
                <a:lnTo>
                  <a:pt x="169768" y="969118"/>
                </a:lnTo>
                <a:lnTo>
                  <a:pt x="169208" y="958584"/>
                </a:lnTo>
                <a:lnTo>
                  <a:pt x="168513" y="948050"/>
                </a:lnTo>
                <a:lnTo>
                  <a:pt x="167697" y="937516"/>
                </a:lnTo>
                <a:lnTo>
                  <a:pt x="166783" y="926982"/>
                </a:lnTo>
                <a:lnTo>
                  <a:pt x="165804" y="916449"/>
                </a:lnTo>
                <a:lnTo>
                  <a:pt x="164803" y="905915"/>
                </a:lnTo>
                <a:lnTo>
                  <a:pt x="163826" y="895381"/>
                </a:lnTo>
                <a:lnTo>
                  <a:pt x="162926" y="884847"/>
                </a:lnTo>
                <a:lnTo>
                  <a:pt x="162154" y="874313"/>
                </a:lnTo>
                <a:lnTo>
                  <a:pt x="161556" y="863779"/>
                </a:lnTo>
                <a:lnTo>
                  <a:pt x="161166" y="853245"/>
                </a:lnTo>
                <a:lnTo>
                  <a:pt x="161008" y="842711"/>
                </a:lnTo>
                <a:lnTo>
                  <a:pt x="161086" y="832177"/>
                </a:lnTo>
                <a:lnTo>
                  <a:pt x="161391" y="821644"/>
                </a:lnTo>
                <a:lnTo>
                  <a:pt x="161894" y="811110"/>
                </a:lnTo>
                <a:lnTo>
                  <a:pt x="162555" y="800576"/>
                </a:lnTo>
                <a:lnTo>
                  <a:pt x="163326" y="790042"/>
                </a:lnTo>
                <a:lnTo>
                  <a:pt x="164151" y="779508"/>
                </a:lnTo>
                <a:lnTo>
                  <a:pt x="164977" y="768974"/>
                </a:lnTo>
                <a:lnTo>
                  <a:pt x="165755" y="758440"/>
                </a:lnTo>
                <a:lnTo>
                  <a:pt x="166443" y="747906"/>
                </a:lnTo>
                <a:lnTo>
                  <a:pt x="167008" y="737372"/>
                </a:lnTo>
                <a:lnTo>
                  <a:pt x="167429" y="726839"/>
                </a:lnTo>
                <a:lnTo>
                  <a:pt x="167691" y="716305"/>
                </a:lnTo>
                <a:lnTo>
                  <a:pt x="167791" y="705771"/>
                </a:lnTo>
                <a:lnTo>
                  <a:pt x="167731" y="695237"/>
                </a:lnTo>
                <a:lnTo>
                  <a:pt x="167519" y="684703"/>
                </a:lnTo>
                <a:lnTo>
                  <a:pt x="167167" y="674169"/>
                </a:lnTo>
                <a:lnTo>
                  <a:pt x="166690" y="663635"/>
                </a:lnTo>
                <a:lnTo>
                  <a:pt x="166108" y="653101"/>
                </a:lnTo>
                <a:lnTo>
                  <a:pt x="165446" y="642567"/>
                </a:lnTo>
                <a:lnTo>
                  <a:pt x="164731" y="632034"/>
                </a:lnTo>
                <a:lnTo>
                  <a:pt x="163993" y="621500"/>
                </a:lnTo>
                <a:lnTo>
                  <a:pt x="163267" y="610966"/>
                </a:lnTo>
                <a:lnTo>
                  <a:pt x="162587" y="600432"/>
                </a:lnTo>
                <a:lnTo>
                  <a:pt x="161986" y="589898"/>
                </a:lnTo>
                <a:lnTo>
                  <a:pt x="161494" y="579364"/>
                </a:lnTo>
                <a:lnTo>
                  <a:pt x="161132" y="568830"/>
                </a:lnTo>
                <a:lnTo>
                  <a:pt x="160915" y="558296"/>
                </a:lnTo>
                <a:lnTo>
                  <a:pt x="160846" y="547762"/>
                </a:lnTo>
                <a:lnTo>
                  <a:pt x="160920" y="537228"/>
                </a:lnTo>
                <a:lnTo>
                  <a:pt x="161122" y="526695"/>
                </a:lnTo>
                <a:lnTo>
                  <a:pt x="161432" y="516161"/>
                </a:lnTo>
                <a:lnTo>
                  <a:pt x="161826" y="505627"/>
                </a:lnTo>
                <a:lnTo>
                  <a:pt x="162279" y="495093"/>
                </a:lnTo>
                <a:lnTo>
                  <a:pt x="162768" y="484559"/>
                </a:lnTo>
                <a:lnTo>
                  <a:pt x="163275" y="474025"/>
                </a:lnTo>
                <a:lnTo>
                  <a:pt x="163786" y="463491"/>
                </a:lnTo>
                <a:lnTo>
                  <a:pt x="164293" y="452957"/>
                </a:lnTo>
                <a:lnTo>
                  <a:pt x="164790" y="442423"/>
                </a:lnTo>
                <a:lnTo>
                  <a:pt x="165275" y="431890"/>
                </a:lnTo>
                <a:lnTo>
                  <a:pt x="165747" y="421356"/>
                </a:lnTo>
                <a:lnTo>
                  <a:pt x="166203" y="410822"/>
                </a:lnTo>
                <a:lnTo>
                  <a:pt x="166639" y="400288"/>
                </a:lnTo>
                <a:lnTo>
                  <a:pt x="167052" y="389754"/>
                </a:lnTo>
                <a:lnTo>
                  <a:pt x="167432" y="379220"/>
                </a:lnTo>
                <a:lnTo>
                  <a:pt x="167774" y="368686"/>
                </a:lnTo>
                <a:lnTo>
                  <a:pt x="168068" y="358152"/>
                </a:lnTo>
                <a:lnTo>
                  <a:pt x="168312" y="347618"/>
                </a:lnTo>
                <a:lnTo>
                  <a:pt x="168500" y="337085"/>
                </a:lnTo>
                <a:lnTo>
                  <a:pt x="168634" y="326551"/>
                </a:lnTo>
                <a:lnTo>
                  <a:pt x="168719" y="316017"/>
                </a:lnTo>
                <a:lnTo>
                  <a:pt x="168760" y="305483"/>
                </a:lnTo>
                <a:lnTo>
                  <a:pt x="168766" y="294949"/>
                </a:lnTo>
                <a:lnTo>
                  <a:pt x="168746" y="284415"/>
                </a:lnTo>
                <a:lnTo>
                  <a:pt x="168706" y="273881"/>
                </a:lnTo>
                <a:lnTo>
                  <a:pt x="168647" y="263347"/>
                </a:lnTo>
                <a:lnTo>
                  <a:pt x="168562" y="252813"/>
                </a:lnTo>
                <a:lnTo>
                  <a:pt x="168432" y="242280"/>
                </a:lnTo>
                <a:lnTo>
                  <a:pt x="168224" y="231746"/>
                </a:lnTo>
                <a:lnTo>
                  <a:pt x="167884" y="221212"/>
                </a:lnTo>
                <a:lnTo>
                  <a:pt x="167332" y="210678"/>
                </a:lnTo>
                <a:lnTo>
                  <a:pt x="166462" y="200144"/>
                </a:lnTo>
                <a:lnTo>
                  <a:pt x="165135" y="189610"/>
                </a:lnTo>
                <a:lnTo>
                  <a:pt x="163184" y="179076"/>
                </a:lnTo>
                <a:lnTo>
                  <a:pt x="160411" y="168542"/>
                </a:lnTo>
                <a:lnTo>
                  <a:pt x="156601" y="158008"/>
                </a:lnTo>
                <a:lnTo>
                  <a:pt x="151530" y="147474"/>
                </a:lnTo>
                <a:lnTo>
                  <a:pt x="144993" y="136941"/>
                </a:lnTo>
                <a:lnTo>
                  <a:pt x="136824" y="126407"/>
                </a:lnTo>
                <a:lnTo>
                  <a:pt x="126931" y="115873"/>
                </a:lnTo>
                <a:lnTo>
                  <a:pt x="115324" y="105339"/>
                </a:lnTo>
                <a:lnTo>
                  <a:pt x="102146" y="94805"/>
                </a:lnTo>
                <a:lnTo>
                  <a:pt x="87692" y="84271"/>
                </a:lnTo>
                <a:lnTo>
                  <a:pt x="72414" y="73737"/>
                </a:lnTo>
                <a:lnTo>
                  <a:pt x="56911" y="63203"/>
                </a:lnTo>
                <a:lnTo>
                  <a:pt x="41896" y="52669"/>
                </a:lnTo>
                <a:lnTo>
                  <a:pt x="28151" y="42136"/>
                </a:lnTo>
                <a:lnTo>
                  <a:pt x="16455" y="31602"/>
                </a:lnTo>
                <a:lnTo>
                  <a:pt x="7519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3" y="10534"/>
                </a:lnTo>
                <a:lnTo>
                  <a:pt x="337195" y="21068"/>
                </a:lnTo>
                <a:lnTo>
                  <a:pt x="328259" y="31602"/>
                </a:lnTo>
                <a:lnTo>
                  <a:pt x="316563" y="42136"/>
                </a:lnTo>
                <a:lnTo>
                  <a:pt x="302818" y="52669"/>
                </a:lnTo>
                <a:lnTo>
                  <a:pt x="287804" y="63203"/>
                </a:lnTo>
                <a:lnTo>
                  <a:pt x="272300" y="73737"/>
                </a:lnTo>
                <a:lnTo>
                  <a:pt x="257022" y="84271"/>
                </a:lnTo>
                <a:lnTo>
                  <a:pt x="242568" y="94805"/>
                </a:lnTo>
                <a:lnTo>
                  <a:pt x="229390" y="105339"/>
                </a:lnTo>
                <a:lnTo>
                  <a:pt x="217784" y="115873"/>
                </a:lnTo>
                <a:lnTo>
                  <a:pt x="207890" y="126407"/>
                </a:lnTo>
                <a:lnTo>
                  <a:pt x="199722" y="136941"/>
                </a:lnTo>
                <a:lnTo>
                  <a:pt x="193184" y="147474"/>
                </a:lnTo>
                <a:lnTo>
                  <a:pt x="188114" y="158008"/>
                </a:lnTo>
                <a:lnTo>
                  <a:pt x="184303" y="168542"/>
                </a:lnTo>
                <a:lnTo>
                  <a:pt x="181530" y="179076"/>
                </a:lnTo>
                <a:lnTo>
                  <a:pt x="179579" y="189610"/>
                </a:lnTo>
                <a:lnTo>
                  <a:pt x="178253" y="200144"/>
                </a:lnTo>
                <a:lnTo>
                  <a:pt x="177383" y="210678"/>
                </a:lnTo>
                <a:lnTo>
                  <a:pt x="176831" y="221212"/>
                </a:lnTo>
                <a:lnTo>
                  <a:pt x="176490" y="231746"/>
                </a:lnTo>
                <a:lnTo>
                  <a:pt x="176282" y="242280"/>
                </a:lnTo>
                <a:lnTo>
                  <a:pt x="176153" y="252813"/>
                </a:lnTo>
                <a:lnTo>
                  <a:pt x="176068" y="263347"/>
                </a:lnTo>
                <a:lnTo>
                  <a:pt x="176008" y="273881"/>
                </a:lnTo>
                <a:lnTo>
                  <a:pt x="175968" y="284415"/>
                </a:lnTo>
                <a:lnTo>
                  <a:pt x="175948" y="294949"/>
                </a:lnTo>
                <a:lnTo>
                  <a:pt x="175954" y="305483"/>
                </a:lnTo>
                <a:lnTo>
                  <a:pt x="175996" y="316017"/>
                </a:lnTo>
                <a:lnTo>
                  <a:pt x="176080" y="326551"/>
                </a:lnTo>
                <a:lnTo>
                  <a:pt x="176214" y="337085"/>
                </a:lnTo>
                <a:lnTo>
                  <a:pt x="176403" y="347618"/>
                </a:lnTo>
                <a:lnTo>
                  <a:pt x="176646" y="358152"/>
                </a:lnTo>
                <a:lnTo>
                  <a:pt x="176941" y="368686"/>
                </a:lnTo>
                <a:lnTo>
                  <a:pt x="177282" y="379220"/>
                </a:lnTo>
                <a:lnTo>
                  <a:pt x="177663" y="389754"/>
                </a:lnTo>
                <a:lnTo>
                  <a:pt x="178075" y="400288"/>
                </a:lnTo>
                <a:lnTo>
                  <a:pt x="178512" y="410822"/>
                </a:lnTo>
                <a:lnTo>
                  <a:pt x="178968" y="421356"/>
                </a:lnTo>
                <a:lnTo>
                  <a:pt x="179439" y="431890"/>
                </a:lnTo>
                <a:lnTo>
                  <a:pt x="179924" y="442423"/>
                </a:lnTo>
                <a:lnTo>
                  <a:pt x="180421" y="452957"/>
                </a:lnTo>
                <a:lnTo>
                  <a:pt x="180928" y="463491"/>
                </a:lnTo>
                <a:lnTo>
                  <a:pt x="181439" y="474025"/>
                </a:lnTo>
                <a:lnTo>
                  <a:pt x="181946" y="484559"/>
                </a:lnTo>
                <a:lnTo>
                  <a:pt x="182435" y="495093"/>
                </a:lnTo>
                <a:lnTo>
                  <a:pt x="182888" y="505627"/>
                </a:lnTo>
                <a:lnTo>
                  <a:pt x="183282" y="516161"/>
                </a:lnTo>
                <a:lnTo>
                  <a:pt x="183592" y="526695"/>
                </a:lnTo>
                <a:lnTo>
                  <a:pt x="183795" y="537228"/>
                </a:lnTo>
                <a:lnTo>
                  <a:pt x="183868" y="547762"/>
                </a:lnTo>
                <a:lnTo>
                  <a:pt x="183800" y="558296"/>
                </a:lnTo>
                <a:lnTo>
                  <a:pt x="183582" y="568830"/>
                </a:lnTo>
                <a:lnTo>
                  <a:pt x="183221" y="579364"/>
                </a:lnTo>
                <a:lnTo>
                  <a:pt x="182728" y="589898"/>
                </a:lnTo>
                <a:lnTo>
                  <a:pt x="182127" y="600432"/>
                </a:lnTo>
                <a:lnTo>
                  <a:pt x="181447" y="610966"/>
                </a:lnTo>
                <a:lnTo>
                  <a:pt x="180721" y="621500"/>
                </a:lnTo>
                <a:lnTo>
                  <a:pt x="179984" y="632034"/>
                </a:lnTo>
                <a:lnTo>
                  <a:pt x="179268" y="642567"/>
                </a:lnTo>
                <a:lnTo>
                  <a:pt x="178606" y="653101"/>
                </a:lnTo>
                <a:lnTo>
                  <a:pt x="178024" y="663635"/>
                </a:lnTo>
                <a:lnTo>
                  <a:pt x="177548" y="674169"/>
                </a:lnTo>
                <a:lnTo>
                  <a:pt x="177195" y="684703"/>
                </a:lnTo>
                <a:lnTo>
                  <a:pt x="176983" y="695237"/>
                </a:lnTo>
                <a:lnTo>
                  <a:pt x="176923" y="705771"/>
                </a:lnTo>
                <a:lnTo>
                  <a:pt x="177023" y="716305"/>
                </a:lnTo>
                <a:lnTo>
                  <a:pt x="177286" y="726839"/>
                </a:lnTo>
                <a:lnTo>
                  <a:pt x="177706" y="737372"/>
                </a:lnTo>
                <a:lnTo>
                  <a:pt x="178271" y="747906"/>
                </a:lnTo>
                <a:lnTo>
                  <a:pt x="178959" y="758440"/>
                </a:lnTo>
                <a:lnTo>
                  <a:pt x="179737" y="768974"/>
                </a:lnTo>
                <a:lnTo>
                  <a:pt x="180563" y="779508"/>
                </a:lnTo>
                <a:lnTo>
                  <a:pt x="181388" y="790042"/>
                </a:lnTo>
                <a:lnTo>
                  <a:pt x="182159" y="800576"/>
                </a:lnTo>
                <a:lnTo>
                  <a:pt x="182820" y="811110"/>
                </a:lnTo>
                <a:lnTo>
                  <a:pt x="183324" y="821644"/>
                </a:lnTo>
                <a:lnTo>
                  <a:pt x="183628" y="832177"/>
                </a:lnTo>
                <a:lnTo>
                  <a:pt x="183707" y="842711"/>
                </a:lnTo>
                <a:lnTo>
                  <a:pt x="183548" y="853245"/>
                </a:lnTo>
                <a:lnTo>
                  <a:pt x="183159" y="863779"/>
                </a:lnTo>
                <a:lnTo>
                  <a:pt x="182560" y="874313"/>
                </a:lnTo>
                <a:lnTo>
                  <a:pt x="181788" y="884847"/>
                </a:lnTo>
                <a:lnTo>
                  <a:pt x="180888" y="895381"/>
                </a:lnTo>
                <a:lnTo>
                  <a:pt x="179912" y="905915"/>
                </a:lnTo>
                <a:lnTo>
                  <a:pt x="178910" y="916449"/>
                </a:lnTo>
                <a:lnTo>
                  <a:pt x="177931" y="926982"/>
                </a:lnTo>
                <a:lnTo>
                  <a:pt x="177018" y="937516"/>
                </a:lnTo>
                <a:lnTo>
                  <a:pt x="176202" y="948050"/>
                </a:lnTo>
                <a:lnTo>
                  <a:pt x="175506" y="958584"/>
                </a:lnTo>
                <a:lnTo>
                  <a:pt x="174947" y="969118"/>
                </a:lnTo>
                <a:lnTo>
                  <a:pt x="174528" y="979652"/>
                </a:lnTo>
                <a:lnTo>
                  <a:pt x="174249" y="990186"/>
                </a:lnTo>
                <a:lnTo>
                  <a:pt x="174104" y="1000720"/>
                </a:lnTo>
                <a:lnTo>
                  <a:pt x="174081" y="1011254"/>
                </a:lnTo>
                <a:lnTo>
                  <a:pt x="174169" y="1021788"/>
                </a:lnTo>
                <a:lnTo>
                  <a:pt x="174352" y="1032321"/>
                </a:lnTo>
                <a:lnTo>
                  <a:pt x="174612" y="1042855"/>
                </a:lnTo>
                <a:lnTo>
                  <a:pt x="174933" y="1053389"/>
                </a:lnTo>
                <a:lnTo>
                  <a:pt x="175296" y="1063923"/>
                </a:lnTo>
                <a:lnTo>
                  <a:pt x="175685" y="1074457"/>
                </a:lnTo>
                <a:lnTo>
                  <a:pt x="176082" y="1084991"/>
                </a:lnTo>
                <a:lnTo>
                  <a:pt x="176473" y="1095525"/>
                </a:lnTo>
                <a:lnTo>
                  <a:pt x="176846" y="1106059"/>
                </a:lnTo>
                <a:lnTo>
                  <a:pt x="177193" y="1116593"/>
                </a:lnTo>
                <a:lnTo>
                  <a:pt x="177509" y="1127126"/>
                </a:lnTo>
                <a:lnTo>
                  <a:pt x="177792" y="1137660"/>
                </a:lnTo>
                <a:lnTo>
                  <a:pt x="178045" y="1148194"/>
                </a:lnTo>
                <a:lnTo>
                  <a:pt x="178271" y="1158728"/>
                </a:lnTo>
                <a:lnTo>
                  <a:pt x="178475" y="1169262"/>
                </a:lnTo>
                <a:lnTo>
                  <a:pt x="178659" y="1179796"/>
                </a:lnTo>
                <a:lnTo>
                  <a:pt x="178826" y="1190330"/>
                </a:lnTo>
                <a:lnTo>
                  <a:pt x="178977" y="1200864"/>
                </a:lnTo>
                <a:lnTo>
                  <a:pt x="179107" y="1211398"/>
                </a:lnTo>
                <a:lnTo>
                  <a:pt x="179213" y="1221931"/>
                </a:lnTo>
                <a:lnTo>
                  <a:pt x="179290" y="1232465"/>
                </a:lnTo>
                <a:lnTo>
                  <a:pt x="179333" y="1242999"/>
                </a:lnTo>
                <a:lnTo>
                  <a:pt x="179336" y="1253533"/>
                </a:lnTo>
                <a:lnTo>
                  <a:pt x="179299" y="1264067"/>
                </a:lnTo>
                <a:lnTo>
                  <a:pt x="179221" y="1274601"/>
                </a:lnTo>
                <a:lnTo>
                  <a:pt x="179105" y="1285135"/>
                </a:lnTo>
                <a:lnTo>
                  <a:pt x="178958" y="1295669"/>
                </a:lnTo>
                <a:lnTo>
                  <a:pt x="178787" y="1306203"/>
                </a:lnTo>
                <a:lnTo>
                  <a:pt x="178598" y="1316736"/>
                </a:lnTo>
                <a:lnTo>
                  <a:pt x="178399" y="1327270"/>
                </a:lnTo>
                <a:lnTo>
                  <a:pt x="178198" y="1337804"/>
                </a:lnTo>
                <a:lnTo>
                  <a:pt x="178000" y="1348338"/>
                </a:lnTo>
                <a:lnTo>
                  <a:pt x="177810" y="1358872"/>
                </a:lnTo>
                <a:lnTo>
                  <a:pt x="177631" y="1369406"/>
                </a:lnTo>
                <a:lnTo>
                  <a:pt x="177466" y="1379940"/>
                </a:lnTo>
                <a:lnTo>
                  <a:pt x="177319" y="1390474"/>
                </a:lnTo>
                <a:lnTo>
                  <a:pt x="177193" y="1401008"/>
                </a:lnTo>
                <a:lnTo>
                  <a:pt x="177093" y="1411542"/>
                </a:lnTo>
                <a:lnTo>
                  <a:pt x="177026" y="1422075"/>
                </a:lnTo>
                <a:lnTo>
                  <a:pt x="177001" y="1432609"/>
                </a:lnTo>
                <a:lnTo>
                  <a:pt x="177031" y="1443143"/>
                </a:lnTo>
                <a:lnTo>
                  <a:pt x="177133" y="1453677"/>
                </a:lnTo>
                <a:lnTo>
                  <a:pt x="177331" y="1464211"/>
                </a:lnTo>
                <a:lnTo>
                  <a:pt x="177657" y="1474745"/>
                </a:lnTo>
                <a:lnTo>
                  <a:pt x="178154" y="1485279"/>
                </a:lnTo>
                <a:lnTo>
                  <a:pt x="178877" y="1495813"/>
                </a:lnTo>
                <a:lnTo>
                  <a:pt x="179894" y="1506347"/>
                </a:lnTo>
                <a:lnTo>
                  <a:pt x="181287" y="1516880"/>
                </a:lnTo>
                <a:lnTo>
                  <a:pt x="183146" y="1527414"/>
                </a:lnTo>
                <a:lnTo>
                  <a:pt x="185566" y="1537948"/>
                </a:lnTo>
                <a:lnTo>
                  <a:pt x="188639" y="1548482"/>
                </a:lnTo>
                <a:lnTo>
                  <a:pt x="192437" y="1559016"/>
                </a:lnTo>
                <a:lnTo>
                  <a:pt x="197003" y="1569550"/>
                </a:lnTo>
                <a:lnTo>
                  <a:pt x="202336" y="1580084"/>
                </a:lnTo>
                <a:lnTo>
                  <a:pt x="208371" y="1590618"/>
                </a:lnTo>
                <a:lnTo>
                  <a:pt x="214979" y="1601152"/>
                </a:lnTo>
                <a:lnTo>
                  <a:pt x="221957" y="1611685"/>
                </a:lnTo>
                <a:lnTo>
                  <a:pt x="229034" y="1622219"/>
                </a:lnTo>
                <a:lnTo>
                  <a:pt x="235886" y="1632753"/>
                </a:lnTo>
                <a:lnTo>
                  <a:pt x="242158" y="1643287"/>
                </a:lnTo>
                <a:lnTo>
                  <a:pt x="247496" y="1653821"/>
                </a:lnTo>
                <a:lnTo>
                  <a:pt x="251574" y="1664355"/>
                </a:lnTo>
                <a:lnTo>
                  <a:pt x="254134" y="1674889"/>
                </a:lnTo>
                <a:lnTo>
                  <a:pt x="255006" y="1685423"/>
                </a:lnTo>
                <a:lnTo>
                  <a:pt x="255006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7" name="data_3824">
            <a:extLst xmlns:a="http://schemas.openxmlformats.org/drawingml/2006/main">
              <a:ext uri="{FF2B5EF4-FFF2-40B4-BE49-F238E27FC236}">
                <a16:creationId xmlns:a16="http://schemas.microsoft.com/office/drawing/2014/main" id="{1C902B17-2147-4595-907D-746F2649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5997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20870" y="1685423"/>
                </a:moveTo>
                <a:lnTo>
                  <a:pt x="123844" y="1685423"/>
                </a:lnTo>
                <a:lnTo>
                  <a:pt x="124303" y="1674889"/>
                </a:lnTo>
                <a:lnTo>
                  <a:pt x="125648" y="1664355"/>
                </a:lnTo>
                <a:lnTo>
                  <a:pt x="127794" y="1653821"/>
                </a:lnTo>
                <a:lnTo>
                  <a:pt x="130604" y="1643287"/>
                </a:lnTo>
                <a:lnTo>
                  <a:pt x="133909" y="1632753"/>
                </a:lnTo>
                <a:lnTo>
                  <a:pt x="137525" y="1622219"/>
                </a:lnTo>
                <a:lnTo>
                  <a:pt x="141264" y="1611685"/>
                </a:lnTo>
                <a:lnTo>
                  <a:pt x="144957" y="1601152"/>
                </a:lnTo>
                <a:lnTo>
                  <a:pt x="148459" y="1590618"/>
                </a:lnTo>
                <a:lnTo>
                  <a:pt x="151662" y="1580084"/>
                </a:lnTo>
                <a:lnTo>
                  <a:pt x="154495" y="1569550"/>
                </a:lnTo>
                <a:lnTo>
                  <a:pt x="156924" y="1559016"/>
                </a:lnTo>
                <a:lnTo>
                  <a:pt x="158947" y="1548482"/>
                </a:lnTo>
                <a:lnTo>
                  <a:pt x="160587" y="1537948"/>
                </a:lnTo>
                <a:lnTo>
                  <a:pt x="161887" y="1527414"/>
                </a:lnTo>
                <a:lnTo>
                  <a:pt x="162898" y="1516880"/>
                </a:lnTo>
                <a:lnTo>
                  <a:pt x="163677" y="1506347"/>
                </a:lnTo>
                <a:lnTo>
                  <a:pt x="164278" y="1495813"/>
                </a:lnTo>
                <a:lnTo>
                  <a:pt x="164752" y="1485279"/>
                </a:lnTo>
                <a:lnTo>
                  <a:pt x="165139" y="1474745"/>
                </a:lnTo>
                <a:lnTo>
                  <a:pt x="165473" y="1464211"/>
                </a:lnTo>
                <a:lnTo>
                  <a:pt x="165776" y="1453677"/>
                </a:lnTo>
                <a:lnTo>
                  <a:pt x="166062" y="1443143"/>
                </a:lnTo>
                <a:lnTo>
                  <a:pt x="166337" y="1432609"/>
                </a:lnTo>
                <a:lnTo>
                  <a:pt x="166600" y="1422075"/>
                </a:lnTo>
                <a:lnTo>
                  <a:pt x="166845" y="1411542"/>
                </a:lnTo>
                <a:lnTo>
                  <a:pt x="167064" y="1401008"/>
                </a:lnTo>
                <a:lnTo>
                  <a:pt x="167249" y="1390474"/>
                </a:lnTo>
                <a:lnTo>
                  <a:pt x="167389" y="1379940"/>
                </a:lnTo>
                <a:lnTo>
                  <a:pt x="167481" y="1369406"/>
                </a:lnTo>
                <a:lnTo>
                  <a:pt x="167521" y="1358872"/>
                </a:lnTo>
                <a:lnTo>
                  <a:pt x="167513" y="1348338"/>
                </a:lnTo>
                <a:lnTo>
                  <a:pt x="167466" y="1337804"/>
                </a:lnTo>
                <a:lnTo>
                  <a:pt x="167391" y="1327270"/>
                </a:lnTo>
                <a:lnTo>
                  <a:pt x="167304" y="1316736"/>
                </a:lnTo>
                <a:lnTo>
                  <a:pt x="167223" y="1306203"/>
                </a:lnTo>
                <a:lnTo>
                  <a:pt x="167165" y="1295669"/>
                </a:lnTo>
                <a:lnTo>
                  <a:pt x="167146" y="1285135"/>
                </a:lnTo>
                <a:lnTo>
                  <a:pt x="167176" y="1274601"/>
                </a:lnTo>
                <a:lnTo>
                  <a:pt x="167263" y="1264067"/>
                </a:lnTo>
                <a:lnTo>
                  <a:pt x="167405" y="1253533"/>
                </a:lnTo>
                <a:lnTo>
                  <a:pt x="167598" y="1242999"/>
                </a:lnTo>
                <a:lnTo>
                  <a:pt x="167833" y="1232465"/>
                </a:lnTo>
                <a:lnTo>
                  <a:pt x="168094" y="1221931"/>
                </a:lnTo>
                <a:lnTo>
                  <a:pt x="168369" y="1211398"/>
                </a:lnTo>
                <a:lnTo>
                  <a:pt x="168640" y="1200864"/>
                </a:lnTo>
                <a:lnTo>
                  <a:pt x="168896" y="1190330"/>
                </a:lnTo>
                <a:lnTo>
                  <a:pt x="169127" y="1179796"/>
                </a:lnTo>
                <a:lnTo>
                  <a:pt x="169324" y="1169262"/>
                </a:lnTo>
                <a:lnTo>
                  <a:pt x="169487" y="1158728"/>
                </a:lnTo>
                <a:lnTo>
                  <a:pt x="169613" y="1148194"/>
                </a:lnTo>
                <a:lnTo>
                  <a:pt x="169707" y="1137660"/>
                </a:lnTo>
                <a:lnTo>
                  <a:pt x="169770" y="1127126"/>
                </a:lnTo>
                <a:lnTo>
                  <a:pt x="169809" y="1116593"/>
                </a:lnTo>
                <a:lnTo>
                  <a:pt x="169826" y="1106059"/>
                </a:lnTo>
                <a:lnTo>
                  <a:pt x="169825" y="1095525"/>
                </a:lnTo>
                <a:lnTo>
                  <a:pt x="169808" y="1084991"/>
                </a:lnTo>
                <a:lnTo>
                  <a:pt x="169777" y="1074457"/>
                </a:lnTo>
                <a:lnTo>
                  <a:pt x="169733" y="1063923"/>
                </a:lnTo>
                <a:lnTo>
                  <a:pt x="169675" y="1053389"/>
                </a:lnTo>
                <a:lnTo>
                  <a:pt x="169603" y="1042855"/>
                </a:lnTo>
                <a:lnTo>
                  <a:pt x="169517" y="1032321"/>
                </a:lnTo>
                <a:lnTo>
                  <a:pt x="169415" y="1021788"/>
                </a:lnTo>
                <a:lnTo>
                  <a:pt x="169298" y="1011254"/>
                </a:lnTo>
                <a:lnTo>
                  <a:pt x="169163" y="1000720"/>
                </a:lnTo>
                <a:lnTo>
                  <a:pt x="169009" y="990186"/>
                </a:lnTo>
                <a:lnTo>
                  <a:pt x="168835" y="979652"/>
                </a:lnTo>
                <a:lnTo>
                  <a:pt x="168639" y="969118"/>
                </a:lnTo>
                <a:lnTo>
                  <a:pt x="168423" y="958584"/>
                </a:lnTo>
                <a:lnTo>
                  <a:pt x="168187" y="948050"/>
                </a:lnTo>
                <a:lnTo>
                  <a:pt x="167937" y="937516"/>
                </a:lnTo>
                <a:lnTo>
                  <a:pt x="167678" y="926982"/>
                </a:lnTo>
                <a:lnTo>
                  <a:pt x="167419" y="916449"/>
                </a:lnTo>
                <a:lnTo>
                  <a:pt x="167174" y="905915"/>
                </a:lnTo>
                <a:lnTo>
                  <a:pt x="166956" y="895381"/>
                </a:lnTo>
                <a:lnTo>
                  <a:pt x="166780" y="884847"/>
                </a:lnTo>
                <a:lnTo>
                  <a:pt x="166661" y="874313"/>
                </a:lnTo>
                <a:lnTo>
                  <a:pt x="166611" y="863779"/>
                </a:lnTo>
                <a:lnTo>
                  <a:pt x="166638" y="853245"/>
                </a:lnTo>
                <a:lnTo>
                  <a:pt x="166747" y="842711"/>
                </a:lnTo>
                <a:lnTo>
                  <a:pt x="166936" y="832177"/>
                </a:lnTo>
                <a:lnTo>
                  <a:pt x="167198" y="821644"/>
                </a:lnTo>
                <a:lnTo>
                  <a:pt x="167519" y="811110"/>
                </a:lnTo>
                <a:lnTo>
                  <a:pt x="167881" y="800576"/>
                </a:lnTo>
                <a:lnTo>
                  <a:pt x="168263" y="790042"/>
                </a:lnTo>
                <a:lnTo>
                  <a:pt x="168644" y="779508"/>
                </a:lnTo>
                <a:lnTo>
                  <a:pt x="169000" y="768974"/>
                </a:lnTo>
                <a:lnTo>
                  <a:pt x="169313" y="758440"/>
                </a:lnTo>
                <a:lnTo>
                  <a:pt x="169566" y="747906"/>
                </a:lnTo>
                <a:lnTo>
                  <a:pt x="169747" y="737372"/>
                </a:lnTo>
                <a:lnTo>
                  <a:pt x="169849" y="726839"/>
                </a:lnTo>
                <a:lnTo>
                  <a:pt x="169868" y="716305"/>
                </a:lnTo>
                <a:lnTo>
                  <a:pt x="169807" y="705771"/>
                </a:lnTo>
                <a:lnTo>
                  <a:pt x="169670" y="695237"/>
                </a:lnTo>
                <a:lnTo>
                  <a:pt x="169463" y="684703"/>
                </a:lnTo>
                <a:lnTo>
                  <a:pt x="169195" y="674169"/>
                </a:lnTo>
                <a:lnTo>
                  <a:pt x="168878" y="663635"/>
                </a:lnTo>
                <a:lnTo>
                  <a:pt x="168523" y="653101"/>
                </a:lnTo>
                <a:lnTo>
                  <a:pt x="168142" y="642567"/>
                </a:lnTo>
                <a:lnTo>
                  <a:pt x="167749" y="632034"/>
                </a:lnTo>
                <a:lnTo>
                  <a:pt x="167357" y="621500"/>
                </a:lnTo>
                <a:lnTo>
                  <a:pt x="166980" y="610966"/>
                </a:lnTo>
                <a:lnTo>
                  <a:pt x="166629" y="600432"/>
                </a:lnTo>
                <a:lnTo>
                  <a:pt x="166318" y="589898"/>
                </a:lnTo>
                <a:lnTo>
                  <a:pt x="166054" y="579364"/>
                </a:lnTo>
                <a:lnTo>
                  <a:pt x="165844" y="568830"/>
                </a:lnTo>
                <a:lnTo>
                  <a:pt x="165692" y="558296"/>
                </a:lnTo>
                <a:lnTo>
                  <a:pt x="165595" y="547762"/>
                </a:lnTo>
                <a:lnTo>
                  <a:pt x="165551" y="537228"/>
                </a:lnTo>
                <a:lnTo>
                  <a:pt x="165551" y="526695"/>
                </a:lnTo>
                <a:lnTo>
                  <a:pt x="165589" y="516161"/>
                </a:lnTo>
                <a:lnTo>
                  <a:pt x="165655" y="505627"/>
                </a:lnTo>
                <a:lnTo>
                  <a:pt x="165741" y="495093"/>
                </a:lnTo>
                <a:lnTo>
                  <a:pt x="165841" y="484559"/>
                </a:lnTo>
                <a:lnTo>
                  <a:pt x="165952" y="474025"/>
                </a:lnTo>
                <a:lnTo>
                  <a:pt x="166072" y="463491"/>
                </a:lnTo>
                <a:lnTo>
                  <a:pt x="166203" y="452957"/>
                </a:lnTo>
                <a:lnTo>
                  <a:pt x="166346" y="442423"/>
                </a:lnTo>
                <a:lnTo>
                  <a:pt x="166506" y="431890"/>
                </a:lnTo>
                <a:lnTo>
                  <a:pt x="166686" y="421356"/>
                </a:lnTo>
                <a:lnTo>
                  <a:pt x="166887" y="410822"/>
                </a:lnTo>
                <a:lnTo>
                  <a:pt x="167110" y="400288"/>
                </a:lnTo>
                <a:lnTo>
                  <a:pt x="167353" y="389754"/>
                </a:lnTo>
                <a:lnTo>
                  <a:pt x="167613" y="379220"/>
                </a:lnTo>
                <a:lnTo>
                  <a:pt x="167886" y="368686"/>
                </a:lnTo>
                <a:lnTo>
                  <a:pt x="168164" y="358152"/>
                </a:lnTo>
                <a:lnTo>
                  <a:pt x="168440" y="347618"/>
                </a:lnTo>
                <a:lnTo>
                  <a:pt x="168708" y="337085"/>
                </a:lnTo>
                <a:lnTo>
                  <a:pt x="168960" y="326551"/>
                </a:lnTo>
                <a:lnTo>
                  <a:pt x="169190" y="316017"/>
                </a:lnTo>
                <a:lnTo>
                  <a:pt x="169392" y="305483"/>
                </a:lnTo>
                <a:lnTo>
                  <a:pt x="169562" y="294949"/>
                </a:lnTo>
                <a:lnTo>
                  <a:pt x="169694" y="284415"/>
                </a:lnTo>
                <a:lnTo>
                  <a:pt x="169784" y="273881"/>
                </a:lnTo>
                <a:lnTo>
                  <a:pt x="169822" y="263347"/>
                </a:lnTo>
                <a:lnTo>
                  <a:pt x="169796" y="252813"/>
                </a:lnTo>
                <a:lnTo>
                  <a:pt x="169685" y="242280"/>
                </a:lnTo>
                <a:lnTo>
                  <a:pt x="169454" y="231746"/>
                </a:lnTo>
                <a:lnTo>
                  <a:pt x="169051" y="221212"/>
                </a:lnTo>
                <a:lnTo>
                  <a:pt x="168404" y="210678"/>
                </a:lnTo>
                <a:lnTo>
                  <a:pt x="167411" y="200144"/>
                </a:lnTo>
                <a:lnTo>
                  <a:pt x="165942" y="189610"/>
                </a:lnTo>
                <a:lnTo>
                  <a:pt x="163835" y="179076"/>
                </a:lnTo>
                <a:lnTo>
                  <a:pt x="160900" y="168542"/>
                </a:lnTo>
                <a:lnTo>
                  <a:pt x="156927" y="158008"/>
                </a:lnTo>
                <a:lnTo>
                  <a:pt x="151701" y="147474"/>
                </a:lnTo>
                <a:lnTo>
                  <a:pt x="145021" y="136941"/>
                </a:lnTo>
                <a:lnTo>
                  <a:pt x="136727" y="126407"/>
                </a:lnTo>
                <a:lnTo>
                  <a:pt x="126732" y="115873"/>
                </a:lnTo>
                <a:lnTo>
                  <a:pt x="115050" y="105339"/>
                </a:lnTo>
                <a:lnTo>
                  <a:pt x="101827" y="94805"/>
                </a:lnTo>
                <a:lnTo>
                  <a:pt x="87357" y="84271"/>
                </a:lnTo>
                <a:lnTo>
                  <a:pt x="72092" y="73737"/>
                </a:lnTo>
                <a:lnTo>
                  <a:pt x="56626" y="63203"/>
                </a:lnTo>
                <a:lnTo>
                  <a:pt x="41667" y="52669"/>
                </a:lnTo>
                <a:lnTo>
                  <a:pt x="27986" y="42136"/>
                </a:lnTo>
                <a:lnTo>
                  <a:pt x="16353" y="31602"/>
                </a:lnTo>
                <a:lnTo>
                  <a:pt x="7471" y="21068"/>
                </a:lnTo>
                <a:lnTo>
                  <a:pt x="189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5" y="10534"/>
                </a:lnTo>
                <a:lnTo>
                  <a:pt x="337243" y="21068"/>
                </a:lnTo>
                <a:lnTo>
                  <a:pt x="328361" y="31602"/>
                </a:lnTo>
                <a:lnTo>
                  <a:pt x="316729" y="42136"/>
                </a:lnTo>
                <a:lnTo>
                  <a:pt x="303047" y="52669"/>
                </a:lnTo>
                <a:lnTo>
                  <a:pt x="288088" y="63203"/>
                </a:lnTo>
                <a:lnTo>
                  <a:pt x="272622" y="73737"/>
                </a:lnTo>
                <a:lnTo>
                  <a:pt x="257357" y="84271"/>
                </a:lnTo>
                <a:lnTo>
                  <a:pt x="242888" y="94805"/>
                </a:lnTo>
                <a:lnTo>
                  <a:pt x="229664" y="105339"/>
                </a:lnTo>
                <a:lnTo>
                  <a:pt x="217982" y="115873"/>
                </a:lnTo>
                <a:lnTo>
                  <a:pt x="207987" y="126407"/>
                </a:lnTo>
                <a:lnTo>
                  <a:pt x="199693" y="136941"/>
                </a:lnTo>
                <a:lnTo>
                  <a:pt x="193013" y="147474"/>
                </a:lnTo>
                <a:lnTo>
                  <a:pt x="187787" y="158008"/>
                </a:lnTo>
                <a:lnTo>
                  <a:pt x="183814" y="168542"/>
                </a:lnTo>
                <a:lnTo>
                  <a:pt x="180879" y="179076"/>
                </a:lnTo>
                <a:lnTo>
                  <a:pt x="178772" y="189610"/>
                </a:lnTo>
                <a:lnTo>
                  <a:pt x="177303" y="200144"/>
                </a:lnTo>
                <a:lnTo>
                  <a:pt x="176310" y="210678"/>
                </a:lnTo>
                <a:lnTo>
                  <a:pt x="175663" y="221212"/>
                </a:lnTo>
                <a:lnTo>
                  <a:pt x="175261" y="231746"/>
                </a:lnTo>
                <a:lnTo>
                  <a:pt x="175029" y="242280"/>
                </a:lnTo>
                <a:lnTo>
                  <a:pt x="174918" y="252813"/>
                </a:lnTo>
                <a:lnTo>
                  <a:pt x="174892" y="263347"/>
                </a:lnTo>
                <a:lnTo>
                  <a:pt x="174931" y="273881"/>
                </a:lnTo>
                <a:lnTo>
                  <a:pt x="175020" y="284415"/>
                </a:lnTo>
                <a:lnTo>
                  <a:pt x="175153" y="294949"/>
                </a:lnTo>
                <a:lnTo>
                  <a:pt x="175322" y="305483"/>
                </a:lnTo>
                <a:lnTo>
                  <a:pt x="175524" y="316017"/>
                </a:lnTo>
                <a:lnTo>
                  <a:pt x="175754" y="326551"/>
                </a:lnTo>
                <a:lnTo>
                  <a:pt x="176006" y="337085"/>
                </a:lnTo>
                <a:lnTo>
                  <a:pt x="176274" y="347618"/>
                </a:lnTo>
                <a:lnTo>
                  <a:pt x="176551" y="358152"/>
                </a:lnTo>
                <a:lnTo>
                  <a:pt x="176829" y="368686"/>
                </a:lnTo>
                <a:lnTo>
                  <a:pt x="177101" y="379220"/>
                </a:lnTo>
                <a:lnTo>
                  <a:pt x="177361" y="389754"/>
                </a:lnTo>
                <a:lnTo>
                  <a:pt x="177605" y="400288"/>
                </a:lnTo>
                <a:lnTo>
                  <a:pt x="177827" y="410822"/>
                </a:lnTo>
                <a:lnTo>
                  <a:pt x="178028" y="421356"/>
                </a:lnTo>
                <a:lnTo>
                  <a:pt x="178208" y="431890"/>
                </a:lnTo>
                <a:lnTo>
                  <a:pt x="178368" y="442423"/>
                </a:lnTo>
                <a:lnTo>
                  <a:pt x="178511" y="452957"/>
                </a:lnTo>
                <a:lnTo>
                  <a:pt x="178642" y="463491"/>
                </a:lnTo>
                <a:lnTo>
                  <a:pt x="178762" y="474025"/>
                </a:lnTo>
                <a:lnTo>
                  <a:pt x="178873" y="484559"/>
                </a:lnTo>
                <a:lnTo>
                  <a:pt x="178974" y="495093"/>
                </a:lnTo>
                <a:lnTo>
                  <a:pt x="179060" y="505627"/>
                </a:lnTo>
                <a:lnTo>
                  <a:pt x="179125" y="516161"/>
                </a:lnTo>
                <a:lnTo>
                  <a:pt x="179163" y="526695"/>
                </a:lnTo>
                <a:lnTo>
                  <a:pt x="179164" y="537228"/>
                </a:lnTo>
                <a:lnTo>
                  <a:pt x="179119" y="547762"/>
                </a:lnTo>
                <a:lnTo>
                  <a:pt x="179023" y="558296"/>
                </a:lnTo>
                <a:lnTo>
                  <a:pt x="178870" y="568830"/>
                </a:lnTo>
                <a:lnTo>
                  <a:pt x="178660" y="579364"/>
                </a:lnTo>
                <a:lnTo>
                  <a:pt x="178397" y="589898"/>
                </a:lnTo>
                <a:lnTo>
                  <a:pt x="178085" y="600432"/>
                </a:lnTo>
                <a:lnTo>
                  <a:pt x="177735" y="610966"/>
                </a:lnTo>
                <a:lnTo>
                  <a:pt x="177357" y="621500"/>
                </a:lnTo>
                <a:lnTo>
                  <a:pt x="176965" y="632034"/>
                </a:lnTo>
                <a:lnTo>
                  <a:pt x="176572" y="642567"/>
                </a:lnTo>
                <a:lnTo>
                  <a:pt x="176191" y="653101"/>
                </a:lnTo>
                <a:lnTo>
                  <a:pt x="175836" y="663635"/>
                </a:lnTo>
                <a:lnTo>
                  <a:pt x="175519" y="674169"/>
                </a:lnTo>
                <a:lnTo>
                  <a:pt x="175252" y="684703"/>
                </a:lnTo>
                <a:lnTo>
                  <a:pt x="175045" y="695237"/>
                </a:lnTo>
                <a:lnTo>
                  <a:pt x="174907" y="705771"/>
                </a:lnTo>
                <a:lnTo>
                  <a:pt x="174846" y="716305"/>
                </a:lnTo>
                <a:lnTo>
                  <a:pt x="174866" y="726839"/>
                </a:lnTo>
                <a:lnTo>
                  <a:pt x="174968" y="737372"/>
                </a:lnTo>
                <a:lnTo>
                  <a:pt x="175149" y="747906"/>
                </a:lnTo>
                <a:lnTo>
                  <a:pt x="175402" y="758440"/>
                </a:lnTo>
                <a:lnTo>
                  <a:pt x="175714" y="768974"/>
                </a:lnTo>
                <a:lnTo>
                  <a:pt x="176071" y="779508"/>
                </a:lnTo>
                <a:lnTo>
                  <a:pt x="176451" y="790042"/>
                </a:lnTo>
                <a:lnTo>
                  <a:pt x="176833" y="800576"/>
                </a:lnTo>
                <a:lnTo>
                  <a:pt x="177195" y="811110"/>
                </a:lnTo>
                <a:lnTo>
                  <a:pt x="177516" y="821644"/>
                </a:lnTo>
                <a:lnTo>
                  <a:pt x="177778" y="832177"/>
                </a:lnTo>
                <a:lnTo>
                  <a:pt x="177967" y="842711"/>
                </a:lnTo>
                <a:lnTo>
                  <a:pt x="178076" y="853245"/>
                </a:lnTo>
                <a:lnTo>
                  <a:pt x="178104" y="863779"/>
                </a:lnTo>
                <a:lnTo>
                  <a:pt x="178053" y="874313"/>
                </a:lnTo>
                <a:lnTo>
                  <a:pt x="177934" y="884847"/>
                </a:lnTo>
                <a:lnTo>
                  <a:pt x="177758" y="895381"/>
                </a:lnTo>
                <a:lnTo>
                  <a:pt x="177540" y="905915"/>
                </a:lnTo>
                <a:lnTo>
                  <a:pt x="177295" y="916449"/>
                </a:lnTo>
                <a:lnTo>
                  <a:pt x="177037" y="926982"/>
                </a:lnTo>
                <a:lnTo>
                  <a:pt x="176778" y="937516"/>
                </a:lnTo>
                <a:lnTo>
                  <a:pt x="176527" y="948050"/>
                </a:lnTo>
                <a:lnTo>
                  <a:pt x="176291" y="958584"/>
                </a:lnTo>
                <a:lnTo>
                  <a:pt x="176075" y="969118"/>
                </a:lnTo>
                <a:lnTo>
                  <a:pt x="175880" y="979652"/>
                </a:lnTo>
                <a:lnTo>
                  <a:pt x="175705" y="990186"/>
                </a:lnTo>
                <a:lnTo>
                  <a:pt x="175551" y="1000720"/>
                </a:lnTo>
                <a:lnTo>
                  <a:pt x="175416" y="1011254"/>
                </a:lnTo>
                <a:lnTo>
                  <a:pt x="175299" y="1021788"/>
                </a:lnTo>
                <a:lnTo>
                  <a:pt x="175198" y="1032321"/>
                </a:lnTo>
                <a:lnTo>
                  <a:pt x="175111" y="1042855"/>
                </a:lnTo>
                <a:lnTo>
                  <a:pt x="175040" y="1053389"/>
                </a:lnTo>
                <a:lnTo>
                  <a:pt x="174981" y="1063923"/>
                </a:lnTo>
                <a:lnTo>
                  <a:pt x="174937" y="1074457"/>
                </a:lnTo>
                <a:lnTo>
                  <a:pt x="174906" y="1084991"/>
                </a:lnTo>
                <a:lnTo>
                  <a:pt x="174889" y="1095525"/>
                </a:lnTo>
                <a:lnTo>
                  <a:pt x="174888" y="1106059"/>
                </a:lnTo>
                <a:lnTo>
                  <a:pt x="174906" y="1116593"/>
                </a:lnTo>
                <a:lnTo>
                  <a:pt x="174944" y="1127126"/>
                </a:lnTo>
                <a:lnTo>
                  <a:pt x="175008" y="1137660"/>
                </a:lnTo>
                <a:lnTo>
                  <a:pt x="175101" y="1148194"/>
                </a:lnTo>
                <a:lnTo>
                  <a:pt x="175228" y="1158728"/>
                </a:lnTo>
                <a:lnTo>
                  <a:pt x="175390" y="1169262"/>
                </a:lnTo>
                <a:lnTo>
                  <a:pt x="175588" y="1179796"/>
                </a:lnTo>
                <a:lnTo>
                  <a:pt x="175818" y="1190330"/>
                </a:lnTo>
                <a:lnTo>
                  <a:pt x="176074" y="1200864"/>
                </a:lnTo>
                <a:lnTo>
                  <a:pt x="176346" y="1211398"/>
                </a:lnTo>
                <a:lnTo>
                  <a:pt x="176620" y="1221931"/>
                </a:lnTo>
                <a:lnTo>
                  <a:pt x="176882" y="1232465"/>
                </a:lnTo>
                <a:lnTo>
                  <a:pt x="177116" y="1242999"/>
                </a:lnTo>
                <a:lnTo>
                  <a:pt x="177309" y="1253533"/>
                </a:lnTo>
                <a:lnTo>
                  <a:pt x="177452" y="1264067"/>
                </a:lnTo>
                <a:lnTo>
                  <a:pt x="177538" y="1274601"/>
                </a:lnTo>
                <a:lnTo>
                  <a:pt x="177568" y="1285135"/>
                </a:lnTo>
                <a:lnTo>
                  <a:pt x="177549" y="1295669"/>
                </a:lnTo>
                <a:lnTo>
                  <a:pt x="177491" y="1306203"/>
                </a:lnTo>
                <a:lnTo>
                  <a:pt x="177410" y="1316736"/>
                </a:lnTo>
                <a:lnTo>
                  <a:pt x="177324" y="1327270"/>
                </a:lnTo>
                <a:lnTo>
                  <a:pt x="177248" y="1337804"/>
                </a:lnTo>
                <a:lnTo>
                  <a:pt x="177201" y="1348338"/>
                </a:lnTo>
                <a:lnTo>
                  <a:pt x="177193" y="1358872"/>
                </a:lnTo>
                <a:lnTo>
                  <a:pt x="177234" y="1369406"/>
                </a:lnTo>
                <a:lnTo>
                  <a:pt x="177325" y="1379940"/>
                </a:lnTo>
                <a:lnTo>
                  <a:pt x="177466" y="1390474"/>
                </a:lnTo>
                <a:lnTo>
                  <a:pt x="177650" y="1401008"/>
                </a:lnTo>
                <a:lnTo>
                  <a:pt x="177869" y="1411542"/>
                </a:lnTo>
                <a:lnTo>
                  <a:pt x="178115" y="1422075"/>
                </a:lnTo>
                <a:lnTo>
                  <a:pt x="178377" y="1432609"/>
                </a:lnTo>
                <a:lnTo>
                  <a:pt x="178652" y="1443143"/>
                </a:lnTo>
                <a:lnTo>
                  <a:pt x="178938" y="1453677"/>
                </a:lnTo>
                <a:lnTo>
                  <a:pt x="179241" y="1464211"/>
                </a:lnTo>
                <a:lnTo>
                  <a:pt x="179575" y="1474745"/>
                </a:lnTo>
                <a:lnTo>
                  <a:pt x="179963" y="1485279"/>
                </a:lnTo>
                <a:lnTo>
                  <a:pt x="180436" y="1495813"/>
                </a:lnTo>
                <a:lnTo>
                  <a:pt x="181038" y="1506347"/>
                </a:lnTo>
                <a:lnTo>
                  <a:pt x="181816" y="1516880"/>
                </a:lnTo>
                <a:lnTo>
                  <a:pt x="182827" y="1527414"/>
                </a:lnTo>
                <a:lnTo>
                  <a:pt x="184127" y="1537948"/>
                </a:lnTo>
                <a:lnTo>
                  <a:pt x="185767" y="1548482"/>
                </a:lnTo>
                <a:lnTo>
                  <a:pt x="187790" y="1559016"/>
                </a:lnTo>
                <a:lnTo>
                  <a:pt x="190219" y="1569550"/>
                </a:lnTo>
                <a:lnTo>
                  <a:pt x="193053" y="1580084"/>
                </a:lnTo>
                <a:lnTo>
                  <a:pt x="196255" y="1590618"/>
                </a:lnTo>
                <a:lnTo>
                  <a:pt x="199757" y="1601152"/>
                </a:lnTo>
                <a:lnTo>
                  <a:pt x="203450" y="1611685"/>
                </a:lnTo>
                <a:lnTo>
                  <a:pt x="207189" y="1622219"/>
                </a:lnTo>
                <a:lnTo>
                  <a:pt x="210805" y="1632753"/>
                </a:lnTo>
                <a:lnTo>
                  <a:pt x="214111" y="1643287"/>
                </a:lnTo>
                <a:lnTo>
                  <a:pt x="216921" y="1653821"/>
                </a:lnTo>
                <a:lnTo>
                  <a:pt x="219066" y="1664355"/>
                </a:lnTo>
                <a:lnTo>
                  <a:pt x="220412" y="1674889"/>
                </a:lnTo>
                <a:lnTo>
                  <a:pt x="220870" y="1685423"/>
                </a:lnTo>
                <a:lnTo>
                  <a:pt x="220870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8" name="data_3825">
            <a:extLst xmlns:a="http://schemas.openxmlformats.org/drawingml/2006/main">
              <a:ext uri="{FF2B5EF4-FFF2-40B4-BE49-F238E27FC236}">
                <a16:creationId xmlns:a16="http://schemas.microsoft.com/office/drawing/2014/main" id="{D1843F50-4056-4422-AD23-DC6B069B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166" y="39698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9" name="data_3826">
            <a:extLst xmlns:a="http://schemas.openxmlformats.org/drawingml/2006/main">
              <a:ext uri="{FF2B5EF4-FFF2-40B4-BE49-F238E27FC236}">
                <a16:creationId xmlns:a16="http://schemas.microsoft.com/office/drawing/2014/main" id="{7E1BB655-BF80-44CE-8C12-DB46001E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900" y="39243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0" name="data_3827">
            <a:extLst xmlns:a="http://schemas.openxmlformats.org/drawingml/2006/main">
              <a:ext uri="{FF2B5EF4-FFF2-40B4-BE49-F238E27FC236}">
                <a16:creationId xmlns:a16="http://schemas.microsoft.com/office/drawing/2014/main" id="{7B1729D2-77D3-46C1-A2AA-31D1EF72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575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1" name="data_3828">
            <a:extLst xmlns:a="http://schemas.openxmlformats.org/drawingml/2006/main">
              <a:ext uri="{FF2B5EF4-FFF2-40B4-BE49-F238E27FC236}">
                <a16:creationId xmlns:a16="http://schemas.microsoft.com/office/drawing/2014/main" id="{1599F265-FD24-4828-AC91-B17651BF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0040" y="39585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2" name="data_3829">
            <a:extLst xmlns:a="http://schemas.openxmlformats.org/drawingml/2006/main">
              <a:ext uri="{FF2B5EF4-FFF2-40B4-BE49-F238E27FC236}">
                <a16:creationId xmlns:a16="http://schemas.microsoft.com/office/drawing/2014/main" id="{30965FED-D911-4889-9933-EB978247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5702" y="39700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3" name="data_3830">
            <a:extLst xmlns:a="http://schemas.openxmlformats.org/drawingml/2006/main">
              <a:ext uri="{FF2B5EF4-FFF2-40B4-BE49-F238E27FC236}">
                <a16:creationId xmlns:a16="http://schemas.microsoft.com/office/drawing/2014/main" id="{098623B5-A55F-4616-97C2-0A474F84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822" y="30747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4" name="data_3831">
            <a:extLst xmlns:a="http://schemas.openxmlformats.org/drawingml/2006/main">
              <a:ext uri="{FF2B5EF4-FFF2-40B4-BE49-F238E27FC236}">
                <a16:creationId xmlns:a16="http://schemas.microsoft.com/office/drawing/2014/main" id="{0F1EA0C5-71C8-4FCE-9DBB-2C709F5F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063" y="37578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5" name="data_3832">
            <a:extLst xmlns:a="http://schemas.openxmlformats.org/drawingml/2006/main">
              <a:ext uri="{FF2B5EF4-FFF2-40B4-BE49-F238E27FC236}">
                <a16:creationId xmlns:a16="http://schemas.microsoft.com/office/drawing/2014/main" id="{242B83E0-A572-46FB-9E17-4DC90266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151" y="3967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6" name="data_3833">
            <a:extLst xmlns:a="http://schemas.openxmlformats.org/drawingml/2006/main">
              <a:ext uri="{FF2B5EF4-FFF2-40B4-BE49-F238E27FC236}">
                <a16:creationId xmlns:a16="http://schemas.microsoft.com/office/drawing/2014/main" id="{EB882809-AC8D-4DA1-BD30-25D2B04D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216" y="3673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7" name="data_3834">
            <a:extLst xmlns:a="http://schemas.openxmlformats.org/drawingml/2006/main">
              <a:ext uri="{FF2B5EF4-FFF2-40B4-BE49-F238E27FC236}">
                <a16:creationId xmlns:a16="http://schemas.microsoft.com/office/drawing/2014/main" id="{835A1947-53ED-499D-99B7-79E8EA2F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7793" y="39598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8" name="data_3835">
            <a:extLst xmlns:a="http://schemas.openxmlformats.org/drawingml/2006/main">
              <a:ext uri="{FF2B5EF4-FFF2-40B4-BE49-F238E27FC236}">
                <a16:creationId xmlns:a16="http://schemas.microsoft.com/office/drawing/2014/main" id="{4E098218-189E-46BB-A891-57C1EA39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9748" y="3811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9" name="data_3836">
            <a:extLst xmlns:a="http://schemas.openxmlformats.org/drawingml/2006/main">
              <a:ext uri="{FF2B5EF4-FFF2-40B4-BE49-F238E27FC236}">
                <a16:creationId xmlns:a16="http://schemas.microsoft.com/office/drawing/2014/main" id="{7C6D7392-853B-4FCC-86DD-8D27C0DC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073" y="39340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0" name="data_3837">
            <a:extLst xmlns:a="http://schemas.openxmlformats.org/drawingml/2006/main">
              <a:ext uri="{FF2B5EF4-FFF2-40B4-BE49-F238E27FC236}">
                <a16:creationId xmlns:a16="http://schemas.microsoft.com/office/drawing/2014/main" id="{7A161F75-8FA0-44A9-92AD-EBCABB34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6411" y="39708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1" name="data_3838">
            <a:extLst xmlns:a="http://schemas.openxmlformats.org/drawingml/2006/main">
              <a:ext uri="{FF2B5EF4-FFF2-40B4-BE49-F238E27FC236}">
                <a16:creationId xmlns:a16="http://schemas.microsoft.com/office/drawing/2014/main" id="{241CC47A-EEDB-4B1C-B28B-D0E22C74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2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2" name="data_3839">
            <a:extLst xmlns:a="http://schemas.openxmlformats.org/drawingml/2006/main">
              <a:ext uri="{FF2B5EF4-FFF2-40B4-BE49-F238E27FC236}">
                <a16:creationId xmlns:a16="http://schemas.microsoft.com/office/drawing/2014/main" id="{E96F0EF6-EEB9-4EB5-BF9E-54A420F4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545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3" name="data_3840">
            <a:extLst xmlns:a="http://schemas.openxmlformats.org/drawingml/2006/main">
              <a:ext uri="{FF2B5EF4-FFF2-40B4-BE49-F238E27FC236}">
                <a16:creationId xmlns:a16="http://schemas.microsoft.com/office/drawing/2014/main" id="{4552E75D-2EC8-403E-AAE2-7C3CB093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19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4" name="data_3841">
            <a:extLst xmlns:a="http://schemas.openxmlformats.org/drawingml/2006/main">
              <a:ext uri="{FF2B5EF4-FFF2-40B4-BE49-F238E27FC236}">
                <a16:creationId xmlns:a16="http://schemas.microsoft.com/office/drawing/2014/main" id="{8EFA4BDF-AADC-452E-9B8B-FB3EE14A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677" y="39716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5" name="data_3842">
            <a:extLst xmlns:a="http://schemas.openxmlformats.org/drawingml/2006/main">
              <a:ext uri="{FF2B5EF4-FFF2-40B4-BE49-F238E27FC236}">
                <a16:creationId xmlns:a16="http://schemas.microsoft.com/office/drawing/2014/main" id="{4D59FBC3-283D-47DE-9E82-97EA29BC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436" y="38742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6" name="data_3843">
            <a:extLst xmlns:a="http://schemas.openxmlformats.org/drawingml/2006/main">
              <a:ext uri="{FF2B5EF4-FFF2-40B4-BE49-F238E27FC236}">
                <a16:creationId xmlns:a16="http://schemas.microsoft.com/office/drawing/2014/main" id="{318E0F2B-9FFF-4CCA-A1B4-4802DA47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888" y="39147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7" name="data_3844">
            <a:extLst xmlns:a="http://schemas.openxmlformats.org/drawingml/2006/main">
              <a:ext uri="{FF2B5EF4-FFF2-40B4-BE49-F238E27FC236}">
                <a16:creationId xmlns:a16="http://schemas.microsoft.com/office/drawing/2014/main" id="{32902D22-42D1-4174-B09B-B23C1BCB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3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8" name="data_3845">
            <a:extLst xmlns:a="http://schemas.openxmlformats.org/drawingml/2006/main">
              <a:ext uri="{FF2B5EF4-FFF2-40B4-BE49-F238E27FC236}">
                <a16:creationId xmlns:a16="http://schemas.microsoft.com/office/drawing/2014/main" id="{AB0B2800-8280-4420-A584-87C7CBA7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325" y="3978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9" name="data_3846">
            <a:extLst xmlns:a="http://schemas.openxmlformats.org/drawingml/2006/main">
              <a:ext uri="{FF2B5EF4-FFF2-40B4-BE49-F238E27FC236}">
                <a16:creationId xmlns:a16="http://schemas.microsoft.com/office/drawing/2014/main" id="{706B405E-FB53-4D55-9702-91B3DDAA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64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0" name="data_3847">
            <a:extLst xmlns:a="http://schemas.openxmlformats.org/drawingml/2006/main">
              <a:ext uri="{FF2B5EF4-FFF2-40B4-BE49-F238E27FC236}">
                <a16:creationId xmlns:a16="http://schemas.microsoft.com/office/drawing/2014/main" id="{B8A347CC-E501-4B61-A2E4-BF429A94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0912" y="39473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1" name="data_3848">
            <a:extLst xmlns:a="http://schemas.openxmlformats.org/drawingml/2006/main">
              <a:ext uri="{FF2B5EF4-FFF2-40B4-BE49-F238E27FC236}">
                <a16:creationId xmlns:a16="http://schemas.microsoft.com/office/drawing/2014/main" id="{F7D25C97-675B-4097-B401-C39FBFB5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65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2" name="data_3849">
            <a:extLst xmlns:a="http://schemas.openxmlformats.org/drawingml/2006/main">
              <a:ext uri="{FF2B5EF4-FFF2-40B4-BE49-F238E27FC236}">
                <a16:creationId xmlns:a16="http://schemas.microsoft.com/office/drawing/2014/main" id="{995900B2-5749-4BFD-ACB9-E36874CA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4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3" name="data_3850">
            <a:extLst xmlns:a="http://schemas.openxmlformats.org/drawingml/2006/main">
              <a:ext uri="{FF2B5EF4-FFF2-40B4-BE49-F238E27FC236}">
                <a16:creationId xmlns:a16="http://schemas.microsoft.com/office/drawing/2014/main" id="{E3EBA918-B030-4FD8-9E0D-19D7213A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156" y="39522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4" name="data_3851">
            <a:extLst xmlns:a="http://schemas.openxmlformats.org/drawingml/2006/main">
              <a:ext uri="{FF2B5EF4-FFF2-40B4-BE49-F238E27FC236}">
                <a16:creationId xmlns:a16="http://schemas.microsoft.com/office/drawing/2014/main" id="{B1FD775B-1BC5-40F9-B3D5-605DD454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805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5" name="data_3852">
            <a:extLst xmlns:a="http://schemas.openxmlformats.org/drawingml/2006/main">
              <a:ext uri="{FF2B5EF4-FFF2-40B4-BE49-F238E27FC236}">
                <a16:creationId xmlns:a16="http://schemas.microsoft.com/office/drawing/2014/main" id="{4E79E684-524F-4CE2-A5F7-B914B9A9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53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6" name="data_3853">
            <a:extLst xmlns:a="http://schemas.openxmlformats.org/drawingml/2006/main">
              <a:ext uri="{FF2B5EF4-FFF2-40B4-BE49-F238E27FC236}">
                <a16:creationId xmlns:a16="http://schemas.microsoft.com/office/drawing/2014/main" id="{9AA92B6A-CFED-4C15-AC07-93C87989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617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7" name="data_3854">
            <a:extLst xmlns:a="http://schemas.openxmlformats.org/drawingml/2006/main">
              <a:ext uri="{FF2B5EF4-FFF2-40B4-BE49-F238E27FC236}">
                <a16:creationId xmlns:a16="http://schemas.microsoft.com/office/drawing/2014/main" id="{85B97F28-E503-4072-B92A-37285C49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8" name="data_3855">
            <a:extLst xmlns:a="http://schemas.openxmlformats.org/drawingml/2006/main">
              <a:ext uri="{FF2B5EF4-FFF2-40B4-BE49-F238E27FC236}">
                <a16:creationId xmlns:a16="http://schemas.microsoft.com/office/drawing/2014/main" id="{3E4CECC7-C3CA-452E-8BC1-EE864E3D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7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9" name="data_3856">
            <a:extLst xmlns:a="http://schemas.openxmlformats.org/drawingml/2006/main">
              <a:ext uri="{FF2B5EF4-FFF2-40B4-BE49-F238E27FC236}">
                <a16:creationId xmlns:a16="http://schemas.microsoft.com/office/drawing/2014/main" id="{D35A2AD0-89F8-4CBA-848D-DBDFC307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1246" y="3836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0" name="data_3857">
            <a:extLst xmlns:a="http://schemas.openxmlformats.org/drawingml/2006/main">
              <a:ext uri="{FF2B5EF4-FFF2-40B4-BE49-F238E27FC236}">
                <a16:creationId xmlns:a16="http://schemas.microsoft.com/office/drawing/2014/main" id="{1BF8ADC3-BC78-4D1C-90BF-279CAA77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810" y="392400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1" name="data_3858">
            <a:extLst xmlns:a="http://schemas.openxmlformats.org/drawingml/2006/main">
              <a:ext uri="{FF2B5EF4-FFF2-40B4-BE49-F238E27FC236}">
                <a16:creationId xmlns:a16="http://schemas.microsoft.com/office/drawing/2014/main" id="{9B521C15-5737-455D-B4ED-17F61BCF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234" y="39622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2" name="data_3859">
            <a:extLst xmlns:a="http://schemas.openxmlformats.org/drawingml/2006/main">
              <a:ext uri="{FF2B5EF4-FFF2-40B4-BE49-F238E27FC236}">
                <a16:creationId xmlns:a16="http://schemas.microsoft.com/office/drawing/2014/main" id="{8F932112-79BB-430B-BC03-FEE654FF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380" y="39773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3" name="data_3860">
            <a:extLst xmlns:a="http://schemas.openxmlformats.org/drawingml/2006/main">
              <a:ext uri="{FF2B5EF4-FFF2-40B4-BE49-F238E27FC236}">
                <a16:creationId xmlns:a16="http://schemas.microsoft.com/office/drawing/2014/main" id="{3D624C60-B668-40DF-AA1B-7F0BEAC5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00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4" name="data_3861">
            <a:extLst xmlns:a="http://schemas.openxmlformats.org/drawingml/2006/main">
              <a:ext uri="{FF2B5EF4-FFF2-40B4-BE49-F238E27FC236}">
                <a16:creationId xmlns:a16="http://schemas.microsoft.com/office/drawing/2014/main" id="{09FDEECE-42BF-436B-BE89-CF701C77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649" y="39766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5" name="data_3862">
            <a:extLst xmlns:a="http://schemas.openxmlformats.org/drawingml/2006/main">
              <a:ext uri="{FF2B5EF4-FFF2-40B4-BE49-F238E27FC236}">
                <a16:creationId xmlns:a16="http://schemas.microsoft.com/office/drawing/2014/main" id="{42D2A446-38B5-40AB-9D57-AE6B3DB2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306" y="3969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6" name="data_3863">
            <a:extLst xmlns:a="http://schemas.openxmlformats.org/drawingml/2006/main">
              <a:ext uri="{FF2B5EF4-FFF2-40B4-BE49-F238E27FC236}">
                <a16:creationId xmlns:a16="http://schemas.microsoft.com/office/drawing/2014/main" id="{C23D83AB-6CA2-4C53-8CF9-A9AD24E3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6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7" name="data_3864">
            <a:extLst xmlns:a="http://schemas.openxmlformats.org/drawingml/2006/main">
              <a:ext uri="{FF2B5EF4-FFF2-40B4-BE49-F238E27FC236}">
                <a16:creationId xmlns:a16="http://schemas.microsoft.com/office/drawing/2014/main" id="{43B9EFC3-416A-490D-A47A-F586EFFC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083" y="39757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8" name="data_3865">
            <a:extLst xmlns:a="http://schemas.openxmlformats.org/drawingml/2006/main">
              <a:ext uri="{FF2B5EF4-FFF2-40B4-BE49-F238E27FC236}">
                <a16:creationId xmlns:a16="http://schemas.microsoft.com/office/drawing/2014/main" id="{8CB2E15C-48A8-48CB-9BE0-37C23515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2810" y="3977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9" name="data_3866">
            <a:extLst xmlns:a="http://schemas.openxmlformats.org/drawingml/2006/main">
              <a:ext uri="{FF2B5EF4-FFF2-40B4-BE49-F238E27FC236}">
                <a16:creationId xmlns:a16="http://schemas.microsoft.com/office/drawing/2014/main" id="{CE4F06D5-9971-4B8E-91C4-D08F4ABC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220" y="39616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0" name="data_3867">
            <a:extLst xmlns:a="http://schemas.openxmlformats.org/drawingml/2006/main">
              <a:ext uri="{FF2B5EF4-FFF2-40B4-BE49-F238E27FC236}">
                <a16:creationId xmlns:a16="http://schemas.microsoft.com/office/drawing/2014/main" id="{27AF845A-93B8-4362-B3D6-4C617AD4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148" y="393990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1" name="data_3868">
            <a:extLst xmlns:a="http://schemas.openxmlformats.org/drawingml/2006/main">
              <a:ext uri="{FF2B5EF4-FFF2-40B4-BE49-F238E27FC236}">
                <a16:creationId xmlns:a16="http://schemas.microsoft.com/office/drawing/2014/main" id="{F6B2F7DC-CE7D-43D7-A229-E4328EAD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0359" y="39687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2" name="data_3869">
            <a:extLst xmlns:a="http://schemas.openxmlformats.org/drawingml/2006/main">
              <a:ext uri="{FF2B5EF4-FFF2-40B4-BE49-F238E27FC236}">
                <a16:creationId xmlns:a16="http://schemas.microsoft.com/office/drawing/2014/main" id="{EE6844AF-EFC4-49D5-840B-E5A0561A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1959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3" name="data_3870">
            <a:extLst xmlns:a="http://schemas.openxmlformats.org/drawingml/2006/main">
              <a:ext uri="{FF2B5EF4-FFF2-40B4-BE49-F238E27FC236}">
                <a16:creationId xmlns:a16="http://schemas.microsoft.com/office/drawing/2014/main" id="{77380E80-C7A3-458B-A6C5-36336DBD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3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4" name="data_3871">
            <a:extLst xmlns:a="http://schemas.openxmlformats.org/drawingml/2006/main">
              <a:ext uri="{FF2B5EF4-FFF2-40B4-BE49-F238E27FC236}">
                <a16:creationId xmlns:a16="http://schemas.microsoft.com/office/drawing/2014/main" id="{2CFCF34C-8F3B-4E8E-B85E-9BD41FC4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5710" y="39412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5" name="data_3872">
            <a:extLst xmlns:a="http://schemas.openxmlformats.org/drawingml/2006/main">
              <a:ext uri="{FF2B5EF4-FFF2-40B4-BE49-F238E27FC236}">
                <a16:creationId xmlns:a16="http://schemas.microsoft.com/office/drawing/2014/main" id="{074FD5BE-F35F-4AC4-8711-C66AC81C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130" y="39662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6" name="data_3873">
            <a:extLst xmlns:a="http://schemas.openxmlformats.org/drawingml/2006/main">
              <a:ext uri="{FF2B5EF4-FFF2-40B4-BE49-F238E27FC236}">
                <a16:creationId xmlns:a16="http://schemas.microsoft.com/office/drawing/2014/main" id="{CD07B326-B88B-431C-B491-1AB65239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526" y="3954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7" name="data_3874">
            <a:extLst xmlns:a="http://schemas.openxmlformats.org/drawingml/2006/main">
              <a:ext uri="{FF2B5EF4-FFF2-40B4-BE49-F238E27FC236}">
                <a16:creationId xmlns:a16="http://schemas.microsoft.com/office/drawing/2014/main" id="{D9BCAEAA-854D-4AB9-A071-4F38A5A5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4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8" name="data_3875">
            <a:extLst xmlns:a="http://schemas.openxmlformats.org/drawingml/2006/main">
              <a:ext uri="{FF2B5EF4-FFF2-40B4-BE49-F238E27FC236}">
                <a16:creationId xmlns:a16="http://schemas.microsoft.com/office/drawing/2014/main" id="{C55F7F09-4B6A-4893-A721-BDF084AA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923" y="39760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9" name="data_3876">
            <a:extLst xmlns:a="http://schemas.openxmlformats.org/drawingml/2006/main">
              <a:ext uri="{FF2B5EF4-FFF2-40B4-BE49-F238E27FC236}">
                <a16:creationId xmlns:a16="http://schemas.microsoft.com/office/drawing/2014/main" id="{4F75B069-5142-44AF-AB88-318D9309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742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0" name="data_3877">
            <a:extLst xmlns:a="http://schemas.openxmlformats.org/drawingml/2006/main">
              <a:ext uri="{FF2B5EF4-FFF2-40B4-BE49-F238E27FC236}">
                <a16:creationId xmlns:a16="http://schemas.microsoft.com/office/drawing/2014/main" id="{491961FD-23EC-41EE-8B0B-D92BC15F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007" y="3960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1" name="data_3878">
            <a:extLst xmlns:a="http://schemas.openxmlformats.org/drawingml/2006/main">
              <a:ext uri="{FF2B5EF4-FFF2-40B4-BE49-F238E27FC236}">
                <a16:creationId xmlns:a16="http://schemas.microsoft.com/office/drawing/2014/main" id="{49B708DC-6CB1-406D-BA69-B2757525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2" name="data_3879">
            <a:extLst xmlns:a="http://schemas.openxmlformats.org/drawingml/2006/main">
              <a:ext uri="{FF2B5EF4-FFF2-40B4-BE49-F238E27FC236}">
                <a16:creationId xmlns:a16="http://schemas.microsoft.com/office/drawing/2014/main" id="{29F2D3A0-CA90-437B-B299-9642B9E6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956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3" name="data_3880">
            <a:extLst xmlns:a="http://schemas.openxmlformats.org/drawingml/2006/main">
              <a:ext uri="{FF2B5EF4-FFF2-40B4-BE49-F238E27FC236}">
                <a16:creationId xmlns:a16="http://schemas.microsoft.com/office/drawing/2014/main" id="{8DFD74B1-6116-4A03-9CEF-DACEEB74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2641" y="39646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4" name="data_3881">
            <a:extLst xmlns:a="http://schemas.openxmlformats.org/drawingml/2006/main">
              <a:ext uri="{FF2B5EF4-FFF2-40B4-BE49-F238E27FC236}">
                <a16:creationId xmlns:a16="http://schemas.microsoft.com/office/drawing/2014/main" id="{9F0BC8A5-4730-4DEA-A076-EF60311F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203" y="39423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5" name="data_3882">
            <a:extLst xmlns:a="http://schemas.openxmlformats.org/drawingml/2006/main">
              <a:ext uri="{FF2B5EF4-FFF2-40B4-BE49-F238E27FC236}">
                <a16:creationId xmlns:a16="http://schemas.microsoft.com/office/drawing/2014/main" id="{C239CF85-C48E-4A73-8931-16894D1D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4981" y="39416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6" name="data_3883">
            <a:extLst xmlns:a="http://schemas.openxmlformats.org/drawingml/2006/main">
              <a:ext uri="{FF2B5EF4-FFF2-40B4-BE49-F238E27FC236}">
                <a16:creationId xmlns:a16="http://schemas.microsoft.com/office/drawing/2014/main" id="{7A189073-B838-44C6-BC30-6019A6A7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370" y="3949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7" name="data_3884">
            <a:extLst xmlns:a="http://schemas.openxmlformats.org/drawingml/2006/main">
              <a:ext uri="{FF2B5EF4-FFF2-40B4-BE49-F238E27FC236}">
                <a16:creationId xmlns:a16="http://schemas.microsoft.com/office/drawing/2014/main" id="{65B72F68-9DB6-4EF1-AE10-0FCFE4B6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458" y="3967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8" name="data_3885">
            <a:extLst xmlns:a="http://schemas.openxmlformats.org/drawingml/2006/main">
              <a:ext uri="{FF2B5EF4-FFF2-40B4-BE49-F238E27FC236}">
                <a16:creationId xmlns:a16="http://schemas.microsoft.com/office/drawing/2014/main" id="{395AF59F-14AB-43FF-B1F4-B4AC8A8A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4452" y="38672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9" name="data_3886">
            <a:extLst xmlns:a="http://schemas.openxmlformats.org/drawingml/2006/main">
              <a:ext uri="{FF2B5EF4-FFF2-40B4-BE49-F238E27FC236}">
                <a16:creationId xmlns:a16="http://schemas.microsoft.com/office/drawing/2014/main" id="{1B9F5191-96B9-4979-84B9-3C4E4ABD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09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0" name="data_3887">
            <a:extLst xmlns:a="http://schemas.openxmlformats.org/drawingml/2006/main">
              <a:ext uri="{FF2B5EF4-FFF2-40B4-BE49-F238E27FC236}">
                <a16:creationId xmlns:a16="http://schemas.microsoft.com/office/drawing/2014/main" id="{71C3B848-493E-41C3-82B6-F2792288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5430" y="39682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1" name="data_3888">
            <a:extLst xmlns:a="http://schemas.openxmlformats.org/drawingml/2006/main">
              <a:ext uri="{FF2B5EF4-FFF2-40B4-BE49-F238E27FC236}">
                <a16:creationId xmlns:a16="http://schemas.microsoft.com/office/drawing/2014/main" id="{5106CDC1-6165-4649-B384-BAC665A2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02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2" name="data_3889">
            <a:extLst xmlns:a="http://schemas.openxmlformats.org/drawingml/2006/main">
              <a:ext uri="{FF2B5EF4-FFF2-40B4-BE49-F238E27FC236}">
                <a16:creationId xmlns:a16="http://schemas.microsoft.com/office/drawing/2014/main" id="{45844628-AB33-4061-BD23-7298616F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9133" y="39412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3" name="data_3890">
            <a:extLst xmlns:a="http://schemas.openxmlformats.org/drawingml/2006/main">
              <a:ext uri="{FF2B5EF4-FFF2-40B4-BE49-F238E27FC236}">
                <a16:creationId xmlns:a16="http://schemas.microsoft.com/office/drawing/2014/main" id="{A8C789FA-34DC-4C0D-836E-752FCCC8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7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4" name="data_3891">
            <a:extLst xmlns:a="http://schemas.openxmlformats.org/drawingml/2006/main">
              <a:ext uri="{FF2B5EF4-FFF2-40B4-BE49-F238E27FC236}">
                <a16:creationId xmlns:a16="http://schemas.microsoft.com/office/drawing/2014/main" id="{01D18206-23D0-4C8C-972B-C197AB69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7159" y="39752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5" name="data_3892">
            <a:extLst xmlns:a="http://schemas.openxmlformats.org/drawingml/2006/main">
              <a:ext uri="{FF2B5EF4-FFF2-40B4-BE49-F238E27FC236}">
                <a16:creationId xmlns:a16="http://schemas.microsoft.com/office/drawing/2014/main" id="{39B8DB8D-3864-4EB7-8372-34CB805A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431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6" name="data_3893">
            <a:extLst xmlns:a="http://schemas.openxmlformats.org/drawingml/2006/main">
              <a:ext uri="{FF2B5EF4-FFF2-40B4-BE49-F238E27FC236}">
                <a16:creationId xmlns:a16="http://schemas.microsoft.com/office/drawing/2014/main" id="{721EF294-1F8B-42BB-9773-60D74E44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475" y="39726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7" name="data_3894">
            <a:extLst xmlns:a="http://schemas.openxmlformats.org/drawingml/2006/main">
              <a:ext uri="{FF2B5EF4-FFF2-40B4-BE49-F238E27FC236}">
                <a16:creationId xmlns:a16="http://schemas.microsoft.com/office/drawing/2014/main" id="{749E7490-175A-4C98-96FB-D48C60B3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0255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8" name="data_3895">
            <a:extLst xmlns:a="http://schemas.openxmlformats.org/drawingml/2006/main">
              <a:ext uri="{FF2B5EF4-FFF2-40B4-BE49-F238E27FC236}">
                <a16:creationId xmlns:a16="http://schemas.microsoft.com/office/drawing/2014/main" id="{2CD24EF2-60A9-4300-B3C2-D89D4ACB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6105" y="382634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9" name="data_3896">
            <a:extLst xmlns:a="http://schemas.openxmlformats.org/drawingml/2006/main">
              <a:ext uri="{FF2B5EF4-FFF2-40B4-BE49-F238E27FC236}">
                <a16:creationId xmlns:a16="http://schemas.microsoft.com/office/drawing/2014/main" id="{9F5A24F6-3A33-4D1D-8845-879A664D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2974" y="39752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0" name="data_3897">
            <a:extLst xmlns:a="http://schemas.openxmlformats.org/drawingml/2006/main">
              <a:ext uri="{FF2B5EF4-FFF2-40B4-BE49-F238E27FC236}">
                <a16:creationId xmlns:a16="http://schemas.microsoft.com/office/drawing/2014/main" id="{9EE50156-3511-4885-8611-222D4350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801" y="3899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1" name="data_3898">
            <a:extLst xmlns:a="http://schemas.openxmlformats.org/drawingml/2006/main">
              <a:ext uri="{FF2B5EF4-FFF2-40B4-BE49-F238E27FC236}">
                <a16:creationId xmlns:a16="http://schemas.microsoft.com/office/drawing/2014/main" id="{843B5572-14D0-4794-ABC3-CF46E594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357" y="38892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2" name="data_3899">
            <a:extLst xmlns:a="http://schemas.openxmlformats.org/drawingml/2006/main">
              <a:ext uri="{FF2B5EF4-FFF2-40B4-BE49-F238E27FC236}">
                <a16:creationId xmlns:a16="http://schemas.microsoft.com/office/drawing/2014/main" id="{E5B9D5FD-9033-4A15-B51D-55FCCBD8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68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3" name="data_3900">
            <a:extLst xmlns:a="http://schemas.openxmlformats.org/drawingml/2006/main">
              <a:ext uri="{FF2B5EF4-FFF2-40B4-BE49-F238E27FC236}">
                <a16:creationId xmlns:a16="http://schemas.microsoft.com/office/drawing/2014/main" id="{04064A51-806A-493D-B3F0-503C5C08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8514" y="39557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4" name="data_3901">
            <a:extLst xmlns:a="http://schemas.openxmlformats.org/drawingml/2006/main">
              <a:ext uri="{FF2B5EF4-FFF2-40B4-BE49-F238E27FC236}">
                <a16:creationId xmlns:a16="http://schemas.microsoft.com/office/drawing/2014/main" id="{E8E404CF-0675-4153-AC34-73251072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22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5" name="data_3902">
            <a:extLst xmlns:a="http://schemas.openxmlformats.org/drawingml/2006/main">
              <a:ext uri="{FF2B5EF4-FFF2-40B4-BE49-F238E27FC236}">
                <a16:creationId xmlns:a16="http://schemas.microsoft.com/office/drawing/2014/main" id="{D76A4C09-9525-48D4-A9D2-40B13D08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63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6" name="data_3903">
            <a:extLst xmlns:a="http://schemas.openxmlformats.org/drawingml/2006/main">
              <a:ext uri="{FF2B5EF4-FFF2-40B4-BE49-F238E27FC236}">
                <a16:creationId xmlns:a16="http://schemas.microsoft.com/office/drawing/2014/main" id="{27575413-1106-4CB4-B5AD-A00D070D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673" y="39595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7" name="data_3904">
            <a:extLst xmlns:a="http://schemas.openxmlformats.org/drawingml/2006/main">
              <a:ext uri="{FF2B5EF4-FFF2-40B4-BE49-F238E27FC236}">
                <a16:creationId xmlns:a16="http://schemas.microsoft.com/office/drawing/2014/main" id="{2403F700-C847-42FD-AF1E-CB6173F3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771" y="39639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8" name="data_3905">
            <a:extLst xmlns:a="http://schemas.openxmlformats.org/drawingml/2006/main">
              <a:ext uri="{FF2B5EF4-FFF2-40B4-BE49-F238E27FC236}">
                <a16:creationId xmlns:a16="http://schemas.microsoft.com/office/drawing/2014/main" id="{41F704D5-0C94-4F97-9288-5A6112DC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606" y="3976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9" name="data_3906">
            <a:extLst xmlns:a="http://schemas.openxmlformats.org/drawingml/2006/main">
              <a:ext uri="{FF2B5EF4-FFF2-40B4-BE49-F238E27FC236}">
                <a16:creationId xmlns:a16="http://schemas.microsoft.com/office/drawing/2014/main" id="{162C0895-5749-4A22-A7AD-3693F086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5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0" name="data_3907">
            <a:extLst xmlns:a="http://schemas.openxmlformats.org/drawingml/2006/main">
              <a:ext uri="{FF2B5EF4-FFF2-40B4-BE49-F238E27FC236}">
                <a16:creationId xmlns:a16="http://schemas.microsoft.com/office/drawing/2014/main" id="{73504BC2-6958-4854-A5D4-D2095C2C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7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1" name="data_3908">
            <a:extLst xmlns:a="http://schemas.openxmlformats.org/drawingml/2006/main">
              <a:ext uri="{FF2B5EF4-FFF2-40B4-BE49-F238E27FC236}">
                <a16:creationId xmlns:a16="http://schemas.microsoft.com/office/drawing/2014/main" id="{81368767-2DDF-4A71-8018-03D984EF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1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2" name="data_3909">
            <a:extLst xmlns:a="http://schemas.openxmlformats.org/drawingml/2006/main">
              <a:ext uri="{FF2B5EF4-FFF2-40B4-BE49-F238E27FC236}">
                <a16:creationId xmlns:a16="http://schemas.microsoft.com/office/drawing/2014/main" id="{2755245E-4ADF-420D-A419-E31740C2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990" y="39746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3" name="data_3910">
            <a:extLst xmlns:a="http://schemas.openxmlformats.org/drawingml/2006/main">
              <a:ext uri="{FF2B5EF4-FFF2-40B4-BE49-F238E27FC236}">
                <a16:creationId xmlns:a16="http://schemas.microsoft.com/office/drawing/2014/main" id="{93A2B4A4-9B36-410E-A555-5216BBAB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399" y="39630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4" name="data_3911">
            <a:extLst xmlns:a="http://schemas.openxmlformats.org/drawingml/2006/main">
              <a:ext uri="{FF2B5EF4-FFF2-40B4-BE49-F238E27FC236}">
                <a16:creationId xmlns:a16="http://schemas.microsoft.com/office/drawing/2014/main" id="{B0AC6C0A-7918-4346-9AD9-FE3216D9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198" y="39719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5" name="data_3912">
            <a:extLst xmlns:a="http://schemas.openxmlformats.org/drawingml/2006/main">
              <a:ext uri="{FF2B5EF4-FFF2-40B4-BE49-F238E27FC236}">
                <a16:creationId xmlns:a16="http://schemas.microsoft.com/office/drawing/2014/main" id="{E8690188-D0D5-441C-A3FC-2F56BA5E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8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6" name="data_3913">
            <a:extLst xmlns:a="http://schemas.openxmlformats.org/drawingml/2006/main">
              <a:ext uri="{FF2B5EF4-FFF2-40B4-BE49-F238E27FC236}">
                <a16:creationId xmlns:a16="http://schemas.microsoft.com/office/drawing/2014/main" id="{E8619DE0-AEC1-4890-B1EA-8453B54A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4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7" name="data_3914">
            <a:extLst xmlns:a="http://schemas.openxmlformats.org/drawingml/2006/main">
              <a:ext uri="{FF2B5EF4-FFF2-40B4-BE49-F238E27FC236}">
                <a16:creationId xmlns:a16="http://schemas.microsoft.com/office/drawing/2014/main" id="{5688E4B5-BC92-4238-8FAD-7EE9EEB9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127" y="39582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8" name="data_3915">
            <a:extLst xmlns:a="http://schemas.openxmlformats.org/drawingml/2006/main">
              <a:ext uri="{FF2B5EF4-FFF2-40B4-BE49-F238E27FC236}">
                <a16:creationId xmlns:a16="http://schemas.microsoft.com/office/drawing/2014/main" id="{7FC64D59-69AB-4B3B-8994-027AF2C2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135" y="39465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9" name="data_3916">
            <a:extLst xmlns:a="http://schemas.openxmlformats.org/drawingml/2006/main">
              <a:ext uri="{FF2B5EF4-FFF2-40B4-BE49-F238E27FC236}">
                <a16:creationId xmlns:a16="http://schemas.microsoft.com/office/drawing/2014/main" id="{D4F4981F-91BD-4F6C-B10E-AA23EE9F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06" y="39592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0" name="data_3917">
            <a:extLst xmlns:a="http://schemas.openxmlformats.org/drawingml/2006/main">
              <a:ext uri="{FF2B5EF4-FFF2-40B4-BE49-F238E27FC236}">
                <a16:creationId xmlns:a16="http://schemas.microsoft.com/office/drawing/2014/main" id="{E674FA60-24EA-4ACC-9BFF-5EDE7B96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212" y="3969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1" name="data_3918">
            <a:extLst xmlns:a="http://schemas.openxmlformats.org/drawingml/2006/main">
              <a:ext uri="{FF2B5EF4-FFF2-40B4-BE49-F238E27FC236}">
                <a16:creationId xmlns:a16="http://schemas.microsoft.com/office/drawing/2014/main" id="{670ADEF3-17DA-4D63-ACDE-6E4C6EFB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8130" y="39394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2" name="data_3919">
            <a:extLst xmlns:a="http://schemas.openxmlformats.org/drawingml/2006/main">
              <a:ext uri="{FF2B5EF4-FFF2-40B4-BE49-F238E27FC236}">
                <a16:creationId xmlns:a16="http://schemas.microsoft.com/office/drawing/2014/main" id="{34C7A276-1112-4338-94D7-191B0FB5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57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3" name="data_3920">
            <a:extLst xmlns:a="http://schemas.openxmlformats.org/drawingml/2006/main">
              <a:ext uri="{FF2B5EF4-FFF2-40B4-BE49-F238E27FC236}">
                <a16:creationId xmlns:a16="http://schemas.microsoft.com/office/drawing/2014/main" id="{6EC5EBCF-55E5-4743-B8F7-EE0BC80E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926" y="26553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4" name="data_3921">
            <a:extLst xmlns:a="http://schemas.openxmlformats.org/drawingml/2006/main">
              <a:ext uri="{FF2B5EF4-FFF2-40B4-BE49-F238E27FC236}">
                <a16:creationId xmlns:a16="http://schemas.microsoft.com/office/drawing/2014/main" id="{FFFB9FA1-EB5E-4421-8179-AF876ECD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9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5" name="data_3922">
            <a:extLst xmlns:a="http://schemas.openxmlformats.org/drawingml/2006/main">
              <a:ext uri="{FF2B5EF4-FFF2-40B4-BE49-F238E27FC236}">
                <a16:creationId xmlns:a16="http://schemas.microsoft.com/office/drawing/2014/main" id="{FC700AE4-26E4-4C7B-93A8-6C9518E4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27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6" name="data_3923">
            <a:extLst xmlns:a="http://schemas.openxmlformats.org/drawingml/2006/main">
              <a:ext uri="{FF2B5EF4-FFF2-40B4-BE49-F238E27FC236}">
                <a16:creationId xmlns:a16="http://schemas.microsoft.com/office/drawing/2014/main" id="{312B95E1-57B1-4669-983D-01A63FA4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2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7" name="data_3924">
            <a:extLst xmlns:a="http://schemas.openxmlformats.org/drawingml/2006/main">
              <a:ext uri="{FF2B5EF4-FFF2-40B4-BE49-F238E27FC236}">
                <a16:creationId xmlns:a16="http://schemas.microsoft.com/office/drawing/2014/main" id="{42EA4C77-1A2F-481F-A93C-E67389E8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800" y="3002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8" name="data_3925">
            <a:extLst xmlns:a="http://schemas.openxmlformats.org/drawingml/2006/main">
              <a:ext uri="{FF2B5EF4-FFF2-40B4-BE49-F238E27FC236}">
                <a16:creationId xmlns:a16="http://schemas.microsoft.com/office/drawing/2014/main" id="{11DA0726-CCAB-4A3E-A69D-08B3E856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8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9" name="data_3926">
            <a:extLst xmlns:a="http://schemas.openxmlformats.org/drawingml/2006/main">
              <a:ext uri="{FF2B5EF4-FFF2-40B4-BE49-F238E27FC236}">
                <a16:creationId xmlns:a16="http://schemas.microsoft.com/office/drawing/2014/main" id="{924257A5-7592-4A32-9025-9F89B04E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701" y="32773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0" name="data_3927">
            <a:extLst xmlns:a="http://schemas.openxmlformats.org/drawingml/2006/main">
              <a:ext uri="{FF2B5EF4-FFF2-40B4-BE49-F238E27FC236}">
                <a16:creationId xmlns:a16="http://schemas.microsoft.com/office/drawing/2014/main" id="{EC132D4F-D7FF-45FD-9197-32F7F914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5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1" name="data_3928">
            <a:extLst xmlns:a="http://schemas.openxmlformats.org/drawingml/2006/main">
              <a:ext uri="{FF2B5EF4-FFF2-40B4-BE49-F238E27FC236}">
                <a16:creationId xmlns:a16="http://schemas.microsoft.com/office/drawing/2014/main" id="{A5B3C39C-F944-4F54-9FB5-09AFA2D7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9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2" name="data_3929">
            <a:extLst xmlns:a="http://schemas.openxmlformats.org/drawingml/2006/main">
              <a:ext uri="{FF2B5EF4-FFF2-40B4-BE49-F238E27FC236}">
                <a16:creationId xmlns:a16="http://schemas.microsoft.com/office/drawing/2014/main" id="{862FC691-B5EB-4032-8FE0-D79C01C1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37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3" name="data_3930">
            <a:extLst xmlns:a="http://schemas.openxmlformats.org/drawingml/2006/main">
              <a:ext uri="{FF2B5EF4-FFF2-40B4-BE49-F238E27FC236}">
                <a16:creationId xmlns:a16="http://schemas.microsoft.com/office/drawing/2014/main" id="{9BD59A54-E0C5-45F1-8E85-87FDA13A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8447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4" name="data_3931">
            <a:extLst xmlns:a="http://schemas.openxmlformats.org/drawingml/2006/main">
              <a:ext uri="{FF2B5EF4-FFF2-40B4-BE49-F238E27FC236}">
                <a16:creationId xmlns:a16="http://schemas.microsoft.com/office/drawing/2014/main" id="{BADF0A0F-5E14-41DB-81E9-1BFE7789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5" name="data_3932">
            <a:extLst xmlns:a="http://schemas.openxmlformats.org/drawingml/2006/main">
              <a:ext uri="{FF2B5EF4-FFF2-40B4-BE49-F238E27FC236}">
                <a16:creationId xmlns:a16="http://schemas.microsoft.com/office/drawing/2014/main" id="{116BFE9E-8BD7-4BE2-A606-69A5AF15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9149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6" name="data_3933">
            <a:extLst xmlns:a="http://schemas.openxmlformats.org/drawingml/2006/main">
              <a:ext uri="{FF2B5EF4-FFF2-40B4-BE49-F238E27FC236}">
                <a16:creationId xmlns:a16="http://schemas.microsoft.com/office/drawing/2014/main" id="{55D0183E-1DE5-4228-A772-57F7E36A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08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7" name="data_3934">
            <a:extLst xmlns:a="http://schemas.openxmlformats.org/drawingml/2006/main">
              <a:ext uri="{FF2B5EF4-FFF2-40B4-BE49-F238E27FC236}">
                <a16:creationId xmlns:a16="http://schemas.microsoft.com/office/drawing/2014/main" id="{5233960E-0439-4B1D-A3C3-52868159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621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8" name="data_3935">
            <a:extLst xmlns:a="http://schemas.openxmlformats.org/drawingml/2006/main">
              <a:ext uri="{FF2B5EF4-FFF2-40B4-BE49-F238E27FC236}">
                <a16:creationId xmlns:a16="http://schemas.microsoft.com/office/drawing/2014/main" id="{CAAD94CA-24EA-4E30-A904-AC17D30F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69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9" name="data_3936">
            <a:extLst xmlns:a="http://schemas.openxmlformats.org/drawingml/2006/main">
              <a:ext uri="{FF2B5EF4-FFF2-40B4-BE49-F238E27FC236}">
                <a16:creationId xmlns:a16="http://schemas.microsoft.com/office/drawing/2014/main" id="{DAB2301F-0C38-4800-BB8A-F6A1361B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26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0" name="data_3937">
            <a:extLst xmlns:a="http://schemas.openxmlformats.org/drawingml/2006/main">
              <a:ext uri="{FF2B5EF4-FFF2-40B4-BE49-F238E27FC236}">
                <a16:creationId xmlns:a16="http://schemas.microsoft.com/office/drawing/2014/main" id="{2E8705AB-7AAB-4A8A-BD7E-2444E5FA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3440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1" name="data_3938">
            <a:extLst xmlns:a="http://schemas.openxmlformats.org/drawingml/2006/main">
              <a:ext uri="{FF2B5EF4-FFF2-40B4-BE49-F238E27FC236}">
                <a16:creationId xmlns:a16="http://schemas.microsoft.com/office/drawing/2014/main" id="{C04081ED-6DD7-4755-9745-9D9E9B10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96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2" name="data_3939">
            <a:extLst xmlns:a="http://schemas.openxmlformats.org/drawingml/2006/main">
              <a:ext uri="{FF2B5EF4-FFF2-40B4-BE49-F238E27FC236}">
                <a16:creationId xmlns:a16="http://schemas.microsoft.com/office/drawing/2014/main" id="{67E51BD9-ECE4-4354-A383-4D8CFB45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5905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3" name="data_3940">
            <a:extLst xmlns:a="http://schemas.openxmlformats.org/drawingml/2006/main">
              <a:ext uri="{FF2B5EF4-FFF2-40B4-BE49-F238E27FC236}">
                <a16:creationId xmlns:a16="http://schemas.microsoft.com/office/drawing/2014/main" id="{EADB5DB2-25B7-427A-A8A8-CB561DF2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2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4" name="data_3941">
            <a:extLst xmlns:a="http://schemas.openxmlformats.org/drawingml/2006/main">
              <a:ext uri="{FF2B5EF4-FFF2-40B4-BE49-F238E27FC236}">
                <a16:creationId xmlns:a16="http://schemas.microsoft.com/office/drawing/2014/main" id="{B3D27526-A1DA-4C66-928E-1052266B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58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5" name="data_3942">
            <a:extLst xmlns:a="http://schemas.openxmlformats.org/drawingml/2006/main">
              <a:ext uri="{FF2B5EF4-FFF2-40B4-BE49-F238E27FC236}">
                <a16:creationId xmlns:a16="http://schemas.microsoft.com/office/drawing/2014/main" id="{5899171F-11D1-4998-B019-209A5CCB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15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6" name="data_3943">
            <a:extLst xmlns:a="http://schemas.openxmlformats.org/drawingml/2006/main">
              <a:ext uri="{FF2B5EF4-FFF2-40B4-BE49-F238E27FC236}">
                <a16:creationId xmlns:a16="http://schemas.microsoft.com/office/drawing/2014/main" id="{DE40C2BA-FE60-4206-B203-1E79D68B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8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7" name="data_3944">
            <a:extLst xmlns:a="http://schemas.openxmlformats.org/drawingml/2006/main">
              <a:ext uri="{FF2B5EF4-FFF2-40B4-BE49-F238E27FC236}">
                <a16:creationId xmlns:a16="http://schemas.microsoft.com/office/drawing/2014/main" id="{44BA246A-340A-41A3-A1B0-4A023730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155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8" name="data_3945">
            <a:extLst xmlns:a="http://schemas.openxmlformats.org/drawingml/2006/main">
              <a:ext uri="{FF2B5EF4-FFF2-40B4-BE49-F238E27FC236}">
                <a16:creationId xmlns:a16="http://schemas.microsoft.com/office/drawing/2014/main" id="{9F938164-D9EA-409C-822E-4F58DE2E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0976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9" name="data_3946">
            <a:extLst xmlns:a="http://schemas.openxmlformats.org/drawingml/2006/main">
              <a:ext uri="{FF2B5EF4-FFF2-40B4-BE49-F238E27FC236}">
                <a16:creationId xmlns:a16="http://schemas.microsoft.com/office/drawing/2014/main" id="{7549DD97-B164-43E0-89F5-369F4FF8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1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0" name="data_3947">
            <a:extLst xmlns:a="http://schemas.openxmlformats.org/drawingml/2006/main">
              <a:ext uri="{FF2B5EF4-FFF2-40B4-BE49-F238E27FC236}">
                <a16:creationId xmlns:a16="http://schemas.microsoft.com/office/drawing/2014/main" id="{8860D74C-5582-45D3-839B-4156B995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09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1" name="data_3948">
            <a:extLst xmlns:a="http://schemas.openxmlformats.org/drawingml/2006/main">
              <a:ext uri="{FF2B5EF4-FFF2-40B4-BE49-F238E27FC236}">
                <a16:creationId xmlns:a16="http://schemas.microsoft.com/office/drawing/2014/main" id="{0ACCA9AC-4802-4C83-9763-6655ACFF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06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2" name="data_3949">
            <a:extLst xmlns:a="http://schemas.openxmlformats.org/drawingml/2006/main">
              <a:ext uri="{FF2B5EF4-FFF2-40B4-BE49-F238E27FC236}">
                <a16:creationId xmlns:a16="http://schemas.microsoft.com/office/drawing/2014/main" id="{E6DB2FF3-FD92-48FD-B9E1-BAB23CCF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0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3" name="data_3950">
            <a:extLst xmlns:a="http://schemas.openxmlformats.org/drawingml/2006/main">
              <a:ext uri="{FF2B5EF4-FFF2-40B4-BE49-F238E27FC236}">
                <a16:creationId xmlns:a16="http://schemas.microsoft.com/office/drawing/2014/main" id="{41FA4D4E-436A-4BE7-839D-DF332C7A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4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4" name="data_3951">
            <a:extLst xmlns:a="http://schemas.openxmlformats.org/drawingml/2006/main">
              <a:ext uri="{FF2B5EF4-FFF2-40B4-BE49-F238E27FC236}">
                <a16:creationId xmlns:a16="http://schemas.microsoft.com/office/drawing/2014/main" id="{534E14AF-DF58-468B-87A3-29240900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978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5" name="data_3952">
            <a:extLst xmlns:a="http://schemas.openxmlformats.org/drawingml/2006/main">
              <a:ext uri="{FF2B5EF4-FFF2-40B4-BE49-F238E27FC236}">
                <a16:creationId xmlns:a16="http://schemas.microsoft.com/office/drawing/2014/main" id="{D8E73BC7-F317-408E-9912-8358D56A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2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6" name="data_3953">
            <a:extLst xmlns:a="http://schemas.openxmlformats.org/drawingml/2006/main">
              <a:ext uri="{FF2B5EF4-FFF2-40B4-BE49-F238E27FC236}">
                <a16:creationId xmlns:a16="http://schemas.microsoft.com/office/drawing/2014/main" id="{73FBD58E-BB2B-405E-9718-D1258DBF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5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7" name="data_3954">
            <a:extLst xmlns:a="http://schemas.openxmlformats.org/drawingml/2006/main">
              <a:ext uri="{FF2B5EF4-FFF2-40B4-BE49-F238E27FC236}">
                <a16:creationId xmlns:a16="http://schemas.microsoft.com/office/drawing/2014/main" id="{4CE88B1C-BFF9-4B3C-B136-9BC22613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4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8" name="data_3955">
            <a:extLst xmlns:a="http://schemas.openxmlformats.org/drawingml/2006/main">
              <a:ext uri="{FF2B5EF4-FFF2-40B4-BE49-F238E27FC236}">
                <a16:creationId xmlns:a16="http://schemas.microsoft.com/office/drawing/2014/main" id="{900BDB50-0626-425B-A667-BDDD3325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40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9" name="data_3956">
            <a:extLst xmlns:a="http://schemas.openxmlformats.org/drawingml/2006/main">
              <a:ext uri="{FF2B5EF4-FFF2-40B4-BE49-F238E27FC236}">
                <a16:creationId xmlns:a16="http://schemas.microsoft.com/office/drawing/2014/main" id="{E6878A86-5EA8-4A64-86BB-21287A09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90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0" name="data_3957">
            <a:extLst xmlns:a="http://schemas.openxmlformats.org/drawingml/2006/main">
              <a:ext uri="{FF2B5EF4-FFF2-40B4-BE49-F238E27FC236}">
                <a16:creationId xmlns:a16="http://schemas.microsoft.com/office/drawing/2014/main" id="{807F431D-63B1-451E-86AA-C874B0F5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64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1" name="data_3958">
            <a:extLst xmlns:a="http://schemas.openxmlformats.org/drawingml/2006/main">
              <a:ext uri="{FF2B5EF4-FFF2-40B4-BE49-F238E27FC236}">
                <a16:creationId xmlns:a16="http://schemas.microsoft.com/office/drawing/2014/main" id="{611E653D-7A17-4189-9CE6-9D66413C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82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2" name="data_3959">
            <a:extLst xmlns:a="http://schemas.openxmlformats.org/drawingml/2006/main">
              <a:ext uri="{FF2B5EF4-FFF2-40B4-BE49-F238E27FC236}">
                <a16:creationId xmlns:a16="http://schemas.microsoft.com/office/drawing/2014/main" id="{45F189D2-0C38-4528-A2B8-4CF70F01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246" y="337762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3" name="data_3960">
            <a:extLst xmlns:a="http://schemas.openxmlformats.org/drawingml/2006/main">
              <a:ext uri="{FF2B5EF4-FFF2-40B4-BE49-F238E27FC236}">
                <a16:creationId xmlns:a16="http://schemas.microsoft.com/office/drawing/2014/main" id="{70775AF3-6EAD-4503-9197-23F47C0A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789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4" name="data_3961">
            <a:extLst xmlns:a="http://schemas.openxmlformats.org/drawingml/2006/main">
              <a:ext uri="{FF2B5EF4-FFF2-40B4-BE49-F238E27FC236}">
                <a16:creationId xmlns:a16="http://schemas.microsoft.com/office/drawing/2014/main" id="{5FD023FE-76C9-462E-BCAC-2F34D309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3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5" name="data_3962">
            <a:extLst xmlns:a="http://schemas.openxmlformats.org/drawingml/2006/main">
              <a:ext uri="{FF2B5EF4-FFF2-40B4-BE49-F238E27FC236}">
                <a16:creationId xmlns:a16="http://schemas.microsoft.com/office/drawing/2014/main" id="{5EAFB509-60C6-4B81-9810-9377C76C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10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6" name="data_3963">
            <a:extLst xmlns:a="http://schemas.openxmlformats.org/drawingml/2006/main">
              <a:ext uri="{FF2B5EF4-FFF2-40B4-BE49-F238E27FC236}">
                <a16:creationId xmlns:a16="http://schemas.microsoft.com/office/drawing/2014/main" id="{F00EE6C1-9644-41F2-B2FC-26223C7C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1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7" name="data_3964">
            <a:extLst xmlns:a="http://schemas.openxmlformats.org/drawingml/2006/main">
              <a:ext uri="{FF2B5EF4-FFF2-40B4-BE49-F238E27FC236}">
                <a16:creationId xmlns:a16="http://schemas.microsoft.com/office/drawing/2014/main" id="{73D393BB-1939-403C-B814-1B280FFB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1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8" name="data_3965">
            <a:extLst xmlns:a="http://schemas.openxmlformats.org/drawingml/2006/main">
              <a:ext uri="{FF2B5EF4-FFF2-40B4-BE49-F238E27FC236}">
                <a16:creationId xmlns:a16="http://schemas.microsoft.com/office/drawing/2014/main" id="{F4307E56-9AD4-428B-AD64-AD60A772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05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9" name="data_3966">
            <a:extLst xmlns:a="http://schemas.openxmlformats.org/drawingml/2006/main">
              <a:ext uri="{FF2B5EF4-FFF2-40B4-BE49-F238E27FC236}">
                <a16:creationId xmlns:a16="http://schemas.microsoft.com/office/drawing/2014/main" id="{E1897C81-26C7-4C1B-B6FD-AA841763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0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0" name="data_3967">
            <a:extLst xmlns:a="http://schemas.openxmlformats.org/drawingml/2006/main">
              <a:ext uri="{FF2B5EF4-FFF2-40B4-BE49-F238E27FC236}">
                <a16:creationId xmlns:a16="http://schemas.microsoft.com/office/drawing/2014/main" id="{827EE89E-2AAA-406B-B582-22389F13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3989" y="2356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1" name="data_3968">
            <a:extLst xmlns:a="http://schemas.openxmlformats.org/drawingml/2006/main">
              <a:ext uri="{FF2B5EF4-FFF2-40B4-BE49-F238E27FC236}">
                <a16:creationId xmlns:a16="http://schemas.microsoft.com/office/drawing/2014/main" id="{31CC77C3-F9E4-4BD8-8D82-2D23F176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92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2" name="data_3969">
            <a:extLst xmlns:a="http://schemas.openxmlformats.org/drawingml/2006/main">
              <a:ext uri="{FF2B5EF4-FFF2-40B4-BE49-F238E27FC236}">
                <a16:creationId xmlns:a16="http://schemas.microsoft.com/office/drawing/2014/main" id="{9B306F48-156C-46F5-A574-87CFA4D4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40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3" name="data_3970">
            <a:extLst xmlns:a="http://schemas.openxmlformats.org/drawingml/2006/main">
              <a:ext uri="{FF2B5EF4-FFF2-40B4-BE49-F238E27FC236}">
                <a16:creationId xmlns:a16="http://schemas.microsoft.com/office/drawing/2014/main" id="{BDE829B1-B769-428B-AE08-0C80F1A1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56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4" name="data_3971">
            <a:extLst xmlns:a="http://schemas.openxmlformats.org/drawingml/2006/main">
              <a:ext uri="{FF2B5EF4-FFF2-40B4-BE49-F238E27FC236}">
                <a16:creationId xmlns:a16="http://schemas.microsoft.com/office/drawing/2014/main" id="{0D5C2C44-C490-4A9B-B27C-6FB2A0CB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1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5" name="data_3972">
            <a:extLst xmlns:a="http://schemas.openxmlformats.org/drawingml/2006/main">
              <a:ext uri="{FF2B5EF4-FFF2-40B4-BE49-F238E27FC236}">
                <a16:creationId xmlns:a16="http://schemas.microsoft.com/office/drawing/2014/main" id="{A6C66FF3-3503-4C62-9103-1BBDAC7E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57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6" name="data_3973">
            <a:extLst xmlns:a="http://schemas.openxmlformats.org/drawingml/2006/main">
              <a:ext uri="{FF2B5EF4-FFF2-40B4-BE49-F238E27FC236}">
                <a16:creationId xmlns:a16="http://schemas.microsoft.com/office/drawing/2014/main" id="{7345B684-28DA-4E32-87E7-CD6B8719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7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7" name="data_3974">
            <a:extLst xmlns:a="http://schemas.openxmlformats.org/drawingml/2006/main">
              <a:ext uri="{FF2B5EF4-FFF2-40B4-BE49-F238E27FC236}">
                <a16:creationId xmlns:a16="http://schemas.microsoft.com/office/drawing/2014/main" id="{784A0961-96E3-4ED5-A1DA-4DFBBB37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2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8" name="data_3975">
            <a:extLst xmlns:a="http://schemas.openxmlformats.org/drawingml/2006/main">
              <a:ext uri="{FF2B5EF4-FFF2-40B4-BE49-F238E27FC236}">
                <a16:creationId xmlns:a16="http://schemas.microsoft.com/office/drawing/2014/main" id="{A3F67466-053F-4229-821C-211121F3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144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9" name="data_3976">
            <a:extLst xmlns:a="http://schemas.openxmlformats.org/drawingml/2006/main">
              <a:ext uri="{FF2B5EF4-FFF2-40B4-BE49-F238E27FC236}">
                <a16:creationId xmlns:a16="http://schemas.microsoft.com/office/drawing/2014/main" id="{12E86AA5-6DC3-4BDD-87BA-C6EF65EF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3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0" name="data_3977">
            <a:extLst xmlns:a="http://schemas.openxmlformats.org/drawingml/2006/main">
              <a:ext uri="{FF2B5EF4-FFF2-40B4-BE49-F238E27FC236}">
                <a16:creationId xmlns:a16="http://schemas.microsoft.com/office/drawing/2014/main" id="{CD0F8972-0C08-453B-9F05-F635A818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1766" y="30720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1" name="data_3978">
            <a:extLst xmlns:a="http://schemas.openxmlformats.org/drawingml/2006/main">
              <a:ext uri="{FF2B5EF4-FFF2-40B4-BE49-F238E27FC236}">
                <a16:creationId xmlns:a16="http://schemas.microsoft.com/office/drawing/2014/main" id="{BD6296FB-919C-476C-83C5-F455B62C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7197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2" name="data_3979">
            <a:extLst xmlns:a="http://schemas.openxmlformats.org/drawingml/2006/main">
              <a:ext uri="{FF2B5EF4-FFF2-40B4-BE49-F238E27FC236}">
                <a16:creationId xmlns:a16="http://schemas.microsoft.com/office/drawing/2014/main" id="{E5A2647E-58E4-4D0A-B95A-6165CB9A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91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3" name="data_3980">
            <a:extLst xmlns:a="http://schemas.openxmlformats.org/drawingml/2006/main">
              <a:ext uri="{FF2B5EF4-FFF2-40B4-BE49-F238E27FC236}">
                <a16:creationId xmlns:a16="http://schemas.microsoft.com/office/drawing/2014/main" id="{314D801A-07A7-4A2B-9562-D693A17B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3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4" name="data_3981">
            <a:extLst xmlns:a="http://schemas.openxmlformats.org/drawingml/2006/main">
              <a:ext uri="{FF2B5EF4-FFF2-40B4-BE49-F238E27FC236}">
                <a16:creationId xmlns:a16="http://schemas.microsoft.com/office/drawing/2014/main" id="{13A5F00C-D76E-4260-A236-52768684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0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5" name="data_3982">
            <a:extLst xmlns:a="http://schemas.openxmlformats.org/drawingml/2006/main">
              <a:ext uri="{FF2B5EF4-FFF2-40B4-BE49-F238E27FC236}">
                <a16:creationId xmlns:a16="http://schemas.microsoft.com/office/drawing/2014/main" id="{F6931529-A605-45CD-9085-EA063CF2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9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6" name="data_3983">
            <a:extLst xmlns:a="http://schemas.openxmlformats.org/drawingml/2006/main">
              <a:ext uri="{FF2B5EF4-FFF2-40B4-BE49-F238E27FC236}">
                <a16:creationId xmlns:a16="http://schemas.microsoft.com/office/drawing/2014/main" id="{A6634161-5AD9-44A4-81BD-DD7910E8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06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7" name="data_3984">
            <a:extLst xmlns:a="http://schemas.openxmlformats.org/drawingml/2006/main">
              <a:ext uri="{FF2B5EF4-FFF2-40B4-BE49-F238E27FC236}">
                <a16:creationId xmlns:a16="http://schemas.microsoft.com/office/drawing/2014/main" id="{E65CCF2D-182C-42C6-A372-343F8819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7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8" name="data_3985">
            <a:extLst xmlns:a="http://schemas.openxmlformats.org/drawingml/2006/main">
              <a:ext uri="{FF2B5EF4-FFF2-40B4-BE49-F238E27FC236}">
                <a16:creationId xmlns:a16="http://schemas.microsoft.com/office/drawing/2014/main" id="{BB4BC71A-4016-408B-874A-4002E34B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01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9" name="data_3986">
            <a:extLst xmlns:a="http://schemas.openxmlformats.org/drawingml/2006/main">
              <a:ext uri="{FF2B5EF4-FFF2-40B4-BE49-F238E27FC236}">
                <a16:creationId xmlns:a16="http://schemas.microsoft.com/office/drawing/2014/main" id="{3D405640-23D6-4386-93E2-883C6631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831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0" name="data_3987">
            <a:extLst xmlns:a="http://schemas.openxmlformats.org/drawingml/2006/main">
              <a:ext uri="{FF2B5EF4-FFF2-40B4-BE49-F238E27FC236}">
                <a16:creationId xmlns:a16="http://schemas.microsoft.com/office/drawing/2014/main" id="{41E517C7-42AF-4012-BE40-B52550C7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72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1" name="data_3988">
            <a:extLst xmlns:a="http://schemas.openxmlformats.org/drawingml/2006/main">
              <a:ext uri="{FF2B5EF4-FFF2-40B4-BE49-F238E27FC236}">
                <a16:creationId xmlns:a16="http://schemas.microsoft.com/office/drawing/2014/main" id="{88FA403D-FCAE-4CC2-9FE1-14D07F9E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2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2" name="data_3989">
            <a:extLst xmlns:a="http://schemas.openxmlformats.org/drawingml/2006/main">
              <a:ext uri="{FF2B5EF4-FFF2-40B4-BE49-F238E27FC236}">
                <a16:creationId xmlns:a16="http://schemas.microsoft.com/office/drawing/2014/main" id="{484B550C-2C35-4CAA-ADB9-554114D9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447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3" name="data_3990">
            <a:extLst xmlns:a="http://schemas.openxmlformats.org/drawingml/2006/main">
              <a:ext uri="{FF2B5EF4-FFF2-40B4-BE49-F238E27FC236}">
                <a16:creationId xmlns:a16="http://schemas.microsoft.com/office/drawing/2014/main" id="{52AF5AB9-5E95-435E-B8E8-B3360BBF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16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4" name="data_3991">
            <a:extLst xmlns:a="http://schemas.openxmlformats.org/drawingml/2006/main">
              <a:ext uri="{FF2B5EF4-FFF2-40B4-BE49-F238E27FC236}">
                <a16:creationId xmlns:a16="http://schemas.microsoft.com/office/drawing/2014/main" id="{60930918-8006-4F9A-A6F4-C80C41EE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4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5" name="data_3992">
            <a:extLst xmlns:a="http://schemas.openxmlformats.org/drawingml/2006/main">
              <a:ext uri="{FF2B5EF4-FFF2-40B4-BE49-F238E27FC236}">
                <a16:creationId xmlns:a16="http://schemas.microsoft.com/office/drawing/2014/main" id="{A1E13F9A-C6F8-4F4E-8454-D987FAF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8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6" name="data_3993">
            <a:extLst xmlns:a="http://schemas.openxmlformats.org/drawingml/2006/main">
              <a:ext uri="{FF2B5EF4-FFF2-40B4-BE49-F238E27FC236}">
                <a16:creationId xmlns:a16="http://schemas.microsoft.com/office/drawing/2014/main" id="{F4E119A4-AC78-4415-8035-5D17BAAC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6991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7" name="data_3994">
            <a:extLst xmlns:a="http://schemas.openxmlformats.org/drawingml/2006/main">
              <a:ext uri="{FF2B5EF4-FFF2-40B4-BE49-F238E27FC236}">
                <a16:creationId xmlns:a16="http://schemas.microsoft.com/office/drawing/2014/main" id="{01557646-AE45-49EA-BAA2-31975D4A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8" name="data_3995">
            <a:extLst xmlns:a="http://schemas.openxmlformats.org/drawingml/2006/main">
              <a:ext uri="{FF2B5EF4-FFF2-40B4-BE49-F238E27FC236}">
                <a16:creationId xmlns:a16="http://schemas.microsoft.com/office/drawing/2014/main" id="{6D4C0B81-3F04-4AF0-8E5E-50B1F918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7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9" name="data_3996">
            <a:extLst xmlns:a="http://schemas.openxmlformats.org/drawingml/2006/main">
              <a:ext uri="{FF2B5EF4-FFF2-40B4-BE49-F238E27FC236}">
                <a16:creationId xmlns:a16="http://schemas.microsoft.com/office/drawing/2014/main" id="{62C072D6-0789-4EE2-810A-42D1E056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2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0" name="data_3997">
            <a:extLst xmlns:a="http://schemas.openxmlformats.org/drawingml/2006/main">
              <a:ext uri="{FF2B5EF4-FFF2-40B4-BE49-F238E27FC236}">
                <a16:creationId xmlns:a16="http://schemas.microsoft.com/office/drawing/2014/main" id="{0A25D5AC-373E-467B-8C45-A8F60665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88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1" name="data_3998">
            <a:extLst xmlns:a="http://schemas.openxmlformats.org/drawingml/2006/main">
              <a:ext uri="{FF2B5EF4-FFF2-40B4-BE49-F238E27FC236}">
                <a16:creationId xmlns:a16="http://schemas.microsoft.com/office/drawing/2014/main" id="{266D943D-212B-44E8-838A-8E4AD616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0114" y="24065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2" name="data_3999">
            <a:extLst xmlns:a="http://schemas.openxmlformats.org/drawingml/2006/main">
              <a:ext uri="{FF2B5EF4-FFF2-40B4-BE49-F238E27FC236}">
                <a16:creationId xmlns:a16="http://schemas.microsoft.com/office/drawing/2014/main" id="{0ED73D99-40F9-4D7A-BEAD-6F99A994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104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3" name="data_4000">
            <a:extLst xmlns:a="http://schemas.openxmlformats.org/drawingml/2006/main">
              <a:ext uri="{FF2B5EF4-FFF2-40B4-BE49-F238E27FC236}">
                <a16:creationId xmlns:a16="http://schemas.microsoft.com/office/drawing/2014/main" id="{4C08C90A-525A-4401-9962-5E2A66C4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2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4" name="data_4001">
            <a:extLst xmlns:a="http://schemas.openxmlformats.org/drawingml/2006/main">
              <a:ext uri="{FF2B5EF4-FFF2-40B4-BE49-F238E27FC236}">
                <a16:creationId xmlns:a16="http://schemas.microsoft.com/office/drawing/2014/main" id="{FE87514F-A1C6-4F22-9E8E-7B572DBD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1765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5" name="data_4002">
            <a:extLst xmlns:a="http://schemas.openxmlformats.org/drawingml/2006/main">
              <a:ext uri="{FF2B5EF4-FFF2-40B4-BE49-F238E27FC236}">
                <a16:creationId xmlns:a16="http://schemas.microsoft.com/office/drawing/2014/main" id="{543E4706-EF02-40A2-A6E6-BC152972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5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6" name="data_4003">
            <a:extLst xmlns:a="http://schemas.openxmlformats.org/drawingml/2006/main">
              <a:ext uri="{FF2B5EF4-FFF2-40B4-BE49-F238E27FC236}">
                <a16:creationId xmlns:a16="http://schemas.microsoft.com/office/drawing/2014/main" id="{BD28BB08-9A96-44AA-89EA-C6EAC357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9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7" name="data_4004">
            <a:extLst xmlns:a="http://schemas.openxmlformats.org/drawingml/2006/main">
              <a:ext uri="{FF2B5EF4-FFF2-40B4-BE49-F238E27FC236}">
                <a16:creationId xmlns:a16="http://schemas.microsoft.com/office/drawing/2014/main" id="{3F123023-527F-4CA0-9915-6FCC9264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44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8" name="data_4005">
            <a:extLst xmlns:a="http://schemas.openxmlformats.org/drawingml/2006/main">
              <a:ext uri="{FF2B5EF4-FFF2-40B4-BE49-F238E27FC236}">
                <a16:creationId xmlns:a16="http://schemas.microsoft.com/office/drawing/2014/main" id="{BB77A181-E719-4843-AB46-3B32DF43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0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9" name="data_4006">
            <a:extLst xmlns:a="http://schemas.openxmlformats.org/drawingml/2006/main">
              <a:ext uri="{FF2B5EF4-FFF2-40B4-BE49-F238E27FC236}">
                <a16:creationId xmlns:a16="http://schemas.microsoft.com/office/drawing/2014/main" id="{A5C5D1B8-3D0F-448C-A671-1A53582B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662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0" name="data_4007">
            <a:extLst xmlns:a="http://schemas.openxmlformats.org/drawingml/2006/main">
              <a:ext uri="{FF2B5EF4-FFF2-40B4-BE49-F238E27FC236}">
                <a16:creationId xmlns:a16="http://schemas.microsoft.com/office/drawing/2014/main" id="{69432425-8C68-49FA-9B10-AAA737FD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0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1" name="data_4008">
            <a:extLst xmlns:a="http://schemas.openxmlformats.org/drawingml/2006/main">
              <a:ext uri="{FF2B5EF4-FFF2-40B4-BE49-F238E27FC236}">
                <a16:creationId xmlns:a16="http://schemas.microsoft.com/office/drawing/2014/main" id="{C7B78DF2-A534-47C3-A0BD-10AC7135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45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2" name="data_4009">
            <a:extLst xmlns:a="http://schemas.openxmlformats.org/drawingml/2006/main">
              <a:ext uri="{FF2B5EF4-FFF2-40B4-BE49-F238E27FC236}">
                <a16:creationId xmlns:a16="http://schemas.microsoft.com/office/drawing/2014/main" id="{33EA67D4-719D-4454-8814-28D00FA2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8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3" name="data_4010">
            <a:extLst xmlns:a="http://schemas.openxmlformats.org/drawingml/2006/main">
              <a:ext uri="{FF2B5EF4-FFF2-40B4-BE49-F238E27FC236}">
                <a16:creationId xmlns:a16="http://schemas.microsoft.com/office/drawing/2014/main" id="{8BFCFDC3-9811-4553-BB61-B63F01B6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44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4" name="data_4011">
            <a:extLst xmlns:a="http://schemas.openxmlformats.org/drawingml/2006/main">
              <a:ext uri="{FF2B5EF4-FFF2-40B4-BE49-F238E27FC236}">
                <a16:creationId xmlns:a16="http://schemas.microsoft.com/office/drawing/2014/main" id="{5E9AFCCE-9402-4248-87A9-1F831E24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645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5" name="data_4012">
            <a:extLst xmlns:a="http://schemas.openxmlformats.org/drawingml/2006/main">
              <a:ext uri="{FF2B5EF4-FFF2-40B4-BE49-F238E27FC236}">
                <a16:creationId xmlns:a16="http://schemas.microsoft.com/office/drawing/2014/main" id="{54C2735B-8664-4930-8CF3-8FE5209E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3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6" name="data_4013">
            <a:extLst xmlns:a="http://schemas.openxmlformats.org/drawingml/2006/main">
              <a:ext uri="{FF2B5EF4-FFF2-40B4-BE49-F238E27FC236}">
                <a16:creationId xmlns:a16="http://schemas.microsoft.com/office/drawing/2014/main" id="{DD1CCB51-4870-43C3-8B47-0B84CCD7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20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7" name="data_4014">
            <a:extLst xmlns:a="http://schemas.openxmlformats.org/drawingml/2006/main">
              <a:ext uri="{FF2B5EF4-FFF2-40B4-BE49-F238E27FC236}">
                <a16:creationId xmlns:a16="http://schemas.microsoft.com/office/drawing/2014/main" id="{8626C236-1347-4B8A-9BBD-A8E9AA1C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973" y="25534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8" name="data_4015">
            <a:extLst xmlns:a="http://schemas.openxmlformats.org/drawingml/2006/main">
              <a:ext uri="{FF2B5EF4-FFF2-40B4-BE49-F238E27FC236}">
                <a16:creationId xmlns:a16="http://schemas.microsoft.com/office/drawing/2014/main" id="{0680C511-BD74-4BA9-8707-4355BB78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1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9" name="data_4016">
            <a:extLst xmlns:a="http://schemas.openxmlformats.org/drawingml/2006/main">
              <a:ext uri="{FF2B5EF4-FFF2-40B4-BE49-F238E27FC236}">
                <a16:creationId xmlns:a16="http://schemas.microsoft.com/office/drawing/2014/main" id="{1A6BBA76-FBA7-4021-98BC-516C242C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200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0" name="data_4017">
            <a:extLst xmlns:a="http://schemas.openxmlformats.org/drawingml/2006/main">
              <a:ext uri="{FF2B5EF4-FFF2-40B4-BE49-F238E27FC236}">
                <a16:creationId xmlns:a16="http://schemas.microsoft.com/office/drawing/2014/main" id="{2D1EC077-33C8-471E-865B-0CAD4CD2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85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1" name="data_4018">
            <a:extLst xmlns:a="http://schemas.openxmlformats.org/drawingml/2006/main">
              <a:ext uri="{FF2B5EF4-FFF2-40B4-BE49-F238E27FC236}">
                <a16:creationId xmlns:a16="http://schemas.microsoft.com/office/drawing/2014/main" id="{20694A2C-2E76-4091-BA28-02B499BA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176" y="31002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2" name="data_4019">
            <a:extLst xmlns:a="http://schemas.openxmlformats.org/drawingml/2006/main">
              <a:ext uri="{FF2B5EF4-FFF2-40B4-BE49-F238E27FC236}">
                <a16:creationId xmlns:a16="http://schemas.microsoft.com/office/drawing/2014/main" id="{68482F7B-82DB-41F6-8004-63298145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4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3" name="data_4020">
            <a:extLst xmlns:a="http://schemas.openxmlformats.org/drawingml/2006/main">
              <a:ext uri="{FF2B5EF4-FFF2-40B4-BE49-F238E27FC236}">
                <a16:creationId xmlns:a16="http://schemas.microsoft.com/office/drawing/2014/main" id="{C8DF9C81-ADAC-4144-BCCC-CBADD859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145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4" name="data_4021">
            <a:extLst xmlns:a="http://schemas.openxmlformats.org/drawingml/2006/main">
              <a:ext uri="{FF2B5EF4-FFF2-40B4-BE49-F238E27FC236}">
                <a16:creationId xmlns:a16="http://schemas.microsoft.com/office/drawing/2014/main" id="{6519D619-1E14-48E1-9A3C-B4923B3F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1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5" name="data_4022">
            <a:extLst xmlns:a="http://schemas.openxmlformats.org/drawingml/2006/main">
              <a:ext uri="{FF2B5EF4-FFF2-40B4-BE49-F238E27FC236}">
                <a16:creationId xmlns:a16="http://schemas.microsoft.com/office/drawing/2014/main" id="{B3080F8C-E605-4AE2-8635-315125CC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13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6" name="data_4023">
            <a:extLst xmlns:a="http://schemas.openxmlformats.org/drawingml/2006/main">
              <a:ext uri="{FF2B5EF4-FFF2-40B4-BE49-F238E27FC236}">
                <a16:creationId xmlns:a16="http://schemas.microsoft.com/office/drawing/2014/main" id="{989B162B-6D24-4CC8-A982-8610FD1A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9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7" name="data_4024">
            <a:extLst xmlns:a="http://schemas.openxmlformats.org/drawingml/2006/main">
              <a:ext uri="{FF2B5EF4-FFF2-40B4-BE49-F238E27FC236}">
                <a16:creationId xmlns:a16="http://schemas.microsoft.com/office/drawing/2014/main" id="{05101EB1-54EE-4ED5-A00B-822B7497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38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8" name="data_4025">
            <a:extLst xmlns:a="http://schemas.openxmlformats.org/drawingml/2006/main">
              <a:ext uri="{FF2B5EF4-FFF2-40B4-BE49-F238E27FC236}">
                <a16:creationId xmlns:a16="http://schemas.microsoft.com/office/drawing/2014/main" id="{3102CA81-8861-44B4-96F0-4C03E175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103" y="24345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9" name="data_4026">
            <a:extLst xmlns:a="http://schemas.openxmlformats.org/drawingml/2006/main">
              <a:ext uri="{FF2B5EF4-FFF2-40B4-BE49-F238E27FC236}">
                <a16:creationId xmlns:a16="http://schemas.microsoft.com/office/drawing/2014/main" id="{62605090-7425-4364-8F0A-4D77797B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6027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0" name="data_4027">
            <a:extLst xmlns:a="http://schemas.openxmlformats.org/drawingml/2006/main">
              <a:ext uri="{FF2B5EF4-FFF2-40B4-BE49-F238E27FC236}">
                <a16:creationId xmlns:a16="http://schemas.microsoft.com/office/drawing/2014/main" id="{1F0CC7EF-11A6-4333-B2DF-6AE662A5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4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1" name="data_4028">
            <a:extLst xmlns:a="http://schemas.openxmlformats.org/drawingml/2006/main">
              <a:ext uri="{FF2B5EF4-FFF2-40B4-BE49-F238E27FC236}">
                <a16:creationId xmlns:a16="http://schemas.microsoft.com/office/drawing/2014/main" id="{009AE38B-A44E-46BD-828C-2796C72A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51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2" name="data_4029">
            <a:extLst xmlns:a="http://schemas.openxmlformats.org/drawingml/2006/main">
              <a:ext uri="{FF2B5EF4-FFF2-40B4-BE49-F238E27FC236}">
                <a16:creationId xmlns:a16="http://schemas.microsoft.com/office/drawing/2014/main" id="{3A2A2EEA-CFF8-47B5-9101-ED144E51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29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3" name="data_4030">
            <a:extLst xmlns:a="http://schemas.openxmlformats.org/drawingml/2006/main">
              <a:ext uri="{FF2B5EF4-FFF2-40B4-BE49-F238E27FC236}">
                <a16:creationId xmlns:a16="http://schemas.microsoft.com/office/drawing/2014/main" id="{59B69BB3-2B33-48DA-A4D0-721EE3E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41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4" name="data_4031">
            <a:extLst xmlns:a="http://schemas.openxmlformats.org/drawingml/2006/main">
              <a:ext uri="{FF2B5EF4-FFF2-40B4-BE49-F238E27FC236}">
                <a16:creationId xmlns:a16="http://schemas.microsoft.com/office/drawing/2014/main" id="{1B77C530-4C1A-4930-9870-863EF668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7469" y="26005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5" name="data_4032">
            <a:extLst xmlns:a="http://schemas.openxmlformats.org/drawingml/2006/main">
              <a:ext uri="{FF2B5EF4-FFF2-40B4-BE49-F238E27FC236}">
                <a16:creationId xmlns:a16="http://schemas.microsoft.com/office/drawing/2014/main" id="{A26E2C69-09EA-433D-8E29-BE776DBD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466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6" name="data_4033">
            <a:extLst xmlns:a="http://schemas.openxmlformats.org/drawingml/2006/main">
              <a:ext uri="{FF2B5EF4-FFF2-40B4-BE49-F238E27FC236}">
                <a16:creationId xmlns:a16="http://schemas.microsoft.com/office/drawing/2014/main" id="{7A1393F1-7191-4FF0-8E25-44F9360E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3193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7" name="data_4034">
            <a:extLst xmlns:a="http://schemas.openxmlformats.org/drawingml/2006/main">
              <a:ext uri="{FF2B5EF4-FFF2-40B4-BE49-F238E27FC236}">
                <a16:creationId xmlns:a16="http://schemas.microsoft.com/office/drawing/2014/main" id="{9F4892BF-0789-4822-9792-C7C900EC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76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8" name="data_4035">
            <a:extLst xmlns:a="http://schemas.openxmlformats.org/drawingml/2006/main">
              <a:ext uri="{FF2B5EF4-FFF2-40B4-BE49-F238E27FC236}">
                <a16:creationId xmlns:a16="http://schemas.microsoft.com/office/drawing/2014/main" id="{017E0C38-D0F0-4C83-B572-D65FF324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84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9" name="data_4036">
            <a:extLst xmlns:a="http://schemas.openxmlformats.org/drawingml/2006/main">
              <a:ext uri="{FF2B5EF4-FFF2-40B4-BE49-F238E27FC236}">
                <a16:creationId xmlns:a16="http://schemas.microsoft.com/office/drawing/2014/main" id="{FA8B5825-FCFA-4B1E-A565-ADDE2C9F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4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0" name="data_4037">
            <a:extLst xmlns:a="http://schemas.openxmlformats.org/drawingml/2006/main">
              <a:ext uri="{FF2B5EF4-FFF2-40B4-BE49-F238E27FC236}">
                <a16:creationId xmlns:a16="http://schemas.microsoft.com/office/drawing/2014/main" id="{7A845CD4-2F64-4A00-8BD7-EF72B8F2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68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1" name="data_4038">
            <a:extLst xmlns:a="http://schemas.openxmlformats.org/drawingml/2006/main">
              <a:ext uri="{FF2B5EF4-FFF2-40B4-BE49-F238E27FC236}">
                <a16:creationId xmlns:a16="http://schemas.microsoft.com/office/drawing/2014/main" id="{EB09F0B6-AC14-4C83-A88E-61ED08CE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46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2" name="data_4039">
            <a:extLst xmlns:a="http://schemas.openxmlformats.org/drawingml/2006/main">
              <a:ext uri="{FF2B5EF4-FFF2-40B4-BE49-F238E27FC236}">
                <a16:creationId xmlns:a16="http://schemas.microsoft.com/office/drawing/2014/main" id="{8A107466-CDA2-49CF-A7FA-B4B947F9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8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3" name="data_4040">
            <a:extLst xmlns:a="http://schemas.openxmlformats.org/drawingml/2006/main">
              <a:ext uri="{FF2B5EF4-FFF2-40B4-BE49-F238E27FC236}">
                <a16:creationId xmlns:a16="http://schemas.microsoft.com/office/drawing/2014/main" id="{FF9723CD-7722-4B85-A856-4E1D22A2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6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4" name="data_4041">
            <a:extLst xmlns:a="http://schemas.openxmlformats.org/drawingml/2006/main">
              <a:ext uri="{FF2B5EF4-FFF2-40B4-BE49-F238E27FC236}">
                <a16:creationId xmlns:a16="http://schemas.microsoft.com/office/drawing/2014/main" id="{BE10C6FE-EC96-4404-A0B6-B51564F3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11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5" name="data_4042">
            <a:extLst xmlns:a="http://schemas.openxmlformats.org/drawingml/2006/main">
              <a:ext uri="{FF2B5EF4-FFF2-40B4-BE49-F238E27FC236}">
                <a16:creationId xmlns:a16="http://schemas.microsoft.com/office/drawing/2014/main" id="{B9A683D2-85D3-4ED1-887C-15EB6C71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29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6" name="data_4043">
            <a:extLst xmlns:a="http://schemas.openxmlformats.org/drawingml/2006/main">
              <a:ext uri="{FF2B5EF4-FFF2-40B4-BE49-F238E27FC236}">
                <a16:creationId xmlns:a16="http://schemas.microsoft.com/office/drawing/2014/main" id="{AFD76BED-4E0F-4342-8A6F-3EBD7865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01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7" name="data_4044">
            <a:extLst xmlns:a="http://schemas.openxmlformats.org/drawingml/2006/main">
              <a:ext uri="{FF2B5EF4-FFF2-40B4-BE49-F238E27FC236}">
                <a16:creationId xmlns:a16="http://schemas.microsoft.com/office/drawing/2014/main" id="{3AAA6911-404F-41B2-AD3D-110C3928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406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8" name="data_4045">
            <a:extLst xmlns:a="http://schemas.openxmlformats.org/drawingml/2006/main">
              <a:ext uri="{FF2B5EF4-FFF2-40B4-BE49-F238E27FC236}">
                <a16:creationId xmlns:a16="http://schemas.microsoft.com/office/drawing/2014/main" id="{1AFB91F2-E419-45A0-8B62-3A80F37C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5857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9" name="data_4046">
            <a:extLst xmlns:a="http://schemas.openxmlformats.org/drawingml/2006/main">
              <a:ext uri="{FF2B5EF4-FFF2-40B4-BE49-F238E27FC236}">
                <a16:creationId xmlns:a16="http://schemas.microsoft.com/office/drawing/2014/main" id="{67015D51-5422-466C-B6F0-0B85D38F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6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0" name="data_4047">
            <a:extLst xmlns:a="http://schemas.openxmlformats.org/drawingml/2006/main">
              <a:ext uri="{FF2B5EF4-FFF2-40B4-BE49-F238E27FC236}">
                <a16:creationId xmlns:a16="http://schemas.microsoft.com/office/drawing/2014/main" id="{BA7415A6-D479-4E65-817D-3376AD52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1" name="data_4048">
            <a:extLst xmlns:a="http://schemas.openxmlformats.org/drawingml/2006/main">
              <a:ext uri="{FF2B5EF4-FFF2-40B4-BE49-F238E27FC236}">
                <a16:creationId xmlns:a16="http://schemas.microsoft.com/office/drawing/2014/main" id="{74B21ED9-683B-479F-A526-C1A1AC4A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32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2" name="data_4049">
            <a:extLst xmlns:a="http://schemas.openxmlformats.org/drawingml/2006/main">
              <a:ext uri="{FF2B5EF4-FFF2-40B4-BE49-F238E27FC236}">
                <a16:creationId xmlns:a16="http://schemas.microsoft.com/office/drawing/2014/main" id="{F5341CCD-DF68-4EE1-B956-E6B2536B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75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3" name="data_4050">
            <a:extLst xmlns:a="http://schemas.openxmlformats.org/drawingml/2006/main">
              <a:ext uri="{FF2B5EF4-FFF2-40B4-BE49-F238E27FC236}">
                <a16:creationId xmlns:a16="http://schemas.microsoft.com/office/drawing/2014/main" id="{311884AA-76EC-4C8B-8075-FCF05B7B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60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4" name="data_4051">
            <a:extLst xmlns:a="http://schemas.openxmlformats.org/drawingml/2006/main">
              <a:ext uri="{FF2B5EF4-FFF2-40B4-BE49-F238E27FC236}">
                <a16:creationId xmlns:a16="http://schemas.microsoft.com/office/drawing/2014/main" id="{72A07E4E-A0CE-4535-BA18-6317DB47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4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5" name="data_4052">
            <a:extLst xmlns:a="http://schemas.openxmlformats.org/drawingml/2006/main">
              <a:ext uri="{FF2B5EF4-FFF2-40B4-BE49-F238E27FC236}">
                <a16:creationId xmlns:a16="http://schemas.microsoft.com/office/drawing/2014/main" id="{A9B93FDB-0651-40C6-8859-014D703B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79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6" name="data_4053">
            <a:extLst xmlns:a="http://schemas.openxmlformats.org/drawingml/2006/main">
              <a:ext uri="{FF2B5EF4-FFF2-40B4-BE49-F238E27FC236}">
                <a16:creationId xmlns:a16="http://schemas.microsoft.com/office/drawing/2014/main" id="{2BA22FDA-30FD-4F8D-8FD1-DD846A9C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171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7" name="data_4054">
            <a:extLst xmlns:a="http://schemas.openxmlformats.org/drawingml/2006/main">
              <a:ext uri="{FF2B5EF4-FFF2-40B4-BE49-F238E27FC236}">
                <a16:creationId xmlns:a16="http://schemas.microsoft.com/office/drawing/2014/main" id="{07B9B34B-59F9-4DD6-8AED-E42B2AC4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506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8" name="data_4055">
            <a:extLst xmlns:a="http://schemas.openxmlformats.org/drawingml/2006/main">
              <a:ext uri="{FF2B5EF4-FFF2-40B4-BE49-F238E27FC236}">
                <a16:creationId xmlns:a16="http://schemas.microsoft.com/office/drawing/2014/main" id="{91E5942C-0539-4248-AB7A-EE840C40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6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9" name="data_4056">
            <a:extLst xmlns:a="http://schemas.openxmlformats.org/drawingml/2006/main">
              <a:ext uri="{FF2B5EF4-FFF2-40B4-BE49-F238E27FC236}">
                <a16:creationId xmlns:a16="http://schemas.microsoft.com/office/drawing/2014/main" id="{87502516-AE52-4C18-B6F2-BE6F5B1B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91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0" name="data_4057">
            <a:extLst xmlns:a="http://schemas.openxmlformats.org/drawingml/2006/main">
              <a:ext uri="{FF2B5EF4-FFF2-40B4-BE49-F238E27FC236}">
                <a16:creationId xmlns:a16="http://schemas.microsoft.com/office/drawing/2014/main" id="{A8EC6609-AB89-479E-B657-15E9C939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01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1" name="data_4058">
            <a:extLst xmlns:a="http://schemas.openxmlformats.org/drawingml/2006/main">
              <a:ext uri="{FF2B5EF4-FFF2-40B4-BE49-F238E27FC236}">
                <a16:creationId xmlns:a16="http://schemas.microsoft.com/office/drawing/2014/main" id="{DC579780-4657-4F07-88D4-1A467EA9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32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2" name="data_4059">
            <a:extLst xmlns:a="http://schemas.openxmlformats.org/drawingml/2006/main">
              <a:ext uri="{FF2B5EF4-FFF2-40B4-BE49-F238E27FC236}">
                <a16:creationId xmlns:a16="http://schemas.microsoft.com/office/drawing/2014/main" id="{3D7A03FA-4AEC-4189-95F7-5FEA4E6B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06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3" name="data_4060">
            <a:extLst xmlns:a="http://schemas.openxmlformats.org/drawingml/2006/main">
              <a:ext uri="{FF2B5EF4-FFF2-40B4-BE49-F238E27FC236}">
                <a16:creationId xmlns:a16="http://schemas.microsoft.com/office/drawing/2014/main" id="{14FA9277-AFEA-4FC6-915A-261C947A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572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4" name="data_4061">
            <a:extLst xmlns:a="http://schemas.openxmlformats.org/drawingml/2006/main">
              <a:ext uri="{FF2B5EF4-FFF2-40B4-BE49-F238E27FC236}">
                <a16:creationId xmlns:a16="http://schemas.microsoft.com/office/drawing/2014/main" id="{FBC18908-8D70-428B-8865-ED0158B2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7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5" name="data_4062">
            <a:extLst xmlns:a="http://schemas.openxmlformats.org/drawingml/2006/main">
              <a:ext uri="{FF2B5EF4-FFF2-40B4-BE49-F238E27FC236}">
                <a16:creationId xmlns:a16="http://schemas.microsoft.com/office/drawing/2014/main" id="{56623CC0-323F-4D92-924B-6955B5F6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55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6" name="data_4063">
            <a:extLst xmlns:a="http://schemas.openxmlformats.org/drawingml/2006/main">
              <a:ext uri="{FF2B5EF4-FFF2-40B4-BE49-F238E27FC236}">
                <a16:creationId xmlns:a16="http://schemas.microsoft.com/office/drawing/2014/main" id="{E5FE0FCC-8570-48A1-939A-79A9C708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1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7" name="data_4064">
            <a:extLst xmlns:a="http://schemas.openxmlformats.org/drawingml/2006/main">
              <a:ext uri="{FF2B5EF4-FFF2-40B4-BE49-F238E27FC236}">
                <a16:creationId xmlns:a16="http://schemas.microsoft.com/office/drawing/2014/main" id="{DD9F00C7-72AE-451E-AA42-9146CC3B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4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8" name="data_4065">
            <a:extLst xmlns:a="http://schemas.openxmlformats.org/drawingml/2006/main">
              <a:ext uri="{FF2B5EF4-FFF2-40B4-BE49-F238E27FC236}">
                <a16:creationId xmlns:a16="http://schemas.microsoft.com/office/drawing/2014/main" id="{5C38FEE6-6F95-40E2-BC29-FF084111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4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9" name="data_4066">
            <a:extLst xmlns:a="http://schemas.openxmlformats.org/drawingml/2006/main">
              <a:ext uri="{FF2B5EF4-FFF2-40B4-BE49-F238E27FC236}">
                <a16:creationId xmlns:a16="http://schemas.microsoft.com/office/drawing/2014/main" id="{3394299B-FF0F-4AFC-8902-EDFAE36F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966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0" name="data_4067">
            <a:extLst xmlns:a="http://schemas.openxmlformats.org/drawingml/2006/main">
              <a:ext uri="{FF2B5EF4-FFF2-40B4-BE49-F238E27FC236}">
                <a16:creationId xmlns:a16="http://schemas.microsoft.com/office/drawing/2014/main" id="{5BE06B14-1A57-4849-93A5-2A691555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3026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1" name="data_4068">
            <a:extLst xmlns:a="http://schemas.openxmlformats.org/drawingml/2006/main">
              <a:ext uri="{FF2B5EF4-FFF2-40B4-BE49-F238E27FC236}">
                <a16:creationId xmlns:a16="http://schemas.microsoft.com/office/drawing/2014/main" id="{97D73E9F-A536-4E6C-87DE-BF2068B8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364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2" name="data_4069">
            <a:extLst xmlns:a="http://schemas.openxmlformats.org/drawingml/2006/main">
              <a:ext uri="{FF2B5EF4-FFF2-40B4-BE49-F238E27FC236}">
                <a16:creationId xmlns:a16="http://schemas.microsoft.com/office/drawing/2014/main" id="{CE0EB635-DDD8-4C4F-8284-429BB2A5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32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3" name="data_4070">
            <a:extLst xmlns:a="http://schemas.openxmlformats.org/drawingml/2006/main">
              <a:ext uri="{FF2B5EF4-FFF2-40B4-BE49-F238E27FC236}">
                <a16:creationId xmlns:a16="http://schemas.microsoft.com/office/drawing/2014/main" id="{26DF7C1A-93AD-4476-9720-E139B51B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61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4" name="data_4071">
            <a:extLst xmlns:a="http://schemas.openxmlformats.org/drawingml/2006/main">
              <a:ext uri="{FF2B5EF4-FFF2-40B4-BE49-F238E27FC236}">
                <a16:creationId xmlns:a16="http://schemas.microsoft.com/office/drawing/2014/main" id="{187E1309-3921-4ED0-80A2-253929C4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960" y="299640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5" name="data_4072">
            <a:extLst xmlns:a="http://schemas.openxmlformats.org/drawingml/2006/main">
              <a:ext uri="{FF2B5EF4-FFF2-40B4-BE49-F238E27FC236}">
                <a16:creationId xmlns:a16="http://schemas.microsoft.com/office/drawing/2014/main" id="{2035722C-0043-4CAF-A2A4-8538C851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532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6" name="data_4073">
            <a:extLst xmlns:a="http://schemas.openxmlformats.org/drawingml/2006/main">
              <a:ext uri="{FF2B5EF4-FFF2-40B4-BE49-F238E27FC236}">
                <a16:creationId xmlns:a16="http://schemas.microsoft.com/office/drawing/2014/main" id="{A1C876C3-3585-429F-9B52-E757F4E7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2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7" name="data_4074">
            <a:extLst xmlns:a="http://schemas.openxmlformats.org/drawingml/2006/main">
              <a:ext uri="{FF2B5EF4-FFF2-40B4-BE49-F238E27FC236}">
                <a16:creationId xmlns:a16="http://schemas.microsoft.com/office/drawing/2014/main" id="{D75C94CD-4B09-40D3-AFBF-2F1C8EC9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08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8" name="data_4075">
            <a:extLst xmlns:a="http://schemas.openxmlformats.org/drawingml/2006/main">
              <a:ext uri="{FF2B5EF4-FFF2-40B4-BE49-F238E27FC236}">
                <a16:creationId xmlns:a16="http://schemas.microsoft.com/office/drawing/2014/main" id="{B3F17F43-D971-4917-AA5B-D7A1D183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5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9" name="data_4076">
            <a:extLst xmlns:a="http://schemas.openxmlformats.org/drawingml/2006/main">
              <a:ext uri="{FF2B5EF4-FFF2-40B4-BE49-F238E27FC236}">
                <a16:creationId xmlns:a16="http://schemas.microsoft.com/office/drawing/2014/main" id="{5E4EF95E-BD25-490F-9372-245631E1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45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0" name="data_4077">
            <a:extLst xmlns:a="http://schemas.openxmlformats.org/drawingml/2006/main">
              <a:ext uri="{FF2B5EF4-FFF2-40B4-BE49-F238E27FC236}">
                <a16:creationId xmlns:a16="http://schemas.microsoft.com/office/drawing/2014/main" id="{A8DB5726-BB37-445C-A10E-431E7F62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1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1" name="data_4078">
            <a:extLst xmlns:a="http://schemas.openxmlformats.org/drawingml/2006/main">
              <a:ext uri="{FF2B5EF4-FFF2-40B4-BE49-F238E27FC236}">
                <a16:creationId xmlns:a16="http://schemas.microsoft.com/office/drawing/2014/main" id="{BAEC99A2-BE13-446F-B692-CCD23832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12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2" name="data_4079">
            <a:extLst xmlns:a="http://schemas.openxmlformats.org/drawingml/2006/main">
              <a:ext uri="{FF2B5EF4-FFF2-40B4-BE49-F238E27FC236}">
                <a16:creationId xmlns:a16="http://schemas.microsoft.com/office/drawing/2014/main" id="{2BAAC799-C5B1-4B1C-A705-3C035965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80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3" name="data_4080">
            <a:extLst xmlns:a="http://schemas.openxmlformats.org/drawingml/2006/main">
              <a:ext uri="{FF2B5EF4-FFF2-40B4-BE49-F238E27FC236}">
                <a16:creationId xmlns:a16="http://schemas.microsoft.com/office/drawing/2014/main" id="{121E9434-D96B-400E-B7F6-3B0A75C7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4" name="data_4081">
            <a:extLst xmlns:a="http://schemas.openxmlformats.org/drawingml/2006/main">
              <a:ext uri="{FF2B5EF4-FFF2-40B4-BE49-F238E27FC236}">
                <a16:creationId xmlns:a16="http://schemas.microsoft.com/office/drawing/2014/main" id="{349C7DA2-4BD2-49A5-9DB8-B3352386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13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5" name="data_4082">
            <a:extLst xmlns:a="http://schemas.openxmlformats.org/drawingml/2006/main">
              <a:ext uri="{FF2B5EF4-FFF2-40B4-BE49-F238E27FC236}">
                <a16:creationId xmlns:a16="http://schemas.microsoft.com/office/drawing/2014/main" id="{AD82970A-C628-4AC5-A9A7-5B26568E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6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6" name="data_4083">
            <a:extLst xmlns:a="http://schemas.openxmlformats.org/drawingml/2006/main">
              <a:ext uri="{FF2B5EF4-FFF2-40B4-BE49-F238E27FC236}">
                <a16:creationId xmlns:a16="http://schemas.microsoft.com/office/drawing/2014/main" id="{7F693945-8378-4C75-80CC-3B8FC6D1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4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7" name="data_4084">
            <a:extLst xmlns:a="http://schemas.openxmlformats.org/drawingml/2006/main">
              <a:ext uri="{FF2B5EF4-FFF2-40B4-BE49-F238E27FC236}">
                <a16:creationId xmlns:a16="http://schemas.microsoft.com/office/drawing/2014/main" id="{38A34D6B-FAA9-420F-8C30-F490F540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4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8" name="data_4085">
            <a:extLst xmlns:a="http://schemas.openxmlformats.org/drawingml/2006/main">
              <a:ext uri="{FF2B5EF4-FFF2-40B4-BE49-F238E27FC236}">
                <a16:creationId xmlns:a16="http://schemas.microsoft.com/office/drawing/2014/main" id="{78543735-D30A-41C6-B958-AFADAF1E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2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9" name="data_4086">
            <a:extLst xmlns:a="http://schemas.openxmlformats.org/drawingml/2006/main">
              <a:ext uri="{FF2B5EF4-FFF2-40B4-BE49-F238E27FC236}">
                <a16:creationId xmlns:a16="http://schemas.microsoft.com/office/drawing/2014/main" id="{8354D495-3926-44AF-A139-8D6F765C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46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0" name="data_4087">
            <a:extLst xmlns:a="http://schemas.openxmlformats.org/drawingml/2006/main">
              <a:ext uri="{FF2B5EF4-FFF2-40B4-BE49-F238E27FC236}">
                <a16:creationId xmlns:a16="http://schemas.microsoft.com/office/drawing/2014/main" id="{65C006AF-0AF5-40DB-BF00-3A35148B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6815" y="32304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1" name="data_4088">
            <a:extLst xmlns:a="http://schemas.openxmlformats.org/drawingml/2006/main">
              <a:ext uri="{FF2B5EF4-FFF2-40B4-BE49-F238E27FC236}">
                <a16:creationId xmlns:a16="http://schemas.microsoft.com/office/drawing/2014/main" id="{52991A7B-076F-40C9-AF2B-D6720676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22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2" name="data_4089">
            <a:extLst xmlns:a="http://schemas.openxmlformats.org/drawingml/2006/main">
              <a:ext uri="{FF2B5EF4-FFF2-40B4-BE49-F238E27FC236}">
                <a16:creationId xmlns:a16="http://schemas.microsoft.com/office/drawing/2014/main" id="{D2FB2AE4-67F4-4B13-A124-3DF534EA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7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3" name="data_4090">
            <a:extLst xmlns:a="http://schemas.openxmlformats.org/drawingml/2006/main">
              <a:ext uri="{FF2B5EF4-FFF2-40B4-BE49-F238E27FC236}">
                <a16:creationId xmlns:a16="http://schemas.microsoft.com/office/drawing/2014/main" id="{ADD43E9A-2B1B-405F-9301-025E1DEF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97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4" name="data_4091">
            <a:extLst xmlns:a="http://schemas.openxmlformats.org/drawingml/2006/main">
              <a:ext uri="{FF2B5EF4-FFF2-40B4-BE49-F238E27FC236}">
                <a16:creationId xmlns:a16="http://schemas.microsoft.com/office/drawing/2014/main" id="{7A2F6C4B-EC11-46BC-96D5-7AA34802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06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5" name="data_4092">
            <a:extLst xmlns:a="http://schemas.openxmlformats.org/drawingml/2006/main">
              <a:ext uri="{FF2B5EF4-FFF2-40B4-BE49-F238E27FC236}">
                <a16:creationId xmlns:a16="http://schemas.microsoft.com/office/drawing/2014/main" id="{385A6B63-8A88-4606-A81C-8857B2A0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9486" y="27376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6" name="data_4093">
            <a:extLst xmlns:a="http://schemas.openxmlformats.org/drawingml/2006/main">
              <a:ext uri="{FF2B5EF4-FFF2-40B4-BE49-F238E27FC236}">
                <a16:creationId xmlns:a16="http://schemas.microsoft.com/office/drawing/2014/main" id="{F5B48E7C-325E-4295-A5B8-D4CF9198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00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7" name="data_4094">
            <a:extLst xmlns:a="http://schemas.openxmlformats.org/drawingml/2006/main">
              <a:ext uri="{FF2B5EF4-FFF2-40B4-BE49-F238E27FC236}">
                <a16:creationId xmlns:a16="http://schemas.microsoft.com/office/drawing/2014/main" id="{FAE063C7-C85B-44DA-9669-0C389348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5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8" name="data_4095">
            <a:extLst xmlns:a="http://schemas.openxmlformats.org/drawingml/2006/main">
              <a:ext uri="{FF2B5EF4-FFF2-40B4-BE49-F238E27FC236}">
                <a16:creationId xmlns:a16="http://schemas.microsoft.com/office/drawing/2014/main" id="{EE6C2FFA-8909-4609-8C6B-57F62039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6584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9" name="data_4096">
            <a:extLst xmlns:a="http://schemas.openxmlformats.org/drawingml/2006/main">
              <a:ext uri="{FF2B5EF4-FFF2-40B4-BE49-F238E27FC236}">
                <a16:creationId xmlns:a16="http://schemas.microsoft.com/office/drawing/2014/main" id="{083A2B8A-7D69-484D-BAC1-6345675A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4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0" name="data_4097">
            <a:extLst xmlns:a="http://schemas.openxmlformats.org/drawingml/2006/main">
              <a:ext uri="{FF2B5EF4-FFF2-40B4-BE49-F238E27FC236}">
                <a16:creationId xmlns:a16="http://schemas.microsoft.com/office/drawing/2014/main" id="{85B4B331-56AD-43F5-A290-A51E712E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809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1" name="data_4098">
            <a:extLst xmlns:a="http://schemas.openxmlformats.org/drawingml/2006/main">
              <a:ext uri="{FF2B5EF4-FFF2-40B4-BE49-F238E27FC236}">
                <a16:creationId xmlns:a16="http://schemas.microsoft.com/office/drawing/2014/main" id="{9632C6E5-B32C-49AB-BAE6-24A45A3A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27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2" name="data_4099">
            <a:extLst xmlns:a="http://schemas.openxmlformats.org/drawingml/2006/main">
              <a:ext uri="{FF2B5EF4-FFF2-40B4-BE49-F238E27FC236}">
                <a16:creationId xmlns:a16="http://schemas.microsoft.com/office/drawing/2014/main" id="{4C9190E3-B7A8-4C26-ACAA-C6459E71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774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3" name="data_4100">
            <a:extLst xmlns:a="http://schemas.openxmlformats.org/drawingml/2006/main">
              <a:ext uri="{FF2B5EF4-FFF2-40B4-BE49-F238E27FC236}">
                <a16:creationId xmlns:a16="http://schemas.microsoft.com/office/drawing/2014/main" id="{3C224D62-072E-44EB-9575-3893700D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61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4" name="data_4101">
            <a:extLst xmlns:a="http://schemas.openxmlformats.org/drawingml/2006/main">
              <a:ext uri="{FF2B5EF4-FFF2-40B4-BE49-F238E27FC236}">
                <a16:creationId xmlns:a16="http://schemas.microsoft.com/office/drawing/2014/main" id="{5F54E2D1-D0EE-44BD-88EB-B55347F1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35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5" name="data_4102">
            <a:extLst xmlns:a="http://schemas.openxmlformats.org/drawingml/2006/main">
              <a:ext uri="{FF2B5EF4-FFF2-40B4-BE49-F238E27FC236}">
                <a16:creationId xmlns:a16="http://schemas.microsoft.com/office/drawing/2014/main" id="{790E190E-D15D-4972-B7E3-97562DB4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892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6" name="data_4103">
            <a:extLst xmlns:a="http://schemas.openxmlformats.org/drawingml/2006/main">
              <a:ext uri="{FF2B5EF4-FFF2-40B4-BE49-F238E27FC236}">
                <a16:creationId xmlns:a16="http://schemas.microsoft.com/office/drawing/2014/main" id="{75A833CC-5993-4972-9E71-65A89518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6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7" name="data_4104">
            <a:extLst xmlns:a="http://schemas.openxmlformats.org/drawingml/2006/main">
              <a:ext uri="{FF2B5EF4-FFF2-40B4-BE49-F238E27FC236}">
                <a16:creationId xmlns:a16="http://schemas.microsoft.com/office/drawing/2014/main" id="{E18F35B3-6653-49E4-A13B-5EA140BC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0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8" name="data_4105">
            <a:extLst xmlns:a="http://schemas.openxmlformats.org/drawingml/2006/main">
              <a:ext uri="{FF2B5EF4-FFF2-40B4-BE49-F238E27FC236}">
                <a16:creationId xmlns:a16="http://schemas.microsoft.com/office/drawing/2014/main" id="{91AB89A0-B89A-4B5C-85F1-A8A8071E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82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9" name="data_4106">
            <a:extLst xmlns:a="http://schemas.openxmlformats.org/drawingml/2006/main">
              <a:ext uri="{FF2B5EF4-FFF2-40B4-BE49-F238E27FC236}">
                <a16:creationId xmlns:a16="http://schemas.microsoft.com/office/drawing/2014/main" id="{F5EBE4DF-4342-4BBE-B800-E3A102EC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0" name="data_4107">
            <a:extLst xmlns:a="http://schemas.openxmlformats.org/drawingml/2006/main">
              <a:ext uri="{FF2B5EF4-FFF2-40B4-BE49-F238E27FC236}">
                <a16:creationId xmlns:a16="http://schemas.microsoft.com/office/drawing/2014/main" id="{EA1330F6-014E-408C-A124-F209BA29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27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1" name="data_4108">
            <a:extLst xmlns:a="http://schemas.openxmlformats.org/drawingml/2006/main">
              <a:ext uri="{FF2B5EF4-FFF2-40B4-BE49-F238E27FC236}">
                <a16:creationId xmlns:a16="http://schemas.microsoft.com/office/drawing/2014/main" id="{11C9C0F1-8E66-417F-988C-49DB1DA4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88" y="24473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2" name="data_4109">
            <a:extLst xmlns:a="http://schemas.openxmlformats.org/drawingml/2006/main">
              <a:ext uri="{FF2B5EF4-FFF2-40B4-BE49-F238E27FC236}">
                <a16:creationId xmlns:a16="http://schemas.microsoft.com/office/drawing/2014/main" id="{5E7B02A8-7053-491A-9FD8-1BB95E9F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7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3" name="data_4110">
            <a:extLst xmlns:a="http://schemas.openxmlformats.org/drawingml/2006/main">
              <a:ext uri="{FF2B5EF4-FFF2-40B4-BE49-F238E27FC236}">
                <a16:creationId xmlns:a16="http://schemas.microsoft.com/office/drawing/2014/main" id="{BD188951-5E36-4567-88B2-9ED04DFE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02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4" name="data_4111">
            <a:extLst xmlns:a="http://schemas.openxmlformats.org/drawingml/2006/main">
              <a:ext uri="{FF2B5EF4-FFF2-40B4-BE49-F238E27FC236}">
                <a16:creationId xmlns:a16="http://schemas.microsoft.com/office/drawing/2014/main" id="{8C108D6E-98E2-4E7D-93DB-5090BDE3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14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5" name="data_4112">
            <a:extLst xmlns:a="http://schemas.openxmlformats.org/drawingml/2006/main">
              <a:ext uri="{FF2B5EF4-FFF2-40B4-BE49-F238E27FC236}">
                <a16:creationId xmlns:a16="http://schemas.microsoft.com/office/drawing/2014/main" id="{6729FE42-FA18-438A-9065-C9D61CD9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791" y="25469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6" name="data_4113">
            <a:extLst xmlns:a="http://schemas.openxmlformats.org/drawingml/2006/main">
              <a:ext uri="{FF2B5EF4-FFF2-40B4-BE49-F238E27FC236}">
                <a16:creationId xmlns:a16="http://schemas.microsoft.com/office/drawing/2014/main" id="{BDE86625-B544-462D-9B30-76BB4146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264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7" name="data_4114">
            <a:extLst xmlns:a="http://schemas.openxmlformats.org/drawingml/2006/main">
              <a:ext uri="{FF2B5EF4-FFF2-40B4-BE49-F238E27FC236}">
                <a16:creationId xmlns:a16="http://schemas.microsoft.com/office/drawing/2014/main" id="{DA23691D-F590-4979-B55D-9D8D4CDC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17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8" name="data_4115">
            <a:extLst xmlns:a="http://schemas.openxmlformats.org/drawingml/2006/main">
              <a:ext uri="{FF2B5EF4-FFF2-40B4-BE49-F238E27FC236}">
                <a16:creationId xmlns:a16="http://schemas.microsoft.com/office/drawing/2014/main" id="{92DE17EC-DCB6-48F7-8816-AB5A5D2E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174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9" name="data_4116">
            <a:extLst xmlns:a="http://schemas.openxmlformats.org/drawingml/2006/main">
              <a:ext uri="{FF2B5EF4-FFF2-40B4-BE49-F238E27FC236}">
                <a16:creationId xmlns:a16="http://schemas.microsoft.com/office/drawing/2014/main" id="{0443FE21-AF60-40EA-A617-5BE5CEB2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92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0" name="data_4117">
            <a:extLst xmlns:a="http://schemas.openxmlformats.org/drawingml/2006/main">
              <a:ext uri="{FF2B5EF4-FFF2-40B4-BE49-F238E27FC236}">
                <a16:creationId xmlns:a16="http://schemas.microsoft.com/office/drawing/2014/main" id="{03708F12-9CA8-4115-83B6-DCDE7EFB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103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1" name="data_4118">
            <a:extLst xmlns:a="http://schemas.openxmlformats.org/drawingml/2006/main">
              <a:ext uri="{FF2B5EF4-FFF2-40B4-BE49-F238E27FC236}">
                <a16:creationId xmlns:a16="http://schemas.microsoft.com/office/drawing/2014/main" id="{D873F52B-ADCC-48B8-81BD-2C41C9A1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54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2" name="data_4119">
            <a:extLst xmlns:a="http://schemas.openxmlformats.org/drawingml/2006/main">
              <a:ext uri="{FF2B5EF4-FFF2-40B4-BE49-F238E27FC236}">
                <a16:creationId xmlns:a16="http://schemas.microsoft.com/office/drawing/2014/main" id="{100C7C74-CEFD-4DF2-BFA3-07CD1027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606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3" name="data_4120">
            <a:extLst xmlns:a="http://schemas.openxmlformats.org/drawingml/2006/main">
              <a:ext uri="{FF2B5EF4-FFF2-40B4-BE49-F238E27FC236}">
                <a16:creationId xmlns:a16="http://schemas.microsoft.com/office/drawing/2014/main" id="{DCB41C2B-02EE-49F2-BE21-D8935500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681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4" name="data_4121">
            <a:extLst xmlns:a="http://schemas.openxmlformats.org/drawingml/2006/main">
              <a:ext uri="{FF2B5EF4-FFF2-40B4-BE49-F238E27FC236}">
                <a16:creationId xmlns:a16="http://schemas.microsoft.com/office/drawing/2014/main" id="{FA90FA6B-AA15-40DB-8D97-B7AF526C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53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5" name="data_4122">
            <a:extLst xmlns:a="http://schemas.openxmlformats.org/drawingml/2006/main">
              <a:ext uri="{FF2B5EF4-FFF2-40B4-BE49-F238E27FC236}">
                <a16:creationId xmlns:a16="http://schemas.microsoft.com/office/drawing/2014/main" id="{7CB119EC-39B3-4EBB-B172-0351AC91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101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6" name="data_4123">
            <a:extLst xmlns:a="http://schemas.openxmlformats.org/drawingml/2006/main">
              <a:ext uri="{FF2B5EF4-FFF2-40B4-BE49-F238E27FC236}">
                <a16:creationId xmlns:a16="http://schemas.microsoft.com/office/drawing/2014/main" id="{058D1CFE-17DB-4A63-B786-7060FF85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202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7" name="data_4124">
            <a:extLst xmlns:a="http://schemas.openxmlformats.org/drawingml/2006/main">
              <a:ext uri="{FF2B5EF4-FFF2-40B4-BE49-F238E27FC236}">
                <a16:creationId xmlns:a16="http://schemas.microsoft.com/office/drawing/2014/main" id="{5D9553B0-F07B-436E-A804-F7177B6C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0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8" name="data_4125">
            <a:extLst xmlns:a="http://schemas.openxmlformats.org/drawingml/2006/main">
              <a:ext uri="{FF2B5EF4-FFF2-40B4-BE49-F238E27FC236}">
                <a16:creationId xmlns:a16="http://schemas.microsoft.com/office/drawing/2014/main" id="{8821AC8B-41DC-4AC2-8935-351E1702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8120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9" name="data_4126">
            <a:extLst xmlns:a="http://schemas.openxmlformats.org/drawingml/2006/main">
              <a:ext uri="{FF2B5EF4-FFF2-40B4-BE49-F238E27FC236}">
                <a16:creationId xmlns:a16="http://schemas.microsoft.com/office/drawing/2014/main" id="{57BFF90A-1BEB-4F16-B766-71CBA15A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0" name="data_4127">
            <a:extLst xmlns:a="http://schemas.openxmlformats.org/drawingml/2006/main">
              <a:ext uri="{FF2B5EF4-FFF2-40B4-BE49-F238E27FC236}">
                <a16:creationId xmlns:a16="http://schemas.microsoft.com/office/drawing/2014/main" id="{AE13641F-4F47-42B3-8047-3FDAC966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13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1" name="data_4128">
            <a:extLst xmlns:a="http://schemas.openxmlformats.org/drawingml/2006/main">
              <a:ext uri="{FF2B5EF4-FFF2-40B4-BE49-F238E27FC236}">
                <a16:creationId xmlns:a16="http://schemas.microsoft.com/office/drawing/2014/main" id="{F5DA1D59-0A42-473E-8B99-1837573F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58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2" name="data_4129">
            <a:extLst xmlns:a="http://schemas.openxmlformats.org/drawingml/2006/main">
              <a:ext uri="{FF2B5EF4-FFF2-40B4-BE49-F238E27FC236}">
                <a16:creationId xmlns:a16="http://schemas.microsoft.com/office/drawing/2014/main" id="{F941B3C5-5695-42F0-A61B-A900560A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0781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3" name="data_4130">
            <a:extLst xmlns:a="http://schemas.openxmlformats.org/drawingml/2006/main">
              <a:ext uri="{FF2B5EF4-FFF2-40B4-BE49-F238E27FC236}">
                <a16:creationId xmlns:a16="http://schemas.microsoft.com/office/drawing/2014/main" id="{F40798F8-EA67-4BB9-B2B8-C0F20FF4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9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4" name="data_4131">
            <a:extLst xmlns:a="http://schemas.openxmlformats.org/drawingml/2006/main">
              <a:ext uri="{FF2B5EF4-FFF2-40B4-BE49-F238E27FC236}">
                <a16:creationId xmlns:a16="http://schemas.microsoft.com/office/drawing/2014/main" id="{A2E9A488-4FBD-42B0-A23A-C90019EA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1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5" name="data_4132">
            <a:extLst xmlns:a="http://schemas.openxmlformats.org/drawingml/2006/main">
              <a:ext uri="{FF2B5EF4-FFF2-40B4-BE49-F238E27FC236}">
                <a16:creationId xmlns:a16="http://schemas.microsoft.com/office/drawing/2014/main" id="{7D9262CF-5B92-41F9-92EE-A080C7CA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6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6" name="data_4133">
            <a:extLst xmlns:a="http://schemas.openxmlformats.org/drawingml/2006/main">
              <a:ext uri="{FF2B5EF4-FFF2-40B4-BE49-F238E27FC236}">
                <a16:creationId xmlns:a16="http://schemas.microsoft.com/office/drawing/2014/main" id="{42D3313B-899E-4BC4-87F2-0916C415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4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7" name="data_4134">
            <a:extLst xmlns:a="http://schemas.openxmlformats.org/drawingml/2006/main">
              <a:ext uri="{FF2B5EF4-FFF2-40B4-BE49-F238E27FC236}">
                <a16:creationId xmlns:a16="http://schemas.microsoft.com/office/drawing/2014/main" id="{44F619AF-364F-4900-A6B8-1A6AE474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03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8" name="data_4135">
            <a:extLst xmlns:a="http://schemas.openxmlformats.org/drawingml/2006/main">
              <a:ext uri="{FF2B5EF4-FFF2-40B4-BE49-F238E27FC236}">
                <a16:creationId xmlns:a16="http://schemas.microsoft.com/office/drawing/2014/main" id="{7D8FA3DC-0A35-4CEC-91F0-AE02886B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81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9" name="data_4136">
            <a:extLst xmlns:a="http://schemas.openxmlformats.org/drawingml/2006/main">
              <a:ext uri="{FF2B5EF4-FFF2-40B4-BE49-F238E27FC236}">
                <a16:creationId xmlns:a16="http://schemas.microsoft.com/office/drawing/2014/main" id="{2C90165D-5E27-4492-879C-DF0AC541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70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0" name="data_4137">
            <a:extLst xmlns:a="http://schemas.openxmlformats.org/drawingml/2006/main">
              <a:ext uri="{FF2B5EF4-FFF2-40B4-BE49-F238E27FC236}">
                <a16:creationId xmlns:a16="http://schemas.microsoft.com/office/drawing/2014/main" id="{880EB00C-2F5A-4CFF-9443-80CEB952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9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1" name="data_4138">
            <a:extLst xmlns:a="http://schemas.openxmlformats.org/drawingml/2006/main">
              <a:ext uri="{FF2B5EF4-FFF2-40B4-BE49-F238E27FC236}">
                <a16:creationId xmlns:a16="http://schemas.microsoft.com/office/drawing/2014/main" id="{E38F4994-B27C-4F21-B76F-95C31564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56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2" name="data_4139">
            <a:extLst xmlns:a="http://schemas.openxmlformats.org/drawingml/2006/main">
              <a:ext uri="{FF2B5EF4-FFF2-40B4-BE49-F238E27FC236}">
                <a16:creationId xmlns:a16="http://schemas.microsoft.com/office/drawing/2014/main" id="{AEB1DC22-78B7-405C-AF36-CA458ECA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7374" y="39494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3" name="data_4140">
            <a:extLst xmlns:a="http://schemas.openxmlformats.org/drawingml/2006/main">
              <a:ext uri="{FF2B5EF4-FFF2-40B4-BE49-F238E27FC236}">
                <a16:creationId xmlns:a16="http://schemas.microsoft.com/office/drawing/2014/main" id="{05C3488D-21FB-4145-9ACB-D9A4D981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8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4" name="data_4141">
            <a:extLst xmlns:a="http://schemas.openxmlformats.org/drawingml/2006/main">
              <a:ext uri="{FF2B5EF4-FFF2-40B4-BE49-F238E27FC236}">
                <a16:creationId xmlns:a16="http://schemas.microsoft.com/office/drawing/2014/main" id="{B4C6B03D-37D7-4F26-915E-91F0BC4E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4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5" name="data_4142">
            <a:extLst xmlns:a="http://schemas.openxmlformats.org/drawingml/2006/main">
              <a:ext uri="{FF2B5EF4-FFF2-40B4-BE49-F238E27FC236}">
                <a16:creationId xmlns:a16="http://schemas.microsoft.com/office/drawing/2014/main" id="{5B441F7B-F54C-4A3C-A82A-C04C0BA2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71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6" name="data_4143">
            <a:extLst xmlns:a="http://schemas.openxmlformats.org/drawingml/2006/main">
              <a:ext uri="{FF2B5EF4-FFF2-40B4-BE49-F238E27FC236}">
                <a16:creationId xmlns:a16="http://schemas.microsoft.com/office/drawing/2014/main" id="{99DD2EFA-ED29-4E75-9670-D3D666D3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456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7" name="data_4144">
            <a:extLst xmlns:a="http://schemas.openxmlformats.org/drawingml/2006/main">
              <a:ext uri="{FF2B5EF4-FFF2-40B4-BE49-F238E27FC236}">
                <a16:creationId xmlns:a16="http://schemas.microsoft.com/office/drawing/2014/main" id="{F2AB3B17-51F8-4FB0-9793-D6779366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7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8" name="data_4145">
            <a:extLst xmlns:a="http://schemas.openxmlformats.org/drawingml/2006/main">
              <a:ext uri="{FF2B5EF4-FFF2-40B4-BE49-F238E27FC236}">
                <a16:creationId xmlns:a16="http://schemas.microsoft.com/office/drawing/2014/main" id="{D57661DE-5A9C-4F6E-925E-D8720AE7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2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9" name="data_4146">
            <a:extLst xmlns:a="http://schemas.openxmlformats.org/drawingml/2006/main">
              <a:ext uri="{FF2B5EF4-FFF2-40B4-BE49-F238E27FC236}">
                <a16:creationId xmlns:a16="http://schemas.microsoft.com/office/drawing/2014/main" id="{DF35FB60-2699-4AA4-B46A-6BC1FD1B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69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0" name="data_4147">
            <a:extLst xmlns:a="http://schemas.openxmlformats.org/drawingml/2006/main">
              <a:ext uri="{FF2B5EF4-FFF2-40B4-BE49-F238E27FC236}">
                <a16:creationId xmlns:a16="http://schemas.microsoft.com/office/drawing/2014/main" id="{DFD5F1A7-32B7-46AD-902A-1AAB68D1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538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1" name="data_4148">
            <a:extLst xmlns:a="http://schemas.openxmlformats.org/drawingml/2006/main">
              <a:ext uri="{FF2B5EF4-FFF2-40B4-BE49-F238E27FC236}">
                <a16:creationId xmlns:a16="http://schemas.microsoft.com/office/drawing/2014/main" id="{44FB01D0-AFB9-4414-AACB-E38B2C66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17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2" name="data_4149">
            <a:extLst xmlns:a="http://schemas.openxmlformats.org/drawingml/2006/main">
              <a:ext uri="{FF2B5EF4-FFF2-40B4-BE49-F238E27FC236}">
                <a16:creationId xmlns:a16="http://schemas.microsoft.com/office/drawing/2014/main" id="{022F564D-8BBC-4A17-BD6B-308B2A30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58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3" name="data_4150">
            <a:extLst xmlns:a="http://schemas.openxmlformats.org/drawingml/2006/main">
              <a:ext uri="{FF2B5EF4-FFF2-40B4-BE49-F238E27FC236}">
                <a16:creationId xmlns:a16="http://schemas.microsoft.com/office/drawing/2014/main" id="{5BD6B765-8BDA-4378-BCB4-CD126663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68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4" name="data_4151">
            <a:extLst xmlns:a="http://schemas.openxmlformats.org/drawingml/2006/main">
              <a:ext uri="{FF2B5EF4-FFF2-40B4-BE49-F238E27FC236}">
                <a16:creationId xmlns:a16="http://schemas.microsoft.com/office/drawing/2014/main" id="{C729C8BB-3C83-47C6-9138-FDDB26FF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24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5" name="data_4152">
            <a:extLst xmlns:a="http://schemas.openxmlformats.org/drawingml/2006/main">
              <a:ext uri="{FF2B5EF4-FFF2-40B4-BE49-F238E27FC236}">
                <a16:creationId xmlns:a16="http://schemas.microsoft.com/office/drawing/2014/main" id="{0B665F4D-B6D0-4A95-A5B3-8B102988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73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6" name="data_4153">
            <a:extLst xmlns:a="http://schemas.openxmlformats.org/drawingml/2006/main">
              <a:ext uri="{FF2B5EF4-FFF2-40B4-BE49-F238E27FC236}">
                <a16:creationId xmlns:a16="http://schemas.microsoft.com/office/drawing/2014/main" id="{CB87D5EE-C4EA-4AF4-876A-59DB63D9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5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7" name="data_4154">
            <a:extLst xmlns:a="http://schemas.openxmlformats.org/drawingml/2006/main">
              <a:ext uri="{FF2B5EF4-FFF2-40B4-BE49-F238E27FC236}">
                <a16:creationId xmlns:a16="http://schemas.microsoft.com/office/drawing/2014/main" id="{A6869EB2-023D-4A68-9B0A-D43C6846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9212" y="34609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8" name="data_4155">
            <a:extLst xmlns:a="http://schemas.openxmlformats.org/drawingml/2006/main">
              <a:ext uri="{FF2B5EF4-FFF2-40B4-BE49-F238E27FC236}">
                <a16:creationId xmlns:a16="http://schemas.microsoft.com/office/drawing/2014/main" id="{ACAADB76-85FF-4D69-A53F-CFF5181F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0384" y="23157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9" name="data_4156">
            <a:extLst xmlns:a="http://schemas.openxmlformats.org/drawingml/2006/main">
              <a:ext uri="{FF2B5EF4-FFF2-40B4-BE49-F238E27FC236}">
                <a16:creationId xmlns:a16="http://schemas.microsoft.com/office/drawing/2014/main" id="{C5D49927-BD49-43A3-9599-1F265AD9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02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0" name="data_4157">
            <a:extLst xmlns:a="http://schemas.openxmlformats.org/drawingml/2006/main">
              <a:ext uri="{FF2B5EF4-FFF2-40B4-BE49-F238E27FC236}">
                <a16:creationId xmlns:a16="http://schemas.microsoft.com/office/drawing/2014/main" id="{310EFC7F-37A0-431A-A212-F9F44A3F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103" y="39093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1" name="data_4158">
            <a:extLst xmlns:a="http://schemas.openxmlformats.org/drawingml/2006/main">
              <a:ext uri="{FF2B5EF4-FFF2-40B4-BE49-F238E27FC236}">
                <a16:creationId xmlns:a16="http://schemas.microsoft.com/office/drawing/2014/main" id="{D03BEF16-9E9A-4B5A-88DD-CC7C9E11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348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2" name="data_4159">
            <a:extLst xmlns:a="http://schemas.openxmlformats.org/drawingml/2006/main">
              <a:ext uri="{FF2B5EF4-FFF2-40B4-BE49-F238E27FC236}">
                <a16:creationId xmlns:a16="http://schemas.microsoft.com/office/drawing/2014/main" id="{5AAD37C4-95EF-4BD3-B661-2F908B5C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444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3" name="data_4160">
            <a:extLst xmlns:a="http://schemas.openxmlformats.org/drawingml/2006/main">
              <a:ext uri="{FF2B5EF4-FFF2-40B4-BE49-F238E27FC236}">
                <a16:creationId xmlns:a16="http://schemas.microsoft.com/office/drawing/2014/main" id="{3870EECB-78F4-43D6-940B-647D8E1C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129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4" name="data_4161">
            <a:extLst xmlns:a="http://schemas.openxmlformats.org/drawingml/2006/main">
              <a:ext uri="{FF2B5EF4-FFF2-40B4-BE49-F238E27FC236}">
                <a16:creationId xmlns:a16="http://schemas.microsoft.com/office/drawing/2014/main" id="{77C7560C-FA2F-4B13-83C0-1E5C2573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260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5" name="data_4162">
            <a:extLst xmlns:a="http://schemas.openxmlformats.org/drawingml/2006/main">
              <a:ext uri="{FF2B5EF4-FFF2-40B4-BE49-F238E27FC236}">
                <a16:creationId xmlns:a16="http://schemas.microsoft.com/office/drawing/2014/main" id="{B361EFF0-CA1E-4AA0-BB81-C4C7896C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98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6" name="data_4163">
            <a:extLst xmlns:a="http://schemas.openxmlformats.org/drawingml/2006/main">
              <a:ext uri="{FF2B5EF4-FFF2-40B4-BE49-F238E27FC236}">
                <a16:creationId xmlns:a16="http://schemas.microsoft.com/office/drawing/2014/main" id="{69EAB62D-0912-4414-9CE9-02302B85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1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7" name="data_4164">
            <a:extLst xmlns:a="http://schemas.openxmlformats.org/drawingml/2006/main">
              <a:ext uri="{FF2B5EF4-FFF2-40B4-BE49-F238E27FC236}">
                <a16:creationId xmlns:a16="http://schemas.microsoft.com/office/drawing/2014/main" id="{F13DE8E7-A9CE-4B12-BF90-60D1581F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7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8" name="data_4165">
            <a:extLst xmlns:a="http://schemas.openxmlformats.org/drawingml/2006/main">
              <a:ext uri="{FF2B5EF4-FFF2-40B4-BE49-F238E27FC236}">
                <a16:creationId xmlns:a16="http://schemas.microsoft.com/office/drawing/2014/main" id="{2D17D575-ECA1-49E8-B7BF-EE486199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43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9" name="data_4166">
            <a:extLst xmlns:a="http://schemas.openxmlformats.org/drawingml/2006/main">
              <a:ext uri="{FF2B5EF4-FFF2-40B4-BE49-F238E27FC236}">
                <a16:creationId xmlns:a16="http://schemas.microsoft.com/office/drawing/2014/main" id="{D7450F0E-7527-421D-95DC-AE51FC85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6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0" name="data_4167">
            <a:extLst xmlns:a="http://schemas.openxmlformats.org/drawingml/2006/main">
              <a:ext uri="{FF2B5EF4-FFF2-40B4-BE49-F238E27FC236}">
                <a16:creationId xmlns:a16="http://schemas.microsoft.com/office/drawing/2014/main" id="{3AF6A3ED-4E0B-4EA9-9A66-F83CFEBA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405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1" name="data_4168">
            <a:extLst xmlns:a="http://schemas.openxmlformats.org/drawingml/2006/main">
              <a:ext uri="{FF2B5EF4-FFF2-40B4-BE49-F238E27FC236}">
                <a16:creationId xmlns:a16="http://schemas.microsoft.com/office/drawing/2014/main" id="{4AC0E2F0-CC89-4F26-8E7C-1028A006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983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2" name="data_4169">
            <a:extLst xmlns:a="http://schemas.openxmlformats.org/drawingml/2006/main">
              <a:ext uri="{FF2B5EF4-FFF2-40B4-BE49-F238E27FC236}">
                <a16:creationId xmlns:a16="http://schemas.microsoft.com/office/drawing/2014/main" id="{5EE4FCDD-2628-40ED-9DAB-AF1EDABA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6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3" name="data_4170">
            <a:extLst xmlns:a="http://schemas.openxmlformats.org/drawingml/2006/main">
              <a:ext uri="{FF2B5EF4-FFF2-40B4-BE49-F238E27FC236}">
                <a16:creationId xmlns:a16="http://schemas.microsoft.com/office/drawing/2014/main" id="{3B9E50E6-D2DC-4FF3-B259-97F6F013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43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4" name="data_4171">
            <a:extLst xmlns:a="http://schemas.openxmlformats.org/drawingml/2006/main">
              <a:ext uri="{FF2B5EF4-FFF2-40B4-BE49-F238E27FC236}">
                <a16:creationId xmlns:a16="http://schemas.microsoft.com/office/drawing/2014/main" id="{D6FFCC5E-6709-4D1D-8975-B92D385F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83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5" name="data_4172">
            <a:extLst xmlns:a="http://schemas.openxmlformats.org/drawingml/2006/main">
              <a:ext uri="{FF2B5EF4-FFF2-40B4-BE49-F238E27FC236}">
                <a16:creationId xmlns:a16="http://schemas.microsoft.com/office/drawing/2014/main" id="{7C2A6EDD-B4BF-4B29-BA04-95CCD48E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43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6" name="data_4173">
            <a:extLst xmlns:a="http://schemas.openxmlformats.org/drawingml/2006/main">
              <a:ext uri="{FF2B5EF4-FFF2-40B4-BE49-F238E27FC236}">
                <a16:creationId xmlns:a16="http://schemas.microsoft.com/office/drawing/2014/main" id="{3C35A94C-5F22-4264-A461-6D5F0475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25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7" name="data_4174">
            <a:extLst xmlns:a="http://schemas.openxmlformats.org/drawingml/2006/main">
              <a:ext uri="{FF2B5EF4-FFF2-40B4-BE49-F238E27FC236}">
                <a16:creationId xmlns:a16="http://schemas.microsoft.com/office/drawing/2014/main" id="{BED5D288-2DA3-4246-B20B-DF4BB7A2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0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8" name="data_4175">
            <a:extLst xmlns:a="http://schemas.openxmlformats.org/drawingml/2006/main">
              <a:ext uri="{FF2B5EF4-FFF2-40B4-BE49-F238E27FC236}">
                <a16:creationId xmlns:a16="http://schemas.microsoft.com/office/drawing/2014/main" id="{F5AA6455-BB50-45F6-9BDA-FD24E50B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31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9" name="data_4176">
            <a:extLst xmlns:a="http://schemas.openxmlformats.org/drawingml/2006/main">
              <a:ext uri="{FF2B5EF4-FFF2-40B4-BE49-F238E27FC236}">
                <a16:creationId xmlns:a16="http://schemas.microsoft.com/office/drawing/2014/main" id="{2D2EDA37-3FF8-4FB1-B6A8-34DA5A64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32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0" name="data_4177">
            <a:extLst xmlns:a="http://schemas.openxmlformats.org/drawingml/2006/main">
              <a:ext uri="{FF2B5EF4-FFF2-40B4-BE49-F238E27FC236}">
                <a16:creationId xmlns:a16="http://schemas.microsoft.com/office/drawing/2014/main" id="{6109AD55-7519-472F-94F1-FFF5221D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87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1" name="data_4178">
            <a:extLst xmlns:a="http://schemas.openxmlformats.org/drawingml/2006/main">
              <a:ext uri="{FF2B5EF4-FFF2-40B4-BE49-F238E27FC236}">
                <a16:creationId xmlns:a16="http://schemas.microsoft.com/office/drawing/2014/main" id="{326AAB0D-1FC1-484C-BD0F-F1BFEFBB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00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2" name="data_4179">
            <a:extLst xmlns:a="http://schemas.openxmlformats.org/drawingml/2006/main">
              <a:ext uri="{FF2B5EF4-FFF2-40B4-BE49-F238E27FC236}">
                <a16:creationId xmlns:a16="http://schemas.microsoft.com/office/drawing/2014/main" id="{7B158555-336E-46F1-BF0E-7EDF630F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6367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3" name="data_4180">
            <a:extLst xmlns:a="http://schemas.openxmlformats.org/drawingml/2006/main">
              <a:ext uri="{FF2B5EF4-FFF2-40B4-BE49-F238E27FC236}">
                <a16:creationId xmlns:a16="http://schemas.microsoft.com/office/drawing/2014/main" id="{5921B1F1-9CAD-4F95-A3FD-2C1F65DA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54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4" name="data_4181">
            <a:extLst xmlns:a="http://schemas.openxmlformats.org/drawingml/2006/main">
              <a:ext uri="{FF2B5EF4-FFF2-40B4-BE49-F238E27FC236}">
                <a16:creationId xmlns:a16="http://schemas.microsoft.com/office/drawing/2014/main" id="{B64CF89D-A729-43DE-BDF1-BBB3D095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1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5" name="data_4182">
            <a:extLst xmlns:a="http://schemas.openxmlformats.org/drawingml/2006/main">
              <a:ext uri="{FF2B5EF4-FFF2-40B4-BE49-F238E27FC236}">
                <a16:creationId xmlns:a16="http://schemas.microsoft.com/office/drawing/2014/main" id="{6D4692FC-F237-433E-A10D-80555918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6779" y="35113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6" name="data_4183">
            <a:extLst xmlns:a="http://schemas.openxmlformats.org/drawingml/2006/main">
              <a:ext uri="{FF2B5EF4-FFF2-40B4-BE49-F238E27FC236}">
                <a16:creationId xmlns:a16="http://schemas.microsoft.com/office/drawing/2014/main" id="{888BAB4D-DA86-40FA-AAB7-6C7810A8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205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7" name="data_4184">
            <a:extLst xmlns:a="http://schemas.openxmlformats.org/drawingml/2006/main">
              <a:ext uri="{FF2B5EF4-FFF2-40B4-BE49-F238E27FC236}">
                <a16:creationId xmlns:a16="http://schemas.microsoft.com/office/drawing/2014/main" id="{C818352C-6D38-4C57-9178-B7BBDD33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61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8" name="data_4185">
            <a:extLst xmlns:a="http://schemas.openxmlformats.org/drawingml/2006/main">
              <a:ext uri="{FF2B5EF4-FFF2-40B4-BE49-F238E27FC236}">
                <a16:creationId xmlns:a16="http://schemas.microsoft.com/office/drawing/2014/main" id="{DE55F5CD-9A56-4B68-800B-AEEFBEAC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368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9" name="data_4186">
            <a:extLst xmlns:a="http://schemas.openxmlformats.org/drawingml/2006/main">
              <a:ext uri="{FF2B5EF4-FFF2-40B4-BE49-F238E27FC236}">
                <a16:creationId xmlns:a16="http://schemas.microsoft.com/office/drawing/2014/main" id="{B49618A5-D0B7-4F0B-BE57-9E4D4EA4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8801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0" name="data_4187">
            <a:extLst xmlns:a="http://schemas.openxmlformats.org/drawingml/2006/main">
              <a:ext uri="{FF2B5EF4-FFF2-40B4-BE49-F238E27FC236}">
                <a16:creationId xmlns:a16="http://schemas.microsoft.com/office/drawing/2014/main" id="{1297CE4C-C8C0-4806-A31E-FB2C2AD6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924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1" name="data_4188">
            <a:extLst xmlns:a="http://schemas.openxmlformats.org/drawingml/2006/main">
              <a:ext uri="{FF2B5EF4-FFF2-40B4-BE49-F238E27FC236}">
                <a16:creationId xmlns:a16="http://schemas.microsoft.com/office/drawing/2014/main" id="{83451400-A9B4-4B67-A86B-6C7B1330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64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2" name="data_4189">
            <a:extLst xmlns:a="http://schemas.openxmlformats.org/drawingml/2006/main">
              <a:ext uri="{FF2B5EF4-FFF2-40B4-BE49-F238E27FC236}">
                <a16:creationId xmlns:a16="http://schemas.microsoft.com/office/drawing/2014/main" id="{5DD29279-A71C-4960-ADF8-2FB91676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3" name="data_4190">
            <a:extLst xmlns:a="http://schemas.openxmlformats.org/drawingml/2006/main">
              <a:ext uri="{FF2B5EF4-FFF2-40B4-BE49-F238E27FC236}">
                <a16:creationId xmlns:a16="http://schemas.microsoft.com/office/drawing/2014/main" id="{BC56D92F-1723-4011-80F8-1FEB98C6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9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4" name="data_4191">
            <a:extLst xmlns:a="http://schemas.openxmlformats.org/drawingml/2006/main">
              <a:ext uri="{FF2B5EF4-FFF2-40B4-BE49-F238E27FC236}">
                <a16:creationId xmlns:a16="http://schemas.microsoft.com/office/drawing/2014/main" id="{E5E96193-1018-4603-BA05-AD80163D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35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5" name="data_4192">
            <a:extLst xmlns:a="http://schemas.openxmlformats.org/drawingml/2006/main">
              <a:ext uri="{FF2B5EF4-FFF2-40B4-BE49-F238E27FC236}">
                <a16:creationId xmlns:a16="http://schemas.microsoft.com/office/drawing/2014/main" id="{C9918422-658F-4F06-839B-D1E72D7C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531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6" name="data_4193">
            <a:extLst xmlns:a="http://schemas.openxmlformats.org/drawingml/2006/main">
              <a:ext uri="{FF2B5EF4-FFF2-40B4-BE49-F238E27FC236}">
                <a16:creationId xmlns:a16="http://schemas.microsoft.com/office/drawing/2014/main" id="{3D468E9A-6C8F-47A2-9BAC-62534747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1683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7" name="data_4194">
            <a:extLst xmlns:a="http://schemas.openxmlformats.org/drawingml/2006/main">
              <a:ext uri="{FF2B5EF4-FFF2-40B4-BE49-F238E27FC236}">
                <a16:creationId xmlns:a16="http://schemas.microsoft.com/office/drawing/2014/main" id="{8D9098E8-0B4F-4834-AB5D-BEA8C63B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61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8" name="data_4195">
            <a:extLst xmlns:a="http://schemas.openxmlformats.org/drawingml/2006/main">
              <a:ext uri="{FF2B5EF4-FFF2-40B4-BE49-F238E27FC236}">
                <a16:creationId xmlns:a16="http://schemas.microsoft.com/office/drawing/2014/main" id="{982C32A8-2CE3-4F21-A060-70BA7D4E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64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9" name="data_4196">
            <a:extLst xmlns:a="http://schemas.openxmlformats.org/drawingml/2006/main">
              <a:ext uri="{FF2B5EF4-FFF2-40B4-BE49-F238E27FC236}">
                <a16:creationId xmlns:a16="http://schemas.microsoft.com/office/drawing/2014/main" id="{A6CA1928-2383-4B29-BDDE-D3414672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95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0" name="data_4197">
            <a:extLst xmlns:a="http://schemas.openxmlformats.org/drawingml/2006/main">
              <a:ext uri="{FF2B5EF4-FFF2-40B4-BE49-F238E27FC236}">
                <a16:creationId xmlns:a16="http://schemas.microsoft.com/office/drawing/2014/main" id="{B20BF4CB-683F-4D0B-ACDA-312BBF96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96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1" name="data_4198">
            <a:extLst xmlns:a="http://schemas.openxmlformats.org/drawingml/2006/main">
              <a:ext uri="{FF2B5EF4-FFF2-40B4-BE49-F238E27FC236}">
                <a16:creationId xmlns:a16="http://schemas.microsoft.com/office/drawing/2014/main" id="{F2051658-B204-4DA3-8840-61D38F4C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717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2" name="data_4199">
            <a:extLst xmlns:a="http://schemas.openxmlformats.org/drawingml/2006/main">
              <a:ext uri="{FF2B5EF4-FFF2-40B4-BE49-F238E27FC236}">
                <a16:creationId xmlns:a16="http://schemas.microsoft.com/office/drawing/2014/main" id="{851A0DB9-2F4E-4E31-AB17-C08CFE77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74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3" name="data_4200">
            <a:extLst xmlns:a="http://schemas.openxmlformats.org/drawingml/2006/main">
              <a:ext uri="{FF2B5EF4-FFF2-40B4-BE49-F238E27FC236}">
                <a16:creationId xmlns:a16="http://schemas.microsoft.com/office/drawing/2014/main" id="{245BE799-6980-4ACF-90C3-2B9B6ABE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680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4" name="data_4201">
            <a:extLst xmlns:a="http://schemas.openxmlformats.org/drawingml/2006/main">
              <a:ext uri="{FF2B5EF4-FFF2-40B4-BE49-F238E27FC236}">
                <a16:creationId xmlns:a16="http://schemas.microsoft.com/office/drawing/2014/main" id="{C4D18073-A143-4AD4-8E1D-CE35CD0B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5" name="data_4202">
            <a:extLst xmlns:a="http://schemas.openxmlformats.org/drawingml/2006/main">
              <a:ext uri="{FF2B5EF4-FFF2-40B4-BE49-F238E27FC236}">
                <a16:creationId xmlns:a16="http://schemas.microsoft.com/office/drawing/2014/main" id="{0D89B317-F0F6-4C7A-9B98-29AC8417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0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6" name="data_4203">
            <a:extLst xmlns:a="http://schemas.openxmlformats.org/drawingml/2006/main">
              <a:ext uri="{FF2B5EF4-FFF2-40B4-BE49-F238E27FC236}">
                <a16:creationId xmlns:a16="http://schemas.microsoft.com/office/drawing/2014/main" id="{D095BA52-E486-498F-BD66-41F011B7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06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7" name="data_4204">
            <a:extLst xmlns:a="http://schemas.openxmlformats.org/drawingml/2006/main">
              <a:ext uri="{FF2B5EF4-FFF2-40B4-BE49-F238E27FC236}">
                <a16:creationId xmlns:a16="http://schemas.microsoft.com/office/drawing/2014/main" id="{C9394258-CD9F-403D-B94F-9C18B4A6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46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8" name="data_4205">
            <a:extLst xmlns:a="http://schemas.openxmlformats.org/drawingml/2006/main">
              <a:ext uri="{FF2B5EF4-FFF2-40B4-BE49-F238E27FC236}">
                <a16:creationId xmlns:a16="http://schemas.microsoft.com/office/drawing/2014/main" id="{18D3BD28-C368-4E3E-8B70-E30984BC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93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9" name="data_4206">
            <a:extLst xmlns:a="http://schemas.openxmlformats.org/drawingml/2006/main">
              <a:ext uri="{FF2B5EF4-FFF2-40B4-BE49-F238E27FC236}">
                <a16:creationId xmlns:a16="http://schemas.microsoft.com/office/drawing/2014/main" id="{5B2A8A7B-FF8A-4138-9C1F-11B12997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93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0" name="data_4207">
            <a:extLst xmlns:a="http://schemas.openxmlformats.org/drawingml/2006/main">
              <a:ext uri="{FF2B5EF4-FFF2-40B4-BE49-F238E27FC236}">
                <a16:creationId xmlns:a16="http://schemas.microsoft.com/office/drawing/2014/main" id="{F7235B9C-37F5-49C6-90A8-645B00EB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5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1" name="data_4208">
            <a:extLst xmlns:a="http://schemas.openxmlformats.org/drawingml/2006/main">
              <a:ext uri="{FF2B5EF4-FFF2-40B4-BE49-F238E27FC236}">
                <a16:creationId xmlns:a16="http://schemas.microsoft.com/office/drawing/2014/main" id="{C34A7D3D-4B7C-4066-805F-8C653F1E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5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2" name="data_4209">
            <a:extLst xmlns:a="http://schemas.openxmlformats.org/drawingml/2006/main">
              <a:ext uri="{FF2B5EF4-FFF2-40B4-BE49-F238E27FC236}">
                <a16:creationId xmlns:a16="http://schemas.microsoft.com/office/drawing/2014/main" id="{2E373786-696E-458F-A5D8-043743E6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650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3" name="data_4210">
            <a:extLst xmlns:a="http://schemas.openxmlformats.org/drawingml/2006/main">
              <a:ext uri="{FF2B5EF4-FFF2-40B4-BE49-F238E27FC236}">
                <a16:creationId xmlns:a16="http://schemas.microsoft.com/office/drawing/2014/main" id="{79302978-7B1F-408F-9587-AFD249A3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22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4" name="data_4211">
            <a:extLst xmlns:a="http://schemas.openxmlformats.org/drawingml/2006/main">
              <a:ext uri="{FF2B5EF4-FFF2-40B4-BE49-F238E27FC236}">
                <a16:creationId xmlns:a16="http://schemas.microsoft.com/office/drawing/2014/main" id="{35A90BF3-F8B9-4149-9CE9-2C69DB19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29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5" name="data_4212">
            <a:extLst xmlns:a="http://schemas.openxmlformats.org/drawingml/2006/main">
              <a:ext uri="{FF2B5EF4-FFF2-40B4-BE49-F238E27FC236}">
                <a16:creationId xmlns:a16="http://schemas.microsoft.com/office/drawing/2014/main" id="{8C53B008-0D31-4F74-8EE6-29C7B90E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2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6" name="data_4213">
            <a:extLst xmlns:a="http://schemas.openxmlformats.org/drawingml/2006/main">
              <a:ext uri="{FF2B5EF4-FFF2-40B4-BE49-F238E27FC236}">
                <a16:creationId xmlns:a16="http://schemas.microsoft.com/office/drawing/2014/main" id="{CBAA025C-035F-47DE-B762-923FAD36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5612" y="35113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7" name="data_4214">
            <a:extLst xmlns:a="http://schemas.openxmlformats.org/drawingml/2006/main">
              <a:ext uri="{FF2B5EF4-FFF2-40B4-BE49-F238E27FC236}">
                <a16:creationId xmlns:a16="http://schemas.microsoft.com/office/drawing/2014/main" id="{5B96D341-ADC4-4770-956D-93BF3EBA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641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8" name="data_4215">
            <a:extLst xmlns:a="http://schemas.openxmlformats.org/drawingml/2006/main">
              <a:ext uri="{FF2B5EF4-FFF2-40B4-BE49-F238E27FC236}">
                <a16:creationId xmlns:a16="http://schemas.microsoft.com/office/drawing/2014/main" id="{EEFA0E89-B082-478E-ACCB-FA39255A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0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9" name="data_4216">
            <a:extLst xmlns:a="http://schemas.openxmlformats.org/drawingml/2006/main">
              <a:ext uri="{FF2B5EF4-FFF2-40B4-BE49-F238E27FC236}">
                <a16:creationId xmlns:a16="http://schemas.microsoft.com/office/drawing/2014/main" id="{04913923-0706-44B6-91D6-95172E19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3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0" name="data_4217">
            <a:extLst xmlns:a="http://schemas.openxmlformats.org/drawingml/2006/main">
              <a:ext uri="{FF2B5EF4-FFF2-40B4-BE49-F238E27FC236}">
                <a16:creationId xmlns:a16="http://schemas.microsoft.com/office/drawing/2014/main" id="{3FCBB32F-3C52-48F7-9CB8-5412BDBC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94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1" name="data_4218">
            <a:extLst xmlns:a="http://schemas.openxmlformats.org/drawingml/2006/main">
              <a:ext uri="{FF2B5EF4-FFF2-40B4-BE49-F238E27FC236}">
                <a16:creationId xmlns:a16="http://schemas.microsoft.com/office/drawing/2014/main" id="{404C04DC-FBD7-4C47-A0AA-9E29BB1C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72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2" name="data_4219">
            <a:extLst xmlns:a="http://schemas.openxmlformats.org/drawingml/2006/main">
              <a:ext uri="{FF2B5EF4-FFF2-40B4-BE49-F238E27FC236}">
                <a16:creationId xmlns:a16="http://schemas.microsoft.com/office/drawing/2014/main" id="{BFE9FDF1-C69D-47E0-9D60-268A585B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0289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3" name="data_4220">
            <a:extLst xmlns:a="http://schemas.openxmlformats.org/drawingml/2006/main">
              <a:ext uri="{FF2B5EF4-FFF2-40B4-BE49-F238E27FC236}">
                <a16:creationId xmlns:a16="http://schemas.microsoft.com/office/drawing/2014/main" id="{F5876472-ADD2-4F0D-81D9-AF16735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9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4" name="data_4221">
            <a:extLst xmlns:a="http://schemas.openxmlformats.org/drawingml/2006/main">
              <a:ext uri="{FF2B5EF4-FFF2-40B4-BE49-F238E27FC236}">
                <a16:creationId xmlns:a16="http://schemas.microsoft.com/office/drawing/2014/main" id="{5FCDA16B-2C97-4CFC-866D-120CEE71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9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5" name="data_4222">
            <a:extLst xmlns:a="http://schemas.openxmlformats.org/drawingml/2006/main">
              <a:ext uri="{FF2B5EF4-FFF2-40B4-BE49-F238E27FC236}">
                <a16:creationId xmlns:a16="http://schemas.microsoft.com/office/drawing/2014/main" id="{A75C4F06-AA49-4856-93D4-D929949D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1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6" name="data_4223">
            <a:extLst xmlns:a="http://schemas.openxmlformats.org/drawingml/2006/main">
              <a:ext uri="{FF2B5EF4-FFF2-40B4-BE49-F238E27FC236}">
                <a16:creationId xmlns:a16="http://schemas.microsoft.com/office/drawing/2014/main" id="{380457D8-F7B9-466A-B836-41EFF488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055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7" name="data_4224">
            <a:extLst xmlns:a="http://schemas.openxmlformats.org/drawingml/2006/main">
              <a:ext uri="{FF2B5EF4-FFF2-40B4-BE49-F238E27FC236}">
                <a16:creationId xmlns:a16="http://schemas.microsoft.com/office/drawing/2014/main" id="{C635F036-2D56-46FA-BCDA-59209F13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32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8" name="data_4225">
            <a:extLst xmlns:a="http://schemas.openxmlformats.org/drawingml/2006/main">
              <a:ext uri="{FF2B5EF4-FFF2-40B4-BE49-F238E27FC236}">
                <a16:creationId xmlns:a16="http://schemas.microsoft.com/office/drawing/2014/main" id="{AFAB4B91-56FD-4229-BD23-A7835385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9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9" name="data_4226">
            <a:extLst xmlns:a="http://schemas.openxmlformats.org/drawingml/2006/main">
              <a:ext uri="{FF2B5EF4-FFF2-40B4-BE49-F238E27FC236}">
                <a16:creationId xmlns:a16="http://schemas.microsoft.com/office/drawing/2014/main" id="{7E5B888E-6665-407A-8E18-D9CE9617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406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0" name="data_4227">
            <a:extLst xmlns:a="http://schemas.openxmlformats.org/drawingml/2006/main">
              <a:ext uri="{FF2B5EF4-FFF2-40B4-BE49-F238E27FC236}">
                <a16:creationId xmlns:a16="http://schemas.microsoft.com/office/drawing/2014/main" id="{5E204437-D139-40D2-B554-BF878174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25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1" name="data_4228">
            <a:extLst xmlns:a="http://schemas.openxmlformats.org/drawingml/2006/main">
              <a:ext uri="{FF2B5EF4-FFF2-40B4-BE49-F238E27FC236}">
                <a16:creationId xmlns:a16="http://schemas.microsoft.com/office/drawing/2014/main" id="{32421933-BB46-4FD6-B478-1F386701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72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2" name="data_4229">
            <a:extLst xmlns:a="http://schemas.openxmlformats.org/drawingml/2006/main">
              <a:ext uri="{FF2B5EF4-FFF2-40B4-BE49-F238E27FC236}">
                <a16:creationId xmlns:a16="http://schemas.microsoft.com/office/drawing/2014/main" id="{E6A5E161-CCDB-497E-B83D-8BC12D7E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365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3" name="data_4230">
            <a:extLst xmlns:a="http://schemas.openxmlformats.org/drawingml/2006/main">
              <a:ext uri="{FF2B5EF4-FFF2-40B4-BE49-F238E27FC236}">
                <a16:creationId xmlns:a16="http://schemas.microsoft.com/office/drawing/2014/main" id="{6BC535E1-77C1-4939-8ECA-DCB02097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49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4" name="data_4231">
            <a:extLst xmlns:a="http://schemas.openxmlformats.org/drawingml/2006/main">
              <a:ext uri="{FF2B5EF4-FFF2-40B4-BE49-F238E27FC236}">
                <a16:creationId xmlns:a16="http://schemas.microsoft.com/office/drawing/2014/main" id="{3EB3365E-E6C8-41D7-B4A7-FD880D86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7702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5" name="data_4232">
            <a:extLst xmlns:a="http://schemas.openxmlformats.org/drawingml/2006/main">
              <a:ext uri="{FF2B5EF4-FFF2-40B4-BE49-F238E27FC236}">
                <a16:creationId xmlns:a16="http://schemas.microsoft.com/office/drawing/2014/main" id="{6D27B7B8-3112-484B-ADAE-A3A0E623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328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6" name="data_4233">
            <a:extLst xmlns:a="http://schemas.openxmlformats.org/drawingml/2006/main">
              <a:ext uri="{FF2B5EF4-FFF2-40B4-BE49-F238E27FC236}">
                <a16:creationId xmlns:a16="http://schemas.microsoft.com/office/drawing/2014/main" id="{6C20E0C1-AB13-4A07-9000-4208A446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202" y="39394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7" name="data_4234">
            <a:extLst xmlns:a="http://schemas.openxmlformats.org/drawingml/2006/main">
              <a:ext uri="{FF2B5EF4-FFF2-40B4-BE49-F238E27FC236}">
                <a16:creationId xmlns:a16="http://schemas.microsoft.com/office/drawing/2014/main" id="{A74C92E0-AC22-4E23-A922-A78B783F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13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8" name="data_4235">
            <a:extLst xmlns:a="http://schemas.openxmlformats.org/drawingml/2006/main">
              <a:ext uri="{FF2B5EF4-FFF2-40B4-BE49-F238E27FC236}">
                <a16:creationId xmlns:a16="http://schemas.microsoft.com/office/drawing/2014/main" id="{617FC668-459B-4AD2-91AD-9E4DA122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69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9" name="data_4236">
            <a:extLst xmlns:a="http://schemas.openxmlformats.org/drawingml/2006/main">
              <a:ext uri="{FF2B5EF4-FFF2-40B4-BE49-F238E27FC236}">
                <a16:creationId xmlns:a16="http://schemas.microsoft.com/office/drawing/2014/main" id="{456FB067-8A75-4806-BDE7-196DC1BA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4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0" name="data_4237">
            <a:extLst xmlns:a="http://schemas.openxmlformats.org/drawingml/2006/main">
              <a:ext uri="{FF2B5EF4-FFF2-40B4-BE49-F238E27FC236}">
                <a16:creationId xmlns:a16="http://schemas.microsoft.com/office/drawing/2014/main" id="{C654F78F-EF7D-4898-AFBB-15769C61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2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1" name="data_4238">
            <a:extLst xmlns:a="http://schemas.openxmlformats.org/drawingml/2006/main">
              <a:ext uri="{FF2B5EF4-FFF2-40B4-BE49-F238E27FC236}">
                <a16:creationId xmlns:a16="http://schemas.microsoft.com/office/drawing/2014/main" id="{B7E17386-E136-4E13-BA0A-A221940C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90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2" name="data_4239">
            <a:extLst xmlns:a="http://schemas.openxmlformats.org/drawingml/2006/main">
              <a:ext uri="{FF2B5EF4-FFF2-40B4-BE49-F238E27FC236}">
                <a16:creationId xmlns:a16="http://schemas.microsoft.com/office/drawing/2014/main" id="{3119EE75-2BF2-471B-8A61-7ED3D479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47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3" name="data_4240">
            <a:extLst xmlns:a="http://schemas.openxmlformats.org/drawingml/2006/main">
              <a:ext uri="{FF2B5EF4-FFF2-40B4-BE49-F238E27FC236}">
                <a16:creationId xmlns:a16="http://schemas.microsoft.com/office/drawing/2014/main" id="{20AFE10C-A392-46A6-ADA8-9F1B7B19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7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4" name="data_4241">
            <a:extLst xmlns:a="http://schemas.openxmlformats.org/drawingml/2006/main">
              <a:ext uri="{FF2B5EF4-FFF2-40B4-BE49-F238E27FC236}">
                <a16:creationId xmlns:a16="http://schemas.microsoft.com/office/drawing/2014/main" id="{2CA0738F-068B-446F-9E68-277066EB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1587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5" name="data_4242">
            <a:extLst xmlns:a="http://schemas.openxmlformats.org/drawingml/2006/main">
              <a:ext uri="{FF2B5EF4-FFF2-40B4-BE49-F238E27FC236}">
                <a16:creationId xmlns:a16="http://schemas.microsoft.com/office/drawing/2014/main" id="{149713A4-0730-4AB8-8C6A-5432B673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00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6" name="data_4243">
            <a:extLst xmlns:a="http://schemas.openxmlformats.org/drawingml/2006/main">
              <a:ext uri="{FF2B5EF4-FFF2-40B4-BE49-F238E27FC236}">
                <a16:creationId xmlns:a16="http://schemas.microsoft.com/office/drawing/2014/main" id="{BE3296DE-21C8-4AC2-838A-2B70FBEF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7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7" name="data_4244">
            <a:extLst xmlns:a="http://schemas.openxmlformats.org/drawingml/2006/main">
              <a:ext uri="{FF2B5EF4-FFF2-40B4-BE49-F238E27FC236}">
                <a16:creationId xmlns:a16="http://schemas.microsoft.com/office/drawing/2014/main" id="{8C1EC4D2-46AA-42D9-B654-44B80868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40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8" name="data_4245">
            <a:extLst xmlns:a="http://schemas.openxmlformats.org/drawingml/2006/main">
              <a:ext uri="{FF2B5EF4-FFF2-40B4-BE49-F238E27FC236}">
                <a16:creationId xmlns:a16="http://schemas.microsoft.com/office/drawing/2014/main" id="{F1C0A8FE-080C-4748-9F69-1649AA49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058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9" name="data_4246">
            <a:extLst xmlns:a="http://schemas.openxmlformats.org/drawingml/2006/main">
              <a:ext uri="{FF2B5EF4-FFF2-40B4-BE49-F238E27FC236}">
                <a16:creationId xmlns:a16="http://schemas.microsoft.com/office/drawing/2014/main" id="{72E96A8F-5609-4228-B078-240940DB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46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0" name="data_4247">
            <a:extLst xmlns:a="http://schemas.openxmlformats.org/drawingml/2006/main">
              <a:ext uri="{FF2B5EF4-FFF2-40B4-BE49-F238E27FC236}">
                <a16:creationId xmlns:a16="http://schemas.microsoft.com/office/drawing/2014/main" id="{1E100D1F-8A9F-45D0-B579-CC87819A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97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1" name="data_4248">
            <a:extLst xmlns:a="http://schemas.openxmlformats.org/drawingml/2006/main">
              <a:ext uri="{FF2B5EF4-FFF2-40B4-BE49-F238E27FC236}">
                <a16:creationId xmlns:a16="http://schemas.microsoft.com/office/drawing/2014/main" id="{4B3A3B2B-B705-4DAA-9331-FE1FEF85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222" y="3849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2" name="data_4249">
            <a:extLst xmlns:a="http://schemas.openxmlformats.org/drawingml/2006/main">
              <a:ext uri="{FF2B5EF4-FFF2-40B4-BE49-F238E27FC236}">
                <a16:creationId xmlns:a16="http://schemas.microsoft.com/office/drawing/2014/main" id="{3AA659AB-5D1F-43DE-AC8E-AB4BA1A7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7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3" name="data_4250">
            <a:extLst xmlns:a="http://schemas.openxmlformats.org/drawingml/2006/main">
              <a:ext uri="{FF2B5EF4-FFF2-40B4-BE49-F238E27FC236}">
                <a16:creationId xmlns:a16="http://schemas.microsoft.com/office/drawing/2014/main" id="{66FB1943-917D-4F02-90F1-7F90E3AD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74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4" name="data_4251">
            <a:extLst xmlns:a="http://schemas.openxmlformats.org/drawingml/2006/main">
              <a:ext uri="{FF2B5EF4-FFF2-40B4-BE49-F238E27FC236}">
                <a16:creationId xmlns:a16="http://schemas.microsoft.com/office/drawing/2014/main" id="{D5AA1ED6-C5E2-4199-B5EE-3B546B5F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482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5" name="data_4252">
            <a:extLst xmlns:a="http://schemas.openxmlformats.org/drawingml/2006/main">
              <a:ext uri="{FF2B5EF4-FFF2-40B4-BE49-F238E27FC236}">
                <a16:creationId xmlns:a16="http://schemas.microsoft.com/office/drawing/2014/main" id="{CADE3410-6EAF-4C94-805B-CA09368C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14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6" name="data_4253">
            <a:extLst xmlns:a="http://schemas.openxmlformats.org/drawingml/2006/main">
              <a:ext uri="{FF2B5EF4-FFF2-40B4-BE49-F238E27FC236}">
                <a16:creationId xmlns:a16="http://schemas.microsoft.com/office/drawing/2014/main" id="{C25C2FA2-395A-447B-AD5E-B5F7BF40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083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7" name="data_4254">
            <a:extLst xmlns:a="http://schemas.openxmlformats.org/drawingml/2006/main">
              <a:ext uri="{FF2B5EF4-FFF2-40B4-BE49-F238E27FC236}">
                <a16:creationId xmlns:a16="http://schemas.microsoft.com/office/drawing/2014/main" id="{8C81471B-C449-4E27-AB7E-C8756BA3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78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8" name="data_4255">
            <a:extLst xmlns:a="http://schemas.openxmlformats.org/drawingml/2006/main">
              <a:ext uri="{FF2B5EF4-FFF2-40B4-BE49-F238E27FC236}">
                <a16:creationId xmlns:a16="http://schemas.microsoft.com/office/drawing/2014/main" id="{CC8BF557-AC39-4E21-ADA2-4250C549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9053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9" name="data_4256">
            <a:extLst xmlns:a="http://schemas.openxmlformats.org/drawingml/2006/main">
              <a:ext uri="{FF2B5EF4-FFF2-40B4-BE49-F238E27FC236}">
                <a16:creationId xmlns:a16="http://schemas.microsoft.com/office/drawing/2014/main" id="{B869539F-5387-4CF4-ABB8-39F23733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137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0" name="data_4257">
            <a:extLst xmlns:a="http://schemas.openxmlformats.org/drawingml/2006/main">
              <a:ext uri="{FF2B5EF4-FFF2-40B4-BE49-F238E27FC236}">
                <a16:creationId xmlns:a16="http://schemas.microsoft.com/office/drawing/2014/main" id="{22CF22AB-76F0-4E25-A26D-933E4A4B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9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1" name="data_4258">
            <a:extLst xmlns:a="http://schemas.openxmlformats.org/drawingml/2006/main">
              <a:ext uri="{FF2B5EF4-FFF2-40B4-BE49-F238E27FC236}">
                <a16:creationId xmlns:a16="http://schemas.microsoft.com/office/drawing/2014/main" id="{8D3F84EC-D40D-4562-8F6B-BD4F26EA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07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2" name="data_4259">
            <a:extLst xmlns:a="http://schemas.openxmlformats.org/drawingml/2006/main">
              <a:ext uri="{FF2B5EF4-FFF2-40B4-BE49-F238E27FC236}">
                <a16:creationId xmlns:a16="http://schemas.microsoft.com/office/drawing/2014/main" id="{EE29DDCC-EE18-44EA-B559-A6AD3852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38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3" name="data_4260">
            <a:extLst xmlns:a="http://schemas.openxmlformats.org/drawingml/2006/main">
              <a:ext uri="{FF2B5EF4-FFF2-40B4-BE49-F238E27FC236}">
                <a16:creationId xmlns:a16="http://schemas.microsoft.com/office/drawing/2014/main" id="{F07B1203-FC59-4CAD-9B66-83EA5874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78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4" name="data_4261">
            <a:extLst xmlns:a="http://schemas.openxmlformats.org/drawingml/2006/main">
              <a:ext uri="{FF2B5EF4-FFF2-40B4-BE49-F238E27FC236}">
                <a16:creationId xmlns:a16="http://schemas.microsoft.com/office/drawing/2014/main" id="{3F912CAD-4528-44E9-8EF5-3D6590FC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687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5" name="data_4262">
            <a:extLst xmlns:a="http://schemas.openxmlformats.org/drawingml/2006/main">
              <a:ext uri="{FF2B5EF4-FFF2-40B4-BE49-F238E27FC236}">
                <a16:creationId xmlns:a16="http://schemas.microsoft.com/office/drawing/2014/main" id="{257F0B67-A936-4927-9B3A-464BA039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0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6" name="data_4263">
            <a:extLst xmlns:a="http://schemas.openxmlformats.org/drawingml/2006/main">
              <a:ext uri="{FF2B5EF4-FFF2-40B4-BE49-F238E27FC236}">
                <a16:creationId xmlns:a16="http://schemas.microsoft.com/office/drawing/2014/main" id="{B98BD685-FD96-44AC-9380-B6B49F16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7" name="data_4264">
            <a:extLst xmlns:a="http://schemas.openxmlformats.org/drawingml/2006/main">
              <a:ext uri="{FF2B5EF4-FFF2-40B4-BE49-F238E27FC236}">
                <a16:creationId xmlns:a16="http://schemas.microsoft.com/office/drawing/2014/main" id="{BE36D730-2DF1-4266-B51A-A88CD45A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64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8" name="data_4265">
            <a:extLst xmlns:a="http://schemas.openxmlformats.org/drawingml/2006/main">
              <a:ext uri="{FF2B5EF4-FFF2-40B4-BE49-F238E27FC236}">
                <a16:creationId xmlns:a16="http://schemas.microsoft.com/office/drawing/2014/main" id="{983087FA-29FD-4D84-8E18-D3B8CBEE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44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9" name="data_4266">
            <a:extLst xmlns:a="http://schemas.openxmlformats.org/drawingml/2006/main">
              <a:ext uri="{FF2B5EF4-FFF2-40B4-BE49-F238E27FC236}">
                <a16:creationId xmlns:a16="http://schemas.microsoft.com/office/drawing/2014/main" id="{96F88E3E-F8F4-434A-8187-6AB5A4790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33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0" name="data_4267">
            <a:extLst xmlns:a="http://schemas.openxmlformats.org/drawingml/2006/main">
              <a:ext uri="{FF2B5EF4-FFF2-40B4-BE49-F238E27FC236}">
                <a16:creationId xmlns:a16="http://schemas.microsoft.com/office/drawing/2014/main" id="{47C07E48-B2DD-4BC5-AB69-B0059777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35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1" name="data_4268">
            <a:extLst xmlns:a="http://schemas.openxmlformats.org/drawingml/2006/main">
              <a:ext uri="{FF2B5EF4-FFF2-40B4-BE49-F238E27FC236}">
                <a16:creationId xmlns:a16="http://schemas.microsoft.com/office/drawing/2014/main" id="{7EB920ED-565E-4A56-A310-3940554B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51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2" name="data_4269">
            <a:extLst xmlns:a="http://schemas.openxmlformats.org/drawingml/2006/main">
              <a:ext uri="{FF2B5EF4-FFF2-40B4-BE49-F238E27FC236}">
                <a16:creationId xmlns:a16="http://schemas.microsoft.com/office/drawing/2014/main" id="{E1BEAF26-B8B3-4711-B24C-AFD25946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6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3" name="data_4270">
            <a:extLst xmlns:a="http://schemas.openxmlformats.org/drawingml/2006/main">
              <a:ext uri="{FF2B5EF4-FFF2-40B4-BE49-F238E27FC236}">
                <a16:creationId xmlns:a16="http://schemas.microsoft.com/office/drawing/2014/main" id="{AD37DDAD-4338-43EA-89F1-376215DB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4" name="data_4271">
            <a:extLst xmlns:a="http://schemas.openxmlformats.org/drawingml/2006/main">
              <a:ext uri="{FF2B5EF4-FFF2-40B4-BE49-F238E27FC236}">
                <a16:creationId xmlns:a16="http://schemas.microsoft.com/office/drawing/2014/main" id="{44DCAC16-6837-4743-BE51-A0551812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6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5" name="data_4272">
            <a:extLst xmlns:a="http://schemas.openxmlformats.org/drawingml/2006/main">
              <a:ext uri="{FF2B5EF4-FFF2-40B4-BE49-F238E27FC236}">
                <a16:creationId xmlns:a16="http://schemas.microsoft.com/office/drawing/2014/main" id="{B5D0F12E-D8A3-46E7-973D-215470FB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32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6" name="data_4273">
            <a:extLst xmlns:a="http://schemas.openxmlformats.org/drawingml/2006/main">
              <a:ext uri="{FF2B5EF4-FFF2-40B4-BE49-F238E27FC236}">
                <a16:creationId xmlns:a16="http://schemas.microsoft.com/office/drawing/2014/main" id="{16E3997C-3222-4BA3-B6C6-9DF2AF60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45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7" name="data_4274">
            <a:extLst xmlns:a="http://schemas.openxmlformats.org/drawingml/2006/main">
              <a:ext uri="{FF2B5EF4-FFF2-40B4-BE49-F238E27FC236}">
                <a16:creationId xmlns:a16="http://schemas.microsoft.com/office/drawing/2014/main" id="{D47482CC-7599-404C-877B-A93D48C6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5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8" name="data_4275">
            <a:extLst xmlns:a="http://schemas.openxmlformats.org/drawingml/2006/main">
              <a:ext uri="{FF2B5EF4-FFF2-40B4-BE49-F238E27FC236}">
                <a16:creationId xmlns:a16="http://schemas.microsoft.com/office/drawing/2014/main" id="{A4E6D98D-234C-4034-83E7-E6C0184A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24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9" name="data_4276">
            <a:extLst xmlns:a="http://schemas.openxmlformats.org/drawingml/2006/main">
              <a:ext uri="{FF2B5EF4-FFF2-40B4-BE49-F238E27FC236}">
                <a16:creationId xmlns:a16="http://schemas.microsoft.com/office/drawing/2014/main" id="{C577249F-D571-4C90-9E7B-15A9BBB2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2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0" name="data_4277">
            <a:extLst xmlns:a="http://schemas.openxmlformats.org/drawingml/2006/main">
              <a:ext uri="{FF2B5EF4-FFF2-40B4-BE49-F238E27FC236}">
                <a16:creationId xmlns:a16="http://schemas.microsoft.com/office/drawing/2014/main" id="{25EBACC3-E75D-47A3-8FE7-B28A819F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8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1" name="data_4278">
            <a:extLst xmlns:a="http://schemas.openxmlformats.org/drawingml/2006/main">
              <a:ext uri="{FF2B5EF4-FFF2-40B4-BE49-F238E27FC236}">
                <a16:creationId xmlns:a16="http://schemas.microsoft.com/office/drawing/2014/main" id="{7C3884FA-FE0E-418F-9301-AC751C15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2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2" name="data_4279">
            <a:extLst xmlns:a="http://schemas.openxmlformats.org/drawingml/2006/main">
              <a:ext uri="{FF2B5EF4-FFF2-40B4-BE49-F238E27FC236}">
                <a16:creationId xmlns:a16="http://schemas.microsoft.com/office/drawing/2014/main" id="{B0957FF3-A33C-4B93-AE81-0EB8E2E2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25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3" name="data_4280">
            <a:extLst xmlns:a="http://schemas.openxmlformats.org/drawingml/2006/main">
              <a:ext uri="{FF2B5EF4-FFF2-40B4-BE49-F238E27FC236}">
                <a16:creationId xmlns:a16="http://schemas.microsoft.com/office/drawing/2014/main" id="{FEFD0053-EC1E-4C47-8E73-9D5CA31E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58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4" name="data_4281">
            <a:extLst xmlns:a="http://schemas.openxmlformats.org/drawingml/2006/main">
              <a:ext uri="{FF2B5EF4-FFF2-40B4-BE49-F238E27FC236}">
                <a16:creationId xmlns:a16="http://schemas.microsoft.com/office/drawing/2014/main" id="{30111307-4CDF-4DBB-BE9B-6928BA88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39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5" name="data_4282">
            <a:extLst xmlns:a="http://schemas.openxmlformats.org/drawingml/2006/main">
              <a:ext uri="{FF2B5EF4-FFF2-40B4-BE49-F238E27FC236}">
                <a16:creationId xmlns:a16="http://schemas.microsoft.com/office/drawing/2014/main" id="{19B9DA05-36BA-4ADF-A386-7813FD63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2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6" name="data_4283">
            <a:extLst xmlns:a="http://schemas.openxmlformats.org/drawingml/2006/main">
              <a:ext uri="{FF2B5EF4-FFF2-40B4-BE49-F238E27FC236}">
                <a16:creationId xmlns:a16="http://schemas.microsoft.com/office/drawing/2014/main" id="{BC7778C1-20F8-4AC1-A4A0-D1268F1A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7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7" name="data_4284">
            <a:extLst xmlns:a="http://schemas.openxmlformats.org/drawingml/2006/main">
              <a:ext uri="{FF2B5EF4-FFF2-40B4-BE49-F238E27FC236}">
                <a16:creationId xmlns:a16="http://schemas.microsoft.com/office/drawing/2014/main" id="{2F57F18E-B921-44F9-9A84-A239CB27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8108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8" name="data_4285">
            <a:extLst xmlns:a="http://schemas.openxmlformats.org/drawingml/2006/main">
              <a:ext uri="{FF2B5EF4-FFF2-40B4-BE49-F238E27FC236}">
                <a16:creationId xmlns:a16="http://schemas.microsoft.com/office/drawing/2014/main" id="{99D8F729-0146-44D5-81CD-5AB2235E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1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9" name="data_4286">
            <a:extLst xmlns:a="http://schemas.openxmlformats.org/drawingml/2006/main">
              <a:ext uri="{FF2B5EF4-FFF2-40B4-BE49-F238E27FC236}">
                <a16:creationId xmlns:a16="http://schemas.microsoft.com/office/drawing/2014/main" id="{E1B651F6-FCC2-468D-8295-D10F2175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991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0" name="data_4287">
            <a:extLst xmlns:a="http://schemas.openxmlformats.org/drawingml/2006/main">
              <a:ext uri="{FF2B5EF4-FFF2-40B4-BE49-F238E27FC236}">
                <a16:creationId xmlns:a16="http://schemas.microsoft.com/office/drawing/2014/main" id="{A8D63920-A16A-4EF7-B8B4-B7D42B0B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838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1" name="data_4288">
            <a:extLst xmlns:a="http://schemas.openxmlformats.org/drawingml/2006/main">
              <a:ext uri="{FF2B5EF4-FFF2-40B4-BE49-F238E27FC236}">
                <a16:creationId xmlns:a16="http://schemas.microsoft.com/office/drawing/2014/main" id="{AC67CF95-2282-462C-9DB1-C92097C0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0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2" name="data_4289">
            <a:extLst xmlns:a="http://schemas.openxmlformats.org/drawingml/2006/main">
              <a:ext uri="{FF2B5EF4-FFF2-40B4-BE49-F238E27FC236}">
                <a16:creationId xmlns:a16="http://schemas.microsoft.com/office/drawing/2014/main" id="{111C2A3B-18E0-4ADF-80BA-DB367ABB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81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3" name="data_4290">
            <a:extLst xmlns:a="http://schemas.openxmlformats.org/drawingml/2006/main">
              <a:ext uri="{FF2B5EF4-FFF2-40B4-BE49-F238E27FC236}">
                <a16:creationId xmlns:a16="http://schemas.microsoft.com/office/drawing/2014/main" id="{63EBFBED-64F1-44EF-9113-B565379C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2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4" name="data_4291">
            <a:extLst xmlns:a="http://schemas.openxmlformats.org/drawingml/2006/main">
              <a:ext uri="{FF2B5EF4-FFF2-40B4-BE49-F238E27FC236}">
                <a16:creationId xmlns:a16="http://schemas.microsoft.com/office/drawing/2014/main" id="{74451D96-CC24-472C-B780-2CA8CEE2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8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5" name="data_4292">
            <a:extLst xmlns:a="http://schemas.openxmlformats.org/drawingml/2006/main">
              <a:ext uri="{FF2B5EF4-FFF2-40B4-BE49-F238E27FC236}">
                <a16:creationId xmlns:a16="http://schemas.microsoft.com/office/drawing/2014/main" id="{32B90010-ABEF-4ECD-B72E-FD081182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85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6" name="data_4293">
            <a:extLst xmlns:a="http://schemas.openxmlformats.org/drawingml/2006/main">
              <a:ext uri="{FF2B5EF4-FFF2-40B4-BE49-F238E27FC236}">
                <a16:creationId xmlns:a16="http://schemas.microsoft.com/office/drawing/2014/main" id="{CEE0A01B-01A1-48D4-883F-66E0DA01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8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7" name="data_4294">
            <a:extLst xmlns:a="http://schemas.openxmlformats.org/drawingml/2006/main">
              <a:ext uri="{FF2B5EF4-FFF2-40B4-BE49-F238E27FC236}">
                <a16:creationId xmlns:a16="http://schemas.microsoft.com/office/drawing/2014/main" id="{D2C63960-9EB6-4C93-99DA-E20A7CBB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8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8" name="data_4295">
            <a:extLst xmlns:a="http://schemas.openxmlformats.org/drawingml/2006/main">
              <a:ext uri="{FF2B5EF4-FFF2-40B4-BE49-F238E27FC236}">
                <a16:creationId xmlns:a16="http://schemas.microsoft.com/office/drawing/2014/main" id="{049F7F01-1A7A-4CB9-8549-FFEDAD2B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45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9" name="data_4296">
            <a:extLst xmlns:a="http://schemas.openxmlformats.org/drawingml/2006/main">
              <a:ext uri="{FF2B5EF4-FFF2-40B4-BE49-F238E27FC236}">
                <a16:creationId xmlns:a16="http://schemas.microsoft.com/office/drawing/2014/main" id="{B18425D1-D60D-4091-8655-97509D9D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12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0" name="data_4297">
            <a:extLst xmlns:a="http://schemas.openxmlformats.org/drawingml/2006/main">
              <a:ext uri="{FF2B5EF4-FFF2-40B4-BE49-F238E27FC236}">
                <a16:creationId xmlns:a16="http://schemas.microsoft.com/office/drawing/2014/main" id="{BD08BFFC-B79C-4409-8086-EF2EA727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6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1" name="data_4298">
            <a:extLst xmlns:a="http://schemas.openxmlformats.org/drawingml/2006/main">
              <a:ext uri="{FF2B5EF4-FFF2-40B4-BE49-F238E27FC236}">
                <a16:creationId xmlns:a16="http://schemas.microsoft.com/office/drawing/2014/main" id="{936A750C-B8A1-43D4-A82D-1CA5EBE9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11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2" name="data_4299">
            <a:extLst xmlns:a="http://schemas.openxmlformats.org/drawingml/2006/main">
              <a:ext uri="{FF2B5EF4-FFF2-40B4-BE49-F238E27FC236}">
                <a16:creationId xmlns:a16="http://schemas.microsoft.com/office/drawing/2014/main" id="{65948AF6-824A-45FA-958C-5D7D5E5F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41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3" name="data_4300">
            <a:extLst xmlns:a="http://schemas.openxmlformats.org/drawingml/2006/main">
              <a:ext uri="{FF2B5EF4-FFF2-40B4-BE49-F238E27FC236}">
                <a16:creationId xmlns:a16="http://schemas.microsoft.com/office/drawing/2014/main" id="{3E3A7C59-19AB-489F-AACE-CFC6C95D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853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4" name="data_4301">
            <a:extLst xmlns:a="http://schemas.openxmlformats.org/drawingml/2006/main">
              <a:ext uri="{FF2B5EF4-FFF2-40B4-BE49-F238E27FC236}">
                <a16:creationId xmlns:a16="http://schemas.microsoft.com/office/drawing/2014/main" id="{A1085F53-3503-4B05-8FD7-E7B57DF5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01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5" name="data_4302">
            <a:extLst xmlns:a="http://schemas.openxmlformats.org/drawingml/2006/main">
              <a:ext uri="{FF2B5EF4-FFF2-40B4-BE49-F238E27FC236}">
                <a16:creationId xmlns:a16="http://schemas.microsoft.com/office/drawing/2014/main" id="{E62E932E-CAD8-42A6-835C-BD9FC49F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58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6" name="data_4303">
            <a:extLst xmlns:a="http://schemas.openxmlformats.org/drawingml/2006/main">
              <a:ext uri="{FF2B5EF4-FFF2-40B4-BE49-F238E27FC236}">
                <a16:creationId xmlns:a16="http://schemas.microsoft.com/office/drawing/2014/main" id="{D244578A-1A49-4B01-96AA-2B01DDA0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104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7" name="data_4304">
            <a:extLst xmlns:a="http://schemas.openxmlformats.org/drawingml/2006/main">
              <a:ext uri="{FF2B5EF4-FFF2-40B4-BE49-F238E27FC236}">
                <a16:creationId xmlns:a16="http://schemas.microsoft.com/office/drawing/2014/main" id="{8A10C9D5-4835-43BD-B2F5-A4F523BA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555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8" name="data_4305">
            <a:extLst xmlns:a="http://schemas.openxmlformats.org/drawingml/2006/main">
              <a:ext uri="{FF2B5EF4-FFF2-40B4-BE49-F238E27FC236}">
                <a16:creationId xmlns:a16="http://schemas.microsoft.com/office/drawing/2014/main" id="{32249DF8-578C-42EC-900A-D59B990F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615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9" name="data_4306">
            <a:extLst xmlns:a="http://schemas.openxmlformats.org/drawingml/2006/main">
              <a:ext uri="{FF2B5EF4-FFF2-40B4-BE49-F238E27FC236}">
                <a16:creationId xmlns:a16="http://schemas.microsoft.com/office/drawing/2014/main" id="{8FEE7187-290C-407E-B72A-B2AD381B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94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0" name="data_4307">
            <a:extLst xmlns:a="http://schemas.openxmlformats.org/drawingml/2006/main">
              <a:ext uri="{FF2B5EF4-FFF2-40B4-BE49-F238E27FC236}">
                <a16:creationId xmlns:a16="http://schemas.microsoft.com/office/drawing/2014/main" id="{B4843C35-D087-4509-9139-5928C202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7452" y="29495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1" name="data_4308">
            <a:extLst xmlns:a="http://schemas.openxmlformats.org/drawingml/2006/main">
              <a:ext uri="{FF2B5EF4-FFF2-40B4-BE49-F238E27FC236}">
                <a16:creationId xmlns:a16="http://schemas.microsoft.com/office/drawing/2014/main" id="{8B367B93-80B5-4B7D-B639-A9990681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13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2" name="data_4309">
            <a:extLst xmlns:a="http://schemas.openxmlformats.org/drawingml/2006/main">
              <a:ext uri="{FF2B5EF4-FFF2-40B4-BE49-F238E27FC236}">
                <a16:creationId xmlns:a16="http://schemas.microsoft.com/office/drawing/2014/main" id="{EBFDA472-ADD8-4E78-A4BF-E862925C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70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3" name="data_4310">
            <a:extLst xmlns:a="http://schemas.openxmlformats.org/drawingml/2006/main">
              <a:ext uri="{FF2B5EF4-FFF2-40B4-BE49-F238E27FC236}">
                <a16:creationId xmlns:a16="http://schemas.microsoft.com/office/drawing/2014/main" id="{F51B158D-BB72-4512-A1E1-96B39956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57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4" name="data_4311">
            <a:extLst xmlns:a="http://schemas.openxmlformats.org/drawingml/2006/main">
              <a:ext uri="{FF2B5EF4-FFF2-40B4-BE49-F238E27FC236}">
                <a16:creationId xmlns:a16="http://schemas.microsoft.com/office/drawing/2014/main" id="{0EE4C2DE-0AE0-4B52-8F66-12F81DF8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75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5" name="data_4312">
            <a:extLst xmlns:a="http://schemas.openxmlformats.org/drawingml/2006/main">
              <a:ext uri="{FF2B5EF4-FFF2-40B4-BE49-F238E27FC236}">
                <a16:creationId xmlns:a16="http://schemas.microsoft.com/office/drawing/2014/main" id="{E2C81ECA-9EE2-4BE2-90DB-404ED300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073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6" name="data_4313">
            <a:extLst xmlns:a="http://schemas.openxmlformats.org/drawingml/2006/main">
              <a:ext uri="{FF2B5EF4-FFF2-40B4-BE49-F238E27FC236}">
                <a16:creationId xmlns:a16="http://schemas.microsoft.com/office/drawing/2014/main" id="{0DF953B9-820F-425A-8028-10BFADFD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079" y="3221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7" name="data_4314">
            <a:extLst xmlns:a="http://schemas.openxmlformats.org/drawingml/2006/main">
              <a:ext uri="{FF2B5EF4-FFF2-40B4-BE49-F238E27FC236}">
                <a16:creationId xmlns:a16="http://schemas.microsoft.com/office/drawing/2014/main" id="{05AA2264-C9DF-4125-962A-4983518A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55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8" name="data_4315">
            <a:extLst xmlns:a="http://schemas.openxmlformats.org/drawingml/2006/main">
              <a:ext uri="{FF2B5EF4-FFF2-40B4-BE49-F238E27FC236}">
                <a16:creationId xmlns:a16="http://schemas.microsoft.com/office/drawing/2014/main" id="{1ACF6103-7348-4690-8AE7-66C749D8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60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9" name="data_4316">
            <a:extLst xmlns:a="http://schemas.openxmlformats.org/drawingml/2006/main">
              <a:ext uri="{FF2B5EF4-FFF2-40B4-BE49-F238E27FC236}">
                <a16:creationId xmlns:a16="http://schemas.microsoft.com/office/drawing/2014/main" id="{600116E3-D03E-476F-9676-D86E23B7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02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0" name="data_4317">
            <a:extLst xmlns:a="http://schemas.openxmlformats.org/drawingml/2006/main">
              <a:ext uri="{FF2B5EF4-FFF2-40B4-BE49-F238E27FC236}">
                <a16:creationId xmlns:a16="http://schemas.microsoft.com/office/drawing/2014/main" id="{A3DD0325-2477-493B-831D-6C914D9A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2732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1" name="data_4318">
            <a:extLst xmlns:a="http://schemas.openxmlformats.org/drawingml/2006/main">
              <a:ext uri="{FF2B5EF4-FFF2-40B4-BE49-F238E27FC236}">
                <a16:creationId xmlns:a16="http://schemas.microsoft.com/office/drawing/2014/main" id="{EE065E55-1336-4D53-978D-181BA3D2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5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2" name="data_4319">
            <a:extLst xmlns:a="http://schemas.openxmlformats.org/drawingml/2006/main">
              <a:ext uri="{FF2B5EF4-FFF2-40B4-BE49-F238E27FC236}">
                <a16:creationId xmlns:a16="http://schemas.microsoft.com/office/drawing/2014/main" id="{13FC4E99-1B68-4D76-9745-DF20A3AE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19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3" name="data_4320">
            <a:extLst xmlns:a="http://schemas.openxmlformats.org/drawingml/2006/main">
              <a:ext uri="{FF2B5EF4-FFF2-40B4-BE49-F238E27FC236}">
                <a16:creationId xmlns:a16="http://schemas.microsoft.com/office/drawing/2014/main" id="{86BD2CBA-7FBF-4C16-BA49-660A50C9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21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4" name="data_4321">
            <a:extLst xmlns:a="http://schemas.openxmlformats.org/drawingml/2006/main">
              <a:ext uri="{FF2B5EF4-FFF2-40B4-BE49-F238E27FC236}">
                <a16:creationId xmlns:a16="http://schemas.microsoft.com/office/drawing/2014/main" id="{E38A2B80-016A-48E1-ABD5-FF094097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25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5" name="data_4322">
            <a:extLst xmlns:a="http://schemas.openxmlformats.org/drawingml/2006/main">
              <a:ext uri="{FF2B5EF4-FFF2-40B4-BE49-F238E27FC236}">
                <a16:creationId xmlns:a16="http://schemas.microsoft.com/office/drawing/2014/main" id="{05C93713-1234-4A40-8056-D0757877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9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6" name="data_4323">
            <a:extLst xmlns:a="http://schemas.openxmlformats.org/drawingml/2006/main">
              <a:ext uri="{FF2B5EF4-FFF2-40B4-BE49-F238E27FC236}">
                <a16:creationId xmlns:a16="http://schemas.microsoft.com/office/drawing/2014/main" id="{548E3B14-7BE0-4AA1-9175-072FD646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46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7" name="data_4324">
            <a:extLst xmlns:a="http://schemas.openxmlformats.org/drawingml/2006/main">
              <a:ext uri="{FF2B5EF4-FFF2-40B4-BE49-F238E27FC236}">
                <a16:creationId xmlns:a16="http://schemas.microsoft.com/office/drawing/2014/main" id="{F276004E-3481-4DD1-87D3-7777AD08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26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8" name="data_4325">
            <a:extLst xmlns:a="http://schemas.openxmlformats.org/drawingml/2006/main">
              <a:ext uri="{FF2B5EF4-FFF2-40B4-BE49-F238E27FC236}">
                <a16:creationId xmlns:a16="http://schemas.microsoft.com/office/drawing/2014/main" id="{98783D96-A14B-4D03-A579-C7D25387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4657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9" name="data_4326">
            <a:extLst xmlns:a="http://schemas.openxmlformats.org/drawingml/2006/main">
              <a:ext uri="{FF2B5EF4-FFF2-40B4-BE49-F238E27FC236}">
                <a16:creationId xmlns:a16="http://schemas.microsoft.com/office/drawing/2014/main" id="{A5267A7C-6478-4D6D-84A2-13320C7F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138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0" name="data_4327">
            <a:extLst xmlns:a="http://schemas.openxmlformats.org/drawingml/2006/main">
              <a:ext uri="{FF2B5EF4-FFF2-40B4-BE49-F238E27FC236}">
                <a16:creationId xmlns:a16="http://schemas.microsoft.com/office/drawing/2014/main" id="{44FCB83E-7EEF-4B56-BA0B-C29BA0CC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7409" y="39294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1" name="data_4328">
            <a:extLst xmlns:a="http://schemas.openxmlformats.org/drawingml/2006/main">
              <a:ext uri="{FF2B5EF4-FFF2-40B4-BE49-F238E27FC236}">
                <a16:creationId xmlns:a16="http://schemas.microsoft.com/office/drawing/2014/main" id="{EB4DB03B-C533-4F89-AE55-67E5A451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69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2" name="data_4329">
            <a:extLst xmlns:a="http://schemas.openxmlformats.org/drawingml/2006/main">
              <a:ext uri="{FF2B5EF4-FFF2-40B4-BE49-F238E27FC236}">
                <a16:creationId xmlns:a16="http://schemas.microsoft.com/office/drawing/2014/main" id="{FFC22D40-D47A-46D3-B39D-D63BE276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489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3" name="data_4330">
            <a:extLst xmlns:a="http://schemas.openxmlformats.org/drawingml/2006/main">
              <a:ext uri="{FF2B5EF4-FFF2-40B4-BE49-F238E27FC236}">
                <a16:creationId xmlns:a16="http://schemas.microsoft.com/office/drawing/2014/main" id="{88524989-019D-4203-8BDC-335C1F57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4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4" name="data_4331">
            <a:extLst xmlns:a="http://schemas.openxmlformats.org/drawingml/2006/main">
              <a:ext uri="{FF2B5EF4-FFF2-40B4-BE49-F238E27FC236}">
                <a16:creationId xmlns:a16="http://schemas.microsoft.com/office/drawing/2014/main" id="{0B71DBFB-08DC-43F3-AC9B-8E4BA24C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6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5" name="data_4332">
            <a:extLst xmlns:a="http://schemas.openxmlformats.org/drawingml/2006/main">
              <a:ext uri="{FF2B5EF4-FFF2-40B4-BE49-F238E27FC236}">
                <a16:creationId xmlns:a16="http://schemas.microsoft.com/office/drawing/2014/main" id="{20FB336C-ED3B-4E1E-9028-310061DB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84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6" name="data_4333">
            <a:extLst xmlns:a="http://schemas.openxmlformats.org/drawingml/2006/main">
              <a:ext uri="{FF2B5EF4-FFF2-40B4-BE49-F238E27FC236}">
                <a16:creationId xmlns:a16="http://schemas.microsoft.com/office/drawing/2014/main" id="{6C56455B-D582-48F0-B27A-67503067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46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7" name="data_4334">
            <a:extLst xmlns:a="http://schemas.openxmlformats.org/drawingml/2006/main">
              <a:ext uri="{FF2B5EF4-FFF2-40B4-BE49-F238E27FC236}">
                <a16:creationId xmlns:a16="http://schemas.microsoft.com/office/drawing/2014/main" id="{7486E1DB-85EC-4280-A840-AB86749E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93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8" name="data_4335">
            <a:extLst xmlns:a="http://schemas.openxmlformats.org/drawingml/2006/main">
              <a:ext uri="{FF2B5EF4-FFF2-40B4-BE49-F238E27FC236}">
                <a16:creationId xmlns:a16="http://schemas.microsoft.com/office/drawing/2014/main" id="{7B659FEA-3417-47D5-84C1-8F7D6664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64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9" name="data_4336">
            <a:extLst xmlns:a="http://schemas.openxmlformats.org/drawingml/2006/main">
              <a:ext uri="{FF2B5EF4-FFF2-40B4-BE49-F238E27FC236}">
                <a16:creationId xmlns:a16="http://schemas.microsoft.com/office/drawing/2014/main" id="{EA983786-FBD7-42D0-A787-3B31E489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6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0" name="data_4337">
            <a:extLst xmlns:a="http://schemas.openxmlformats.org/drawingml/2006/main">
              <a:ext uri="{FF2B5EF4-FFF2-40B4-BE49-F238E27FC236}">
                <a16:creationId xmlns:a16="http://schemas.microsoft.com/office/drawing/2014/main" id="{010C7F6C-033C-4CFC-AAE0-94D3FB6D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6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1" name="data_4338">
            <a:extLst xmlns:a="http://schemas.openxmlformats.org/drawingml/2006/main">
              <a:ext uri="{FF2B5EF4-FFF2-40B4-BE49-F238E27FC236}">
                <a16:creationId xmlns:a16="http://schemas.microsoft.com/office/drawing/2014/main" id="{E262A238-1B31-4572-A675-CA9DD2B3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518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2" name="data_4339">
            <a:extLst xmlns:a="http://schemas.openxmlformats.org/drawingml/2006/main">
              <a:ext uri="{FF2B5EF4-FFF2-40B4-BE49-F238E27FC236}">
                <a16:creationId xmlns:a16="http://schemas.microsoft.com/office/drawing/2014/main" id="{810ED403-064B-4564-BD9F-C692BA19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4692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3" name="data_4340">
            <a:extLst xmlns:a="http://schemas.openxmlformats.org/drawingml/2006/main">
              <a:ext uri="{FF2B5EF4-FFF2-40B4-BE49-F238E27FC236}">
                <a16:creationId xmlns:a16="http://schemas.microsoft.com/office/drawing/2014/main" id="{8F25065A-A085-4DB5-9832-6A71093F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25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4" name="data_4341">
            <a:extLst xmlns:a="http://schemas.openxmlformats.org/drawingml/2006/main">
              <a:ext uri="{FF2B5EF4-FFF2-40B4-BE49-F238E27FC236}">
                <a16:creationId xmlns:a16="http://schemas.microsoft.com/office/drawing/2014/main" id="{0206BF92-6D27-4D78-B070-13E653CA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43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5" name="data_4342">
            <a:extLst xmlns:a="http://schemas.openxmlformats.org/drawingml/2006/main">
              <a:ext uri="{FF2B5EF4-FFF2-40B4-BE49-F238E27FC236}">
                <a16:creationId xmlns:a16="http://schemas.microsoft.com/office/drawing/2014/main" id="{D8CEBA29-F9D3-4FAC-8E2E-C2F73CEF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6570" y="37850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6" name="data_4343">
            <a:extLst xmlns:a="http://schemas.openxmlformats.org/drawingml/2006/main">
              <a:ext uri="{FF2B5EF4-FFF2-40B4-BE49-F238E27FC236}">
                <a16:creationId xmlns:a16="http://schemas.microsoft.com/office/drawing/2014/main" id="{7CD99C6F-55A6-44C5-A554-5FE31F79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44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7" name="data_4344">
            <a:extLst xmlns:a="http://schemas.openxmlformats.org/drawingml/2006/main">
              <a:ext uri="{FF2B5EF4-FFF2-40B4-BE49-F238E27FC236}">
                <a16:creationId xmlns:a16="http://schemas.microsoft.com/office/drawing/2014/main" id="{DB4F1E8F-AB8D-4AD6-A2F5-12C1144B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10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8" name="data_4345">
            <a:extLst xmlns:a="http://schemas.openxmlformats.org/drawingml/2006/main">
              <a:ext uri="{FF2B5EF4-FFF2-40B4-BE49-F238E27FC236}">
                <a16:creationId xmlns:a16="http://schemas.microsoft.com/office/drawing/2014/main" id="{BCF72C56-96CD-46A9-919A-F0F2981E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3614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9" name="data_4346">
            <a:extLst xmlns:a="http://schemas.openxmlformats.org/drawingml/2006/main">
              <a:ext uri="{FF2B5EF4-FFF2-40B4-BE49-F238E27FC236}">
                <a16:creationId xmlns:a16="http://schemas.microsoft.com/office/drawing/2014/main" id="{2BD9E3AF-FA79-40BB-A6DD-67C8A072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8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0" name="data_4347">
            <a:extLst xmlns:a="http://schemas.openxmlformats.org/drawingml/2006/main">
              <a:ext uri="{FF2B5EF4-FFF2-40B4-BE49-F238E27FC236}">
                <a16:creationId xmlns:a16="http://schemas.microsoft.com/office/drawing/2014/main" id="{BC0E376D-93E8-47BC-98E9-777C3744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6522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1" name="data_4348">
            <a:extLst xmlns:a="http://schemas.openxmlformats.org/drawingml/2006/main">
              <a:ext uri="{FF2B5EF4-FFF2-40B4-BE49-F238E27FC236}">
                <a16:creationId xmlns:a16="http://schemas.microsoft.com/office/drawing/2014/main" id="{B6724936-CBE8-402F-BDFC-0C85F06C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74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2" name="data_4349">
            <a:extLst xmlns:a="http://schemas.openxmlformats.org/drawingml/2006/main">
              <a:ext uri="{FF2B5EF4-FFF2-40B4-BE49-F238E27FC236}">
                <a16:creationId xmlns:a16="http://schemas.microsoft.com/office/drawing/2014/main" id="{4BBEE6C1-E25A-431F-9B50-F2BDE734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4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3" name="data_4350">
            <a:extLst xmlns:a="http://schemas.openxmlformats.org/drawingml/2006/main">
              <a:ext uri="{FF2B5EF4-FFF2-40B4-BE49-F238E27FC236}">
                <a16:creationId xmlns:a16="http://schemas.microsoft.com/office/drawing/2014/main" id="{75C5D19D-2288-4CB6-B36D-F357B678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1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4" name="data_4351">
            <a:extLst xmlns:a="http://schemas.openxmlformats.org/drawingml/2006/main">
              <a:ext uri="{FF2B5EF4-FFF2-40B4-BE49-F238E27FC236}">
                <a16:creationId xmlns:a16="http://schemas.microsoft.com/office/drawing/2014/main" id="{A5C9CA20-4331-47FA-A378-206CA0A9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8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5" name="data_4352">
            <a:extLst xmlns:a="http://schemas.openxmlformats.org/drawingml/2006/main">
              <a:ext uri="{FF2B5EF4-FFF2-40B4-BE49-F238E27FC236}">
                <a16:creationId xmlns:a16="http://schemas.microsoft.com/office/drawing/2014/main" id="{BBDFEDD6-54B3-4204-AACC-9D61C6B1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9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6" name="data_4353">
            <a:extLst xmlns:a="http://schemas.openxmlformats.org/drawingml/2006/main">
              <a:ext uri="{FF2B5EF4-FFF2-40B4-BE49-F238E27FC236}">
                <a16:creationId xmlns:a16="http://schemas.microsoft.com/office/drawing/2014/main" id="{81CD3E04-D5D4-43FD-A8D5-3AB9775D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11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7" name="data_4354">
            <a:extLst xmlns:a="http://schemas.openxmlformats.org/drawingml/2006/main">
              <a:ext uri="{FF2B5EF4-FFF2-40B4-BE49-F238E27FC236}">
                <a16:creationId xmlns:a16="http://schemas.microsoft.com/office/drawing/2014/main" id="{A045CE95-EECC-4578-8011-406A57CA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8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8" name="data_4355">
            <a:extLst xmlns:a="http://schemas.openxmlformats.org/drawingml/2006/main">
              <a:ext uri="{FF2B5EF4-FFF2-40B4-BE49-F238E27FC236}">
                <a16:creationId xmlns:a16="http://schemas.microsoft.com/office/drawing/2014/main" id="{8DAE555B-FDC7-4E18-86AB-1914E540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47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9" name="data_4356">
            <a:extLst xmlns:a="http://schemas.openxmlformats.org/drawingml/2006/main">
              <a:ext uri="{FF2B5EF4-FFF2-40B4-BE49-F238E27FC236}">
                <a16:creationId xmlns:a16="http://schemas.microsoft.com/office/drawing/2014/main" id="{BE8E2855-4210-497F-B500-615B3CC2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35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0" name="data_4357">
            <a:extLst xmlns:a="http://schemas.openxmlformats.org/drawingml/2006/main">
              <a:ext uri="{FF2B5EF4-FFF2-40B4-BE49-F238E27FC236}">
                <a16:creationId xmlns:a16="http://schemas.microsoft.com/office/drawing/2014/main" id="{C1F77B8F-8185-46E3-A259-F0FE1409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32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1" name="data_4358">
            <a:extLst xmlns:a="http://schemas.openxmlformats.org/drawingml/2006/main">
              <a:ext uri="{FF2B5EF4-FFF2-40B4-BE49-F238E27FC236}">
                <a16:creationId xmlns:a16="http://schemas.microsoft.com/office/drawing/2014/main" id="{30A72CAE-E769-4AC6-B39C-6163F06D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23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2" name="data_4359">
            <a:extLst xmlns:a="http://schemas.openxmlformats.org/drawingml/2006/main">
              <a:ext uri="{FF2B5EF4-FFF2-40B4-BE49-F238E27FC236}">
                <a16:creationId xmlns:a16="http://schemas.microsoft.com/office/drawing/2014/main" id="{D2565AA1-2F53-414F-A135-FA27828A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55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3" name="data_4360">
            <a:extLst xmlns:a="http://schemas.openxmlformats.org/drawingml/2006/main">
              <a:ext uri="{FF2B5EF4-FFF2-40B4-BE49-F238E27FC236}">
                <a16:creationId xmlns:a16="http://schemas.microsoft.com/office/drawing/2014/main" id="{C138CC5E-C539-4B36-B10C-02C0DADC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4" name="data_4361">
            <a:extLst xmlns:a="http://schemas.openxmlformats.org/drawingml/2006/main">
              <a:ext uri="{FF2B5EF4-FFF2-40B4-BE49-F238E27FC236}">
                <a16:creationId xmlns:a16="http://schemas.microsoft.com/office/drawing/2014/main" id="{5CC6910A-4D67-408F-AD1D-8646580E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82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5" name="data_4362">
            <a:extLst xmlns:a="http://schemas.openxmlformats.org/drawingml/2006/main">
              <a:ext uri="{FF2B5EF4-FFF2-40B4-BE49-F238E27FC236}">
                <a16:creationId xmlns:a16="http://schemas.microsoft.com/office/drawing/2014/main" id="{A8A8BED4-32C8-45F6-B48A-9968C0A0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082" y="38591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6" name="data_4363">
            <a:extLst xmlns:a="http://schemas.openxmlformats.org/drawingml/2006/main">
              <a:ext uri="{FF2B5EF4-FFF2-40B4-BE49-F238E27FC236}">
                <a16:creationId xmlns:a16="http://schemas.microsoft.com/office/drawing/2014/main" id="{CB0F02D8-E55F-4FD1-87B3-FF548C5A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4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7" name="data_4364">
            <a:extLst xmlns:a="http://schemas.openxmlformats.org/drawingml/2006/main">
              <a:ext uri="{FF2B5EF4-FFF2-40B4-BE49-F238E27FC236}">
                <a16:creationId xmlns:a16="http://schemas.microsoft.com/office/drawing/2014/main" id="{AF44BBCF-B8A0-4491-9B55-777AAB72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5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8" name="data_4365">
            <a:extLst xmlns:a="http://schemas.openxmlformats.org/drawingml/2006/main">
              <a:ext uri="{FF2B5EF4-FFF2-40B4-BE49-F238E27FC236}">
                <a16:creationId xmlns:a16="http://schemas.microsoft.com/office/drawing/2014/main" id="{6CC77A9D-114D-459D-AEFB-0DF9070E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1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9" name="data_4366">
            <a:extLst xmlns:a="http://schemas.openxmlformats.org/drawingml/2006/main">
              <a:ext uri="{FF2B5EF4-FFF2-40B4-BE49-F238E27FC236}">
                <a16:creationId xmlns:a16="http://schemas.microsoft.com/office/drawing/2014/main" id="{478FB52F-881C-4305-9AB2-A1401E12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4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0" name="data_4367">
            <a:extLst xmlns:a="http://schemas.openxmlformats.org/drawingml/2006/main">
              <a:ext uri="{FF2B5EF4-FFF2-40B4-BE49-F238E27FC236}">
                <a16:creationId xmlns:a16="http://schemas.microsoft.com/office/drawing/2014/main" id="{C3D5BDC1-6A05-4ABA-B149-FB3C5385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339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1" name="data_4368">
            <a:extLst xmlns:a="http://schemas.openxmlformats.org/drawingml/2006/main">
              <a:ext uri="{FF2B5EF4-FFF2-40B4-BE49-F238E27FC236}">
                <a16:creationId xmlns:a16="http://schemas.microsoft.com/office/drawing/2014/main" id="{7FFD60CA-AAC7-4813-88DE-BD5ACD03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6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2" name="data_4369">
            <a:extLst xmlns:a="http://schemas.openxmlformats.org/drawingml/2006/main">
              <a:ext uri="{FF2B5EF4-FFF2-40B4-BE49-F238E27FC236}">
                <a16:creationId xmlns:a16="http://schemas.microsoft.com/office/drawing/2014/main" id="{49640194-BBF8-4E77-B147-AC051E9B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067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3" name="data_4370">
            <a:extLst xmlns:a="http://schemas.openxmlformats.org/drawingml/2006/main">
              <a:ext uri="{FF2B5EF4-FFF2-40B4-BE49-F238E27FC236}">
                <a16:creationId xmlns:a16="http://schemas.microsoft.com/office/drawing/2014/main" id="{2ED1BB4F-9CD2-4D01-983E-F2C73184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9993" y="388593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4" name="data_4371">
            <a:extLst xmlns:a="http://schemas.openxmlformats.org/drawingml/2006/main">
              <a:ext uri="{FF2B5EF4-FFF2-40B4-BE49-F238E27FC236}">
                <a16:creationId xmlns:a16="http://schemas.microsoft.com/office/drawing/2014/main" id="{B5F843DC-5AFE-4C69-866E-875E4548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2994" y="3586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5" name="data_4372">
            <a:extLst xmlns:a="http://schemas.openxmlformats.org/drawingml/2006/main">
              <a:ext uri="{FF2B5EF4-FFF2-40B4-BE49-F238E27FC236}">
                <a16:creationId xmlns:a16="http://schemas.microsoft.com/office/drawing/2014/main" id="{03A9A72C-38F7-4168-AD0B-82FF8FFE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6" name="data_4373">
            <a:extLst xmlns:a="http://schemas.openxmlformats.org/drawingml/2006/main">
              <a:ext uri="{FF2B5EF4-FFF2-40B4-BE49-F238E27FC236}">
                <a16:creationId xmlns:a16="http://schemas.microsoft.com/office/drawing/2014/main" id="{426E9351-0D78-4043-AB10-D8C64EEB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5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7" name="data_4374">
            <a:extLst xmlns:a="http://schemas.openxmlformats.org/drawingml/2006/main">
              <a:ext uri="{FF2B5EF4-FFF2-40B4-BE49-F238E27FC236}">
                <a16:creationId xmlns:a16="http://schemas.microsoft.com/office/drawing/2014/main" id="{E07B8548-E7F6-448B-9EEE-9237C888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82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8" name="data_4375">
            <a:extLst xmlns:a="http://schemas.openxmlformats.org/drawingml/2006/main">
              <a:ext uri="{FF2B5EF4-FFF2-40B4-BE49-F238E27FC236}">
                <a16:creationId xmlns:a16="http://schemas.microsoft.com/office/drawing/2014/main" id="{1CA5B5D9-0762-493C-8C89-4C0E0FB4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51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9" name="data_4376">
            <a:extLst xmlns:a="http://schemas.openxmlformats.org/drawingml/2006/main">
              <a:ext uri="{FF2B5EF4-FFF2-40B4-BE49-F238E27FC236}">
                <a16:creationId xmlns:a16="http://schemas.microsoft.com/office/drawing/2014/main" id="{D0DEE6B9-1638-4645-A01C-CAF0806D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69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0" name="data_4377">
            <a:extLst xmlns:a="http://schemas.openxmlformats.org/drawingml/2006/main">
              <a:ext uri="{FF2B5EF4-FFF2-40B4-BE49-F238E27FC236}">
                <a16:creationId xmlns:a16="http://schemas.microsoft.com/office/drawing/2014/main" id="{72F5F77A-1CEF-4FA7-BFD9-BE7C65DE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0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1" name="data_4378">
            <a:extLst xmlns:a="http://schemas.openxmlformats.org/drawingml/2006/main">
              <a:ext uri="{FF2B5EF4-FFF2-40B4-BE49-F238E27FC236}">
                <a16:creationId xmlns:a16="http://schemas.microsoft.com/office/drawing/2014/main" id="{F5D4AAD5-5911-4B0B-872E-BAA19B03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591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2" name="data_4379">
            <a:extLst xmlns:a="http://schemas.openxmlformats.org/drawingml/2006/main">
              <a:ext uri="{FF2B5EF4-FFF2-40B4-BE49-F238E27FC236}">
                <a16:creationId xmlns:a16="http://schemas.microsoft.com/office/drawing/2014/main" id="{DAC85BBF-6DE0-49CF-B9AF-6BFFC938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3" name="data_4380">
            <a:extLst xmlns:a="http://schemas.openxmlformats.org/drawingml/2006/main">
              <a:ext uri="{FF2B5EF4-FFF2-40B4-BE49-F238E27FC236}">
                <a16:creationId xmlns:a16="http://schemas.microsoft.com/office/drawing/2014/main" id="{889D06EC-BA23-44AC-9C50-522B4D97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804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4" name="data_4381">
            <a:extLst xmlns:a="http://schemas.openxmlformats.org/drawingml/2006/main">
              <a:ext uri="{FF2B5EF4-FFF2-40B4-BE49-F238E27FC236}">
                <a16:creationId xmlns:a16="http://schemas.microsoft.com/office/drawing/2014/main" id="{3F693F3C-3AA2-4AE1-9F3A-C1FCD092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460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5" name="data_4382">
            <a:extLst xmlns:a="http://schemas.openxmlformats.org/drawingml/2006/main">
              <a:ext uri="{FF2B5EF4-FFF2-40B4-BE49-F238E27FC236}">
                <a16:creationId xmlns:a16="http://schemas.microsoft.com/office/drawing/2014/main" id="{5F1C96CB-932E-48EF-8DCC-BA0D57F1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07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6" name="data_4383">
            <a:extLst xmlns:a="http://schemas.openxmlformats.org/drawingml/2006/main">
              <a:ext uri="{FF2B5EF4-FFF2-40B4-BE49-F238E27FC236}">
                <a16:creationId xmlns:a16="http://schemas.microsoft.com/office/drawing/2014/main" id="{72E4E896-1883-4A8D-99C6-A6219E68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0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7" name="data_4384">
            <a:extLst xmlns:a="http://schemas.openxmlformats.org/drawingml/2006/main">
              <a:ext uri="{FF2B5EF4-FFF2-40B4-BE49-F238E27FC236}">
                <a16:creationId xmlns:a16="http://schemas.microsoft.com/office/drawing/2014/main" id="{10CF60B9-26CD-4579-823D-386E7123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62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8" name="data_4385">
            <a:extLst xmlns:a="http://schemas.openxmlformats.org/drawingml/2006/main">
              <a:ext uri="{FF2B5EF4-FFF2-40B4-BE49-F238E27FC236}">
                <a16:creationId xmlns:a16="http://schemas.microsoft.com/office/drawing/2014/main" id="{35F6B398-29B4-4016-A893-F5B733AC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61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9" name="data_4386">
            <a:extLst xmlns:a="http://schemas.openxmlformats.org/drawingml/2006/main">
              <a:ext uri="{FF2B5EF4-FFF2-40B4-BE49-F238E27FC236}">
                <a16:creationId xmlns:a16="http://schemas.microsoft.com/office/drawing/2014/main" id="{47B59FD3-EB71-4AC9-8CA3-83064DCF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4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0" name="data_4387">
            <a:extLst xmlns:a="http://schemas.openxmlformats.org/drawingml/2006/main">
              <a:ext uri="{FF2B5EF4-FFF2-40B4-BE49-F238E27FC236}">
                <a16:creationId xmlns:a16="http://schemas.microsoft.com/office/drawing/2014/main" id="{8764C2AA-B513-48EF-9B01-97B08891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4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1" name="data_4388">
            <a:extLst xmlns:a="http://schemas.openxmlformats.org/drawingml/2006/main">
              <a:ext uri="{FF2B5EF4-FFF2-40B4-BE49-F238E27FC236}">
                <a16:creationId xmlns:a16="http://schemas.microsoft.com/office/drawing/2014/main" id="{43BB6CCD-077B-4608-94ED-D891AFB5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2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2" name="data_4389">
            <a:extLst xmlns:a="http://schemas.openxmlformats.org/drawingml/2006/main">
              <a:ext uri="{FF2B5EF4-FFF2-40B4-BE49-F238E27FC236}">
                <a16:creationId xmlns:a16="http://schemas.microsoft.com/office/drawing/2014/main" id="{F7DF6CC3-1262-4821-B88A-FB7D4400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2210753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03" name="data_4390">
            <a:extLst xmlns:a="http://schemas.openxmlformats.org/drawingml/2006/main">
              <a:ext uri="{FF2B5EF4-FFF2-40B4-BE49-F238E27FC236}">
                <a16:creationId xmlns:a16="http://schemas.microsoft.com/office/drawing/2014/main" id="{F1F4CB5C-E0E1-48A6-BFB2-BDF7B66F6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04" name="text_4391">
            <a:extLst xmlns:a="http://schemas.openxmlformats.org/drawingml/2006/main">
              <a:ext uri="{FF2B5EF4-FFF2-40B4-BE49-F238E27FC236}">
                <a16:creationId xmlns:a16="http://schemas.microsoft.com/office/drawing/2014/main" id="{21E7A089-BD0B-4A13-8AB2-C924A63E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25171" y="1897352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05" name="text_4392">
            <a:extLst xmlns:a="http://schemas.openxmlformats.org/drawingml/2006/main">
              <a:ext uri="{FF2B5EF4-FFF2-40B4-BE49-F238E27FC236}">
                <a16:creationId xmlns:a16="http://schemas.microsoft.com/office/drawing/2014/main" id="{2EA6DAB9-9BB9-42DD-9B8D-1EBB9926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04001" y="1919926"/>
            <a:ext cx="971459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06" name="data_4393">
            <a:extLst xmlns:a="http://schemas.openxmlformats.org/drawingml/2006/main">
              <a:ext uri="{FF2B5EF4-FFF2-40B4-BE49-F238E27FC236}">
                <a16:creationId xmlns:a16="http://schemas.microsoft.com/office/drawing/2014/main" id="{87DFEA4D-5A07-48FD-B006-313A2D4D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790" y="3959583"/>
            <a:ext cx="191" cy="37718"/>
          </a:xfrm>
          <a:custGeom xmlns:a="http://schemas.openxmlformats.org/drawingml/2006/main">
            <a:pathLst>
              <a:path w="191" h="37718">
                <a:moveTo>
                  <a:pt x="0" y="3771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707" name="data_4394">
            <a:extLst xmlns:a="http://schemas.openxmlformats.org/drawingml/2006/main">
              <a:ext uri="{FF2B5EF4-FFF2-40B4-BE49-F238E27FC236}">
                <a16:creationId xmlns:a16="http://schemas.microsoft.com/office/drawing/2014/main" id="{868684E3-4EAB-46A2-91A0-BD117757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2621" y="2311878"/>
            <a:ext cx="191" cy="1264067"/>
          </a:xfrm>
          <a:custGeom xmlns:a="http://schemas.openxmlformats.org/drawingml/2006/main">
            <a:pathLst>
              <a:path w="191" h="1264067">
                <a:moveTo>
                  <a:pt x="0" y="126406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708" name="data_4395">
            <a:extLst xmlns:a="http://schemas.openxmlformats.org/drawingml/2006/main">
              <a:ext uri="{FF2B5EF4-FFF2-40B4-BE49-F238E27FC236}">
                <a16:creationId xmlns:a16="http://schemas.microsoft.com/office/drawing/2014/main" id="{43247339-306D-4B26-B20D-04120910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451" y="2311878"/>
            <a:ext cx="191" cy="780119"/>
          </a:xfrm>
          <a:custGeom xmlns:a="http://schemas.openxmlformats.org/drawingml/2006/main">
            <a:pathLst>
              <a:path w="191" h="780119">
                <a:moveTo>
                  <a:pt x="0" y="78011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709" name="data_4396">
            <a:extLst xmlns:a="http://schemas.openxmlformats.org/drawingml/2006/main">
              <a:ext uri="{FF2B5EF4-FFF2-40B4-BE49-F238E27FC236}">
                <a16:creationId xmlns:a16="http://schemas.microsoft.com/office/drawing/2014/main" id="{71A2EB3D-B870-47F0-A8CC-2B698335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694" y="2311878"/>
            <a:ext cx="191" cy="1685423"/>
          </a:xfrm>
          <a:custGeom xmlns:a="http://schemas.openxmlformats.org/drawingml/2006/main">
            <a:pathLst>
              <a:path w="191" h="1685423">
                <a:moveTo>
                  <a:pt x="0" y="168542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710" name="data_4397">
            <a:extLst xmlns:a="http://schemas.openxmlformats.org/drawingml/2006/main">
              <a:ext uri="{FF2B5EF4-FFF2-40B4-BE49-F238E27FC236}">
                <a16:creationId xmlns:a16="http://schemas.microsoft.com/office/drawing/2014/main" id="{DC9ADB90-C0BE-4B60-88A0-5B1BFF37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524" y="2311878"/>
            <a:ext cx="191" cy="1474745"/>
          </a:xfrm>
          <a:custGeom xmlns:a="http://schemas.openxmlformats.org/drawingml/2006/main">
            <a:pathLst>
              <a:path w="191" h="1474745">
                <a:moveTo>
                  <a:pt x="0" y="147474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711" name="data_4398">
            <a:extLst xmlns:a="http://schemas.openxmlformats.org/drawingml/2006/main">
              <a:ext uri="{FF2B5EF4-FFF2-40B4-BE49-F238E27FC236}">
                <a16:creationId xmlns:a16="http://schemas.microsoft.com/office/drawing/2014/main" id="{8AFB1AFE-063E-455F-9B36-28970394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354" y="2311878"/>
            <a:ext cx="191" cy="1228954"/>
          </a:xfrm>
          <a:custGeom xmlns:a="http://schemas.openxmlformats.org/drawingml/2006/main">
            <a:pathLst>
              <a:path w="191" h="1228954">
                <a:moveTo>
                  <a:pt x="0" y="122895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712" name="data_4399">
            <a:extLst xmlns:a="http://schemas.openxmlformats.org/drawingml/2006/main">
              <a:ext uri="{FF2B5EF4-FFF2-40B4-BE49-F238E27FC236}">
                <a16:creationId xmlns:a16="http://schemas.microsoft.com/office/drawing/2014/main" id="{F82909A9-409C-47D9-8FD3-8058A975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322" y="3950148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713" name="data_4400">
            <a:extLst xmlns:a="http://schemas.openxmlformats.org/drawingml/2006/main">
              <a:ext uri="{FF2B5EF4-FFF2-40B4-BE49-F238E27FC236}">
                <a16:creationId xmlns:a16="http://schemas.microsoft.com/office/drawing/2014/main" id="{22499D2D-5E57-4216-B042-15E58599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152" y="283821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714" name="data_4401">
            <a:extLst xmlns:a="http://schemas.openxmlformats.org/drawingml/2006/main">
              <a:ext uri="{FF2B5EF4-FFF2-40B4-BE49-F238E27FC236}">
                <a16:creationId xmlns:a16="http://schemas.microsoft.com/office/drawing/2014/main" id="{AA60DCED-D5DD-4CB0-AC76-8BEF24B8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2982" y="2276409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715" name="data_4402">
            <a:extLst xmlns:a="http://schemas.openxmlformats.org/drawingml/2006/main">
              <a:ext uri="{FF2B5EF4-FFF2-40B4-BE49-F238E27FC236}">
                <a16:creationId xmlns:a16="http://schemas.microsoft.com/office/drawing/2014/main" id="{593AFE9A-FE33-4615-A891-D72A2D1F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1225" y="2978668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716" name="data_4403">
            <a:extLst xmlns:a="http://schemas.openxmlformats.org/drawingml/2006/main">
              <a:ext uri="{FF2B5EF4-FFF2-40B4-BE49-F238E27FC236}">
                <a16:creationId xmlns:a16="http://schemas.microsoft.com/office/drawing/2014/main" id="{A0450C36-3631-4839-9BCF-9AC5DBF2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055" y="2522200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717" name="data_4404">
            <a:extLst xmlns:a="http://schemas.openxmlformats.org/drawingml/2006/main">
              <a:ext uri="{FF2B5EF4-FFF2-40B4-BE49-F238E27FC236}">
                <a16:creationId xmlns:a16="http://schemas.microsoft.com/office/drawing/2014/main" id="{3B9FF3D4-C39F-42F5-A14B-D1797B9D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885" y="2276409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718" name="data_4405">
            <a:extLst xmlns:a="http://schemas.openxmlformats.org/drawingml/2006/main">
              <a:ext uri="{FF2B5EF4-FFF2-40B4-BE49-F238E27FC236}">
                <a16:creationId xmlns:a16="http://schemas.microsoft.com/office/drawing/2014/main" id="{7E3FD0AA-6879-4F59-A055-217F5313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069229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9" name="data_4406">
            <a:extLst xmlns:a="http://schemas.openxmlformats.org/drawingml/2006/main">
              <a:ext uri="{FF2B5EF4-FFF2-40B4-BE49-F238E27FC236}">
                <a16:creationId xmlns:a16="http://schemas.microsoft.com/office/drawing/2014/main" id="{57B2A018-AFC9-494F-BB8F-3ED2A042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130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0" name="text_4407">
            <a:extLst xmlns:a="http://schemas.openxmlformats.org/drawingml/2006/main">
              <a:ext uri="{FF2B5EF4-FFF2-40B4-BE49-F238E27FC236}">
                <a16:creationId xmlns:a16="http://schemas.microsoft.com/office/drawing/2014/main" id="{C4845354-F1DC-48FB-A254-BC44B21D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78023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1" name="data_4408">
            <a:extLst xmlns:a="http://schemas.openxmlformats.org/drawingml/2006/main">
              <a:ext uri="{FF2B5EF4-FFF2-40B4-BE49-F238E27FC236}">
                <a16:creationId xmlns:a16="http://schemas.microsoft.com/office/drawing/2014/main" id="{7AD82D42-0246-43A3-BC41-E5FC36E8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500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2" name="text_4409">
            <a:extLst xmlns:a="http://schemas.openxmlformats.org/drawingml/2006/main">
              <a:ext uri="{FF2B5EF4-FFF2-40B4-BE49-F238E27FC236}">
                <a16:creationId xmlns:a16="http://schemas.microsoft.com/office/drawing/2014/main" id="{C9C19C92-F3F9-400F-8463-930C549E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1394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23" name="text_4410">
            <a:extLst xmlns:a="http://schemas.openxmlformats.org/drawingml/2006/main">
              <a:ext uri="{FF2B5EF4-FFF2-40B4-BE49-F238E27FC236}">
                <a16:creationId xmlns:a16="http://schemas.microsoft.com/office/drawing/2014/main" id="{4C7D3F80-B485-4268-8A52-20B7522D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8868" y="7128311"/>
            <a:ext cx="1574761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24" name="data_4411">
            <a:extLst xmlns:a="http://schemas.openxmlformats.org/drawingml/2006/main">
              <a:ext uri="{FF2B5EF4-FFF2-40B4-BE49-F238E27FC236}">
                <a16:creationId xmlns:a16="http://schemas.microsoft.com/office/drawing/2014/main" id="{EC4E1CAF-501D-4DB1-92F9-40B5E0E0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68557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5" name="text_4412">
            <a:extLst xmlns:a="http://schemas.openxmlformats.org/drawingml/2006/main">
              <a:ext uri="{FF2B5EF4-FFF2-40B4-BE49-F238E27FC236}">
                <a16:creationId xmlns:a16="http://schemas.microsoft.com/office/drawing/2014/main" id="{FE34C31C-436A-4C97-A2B4-389537B3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7099" y="6798328"/>
            <a:ext cx="7360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26" name="data_4413">
            <a:extLst xmlns:a="http://schemas.openxmlformats.org/drawingml/2006/main">
              <a:ext uri="{FF2B5EF4-FFF2-40B4-BE49-F238E27FC236}">
                <a16:creationId xmlns:a16="http://schemas.microsoft.com/office/drawing/2014/main" id="{64003DD7-ADF3-4D50-A56B-AAAEFC58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6409140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7" name="text_4414">
            <a:extLst xmlns:a="http://schemas.openxmlformats.org/drawingml/2006/main">
              <a:ext uri="{FF2B5EF4-FFF2-40B4-BE49-F238E27FC236}">
                <a16:creationId xmlns:a16="http://schemas.microsoft.com/office/drawing/2014/main" id="{D6124AB6-3212-4F43-949C-2B93E1AB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362" y="6351691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28" name="data_4415">
            <a:extLst xmlns:a="http://schemas.openxmlformats.org/drawingml/2006/main">
              <a:ext uri="{FF2B5EF4-FFF2-40B4-BE49-F238E27FC236}">
                <a16:creationId xmlns:a16="http://schemas.microsoft.com/office/drawing/2014/main" id="{C4E9DF9B-699B-4CC6-B3C9-4D16CD2A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962503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9" name="text_4416">
            <a:extLst xmlns:a="http://schemas.openxmlformats.org/drawingml/2006/main">
              <a:ext uri="{FF2B5EF4-FFF2-40B4-BE49-F238E27FC236}">
                <a16:creationId xmlns:a16="http://schemas.microsoft.com/office/drawing/2014/main" id="{830CCD29-7A9F-4BC3-9B28-039A7974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362" y="5905054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30" name="data_4417">
            <a:extLst xmlns:a="http://schemas.openxmlformats.org/drawingml/2006/main">
              <a:ext uri="{FF2B5EF4-FFF2-40B4-BE49-F238E27FC236}">
                <a16:creationId xmlns:a16="http://schemas.microsoft.com/office/drawing/2014/main" id="{EC9199E4-5141-41C3-A062-7B322DCD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51586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31" name="text_4418">
            <a:extLst xmlns:a="http://schemas.openxmlformats.org/drawingml/2006/main">
              <a:ext uri="{FF2B5EF4-FFF2-40B4-BE49-F238E27FC236}">
                <a16:creationId xmlns:a16="http://schemas.microsoft.com/office/drawing/2014/main" id="{78D0715D-D030-495A-8D00-9B1D9689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362" y="5458417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32" name="data_4419">
            <a:extLst xmlns:a="http://schemas.openxmlformats.org/drawingml/2006/main">
              <a:ext uri="{FF2B5EF4-FFF2-40B4-BE49-F238E27FC236}">
                <a16:creationId xmlns:a16="http://schemas.microsoft.com/office/drawing/2014/main" id="{85EBE39D-2B9D-40CB-A40D-3F4CA75A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06922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33" name="text_4420">
            <a:extLst xmlns:a="http://schemas.openxmlformats.org/drawingml/2006/main">
              <a:ext uri="{FF2B5EF4-FFF2-40B4-BE49-F238E27FC236}">
                <a16:creationId xmlns:a16="http://schemas.microsoft.com/office/drawing/2014/main" id="{B82F8F57-FFBB-439E-B0B5-EB91FF08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624" y="5011780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34" name="text_4421">
            <a:extLst xmlns:a="http://schemas.openxmlformats.org/drawingml/2006/main">
              <a:ext uri="{FF2B5EF4-FFF2-40B4-BE49-F238E27FC236}">
                <a16:creationId xmlns:a16="http://schemas.microsoft.com/office/drawing/2014/main" id="{141587DF-DAA3-452B-B1AB-5667CAA3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96858" y="5878265"/>
            <a:ext cx="1743642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35" name="data_4422">
            <a:extLst xmlns:a="http://schemas.openxmlformats.org/drawingml/2006/main">
              <a:ext uri="{FF2B5EF4-FFF2-40B4-BE49-F238E27FC236}">
                <a16:creationId xmlns:a16="http://schemas.microsoft.com/office/drawing/2014/main" id="{AD26EFA6-55FB-475D-8B0E-D01BFC9B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68" y="6392864"/>
            <a:ext cx="343041" cy="462913"/>
          </a:xfrm>
          <a:custGeom xmlns:a="http://schemas.openxmlformats.org/drawingml/2006/main">
            <a:pathLst>
              <a:path w="343041" h="462913">
                <a:moveTo>
                  <a:pt x="0" y="462913"/>
                </a:moveTo>
                <a:lnTo>
                  <a:pt x="343041" y="462913"/>
                </a:lnTo>
                <a:lnTo>
                  <a:pt x="343041" y="0"/>
                </a:lnTo>
                <a:lnTo>
                  <a:pt x="0" y="0"/>
                </a:lnTo>
                <a:lnTo>
                  <a:pt x="0" y="462913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6" name="data_4423">
            <a:extLst xmlns:a="http://schemas.openxmlformats.org/drawingml/2006/main">
              <a:ext uri="{FF2B5EF4-FFF2-40B4-BE49-F238E27FC236}">
                <a16:creationId xmlns:a16="http://schemas.microsoft.com/office/drawing/2014/main" id="{4E49A7FC-9745-4543-85A7-3075B3D9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610" y="5863248"/>
            <a:ext cx="343041" cy="992529"/>
          </a:xfrm>
          <a:custGeom xmlns:a="http://schemas.openxmlformats.org/drawingml/2006/main">
            <a:pathLst>
              <a:path w="343041" h="992529">
                <a:moveTo>
                  <a:pt x="0" y="992529"/>
                </a:moveTo>
                <a:lnTo>
                  <a:pt x="343041" y="992529"/>
                </a:lnTo>
                <a:lnTo>
                  <a:pt x="343041" y="0"/>
                </a:lnTo>
                <a:lnTo>
                  <a:pt x="0" y="0"/>
                </a:lnTo>
                <a:lnTo>
                  <a:pt x="0" y="992529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7" name="data_4424">
            <a:extLst xmlns:a="http://schemas.openxmlformats.org/drawingml/2006/main">
              <a:ext uri="{FF2B5EF4-FFF2-40B4-BE49-F238E27FC236}">
                <a16:creationId xmlns:a16="http://schemas.microsoft.com/office/drawing/2014/main" id="{78DD0949-1B19-4242-9AA7-9D79F1D7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852" y="5669495"/>
            <a:ext cx="343041" cy="1186283"/>
          </a:xfrm>
          <a:custGeom xmlns:a="http://schemas.openxmlformats.org/drawingml/2006/main">
            <a:pathLst>
              <a:path w="343041" h="1186283">
                <a:moveTo>
                  <a:pt x="0" y="1186283"/>
                </a:moveTo>
                <a:lnTo>
                  <a:pt x="343041" y="1186283"/>
                </a:lnTo>
                <a:lnTo>
                  <a:pt x="343041" y="0"/>
                </a:lnTo>
                <a:lnTo>
                  <a:pt x="0" y="0"/>
                </a:lnTo>
                <a:lnTo>
                  <a:pt x="0" y="1186283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8" name="data_4425">
            <a:extLst xmlns:a="http://schemas.openxmlformats.org/drawingml/2006/main">
              <a:ext uri="{FF2B5EF4-FFF2-40B4-BE49-F238E27FC236}">
                <a16:creationId xmlns:a16="http://schemas.microsoft.com/office/drawing/2014/main" id="{6D0D42FE-85D8-4B41-BAD1-68B0DD2B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738" y="6318127"/>
            <a:ext cx="343041" cy="537650"/>
          </a:xfrm>
          <a:custGeom xmlns:a="http://schemas.openxmlformats.org/drawingml/2006/main">
            <a:pathLst>
              <a:path w="343041" h="537650">
                <a:moveTo>
                  <a:pt x="0" y="537650"/>
                </a:moveTo>
                <a:lnTo>
                  <a:pt x="343041" y="537650"/>
                </a:lnTo>
                <a:lnTo>
                  <a:pt x="343041" y="0"/>
                </a:lnTo>
                <a:lnTo>
                  <a:pt x="0" y="0"/>
                </a:lnTo>
                <a:lnTo>
                  <a:pt x="0" y="537650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9" name="data_4426">
            <a:extLst xmlns:a="http://schemas.openxmlformats.org/drawingml/2006/main">
              <a:ext uri="{FF2B5EF4-FFF2-40B4-BE49-F238E27FC236}">
                <a16:creationId xmlns:a16="http://schemas.microsoft.com/office/drawing/2014/main" id="{A6A1118D-40D2-4852-A395-3560B4A7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6980" y="5725034"/>
            <a:ext cx="343041" cy="1130743"/>
          </a:xfrm>
          <a:custGeom xmlns:a="http://schemas.openxmlformats.org/drawingml/2006/main">
            <a:pathLst>
              <a:path w="343041" h="1130743">
                <a:moveTo>
                  <a:pt x="0" y="1130743"/>
                </a:moveTo>
                <a:lnTo>
                  <a:pt x="343041" y="1130743"/>
                </a:lnTo>
                <a:lnTo>
                  <a:pt x="343041" y="0"/>
                </a:lnTo>
                <a:lnTo>
                  <a:pt x="0" y="0"/>
                </a:lnTo>
                <a:lnTo>
                  <a:pt x="0" y="1130743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0" name="data_4427">
            <a:extLst xmlns:a="http://schemas.openxmlformats.org/drawingml/2006/main">
              <a:ext uri="{FF2B5EF4-FFF2-40B4-BE49-F238E27FC236}">
                <a16:creationId xmlns:a16="http://schemas.microsoft.com/office/drawing/2014/main" id="{84445EC5-5B66-4001-B833-A11A5096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222" y="5574530"/>
            <a:ext cx="343041" cy="1281248"/>
          </a:xfrm>
          <a:custGeom xmlns:a="http://schemas.openxmlformats.org/drawingml/2006/main">
            <a:pathLst>
              <a:path w="343041" h="1281248">
                <a:moveTo>
                  <a:pt x="0" y="1281248"/>
                </a:moveTo>
                <a:lnTo>
                  <a:pt x="343041" y="1281248"/>
                </a:lnTo>
                <a:lnTo>
                  <a:pt x="343041" y="0"/>
                </a:lnTo>
                <a:lnTo>
                  <a:pt x="0" y="0"/>
                </a:lnTo>
                <a:lnTo>
                  <a:pt x="0" y="1281248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1" name="data_4428">
            <a:extLst xmlns:a="http://schemas.openxmlformats.org/drawingml/2006/main">
              <a:ext uri="{FF2B5EF4-FFF2-40B4-BE49-F238E27FC236}">
                <a16:creationId xmlns:a16="http://schemas.microsoft.com/office/drawing/2014/main" id="{0F74CDB2-4C8A-4BB4-B972-FAAC33ED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069229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42" name="data_4429">
            <a:extLst xmlns:a="http://schemas.openxmlformats.org/drawingml/2006/main">
              <a:ext uri="{FF2B5EF4-FFF2-40B4-BE49-F238E27FC236}">
                <a16:creationId xmlns:a16="http://schemas.microsoft.com/office/drawing/2014/main" id="{069F7909-5F1A-4C9F-8B8D-653977E0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68557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43" name="data_4430">
            <a:extLst xmlns:a="http://schemas.openxmlformats.org/drawingml/2006/main">
              <a:ext uri="{FF2B5EF4-FFF2-40B4-BE49-F238E27FC236}">
                <a16:creationId xmlns:a16="http://schemas.microsoft.com/office/drawing/2014/main" id="{4BFD51D0-7908-4511-83AB-0F3D9B00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888" y="6308212"/>
            <a:ext cx="191" cy="167494"/>
          </a:xfrm>
          <a:custGeom xmlns:a="http://schemas.openxmlformats.org/drawingml/2006/main">
            <a:pathLst>
              <a:path w="191" h="167494">
                <a:moveTo>
                  <a:pt x="0" y="16749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4" name="data_4431">
            <a:extLst xmlns:a="http://schemas.openxmlformats.org/drawingml/2006/main">
              <a:ext uri="{FF2B5EF4-FFF2-40B4-BE49-F238E27FC236}">
                <a16:creationId xmlns:a16="http://schemas.microsoft.com/office/drawing/2014/main" id="{3450F0A0-C4E3-4C1D-A1CF-E39F1E42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320" y="6475707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5" name="data_4432">
            <a:extLst xmlns:a="http://schemas.openxmlformats.org/drawingml/2006/main">
              <a:ext uri="{FF2B5EF4-FFF2-40B4-BE49-F238E27FC236}">
                <a16:creationId xmlns:a16="http://schemas.microsoft.com/office/drawing/2014/main" id="{992AC7CB-4B24-4735-9A19-6BB3D641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320" y="6308212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6" name="text_4433">
            <a:extLst xmlns:a="http://schemas.openxmlformats.org/drawingml/2006/main">
              <a:ext uri="{FF2B5EF4-FFF2-40B4-BE49-F238E27FC236}">
                <a16:creationId xmlns:a16="http://schemas.microsoft.com/office/drawing/2014/main" id="{7C10FF6C-D384-4456-B2D8-252B3017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8693" y="6127465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25.9</a:t>
            </a:r>
          </a:p>
        </p:txBody>
      </p:sp>
      <p:sp>
        <p:nvSpPr>
          <p:cNvPr id="1747" name="data_4434">
            <a:extLst xmlns:a="http://schemas.openxmlformats.org/drawingml/2006/main">
              <a:ext uri="{FF2B5EF4-FFF2-40B4-BE49-F238E27FC236}">
                <a16:creationId xmlns:a16="http://schemas.microsoft.com/office/drawing/2014/main" id="{DAA64333-658D-4BEE-BA11-13B43170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130" y="5776585"/>
            <a:ext cx="191" cy="175689"/>
          </a:xfrm>
          <a:custGeom xmlns:a="http://schemas.openxmlformats.org/drawingml/2006/main">
            <a:pathLst>
              <a:path w="191" h="175689">
                <a:moveTo>
                  <a:pt x="0" y="17568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8" name="data_4435">
            <a:extLst xmlns:a="http://schemas.openxmlformats.org/drawingml/2006/main">
              <a:ext uri="{FF2B5EF4-FFF2-40B4-BE49-F238E27FC236}">
                <a16:creationId xmlns:a16="http://schemas.microsoft.com/office/drawing/2014/main" id="{BA454491-89E4-4E16-87A5-1295F146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6562" y="5952274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9" name="data_4436">
            <a:extLst xmlns:a="http://schemas.openxmlformats.org/drawingml/2006/main">
              <a:ext uri="{FF2B5EF4-FFF2-40B4-BE49-F238E27FC236}">
                <a16:creationId xmlns:a16="http://schemas.microsoft.com/office/drawing/2014/main" id="{3E910CB8-DD0E-4365-BFFA-EAD07D87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6562" y="577658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0" name="text_4437">
            <a:extLst xmlns:a="http://schemas.openxmlformats.org/drawingml/2006/main">
              <a:ext uri="{FF2B5EF4-FFF2-40B4-BE49-F238E27FC236}">
                <a16:creationId xmlns:a16="http://schemas.microsoft.com/office/drawing/2014/main" id="{540E8FC5-3A31-4779-AF8A-74F6916B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61935" y="5595837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51" name="data_4438">
            <a:extLst xmlns:a="http://schemas.openxmlformats.org/drawingml/2006/main">
              <a:ext uri="{FF2B5EF4-FFF2-40B4-BE49-F238E27FC236}">
                <a16:creationId xmlns:a16="http://schemas.microsoft.com/office/drawing/2014/main" id="{5B1E918E-9741-4374-8C6C-933AE21C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372" y="5587215"/>
            <a:ext cx="191" cy="168398"/>
          </a:xfrm>
          <a:custGeom xmlns:a="http://schemas.openxmlformats.org/drawingml/2006/main">
            <a:pathLst>
              <a:path w="191" h="168398">
                <a:moveTo>
                  <a:pt x="0" y="1683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2" name="data_4439">
            <a:extLst xmlns:a="http://schemas.openxmlformats.org/drawingml/2006/main">
              <a:ext uri="{FF2B5EF4-FFF2-40B4-BE49-F238E27FC236}">
                <a16:creationId xmlns:a16="http://schemas.microsoft.com/office/drawing/2014/main" id="{C3FF9F89-CD73-42DD-9B79-8F79A81A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04" y="575561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3" name="data_4440">
            <a:extLst xmlns:a="http://schemas.openxmlformats.org/drawingml/2006/main">
              <a:ext uri="{FF2B5EF4-FFF2-40B4-BE49-F238E27FC236}">
                <a16:creationId xmlns:a16="http://schemas.microsoft.com/office/drawing/2014/main" id="{97E8522E-A366-41E5-A84F-36FEA554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04" y="558721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4" name="text_4441">
            <a:extLst xmlns:a="http://schemas.openxmlformats.org/drawingml/2006/main">
              <a:ext uri="{FF2B5EF4-FFF2-40B4-BE49-F238E27FC236}">
                <a16:creationId xmlns:a16="http://schemas.microsoft.com/office/drawing/2014/main" id="{EBD7DE4B-C33E-48E9-963C-AF033AD0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55177" y="5406467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55" name="data_4442">
            <a:extLst xmlns:a="http://schemas.openxmlformats.org/drawingml/2006/main">
              <a:ext uri="{FF2B5EF4-FFF2-40B4-BE49-F238E27FC236}">
                <a16:creationId xmlns:a16="http://schemas.microsoft.com/office/drawing/2014/main" id="{4E4FB353-5FD7-4FF7-A4E0-26658470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258" y="6222820"/>
            <a:ext cx="191" cy="188299"/>
          </a:xfrm>
          <a:custGeom xmlns:a="http://schemas.openxmlformats.org/drawingml/2006/main">
            <a:pathLst>
              <a:path w="191" h="188299">
                <a:moveTo>
                  <a:pt x="0" y="18829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6" name="data_4443">
            <a:extLst xmlns:a="http://schemas.openxmlformats.org/drawingml/2006/main">
              <a:ext uri="{FF2B5EF4-FFF2-40B4-BE49-F238E27FC236}">
                <a16:creationId xmlns:a16="http://schemas.microsoft.com/office/drawing/2014/main" id="{57EE9974-9DC1-4728-BAD2-FDCBEA73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6690" y="6411119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7" name="data_4444">
            <a:extLst xmlns:a="http://schemas.openxmlformats.org/drawingml/2006/main">
              <a:ext uri="{FF2B5EF4-FFF2-40B4-BE49-F238E27FC236}">
                <a16:creationId xmlns:a16="http://schemas.microsoft.com/office/drawing/2014/main" id="{00C683E1-3A05-4329-9F20-C18DAAC2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6690" y="6222820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8" name="text_4445">
            <a:extLst xmlns:a="http://schemas.openxmlformats.org/drawingml/2006/main">
              <a:ext uri="{FF2B5EF4-FFF2-40B4-BE49-F238E27FC236}">
                <a16:creationId xmlns:a16="http://schemas.microsoft.com/office/drawing/2014/main" id="{4FE2E431-A226-421C-9656-8D8FDFEB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42063" y="604207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30.1</a:t>
            </a:r>
          </a:p>
        </p:txBody>
      </p:sp>
      <p:sp>
        <p:nvSpPr>
          <p:cNvPr id="1759" name="data_4446">
            <a:extLst xmlns:a="http://schemas.openxmlformats.org/drawingml/2006/main">
              <a:ext uri="{FF2B5EF4-FFF2-40B4-BE49-F238E27FC236}">
                <a16:creationId xmlns:a16="http://schemas.microsoft.com/office/drawing/2014/main" id="{2D6F5636-A0D3-49D0-95A0-27094BE1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500" y="5634481"/>
            <a:ext cx="191" cy="182195"/>
          </a:xfrm>
          <a:custGeom xmlns:a="http://schemas.openxmlformats.org/drawingml/2006/main">
            <a:pathLst>
              <a:path w="191" h="182195">
                <a:moveTo>
                  <a:pt x="0" y="18219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0" name="data_4447">
            <a:extLst xmlns:a="http://schemas.openxmlformats.org/drawingml/2006/main">
              <a:ext uri="{FF2B5EF4-FFF2-40B4-BE49-F238E27FC236}">
                <a16:creationId xmlns:a16="http://schemas.microsoft.com/office/drawing/2014/main" id="{F46BCD5F-A6ED-4694-9853-DE6E5CAA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932" y="581667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1" name="data_4448">
            <a:extLst xmlns:a="http://schemas.openxmlformats.org/drawingml/2006/main">
              <a:ext uri="{FF2B5EF4-FFF2-40B4-BE49-F238E27FC236}">
                <a16:creationId xmlns:a16="http://schemas.microsoft.com/office/drawing/2014/main" id="{D4D13B99-99A3-4E62-B16B-99E7487E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932" y="5634481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2" name="text_4449">
            <a:extLst xmlns:a="http://schemas.openxmlformats.org/drawingml/2006/main">
              <a:ext uri="{FF2B5EF4-FFF2-40B4-BE49-F238E27FC236}">
                <a16:creationId xmlns:a16="http://schemas.microsoft.com/office/drawing/2014/main" id="{4D1192CF-E644-4A55-92BB-C3ABC463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35305" y="5453733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63" name="data_4450">
            <a:extLst xmlns:a="http://schemas.openxmlformats.org/drawingml/2006/main">
              <a:ext uri="{FF2B5EF4-FFF2-40B4-BE49-F238E27FC236}">
                <a16:creationId xmlns:a16="http://schemas.microsoft.com/office/drawing/2014/main" id="{931155B0-A557-4A95-B0BA-1E47BA06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1742" y="5491743"/>
            <a:ext cx="191" cy="169049"/>
          </a:xfrm>
          <a:custGeom xmlns:a="http://schemas.openxmlformats.org/drawingml/2006/main">
            <a:pathLst>
              <a:path w="191" h="169049">
                <a:moveTo>
                  <a:pt x="0" y="16904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4" name="data_4451">
            <a:extLst xmlns:a="http://schemas.openxmlformats.org/drawingml/2006/main">
              <a:ext uri="{FF2B5EF4-FFF2-40B4-BE49-F238E27FC236}">
                <a16:creationId xmlns:a16="http://schemas.microsoft.com/office/drawing/2014/main" id="{2DF4EEC7-A55E-43B1-8CF7-1B0D51A4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174" y="5660792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5" name="data_4452">
            <a:extLst xmlns:a="http://schemas.openxmlformats.org/drawingml/2006/main">
              <a:ext uri="{FF2B5EF4-FFF2-40B4-BE49-F238E27FC236}">
                <a16:creationId xmlns:a16="http://schemas.microsoft.com/office/drawing/2014/main" id="{C5C4207D-7033-415C-8778-629BC1E2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174" y="549174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6" name="text_4453">
            <a:extLst xmlns:a="http://schemas.openxmlformats.org/drawingml/2006/main">
              <a:ext uri="{FF2B5EF4-FFF2-40B4-BE49-F238E27FC236}">
                <a16:creationId xmlns:a16="http://schemas.microsoft.com/office/drawing/2014/main" id="{48769F80-2ADF-4677-8575-3D3216D6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8547" y="5310996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67" name="text_4454">
            <a:extLst xmlns:a="http://schemas.openxmlformats.org/drawingml/2006/main">
              <a:ext uri="{FF2B5EF4-FFF2-40B4-BE49-F238E27FC236}">
                <a16:creationId xmlns:a16="http://schemas.microsoft.com/office/drawing/2014/main" id="{6A7D0E63-7DBD-45D2-8CF1-55AC3F31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414" y="4755829"/>
            <a:ext cx="82997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8" name="text_4455">
            <a:extLst xmlns:a="http://schemas.openxmlformats.org/drawingml/2006/main">
              <a:ext uri="{FF2B5EF4-FFF2-40B4-BE49-F238E27FC236}">
                <a16:creationId xmlns:a16="http://schemas.microsoft.com/office/drawing/2014/main" id="{2F9F6A9F-5653-4484-AB46-33ED3EF9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8244" y="4778402"/>
            <a:ext cx="620381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69" name="data_4456">
            <a:extLst xmlns:a="http://schemas.openxmlformats.org/drawingml/2006/main">
              <a:ext uri="{FF2B5EF4-FFF2-40B4-BE49-F238E27FC236}">
                <a16:creationId xmlns:a16="http://schemas.microsoft.com/office/drawing/2014/main" id="{8A09C214-83CB-4A52-8EB3-E8591BA2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069229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0" name="data_4457">
            <a:extLst xmlns:a="http://schemas.openxmlformats.org/drawingml/2006/main">
              <a:ext uri="{FF2B5EF4-FFF2-40B4-BE49-F238E27FC236}">
                <a16:creationId xmlns:a16="http://schemas.microsoft.com/office/drawing/2014/main" id="{CBFC91E6-FAB5-40D4-BF78-CBBB5996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0887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1" name="text_4458">
            <a:extLst xmlns:a="http://schemas.openxmlformats.org/drawingml/2006/main">
              <a:ext uri="{FF2B5EF4-FFF2-40B4-BE49-F238E27FC236}">
                <a16:creationId xmlns:a16="http://schemas.microsoft.com/office/drawing/2014/main" id="{F209B3B6-AC63-46B6-97D6-81AD32BB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3781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72" name="data_4459">
            <a:extLst xmlns:a="http://schemas.openxmlformats.org/drawingml/2006/main">
              <a:ext uri="{FF2B5EF4-FFF2-40B4-BE49-F238E27FC236}">
                <a16:creationId xmlns:a16="http://schemas.microsoft.com/office/drawing/2014/main" id="{508C979F-E4AE-4F5D-8D41-C4AA9C1B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257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3" name="text_4460">
            <a:extLst xmlns:a="http://schemas.openxmlformats.org/drawingml/2006/main">
              <a:ext uri="{FF2B5EF4-FFF2-40B4-BE49-F238E27FC236}">
                <a16:creationId xmlns:a16="http://schemas.microsoft.com/office/drawing/2014/main" id="{B1BE230E-93DC-4C7B-A29D-3ECB6763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67151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74" name="text_4461">
            <a:extLst xmlns:a="http://schemas.openxmlformats.org/drawingml/2006/main">
              <a:ext uri="{FF2B5EF4-FFF2-40B4-BE49-F238E27FC236}">
                <a16:creationId xmlns:a16="http://schemas.microsoft.com/office/drawing/2014/main" id="{6B5C9903-8E1B-432D-9F88-37CCDD2F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4625" y="7128311"/>
            <a:ext cx="1574761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75" name="data_4462">
            <a:extLst xmlns:a="http://schemas.openxmlformats.org/drawingml/2006/main">
              <a:ext uri="{FF2B5EF4-FFF2-40B4-BE49-F238E27FC236}">
                <a16:creationId xmlns:a16="http://schemas.microsoft.com/office/drawing/2014/main" id="{5FA55141-9EA4-456E-B672-9C834862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68557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6" name="text_4463">
            <a:extLst xmlns:a="http://schemas.openxmlformats.org/drawingml/2006/main">
              <a:ext uri="{FF2B5EF4-FFF2-40B4-BE49-F238E27FC236}">
                <a16:creationId xmlns:a16="http://schemas.microsoft.com/office/drawing/2014/main" id="{B1593100-110F-439D-94F1-C6DEAFFC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32857" y="6798328"/>
            <a:ext cx="7360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77" name="data_4464">
            <a:extLst xmlns:a="http://schemas.openxmlformats.org/drawingml/2006/main">
              <a:ext uri="{FF2B5EF4-FFF2-40B4-BE49-F238E27FC236}">
                <a16:creationId xmlns:a16="http://schemas.microsoft.com/office/drawing/2014/main" id="{1C4A98AF-D520-4A54-980A-EAA1576F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6409140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8" name="text_4465">
            <a:extLst xmlns:a="http://schemas.openxmlformats.org/drawingml/2006/main">
              <a:ext uri="{FF2B5EF4-FFF2-40B4-BE49-F238E27FC236}">
                <a16:creationId xmlns:a16="http://schemas.microsoft.com/office/drawing/2014/main" id="{C1FD4AF4-6CBA-4374-99CF-941CDF2F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8119" y="6351691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79" name="data_4466">
            <a:extLst xmlns:a="http://schemas.openxmlformats.org/drawingml/2006/main">
              <a:ext uri="{FF2B5EF4-FFF2-40B4-BE49-F238E27FC236}">
                <a16:creationId xmlns:a16="http://schemas.microsoft.com/office/drawing/2014/main" id="{688FF08E-23A9-4C2D-9922-900F592C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962503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80" name="text_4467">
            <a:extLst xmlns:a="http://schemas.openxmlformats.org/drawingml/2006/main">
              <a:ext uri="{FF2B5EF4-FFF2-40B4-BE49-F238E27FC236}">
                <a16:creationId xmlns:a16="http://schemas.microsoft.com/office/drawing/2014/main" id="{37648915-19A7-4816-AD3D-59A1A8D8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8119" y="5905054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81" name="data_4468">
            <a:extLst xmlns:a="http://schemas.openxmlformats.org/drawingml/2006/main">
              <a:ext uri="{FF2B5EF4-FFF2-40B4-BE49-F238E27FC236}">
                <a16:creationId xmlns:a16="http://schemas.microsoft.com/office/drawing/2014/main" id="{2008F2EC-1049-4EE9-B3A0-8DE2C20C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51586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82" name="text_4469">
            <a:extLst xmlns:a="http://schemas.openxmlformats.org/drawingml/2006/main">
              <a:ext uri="{FF2B5EF4-FFF2-40B4-BE49-F238E27FC236}">
                <a16:creationId xmlns:a16="http://schemas.microsoft.com/office/drawing/2014/main" id="{CD46B31A-1057-456E-870C-C5F1C142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8119" y="5458417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83" name="data_4470">
            <a:extLst xmlns:a="http://schemas.openxmlformats.org/drawingml/2006/main">
              <a:ext uri="{FF2B5EF4-FFF2-40B4-BE49-F238E27FC236}">
                <a16:creationId xmlns:a16="http://schemas.microsoft.com/office/drawing/2014/main" id="{7D25AF4C-0184-4E58-84F9-68A367D0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06922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84" name="text_4471">
            <a:extLst xmlns:a="http://schemas.openxmlformats.org/drawingml/2006/main">
              <a:ext uri="{FF2B5EF4-FFF2-40B4-BE49-F238E27FC236}">
                <a16:creationId xmlns:a16="http://schemas.microsoft.com/office/drawing/2014/main" id="{52916D1A-ABD9-47FE-8024-5D879A84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03381" y="5011780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85" name="text_4472">
            <a:extLst xmlns:a="http://schemas.openxmlformats.org/drawingml/2006/main">
              <a:ext uri="{FF2B5EF4-FFF2-40B4-BE49-F238E27FC236}">
                <a16:creationId xmlns:a16="http://schemas.microsoft.com/office/drawing/2014/main" id="{15B6B9A1-5CFB-45ED-9815-163B3053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418899" y="5878265"/>
            <a:ext cx="1743642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86" name="data_4473">
            <a:extLst xmlns:a="http://schemas.openxmlformats.org/drawingml/2006/main">
              <a:ext uri="{FF2B5EF4-FFF2-40B4-BE49-F238E27FC236}">
                <a16:creationId xmlns:a16="http://schemas.microsoft.com/office/drawing/2014/main" id="{FCBD4284-CF4F-4E53-A000-19E2CD10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6125" y="6066472"/>
            <a:ext cx="343041" cy="789306"/>
          </a:xfrm>
          <a:custGeom xmlns:a="http://schemas.openxmlformats.org/drawingml/2006/main">
            <a:pathLst>
              <a:path w="343041" h="789306">
                <a:moveTo>
                  <a:pt x="0" y="789306"/>
                </a:moveTo>
                <a:lnTo>
                  <a:pt x="343041" y="789306"/>
                </a:lnTo>
                <a:lnTo>
                  <a:pt x="343041" y="0"/>
                </a:lnTo>
                <a:lnTo>
                  <a:pt x="0" y="0"/>
                </a:lnTo>
                <a:lnTo>
                  <a:pt x="0" y="789306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7" name="data_4474">
            <a:extLst xmlns:a="http://schemas.openxmlformats.org/drawingml/2006/main">
              <a:ext uri="{FF2B5EF4-FFF2-40B4-BE49-F238E27FC236}">
                <a16:creationId xmlns:a16="http://schemas.microsoft.com/office/drawing/2014/main" id="{E7EC4D53-5FF3-4D86-B8A5-2683A240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367" y="5787069"/>
            <a:ext cx="343041" cy="1068709"/>
          </a:xfrm>
          <a:custGeom xmlns:a="http://schemas.openxmlformats.org/drawingml/2006/main">
            <a:pathLst>
              <a:path w="343041" h="1068709">
                <a:moveTo>
                  <a:pt x="0" y="1068709"/>
                </a:moveTo>
                <a:lnTo>
                  <a:pt x="343041" y="1068709"/>
                </a:lnTo>
                <a:lnTo>
                  <a:pt x="343041" y="0"/>
                </a:lnTo>
                <a:lnTo>
                  <a:pt x="0" y="0"/>
                </a:lnTo>
                <a:lnTo>
                  <a:pt x="0" y="1068709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8" name="data_4475">
            <a:extLst xmlns:a="http://schemas.openxmlformats.org/drawingml/2006/main">
              <a:ext uri="{FF2B5EF4-FFF2-40B4-BE49-F238E27FC236}">
                <a16:creationId xmlns:a16="http://schemas.microsoft.com/office/drawing/2014/main" id="{F1042078-4011-49E6-AEE1-CA9EA80D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609" y="5595798"/>
            <a:ext cx="343041" cy="1259979"/>
          </a:xfrm>
          <a:custGeom xmlns:a="http://schemas.openxmlformats.org/drawingml/2006/main">
            <a:pathLst>
              <a:path w="343041" h="1259979">
                <a:moveTo>
                  <a:pt x="0" y="1259979"/>
                </a:moveTo>
                <a:lnTo>
                  <a:pt x="343041" y="1259979"/>
                </a:lnTo>
                <a:lnTo>
                  <a:pt x="343041" y="0"/>
                </a:lnTo>
                <a:lnTo>
                  <a:pt x="0" y="0"/>
                </a:lnTo>
                <a:lnTo>
                  <a:pt x="0" y="1259979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9" name="data_4476">
            <a:extLst xmlns:a="http://schemas.openxmlformats.org/drawingml/2006/main">
              <a:ext uri="{FF2B5EF4-FFF2-40B4-BE49-F238E27FC236}">
                <a16:creationId xmlns:a16="http://schemas.microsoft.com/office/drawing/2014/main" id="{48846E31-C4D0-46EF-8D3E-42E2C7F9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495" y="5934733"/>
            <a:ext cx="343041" cy="921045"/>
          </a:xfrm>
          <a:custGeom xmlns:a="http://schemas.openxmlformats.org/drawingml/2006/main">
            <a:pathLst>
              <a:path w="343041" h="921045">
                <a:moveTo>
                  <a:pt x="0" y="921045"/>
                </a:moveTo>
                <a:lnTo>
                  <a:pt x="343041" y="921045"/>
                </a:lnTo>
                <a:lnTo>
                  <a:pt x="343041" y="0"/>
                </a:lnTo>
                <a:lnTo>
                  <a:pt x="0" y="0"/>
                </a:lnTo>
                <a:lnTo>
                  <a:pt x="0" y="921045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0" name="data_4477">
            <a:extLst xmlns:a="http://schemas.openxmlformats.org/drawingml/2006/main">
              <a:ext uri="{FF2B5EF4-FFF2-40B4-BE49-F238E27FC236}">
                <a16:creationId xmlns:a16="http://schemas.microsoft.com/office/drawing/2014/main" id="{02ADCD95-CA48-41E6-8B6D-A2B0F697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737" y="5631838"/>
            <a:ext cx="343041" cy="1223940"/>
          </a:xfrm>
          <a:custGeom xmlns:a="http://schemas.openxmlformats.org/drawingml/2006/main">
            <a:pathLst>
              <a:path w="343041" h="1223940">
                <a:moveTo>
                  <a:pt x="0" y="1223940"/>
                </a:moveTo>
                <a:lnTo>
                  <a:pt x="343041" y="1223940"/>
                </a:lnTo>
                <a:lnTo>
                  <a:pt x="343041" y="0"/>
                </a:lnTo>
                <a:lnTo>
                  <a:pt x="0" y="0"/>
                </a:lnTo>
                <a:lnTo>
                  <a:pt x="0" y="1223940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1" name="data_4478">
            <a:extLst xmlns:a="http://schemas.openxmlformats.org/drawingml/2006/main">
              <a:ext uri="{FF2B5EF4-FFF2-40B4-BE49-F238E27FC236}">
                <a16:creationId xmlns:a16="http://schemas.microsoft.com/office/drawing/2014/main" id="{9C9CE1DB-0BC4-467B-8F59-638E128D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979" y="5546225"/>
            <a:ext cx="343041" cy="1309553"/>
          </a:xfrm>
          <a:custGeom xmlns:a="http://schemas.openxmlformats.org/drawingml/2006/main">
            <a:pathLst>
              <a:path w="343041" h="1309553">
                <a:moveTo>
                  <a:pt x="0" y="1309553"/>
                </a:moveTo>
                <a:lnTo>
                  <a:pt x="343041" y="1309553"/>
                </a:lnTo>
                <a:lnTo>
                  <a:pt x="343041" y="0"/>
                </a:lnTo>
                <a:lnTo>
                  <a:pt x="0" y="0"/>
                </a:lnTo>
                <a:lnTo>
                  <a:pt x="0" y="1309553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2" name="data_4479">
            <a:extLst xmlns:a="http://schemas.openxmlformats.org/drawingml/2006/main">
              <a:ext uri="{FF2B5EF4-FFF2-40B4-BE49-F238E27FC236}">
                <a16:creationId xmlns:a16="http://schemas.microsoft.com/office/drawing/2014/main" id="{C6CA9304-8527-4A68-9018-72B5B3D2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069229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93" name="data_4480">
            <a:extLst xmlns:a="http://schemas.openxmlformats.org/drawingml/2006/main">
              <a:ext uri="{FF2B5EF4-FFF2-40B4-BE49-F238E27FC236}">
                <a16:creationId xmlns:a16="http://schemas.microsoft.com/office/drawing/2014/main" id="{FB4BC4D6-2897-4CDA-B75D-5A0278CC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68557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94" name="data_4481">
            <a:extLst xmlns:a="http://schemas.openxmlformats.org/drawingml/2006/main">
              <a:ext uri="{FF2B5EF4-FFF2-40B4-BE49-F238E27FC236}">
                <a16:creationId xmlns:a16="http://schemas.microsoft.com/office/drawing/2014/main" id="{C520AA43-8D87-4F5A-83A6-70408D02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45" y="5911566"/>
            <a:ext cx="191" cy="307830"/>
          </a:xfrm>
          <a:custGeom xmlns:a="http://schemas.openxmlformats.org/drawingml/2006/main">
            <a:pathLst>
              <a:path w="191" h="307830">
                <a:moveTo>
                  <a:pt x="0" y="3078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5" name="data_4482">
            <a:extLst xmlns:a="http://schemas.openxmlformats.org/drawingml/2006/main">
              <a:ext uri="{FF2B5EF4-FFF2-40B4-BE49-F238E27FC236}">
                <a16:creationId xmlns:a16="http://schemas.microsoft.com/office/drawing/2014/main" id="{313773EA-853A-4059-9510-D023EAE4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9077" y="6219396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6" name="data_4483">
            <a:extLst xmlns:a="http://schemas.openxmlformats.org/drawingml/2006/main">
              <a:ext uri="{FF2B5EF4-FFF2-40B4-BE49-F238E27FC236}">
                <a16:creationId xmlns:a16="http://schemas.microsoft.com/office/drawing/2014/main" id="{3558DC37-3885-4375-B172-A4EB0CA0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9077" y="5911566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7" name="text_4484">
            <a:extLst xmlns:a="http://schemas.openxmlformats.org/drawingml/2006/main">
              <a:ext uri="{FF2B5EF4-FFF2-40B4-BE49-F238E27FC236}">
                <a16:creationId xmlns:a16="http://schemas.microsoft.com/office/drawing/2014/main" id="{4686C765-C01E-42D3-8E7A-8F2C0433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4450" y="5730819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44.2</a:t>
            </a:r>
          </a:p>
        </p:txBody>
      </p:sp>
      <p:sp>
        <p:nvSpPr>
          <p:cNvPr id="1798" name="data_4485">
            <a:extLst xmlns:a="http://schemas.openxmlformats.org/drawingml/2006/main">
              <a:ext uri="{FF2B5EF4-FFF2-40B4-BE49-F238E27FC236}">
                <a16:creationId xmlns:a16="http://schemas.microsoft.com/office/drawing/2014/main" id="{DCA40AF5-CD4B-4766-82AA-982EFC4E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0887" y="5644829"/>
            <a:ext cx="191" cy="283321"/>
          </a:xfrm>
          <a:custGeom xmlns:a="http://schemas.openxmlformats.org/drawingml/2006/main">
            <a:pathLst>
              <a:path w="191" h="283321">
                <a:moveTo>
                  <a:pt x="0" y="28332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9" name="data_4486">
            <a:extLst xmlns:a="http://schemas.openxmlformats.org/drawingml/2006/main">
              <a:ext uri="{FF2B5EF4-FFF2-40B4-BE49-F238E27FC236}">
                <a16:creationId xmlns:a16="http://schemas.microsoft.com/office/drawing/2014/main" id="{5786FFBD-ADCE-469A-9F3A-AFBF57CD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319" y="5928150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0" name="data_4487">
            <a:extLst xmlns:a="http://schemas.openxmlformats.org/drawingml/2006/main">
              <a:ext uri="{FF2B5EF4-FFF2-40B4-BE49-F238E27FC236}">
                <a16:creationId xmlns:a16="http://schemas.microsoft.com/office/drawing/2014/main" id="{A0FB86FB-7D44-4674-9F4C-390CD644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319" y="5644829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1" name="text_4488">
            <a:extLst xmlns:a="http://schemas.openxmlformats.org/drawingml/2006/main">
              <a:ext uri="{FF2B5EF4-FFF2-40B4-BE49-F238E27FC236}">
                <a16:creationId xmlns:a16="http://schemas.microsoft.com/office/drawing/2014/main" id="{4BF55C9C-A931-4CBE-91C4-CD8C9CF7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692" y="546408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1802" name="data_4489">
            <a:extLst xmlns:a="http://schemas.openxmlformats.org/drawingml/2006/main">
              <a:ext uri="{FF2B5EF4-FFF2-40B4-BE49-F238E27FC236}">
                <a16:creationId xmlns:a16="http://schemas.microsoft.com/office/drawing/2014/main" id="{D4D22127-AC0B-4313-956A-A49AFA1B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4129" y="5456939"/>
            <a:ext cx="191" cy="277044"/>
          </a:xfrm>
          <a:custGeom xmlns:a="http://schemas.openxmlformats.org/drawingml/2006/main">
            <a:pathLst>
              <a:path w="191" h="277044">
                <a:moveTo>
                  <a:pt x="0" y="27704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3" name="data_4490">
            <a:extLst xmlns:a="http://schemas.openxmlformats.org/drawingml/2006/main">
              <a:ext uri="{FF2B5EF4-FFF2-40B4-BE49-F238E27FC236}">
                <a16:creationId xmlns:a16="http://schemas.microsoft.com/office/drawing/2014/main" id="{843E36EA-88F0-4578-820F-3D6DF8EB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5561" y="573398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4" name="data_4491">
            <a:extLst xmlns:a="http://schemas.openxmlformats.org/drawingml/2006/main">
              <a:ext uri="{FF2B5EF4-FFF2-40B4-BE49-F238E27FC236}">
                <a16:creationId xmlns:a16="http://schemas.microsoft.com/office/drawing/2014/main" id="{BC8F60AC-A42F-447A-9A23-CF0381E6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5561" y="5456939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5" name="text_4492">
            <a:extLst xmlns:a="http://schemas.openxmlformats.org/drawingml/2006/main">
              <a:ext uri="{FF2B5EF4-FFF2-40B4-BE49-F238E27FC236}">
                <a16:creationId xmlns:a16="http://schemas.microsoft.com/office/drawing/2014/main" id="{EE9586BE-6FFE-4E7A-AB55-786641C9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70934" y="527619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1806" name="data_4493">
            <a:extLst xmlns:a="http://schemas.openxmlformats.org/drawingml/2006/main">
              <a:ext uri="{FF2B5EF4-FFF2-40B4-BE49-F238E27FC236}">
                <a16:creationId xmlns:a16="http://schemas.microsoft.com/office/drawing/2014/main" id="{D93E3EA5-B549-46FD-ABF2-E82CC36C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1015" y="5777868"/>
            <a:ext cx="191" cy="313377"/>
          </a:xfrm>
          <a:custGeom xmlns:a="http://schemas.openxmlformats.org/drawingml/2006/main">
            <a:pathLst>
              <a:path w="191" h="313377">
                <a:moveTo>
                  <a:pt x="0" y="31337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7" name="data_4494">
            <a:extLst xmlns:a="http://schemas.openxmlformats.org/drawingml/2006/main">
              <a:ext uri="{FF2B5EF4-FFF2-40B4-BE49-F238E27FC236}">
                <a16:creationId xmlns:a16="http://schemas.microsoft.com/office/drawing/2014/main" id="{F971D7FC-FFD8-4FAB-9B1C-D766196B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2447" y="609124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8" name="data_4495">
            <a:extLst xmlns:a="http://schemas.openxmlformats.org/drawingml/2006/main">
              <a:ext uri="{FF2B5EF4-FFF2-40B4-BE49-F238E27FC236}">
                <a16:creationId xmlns:a16="http://schemas.microsoft.com/office/drawing/2014/main" id="{1A6AC698-500A-4C14-9D65-4818A8E9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2447" y="5777868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9" name="text_4496">
            <a:extLst xmlns:a="http://schemas.openxmlformats.org/drawingml/2006/main">
              <a:ext uri="{FF2B5EF4-FFF2-40B4-BE49-F238E27FC236}">
                <a16:creationId xmlns:a16="http://schemas.microsoft.com/office/drawing/2014/main" id="{2BB4CA85-96F1-4BF2-8A1C-00654F53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7820" y="5597121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51.6</a:t>
            </a:r>
          </a:p>
        </p:txBody>
      </p:sp>
      <p:sp>
        <p:nvSpPr>
          <p:cNvPr id="1810" name="data_4497">
            <a:extLst xmlns:a="http://schemas.openxmlformats.org/drawingml/2006/main">
              <a:ext uri="{FF2B5EF4-FFF2-40B4-BE49-F238E27FC236}">
                <a16:creationId xmlns:a16="http://schemas.microsoft.com/office/drawing/2014/main" id="{823F2B47-F707-4DBF-8AE3-C49361F3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257" y="5495455"/>
            <a:ext cx="191" cy="276760"/>
          </a:xfrm>
          <a:custGeom xmlns:a="http://schemas.openxmlformats.org/drawingml/2006/main">
            <a:pathLst>
              <a:path w="191" h="276760">
                <a:moveTo>
                  <a:pt x="0" y="2767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1" name="data_4498">
            <a:extLst xmlns:a="http://schemas.openxmlformats.org/drawingml/2006/main">
              <a:ext uri="{FF2B5EF4-FFF2-40B4-BE49-F238E27FC236}">
                <a16:creationId xmlns:a16="http://schemas.microsoft.com/office/drawing/2014/main" id="{6F160FF9-3BED-4A11-886D-E49E4E94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5690" y="577221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2" name="data_4499">
            <a:extLst xmlns:a="http://schemas.openxmlformats.org/drawingml/2006/main">
              <a:ext uri="{FF2B5EF4-FFF2-40B4-BE49-F238E27FC236}">
                <a16:creationId xmlns:a16="http://schemas.microsoft.com/office/drawing/2014/main" id="{0B73FEDE-4A07-4725-93E9-6431D15F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5690" y="549545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3" name="text_4500">
            <a:extLst xmlns:a="http://schemas.openxmlformats.org/drawingml/2006/main">
              <a:ext uri="{FF2B5EF4-FFF2-40B4-BE49-F238E27FC236}">
                <a16:creationId xmlns:a16="http://schemas.microsoft.com/office/drawing/2014/main" id="{4388EF44-271A-4C83-8F2F-D11CA1BA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1062" y="5314708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1814" name="data_4501">
            <a:extLst xmlns:a="http://schemas.openxmlformats.org/drawingml/2006/main">
              <a:ext uri="{FF2B5EF4-FFF2-40B4-BE49-F238E27FC236}">
                <a16:creationId xmlns:a16="http://schemas.microsoft.com/office/drawing/2014/main" id="{89B1183A-1B06-496C-AFBA-E5A82F29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7500" y="5412570"/>
            <a:ext cx="191" cy="269873"/>
          </a:xfrm>
          <a:custGeom xmlns:a="http://schemas.openxmlformats.org/drawingml/2006/main">
            <a:pathLst>
              <a:path w="191" h="269873">
                <a:moveTo>
                  <a:pt x="0" y="26987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5" name="data_4502">
            <a:extLst xmlns:a="http://schemas.openxmlformats.org/drawingml/2006/main">
              <a:ext uri="{FF2B5EF4-FFF2-40B4-BE49-F238E27FC236}">
                <a16:creationId xmlns:a16="http://schemas.microsoft.com/office/drawing/2014/main" id="{6CEF3387-24AE-4050-9F26-8447FD8C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8932" y="568244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6" name="data_4503">
            <a:extLst xmlns:a="http://schemas.openxmlformats.org/drawingml/2006/main">
              <a:ext uri="{FF2B5EF4-FFF2-40B4-BE49-F238E27FC236}">
                <a16:creationId xmlns:a16="http://schemas.microsoft.com/office/drawing/2014/main" id="{A9421608-6F7B-42BF-ADF3-3674D5B7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8932" y="5412570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7" name="text_4504">
            <a:extLst xmlns:a="http://schemas.openxmlformats.org/drawingml/2006/main">
              <a:ext uri="{FF2B5EF4-FFF2-40B4-BE49-F238E27FC236}">
                <a16:creationId xmlns:a16="http://schemas.microsoft.com/office/drawing/2014/main" id="{868966B2-CE2A-4025-B75B-67CA6371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44304" y="523182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1818" name="text_4505">
            <a:extLst xmlns:a="http://schemas.openxmlformats.org/drawingml/2006/main">
              <a:ext uri="{FF2B5EF4-FFF2-40B4-BE49-F238E27FC236}">
                <a16:creationId xmlns:a16="http://schemas.microsoft.com/office/drawing/2014/main" id="{0CBACDED-4B9C-4ADE-9B9E-1286FB92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25171" y="4755829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819" name="text_4506">
            <a:extLst xmlns:a="http://schemas.openxmlformats.org/drawingml/2006/main">
              <a:ext uri="{FF2B5EF4-FFF2-40B4-BE49-F238E27FC236}">
                <a16:creationId xmlns:a16="http://schemas.microsoft.com/office/drawing/2014/main" id="{4F3389B5-F2CD-4316-8607-A9E6806D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04001" y="4778402"/>
            <a:ext cx="971459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820" name="data_4507">
            <a:extLst xmlns:a="http://schemas.openxmlformats.org/drawingml/2006/main">
              <a:ext uri="{FF2B5EF4-FFF2-40B4-BE49-F238E27FC236}">
                <a16:creationId xmlns:a16="http://schemas.microsoft.com/office/drawing/2014/main" id="{FE825204-7E1A-4408-8EF0-0620C188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516" y="1303515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1" name="text_4508">
            <a:extLst xmlns:a="http://schemas.openxmlformats.org/drawingml/2006/main">
              <a:ext uri="{FF2B5EF4-FFF2-40B4-BE49-F238E27FC236}">
                <a16:creationId xmlns:a16="http://schemas.microsoft.com/office/drawing/2014/main" id="{AB14AFF1-1A44-4913-82BB-80D833CD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52080" y="1291384"/>
            <a:ext cx="787097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822" name="data_4509">
            <a:extLst xmlns:a="http://schemas.openxmlformats.org/drawingml/2006/main">
              <a:ext uri="{FF2B5EF4-FFF2-40B4-BE49-F238E27FC236}">
                <a16:creationId xmlns:a16="http://schemas.microsoft.com/office/drawing/2014/main" id="{64773917-97DC-4CAB-9891-FFA23610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119" y="1303515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3" name="text_4510">
            <a:extLst xmlns:a="http://schemas.openxmlformats.org/drawingml/2006/main">
              <a:ext uri="{FF2B5EF4-FFF2-40B4-BE49-F238E27FC236}">
                <a16:creationId xmlns:a16="http://schemas.microsoft.com/office/drawing/2014/main" id="{3515EA52-7D08-4843-8839-1E2DD51E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1682" y="1291384"/>
            <a:ext cx="1229450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824" name="data_4511">
            <a:extLst xmlns:a="http://schemas.openxmlformats.org/drawingml/2006/main">
              <a:ext uri="{FF2B5EF4-FFF2-40B4-BE49-F238E27FC236}">
                <a16:creationId xmlns:a16="http://schemas.microsoft.com/office/drawing/2014/main" id="{593806FF-FF27-4380-B5D6-E9EFA023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4184" y="1303515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5" name="text_4512">
            <a:extLst xmlns:a="http://schemas.openxmlformats.org/drawingml/2006/main">
              <a:ext uri="{FF2B5EF4-FFF2-40B4-BE49-F238E27FC236}">
                <a16:creationId xmlns:a16="http://schemas.microsoft.com/office/drawing/2014/main" id="{788370B2-5FEC-4360-8501-C885AFA1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3748" y="1291384"/>
            <a:ext cx="1161914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1216017395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f42cbc63ffb94b8c"/>
    </p:ext>
  </p:extLst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5" name="data_4513">
            <a:extLst xmlns:a="http://schemas.openxmlformats.org/drawingml/2006/main">
              <a:ext uri="{FF2B5EF4-FFF2-40B4-BE49-F238E27FC236}">
                <a16:creationId xmlns:a16="http://schemas.microsoft.com/office/drawing/2014/main" id="{CAC1ABA0-6E22-4FF9-9432-8EFB965C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2439987"/>
            <a:ext cx="9048750" cy="3921125"/>
          </a:xfrm>
          <a:custGeom xmlns:a="http://schemas.openxmlformats.org/drawingml/2006/main">
            <a:pathLst>
              <a:path w="9048750" h="3921125">
                <a:moveTo>
                  <a:pt x="0" y="3921125"/>
                </a:moveTo>
                <a:lnTo>
                  <a:pt x="9048750" y="3921125"/>
                </a:lnTo>
                <a:lnTo>
                  <a:pt x="9048750" y="0"/>
                </a:lnTo>
                <a:lnTo>
                  <a:pt x="0" y="0"/>
                </a:lnTo>
                <a:lnTo>
                  <a:pt x="0" y="392112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4514">
            <a:extLst xmlns:a="http://schemas.openxmlformats.org/drawingml/2006/main">
              <a:ext uri="{FF2B5EF4-FFF2-40B4-BE49-F238E27FC236}">
                <a16:creationId xmlns:a16="http://schemas.microsoft.com/office/drawing/2014/main" id="{ED58A57B-5521-4E7F-B25D-6D71D415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694748"/>
            <a:ext cx="3447143" cy="1725295"/>
          </a:xfrm>
          <a:custGeom xmlns:a="http://schemas.openxmlformats.org/drawingml/2006/main"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4515">
            <a:extLst xmlns:a="http://schemas.openxmlformats.org/drawingml/2006/main">
              <a:ext uri="{FF2B5EF4-FFF2-40B4-BE49-F238E27FC236}">
                <a16:creationId xmlns:a16="http://schemas.microsoft.com/office/drawing/2014/main" id="{B900225A-3DBD-4342-9514-42E32AA4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815" y="5420042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4" name="text_4516">
            <a:extLst xmlns:a="http://schemas.openxmlformats.org/drawingml/2006/main">
              <a:ext uri="{FF2B5EF4-FFF2-40B4-BE49-F238E27FC236}">
                <a16:creationId xmlns:a16="http://schemas.microsoft.com/office/drawing/2014/main" id="{B7898900-93EE-4983-A028-E1E9AC81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98913" y="5554820"/>
            <a:ext cx="410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4517">
            <a:extLst xmlns:a="http://schemas.openxmlformats.org/drawingml/2006/main">
              <a:ext uri="{FF2B5EF4-FFF2-40B4-BE49-F238E27FC236}">
                <a16:creationId xmlns:a16="http://schemas.microsoft.com/office/drawing/2014/main" id="{9DCB4280-A5FE-458C-87F6-67E569D5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1029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4518">
            <a:extLst xmlns:a="http://schemas.openxmlformats.org/drawingml/2006/main">
              <a:ext uri="{FF2B5EF4-FFF2-40B4-BE49-F238E27FC236}">
                <a16:creationId xmlns:a16="http://schemas.microsoft.com/office/drawing/2014/main" id="{5E14E565-73B4-4A4D-8917-A41B9A85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97998" y="5554820"/>
            <a:ext cx="5879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4519">
            <a:extLst xmlns:a="http://schemas.openxmlformats.org/drawingml/2006/main">
              <a:ext uri="{FF2B5EF4-FFF2-40B4-BE49-F238E27FC236}">
                <a16:creationId xmlns:a16="http://schemas.microsoft.com/office/drawing/2014/main" id="{D939DC73-DE9E-4383-A27E-DDC00758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47852" y="5554820"/>
            <a:ext cx="516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4520">
            <a:extLst xmlns:a="http://schemas.openxmlformats.org/drawingml/2006/main">
              <a:ext uri="{FF2B5EF4-FFF2-40B4-BE49-F238E27FC236}">
                <a16:creationId xmlns:a16="http://schemas.microsoft.com/office/drawing/2014/main" id="{5A4E40E9-4BFE-4530-85CC-995E4E2B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0548" y="5554820"/>
            <a:ext cx="700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4521">
            <a:extLst xmlns:a="http://schemas.openxmlformats.org/drawingml/2006/main">
              <a:ext uri="{FF2B5EF4-FFF2-40B4-BE49-F238E27FC236}">
                <a16:creationId xmlns:a16="http://schemas.microsoft.com/office/drawing/2014/main" id="{E6E9FBA7-C092-4F13-AEBB-26122F77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51605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4522">
            <a:extLst xmlns:a="http://schemas.openxmlformats.org/drawingml/2006/main">
              <a:ext uri="{FF2B5EF4-FFF2-40B4-BE49-F238E27FC236}">
                <a16:creationId xmlns:a16="http://schemas.microsoft.com/office/drawing/2014/main" id="{9B9EB729-330F-4B44-A567-F81E6169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8575" y="5554820"/>
            <a:ext cx="6287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4523">
            <a:extLst xmlns:a="http://schemas.openxmlformats.org/drawingml/2006/main">
              <a:ext uri="{FF2B5EF4-FFF2-40B4-BE49-F238E27FC236}">
                <a16:creationId xmlns:a16="http://schemas.microsoft.com/office/drawing/2014/main" id="{987768D1-F97C-453B-B3F5-8D73F77F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72474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4524">
            <a:extLst xmlns:a="http://schemas.openxmlformats.org/drawingml/2006/main">
              <a:ext uri="{FF2B5EF4-FFF2-40B4-BE49-F238E27FC236}">
                <a16:creationId xmlns:a16="http://schemas.microsoft.com/office/drawing/2014/main" id="{1EDFA6B1-6D21-452D-B4C9-2DECABCF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35896" y="5554820"/>
            <a:ext cx="4794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4525">
            <a:extLst xmlns:a="http://schemas.openxmlformats.org/drawingml/2006/main">
              <a:ext uri="{FF2B5EF4-FFF2-40B4-BE49-F238E27FC236}">
                <a16:creationId xmlns:a16="http://schemas.microsoft.com/office/drawing/2014/main" id="{FB7622F8-88C3-48C5-B2A8-F168996A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74920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4526">
            <a:extLst xmlns:a="http://schemas.openxmlformats.org/drawingml/2006/main">
              <a:ext uri="{FF2B5EF4-FFF2-40B4-BE49-F238E27FC236}">
                <a16:creationId xmlns:a16="http://schemas.microsoft.com/office/drawing/2014/main" id="{41BFFB1D-F40C-4562-8E40-3FEC983C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4172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4527">
            <a:extLst xmlns:a="http://schemas.openxmlformats.org/drawingml/2006/main">
              <a:ext uri="{FF2B5EF4-FFF2-40B4-BE49-F238E27FC236}">
                <a16:creationId xmlns:a16="http://schemas.microsoft.com/office/drawing/2014/main" id="{2D6BBD80-62C4-4BCB-9BB2-37B907A8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67594" y="5554820"/>
            <a:ext cx="665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4528">
            <a:extLst xmlns:a="http://schemas.openxmlformats.org/drawingml/2006/main">
              <a:ext uri="{FF2B5EF4-FFF2-40B4-BE49-F238E27FC236}">
                <a16:creationId xmlns:a16="http://schemas.microsoft.com/office/drawing/2014/main" id="{34F679CB-37A6-4B08-9EE3-3E943698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25166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4529">
            <a:extLst xmlns:a="http://schemas.openxmlformats.org/drawingml/2006/main">
              <a:ext uri="{FF2B5EF4-FFF2-40B4-BE49-F238E27FC236}">
                <a16:creationId xmlns:a16="http://schemas.microsoft.com/office/drawing/2014/main" id="{BACC2B50-A168-4CD5-AE09-BC1DE8A4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88588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4530">
            <a:extLst xmlns:a="http://schemas.openxmlformats.org/drawingml/2006/main">
              <a:ext uri="{FF2B5EF4-FFF2-40B4-BE49-F238E27FC236}">
                <a16:creationId xmlns:a16="http://schemas.microsoft.com/office/drawing/2014/main" id="{F8A85F44-D4CB-492E-8298-F9A29A2B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7840" y="5554820"/>
            <a:ext cx="377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4531">
            <a:extLst xmlns:a="http://schemas.openxmlformats.org/drawingml/2006/main">
              <a:ext uri="{FF2B5EF4-FFF2-40B4-BE49-F238E27FC236}">
                <a16:creationId xmlns:a16="http://schemas.microsoft.com/office/drawing/2014/main" id="{2180A158-086F-4B59-8485-7B743CE1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6657" y="5554820"/>
            <a:ext cx="748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0" name="text_4532">
            <a:extLst xmlns:a="http://schemas.openxmlformats.org/drawingml/2006/main">
              <a:ext uri="{FF2B5EF4-FFF2-40B4-BE49-F238E27FC236}">
                <a16:creationId xmlns:a16="http://schemas.microsoft.com/office/drawing/2014/main" id="{B0B50536-94D8-48B9-8BC1-54280E71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12506" y="5554820"/>
            <a:ext cx="7820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1" name="text_4533">
            <a:extLst xmlns:a="http://schemas.openxmlformats.org/drawingml/2006/main">
              <a:ext uri="{FF2B5EF4-FFF2-40B4-BE49-F238E27FC236}">
                <a16:creationId xmlns:a16="http://schemas.microsoft.com/office/drawing/2014/main" id="{37160DBE-80A5-4E60-A6AB-B42C4B81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716" y="5554820"/>
            <a:ext cx="8279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2" name="text_4534">
            <a:extLst xmlns:a="http://schemas.openxmlformats.org/drawingml/2006/main">
              <a:ext uri="{FF2B5EF4-FFF2-40B4-BE49-F238E27FC236}">
                <a16:creationId xmlns:a16="http://schemas.microsoft.com/office/drawing/2014/main" id="{F4067B95-0379-4028-9733-8A15DEBD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55470" y="5554820"/>
            <a:ext cx="908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" name="text_4535">
            <a:extLst xmlns:a="http://schemas.openxmlformats.org/drawingml/2006/main">
              <a:ext uri="{FF2B5EF4-FFF2-40B4-BE49-F238E27FC236}">
                <a16:creationId xmlns:a16="http://schemas.microsoft.com/office/drawing/2014/main" id="{127650BA-A1B9-4740-B27E-D5538C57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7253" y="5554820"/>
            <a:ext cx="769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" name="text_4536">
            <a:extLst xmlns:a="http://schemas.openxmlformats.org/drawingml/2006/main">
              <a:ext uri="{FF2B5EF4-FFF2-40B4-BE49-F238E27FC236}">
                <a16:creationId xmlns:a16="http://schemas.microsoft.com/office/drawing/2014/main" id="{45CBD2F5-37A3-4A77-A3B8-7C559285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6261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text_4537">
            <a:extLst xmlns:a="http://schemas.openxmlformats.org/drawingml/2006/main">
              <a:ext uri="{FF2B5EF4-FFF2-40B4-BE49-F238E27FC236}">
                <a16:creationId xmlns:a16="http://schemas.microsoft.com/office/drawing/2014/main" id="{ABD58CD5-ED92-419C-BB03-2FFB110A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484" y="5602955"/>
            <a:ext cx="31391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text_4538">
            <a:extLst xmlns:a="http://schemas.openxmlformats.org/drawingml/2006/main">
              <a:ext uri="{FF2B5EF4-FFF2-40B4-BE49-F238E27FC236}">
                <a16:creationId xmlns:a16="http://schemas.microsoft.com/office/drawing/2014/main" id="{25358B79-6EED-4328-BC59-966083DC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74008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data_4539">
            <a:extLst xmlns:a="http://schemas.openxmlformats.org/drawingml/2006/main">
              <a:ext uri="{FF2B5EF4-FFF2-40B4-BE49-F238E27FC236}">
                <a16:creationId xmlns:a16="http://schemas.microsoft.com/office/drawing/2014/main" id="{E6FB6390-A721-4C80-B2C8-E7867D2F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28" name="data_4540">
            <a:extLst xmlns:a="http://schemas.openxmlformats.org/drawingml/2006/main">
              <a:ext uri="{FF2B5EF4-FFF2-40B4-BE49-F238E27FC236}">
                <a16:creationId xmlns:a16="http://schemas.microsoft.com/office/drawing/2014/main" id="{6FF1BEBB-BDEB-48AB-82A2-07D85719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420042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29" name="text_4541">
            <a:extLst xmlns:a="http://schemas.openxmlformats.org/drawingml/2006/main">
              <a:ext uri="{FF2B5EF4-FFF2-40B4-BE49-F238E27FC236}">
                <a16:creationId xmlns:a16="http://schemas.microsoft.com/office/drawing/2014/main" id="{0ECFE940-D474-47B5-94AF-F8501C6C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5362593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4542">
            <a:extLst xmlns:a="http://schemas.openxmlformats.org/drawingml/2006/main">
              <a:ext uri="{FF2B5EF4-FFF2-40B4-BE49-F238E27FC236}">
                <a16:creationId xmlns:a16="http://schemas.microsoft.com/office/drawing/2014/main" id="{1CED4D6F-B042-4076-AF12-1618B2D0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4606224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31" name="data_4543">
            <a:extLst xmlns:a="http://schemas.openxmlformats.org/drawingml/2006/main">
              <a:ext uri="{FF2B5EF4-FFF2-40B4-BE49-F238E27FC236}">
                <a16:creationId xmlns:a16="http://schemas.microsoft.com/office/drawing/2014/main" id="{C31FDC30-3671-4EB7-B2CE-3BB4458C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4606224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32" name="text_4544">
            <a:extLst xmlns:a="http://schemas.openxmlformats.org/drawingml/2006/main">
              <a:ext uri="{FF2B5EF4-FFF2-40B4-BE49-F238E27FC236}">
                <a16:creationId xmlns:a16="http://schemas.microsoft.com/office/drawing/2014/main" id="{1A3324B0-05F2-4CD3-AA09-C50B0081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4548775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4545">
            <a:extLst xmlns:a="http://schemas.openxmlformats.org/drawingml/2006/main">
              <a:ext uri="{FF2B5EF4-FFF2-40B4-BE49-F238E27FC236}">
                <a16:creationId xmlns:a16="http://schemas.microsoft.com/office/drawing/2014/main" id="{77E914C1-1559-4808-A392-29B16EF5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792406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34" name="data_4546">
            <a:extLst xmlns:a="http://schemas.openxmlformats.org/drawingml/2006/main">
              <a:ext uri="{FF2B5EF4-FFF2-40B4-BE49-F238E27FC236}">
                <a16:creationId xmlns:a16="http://schemas.microsoft.com/office/drawing/2014/main" id="{986CC8DE-9FA0-444B-BCFC-440EB2DB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379240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35" name="text_4547">
            <a:extLst xmlns:a="http://schemas.openxmlformats.org/drawingml/2006/main">
              <a:ext uri="{FF2B5EF4-FFF2-40B4-BE49-F238E27FC236}">
                <a16:creationId xmlns:a16="http://schemas.microsoft.com/office/drawing/2014/main" id="{A1921C10-F806-4352-BB00-1B49D3D6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3734956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4548">
            <a:extLst xmlns:a="http://schemas.openxmlformats.org/drawingml/2006/main">
              <a:ext uri="{FF2B5EF4-FFF2-40B4-BE49-F238E27FC236}">
                <a16:creationId xmlns:a16="http://schemas.microsoft.com/office/drawing/2014/main" id="{7933609E-1356-4C14-A973-61718197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650976" y="4473156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4549">
            <a:extLst xmlns:a="http://schemas.openxmlformats.org/drawingml/2006/main">
              <a:ext uri="{FF2B5EF4-FFF2-40B4-BE49-F238E27FC236}">
                <a16:creationId xmlns:a16="http://schemas.microsoft.com/office/drawing/2014/main" id="{65B2D825-25C9-4C18-91A4-4AA325B5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169" y="5214680"/>
            <a:ext cx="706664" cy="205363"/>
          </a:xfrm>
          <a:custGeom xmlns:a="http://schemas.openxmlformats.org/drawingml/2006/main">
            <a:pathLst>
              <a:path w="706664" h="205363">
                <a:moveTo>
                  <a:pt x="0" y="205363"/>
                </a:moveTo>
                <a:lnTo>
                  <a:pt x="706664" y="205363"/>
                </a:lnTo>
                <a:lnTo>
                  <a:pt x="706664" y="0"/>
                </a:lnTo>
                <a:lnTo>
                  <a:pt x="0" y="0"/>
                </a:lnTo>
                <a:lnTo>
                  <a:pt x="0" y="20536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4550">
            <a:extLst xmlns:a="http://schemas.openxmlformats.org/drawingml/2006/main">
              <a:ext uri="{FF2B5EF4-FFF2-40B4-BE49-F238E27FC236}">
                <a16:creationId xmlns:a16="http://schemas.microsoft.com/office/drawing/2014/main" id="{FB0B6BF0-963E-444D-9327-22913E17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8483" y="4692468"/>
            <a:ext cx="706664" cy="727574"/>
          </a:xfrm>
          <a:custGeom xmlns:a="http://schemas.openxmlformats.org/drawingml/2006/main">
            <a:pathLst>
              <a:path w="706664" h="727574">
                <a:moveTo>
                  <a:pt x="0" y="727574"/>
                </a:moveTo>
                <a:lnTo>
                  <a:pt x="706664" y="727574"/>
                </a:lnTo>
                <a:lnTo>
                  <a:pt x="706664" y="0"/>
                </a:lnTo>
                <a:lnTo>
                  <a:pt x="0" y="0"/>
                </a:lnTo>
                <a:lnTo>
                  <a:pt x="0" y="727574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4551">
            <a:extLst xmlns:a="http://schemas.openxmlformats.org/drawingml/2006/main">
              <a:ext uri="{FF2B5EF4-FFF2-40B4-BE49-F238E27FC236}">
                <a16:creationId xmlns:a16="http://schemas.microsoft.com/office/drawing/2014/main" id="{F615D555-63CC-4491-BB01-31870DAC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797" y="4512519"/>
            <a:ext cx="706664" cy="907523"/>
          </a:xfrm>
          <a:custGeom xmlns:a="http://schemas.openxmlformats.org/drawingml/2006/main">
            <a:pathLst>
              <a:path w="706664" h="907523">
                <a:moveTo>
                  <a:pt x="0" y="907523"/>
                </a:moveTo>
                <a:lnTo>
                  <a:pt x="706664" y="907523"/>
                </a:lnTo>
                <a:lnTo>
                  <a:pt x="706664" y="0"/>
                </a:lnTo>
                <a:lnTo>
                  <a:pt x="0" y="0"/>
                </a:lnTo>
                <a:lnTo>
                  <a:pt x="0" y="9075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4552">
            <a:extLst xmlns:a="http://schemas.openxmlformats.org/drawingml/2006/main">
              <a:ext uri="{FF2B5EF4-FFF2-40B4-BE49-F238E27FC236}">
                <a16:creationId xmlns:a16="http://schemas.microsoft.com/office/drawing/2014/main" id="{03DB5237-40CA-453C-B56D-9CE03A16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54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4553">
            <a:extLst xmlns:a="http://schemas.openxmlformats.org/drawingml/2006/main">
              <a:ext uri="{FF2B5EF4-FFF2-40B4-BE49-F238E27FC236}">
                <a16:creationId xmlns:a16="http://schemas.microsoft.com/office/drawing/2014/main" id="{C6236DF6-9C38-4F79-9B86-F3241DE3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06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4554">
            <a:extLst xmlns:a="http://schemas.openxmlformats.org/drawingml/2006/main">
              <a:ext uri="{FF2B5EF4-FFF2-40B4-BE49-F238E27FC236}">
                <a16:creationId xmlns:a16="http://schemas.microsoft.com/office/drawing/2014/main" id="{CC4C877F-6C6E-4A37-BF53-82E96DF6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25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4555">
            <a:extLst xmlns:a="http://schemas.openxmlformats.org/drawingml/2006/main">
              <a:ext uri="{FF2B5EF4-FFF2-40B4-BE49-F238E27FC236}">
                <a16:creationId xmlns:a16="http://schemas.microsoft.com/office/drawing/2014/main" id="{B9654EB9-39F0-40A2-9626-E442F126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294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4556">
            <a:extLst xmlns:a="http://schemas.openxmlformats.org/drawingml/2006/main">
              <a:ext uri="{FF2B5EF4-FFF2-40B4-BE49-F238E27FC236}">
                <a16:creationId xmlns:a16="http://schemas.microsoft.com/office/drawing/2014/main" id="{8638D33A-01F0-44A6-8694-A93F3804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4340" y="4802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4557">
            <a:extLst xmlns:a="http://schemas.openxmlformats.org/drawingml/2006/main">
              <a:ext uri="{FF2B5EF4-FFF2-40B4-BE49-F238E27FC236}">
                <a16:creationId xmlns:a16="http://schemas.microsoft.com/office/drawing/2014/main" id="{65125BD0-4580-4AB6-A5DA-F6552A9A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02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4558">
            <a:extLst xmlns:a="http://schemas.openxmlformats.org/drawingml/2006/main">
              <a:ext uri="{FF2B5EF4-FFF2-40B4-BE49-F238E27FC236}">
                <a16:creationId xmlns:a16="http://schemas.microsoft.com/office/drawing/2014/main" id="{7B761C23-B15C-43C1-8FD4-1DA0E4BB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003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4559">
            <a:extLst xmlns:a="http://schemas.openxmlformats.org/drawingml/2006/main">
              <a:ext uri="{FF2B5EF4-FFF2-40B4-BE49-F238E27FC236}">
                <a16:creationId xmlns:a16="http://schemas.microsoft.com/office/drawing/2014/main" id="{54D725BB-DDEC-4990-8774-016423AD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452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4560">
            <a:extLst xmlns:a="http://schemas.openxmlformats.org/drawingml/2006/main">
              <a:ext uri="{FF2B5EF4-FFF2-40B4-BE49-F238E27FC236}">
                <a16:creationId xmlns:a16="http://schemas.microsoft.com/office/drawing/2014/main" id="{BD233430-3D54-4AA2-B57A-4AE86831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28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4561">
            <a:extLst xmlns:a="http://schemas.openxmlformats.org/drawingml/2006/main">
              <a:ext uri="{FF2B5EF4-FFF2-40B4-BE49-F238E27FC236}">
                <a16:creationId xmlns:a16="http://schemas.microsoft.com/office/drawing/2014/main" id="{9395672E-5659-45E2-9FD6-83FF50B4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71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4562">
            <a:extLst xmlns:a="http://schemas.openxmlformats.org/drawingml/2006/main">
              <a:ext uri="{FF2B5EF4-FFF2-40B4-BE49-F238E27FC236}">
                <a16:creationId xmlns:a16="http://schemas.microsoft.com/office/drawing/2014/main" id="{850D6089-7C93-4431-AC7D-AA64F2A4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751" y="51011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4563">
            <a:extLst xmlns:a="http://schemas.openxmlformats.org/drawingml/2006/main">
              <a:ext uri="{FF2B5EF4-FFF2-40B4-BE49-F238E27FC236}">
                <a16:creationId xmlns:a16="http://schemas.microsoft.com/office/drawing/2014/main" id="{64DFD118-7A9B-443C-BEAC-90957A79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0170" y="47008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4564">
            <a:extLst xmlns:a="http://schemas.openxmlformats.org/drawingml/2006/main">
              <a:ext uri="{FF2B5EF4-FFF2-40B4-BE49-F238E27FC236}">
                <a16:creationId xmlns:a16="http://schemas.microsoft.com/office/drawing/2014/main" id="{3C7E3E14-C64F-406A-8F19-D9E7360B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325" y="41092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4565">
            <a:extLst xmlns:a="http://schemas.openxmlformats.org/drawingml/2006/main">
              <a:ext uri="{FF2B5EF4-FFF2-40B4-BE49-F238E27FC236}">
                <a16:creationId xmlns:a16="http://schemas.microsoft.com/office/drawing/2014/main" id="{9E46A498-1FFE-45CE-AF2C-5763C1DB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10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4566">
            <a:extLst xmlns:a="http://schemas.openxmlformats.org/drawingml/2006/main">
              <a:ext uri="{FF2B5EF4-FFF2-40B4-BE49-F238E27FC236}">
                <a16:creationId xmlns:a16="http://schemas.microsoft.com/office/drawing/2014/main" id="{A26B955D-B57B-4DE9-86EF-B3B1D2D9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20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4567">
            <a:extLst xmlns:a="http://schemas.openxmlformats.org/drawingml/2006/main">
              <a:ext uri="{FF2B5EF4-FFF2-40B4-BE49-F238E27FC236}">
                <a16:creationId xmlns:a16="http://schemas.microsoft.com/office/drawing/2014/main" id="{1DB98387-B1E8-4F1C-8AE4-665A9FF9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877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4568">
            <a:extLst xmlns:a="http://schemas.openxmlformats.org/drawingml/2006/main">
              <a:ext uri="{FF2B5EF4-FFF2-40B4-BE49-F238E27FC236}">
                <a16:creationId xmlns:a16="http://schemas.microsoft.com/office/drawing/2014/main" id="{11C4A2C7-A4C0-463D-BD16-5D3A6AB4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9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4569">
            <a:extLst xmlns:a="http://schemas.openxmlformats.org/drawingml/2006/main">
              <a:ext uri="{FF2B5EF4-FFF2-40B4-BE49-F238E27FC236}">
                <a16:creationId xmlns:a16="http://schemas.microsoft.com/office/drawing/2014/main" id="{E9B542E8-1A9C-446E-BAAD-23D6F922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408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4570">
            <a:extLst xmlns:a="http://schemas.openxmlformats.org/drawingml/2006/main">
              <a:ext uri="{FF2B5EF4-FFF2-40B4-BE49-F238E27FC236}">
                <a16:creationId xmlns:a16="http://schemas.microsoft.com/office/drawing/2014/main" id="{72222B98-EBBC-4F56-B9B7-8BA10877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860" y="51927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4571">
            <a:extLst xmlns:a="http://schemas.openxmlformats.org/drawingml/2006/main">
              <a:ext uri="{FF2B5EF4-FFF2-40B4-BE49-F238E27FC236}">
                <a16:creationId xmlns:a16="http://schemas.microsoft.com/office/drawing/2014/main" id="{F72F8C96-CF23-418F-BAE0-A7B4E099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7158" y="47802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4572">
            <a:extLst xmlns:a="http://schemas.openxmlformats.org/drawingml/2006/main">
              <a:ext uri="{FF2B5EF4-FFF2-40B4-BE49-F238E27FC236}">
                <a16:creationId xmlns:a16="http://schemas.microsoft.com/office/drawing/2014/main" id="{5BB31B21-FBE3-4FE5-9420-C1CDCED5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41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4573">
            <a:extLst xmlns:a="http://schemas.openxmlformats.org/drawingml/2006/main">
              <a:ext uri="{FF2B5EF4-FFF2-40B4-BE49-F238E27FC236}">
                <a16:creationId xmlns:a16="http://schemas.microsoft.com/office/drawing/2014/main" id="{FAEB9E52-F130-4DC4-B638-5C8E17FE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98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4574">
            <a:extLst xmlns:a="http://schemas.openxmlformats.org/drawingml/2006/main">
              <a:ext uri="{FF2B5EF4-FFF2-40B4-BE49-F238E27FC236}">
                <a16:creationId xmlns:a16="http://schemas.microsoft.com/office/drawing/2014/main" id="{3C56D0B9-5BF6-4AD4-B2FC-9AB36B73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158" y="50767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4575">
            <a:extLst xmlns:a="http://schemas.openxmlformats.org/drawingml/2006/main">
              <a:ext uri="{FF2B5EF4-FFF2-40B4-BE49-F238E27FC236}">
                <a16:creationId xmlns:a16="http://schemas.microsoft.com/office/drawing/2014/main" id="{56D2AE61-CBF6-4C8D-AA61-FCF2D7D1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5723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4576">
            <a:extLst xmlns:a="http://schemas.openxmlformats.org/drawingml/2006/main">
              <a:ext uri="{FF2B5EF4-FFF2-40B4-BE49-F238E27FC236}">
                <a16:creationId xmlns:a16="http://schemas.microsoft.com/office/drawing/2014/main" id="{E5538787-46F3-48DF-B931-70D486B3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50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4577">
            <a:extLst xmlns:a="http://schemas.openxmlformats.org/drawingml/2006/main">
              <a:ext uri="{FF2B5EF4-FFF2-40B4-BE49-F238E27FC236}">
                <a16:creationId xmlns:a16="http://schemas.microsoft.com/office/drawing/2014/main" id="{ADD399FD-6E4B-4E50-A03C-A0FD6431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67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4578">
            <a:extLst xmlns:a="http://schemas.openxmlformats.org/drawingml/2006/main">
              <a:ext uri="{FF2B5EF4-FFF2-40B4-BE49-F238E27FC236}">
                <a16:creationId xmlns:a16="http://schemas.microsoft.com/office/drawing/2014/main" id="{17C6D5E3-562F-474A-96D1-0BF6601F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725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4579">
            <a:extLst xmlns:a="http://schemas.openxmlformats.org/drawingml/2006/main">
              <a:ext uri="{FF2B5EF4-FFF2-40B4-BE49-F238E27FC236}">
                <a16:creationId xmlns:a16="http://schemas.microsoft.com/office/drawing/2014/main" id="{FB1F060A-0402-4EB7-99FC-DCA3EB85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45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4580">
            <a:extLst xmlns:a="http://schemas.openxmlformats.org/drawingml/2006/main">
              <a:ext uri="{FF2B5EF4-FFF2-40B4-BE49-F238E27FC236}">
                <a16:creationId xmlns:a16="http://schemas.microsoft.com/office/drawing/2014/main" id="{E052AA5A-DA5B-4CD5-A417-4E149D9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5039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4581">
            <a:extLst xmlns:a="http://schemas.openxmlformats.org/drawingml/2006/main">
              <a:ext uri="{FF2B5EF4-FFF2-40B4-BE49-F238E27FC236}">
                <a16:creationId xmlns:a16="http://schemas.microsoft.com/office/drawing/2014/main" id="{121BD68C-2B8B-49C8-973B-A53EDCE5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199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4582">
            <a:extLst xmlns:a="http://schemas.openxmlformats.org/drawingml/2006/main">
              <a:ext uri="{FF2B5EF4-FFF2-40B4-BE49-F238E27FC236}">
                <a16:creationId xmlns:a16="http://schemas.microsoft.com/office/drawing/2014/main" id="{FE24AC0E-AB6F-4752-9A26-E25856AF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42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4583">
            <a:extLst xmlns:a="http://schemas.openxmlformats.org/drawingml/2006/main">
              <a:ext uri="{FF2B5EF4-FFF2-40B4-BE49-F238E27FC236}">
                <a16:creationId xmlns:a16="http://schemas.microsoft.com/office/drawing/2014/main" id="{EE878802-DBF2-403E-A31F-ECD3D21E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5919" y="53292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4584">
            <a:extLst xmlns:a="http://schemas.openxmlformats.org/drawingml/2006/main">
              <a:ext uri="{FF2B5EF4-FFF2-40B4-BE49-F238E27FC236}">
                <a16:creationId xmlns:a16="http://schemas.microsoft.com/office/drawing/2014/main" id="{A5C0241B-D50E-454E-B18C-6ACC4E68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86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4585">
            <a:extLst xmlns:a="http://schemas.openxmlformats.org/drawingml/2006/main">
              <a:ext uri="{FF2B5EF4-FFF2-40B4-BE49-F238E27FC236}">
                <a16:creationId xmlns:a16="http://schemas.microsoft.com/office/drawing/2014/main" id="{04C9357E-09B3-45FB-9B9C-22B39347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26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4586">
            <a:extLst xmlns:a="http://schemas.openxmlformats.org/drawingml/2006/main">
              <a:ext uri="{FF2B5EF4-FFF2-40B4-BE49-F238E27FC236}">
                <a16:creationId xmlns:a16="http://schemas.microsoft.com/office/drawing/2014/main" id="{638BE9CD-61EC-4857-9500-AFC2EF08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48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4587">
            <a:extLst xmlns:a="http://schemas.openxmlformats.org/drawingml/2006/main">
              <a:ext uri="{FF2B5EF4-FFF2-40B4-BE49-F238E27FC236}">
                <a16:creationId xmlns:a16="http://schemas.microsoft.com/office/drawing/2014/main" id="{655A305D-414F-49AA-9A2D-1CC6036C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4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4588">
            <a:extLst xmlns:a="http://schemas.openxmlformats.org/drawingml/2006/main">
              <a:ext uri="{FF2B5EF4-FFF2-40B4-BE49-F238E27FC236}">
                <a16:creationId xmlns:a16="http://schemas.microsoft.com/office/drawing/2014/main" id="{DC870D70-A42E-4EA9-87AC-74D2733A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28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4589">
            <a:extLst xmlns:a="http://schemas.openxmlformats.org/drawingml/2006/main">
              <a:ext uri="{FF2B5EF4-FFF2-40B4-BE49-F238E27FC236}">
                <a16:creationId xmlns:a16="http://schemas.microsoft.com/office/drawing/2014/main" id="{732B9361-A2BA-4AF2-AC21-36D8546F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31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4590">
            <a:extLst xmlns:a="http://schemas.openxmlformats.org/drawingml/2006/main">
              <a:ext uri="{FF2B5EF4-FFF2-40B4-BE49-F238E27FC236}">
                <a16:creationId xmlns:a16="http://schemas.microsoft.com/office/drawing/2014/main" id="{B9114C1E-EE66-4428-A565-DB48D6C7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45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4591">
            <a:extLst xmlns:a="http://schemas.openxmlformats.org/drawingml/2006/main">
              <a:ext uri="{FF2B5EF4-FFF2-40B4-BE49-F238E27FC236}">
                <a16:creationId xmlns:a16="http://schemas.microsoft.com/office/drawing/2014/main" id="{04918F80-638A-4402-AB92-6E807A83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084" y="5334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4592">
            <a:extLst xmlns:a="http://schemas.openxmlformats.org/drawingml/2006/main">
              <a:ext uri="{FF2B5EF4-FFF2-40B4-BE49-F238E27FC236}">
                <a16:creationId xmlns:a16="http://schemas.microsoft.com/office/drawing/2014/main" id="{101A249C-3C95-408A-82A6-B7CF8ECC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66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4593">
            <a:extLst xmlns:a="http://schemas.openxmlformats.org/drawingml/2006/main">
              <a:ext uri="{FF2B5EF4-FFF2-40B4-BE49-F238E27FC236}">
                <a16:creationId xmlns:a16="http://schemas.microsoft.com/office/drawing/2014/main" id="{21BA9ECA-EDBB-42E3-87E4-5B68BB20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023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4594">
            <a:extLst xmlns:a="http://schemas.openxmlformats.org/drawingml/2006/main">
              <a:ext uri="{FF2B5EF4-FFF2-40B4-BE49-F238E27FC236}">
                <a16:creationId xmlns:a16="http://schemas.microsoft.com/office/drawing/2014/main" id="{2FB3FB1C-6EAD-403D-9B45-9946A198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52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4595">
            <a:extLst xmlns:a="http://schemas.openxmlformats.org/drawingml/2006/main">
              <a:ext uri="{FF2B5EF4-FFF2-40B4-BE49-F238E27FC236}">
                <a16:creationId xmlns:a16="http://schemas.microsoft.com/office/drawing/2014/main" id="{599BB2D8-D0C6-4054-B4B7-DB5BF268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18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4596">
            <a:extLst xmlns:a="http://schemas.openxmlformats.org/drawingml/2006/main">
              <a:ext uri="{FF2B5EF4-FFF2-40B4-BE49-F238E27FC236}">
                <a16:creationId xmlns:a16="http://schemas.microsoft.com/office/drawing/2014/main" id="{20D27BC4-0DE5-4D23-B88E-92425A5C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461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4597">
            <a:extLst xmlns:a="http://schemas.openxmlformats.org/drawingml/2006/main">
              <a:ext uri="{FF2B5EF4-FFF2-40B4-BE49-F238E27FC236}">
                <a16:creationId xmlns:a16="http://schemas.microsoft.com/office/drawing/2014/main" id="{78F7B1DB-F7CF-45AF-BD05-440072F3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63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4598">
            <a:extLst xmlns:a="http://schemas.openxmlformats.org/drawingml/2006/main">
              <a:ext uri="{FF2B5EF4-FFF2-40B4-BE49-F238E27FC236}">
                <a16:creationId xmlns:a16="http://schemas.microsoft.com/office/drawing/2014/main" id="{FCE09DE2-57AD-44DB-809D-AD11C6F2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453" y="50961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4599">
            <a:extLst xmlns:a="http://schemas.openxmlformats.org/drawingml/2006/main">
              <a:ext uri="{FF2B5EF4-FFF2-40B4-BE49-F238E27FC236}">
                <a16:creationId xmlns:a16="http://schemas.microsoft.com/office/drawing/2014/main" id="{0C1C4F1E-B05A-4F1B-BF14-3C1CFC5A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637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4600">
            <a:extLst xmlns:a="http://schemas.openxmlformats.org/drawingml/2006/main">
              <a:ext uri="{FF2B5EF4-FFF2-40B4-BE49-F238E27FC236}">
                <a16:creationId xmlns:a16="http://schemas.microsoft.com/office/drawing/2014/main" id="{1357E9D2-9D9A-40E7-A7DD-7B4B8C17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2016" y="53480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4601">
            <a:extLst xmlns:a="http://schemas.openxmlformats.org/drawingml/2006/main">
              <a:ext uri="{FF2B5EF4-FFF2-40B4-BE49-F238E27FC236}">
                <a16:creationId xmlns:a16="http://schemas.microsoft.com/office/drawing/2014/main" id="{D87476B5-3513-4652-A7C3-20E63E71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29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4602">
            <a:extLst xmlns:a="http://schemas.openxmlformats.org/drawingml/2006/main">
              <a:ext uri="{FF2B5EF4-FFF2-40B4-BE49-F238E27FC236}">
                <a16:creationId xmlns:a16="http://schemas.microsoft.com/office/drawing/2014/main" id="{D790F8C0-3468-46D0-965E-AD0727E2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5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4603">
            <a:extLst xmlns:a="http://schemas.openxmlformats.org/drawingml/2006/main">
              <a:ext uri="{FF2B5EF4-FFF2-40B4-BE49-F238E27FC236}">
                <a16:creationId xmlns:a16="http://schemas.microsoft.com/office/drawing/2014/main" id="{7BD9DE0D-1C27-496E-837F-3143C6CB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90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4604">
            <a:extLst xmlns:a="http://schemas.openxmlformats.org/drawingml/2006/main">
              <a:ext uri="{FF2B5EF4-FFF2-40B4-BE49-F238E27FC236}">
                <a16:creationId xmlns:a16="http://schemas.microsoft.com/office/drawing/2014/main" id="{AAED346C-9BCA-4FCE-B570-DFC773A3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45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4605">
            <a:extLst xmlns:a="http://schemas.openxmlformats.org/drawingml/2006/main">
              <a:ext uri="{FF2B5EF4-FFF2-40B4-BE49-F238E27FC236}">
                <a16:creationId xmlns:a16="http://schemas.microsoft.com/office/drawing/2014/main" id="{6DE0ECE7-0391-4F8E-8CD5-A702B3B1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322" y="50186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4606">
            <a:extLst xmlns:a="http://schemas.openxmlformats.org/drawingml/2006/main">
              <a:ext uri="{FF2B5EF4-FFF2-40B4-BE49-F238E27FC236}">
                <a16:creationId xmlns:a16="http://schemas.microsoft.com/office/drawing/2014/main" id="{73E398EA-271B-47AB-96F2-148641C3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30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4607">
            <a:extLst xmlns:a="http://schemas.openxmlformats.org/drawingml/2006/main">
              <a:ext uri="{FF2B5EF4-FFF2-40B4-BE49-F238E27FC236}">
                <a16:creationId xmlns:a16="http://schemas.microsoft.com/office/drawing/2014/main" id="{E37011B9-7A0E-4B81-A502-EE9DA0D9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307" y="53118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4608">
            <a:extLst xmlns:a="http://schemas.openxmlformats.org/drawingml/2006/main">
              <a:ext uri="{FF2B5EF4-FFF2-40B4-BE49-F238E27FC236}">
                <a16:creationId xmlns:a16="http://schemas.microsoft.com/office/drawing/2014/main" id="{CE42252A-A3AA-46F0-979D-C211046B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00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4609">
            <a:extLst xmlns:a="http://schemas.openxmlformats.org/drawingml/2006/main">
              <a:ext uri="{FF2B5EF4-FFF2-40B4-BE49-F238E27FC236}">
                <a16:creationId xmlns:a16="http://schemas.microsoft.com/office/drawing/2014/main" id="{95EB2959-1DBB-49E0-8644-E2C9E728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569" y="53514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4610">
            <a:extLst xmlns:a="http://schemas.openxmlformats.org/drawingml/2006/main">
              <a:ext uri="{FF2B5EF4-FFF2-40B4-BE49-F238E27FC236}">
                <a16:creationId xmlns:a16="http://schemas.microsoft.com/office/drawing/2014/main" id="{7A9A3117-10E3-4097-8312-0CA2A6ED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397" y="53709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4611">
            <a:extLst xmlns:a="http://schemas.openxmlformats.org/drawingml/2006/main">
              <a:ext uri="{FF2B5EF4-FFF2-40B4-BE49-F238E27FC236}">
                <a16:creationId xmlns:a16="http://schemas.microsoft.com/office/drawing/2014/main" id="{7D20B6D6-8211-4872-B3F9-F9E98315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09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4612">
            <a:extLst xmlns:a="http://schemas.openxmlformats.org/drawingml/2006/main">
              <a:ext uri="{FF2B5EF4-FFF2-40B4-BE49-F238E27FC236}">
                <a16:creationId xmlns:a16="http://schemas.microsoft.com/office/drawing/2014/main" id="{D38287DF-58C0-45EB-AAB7-051D61EB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107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4613">
            <a:extLst xmlns:a="http://schemas.openxmlformats.org/drawingml/2006/main">
              <a:ext uri="{FF2B5EF4-FFF2-40B4-BE49-F238E27FC236}">
                <a16:creationId xmlns:a16="http://schemas.microsoft.com/office/drawing/2014/main" id="{FB99D823-7EC7-4327-88D1-3D70B8B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9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4614">
            <a:extLst xmlns:a="http://schemas.openxmlformats.org/drawingml/2006/main">
              <a:ext uri="{FF2B5EF4-FFF2-40B4-BE49-F238E27FC236}">
                <a16:creationId xmlns:a16="http://schemas.microsoft.com/office/drawing/2014/main" id="{919E5804-6068-4970-BE36-BDE4FF5C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513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4615">
            <a:extLst xmlns:a="http://schemas.openxmlformats.org/drawingml/2006/main">
              <a:ext uri="{FF2B5EF4-FFF2-40B4-BE49-F238E27FC236}">
                <a16:creationId xmlns:a16="http://schemas.microsoft.com/office/drawing/2014/main" id="{3B23848B-751A-40E8-B9EB-5674DD4E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79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4616">
            <a:extLst xmlns:a="http://schemas.openxmlformats.org/drawingml/2006/main">
              <a:ext uri="{FF2B5EF4-FFF2-40B4-BE49-F238E27FC236}">
                <a16:creationId xmlns:a16="http://schemas.microsoft.com/office/drawing/2014/main" id="{FDD7D2CC-E202-4324-BF2D-9BFFC4C6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782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4617">
            <a:extLst xmlns:a="http://schemas.openxmlformats.org/drawingml/2006/main">
              <a:ext uri="{FF2B5EF4-FFF2-40B4-BE49-F238E27FC236}">
                <a16:creationId xmlns:a16="http://schemas.microsoft.com/office/drawing/2014/main" id="{EFAF5868-440B-4A80-B748-E9836515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17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4618">
            <a:extLst xmlns:a="http://schemas.openxmlformats.org/drawingml/2006/main">
              <a:ext uri="{FF2B5EF4-FFF2-40B4-BE49-F238E27FC236}">
                <a16:creationId xmlns:a16="http://schemas.microsoft.com/office/drawing/2014/main" id="{5E4FF23C-5EA2-4909-8727-9718284C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00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4619">
            <a:extLst xmlns:a="http://schemas.openxmlformats.org/drawingml/2006/main">
              <a:ext uri="{FF2B5EF4-FFF2-40B4-BE49-F238E27FC236}">
                <a16:creationId xmlns:a16="http://schemas.microsoft.com/office/drawing/2014/main" id="{220F4934-34FE-4BBD-9095-C1AFEDAD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76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4620">
            <a:extLst xmlns:a="http://schemas.openxmlformats.org/drawingml/2006/main">
              <a:ext uri="{FF2B5EF4-FFF2-40B4-BE49-F238E27FC236}">
                <a16:creationId xmlns:a16="http://schemas.microsoft.com/office/drawing/2014/main" id="{484778DB-8D67-4E76-8F0A-580C5767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772" y="52085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4621">
            <a:extLst xmlns:a="http://schemas.openxmlformats.org/drawingml/2006/main">
              <a:ext uri="{FF2B5EF4-FFF2-40B4-BE49-F238E27FC236}">
                <a16:creationId xmlns:a16="http://schemas.microsoft.com/office/drawing/2014/main" id="{5914FB9C-1CC3-4464-BDE3-BF03E90D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8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4622">
            <a:extLst xmlns:a="http://schemas.openxmlformats.org/drawingml/2006/main">
              <a:ext uri="{FF2B5EF4-FFF2-40B4-BE49-F238E27FC236}">
                <a16:creationId xmlns:a16="http://schemas.microsoft.com/office/drawing/2014/main" id="{284C6564-824C-4A77-8A38-1BEBF5FA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13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4623">
            <a:extLst xmlns:a="http://schemas.openxmlformats.org/drawingml/2006/main">
              <a:ext uri="{FF2B5EF4-FFF2-40B4-BE49-F238E27FC236}">
                <a16:creationId xmlns:a16="http://schemas.microsoft.com/office/drawing/2014/main" id="{306AB347-9110-46E1-8B18-E2CD1E79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654" y="534417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4624">
            <a:extLst xmlns:a="http://schemas.openxmlformats.org/drawingml/2006/main">
              <a:ext uri="{FF2B5EF4-FFF2-40B4-BE49-F238E27FC236}">
                <a16:creationId xmlns:a16="http://schemas.microsoft.com/office/drawing/2014/main" id="{E1DFE67E-34C7-4BED-9524-EDF290F1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059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4625">
            <a:extLst xmlns:a="http://schemas.openxmlformats.org/drawingml/2006/main">
              <a:ext uri="{FF2B5EF4-FFF2-40B4-BE49-F238E27FC236}">
                <a16:creationId xmlns:a16="http://schemas.microsoft.com/office/drawing/2014/main" id="{53785789-7727-47DC-A9C0-CBA02FE0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778" y="53570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4626">
            <a:extLst xmlns:a="http://schemas.openxmlformats.org/drawingml/2006/main">
              <a:ext uri="{FF2B5EF4-FFF2-40B4-BE49-F238E27FC236}">
                <a16:creationId xmlns:a16="http://schemas.microsoft.com/office/drawing/2014/main" id="{5A2AAD66-1908-4DCA-A02D-3691023A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3369" y="51852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4627">
            <a:extLst xmlns:a="http://schemas.openxmlformats.org/drawingml/2006/main">
              <a:ext uri="{FF2B5EF4-FFF2-40B4-BE49-F238E27FC236}">
                <a16:creationId xmlns:a16="http://schemas.microsoft.com/office/drawing/2014/main" id="{62C563B7-7DE6-4791-B6F5-ECA7A767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69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4628">
            <a:extLst xmlns:a="http://schemas.openxmlformats.org/drawingml/2006/main">
              <a:ext uri="{FF2B5EF4-FFF2-40B4-BE49-F238E27FC236}">
                <a16:creationId xmlns:a16="http://schemas.microsoft.com/office/drawing/2014/main" id="{C188C735-8D0F-4883-885E-54A6FDBE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231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4629">
            <a:extLst xmlns:a="http://schemas.openxmlformats.org/drawingml/2006/main">
              <a:ext uri="{FF2B5EF4-FFF2-40B4-BE49-F238E27FC236}">
                <a16:creationId xmlns:a16="http://schemas.microsoft.com/office/drawing/2014/main" id="{6CF874B1-51B4-429E-B70C-D1D2B9A7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171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4630">
            <a:extLst xmlns:a="http://schemas.openxmlformats.org/drawingml/2006/main">
              <a:ext uri="{FF2B5EF4-FFF2-40B4-BE49-F238E27FC236}">
                <a16:creationId xmlns:a16="http://schemas.microsoft.com/office/drawing/2014/main" id="{6A8A9579-FB7C-422A-B316-1252F333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935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4631">
            <a:extLst xmlns:a="http://schemas.openxmlformats.org/drawingml/2006/main">
              <a:ext uri="{FF2B5EF4-FFF2-40B4-BE49-F238E27FC236}">
                <a16:creationId xmlns:a16="http://schemas.microsoft.com/office/drawing/2014/main" id="{0E365EB0-2FDD-4ED1-AF3E-51D493F2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89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4632">
            <a:extLst xmlns:a="http://schemas.openxmlformats.org/drawingml/2006/main">
              <a:ext uri="{FF2B5EF4-FFF2-40B4-BE49-F238E27FC236}">
                <a16:creationId xmlns:a16="http://schemas.microsoft.com/office/drawing/2014/main" id="{23BACFFA-BA77-44F1-BFF3-7459A165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42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4633">
            <a:extLst xmlns:a="http://schemas.openxmlformats.org/drawingml/2006/main">
              <a:ext uri="{FF2B5EF4-FFF2-40B4-BE49-F238E27FC236}">
                <a16:creationId xmlns:a16="http://schemas.microsoft.com/office/drawing/2014/main" id="{624CFFFB-DBAD-4FEC-A3E2-8B1DF7A8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932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4634">
            <a:extLst xmlns:a="http://schemas.openxmlformats.org/drawingml/2006/main">
              <a:ext uri="{FF2B5EF4-FFF2-40B4-BE49-F238E27FC236}">
                <a16:creationId xmlns:a16="http://schemas.microsoft.com/office/drawing/2014/main" id="{2D1C871E-8884-4B02-9E28-385A0245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653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4635">
            <a:extLst xmlns:a="http://schemas.openxmlformats.org/drawingml/2006/main">
              <a:ext uri="{FF2B5EF4-FFF2-40B4-BE49-F238E27FC236}">
                <a16:creationId xmlns:a16="http://schemas.microsoft.com/office/drawing/2014/main" id="{6221D871-E656-4697-9FB7-4DC36C96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128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4636">
            <a:extLst xmlns:a="http://schemas.openxmlformats.org/drawingml/2006/main">
              <a:ext uri="{FF2B5EF4-FFF2-40B4-BE49-F238E27FC236}">
                <a16:creationId xmlns:a16="http://schemas.microsoft.com/office/drawing/2014/main" id="{8FE86D10-4D43-4465-BC4D-A49A7F24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23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4637">
            <a:extLst xmlns:a="http://schemas.openxmlformats.org/drawingml/2006/main">
              <a:ext uri="{FF2B5EF4-FFF2-40B4-BE49-F238E27FC236}">
                <a16:creationId xmlns:a16="http://schemas.microsoft.com/office/drawing/2014/main" id="{981A1F90-BA65-474F-9130-283088E1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181" y="53926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4638">
            <a:extLst xmlns:a="http://schemas.openxmlformats.org/drawingml/2006/main">
              <a:ext uri="{FF2B5EF4-FFF2-40B4-BE49-F238E27FC236}">
                <a16:creationId xmlns:a16="http://schemas.microsoft.com/office/drawing/2014/main" id="{0D6601FF-F433-4EBC-8150-0A3D803A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653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4639">
            <a:extLst xmlns:a="http://schemas.openxmlformats.org/drawingml/2006/main">
              <a:ext uri="{FF2B5EF4-FFF2-40B4-BE49-F238E27FC236}">
                <a16:creationId xmlns:a16="http://schemas.microsoft.com/office/drawing/2014/main" id="{C2107E53-CB6C-460E-A72F-3EACD51A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375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4640">
            <a:extLst xmlns:a="http://schemas.openxmlformats.org/drawingml/2006/main">
              <a:ext uri="{FF2B5EF4-FFF2-40B4-BE49-F238E27FC236}">
                <a16:creationId xmlns:a16="http://schemas.microsoft.com/office/drawing/2014/main" id="{7B273A9D-96AB-492A-BEED-DF5EE52B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63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4641">
            <a:extLst xmlns:a="http://schemas.openxmlformats.org/drawingml/2006/main">
              <a:ext uri="{FF2B5EF4-FFF2-40B4-BE49-F238E27FC236}">
                <a16:creationId xmlns:a16="http://schemas.microsoft.com/office/drawing/2014/main" id="{308CF086-249D-4802-90E5-F92A5D42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5677" y="44089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4642">
            <a:extLst xmlns:a="http://schemas.openxmlformats.org/drawingml/2006/main">
              <a:ext uri="{FF2B5EF4-FFF2-40B4-BE49-F238E27FC236}">
                <a16:creationId xmlns:a16="http://schemas.microsoft.com/office/drawing/2014/main" id="{FE0368AD-8FD8-451F-8E15-8F78FD89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08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4643">
            <a:extLst xmlns:a="http://schemas.openxmlformats.org/drawingml/2006/main">
              <a:ext uri="{FF2B5EF4-FFF2-40B4-BE49-F238E27FC236}">
                <a16:creationId xmlns:a16="http://schemas.microsoft.com/office/drawing/2014/main" id="{72F3F48D-013E-4956-923D-CF8AAF8C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5577" y="54013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4644">
            <a:extLst xmlns:a="http://schemas.openxmlformats.org/drawingml/2006/main">
              <a:ext uri="{FF2B5EF4-FFF2-40B4-BE49-F238E27FC236}">
                <a16:creationId xmlns:a16="http://schemas.microsoft.com/office/drawing/2014/main" id="{ECA7B365-A4B5-4493-A1D9-4980B7EC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288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4645">
            <a:extLst xmlns:a="http://schemas.openxmlformats.org/drawingml/2006/main">
              <a:ext uri="{FF2B5EF4-FFF2-40B4-BE49-F238E27FC236}">
                <a16:creationId xmlns:a16="http://schemas.microsoft.com/office/drawing/2014/main" id="{39CAF88B-E06B-4F7D-A358-B62F2A6B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3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4646">
            <a:extLst xmlns:a="http://schemas.openxmlformats.org/drawingml/2006/main">
              <a:ext uri="{FF2B5EF4-FFF2-40B4-BE49-F238E27FC236}">
                <a16:creationId xmlns:a16="http://schemas.microsoft.com/office/drawing/2014/main" id="{209FB5A2-9E54-4C31-A5E4-1718944C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313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4647">
            <a:extLst xmlns:a="http://schemas.openxmlformats.org/drawingml/2006/main">
              <a:ext uri="{FF2B5EF4-FFF2-40B4-BE49-F238E27FC236}">
                <a16:creationId xmlns:a16="http://schemas.microsoft.com/office/drawing/2014/main" id="{F33BDBF8-EFE2-4532-8B5A-6D9819F2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027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4648">
            <a:extLst xmlns:a="http://schemas.openxmlformats.org/drawingml/2006/main">
              <a:ext uri="{FF2B5EF4-FFF2-40B4-BE49-F238E27FC236}">
                <a16:creationId xmlns:a16="http://schemas.microsoft.com/office/drawing/2014/main" id="{609E1BA7-E399-4C46-B92E-1F5BA1C1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8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4649">
            <a:extLst xmlns:a="http://schemas.openxmlformats.org/drawingml/2006/main">
              <a:ext uri="{FF2B5EF4-FFF2-40B4-BE49-F238E27FC236}">
                <a16:creationId xmlns:a16="http://schemas.microsoft.com/office/drawing/2014/main" id="{A3BA508B-4C6F-4245-A7D2-54E9A0BC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921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4650">
            <a:extLst xmlns:a="http://schemas.openxmlformats.org/drawingml/2006/main">
              <a:ext uri="{FF2B5EF4-FFF2-40B4-BE49-F238E27FC236}">
                <a16:creationId xmlns:a16="http://schemas.microsoft.com/office/drawing/2014/main" id="{B4DD659B-E761-4D11-80D7-B89FADD3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072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4651">
            <a:extLst xmlns:a="http://schemas.openxmlformats.org/drawingml/2006/main">
              <a:ext uri="{FF2B5EF4-FFF2-40B4-BE49-F238E27FC236}">
                <a16:creationId xmlns:a16="http://schemas.microsoft.com/office/drawing/2014/main" id="{346DE86F-921E-43B9-BCE0-A7FABBBB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656" y="53858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4652">
            <a:extLst xmlns:a="http://schemas.openxmlformats.org/drawingml/2006/main">
              <a:ext uri="{FF2B5EF4-FFF2-40B4-BE49-F238E27FC236}">
                <a16:creationId xmlns:a16="http://schemas.microsoft.com/office/drawing/2014/main" id="{3B4D1999-8B82-4359-8AFD-617CDEBF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8773" y="46095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4653">
            <a:extLst xmlns:a="http://schemas.openxmlformats.org/drawingml/2006/main">
              <a:ext uri="{FF2B5EF4-FFF2-40B4-BE49-F238E27FC236}">
                <a16:creationId xmlns:a16="http://schemas.microsoft.com/office/drawing/2014/main" id="{8BE32B13-40B3-4C4A-BE22-E6F77691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09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4654">
            <a:extLst xmlns:a="http://schemas.openxmlformats.org/drawingml/2006/main">
              <a:ext uri="{FF2B5EF4-FFF2-40B4-BE49-F238E27FC236}">
                <a16:creationId xmlns:a16="http://schemas.microsoft.com/office/drawing/2014/main" id="{85646ED2-5A0A-4B1D-A4A9-19D538DE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20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4655">
            <a:extLst xmlns:a="http://schemas.openxmlformats.org/drawingml/2006/main">
              <a:ext uri="{FF2B5EF4-FFF2-40B4-BE49-F238E27FC236}">
                <a16:creationId xmlns:a16="http://schemas.microsoft.com/office/drawing/2014/main" id="{2EA62419-BABA-4A58-B61B-AB6B1A31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44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4656">
            <a:extLst xmlns:a="http://schemas.openxmlformats.org/drawingml/2006/main">
              <a:ext uri="{FF2B5EF4-FFF2-40B4-BE49-F238E27FC236}">
                <a16:creationId xmlns:a16="http://schemas.microsoft.com/office/drawing/2014/main" id="{B6821085-A42D-4BDD-AEA9-3AC4E3B0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008" y="5267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4657">
            <a:extLst xmlns:a="http://schemas.openxmlformats.org/drawingml/2006/main">
              <a:ext uri="{FF2B5EF4-FFF2-40B4-BE49-F238E27FC236}">
                <a16:creationId xmlns:a16="http://schemas.microsoft.com/office/drawing/2014/main" id="{481ED817-1EDD-48AE-A3CE-E0A16CFD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993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4658">
            <a:extLst xmlns:a="http://schemas.openxmlformats.org/drawingml/2006/main">
              <a:ext uri="{FF2B5EF4-FFF2-40B4-BE49-F238E27FC236}">
                <a16:creationId xmlns:a16="http://schemas.microsoft.com/office/drawing/2014/main" id="{71B5CEF5-2A86-4D57-8490-F2F833A6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360" y="4912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4659">
            <a:extLst xmlns:a="http://schemas.openxmlformats.org/drawingml/2006/main">
              <a:ext uri="{FF2B5EF4-FFF2-40B4-BE49-F238E27FC236}">
                <a16:creationId xmlns:a16="http://schemas.microsoft.com/office/drawing/2014/main" id="{5DD4BAF4-B17B-435D-9C5B-FAF6AA92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297" y="4832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4660">
            <a:extLst xmlns:a="http://schemas.openxmlformats.org/drawingml/2006/main">
              <a:ext uri="{FF2B5EF4-FFF2-40B4-BE49-F238E27FC236}">
                <a16:creationId xmlns:a16="http://schemas.microsoft.com/office/drawing/2014/main" id="{F1E83A84-0A85-4E90-9073-6339BE84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87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4661">
            <a:extLst xmlns:a="http://schemas.openxmlformats.org/drawingml/2006/main">
              <a:ext uri="{FF2B5EF4-FFF2-40B4-BE49-F238E27FC236}">
                <a16:creationId xmlns:a16="http://schemas.microsoft.com/office/drawing/2014/main" id="{55CE1360-6312-4A37-840A-99E8268A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99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4662">
            <a:extLst xmlns:a="http://schemas.openxmlformats.org/drawingml/2006/main">
              <a:ext uri="{FF2B5EF4-FFF2-40B4-BE49-F238E27FC236}">
                <a16:creationId xmlns:a16="http://schemas.microsoft.com/office/drawing/2014/main" id="{AFEF9494-CF9E-47F3-88BD-6B57342D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591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4663">
            <a:extLst xmlns:a="http://schemas.openxmlformats.org/drawingml/2006/main">
              <a:ext uri="{FF2B5EF4-FFF2-40B4-BE49-F238E27FC236}">
                <a16:creationId xmlns:a16="http://schemas.microsoft.com/office/drawing/2014/main" id="{6538575F-2466-4DBD-BDA5-2AB25614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89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4664">
            <a:extLst xmlns:a="http://schemas.openxmlformats.org/drawingml/2006/main">
              <a:ext uri="{FF2B5EF4-FFF2-40B4-BE49-F238E27FC236}">
                <a16:creationId xmlns:a16="http://schemas.microsoft.com/office/drawing/2014/main" id="{0FC76024-BFB9-43F0-B12F-5F46B46E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702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4665">
            <a:extLst xmlns:a="http://schemas.openxmlformats.org/drawingml/2006/main">
              <a:ext uri="{FF2B5EF4-FFF2-40B4-BE49-F238E27FC236}">
                <a16:creationId xmlns:a16="http://schemas.microsoft.com/office/drawing/2014/main" id="{78583F4B-438B-49CC-AB62-82633575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803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4666">
            <a:extLst xmlns:a="http://schemas.openxmlformats.org/drawingml/2006/main">
              <a:ext uri="{FF2B5EF4-FFF2-40B4-BE49-F238E27FC236}">
                <a16:creationId xmlns:a16="http://schemas.microsoft.com/office/drawing/2014/main" id="{6E6870BC-0046-42C7-AA7D-3DC7C85E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8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4667">
            <a:extLst xmlns:a="http://schemas.openxmlformats.org/drawingml/2006/main">
              <a:ext uri="{FF2B5EF4-FFF2-40B4-BE49-F238E27FC236}">
                <a16:creationId xmlns:a16="http://schemas.microsoft.com/office/drawing/2014/main" id="{02C0037C-47BE-4407-BB1F-99EC7D26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44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4668">
            <a:extLst xmlns:a="http://schemas.openxmlformats.org/drawingml/2006/main">
              <a:ext uri="{FF2B5EF4-FFF2-40B4-BE49-F238E27FC236}">
                <a16:creationId xmlns:a16="http://schemas.microsoft.com/office/drawing/2014/main" id="{2875B024-50B6-4BD5-880C-4ADBCE57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7153" y="53838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4669">
            <a:extLst xmlns:a="http://schemas.openxmlformats.org/drawingml/2006/main">
              <a:ext uri="{FF2B5EF4-FFF2-40B4-BE49-F238E27FC236}">
                <a16:creationId xmlns:a16="http://schemas.microsoft.com/office/drawing/2014/main" id="{3A26390B-1B4C-468C-A2DF-15CD9586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71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4670">
            <a:extLst xmlns:a="http://schemas.openxmlformats.org/drawingml/2006/main">
              <a:ext uri="{FF2B5EF4-FFF2-40B4-BE49-F238E27FC236}">
                <a16:creationId xmlns:a16="http://schemas.microsoft.com/office/drawing/2014/main" id="{EDA7C8D8-0B9C-4121-9E34-1280103E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95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4671">
            <a:extLst xmlns:a="http://schemas.openxmlformats.org/drawingml/2006/main">
              <a:ext uri="{FF2B5EF4-FFF2-40B4-BE49-F238E27FC236}">
                <a16:creationId xmlns:a16="http://schemas.microsoft.com/office/drawing/2014/main" id="{783D9D9A-66A9-4089-8A82-8839E845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44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4672">
            <a:extLst xmlns:a="http://schemas.openxmlformats.org/drawingml/2006/main">
              <a:ext uri="{FF2B5EF4-FFF2-40B4-BE49-F238E27FC236}">
                <a16:creationId xmlns:a16="http://schemas.microsoft.com/office/drawing/2014/main" id="{47D43F76-61BA-4E13-8541-6D86E87F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60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4673">
            <a:extLst xmlns:a="http://schemas.openxmlformats.org/drawingml/2006/main">
              <a:ext uri="{FF2B5EF4-FFF2-40B4-BE49-F238E27FC236}">
                <a16:creationId xmlns:a16="http://schemas.microsoft.com/office/drawing/2014/main" id="{5D544B3F-B03C-4EF5-903E-577A049C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14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4674">
            <a:extLst xmlns:a="http://schemas.openxmlformats.org/drawingml/2006/main">
              <a:ext uri="{FF2B5EF4-FFF2-40B4-BE49-F238E27FC236}">
                <a16:creationId xmlns:a16="http://schemas.microsoft.com/office/drawing/2014/main" id="{71FF09BD-1E16-4BC0-BE51-C032A38F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32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4675">
            <a:extLst xmlns:a="http://schemas.openxmlformats.org/drawingml/2006/main">
              <a:ext uri="{FF2B5EF4-FFF2-40B4-BE49-F238E27FC236}">
                <a16:creationId xmlns:a16="http://schemas.microsoft.com/office/drawing/2014/main" id="{959714B6-AF3B-447D-9DAB-28FE4514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4367" y="51946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4676">
            <a:extLst xmlns:a="http://schemas.openxmlformats.org/drawingml/2006/main">
              <a:ext uri="{FF2B5EF4-FFF2-40B4-BE49-F238E27FC236}">
                <a16:creationId xmlns:a16="http://schemas.microsoft.com/office/drawing/2014/main" id="{6219AE4A-9F4F-47EE-AFA6-B2DBEB7E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44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4677">
            <a:extLst xmlns:a="http://schemas.openxmlformats.org/drawingml/2006/main">
              <a:ext uri="{FF2B5EF4-FFF2-40B4-BE49-F238E27FC236}">
                <a16:creationId xmlns:a16="http://schemas.microsoft.com/office/drawing/2014/main" id="{97131F0E-9E1E-45A2-B2C3-BD2FE480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5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4678">
            <a:extLst xmlns:a="http://schemas.openxmlformats.org/drawingml/2006/main">
              <a:ext uri="{FF2B5EF4-FFF2-40B4-BE49-F238E27FC236}">
                <a16:creationId xmlns:a16="http://schemas.microsoft.com/office/drawing/2014/main" id="{09645A5E-1B8E-4612-AF06-CEFC6A43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42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4679">
            <a:extLst xmlns:a="http://schemas.openxmlformats.org/drawingml/2006/main">
              <a:ext uri="{FF2B5EF4-FFF2-40B4-BE49-F238E27FC236}">
                <a16:creationId xmlns:a16="http://schemas.microsoft.com/office/drawing/2014/main" id="{84E17841-6E8E-4081-A1E6-822AF691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3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4680">
            <a:extLst xmlns:a="http://schemas.openxmlformats.org/drawingml/2006/main">
              <a:ext uri="{FF2B5EF4-FFF2-40B4-BE49-F238E27FC236}">
                <a16:creationId xmlns:a16="http://schemas.microsoft.com/office/drawing/2014/main" id="{66EF566B-C4EB-41F2-BC24-F807FDC2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1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4681">
            <a:extLst xmlns:a="http://schemas.openxmlformats.org/drawingml/2006/main">
              <a:ext uri="{FF2B5EF4-FFF2-40B4-BE49-F238E27FC236}">
                <a16:creationId xmlns:a16="http://schemas.microsoft.com/office/drawing/2014/main" id="{BE73F9D6-7D9B-4E9D-83EF-2A23088C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4043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4682">
            <a:extLst xmlns:a="http://schemas.openxmlformats.org/drawingml/2006/main">
              <a:ext uri="{FF2B5EF4-FFF2-40B4-BE49-F238E27FC236}">
                <a16:creationId xmlns:a16="http://schemas.microsoft.com/office/drawing/2014/main" id="{52AB748B-9E97-4419-84E0-3031FD9A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54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4683">
            <a:extLst xmlns:a="http://schemas.openxmlformats.org/drawingml/2006/main">
              <a:ext uri="{FF2B5EF4-FFF2-40B4-BE49-F238E27FC236}">
                <a16:creationId xmlns:a16="http://schemas.microsoft.com/office/drawing/2014/main" id="{1F2BF916-1435-4BF0-85D8-369267CE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16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4684">
            <a:extLst xmlns:a="http://schemas.openxmlformats.org/drawingml/2006/main">
              <a:ext uri="{FF2B5EF4-FFF2-40B4-BE49-F238E27FC236}">
                <a16:creationId xmlns:a16="http://schemas.microsoft.com/office/drawing/2014/main" id="{87418745-C266-4928-8E48-51D34E14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688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4685">
            <a:extLst xmlns:a="http://schemas.openxmlformats.org/drawingml/2006/main">
              <a:ext uri="{FF2B5EF4-FFF2-40B4-BE49-F238E27FC236}">
                <a16:creationId xmlns:a16="http://schemas.microsoft.com/office/drawing/2014/main" id="{90E29DA4-09DF-4BA9-9C1D-8B13AA55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1264" y="48239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4686">
            <a:extLst xmlns:a="http://schemas.openxmlformats.org/drawingml/2006/main">
              <a:ext uri="{FF2B5EF4-FFF2-40B4-BE49-F238E27FC236}">
                <a16:creationId xmlns:a16="http://schemas.microsoft.com/office/drawing/2014/main" id="{880A5B24-B4C8-4A96-A4E9-67482C0B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658" y="5063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4687">
            <a:extLst xmlns:a="http://schemas.openxmlformats.org/drawingml/2006/main">
              <a:ext uri="{FF2B5EF4-FFF2-40B4-BE49-F238E27FC236}">
                <a16:creationId xmlns:a16="http://schemas.microsoft.com/office/drawing/2014/main" id="{EDDA126E-6F83-4E52-8D0A-E4133B4E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76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4688">
            <a:extLst xmlns:a="http://schemas.openxmlformats.org/drawingml/2006/main">
              <a:ext uri="{FF2B5EF4-FFF2-40B4-BE49-F238E27FC236}">
                <a16:creationId xmlns:a16="http://schemas.microsoft.com/office/drawing/2014/main" id="{E834B3D7-B210-4468-B0CF-05B53EBE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33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4689">
            <a:extLst xmlns:a="http://schemas.openxmlformats.org/drawingml/2006/main">
              <a:ext uri="{FF2B5EF4-FFF2-40B4-BE49-F238E27FC236}">
                <a16:creationId xmlns:a16="http://schemas.microsoft.com/office/drawing/2014/main" id="{B4BC5706-B16D-4B44-9EE6-EBC8C7C9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719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4690">
            <a:extLst xmlns:a="http://schemas.openxmlformats.org/drawingml/2006/main">
              <a:ext uri="{FF2B5EF4-FFF2-40B4-BE49-F238E27FC236}">
                <a16:creationId xmlns:a16="http://schemas.microsoft.com/office/drawing/2014/main" id="{90923662-1088-485E-8899-F3B99937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391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4691">
            <a:extLst xmlns:a="http://schemas.openxmlformats.org/drawingml/2006/main">
              <a:ext uri="{FF2B5EF4-FFF2-40B4-BE49-F238E27FC236}">
                <a16:creationId xmlns:a16="http://schemas.microsoft.com/office/drawing/2014/main" id="{0D3F47AF-F94B-4D65-A657-31D989F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0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4692">
            <a:extLst xmlns:a="http://schemas.openxmlformats.org/drawingml/2006/main">
              <a:ext uri="{FF2B5EF4-FFF2-40B4-BE49-F238E27FC236}">
                <a16:creationId xmlns:a16="http://schemas.microsoft.com/office/drawing/2014/main" id="{4272FB72-73D1-4D70-B7D2-FDEC4C57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93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4693">
            <a:extLst xmlns:a="http://schemas.openxmlformats.org/drawingml/2006/main">
              <a:ext uri="{FF2B5EF4-FFF2-40B4-BE49-F238E27FC236}">
                <a16:creationId xmlns:a16="http://schemas.microsoft.com/office/drawing/2014/main" id="{FE397D0F-C0FD-45E6-B106-D773009A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705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4694">
            <a:extLst xmlns:a="http://schemas.openxmlformats.org/drawingml/2006/main">
              <a:ext uri="{FF2B5EF4-FFF2-40B4-BE49-F238E27FC236}">
                <a16:creationId xmlns:a16="http://schemas.microsoft.com/office/drawing/2014/main" id="{6E3DD958-C2F3-46C0-932B-0F04E160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86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4695">
            <a:extLst xmlns:a="http://schemas.openxmlformats.org/drawingml/2006/main">
              <a:ext uri="{FF2B5EF4-FFF2-40B4-BE49-F238E27FC236}">
                <a16:creationId xmlns:a16="http://schemas.microsoft.com/office/drawing/2014/main" id="{6EF7ADB9-317C-439B-8453-4E101ADE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0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4696">
            <a:extLst xmlns:a="http://schemas.openxmlformats.org/drawingml/2006/main">
              <a:ext uri="{FF2B5EF4-FFF2-40B4-BE49-F238E27FC236}">
                <a16:creationId xmlns:a16="http://schemas.microsoft.com/office/drawing/2014/main" id="{8858420D-6B5F-4F09-B7AA-8565494E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740" y="52883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4697">
            <a:extLst xmlns:a="http://schemas.openxmlformats.org/drawingml/2006/main">
              <a:ext uri="{FF2B5EF4-FFF2-40B4-BE49-F238E27FC236}">
                <a16:creationId xmlns:a16="http://schemas.microsoft.com/office/drawing/2014/main" id="{EAA5A18A-E679-4C66-AFDC-802BD242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33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4698">
            <a:extLst xmlns:a="http://schemas.openxmlformats.org/drawingml/2006/main">
              <a:ext uri="{FF2B5EF4-FFF2-40B4-BE49-F238E27FC236}">
                <a16:creationId xmlns:a16="http://schemas.microsoft.com/office/drawing/2014/main" id="{657774E4-4AF4-4CF1-AD15-6DBF35AE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1469" y="5288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4699">
            <a:extLst xmlns:a="http://schemas.openxmlformats.org/drawingml/2006/main">
              <a:ext uri="{FF2B5EF4-FFF2-40B4-BE49-F238E27FC236}">
                <a16:creationId xmlns:a16="http://schemas.microsoft.com/office/drawing/2014/main" id="{665F23D8-505E-47B3-B136-15EB13E7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65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4700">
            <a:extLst xmlns:a="http://schemas.openxmlformats.org/drawingml/2006/main">
              <a:ext uri="{FF2B5EF4-FFF2-40B4-BE49-F238E27FC236}">
                <a16:creationId xmlns:a16="http://schemas.microsoft.com/office/drawing/2014/main" id="{08C19EFE-D839-4976-BB34-7F843B15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89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4701">
            <a:extLst xmlns:a="http://schemas.openxmlformats.org/drawingml/2006/main">
              <a:ext uri="{FF2B5EF4-FFF2-40B4-BE49-F238E27FC236}">
                <a16:creationId xmlns:a16="http://schemas.microsoft.com/office/drawing/2014/main" id="{13249438-F18B-4EBF-B386-5CC41746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32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4702">
            <a:extLst xmlns:a="http://schemas.openxmlformats.org/drawingml/2006/main">
              <a:ext uri="{FF2B5EF4-FFF2-40B4-BE49-F238E27FC236}">
                <a16:creationId xmlns:a16="http://schemas.microsoft.com/office/drawing/2014/main" id="{F2B2102F-EB0B-44C0-8682-AB796108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372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4703">
            <a:extLst xmlns:a="http://schemas.openxmlformats.org/drawingml/2006/main">
              <a:ext uri="{FF2B5EF4-FFF2-40B4-BE49-F238E27FC236}">
                <a16:creationId xmlns:a16="http://schemas.microsoft.com/office/drawing/2014/main" id="{3C0F397B-9381-4AE9-816B-0193B877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70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4704">
            <a:extLst xmlns:a="http://schemas.openxmlformats.org/drawingml/2006/main">
              <a:ext uri="{FF2B5EF4-FFF2-40B4-BE49-F238E27FC236}">
                <a16:creationId xmlns:a16="http://schemas.microsoft.com/office/drawing/2014/main" id="{D9CEF0F1-10C5-432A-BA06-57D4922C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575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4705">
            <a:extLst xmlns:a="http://schemas.openxmlformats.org/drawingml/2006/main">
              <a:ext uri="{FF2B5EF4-FFF2-40B4-BE49-F238E27FC236}">
                <a16:creationId xmlns:a16="http://schemas.microsoft.com/office/drawing/2014/main" id="{D051A394-F8C6-4A36-920E-CE3730C5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0866" y="53732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4706">
            <a:extLst xmlns:a="http://schemas.openxmlformats.org/drawingml/2006/main">
              <a:ext uri="{FF2B5EF4-FFF2-40B4-BE49-F238E27FC236}">
                <a16:creationId xmlns:a16="http://schemas.microsoft.com/office/drawing/2014/main" id="{2347BA1B-A585-4F42-A9FB-B16381BB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028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4707">
            <a:extLst xmlns:a="http://schemas.openxmlformats.org/drawingml/2006/main">
              <a:ext uri="{FF2B5EF4-FFF2-40B4-BE49-F238E27FC236}">
                <a16:creationId xmlns:a16="http://schemas.microsoft.com/office/drawing/2014/main" id="{0CC68A66-477B-46F5-AA12-8F19F8B6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891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4708">
            <a:extLst xmlns:a="http://schemas.openxmlformats.org/drawingml/2006/main">
              <a:ext uri="{FF2B5EF4-FFF2-40B4-BE49-F238E27FC236}">
                <a16:creationId xmlns:a16="http://schemas.microsoft.com/office/drawing/2014/main" id="{CF968E60-41C3-45DE-85C0-EF5AC749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7967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4709">
            <a:extLst xmlns:a="http://schemas.openxmlformats.org/drawingml/2006/main">
              <a:ext uri="{FF2B5EF4-FFF2-40B4-BE49-F238E27FC236}">
                <a16:creationId xmlns:a16="http://schemas.microsoft.com/office/drawing/2014/main" id="{958CA3E7-D1DC-4359-B1C6-C79C99F6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269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4710">
            <a:extLst xmlns:a="http://schemas.openxmlformats.org/drawingml/2006/main">
              <a:ext uri="{FF2B5EF4-FFF2-40B4-BE49-F238E27FC236}">
                <a16:creationId xmlns:a16="http://schemas.microsoft.com/office/drawing/2014/main" id="{5040E425-9A5E-4CA1-AB62-D7CCA9E4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448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4711">
            <a:extLst xmlns:a="http://schemas.openxmlformats.org/drawingml/2006/main">
              <a:ext uri="{FF2B5EF4-FFF2-40B4-BE49-F238E27FC236}">
                <a16:creationId xmlns:a16="http://schemas.microsoft.com/office/drawing/2014/main" id="{E6A32DDB-9FDF-4429-92D5-B2584DE3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261" y="48222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4712">
            <a:extLst xmlns:a="http://schemas.openxmlformats.org/drawingml/2006/main">
              <a:ext uri="{FF2B5EF4-FFF2-40B4-BE49-F238E27FC236}">
                <a16:creationId xmlns:a16="http://schemas.microsoft.com/office/drawing/2014/main" id="{3D166404-8748-4FD1-BDF8-54128FDB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369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4713">
            <a:extLst xmlns:a="http://schemas.openxmlformats.org/drawingml/2006/main">
              <a:ext uri="{FF2B5EF4-FFF2-40B4-BE49-F238E27FC236}">
                <a16:creationId xmlns:a16="http://schemas.microsoft.com/office/drawing/2014/main" id="{2197D48C-11E7-41A8-A446-18C37A89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150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4714">
            <a:extLst xmlns:a="http://schemas.openxmlformats.org/drawingml/2006/main">
              <a:ext uri="{FF2B5EF4-FFF2-40B4-BE49-F238E27FC236}">
                <a16:creationId xmlns:a16="http://schemas.microsoft.com/office/drawing/2014/main" id="{F7E6257C-9B0C-4F83-80B2-C758D879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05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4715">
            <a:extLst xmlns:a="http://schemas.openxmlformats.org/drawingml/2006/main">
              <a:ext uri="{FF2B5EF4-FFF2-40B4-BE49-F238E27FC236}">
                <a16:creationId xmlns:a16="http://schemas.microsoft.com/office/drawing/2014/main" id="{DC58CD63-3A76-465F-BCE6-D42BAA7A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802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4716">
            <a:extLst xmlns:a="http://schemas.openxmlformats.org/drawingml/2006/main">
              <a:ext uri="{FF2B5EF4-FFF2-40B4-BE49-F238E27FC236}">
                <a16:creationId xmlns:a16="http://schemas.microsoft.com/office/drawing/2014/main" id="{8C8187B1-7415-4D35-A96A-8CD33A6E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92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4717">
            <a:extLst xmlns:a="http://schemas.openxmlformats.org/drawingml/2006/main">
              <a:ext uri="{FF2B5EF4-FFF2-40B4-BE49-F238E27FC236}">
                <a16:creationId xmlns:a16="http://schemas.microsoft.com/office/drawing/2014/main" id="{FF8F223B-FDE9-458F-9CA7-3E0C2E35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717" y="47213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4718">
            <a:extLst xmlns:a="http://schemas.openxmlformats.org/drawingml/2006/main">
              <a:ext uri="{FF2B5EF4-FFF2-40B4-BE49-F238E27FC236}">
                <a16:creationId xmlns:a16="http://schemas.microsoft.com/office/drawing/2014/main" id="{F64390DA-7DE1-45B7-8F6E-B6B4F654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94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4719">
            <a:extLst xmlns:a="http://schemas.openxmlformats.org/drawingml/2006/main">
              <a:ext uri="{FF2B5EF4-FFF2-40B4-BE49-F238E27FC236}">
                <a16:creationId xmlns:a16="http://schemas.microsoft.com/office/drawing/2014/main" id="{77B1DB7F-9290-42CE-BB9A-D2610ACE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52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4720">
            <a:extLst xmlns:a="http://schemas.openxmlformats.org/drawingml/2006/main">
              <a:ext uri="{FF2B5EF4-FFF2-40B4-BE49-F238E27FC236}">
                <a16:creationId xmlns:a16="http://schemas.microsoft.com/office/drawing/2014/main" id="{19548692-C6C5-44EB-8243-BA9E6821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9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4721">
            <a:extLst xmlns:a="http://schemas.openxmlformats.org/drawingml/2006/main">
              <a:ext uri="{FF2B5EF4-FFF2-40B4-BE49-F238E27FC236}">
                <a16:creationId xmlns:a16="http://schemas.microsoft.com/office/drawing/2014/main" id="{FE0F5E5D-B7B6-47EF-95E1-01F4028A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806" y="5200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4722">
            <a:extLst xmlns:a="http://schemas.openxmlformats.org/drawingml/2006/main">
              <a:ext uri="{FF2B5EF4-FFF2-40B4-BE49-F238E27FC236}">
                <a16:creationId xmlns:a16="http://schemas.microsoft.com/office/drawing/2014/main" id="{5CE58ECF-C371-4E3D-935A-014F41EC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53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4723">
            <a:extLst xmlns:a="http://schemas.openxmlformats.org/drawingml/2006/main">
              <a:ext uri="{FF2B5EF4-FFF2-40B4-BE49-F238E27FC236}">
                <a16:creationId xmlns:a16="http://schemas.microsoft.com/office/drawing/2014/main" id="{5C93C58E-8558-48B3-A161-02FFDA38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694" y="54012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4724">
            <a:extLst xmlns:a="http://schemas.openxmlformats.org/drawingml/2006/main">
              <a:ext uri="{FF2B5EF4-FFF2-40B4-BE49-F238E27FC236}">
                <a16:creationId xmlns:a16="http://schemas.microsoft.com/office/drawing/2014/main" id="{47ED52F6-1CB9-4DF0-B8C0-A973B7DC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0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4725">
            <a:extLst xmlns:a="http://schemas.openxmlformats.org/drawingml/2006/main">
              <a:ext uri="{FF2B5EF4-FFF2-40B4-BE49-F238E27FC236}">
                <a16:creationId xmlns:a16="http://schemas.microsoft.com/office/drawing/2014/main" id="{2A9A6249-22ED-4B10-A2DB-81896BC2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17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4726">
            <a:extLst xmlns:a="http://schemas.openxmlformats.org/drawingml/2006/main">
              <a:ext uri="{FF2B5EF4-FFF2-40B4-BE49-F238E27FC236}">
                <a16:creationId xmlns:a16="http://schemas.microsoft.com/office/drawing/2014/main" id="{B55EDDDB-005F-4671-9496-1985351D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32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4727">
            <a:extLst xmlns:a="http://schemas.openxmlformats.org/drawingml/2006/main">
              <a:ext uri="{FF2B5EF4-FFF2-40B4-BE49-F238E27FC236}">
                <a16:creationId xmlns:a16="http://schemas.microsoft.com/office/drawing/2014/main" id="{02BAF27B-6833-4B08-AB5C-8D8EB6FA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03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4728">
            <a:extLst xmlns:a="http://schemas.openxmlformats.org/drawingml/2006/main">
              <a:ext uri="{FF2B5EF4-FFF2-40B4-BE49-F238E27FC236}">
                <a16:creationId xmlns:a16="http://schemas.microsoft.com/office/drawing/2014/main" id="{B68618F5-31CE-4E68-946F-0E904646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166" y="53571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4729">
            <a:extLst xmlns:a="http://schemas.openxmlformats.org/drawingml/2006/main">
              <a:ext uri="{FF2B5EF4-FFF2-40B4-BE49-F238E27FC236}">
                <a16:creationId xmlns:a16="http://schemas.microsoft.com/office/drawing/2014/main" id="{E5306A5D-EEFC-4CA7-8573-2EB649CB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065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4730">
            <a:extLst xmlns:a="http://schemas.openxmlformats.org/drawingml/2006/main">
              <a:ext uri="{FF2B5EF4-FFF2-40B4-BE49-F238E27FC236}">
                <a16:creationId xmlns:a16="http://schemas.microsoft.com/office/drawing/2014/main" id="{8C19F71C-AFAD-4A5D-85AA-CD135A8F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7906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4731">
            <a:extLst xmlns:a="http://schemas.openxmlformats.org/drawingml/2006/main">
              <a:ext uri="{FF2B5EF4-FFF2-40B4-BE49-F238E27FC236}">
                <a16:creationId xmlns:a16="http://schemas.microsoft.com/office/drawing/2014/main" id="{3A0E828C-36A0-4989-BDCB-7A6D1BCE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149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4732">
            <a:extLst xmlns:a="http://schemas.openxmlformats.org/drawingml/2006/main">
              <a:ext uri="{FF2B5EF4-FFF2-40B4-BE49-F238E27FC236}">
                <a16:creationId xmlns:a16="http://schemas.microsoft.com/office/drawing/2014/main" id="{A1312905-AD7C-4E4E-94F5-FAF48858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1840" y="42067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4733">
            <a:extLst xmlns:a="http://schemas.openxmlformats.org/drawingml/2006/main">
              <a:ext uri="{FF2B5EF4-FFF2-40B4-BE49-F238E27FC236}">
                <a16:creationId xmlns:a16="http://schemas.microsoft.com/office/drawing/2014/main" id="{7ABBBB63-DC67-4769-8ACB-8E617FDC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756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4734">
            <a:extLst xmlns:a="http://schemas.openxmlformats.org/drawingml/2006/main">
              <a:ext uri="{FF2B5EF4-FFF2-40B4-BE49-F238E27FC236}">
                <a16:creationId xmlns:a16="http://schemas.microsoft.com/office/drawing/2014/main" id="{CF417FFF-7B9E-44B5-8FB2-A2260340B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91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4735">
            <a:extLst xmlns:a="http://schemas.openxmlformats.org/drawingml/2006/main">
              <a:ext uri="{FF2B5EF4-FFF2-40B4-BE49-F238E27FC236}">
                <a16:creationId xmlns:a16="http://schemas.microsoft.com/office/drawing/2014/main" id="{A54B139D-E947-4785-8BBC-A33E00AB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013" y="44749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4736">
            <a:extLst xmlns:a="http://schemas.openxmlformats.org/drawingml/2006/main">
              <a:ext uri="{FF2B5EF4-FFF2-40B4-BE49-F238E27FC236}">
                <a16:creationId xmlns:a16="http://schemas.microsoft.com/office/drawing/2014/main" id="{1659F277-715C-4760-BA8B-75B75F71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986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4737">
            <a:extLst xmlns:a="http://schemas.openxmlformats.org/drawingml/2006/main">
              <a:ext uri="{FF2B5EF4-FFF2-40B4-BE49-F238E27FC236}">
                <a16:creationId xmlns:a16="http://schemas.microsoft.com/office/drawing/2014/main" id="{03EA1148-0915-4006-A87D-7C3EEDAC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82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4738">
            <a:extLst xmlns:a="http://schemas.openxmlformats.org/drawingml/2006/main">
              <a:ext uri="{FF2B5EF4-FFF2-40B4-BE49-F238E27FC236}">
                <a16:creationId xmlns:a16="http://schemas.microsoft.com/office/drawing/2014/main" id="{12FA90E9-20A4-4BDB-A04B-46CED55D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18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4739">
            <a:extLst xmlns:a="http://schemas.openxmlformats.org/drawingml/2006/main">
              <a:ext uri="{FF2B5EF4-FFF2-40B4-BE49-F238E27FC236}">
                <a16:creationId xmlns:a16="http://schemas.microsoft.com/office/drawing/2014/main" id="{A5A96B97-B95C-406A-AAE7-5B458A55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2633" y="5375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4740">
            <a:extLst xmlns:a="http://schemas.openxmlformats.org/drawingml/2006/main">
              <a:ext uri="{FF2B5EF4-FFF2-40B4-BE49-F238E27FC236}">
                <a16:creationId xmlns:a16="http://schemas.microsoft.com/office/drawing/2014/main" id="{00D47012-0D67-4A31-8CA4-EAAABAA3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8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4741">
            <a:extLst xmlns:a="http://schemas.openxmlformats.org/drawingml/2006/main">
              <a:ext uri="{FF2B5EF4-FFF2-40B4-BE49-F238E27FC236}">
                <a16:creationId xmlns:a16="http://schemas.microsoft.com/office/drawing/2014/main" id="{1538AFD3-2D7B-4B0C-86A5-B0357D49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932" y="46179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4742">
            <a:extLst xmlns:a="http://schemas.openxmlformats.org/drawingml/2006/main">
              <a:ext uri="{FF2B5EF4-FFF2-40B4-BE49-F238E27FC236}">
                <a16:creationId xmlns:a16="http://schemas.microsoft.com/office/drawing/2014/main" id="{ED23AC64-6112-4BB9-A8B4-3CD589AA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4291" y="44184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4743">
            <a:extLst xmlns:a="http://schemas.openxmlformats.org/drawingml/2006/main">
              <a:ext uri="{FF2B5EF4-FFF2-40B4-BE49-F238E27FC236}">
                <a16:creationId xmlns:a16="http://schemas.microsoft.com/office/drawing/2014/main" id="{F9FFC936-308F-4DBF-B2EE-1D1B4E1A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554" y="46575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4744">
            <a:extLst xmlns:a="http://schemas.openxmlformats.org/drawingml/2006/main">
              <a:ext uri="{FF2B5EF4-FFF2-40B4-BE49-F238E27FC236}">
                <a16:creationId xmlns:a16="http://schemas.microsoft.com/office/drawing/2014/main" id="{A8B1087B-B4EE-4829-9AC9-AE0B4FAD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7010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4745">
            <a:extLst xmlns:a="http://schemas.openxmlformats.org/drawingml/2006/main">
              <a:ext uri="{FF2B5EF4-FFF2-40B4-BE49-F238E27FC236}">
                <a16:creationId xmlns:a16="http://schemas.microsoft.com/office/drawing/2014/main" id="{E26A396C-006C-4F68-9B43-A07F5D9A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9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4746">
            <a:extLst xmlns:a="http://schemas.openxmlformats.org/drawingml/2006/main">
              <a:ext uri="{FF2B5EF4-FFF2-40B4-BE49-F238E27FC236}">
                <a16:creationId xmlns:a16="http://schemas.microsoft.com/office/drawing/2014/main" id="{38E7C0B5-8660-4C6E-B344-3DB6A67A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94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4747">
            <a:extLst xmlns:a="http://schemas.openxmlformats.org/drawingml/2006/main">
              <a:ext uri="{FF2B5EF4-FFF2-40B4-BE49-F238E27FC236}">
                <a16:creationId xmlns:a16="http://schemas.microsoft.com/office/drawing/2014/main" id="{539D02C5-C6A6-4E5E-B234-27DB2D33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232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4748">
            <a:extLst xmlns:a="http://schemas.openxmlformats.org/drawingml/2006/main">
              <a:ext uri="{FF2B5EF4-FFF2-40B4-BE49-F238E27FC236}">
                <a16:creationId xmlns:a16="http://schemas.microsoft.com/office/drawing/2014/main" id="{C1737976-9569-4652-8326-EE24316A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5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4749">
            <a:extLst xmlns:a="http://schemas.openxmlformats.org/drawingml/2006/main">
              <a:ext uri="{FF2B5EF4-FFF2-40B4-BE49-F238E27FC236}">
                <a16:creationId xmlns:a16="http://schemas.microsoft.com/office/drawing/2014/main" id="{9B780255-43F4-4A05-B2CE-EF42DC7F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085" y="38423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4750">
            <a:extLst xmlns:a="http://schemas.openxmlformats.org/drawingml/2006/main">
              <a:ext uri="{FF2B5EF4-FFF2-40B4-BE49-F238E27FC236}">
                <a16:creationId xmlns:a16="http://schemas.microsoft.com/office/drawing/2014/main" id="{E7D8B899-2372-41C7-B47D-5D3B05B0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713" y="4459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4751">
            <a:extLst xmlns:a="http://schemas.openxmlformats.org/drawingml/2006/main">
              <a:ext uri="{FF2B5EF4-FFF2-40B4-BE49-F238E27FC236}">
                <a16:creationId xmlns:a16="http://schemas.microsoft.com/office/drawing/2014/main" id="{254A8049-CADE-4224-B1DF-8A6E0C43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674" y="51360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4752">
            <a:extLst xmlns:a="http://schemas.openxmlformats.org/drawingml/2006/main">
              <a:ext uri="{FF2B5EF4-FFF2-40B4-BE49-F238E27FC236}">
                <a16:creationId xmlns:a16="http://schemas.microsoft.com/office/drawing/2014/main" id="{952805D2-3E46-4B28-8B69-0AA66D9B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64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4753">
            <a:extLst xmlns:a="http://schemas.openxmlformats.org/drawingml/2006/main">
              <a:ext uri="{FF2B5EF4-FFF2-40B4-BE49-F238E27FC236}">
                <a16:creationId xmlns:a16="http://schemas.microsoft.com/office/drawing/2014/main" id="{027668E5-BF99-44C8-B40D-A9EEADB0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6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4754">
            <a:extLst xmlns:a="http://schemas.openxmlformats.org/drawingml/2006/main">
              <a:ext uri="{FF2B5EF4-FFF2-40B4-BE49-F238E27FC236}">
                <a16:creationId xmlns:a16="http://schemas.microsoft.com/office/drawing/2014/main" id="{172225EF-0868-4694-AEB7-250F4086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3044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4755">
            <a:extLst xmlns:a="http://schemas.openxmlformats.org/drawingml/2006/main">
              <a:ext uri="{FF2B5EF4-FFF2-40B4-BE49-F238E27FC236}">
                <a16:creationId xmlns:a16="http://schemas.microsoft.com/office/drawing/2014/main" id="{168E7701-1337-4FB6-AE59-CFFD4F26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865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4756">
            <a:extLst xmlns:a="http://schemas.openxmlformats.org/drawingml/2006/main">
              <a:ext uri="{FF2B5EF4-FFF2-40B4-BE49-F238E27FC236}">
                <a16:creationId xmlns:a16="http://schemas.microsoft.com/office/drawing/2014/main" id="{3952BE43-6F0C-4679-9A9C-0BBDADB2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126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4757">
            <a:extLst xmlns:a="http://schemas.openxmlformats.org/drawingml/2006/main">
              <a:ext uri="{FF2B5EF4-FFF2-40B4-BE49-F238E27FC236}">
                <a16:creationId xmlns:a16="http://schemas.microsoft.com/office/drawing/2014/main" id="{3DD5658D-867E-43C3-9C5B-4319A978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054" y="53480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4758">
            <a:extLst xmlns:a="http://schemas.openxmlformats.org/drawingml/2006/main">
              <a:ext uri="{FF2B5EF4-FFF2-40B4-BE49-F238E27FC236}">
                <a16:creationId xmlns:a16="http://schemas.microsoft.com/office/drawing/2014/main" id="{20B20F0D-42FF-4BFC-95CC-797C581E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1079" y="506047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4759">
            <a:extLst xmlns:a="http://schemas.openxmlformats.org/drawingml/2006/main">
              <a:ext uri="{FF2B5EF4-FFF2-40B4-BE49-F238E27FC236}">
                <a16:creationId xmlns:a16="http://schemas.microsoft.com/office/drawing/2014/main" id="{2428B59E-27BA-4BF2-BC92-9396EA93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115" y="53173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4760">
            <a:extLst xmlns:a="http://schemas.openxmlformats.org/drawingml/2006/main">
              <a:ext uri="{FF2B5EF4-FFF2-40B4-BE49-F238E27FC236}">
                <a16:creationId xmlns:a16="http://schemas.microsoft.com/office/drawing/2014/main" id="{E1560C46-4A88-4397-AF9A-A98E65F6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45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4761">
            <a:extLst xmlns:a="http://schemas.openxmlformats.org/drawingml/2006/main">
              <a:ext uri="{FF2B5EF4-FFF2-40B4-BE49-F238E27FC236}">
                <a16:creationId xmlns:a16="http://schemas.microsoft.com/office/drawing/2014/main" id="{4A15AAF3-811C-42F3-AB92-52C32BBF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4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4762">
            <a:extLst xmlns:a="http://schemas.openxmlformats.org/drawingml/2006/main">
              <a:ext uri="{FF2B5EF4-FFF2-40B4-BE49-F238E27FC236}">
                <a16:creationId xmlns:a16="http://schemas.microsoft.com/office/drawing/2014/main" id="{69D82E43-DD3B-4047-8A11-FF22A7CD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752" y="510863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4763">
            <a:extLst xmlns:a="http://schemas.openxmlformats.org/drawingml/2006/main">
              <a:ext uri="{FF2B5EF4-FFF2-40B4-BE49-F238E27FC236}">
                <a16:creationId xmlns:a16="http://schemas.microsoft.com/office/drawing/2014/main" id="{06B8AF93-59EB-4751-9EB0-71AEE338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66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4764">
            <a:extLst xmlns:a="http://schemas.openxmlformats.org/drawingml/2006/main">
              <a:ext uri="{FF2B5EF4-FFF2-40B4-BE49-F238E27FC236}">
                <a16:creationId xmlns:a16="http://schemas.microsoft.com/office/drawing/2014/main" id="{4AE2F799-A3F1-4F8C-BA02-A4916D09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147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4765">
            <a:extLst xmlns:a="http://schemas.openxmlformats.org/drawingml/2006/main">
              <a:ext uri="{FF2B5EF4-FFF2-40B4-BE49-F238E27FC236}">
                <a16:creationId xmlns:a16="http://schemas.microsoft.com/office/drawing/2014/main" id="{49C483A7-E3AE-44F2-B460-7EC1BCDA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4766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4766">
            <a:extLst xmlns:a="http://schemas.openxmlformats.org/drawingml/2006/main">
              <a:ext uri="{FF2B5EF4-FFF2-40B4-BE49-F238E27FC236}">
                <a16:creationId xmlns:a16="http://schemas.microsoft.com/office/drawing/2014/main" id="{482C3586-6D69-4354-8C0C-49B93B51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40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4767">
            <a:extLst xmlns:a="http://schemas.openxmlformats.org/drawingml/2006/main">
              <a:ext uri="{FF2B5EF4-FFF2-40B4-BE49-F238E27FC236}">
                <a16:creationId xmlns:a16="http://schemas.microsoft.com/office/drawing/2014/main" id="{BF0E1D0F-4962-4592-80F5-E3B5FC7E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85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4768">
            <a:extLst xmlns:a="http://schemas.openxmlformats.org/drawingml/2006/main">
              <a:ext uri="{FF2B5EF4-FFF2-40B4-BE49-F238E27FC236}">
                <a16:creationId xmlns:a16="http://schemas.microsoft.com/office/drawing/2014/main" id="{DEA1A6AF-F2FB-4BEF-855C-ACDCC936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196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4769">
            <a:extLst xmlns:a="http://schemas.openxmlformats.org/drawingml/2006/main">
              <a:ext uri="{FF2B5EF4-FFF2-40B4-BE49-F238E27FC236}">
                <a16:creationId xmlns:a16="http://schemas.microsoft.com/office/drawing/2014/main" id="{5D878EFC-A3DF-4CD4-B162-93F0E68F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336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4770">
            <a:extLst xmlns:a="http://schemas.openxmlformats.org/drawingml/2006/main">
              <a:ext uri="{FF2B5EF4-FFF2-40B4-BE49-F238E27FC236}">
                <a16:creationId xmlns:a16="http://schemas.microsoft.com/office/drawing/2014/main" id="{245FE6BD-0648-4116-8412-048FA61A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649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4771">
            <a:extLst xmlns:a="http://schemas.openxmlformats.org/drawingml/2006/main">
              <a:ext uri="{FF2B5EF4-FFF2-40B4-BE49-F238E27FC236}">
                <a16:creationId xmlns:a16="http://schemas.microsoft.com/office/drawing/2014/main" id="{9213F5FC-48A2-4320-AF0E-4C23A39D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968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4772">
            <a:extLst xmlns:a="http://schemas.openxmlformats.org/drawingml/2006/main">
              <a:ext uri="{FF2B5EF4-FFF2-40B4-BE49-F238E27FC236}">
                <a16:creationId xmlns:a16="http://schemas.microsoft.com/office/drawing/2014/main" id="{9DA6CC73-E7E8-4115-9466-C5E6DC96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088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4773">
            <a:extLst xmlns:a="http://schemas.openxmlformats.org/drawingml/2006/main">
              <a:ext uri="{FF2B5EF4-FFF2-40B4-BE49-F238E27FC236}">
                <a16:creationId xmlns:a16="http://schemas.microsoft.com/office/drawing/2014/main" id="{68447C12-023D-4784-9E97-06DACDBD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194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4774">
            <a:extLst xmlns:a="http://schemas.openxmlformats.org/drawingml/2006/main">
              <a:ext uri="{FF2B5EF4-FFF2-40B4-BE49-F238E27FC236}">
                <a16:creationId xmlns:a16="http://schemas.microsoft.com/office/drawing/2014/main" id="{CBF36BC9-C457-40C3-8DF6-30C22C41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612" y="41288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4775">
            <a:extLst xmlns:a="http://schemas.openxmlformats.org/drawingml/2006/main">
              <a:ext uri="{FF2B5EF4-FFF2-40B4-BE49-F238E27FC236}">
                <a16:creationId xmlns:a16="http://schemas.microsoft.com/office/drawing/2014/main" id="{9AAA1B23-F5F0-4D72-846C-4C82351D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447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4776">
            <a:extLst xmlns:a="http://schemas.openxmlformats.org/drawingml/2006/main">
              <a:ext uri="{FF2B5EF4-FFF2-40B4-BE49-F238E27FC236}">
                <a16:creationId xmlns:a16="http://schemas.microsoft.com/office/drawing/2014/main" id="{4AC42974-EA86-4A5D-966C-E79D3141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1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4777">
            <a:extLst xmlns:a="http://schemas.openxmlformats.org/drawingml/2006/main">
              <a:ext uri="{FF2B5EF4-FFF2-40B4-BE49-F238E27FC236}">
                <a16:creationId xmlns:a16="http://schemas.microsoft.com/office/drawing/2014/main" id="{DC25984C-183C-48F8-B033-92958320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214" y="5074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4778">
            <a:extLst xmlns:a="http://schemas.openxmlformats.org/drawingml/2006/main">
              <a:ext uri="{FF2B5EF4-FFF2-40B4-BE49-F238E27FC236}">
                <a16:creationId xmlns:a16="http://schemas.microsoft.com/office/drawing/2014/main" id="{AD1B2ACA-E80E-4388-9F73-B4013141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89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4779">
            <a:extLst xmlns:a="http://schemas.openxmlformats.org/drawingml/2006/main">
              <a:ext uri="{FF2B5EF4-FFF2-40B4-BE49-F238E27FC236}">
                <a16:creationId xmlns:a16="http://schemas.microsoft.com/office/drawing/2014/main" id="{63E6DAE5-F0AF-4040-BF76-4C2AF666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905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4780">
            <a:extLst xmlns:a="http://schemas.openxmlformats.org/drawingml/2006/main">
              <a:ext uri="{FF2B5EF4-FFF2-40B4-BE49-F238E27FC236}">
                <a16:creationId xmlns:a16="http://schemas.microsoft.com/office/drawing/2014/main" id="{2D4BF09C-D193-4053-BAEA-F98FC17E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083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4781">
            <a:extLst xmlns:a="http://schemas.openxmlformats.org/drawingml/2006/main">
              <a:ext uri="{FF2B5EF4-FFF2-40B4-BE49-F238E27FC236}">
                <a16:creationId xmlns:a16="http://schemas.microsoft.com/office/drawing/2014/main" id="{1D168360-1A3F-4FBC-A054-F23EB4FB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26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4782">
            <a:extLst xmlns:a="http://schemas.openxmlformats.org/drawingml/2006/main">
              <a:ext uri="{FF2B5EF4-FFF2-40B4-BE49-F238E27FC236}">
                <a16:creationId xmlns:a16="http://schemas.microsoft.com/office/drawing/2014/main" id="{3E1AB64D-1027-4654-A85B-674E1FDE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3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4783">
            <a:extLst xmlns:a="http://schemas.openxmlformats.org/drawingml/2006/main">
              <a:ext uri="{FF2B5EF4-FFF2-40B4-BE49-F238E27FC236}">
                <a16:creationId xmlns:a16="http://schemas.microsoft.com/office/drawing/2014/main" id="{8AD8BF1F-C811-46AB-8BE7-14C6838E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811" y="44823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4784">
            <a:extLst xmlns:a="http://schemas.openxmlformats.org/drawingml/2006/main">
              <a:ext uri="{FF2B5EF4-FFF2-40B4-BE49-F238E27FC236}">
                <a16:creationId xmlns:a16="http://schemas.microsoft.com/office/drawing/2014/main" id="{6B8FF16A-1F23-4D65-911E-E33B6D97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275" y="51047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4785">
            <a:extLst xmlns:a="http://schemas.openxmlformats.org/drawingml/2006/main">
              <a:ext uri="{FF2B5EF4-FFF2-40B4-BE49-F238E27FC236}">
                <a16:creationId xmlns:a16="http://schemas.microsoft.com/office/drawing/2014/main" id="{D6420DC4-B997-4970-843F-D7CC872F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143" y="440622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4786">
            <a:extLst xmlns:a="http://schemas.openxmlformats.org/drawingml/2006/main">
              <a:ext uri="{FF2B5EF4-FFF2-40B4-BE49-F238E27FC236}">
                <a16:creationId xmlns:a16="http://schemas.microsoft.com/office/drawing/2014/main" id="{DD1C24DE-D384-44E0-BAE8-BCFD92CA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3505" y="52795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4787">
            <a:extLst xmlns:a="http://schemas.openxmlformats.org/drawingml/2006/main">
              <a:ext uri="{FF2B5EF4-FFF2-40B4-BE49-F238E27FC236}">
                <a16:creationId xmlns:a16="http://schemas.microsoft.com/office/drawing/2014/main" id="{D120880E-E535-4A7E-A47B-81CC385C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4252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4788">
            <a:extLst xmlns:a="http://schemas.openxmlformats.org/drawingml/2006/main">
              <a:ext uri="{FF2B5EF4-FFF2-40B4-BE49-F238E27FC236}">
                <a16:creationId xmlns:a16="http://schemas.microsoft.com/office/drawing/2014/main" id="{728BF629-6FA8-4625-A276-87436BDB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73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4789">
            <a:extLst xmlns:a="http://schemas.openxmlformats.org/drawingml/2006/main">
              <a:ext uri="{FF2B5EF4-FFF2-40B4-BE49-F238E27FC236}">
                <a16:creationId xmlns:a16="http://schemas.microsoft.com/office/drawing/2014/main" id="{0D765A53-E10B-4E5A-B16E-718D19B5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497" y="53789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4790">
            <a:extLst xmlns:a="http://schemas.openxmlformats.org/drawingml/2006/main">
              <a:ext uri="{FF2B5EF4-FFF2-40B4-BE49-F238E27FC236}">
                <a16:creationId xmlns:a16="http://schemas.microsoft.com/office/drawing/2014/main" id="{625A63D1-766A-461C-B4C9-B1B8B8A4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6016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4791">
            <a:extLst xmlns:a="http://schemas.openxmlformats.org/drawingml/2006/main">
              <a:ext uri="{FF2B5EF4-FFF2-40B4-BE49-F238E27FC236}">
                <a16:creationId xmlns:a16="http://schemas.microsoft.com/office/drawing/2014/main" id="{780444EA-10AC-4ACB-B767-DAD8BE7A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210" y="49275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4792">
            <a:extLst xmlns:a="http://schemas.openxmlformats.org/drawingml/2006/main">
              <a:ext uri="{FF2B5EF4-FFF2-40B4-BE49-F238E27FC236}">
                <a16:creationId xmlns:a16="http://schemas.microsoft.com/office/drawing/2014/main" id="{5F9E2DD1-E29B-4497-BE25-BEB4481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49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4793">
            <a:extLst xmlns:a="http://schemas.openxmlformats.org/drawingml/2006/main">
              <a:ext uri="{FF2B5EF4-FFF2-40B4-BE49-F238E27FC236}">
                <a16:creationId xmlns:a16="http://schemas.microsoft.com/office/drawing/2014/main" id="{800AC019-43B7-49A4-B867-842A70C8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83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4794">
            <a:extLst xmlns:a="http://schemas.openxmlformats.org/drawingml/2006/main">
              <a:ext uri="{FF2B5EF4-FFF2-40B4-BE49-F238E27FC236}">
                <a16:creationId xmlns:a16="http://schemas.microsoft.com/office/drawing/2014/main" id="{ED0074EF-93CB-47FF-B6A1-3F8A44C1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3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4795">
            <a:extLst xmlns:a="http://schemas.openxmlformats.org/drawingml/2006/main">
              <a:ext uri="{FF2B5EF4-FFF2-40B4-BE49-F238E27FC236}">
                <a16:creationId xmlns:a16="http://schemas.microsoft.com/office/drawing/2014/main" id="{F297FB46-74FB-4081-9300-75C72B37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16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4796">
            <a:extLst xmlns:a="http://schemas.openxmlformats.org/drawingml/2006/main">
              <a:ext uri="{FF2B5EF4-FFF2-40B4-BE49-F238E27FC236}">
                <a16:creationId xmlns:a16="http://schemas.microsoft.com/office/drawing/2014/main" id="{C656DEAF-A5BE-4BB6-88E5-D8A475A8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425" y="47887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4797">
            <a:extLst xmlns:a="http://schemas.openxmlformats.org/drawingml/2006/main">
              <a:ext uri="{FF2B5EF4-FFF2-40B4-BE49-F238E27FC236}">
                <a16:creationId xmlns:a16="http://schemas.microsoft.com/office/drawing/2014/main" id="{48F35A00-85C5-42A5-A63C-865A79A9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7355" y="48237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4798">
            <a:extLst xmlns:a="http://schemas.openxmlformats.org/drawingml/2006/main">
              <a:ext uri="{FF2B5EF4-FFF2-40B4-BE49-F238E27FC236}">
                <a16:creationId xmlns:a16="http://schemas.microsoft.com/office/drawing/2014/main" id="{8198397F-973E-4F97-B4CB-EE694052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69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4799">
            <a:extLst xmlns:a="http://schemas.openxmlformats.org/drawingml/2006/main">
              <a:ext uri="{FF2B5EF4-FFF2-40B4-BE49-F238E27FC236}">
                <a16:creationId xmlns:a16="http://schemas.microsoft.com/office/drawing/2014/main" id="{A0E05EB4-B54A-4D80-8358-02034542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408" y="43180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4800">
            <a:extLst xmlns:a="http://schemas.openxmlformats.org/drawingml/2006/main">
              <a:ext uri="{FF2B5EF4-FFF2-40B4-BE49-F238E27FC236}">
                <a16:creationId xmlns:a16="http://schemas.microsoft.com/office/drawing/2014/main" id="{0CB546D2-379A-4E84-BDB1-7B29DAA5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813" y="44615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4801">
            <a:extLst xmlns:a="http://schemas.openxmlformats.org/drawingml/2006/main">
              <a:ext uri="{FF2B5EF4-FFF2-40B4-BE49-F238E27FC236}">
                <a16:creationId xmlns:a16="http://schemas.microsoft.com/office/drawing/2014/main" id="{208AC210-DD63-439A-AD0A-4B18E936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553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4802">
            <a:extLst xmlns:a="http://schemas.openxmlformats.org/drawingml/2006/main">
              <a:ext uri="{FF2B5EF4-FFF2-40B4-BE49-F238E27FC236}">
                <a16:creationId xmlns:a16="http://schemas.microsoft.com/office/drawing/2014/main" id="{F6C2700F-7F79-49F4-8335-AB9BA4C1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6589" y="38560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4803">
            <a:extLst xmlns:a="http://schemas.openxmlformats.org/drawingml/2006/main">
              <a:ext uri="{FF2B5EF4-FFF2-40B4-BE49-F238E27FC236}">
                <a16:creationId xmlns:a16="http://schemas.microsoft.com/office/drawing/2014/main" id="{DBD6D646-A635-4994-A0C9-3B89075A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221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4804">
            <a:extLst xmlns:a="http://schemas.openxmlformats.org/drawingml/2006/main">
              <a:ext uri="{FF2B5EF4-FFF2-40B4-BE49-F238E27FC236}">
                <a16:creationId xmlns:a16="http://schemas.microsoft.com/office/drawing/2014/main" id="{3003C640-4BB8-48B6-8715-2E04C3A0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590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4805">
            <a:extLst xmlns:a="http://schemas.openxmlformats.org/drawingml/2006/main">
              <a:ext uri="{FF2B5EF4-FFF2-40B4-BE49-F238E27FC236}">
                <a16:creationId xmlns:a16="http://schemas.microsoft.com/office/drawing/2014/main" id="{C08A70BA-919D-4D97-97DF-6843E547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0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4806">
            <a:extLst xmlns:a="http://schemas.openxmlformats.org/drawingml/2006/main">
              <a:ext uri="{FF2B5EF4-FFF2-40B4-BE49-F238E27FC236}">
                <a16:creationId xmlns:a16="http://schemas.microsoft.com/office/drawing/2014/main" id="{491D2ADF-783E-4E30-BEF9-20ACE823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8838" y="5124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4807">
            <a:extLst xmlns:a="http://schemas.openxmlformats.org/drawingml/2006/main">
              <a:ext uri="{FF2B5EF4-FFF2-40B4-BE49-F238E27FC236}">
                <a16:creationId xmlns:a16="http://schemas.microsoft.com/office/drawing/2014/main" id="{1BC6C32C-9372-4DDD-BD98-19560FD7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50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4808">
            <a:extLst xmlns:a="http://schemas.openxmlformats.org/drawingml/2006/main">
              <a:ext uri="{FF2B5EF4-FFF2-40B4-BE49-F238E27FC236}">
                <a16:creationId xmlns:a16="http://schemas.microsoft.com/office/drawing/2014/main" id="{CCC5722A-F675-4E06-ADE4-71E3B306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004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4809">
            <a:extLst xmlns:a="http://schemas.openxmlformats.org/drawingml/2006/main">
              <a:ext uri="{FF2B5EF4-FFF2-40B4-BE49-F238E27FC236}">
                <a16:creationId xmlns:a16="http://schemas.microsoft.com/office/drawing/2014/main" id="{09A3B9B3-0FFC-4981-9944-3A1CB8D9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19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4810">
            <a:extLst xmlns:a="http://schemas.openxmlformats.org/drawingml/2006/main">
              <a:ext uri="{FF2B5EF4-FFF2-40B4-BE49-F238E27FC236}">
                <a16:creationId xmlns:a16="http://schemas.microsoft.com/office/drawing/2014/main" id="{87F9569C-4F6B-45E4-842A-03C3014F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176" y="39886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4811">
            <a:extLst xmlns:a="http://schemas.openxmlformats.org/drawingml/2006/main">
              <a:ext uri="{FF2B5EF4-FFF2-40B4-BE49-F238E27FC236}">
                <a16:creationId xmlns:a16="http://schemas.microsoft.com/office/drawing/2014/main" id="{6F032BCC-F489-4FA9-A531-726D87DA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792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4812">
            <a:extLst xmlns:a="http://schemas.openxmlformats.org/drawingml/2006/main">
              <a:ext uri="{FF2B5EF4-FFF2-40B4-BE49-F238E27FC236}">
                <a16:creationId xmlns:a16="http://schemas.microsoft.com/office/drawing/2014/main" id="{175FD650-785C-4A39-B50B-DA84165D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371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4813">
            <a:extLst xmlns:a="http://schemas.openxmlformats.org/drawingml/2006/main">
              <a:ext uri="{FF2B5EF4-FFF2-40B4-BE49-F238E27FC236}">
                <a16:creationId xmlns:a16="http://schemas.microsoft.com/office/drawing/2014/main" id="{CEDEAC54-44DB-4BB3-8D10-18434ABC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5658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4814">
            <a:extLst xmlns:a="http://schemas.openxmlformats.org/drawingml/2006/main">
              <a:ext uri="{FF2B5EF4-FFF2-40B4-BE49-F238E27FC236}">
                <a16:creationId xmlns:a16="http://schemas.microsoft.com/office/drawing/2014/main" id="{C06A46D2-BF95-4F60-8DCD-0951A7A4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816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4815">
            <a:extLst xmlns:a="http://schemas.openxmlformats.org/drawingml/2006/main">
              <a:ext uri="{FF2B5EF4-FFF2-40B4-BE49-F238E27FC236}">
                <a16:creationId xmlns:a16="http://schemas.microsoft.com/office/drawing/2014/main" id="{17E401FE-0F9F-499F-9557-B1CCD0F3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11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4816">
            <a:extLst xmlns:a="http://schemas.openxmlformats.org/drawingml/2006/main">
              <a:ext uri="{FF2B5EF4-FFF2-40B4-BE49-F238E27FC236}">
                <a16:creationId xmlns:a16="http://schemas.microsoft.com/office/drawing/2014/main" id="{F6471404-50AA-429F-9543-32F2B638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1029" y="52327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4817">
            <a:extLst xmlns:a="http://schemas.openxmlformats.org/drawingml/2006/main">
              <a:ext uri="{FF2B5EF4-FFF2-40B4-BE49-F238E27FC236}">
                <a16:creationId xmlns:a16="http://schemas.microsoft.com/office/drawing/2014/main" id="{A4A03EA5-B5E2-47C5-B4AD-21A30B68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258" y="44980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4818">
            <a:extLst xmlns:a="http://schemas.openxmlformats.org/drawingml/2006/main">
              <a:ext uri="{FF2B5EF4-FFF2-40B4-BE49-F238E27FC236}">
                <a16:creationId xmlns:a16="http://schemas.microsoft.com/office/drawing/2014/main" id="{19C7B63F-650C-4C84-8C25-AB37B1A9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8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4819">
            <a:extLst xmlns:a="http://schemas.openxmlformats.org/drawingml/2006/main">
              <a:ext uri="{FF2B5EF4-FFF2-40B4-BE49-F238E27FC236}">
                <a16:creationId xmlns:a16="http://schemas.microsoft.com/office/drawing/2014/main" id="{A127C56E-DFE0-496C-AAFA-A536B52F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7614" y="50180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4820">
            <a:extLst xmlns:a="http://schemas.openxmlformats.org/drawingml/2006/main">
              <a:ext uri="{FF2B5EF4-FFF2-40B4-BE49-F238E27FC236}">
                <a16:creationId xmlns:a16="http://schemas.microsoft.com/office/drawing/2014/main" id="{A343B5A3-84BE-4DE4-B289-A52FE798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578" y="38571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4821">
            <a:extLst xmlns:a="http://schemas.openxmlformats.org/drawingml/2006/main">
              <a:ext uri="{FF2B5EF4-FFF2-40B4-BE49-F238E27FC236}">
                <a16:creationId xmlns:a16="http://schemas.microsoft.com/office/drawing/2014/main" id="{6053096C-B6C0-4F33-AF8E-F9B1923F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38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4822">
            <a:extLst xmlns:a="http://schemas.openxmlformats.org/drawingml/2006/main">
              <a:ext uri="{FF2B5EF4-FFF2-40B4-BE49-F238E27FC236}">
                <a16:creationId xmlns:a16="http://schemas.microsoft.com/office/drawing/2014/main" id="{02E645C2-A7CB-4D8E-BF4F-E66121F4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051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4823">
            <a:extLst xmlns:a="http://schemas.openxmlformats.org/drawingml/2006/main">
              <a:ext uri="{FF2B5EF4-FFF2-40B4-BE49-F238E27FC236}">
                <a16:creationId xmlns:a16="http://schemas.microsoft.com/office/drawing/2014/main" id="{69FDEF40-6BC1-4C11-BF83-E9959975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4824">
            <a:extLst xmlns:a="http://schemas.openxmlformats.org/drawingml/2006/main">
              <a:ext uri="{FF2B5EF4-FFF2-40B4-BE49-F238E27FC236}">
                <a16:creationId xmlns:a16="http://schemas.microsoft.com/office/drawing/2014/main" id="{9D6246FB-89A3-435C-9DC6-179882F9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281" y="3910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4825">
            <a:extLst xmlns:a="http://schemas.openxmlformats.org/drawingml/2006/main">
              <a:ext uri="{FF2B5EF4-FFF2-40B4-BE49-F238E27FC236}">
                <a16:creationId xmlns:a16="http://schemas.microsoft.com/office/drawing/2014/main" id="{965B4ADD-60FD-48B3-B8E6-5E969909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83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4826">
            <a:extLst xmlns:a="http://schemas.openxmlformats.org/drawingml/2006/main">
              <a:ext uri="{FF2B5EF4-FFF2-40B4-BE49-F238E27FC236}">
                <a16:creationId xmlns:a16="http://schemas.microsoft.com/office/drawing/2014/main" id="{F603AB4B-C9F5-4707-B439-9FB1D0E4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021" y="495018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4827">
            <a:extLst xmlns:a="http://schemas.openxmlformats.org/drawingml/2006/main">
              <a:ext uri="{FF2B5EF4-FFF2-40B4-BE49-F238E27FC236}">
                <a16:creationId xmlns:a16="http://schemas.microsoft.com/office/drawing/2014/main" id="{01F527FE-D0FB-4643-AD54-827517A3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90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4828">
            <a:extLst xmlns:a="http://schemas.openxmlformats.org/drawingml/2006/main">
              <a:ext uri="{FF2B5EF4-FFF2-40B4-BE49-F238E27FC236}">
                <a16:creationId xmlns:a16="http://schemas.microsoft.com/office/drawing/2014/main" id="{187F4945-4AA8-4278-8813-4A5229C5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3277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4829">
            <a:extLst xmlns:a="http://schemas.openxmlformats.org/drawingml/2006/main">
              <a:ext uri="{FF2B5EF4-FFF2-40B4-BE49-F238E27FC236}">
                <a16:creationId xmlns:a16="http://schemas.microsoft.com/office/drawing/2014/main" id="{D6092E0E-D9CB-4B92-9901-750B1B52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114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4830">
            <a:extLst xmlns:a="http://schemas.openxmlformats.org/drawingml/2006/main">
              <a:ext uri="{FF2B5EF4-FFF2-40B4-BE49-F238E27FC236}">
                <a16:creationId xmlns:a16="http://schemas.microsoft.com/office/drawing/2014/main" id="{0D2113D1-7BCA-43A8-9D26-31680D7C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759" y="48408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4831">
            <a:extLst xmlns:a="http://schemas.openxmlformats.org/drawingml/2006/main">
              <a:ext uri="{FF2B5EF4-FFF2-40B4-BE49-F238E27FC236}">
                <a16:creationId xmlns:a16="http://schemas.microsoft.com/office/drawing/2014/main" id="{D2B1FACA-4FDC-45CB-8B95-D989D535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262" y="47602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4832">
            <a:extLst xmlns:a="http://schemas.openxmlformats.org/drawingml/2006/main">
              <a:ext uri="{FF2B5EF4-FFF2-40B4-BE49-F238E27FC236}">
                <a16:creationId xmlns:a16="http://schemas.microsoft.com/office/drawing/2014/main" id="{8DAB7445-42EB-45E4-B197-C579FF5B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876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4833">
            <a:extLst xmlns:a="http://schemas.openxmlformats.org/drawingml/2006/main">
              <a:ext uri="{FF2B5EF4-FFF2-40B4-BE49-F238E27FC236}">
                <a16:creationId xmlns:a16="http://schemas.microsoft.com/office/drawing/2014/main" id="{A5ED38C3-403C-4BC8-A0E3-ECAFFE30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0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4834">
            <a:extLst xmlns:a="http://schemas.openxmlformats.org/drawingml/2006/main">
              <a:ext uri="{FF2B5EF4-FFF2-40B4-BE49-F238E27FC236}">
                <a16:creationId xmlns:a16="http://schemas.microsoft.com/office/drawing/2014/main" id="{9A12028B-A050-4424-8467-204B3EB3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8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4835">
            <a:extLst xmlns:a="http://schemas.openxmlformats.org/drawingml/2006/main">
              <a:ext uri="{FF2B5EF4-FFF2-40B4-BE49-F238E27FC236}">
                <a16:creationId xmlns:a16="http://schemas.microsoft.com/office/drawing/2014/main" id="{81ED6D4D-1776-4148-9F4D-0986F257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938" y="539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4836">
            <a:extLst xmlns:a="http://schemas.openxmlformats.org/drawingml/2006/main">
              <a:ext uri="{FF2B5EF4-FFF2-40B4-BE49-F238E27FC236}">
                <a16:creationId xmlns:a16="http://schemas.microsoft.com/office/drawing/2014/main" id="{7C675711-3D27-439C-9F66-FD4A094A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017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4837">
            <a:extLst xmlns:a="http://schemas.openxmlformats.org/drawingml/2006/main">
              <a:ext uri="{FF2B5EF4-FFF2-40B4-BE49-F238E27FC236}">
                <a16:creationId xmlns:a16="http://schemas.microsoft.com/office/drawing/2014/main" id="{685F3664-35E2-46BB-87BE-342C294B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76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4838">
            <a:extLst xmlns:a="http://schemas.openxmlformats.org/drawingml/2006/main">
              <a:ext uri="{FF2B5EF4-FFF2-40B4-BE49-F238E27FC236}">
                <a16:creationId xmlns:a16="http://schemas.microsoft.com/office/drawing/2014/main" id="{8C433AA7-914A-481C-A442-20C59271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639" y="49749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4839">
            <a:extLst xmlns:a="http://schemas.openxmlformats.org/drawingml/2006/main">
              <a:ext uri="{FF2B5EF4-FFF2-40B4-BE49-F238E27FC236}">
                <a16:creationId xmlns:a16="http://schemas.microsoft.com/office/drawing/2014/main" id="{F01CEF8B-2AA8-4791-BE89-FE05E6D4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198" y="42629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4840">
            <a:extLst xmlns:a="http://schemas.openxmlformats.org/drawingml/2006/main">
              <a:ext uri="{FF2B5EF4-FFF2-40B4-BE49-F238E27FC236}">
                <a16:creationId xmlns:a16="http://schemas.microsoft.com/office/drawing/2014/main" id="{FFA36BA1-5784-4BF7-83B5-921448AC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0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4841">
            <a:extLst xmlns:a="http://schemas.openxmlformats.org/drawingml/2006/main">
              <a:ext uri="{FF2B5EF4-FFF2-40B4-BE49-F238E27FC236}">
                <a16:creationId xmlns:a16="http://schemas.microsoft.com/office/drawing/2014/main" id="{B24FCF00-EC27-4345-88AC-81BF4B7A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510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4842">
            <a:extLst xmlns:a="http://schemas.openxmlformats.org/drawingml/2006/main">
              <a:ext uri="{FF2B5EF4-FFF2-40B4-BE49-F238E27FC236}">
                <a16:creationId xmlns:a16="http://schemas.microsoft.com/office/drawing/2014/main" id="{6FAE1FE4-25CF-4B8F-8B87-850686CB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56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4843">
            <a:extLst xmlns:a="http://schemas.openxmlformats.org/drawingml/2006/main">
              <a:ext uri="{FF2B5EF4-FFF2-40B4-BE49-F238E27FC236}">
                <a16:creationId xmlns:a16="http://schemas.microsoft.com/office/drawing/2014/main" id="{1821BE7B-E62A-494D-8285-0BDC10F6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356" y="43227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4844">
            <a:extLst xmlns:a="http://schemas.openxmlformats.org/drawingml/2006/main">
              <a:ext uri="{FF2B5EF4-FFF2-40B4-BE49-F238E27FC236}">
                <a16:creationId xmlns:a16="http://schemas.microsoft.com/office/drawing/2014/main" id="{25E143FA-03B0-4DE1-B268-2BEA12E0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2104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4845">
            <a:extLst xmlns:a="http://schemas.openxmlformats.org/drawingml/2006/main">
              <a:ext uri="{FF2B5EF4-FFF2-40B4-BE49-F238E27FC236}">
                <a16:creationId xmlns:a16="http://schemas.microsoft.com/office/drawing/2014/main" id="{C740DA0D-0EE3-4345-99DF-BA905762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40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4846">
            <a:extLst xmlns:a="http://schemas.openxmlformats.org/drawingml/2006/main">
              <a:ext uri="{FF2B5EF4-FFF2-40B4-BE49-F238E27FC236}">
                <a16:creationId xmlns:a16="http://schemas.microsoft.com/office/drawing/2014/main" id="{BFF98EC8-2814-4CE5-BD3D-1B26C6C3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713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4847">
            <a:extLst xmlns:a="http://schemas.openxmlformats.org/drawingml/2006/main">
              <a:ext uri="{FF2B5EF4-FFF2-40B4-BE49-F238E27FC236}">
                <a16:creationId xmlns:a16="http://schemas.microsoft.com/office/drawing/2014/main" id="{E9835F2E-8500-4028-B35F-B33CDDDD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6542" y="48810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4848">
            <a:extLst xmlns:a="http://schemas.openxmlformats.org/drawingml/2006/main">
              <a:ext uri="{FF2B5EF4-FFF2-40B4-BE49-F238E27FC236}">
                <a16:creationId xmlns:a16="http://schemas.microsoft.com/office/drawing/2014/main" id="{4D6BAA5A-217E-4187-87AF-97D80BC4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18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4849">
            <a:extLst xmlns:a="http://schemas.openxmlformats.org/drawingml/2006/main">
              <a:ext uri="{FF2B5EF4-FFF2-40B4-BE49-F238E27FC236}">
                <a16:creationId xmlns:a16="http://schemas.microsoft.com/office/drawing/2014/main" id="{0C5A583B-7B10-4807-8D2C-B570A398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53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4850">
            <a:extLst xmlns:a="http://schemas.openxmlformats.org/drawingml/2006/main">
              <a:ext uri="{FF2B5EF4-FFF2-40B4-BE49-F238E27FC236}">
                <a16:creationId xmlns:a16="http://schemas.microsoft.com/office/drawing/2014/main" id="{DC4308A8-DB20-4778-BA59-3AD48A47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62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4851">
            <a:extLst xmlns:a="http://schemas.openxmlformats.org/drawingml/2006/main">
              <a:ext uri="{FF2B5EF4-FFF2-40B4-BE49-F238E27FC236}">
                <a16:creationId xmlns:a16="http://schemas.microsoft.com/office/drawing/2014/main" id="{BE010C21-9DDF-42C2-B3DF-A3ACC168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390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4852">
            <a:extLst xmlns:a="http://schemas.openxmlformats.org/drawingml/2006/main">
              <a:ext uri="{FF2B5EF4-FFF2-40B4-BE49-F238E27FC236}">
                <a16:creationId xmlns:a16="http://schemas.microsoft.com/office/drawing/2014/main" id="{EDD4F19F-EE8C-457A-AFE8-6CF27CC5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7552" y="47311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4853">
            <a:extLst xmlns:a="http://schemas.openxmlformats.org/drawingml/2006/main">
              <a:ext uri="{FF2B5EF4-FFF2-40B4-BE49-F238E27FC236}">
                <a16:creationId xmlns:a16="http://schemas.microsoft.com/office/drawing/2014/main" id="{2D96E3E3-16C4-4CE8-BC07-B39F26C2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6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4854">
            <a:extLst xmlns:a="http://schemas.openxmlformats.org/drawingml/2006/main">
              <a:ext uri="{FF2B5EF4-FFF2-40B4-BE49-F238E27FC236}">
                <a16:creationId xmlns:a16="http://schemas.microsoft.com/office/drawing/2014/main" id="{2E7D9AB8-A0CE-46A7-AF98-E48DE438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3143" y="50716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4855">
            <a:extLst xmlns:a="http://schemas.openxmlformats.org/drawingml/2006/main">
              <a:ext uri="{FF2B5EF4-FFF2-40B4-BE49-F238E27FC236}">
                <a16:creationId xmlns:a16="http://schemas.microsoft.com/office/drawing/2014/main" id="{BAAC1A94-F682-41E4-893C-677538C0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09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4856">
            <a:extLst xmlns:a="http://schemas.openxmlformats.org/drawingml/2006/main">
              <a:ext uri="{FF2B5EF4-FFF2-40B4-BE49-F238E27FC236}">
                <a16:creationId xmlns:a16="http://schemas.microsoft.com/office/drawing/2014/main" id="{BF75F3EE-71D8-4276-8F79-11205393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7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4857">
            <a:extLst xmlns:a="http://schemas.openxmlformats.org/drawingml/2006/main">
              <a:ext uri="{FF2B5EF4-FFF2-40B4-BE49-F238E27FC236}">
                <a16:creationId xmlns:a16="http://schemas.microsoft.com/office/drawing/2014/main" id="{3423ADED-4904-4C9A-98A0-0ACCE905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6767" y="46653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4858">
            <a:extLst xmlns:a="http://schemas.openxmlformats.org/drawingml/2006/main">
              <a:ext uri="{FF2B5EF4-FFF2-40B4-BE49-F238E27FC236}">
                <a16:creationId xmlns:a16="http://schemas.microsoft.com/office/drawing/2014/main" id="{E27902CB-1991-4D32-AE96-36B5257D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0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4859">
            <a:extLst xmlns:a="http://schemas.openxmlformats.org/drawingml/2006/main">
              <a:ext uri="{FF2B5EF4-FFF2-40B4-BE49-F238E27FC236}">
                <a16:creationId xmlns:a16="http://schemas.microsoft.com/office/drawing/2014/main" id="{98CDEB9B-2484-4366-AD28-1948431A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4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4860">
            <a:extLst xmlns:a="http://schemas.openxmlformats.org/drawingml/2006/main">
              <a:ext uri="{FF2B5EF4-FFF2-40B4-BE49-F238E27FC236}">
                <a16:creationId xmlns:a16="http://schemas.microsoft.com/office/drawing/2014/main" id="{702DDB02-35E4-4D29-B35C-3A50C346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76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4861">
            <a:extLst xmlns:a="http://schemas.openxmlformats.org/drawingml/2006/main">
              <a:ext uri="{FF2B5EF4-FFF2-40B4-BE49-F238E27FC236}">
                <a16:creationId xmlns:a16="http://schemas.microsoft.com/office/drawing/2014/main" id="{146E01F7-7495-4BA4-A625-86ECD921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077" y="53926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4862">
            <a:extLst xmlns:a="http://schemas.openxmlformats.org/drawingml/2006/main">
              <a:ext uri="{FF2B5EF4-FFF2-40B4-BE49-F238E27FC236}">
                <a16:creationId xmlns:a16="http://schemas.microsoft.com/office/drawing/2014/main" id="{C969F1F2-70CE-4325-A7DF-F8CD2136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482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4863">
            <a:extLst xmlns:a="http://schemas.openxmlformats.org/drawingml/2006/main">
              <a:ext uri="{FF2B5EF4-FFF2-40B4-BE49-F238E27FC236}">
                <a16:creationId xmlns:a16="http://schemas.microsoft.com/office/drawing/2014/main" id="{6EB84E7C-57CE-4237-85DB-BD9E65A1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637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4864">
            <a:extLst xmlns:a="http://schemas.openxmlformats.org/drawingml/2006/main">
              <a:ext uri="{FF2B5EF4-FFF2-40B4-BE49-F238E27FC236}">
                <a16:creationId xmlns:a16="http://schemas.microsoft.com/office/drawing/2014/main" id="{321EFBCE-3B70-49AB-B312-3AAC79B8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4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4865">
            <a:extLst xmlns:a="http://schemas.openxmlformats.org/drawingml/2006/main">
              <a:ext uri="{FF2B5EF4-FFF2-40B4-BE49-F238E27FC236}">
                <a16:creationId xmlns:a16="http://schemas.microsoft.com/office/drawing/2014/main" id="{044F3612-3FFE-480E-B786-B28A0034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4859" y="51530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4866">
            <a:extLst xmlns:a="http://schemas.openxmlformats.org/drawingml/2006/main">
              <a:ext uri="{FF2B5EF4-FFF2-40B4-BE49-F238E27FC236}">
                <a16:creationId xmlns:a16="http://schemas.microsoft.com/office/drawing/2014/main" id="{50C0DAE2-DB06-436B-8505-28D1CC1C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592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4867">
            <a:extLst xmlns:a="http://schemas.openxmlformats.org/drawingml/2006/main">
              <a:ext uri="{FF2B5EF4-FFF2-40B4-BE49-F238E27FC236}">
                <a16:creationId xmlns:a16="http://schemas.microsoft.com/office/drawing/2014/main" id="{C6F5CA78-40E5-4C41-9056-B7588F4F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731" y="46653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4868">
            <a:extLst xmlns:a="http://schemas.openxmlformats.org/drawingml/2006/main">
              <a:ext uri="{FF2B5EF4-FFF2-40B4-BE49-F238E27FC236}">
                <a16:creationId xmlns:a16="http://schemas.microsoft.com/office/drawing/2014/main" id="{1AF2430C-2566-4469-A8D3-BB8FDA90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4869">
            <a:extLst xmlns:a="http://schemas.openxmlformats.org/drawingml/2006/main">
              <a:ext uri="{FF2B5EF4-FFF2-40B4-BE49-F238E27FC236}">
                <a16:creationId xmlns:a16="http://schemas.microsoft.com/office/drawing/2014/main" id="{7DD2C253-286E-44DB-B4BF-E9818551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3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4870">
            <a:extLst xmlns:a="http://schemas.openxmlformats.org/drawingml/2006/main">
              <a:ext uri="{FF2B5EF4-FFF2-40B4-BE49-F238E27FC236}">
                <a16:creationId xmlns:a16="http://schemas.microsoft.com/office/drawing/2014/main" id="{B98CAD79-3036-4C00-8EE4-24F6E487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479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4871">
            <a:extLst xmlns:a="http://schemas.openxmlformats.org/drawingml/2006/main">
              <a:ext uri="{FF2B5EF4-FFF2-40B4-BE49-F238E27FC236}">
                <a16:creationId xmlns:a16="http://schemas.microsoft.com/office/drawing/2014/main" id="{BE6912AA-951C-478C-A386-E00E9F7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265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4872">
            <a:extLst xmlns:a="http://schemas.openxmlformats.org/drawingml/2006/main">
              <a:ext uri="{FF2B5EF4-FFF2-40B4-BE49-F238E27FC236}">
                <a16:creationId xmlns:a16="http://schemas.microsoft.com/office/drawing/2014/main" id="{5527F461-E9C1-4DEF-BF36-A54BDFB8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09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4873">
            <a:extLst xmlns:a="http://schemas.openxmlformats.org/drawingml/2006/main">
              <a:ext uri="{FF2B5EF4-FFF2-40B4-BE49-F238E27FC236}">
                <a16:creationId xmlns:a16="http://schemas.microsoft.com/office/drawing/2014/main" id="{DB6BA8C5-C723-4712-9011-BF62055E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684" y="5285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4874">
            <a:extLst xmlns:a="http://schemas.openxmlformats.org/drawingml/2006/main">
              <a:ext uri="{FF2B5EF4-FFF2-40B4-BE49-F238E27FC236}">
                <a16:creationId xmlns:a16="http://schemas.microsoft.com/office/drawing/2014/main" id="{CB6FD704-304A-47ED-A0D1-FFDE18EF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5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4875">
            <a:extLst xmlns:a="http://schemas.openxmlformats.org/drawingml/2006/main">
              <a:ext uri="{FF2B5EF4-FFF2-40B4-BE49-F238E27FC236}">
                <a16:creationId xmlns:a16="http://schemas.microsoft.com/office/drawing/2014/main" id="{AAC833FC-D9B6-40A8-B5F8-FBF55A3F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607" y="50259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4876">
            <a:extLst xmlns:a="http://schemas.openxmlformats.org/drawingml/2006/main">
              <a:ext uri="{FF2B5EF4-FFF2-40B4-BE49-F238E27FC236}">
                <a16:creationId xmlns:a16="http://schemas.microsoft.com/office/drawing/2014/main" id="{C110B6E0-DAB8-43D1-BD74-22D62081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4376" y="53733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4877">
            <a:extLst xmlns:a="http://schemas.openxmlformats.org/drawingml/2006/main">
              <a:ext uri="{FF2B5EF4-FFF2-40B4-BE49-F238E27FC236}">
                <a16:creationId xmlns:a16="http://schemas.microsoft.com/office/drawing/2014/main" id="{77665EF9-40C1-4308-AC3A-2E5BA2EE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317" y="44871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4878">
            <a:extLst xmlns:a="http://schemas.openxmlformats.org/drawingml/2006/main">
              <a:ext uri="{FF2B5EF4-FFF2-40B4-BE49-F238E27FC236}">
                <a16:creationId xmlns:a16="http://schemas.microsoft.com/office/drawing/2014/main" id="{8F504442-D937-4BBE-932B-C18E0B35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317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4879">
            <a:extLst xmlns:a="http://schemas.openxmlformats.org/drawingml/2006/main">
              <a:ext uri="{FF2B5EF4-FFF2-40B4-BE49-F238E27FC236}">
                <a16:creationId xmlns:a16="http://schemas.microsoft.com/office/drawing/2014/main" id="{7A939FE4-6D23-461B-9C49-1335B73B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314" y="44001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4880">
            <a:extLst xmlns:a="http://schemas.openxmlformats.org/drawingml/2006/main">
              <a:ext uri="{FF2B5EF4-FFF2-40B4-BE49-F238E27FC236}">
                <a16:creationId xmlns:a16="http://schemas.microsoft.com/office/drawing/2014/main" id="{8F605CF6-DA05-4F7A-9A5B-9935E3FF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7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4881">
            <a:extLst xmlns:a="http://schemas.openxmlformats.org/drawingml/2006/main">
              <a:ext uri="{FF2B5EF4-FFF2-40B4-BE49-F238E27FC236}">
                <a16:creationId xmlns:a16="http://schemas.microsoft.com/office/drawing/2014/main" id="{05A6AE17-FA7F-472E-8E50-A51B5B31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0595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4882">
            <a:extLst xmlns:a="http://schemas.openxmlformats.org/drawingml/2006/main">
              <a:ext uri="{FF2B5EF4-FFF2-40B4-BE49-F238E27FC236}">
                <a16:creationId xmlns:a16="http://schemas.microsoft.com/office/drawing/2014/main" id="{817614D4-1FBD-40B0-A2FE-1301B61D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213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4883">
            <a:extLst xmlns:a="http://schemas.openxmlformats.org/drawingml/2006/main">
              <a:ext uri="{FF2B5EF4-FFF2-40B4-BE49-F238E27FC236}">
                <a16:creationId xmlns:a16="http://schemas.microsoft.com/office/drawing/2014/main" id="{20C7D8AA-6EBB-41AF-96FB-CBA119EE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9720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4884">
            <a:extLst xmlns:a="http://schemas.openxmlformats.org/drawingml/2006/main">
              <a:ext uri="{FF2B5EF4-FFF2-40B4-BE49-F238E27FC236}">
                <a16:creationId xmlns:a16="http://schemas.microsoft.com/office/drawing/2014/main" id="{15BFC046-BA7C-4C53-8296-17DDFCCC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912" y="48776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4885">
            <a:extLst xmlns:a="http://schemas.openxmlformats.org/drawingml/2006/main">
              <a:ext uri="{FF2B5EF4-FFF2-40B4-BE49-F238E27FC236}">
                <a16:creationId xmlns:a16="http://schemas.microsoft.com/office/drawing/2014/main" id="{BF78F68B-E76A-4494-A517-086DD338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07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4886">
            <a:extLst xmlns:a="http://schemas.openxmlformats.org/drawingml/2006/main">
              <a:ext uri="{FF2B5EF4-FFF2-40B4-BE49-F238E27FC236}">
                <a16:creationId xmlns:a16="http://schemas.microsoft.com/office/drawing/2014/main" id="{3E550967-7243-433B-9E43-F5219144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090" y="43002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4887">
            <a:extLst xmlns:a="http://schemas.openxmlformats.org/drawingml/2006/main">
              <a:ext uri="{FF2B5EF4-FFF2-40B4-BE49-F238E27FC236}">
                <a16:creationId xmlns:a16="http://schemas.microsoft.com/office/drawing/2014/main" id="{85C92D48-A840-4E82-BC35-18B2383E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827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4888">
            <a:extLst xmlns:a="http://schemas.openxmlformats.org/drawingml/2006/main">
              <a:ext uri="{FF2B5EF4-FFF2-40B4-BE49-F238E27FC236}">
                <a16:creationId xmlns:a16="http://schemas.microsoft.com/office/drawing/2014/main" id="{990986EA-28E0-437B-91DD-C69D4849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749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4889">
            <a:extLst xmlns:a="http://schemas.openxmlformats.org/drawingml/2006/main">
              <a:ext uri="{FF2B5EF4-FFF2-40B4-BE49-F238E27FC236}">
                <a16:creationId xmlns:a16="http://schemas.microsoft.com/office/drawing/2014/main" id="{9AF26C32-A0E9-4E0D-9772-58D3C8CB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783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4890">
            <a:extLst xmlns:a="http://schemas.openxmlformats.org/drawingml/2006/main">
              <a:ext uri="{FF2B5EF4-FFF2-40B4-BE49-F238E27FC236}">
                <a16:creationId xmlns:a16="http://schemas.microsoft.com/office/drawing/2014/main" id="{C4D4FD64-519E-4867-9055-3BF1E433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484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4891">
            <a:extLst xmlns:a="http://schemas.openxmlformats.org/drawingml/2006/main">
              <a:ext uri="{FF2B5EF4-FFF2-40B4-BE49-F238E27FC236}">
                <a16:creationId xmlns:a16="http://schemas.microsoft.com/office/drawing/2014/main" id="{4EB1AC38-1F41-4065-B115-254FAF34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16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4892">
            <a:extLst xmlns:a="http://schemas.openxmlformats.org/drawingml/2006/main">
              <a:ext uri="{FF2B5EF4-FFF2-40B4-BE49-F238E27FC236}">
                <a16:creationId xmlns:a16="http://schemas.microsoft.com/office/drawing/2014/main" id="{CF151823-B151-4056-8201-484E5531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30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4893">
            <a:extLst xmlns:a="http://schemas.openxmlformats.org/drawingml/2006/main">
              <a:ext uri="{FF2B5EF4-FFF2-40B4-BE49-F238E27FC236}">
                <a16:creationId xmlns:a16="http://schemas.microsoft.com/office/drawing/2014/main" id="{0F24A879-22CD-4E07-B87B-273D1BE8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013" y="44980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4894">
            <a:extLst xmlns:a="http://schemas.openxmlformats.org/drawingml/2006/main">
              <a:ext uri="{FF2B5EF4-FFF2-40B4-BE49-F238E27FC236}">
                <a16:creationId xmlns:a16="http://schemas.microsoft.com/office/drawing/2014/main" id="{E3FA1112-819A-43FE-A24D-BF41FFE2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893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4895">
            <a:extLst xmlns:a="http://schemas.openxmlformats.org/drawingml/2006/main">
              <a:ext uri="{FF2B5EF4-FFF2-40B4-BE49-F238E27FC236}">
                <a16:creationId xmlns:a16="http://schemas.microsoft.com/office/drawing/2014/main" id="{E49C7F8A-0D20-411F-9C6E-98E0A146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1577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4896">
            <a:extLst xmlns:a="http://schemas.openxmlformats.org/drawingml/2006/main">
              <a:ext uri="{FF2B5EF4-FFF2-40B4-BE49-F238E27FC236}">
                <a16:creationId xmlns:a16="http://schemas.microsoft.com/office/drawing/2014/main" id="{3FCC1D0D-D7A8-44F7-9428-A2D959B8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2391" y="49879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4897">
            <a:extLst xmlns:a="http://schemas.openxmlformats.org/drawingml/2006/main">
              <a:ext uri="{FF2B5EF4-FFF2-40B4-BE49-F238E27FC236}">
                <a16:creationId xmlns:a16="http://schemas.microsoft.com/office/drawing/2014/main" id="{6F2214B1-7AB8-4DAF-9A4C-4B4F8D32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35" y="47060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4898">
            <a:extLst xmlns:a="http://schemas.openxmlformats.org/drawingml/2006/main">
              <a:ext uri="{FF2B5EF4-FFF2-40B4-BE49-F238E27FC236}">
                <a16:creationId xmlns:a16="http://schemas.microsoft.com/office/drawing/2014/main" id="{C54F46F1-0AA8-47D4-837C-D72087DB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4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4899">
            <a:extLst xmlns:a="http://schemas.openxmlformats.org/drawingml/2006/main">
              <a:ext uri="{FF2B5EF4-FFF2-40B4-BE49-F238E27FC236}">
                <a16:creationId xmlns:a16="http://schemas.microsoft.com/office/drawing/2014/main" id="{1AC84639-1242-4DF7-A6F9-F887DD80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7465" y="47617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4900">
            <a:extLst xmlns:a="http://schemas.openxmlformats.org/drawingml/2006/main">
              <a:ext uri="{FF2B5EF4-FFF2-40B4-BE49-F238E27FC236}">
                <a16:creationId xmlns:a16="http://schemas.microsoft.com/office/drawing/2014/main" id="{F56CACDE-098E-4076-B4E5-4A953751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002" y="50767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4901">
            <a:extLst xmlns:a="http://schemas.openxmlformats.org/drawingml/2006/main">
              <a:ext uri="{FF2B5EF4-FFF2-40B4-BE49-F238E27FC236}">
                <a16:creationId xmlns:a16="http://schemas.microsoft.com/office/drawing/2014/main" id="{6B20DACF-1EBA-47F7-BB1A-AA0CB4A2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78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4902">
            <a:extLst xmlns:a="http://schemas.openxmlformats.org/drawingml/2006/main">
              <a:ext uri="{FF2B5EF4-FFF2-40B4-BE49-F238E27FC236}">
                <a16:creationId xmlns:a16="http://schemas.microsoft.com/office/drawing/2014/main" id="{CD3F8019-27B4-4C31-9088-6FA167E3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6452" y="5218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4903">
            <a:extLst xmlns:a="http://schemas.openxmlformats.org/drawingml/2006/main">
              <a:ext uri="{FF2B5EF4-FFF2-40B4-BE49-F238E27FC236}">
                <a16:creationId xmlns:a16="http://schemas.microsoft.com/office/drawing/2014/main" id="{3AFF2CC6-2276-4B10-85E9-F8ECC132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406" y="52666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4904">
            <a:extLst xmlns:a="http://schemas.openxmlformats.org/drawingml/2006/main">
              <a:ext uri="{FF2B5EF4-FFF2-40B4-BE49-F238E27FC236}">
                <a16:creationId xmlns:a16="http://schemas.microsoft.com/office/drawing/2014/main" id="{98F679E2-03C4-42D9-8E59-0AAB5AB2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29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4905">
            <a:extLst xmlns:a="http://schemas.openxmlformats.org/drawingml/2006/main">
              <a:ext uri="{FF2B5EF4-FFF2-40B4-BE49-F238E27FC236}">
                <a16:creationId xmlns:a16="http://schemas.microsoft.com/office/drawing/2014/main" id="{864B0137-A54E-4294-AA6F-D72A6252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53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4906">
            <a:extLst xmlns:a="http://schemas.openxmlformats.org/drawingml/2006/main">
              <a:ext uri="{FF2B5EF4-FFF2-40B4-BE49-F238E27FC236}">
                <a16:creationId xmlns:a16="http://schemas.microsoft.com/office/drawing/2014/main" id="{490A1488-92BC-4A43-9560-52379589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2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4907">
            <a:extLst xmlns:a="http://schemas.openxmlformats.org/drawingml/2006/main">
              <a:ext uri="{FF2B5EF4-FFF2-40B4-BE49-F238E27FC236}">
                <a16:creationId xmlns:a16="http://schemas.microsoft.com/office/drawing/2014/main" id="{64D87217-F72F-45D7-86CA-23939B26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44" y="50989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4908">
            <a:extLst xmlns:a="http://schemas.openxmlformats.org/drawingml/2006/main">
              <a:ext uri="{FF2B5EF4-FFF2-40B4-BE49-F238E27FC236}">
                <a16:creationId xmlns:a16="http://schemas.microsoft.com/office/drawing/2014/main" id="{1CEE3AD7-6E85-4779-B460-93FEE921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734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4909">
            <a:extLst xmlns:a="http://schemas.openxmlformats.org/drawingml/2006/main">
              <a:ext uri="{FF2B5EF4-FFF2-40B4-BE49-F238E27FC236}">
                <a16:creationId xmlns:a16="http://schemas.microsoft.com/office/drawing/2014/main" id="{B0C18B85-D4E7-4143-8594-BBFD892A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603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4910">
            <a:extLst xmlns:a="http://schemas.openxmlformats.org/drawingml/2006/main">
              <a:ext uri="{FF2B5EF4-FFF2-40B4-BE49-F238E27FC236}">
                <a16:creationId xmlns:a16="http://schemas.microsoft.com/office/drawing/2014/main" id="{E98A59BA-B87A-4CF2-B839-D92F42AC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476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4911">
            <a:extLst xmlns:a="http://schemas.openxmlformats.org/drawingml/2006/main">
              <a:ext uri="{FF2B5EF4-FFF2-40B4-BE49-F238E27FC236}">
                <a16:creationId xmlns:a16="http://schemas.microsoft.com/office/drawing/2014/main" id="{29A15A85-D016-40EF-A7E4-E0CE11F9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0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4912">
            <a:extLst xmlns:a="http://schemas.openxmlformats.org/drawingml/2006/main">
              <a:ext uri="{FF2B5EF4-FFF2-40B4-BE49-F238E27FC236}">
                <a16:creationId xmlns:a16="http://schemas.microsoft.com/office/drawing/2014/main" id="{6AD3BA72-A796-40D9-AF2B-64AE2B07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34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4913">
            <a:extLst xmlns:a="http://schemas.openxmlformats.org/drawingml/2006/main">
              <a:ext uri="{FF2B5EF4-FFF2-40B4-BE49-F238E27FC236}">
                <a16:creationId xmlns:a16="http://schemas.microsoft.com/office/drawing/2014/main" id="{74AC488A-8495-4E5D-863B-9B4FB214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8206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4914">
            <a:extLst xmlns:a="http://schemas.openxmlformats.org/drawingml/2006/main">
              <a:ext uri="{FF2B5EF4-FFF2-40B4-BE49-F238E27FC236}">
                <a16:creationId xmlns:a16="http://schemas.microsoft.com/office/drawing/2014/main" id="{D3265BB6-9957-4B48-9901-9CB11E6C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898" y="44671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4915">
            <a:extLst xmlns:a="http://schemas.openxmlformats.org/drawingml/2006/main">
              <a:ext uri="{FF2B5EF4-FFF2-40B4-BE49-F238E27FC236}">
                <a16:creationId xmlns:a16="http://schemas.microsoft.com/office/drawing/2014/main" id="{757F9DE4-2289-4B77-965F-07CB287B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727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4916">
            <a:extLst xmlns:a="http://schemas.openxmlformats.org/drawingml/2006/main">
              <a:ext uri="{FF2B5EF4-FFF2-40B4-BE49-F238E27FC236}">
                <a16:creationId xmlns:a16="http://schemas.microsoft.com/office/drawing/2014/main" id="{BA2B4F8B-41AA-4FB1-9F35-D2F4A73F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70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4917">
            <a:extLst xmlns:a="http://schemas.openxmlformats.org/drawingml/2006/main">
              <a:ext uri="{FF2B5EF4-FFF2-40B4-BE49-F238E27FC236}">
                <a16:creationId xmlns:a16="http://schemas.microsoft.com/office/drawing/2014/main" id="{67DDBBD6-CB8D-48F2-97B8-0B664719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06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4918">
            <a:extLst xmlns:a="http://schemas.openxmlformats.org/drawingml/2006/main">
              <a:ext uri="{FF2B5EF4-FFF2-40B4-BE49-F238E27FC236}">
                <a16:creationId xmlns:a16="http://schemas.microsoft.com/office/drawing/2014/main" id="{F5AB6378-E5EC-45F3-AA9D-517DF451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845" y="53806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4919">
            <a:extLst xmlns:a="http://schemas.openxmlformats.org/drawingml/2006/main">
              <a:ext uri="{FF2B5EF4-FFF2-40B4-BE49-F238E27FC236}">
                <a16:creationId xmlns:a16="http://schemas.microsoft.com/office/drawing/2014/main" id="{42342F2D-09FE-4979-A144-FED74C26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66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4920">
            <a:extLst xmlns:a="http://schemas.openxmlformats.org/drawingml/2006/main">
              <a:ext uri="{FF2B5EF4-FFF2-40B4-BE49-F238E27FC236}">
                <a16:creationId xmlns:a16="http://schemas.microsoft.com/office/drawing/2014/main" id="{701EA73E-8740-4AF4-9D8B-F23E8564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1507" y="45038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4921">
            <a:extLst xmlns:a="http://schemas.openxmlformats.org/drawingml/2006/main">
              <a:ext uri="{FF2B5EF4-FFF2-40B4-BE49-F238E27FC236}">
                <a16:creationId xmlns:a16="http://schemas.microsoft.com/office/drawing/2014/main" id="{0AE3CAF8-22B4-4A02-9043-FCF2646D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438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4922">
            <a:extLst xmlns:a="http://schemas.openxmlformats.org/drawingml/2006/main">
              <a:ext uri="{FF2B5EF4-FFF2-40B4-BE49-F238E27FC236}">
                <a16:creationId xmlns:a16="http://schemas.microsoft.com/office/drawing/2014/main" id="{148EB4B1-7F1C-48A9-9C88-D6FDD8BF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7939" y="43551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4923">
            <a:extLst xmlns:a="http://schemas.openxmlformats.org/drawingml/2006/main">
              <a:ext uri="{FF2B5EF4-FFF2-40B4-BE49-F238E27FC236}">
                <a16:creationId xmlns:a16="http://schemas.microsoft.com/office/drawing/2014/main" id="{B11EA61A-EB01-456E-9534-AE9FA967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6022" y="42106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4924">
            <a:extLst xmlns:a="http://schemas.openxmlformats.org/drawingml/2006/main">
              <a:ext uri="{FF2B5EF4-FFF2-40B4-BE49-F238E27FC236}">
                <a16:creationId xmlns:a16="http://schemas.microsoft.com/office/drawing/2014/main" id="{A1F11719-7B82-4D89-9775-B6D9FF3A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4110" y="52666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4925">
            <a:extLst xmlns:a="http://schemas.openxmlformats.org/drawingml/2006/main">
              <a:ext uri="{FF2B5EF4-FFF2-40B4-BE49-F238E27FC236}">
                <a16:creationId xmlns:a16="http://schemas.microsoft.com/office/drawing/2014/main" id="{8D53281F-4489-4EF2-8D7B-B42FE34B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071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4926">
            <a:extLst xmlns:a="http://schemas.openxmlformats.org/drawingml/2006/main">
              <a:ext uri="{FF2B5EF4-FFF2-40B4-BE49-F238E27FC236}">
                <a16:creationId xmlns:a16="http://schemas.microsoft.com/office/drawing/2014/main" id="{12E20BA5-B231-4230-8364-3EC1D64A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336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4927">
            <a:extLst xmlns:a="http://schemas.openxmlformats.org/drawingml/2006/main">
              <a:ext uri="{FF2B5EF4-FFF2-40B4-BE49-F238E27FC236}">
                <a16:creationId xmlns:a16="http://schemas.microsoft.com/office/drawing/2014/main" id="{6D40B3C1-C322-448A-A0CA-5362CDA1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91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4928">
            <a:extLst xmlns:a="http://schemas.openxmlformats.org/drawingml/2006/main">
              <a:ext uri="{FF2B5EF4-FFF2-40B4-BE49-F238E27FC236}">
                <a16:creationId xmlns:a16="http://schemas.microsoft.com/office/drawing/2014/main" id="{8D363280-2048-4541-8BBB-5E105890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15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4929">
            <a:extLst xmlns:a="http://schemas.openxmlformats.org/drawingml/2006/main">
              <a:ext uri="{FF2B5EF4-FFF2-40B4-BE49-F238E27FC236}">
                <a16:creationId xmlns:a16="http://schemas.microsoft.com/office/drawing/2014/main" id="{13437753-D9B3-467B-ABEB-AAE09D84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4970" y="41580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4930">
            <a:extLst xmlns:a="http://schemas.openxmlformats.org/drawingml/2006/main">
              <a:ext uri="{FF2B5EF4-FFF2-40B4-BE49-F238E27FC236}">
                <a16:creationId xmlns:a16="http://schemas.microsoft.com/office/drawing/2014/main" id="{466BA53A-FBB7-41CF-8610-56465FFD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992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4931">
            <a:extLst xmlns:a="http://schemas.openxmlformats.org/drawingml/2006/main">
              <a:ext uri="{FF2B5EF4-FFF2-40B4-BE49-F238E27FC236}">
                <a16:creationId xmlns:a16="http://schemas.microsoft.com/office/drawing/2014/main" id="{22B70DC4-7651-48E5-8604-F84AE5EA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269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4932">
            <a:extLst xmlns:a="http://schemas.openxmlformats.org/drawingml/2006/main">
              <a:ext uri="{FF2B5EF4-FFF2-40B4-BE49-F238E27FC236}">
                <a16:creationId xmlns:a16="http://schemas.microsoft.com/office/drawing/2014/main" id="{49FD0019-F3C4-4511-AEDA-F7754A98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5772" y="4751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4933">
            <a:extLst xmlns:a="http://schemas.openxmlformats.org/drawingml/2006/main">
              <a:ext uri="{FF2B5EF4-FFF2-40B4-BE49-F238E27FC236}">
                <a16:creationId xmlns:a16="http://schemas.microsoft.com/office/drawing/2014/main" id="{9BAD5E35-40C7-4EFC-95B1-01818DC5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5954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4934">
            <a:extLst xmlns:a="http://schemas.openxmlformats.org/drawingml/2006/main">
              <a:ext uri="{FF2B5EF4-FFF2-40B4-BE49-F238E27FC236}">
                <a16:creationId xmlns:a16="http://schemas.microsoft.com/office/drawing/2014/main" id="{FA187338-1845-426C-9632-62489CF7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635" y="4751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4935">
            <a:extLst xmlns:a="http://schemas.openxmlformats.org/drawingml/2006/main">
              <a:ext uri="{FF2B5EF4-FFF2-40B4-BE49-F238E27FC236}">
                <a16:creationId xmlns:a16="http://schemas.microsoft.com/office/drawing/2014/main" id="{5A0C7379-E674-44A6-8D77-11E13731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21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4936">
            <a:extLst xmlns:a="http://schemas.openxmlformats.org/drawingml/2006/main">
              <a:ext uri="{FF2B5EF4-FFF2-40B4-BE49-F238E27FC236}">
                <a16:creationId xmlns:a16="http://schemas.microsoft.com/office/drawing/2014/main" id="{1D92DD25-4B8C-4814-BC7B-E0760CA9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999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4937">
            <a:extLst xmlns:a="http://schemas.openxmlformats.org/drawingml/2006/main">
              <a:ext uri="{FF2B5EF4-FFF2-40B4-BE49-F238E27FC236}">
                <a16:creationId xmlns:a16="http://schemas.microsoft.com/office/drawing/2014/main" id="{13CF2759-122F-42A1-901A-5EE43932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272" y="50348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4938">
            <a:extLst xmlns:a="http://schemas.openxmlformats.org/drawingml/2006/main">
              <a:ext uri="{FF2B5EF4-FFF2-40B4-BE49-F238E27FC236}">
                <a16:creationId xmlns:a16="http://schemas.microsoft.com/office/drawing/2014/main" id="{3050A090-E576-4B45-A911-5A94894C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6205" y="53173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4939">
            <a:extLst xmlns:a="http://schemas.openxmlformats.org/drawingml/2006/main">
              <a:ext uri="{FF2B5EF4-FFF2-40B4-BE49-F238E27FC236}">
                <a16:creationId xmlns:a16="http://schemas.microsoft.com/office/drawing/2014/main" id="{DBC76E9D-A68D-43A9-BE2E-9B2C7011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112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4940">
            <a:extLst xmlns:a="http://schemas.openxmlformats.org/drawingml/2006/main">
              <a:ext uri="{FF2B5EF4-FFF2-40B4-BE49-F238E27FC236}">
                <a16:creationId xmlns:a16="http://schemas.microsoft.com/office/drawing/2014/main" id="{0BB1138D-B442-4D58-8207-49899A99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496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4941">
            <a:extLst xmlns:a="http://schemas.openxmlformats.org/drawingml/2006/main">
              <a:ext uri="{FF2B5EF4-FFF2-40B4-BE49-F238E27FC236}">
                <a16:creationId xmlns:a16="http://schemas.microsoft.com/office/drawing/2014/main" id="{A6516563-5C7D-417A-BBA1-3A3193CA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619" y="49962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4942">
            <a:extLst xmlns:a="http://schemas.openxmlformats.org/drawingml/2006/main">
              <a:ext uri="{FF2B5EF4-FFF2-40B4-BE49-F238E27FC236}">
                <a16:creationId xmlns:a16="http://schemas.microsoft.com/office/drawing/2014/main" id="{C14C5E6A-FE84-4F67-ABF1-31A7DC10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32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4943">
            <a:extLst xmlns:a="http://schemas.openxmlformats.org/drawingml/2006/main">
              <a:ext uri="{FF2B5EF4-FFF2-40B4-BE49-F238E27FC236}">
                <a16:creationId xmlns:a16="http://schemas.microsoft.com/office/drawing/2014/main" id="{8BAD5903-1722-4F08-98F5-9CF3B982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238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4944">
            <a:extLst xmlns:a="http://schemas.openxmlformats.org/drawingml/2006/main">
              <a:ext uri="{FF2B5EF4-FFF2-40B4-BE49-F238E27FC236}">
                <a16:creationId xmlns:a16="http://schemas.microsoft.com/office/drawing/2014/main" id="{7F3663E7-0EED-421D-9B80-589FD576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885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4945">
            <a:extLst xmlns:a="http://schemas.openxmlformats.org/drawingml/2006/main">
              <a:ext uri="{FF2B5EF4-FFF2-40B4-BE49-F238E27FC236}">
                <a16:creationId xmlns:a16="http://schemas.microsoft.com/office/drawing/2014/main" id="{789B6220-DF22-4D28-BE18-5FBCEDE4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7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4946">
            <a:extLst xmlns:a="http://schemas.openxmlformats.org/drawingml/2006/main">
              <a:ext uri="{FF2B5EF4-FFF2-40B4-BE49-F238E27FC236}">
                <a16:creationId xmlns:a16="http://schemas.microsoft.com/office/drawing/2014/main" id="{6600EAC9-281F-4789-A9E9-D53B6EED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67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4947">
            <a:extLst xmlns:a="http://schemas.openxmlformats.org/drawingml/2006/main">
              <a:ext uri="{FF2B5EF4-FFF2-40B4-BE49-F238E27FC236}">
                <a16:creationId xmlns:a16="http://schemas.microsoft.com/office/drawing/2014/main" id="{79D16AA4-AF81-4C99-ABA6-F4DF3E1E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70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4948">
            <a:extLst xmlns:a="http://schemas.openxmlformats.org/drawingml/2006/main">
              <a:ext uri="{FF2B5EF4-FFF2-40B4-BE49-F238E27FC236}">
                <a16:creationId xmlns:a16="http://schemas.microsoft.com/office/drawing/2014/main" id="{B82080BF-734D-43E6-8E58-D1CFF7A1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327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4949">
            <a:extLst xmlns:a="http://schemas.openxmlformats.org/drawingml/2006/main">
              <a:ext uri="{FF2B5EF4-FFF2-40B4-BE49-F238E27FC236}">
                <a16:creationId xmlns:a16="http://schemas.microsoft.com/office/drawing/2014/main" id="{C5AD62A8-0630-469E-8BB5-1BA17382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812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4950">
            <a:extLst xmlns:a="http://schemas.openxmlformats.org/drawingml/2006/main">
              <a:ext uri="{FF2B5EF4-FFF2-40B4-BE49-F238E27FC236}">
                <a16:creationId xmlns:a16="http://schemas.microsoft.com/office/drawing/2014/main" id="{BC82E232-9684-4953-A077-3141A07C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497" y="44980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4951">
            <a:extLst xmlns:a="http://schemas.openxmlformats.org/drawingml/2006/main">
              <a:ext uri="{FF2B5EF4-FFF2-40B4-BE49-F238E27FC236}">
                <a16:creationId xmlns:a16="http://schemas.microsoft.com/office/drawing/2014/main" id="{B875DEA8-635F-41CA-998A-7B9509C9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97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4952">
            <a:extLst xmlns:a="http://schemas.openxmlformats.org/drawingml/2006/main">
              <a:ext uri="{FF2B5EF4-FFF2-40B4-BE49-F238E27FC236}">
                <a16:creationId xmlns:a16="http://schemas.microsoft.com/office/drawing/2014/main" id="{3D614606-4934-477B-A465-A6A1BBA5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050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4953">
            <a:extLst xmlns:a="http://schemas.openxmlformats.org/drawingml/2006/main">
              <a:ext uri="{FF2B5EF4-FFF2-40B4-BE49-F238E27FC236}">
                <a16:creationId xmlns:a16="http://schemas.microsoft.com/office/drawing/2014/main" id="{D7B04614-188A-434D-A0DC-54522EBA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473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4954">
            <a:extLst xmlns:a="http://schemas.openxmlformats.org/drawingml/2006/main">
              <a:ext uri="{FF2B5EF4-FFF2-40B4-BE49-F238E27FC236}">
                <a16:creationId xmlns:a16="http://schemas.microsoft.com/office/drawing/2014/main" id="{D65D15B4-2A94-4816-BA92-829DBB96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03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4955">
            <a:extLst xmlns:a="http://schemas.openxmlformats.org/drawingml/2006/main">
              <a:ext uri="{FF2B5EF4-FFF2-40B4-BE49-F238E27FC236}">
                <a16:creationId xmlns:a16="http://schemas.microsoft.com/office/drawing/2014/main" id="{52A32AF3-5689-4F6B-8D3F-68238BAF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47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4956">
            <a:extLst xmlns:a="http://schemas.openxmlformats.org/drawingml/2006/main">
              <a:ext uri="{FF2B5EF4-FFF2-40B4-BE49-F238E27FC236}">
                <a16:creationId xmlns:a16="http://schemas.microsoft.com/office/drawing/2014/main" id="{C6E67B89-147C-401D-BBFC-C34D5610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6093" y="43443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4957">
            <a:extLst xmlns:a="http://schemas.openxmlformats.org/drawingml/2006/main">
              <a:ext uri="{FF2B5EF4-FFF2-40B4-BE49-F238E27FC236}">
                <a16:creationId xmlns:a16="http://schemas.microsoft.com/office/drawing/2014/main" id="{E3351744-92D7-4351-B6B1-3AC53A4E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75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4958">
            <a:extLst xmlns:a="http://schemas.openxmlformats.org/drawingml/2006/main">
              <a:ext uri="{FF2B5EF4-FFF2-40B4-BE49-F238E27FC236}">
                <a16:creationId xmlns:a16="http://schemas.microsoft.com/office/drawing/2014/main" id="{6C84AB16-BF24-4383-8735-CEDCFF2F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70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4959">
            <a:extLst xmlns:a="http://schemas.openxmlformats.org/drawingml/2006/main">
              <a:ext uri="{FF2B5EF4-FFF2-40B4-BE49-F238E27FC236}">
                <a16:creationId xmlns:a16="http://schemas.microsoft.com/office/drawing/2014/main" id="{07CA39C4-1DC6-49C2-9C52-79FB7979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65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4960">
            <a:extLst xmlns:a="http://schemas.openxmlformats.org/drawingml/2006/main">
              <a:ext uri="{FF2B5EF4-FFF2-40B4-BE49-F238E27FC236}">
                <a16:creationId xmlns:a16="http://schemas.microsoft.com/office/drawing/2014/main" id="{0C609CF8-4311-4C92-BB3D-A432A455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322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4961">
            <a:extLst xmlns:a="http://schemas.openxmlformats.org/drawingml/2006/main">
              <a:ext uri="{FF2B5EF4-FFF2-40B4-BE49-F238E27FC236}">
                <a16:creationId xmlns:a16="http://schemas.microsoft.com/office/drawing/2014/main" id="{6E768680-1813-4FB1-B4C7-FDD805B2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81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4962">
            <a:extLst xmlns:a="http://schemas.openxmlformats.org/drawingml/2006/main">
              <a:ext uri="{FF2B5EF4-FFF2-40B4-BE49-F238E27FC236}">
                <a16:creationId xmlns:a16="http://schemas.microsoft.com/office/drawing/2014/main" id="{CFEACF79-7B99-428B-BE76-B97A2B66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036" y="39022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4963">
            <a:extLst xmlns:a="http://schemas.openxmlformats.org/drawingml/2006/main">
              <a:ext uri="{FF2B5EF4-FFF2-40B4-BE49-F238E27FC236}">
                <a16:creationId xmlns:a16="http://schemas.microsoft.com/office/drawing/2014/main" id="{BCA6E992-D8A1-44CE-8F9F-E2D26B39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4634" y="50324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4964">
            <a:extLst xmlns:a="http://schemas.openxmlformats.org/drawingml/2006/main">
              <a:ext uri="{FF2B5EF4-FFF2-40B4-BE49-F238E27FC236}">
                <a16:creationId xmlns:a16="http://schemas.microsoft.com/office/drawing/2014/main" id="{64E53555-B937-4F53-A5E6-938AE5D9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4935" y="434738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4965">
            <a:extLst xmlns:a="http://schemas.openxmlformats.org/drawingml/2006/main">
              <a:ext uri="{FF2B5EF4-FFF2-40B4-BE49-F238E27FC236}">
                <a16:creationId xmlns:a16="http://schemas.microsoft.com/office/drawing/2014/main" id="{F27349E8-76F2-4D33-B29A-9DB8862B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9623" y="52957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4966">
            <a:extLst xmlns:a="http://schemas.openxmlformats.org/drawingml/2006/main">
              <a:ext uri="{FF2B5EF4-FFF2-40B4-BE49-F238E27FC236}">
                <a16:creationId xmlns:a16="http://schemas.microsoft.com/office/drawing/2014/main" id="{F09C42C0-2EB2-4F1C-878D-BB440CFC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822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4967">
            <a:extLst xmlns:a="http://schemas.openxmlformats.org/drawingml/2006/main">
              <a:ext uri="{FF2B5EF4-FFF2-40B4-BE49-F238E27FC236}">
                <a16:creationId xmlns:a16="http://schemas.microsoft.com/office/drawing/2014/main" id="{99A448CD-84AB-4D30-A624-1F348310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34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4968">
            <a:extLst xmlns:a="http://schemas.openxmlformats.org/drawingml/2006/main">
              <a:ext uri="{FF2B5EF4-FFF2-40B4-BE49-F238E27FC236}">
                <a16:creationId xmlns:a16="http://schemas.microsoft.com/office/drawing/2014/main" id="{1B8A7CAC-4264-4398-A780-01183DE3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857" y="53738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4969">
            <a:extLst xmlns:a="http://schemas.openxmlformats.org/drawingml/2006/main">
              <a:ext uri="{FF2B5EF4-FFF2-40B4-BE49-F238E27FC236}">
                <a16:creationId xmlns:a16="http://schemas.microsoft.com/office/drawing/2014/main" id="{C44B3FDA-6E0E-48AC-8EA4-F0C2FAC5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31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4970">
            <a:extLst xmlns:a="http://schemas.openxmlformats.org/drawingml/2006/main">
              <a:ext uri="{FF2B5EF4-FFF2-40B4-BE49-F238E27FC236}">
                <a16:creationId xmlns:a16="http://schemas.microsoft.com/office/drawing/2014/main" id="{42E2D7F5-7607-4E17-B3AB-16D72E62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994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4971">
            <a:extLst xmlns:a="http://schemas.openxmlformats.org/drawingml/2006/main">
              <a:ext uri="{FF2B5EF4-FFF2-40B4-BE49-F238E27FC236}">
                <a16:creationId xmlns:a16="http://schemas.microsoft.com/office/drawing/2014/main" id="{292BF85A-73DA-4F9B-AAAF-D66FAA37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559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4972">
            <a:extLst xmlns:a="http://schemas.openxmlformats.org/drawingml/2006/main">
              <a:ext uri="{FF2B5EF4-FFF2-40B4-BE49-F238E27FC236}">
                <a16:creationId xmlns:a16="http://schemas.microsoft.com/office/drawing/2014/main" id="{384A96A4-5C81-4DE9-9A9C-5776C56E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649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4973">
            <a:extLst xmlns:a="http://schemas.openxmlformats.org/drawingml/2006/main">
              <a:ext uri="{FF2B5EF4-FFF2-40B4-BE49-F238E27FC236}">
                <a16:creationId xmlns:a16="http://schemas.microsoft.com/office/drawing/2014/main" id="{7A19F285-E18C-4A40-9FAA-E2E5A928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43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4974">
            <a:extLst xmlns:a="http://schemas.openxmlformats.org/drawingml/2006/main">
              <a:ext uri="{FF2B5EF4-FFF2-40B4-BE49-F238E27FC236}">
                <a16:creationId xmlns:a16="http://schemas.microsoft.com/office/drawing/2014/main" id="{2978411E-3DB1-4A6E-B901-4230812D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18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4975">
            <a:extLst xmlns:a="http://schemas.openxmlformats.org/drawingml/2006/main">
              <a:ext uri="{FF2B5EF4-FFF2-40B4-BE49-F238E27FC236}">
                <a16:creationId xmlns:a16="http://schemas.microsoft.com/office/drawing/2014/main" id="{9B8173D0-9308-4DB1-BD94-A3B8A261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9986" y="47422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4976">
            <a:extLst xmlns:a="http://schemas.openxmlformats.org/drawingml/2006/main">
              <a:ext uri="{FF2B5EF4-FFF2-40B4-BE49-F238E27FC236}">
                <a16:creationId xmlns:a16="http://schemas.microsoft.com/office/drawing/2014/main" id="{BD621040-0778-4A1E-9D43-DE5D37BA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7700" y="5251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4977">
            <a:extLst xmlns:a="http://schemas.openxmlformats.org/drawingml/2006/main">
              <a:ext uri="{FF2B5EF4-FFF2-40B4-BE49-F238E27FC236}">
                <a16:creationId xmlns:a16="http://schemas.microsoft.com/office/drawing/2014/main" id="{234BBD73-570F-479C-9BD5-A1E199CB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84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4978">
            <a:extLst xmlns:a="http://schemas.openxmlformats.org/drawingml/2006/main">
              <a:ext uri="{FF2B5EF4-FFF2-40B4-BE49-F238E27FC236}">
                <a16:creationId xmlns:a16="http://schemas.microsoft.com/office/drawing/2014/main" id="{FEF44455-C127-45CF-97CF-F24F4AEC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326" y="415533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4979">
            <a:extLst xmlns:a="http://schemas.openxmlformats.org/drawingml/2006/main">
              <a:ext uri="{FF2B5EF4-FFF2-40B4-BE49-F238E27FC236}">
                <a16:creationId xmlns:a16="http://schemas.microsoft.com/office/drawing/2014/main" id="{1E634141-B551-4F6A-A7A2-3F48693E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7720" y="48823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4980">
            <a:extLst xmlns:a="http://schemas.openxmlformats.org/drawingml/2006/main">
              <a:ext uri="{FF2B5EF4-FFF2-40B4-BE49-F238E27FC236}">
                <a16:creationId xmlns:a16="http://schemas.microsoft.com/office/drawing/2014/main" id="{BC851B93-4D54-4B3A-9827-8FADD089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243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4981">
            <a:extLst xmlns:a="http://schemas.openxmlformats.org/drawingml/2006/main">
              <a:ext uri="{FF2B5EF4-FFF2-40B4-BE49-F238E27FC236}">
                <a16:creationId xmlns:a16="http://schemas.microsoft.com/office/drawing/2014/main" id="{E5FB4787-7838-4524-AD98-C928C8C2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988" y="39577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4982">
            <a:extLst xmlns:a="http://schemas.openxmlformats.org/drawingml/2006/main">
              <a:ext uri="{FF2B5EF4-FFF2-40B4-BE49-F238E27FC236}">
                <a16:creationId xmlns:a16="http://schemas.microsoft.com/office/drawing/2014/main" id="{E7F5671B-6C9E-42B2-A85B-3017E908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8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4983">
            <a:extLst xmlns:a="http://schemas.openxmlformats.org/drawingml/2006/main">
              <a:ext uri="{FF2B5EF4-FFF2-40B4-BE49-F238E27FC236}">
                <a16:creationId xmlns:a16="http://schemas.microsoft.com/office/drawing/2014/main" id="{DA36ABED-FB52-466B-84E7-70318BC8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93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4984">
            <a:extLst xmlns:a="http://schemas.openxmlformats.org/drawingml/2006/main">
              <a:ext uri="{FF2B5EF4-FFF2-40B4-BE49-F238E27FC236}">
                <a16:creationId xmlns:a16="http://schemas.microsoft.com/office/drawing/2014/main" id="{C94EF2C9-CEEA-4E87-B8FD-FF9F0B53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634" y="537905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4985">
            <a:extLst xmlns:a="http://schemas.openxmlformats.org/drawingml/2006/main">
              <a:ext uri="{FF2B5EF4-FFF2-40B4-BE49-F238E27FC236}">
                <a16:creationId xmlns:a16="http://schemas.microsoft.com/office/drawing/2014/main" id="{0CFBF2BA-4494-4243-97A5-E95B17B6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27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4986">
            <a:extLst xmlns:a="http://schemas.openxmlformats.org/drawingml/2006/main">
              <a:ext uri="{FF2B5EF4-FFF2-40B4-BE49-F238E27FC236}">
                <a16:creationId xmlns:a16="http://schemas.microsoft.com/office/drawing/2014/main" id="{2F8E30F5-2070-4862-A973-9E3FFCAC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014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4987">
            <a:extLst xmlns:a="http://schemas.openxmlformats.org/drawingml/2006/main">
              <a:ext uri="{FF2B5EF4-FFF2-40B4-BE49-F238E27FC236}">
                <a16:creationId xmlns:a16="http://schemas.microsoft.com/office/drawing/2014/main" id="{95D3355E-F1BB-46E6-A77F-BAA0EBF2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24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4988">
            <a:extLst xmlns:a="http://schemas.openxmlformats.org/drawingml/2006/main">
              <a:ext uri="{FF2B5EF4-FFF2-40B4-BE49-F238E27FC236}">
                <a16:creationId xmlns:a16="http://schemas.microsoft.com/office/drawing/2014/main" id="{36860606-5187-41BF-9FDB-46CC607A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28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4989">
            <a:extLst xmlns:a="http://schemas.openxmlformats.org/drawingml/2006/main">
              <a:ext uri="{FF2B5EF4-FFF2-40B4-BE49-F238E27FC236}">
                <a16:creationId xmlns:a16="http://schemas.microsoft.com/office/drawing/2014/main" id="{E77FD397-DA77-484F-9691-46DA2284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9602" y="43779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4990">
            <a:extLst xmlns:a="http://schemas.openxmlformats.org/drawingml/2006/main">
              <a:ext uri="{FF2B5EF4-FFF2-40B4-BE49-F238E27FC236}">
                <a16:creationId xmlns:a16="http://schemas.microsoft.com/office/drawing/2014/main" id="{BACB3F6C-3414-40C1-B23D-B7FC7198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89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4991">
            <a:extLst xmlns:a="http://schemas.openxmlformats.org/drawingml/2006/main">
              <a:ext uri="{FF2B5EF4-FFF2-40B4-BE49-F238E27FC236}">
                <a16:creationId xmlns:a16="http://schemas.microsoft.com/office/drawing/2014/main" id="{5930E452-3E07-4AA0-B8A2-C9EEEE5C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439" y="4283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4992">
            <a:extLst xmlns:a="http://schemas.openxmlformats.org/drawingml/2006/main">
              <a:ext uri="{FF2B5EF4-FFF2-40B4-BE49-F238E27FC236}">
                <a16:creationId xmlns:a16="http://schemas.microsoft.com/office/drawing/2014/main" id="{9096A582-56C0-4AB0-9333-88D95E20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9017" y="52085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4993">
            <a:extLst xmlns:a="http://schemas.openxmlformats.org/drawingml/2006/main">
              <a:ext uri="{FF2B5EF4-FFF2-40B4-BE49-F238E27FC236}">
                <a16:creationId xmlns:a16="http://schemas.microsoft.com/office/drawing/2014/main" id="{F75EC484-96B1-4B37-95D2-33545265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65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4994">
            <a:extLst xmlns:a="http://schemas.openxmlformats.org/drawingml/2006/main">
              <a:ext uri="{FF2B5EF4-FFF2-40B4-BE49-F238E27FC236}">
                <a16:creationId xmlns:a16="http://schemas.microsoft.com/office/drawing/2014/main" id="{52F6316B-C9FC-4434-A3C6-0F769423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60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4995">
            <a:extLst xmlns:a="http://schemas.openxmlformats.org/drawingml/2006/main">
              <a:ext uri="{FF2B5EF4-FFF2-40B4-BE49-F238E27FC236}">
                <a16:creationId xmlns:a16="http://schemas.microsoft.com/office/drawing/2014/main" id="{3FA13D89-41EB-45F3-A91C-1EFB74EC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7211" y="5209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4996">
            <a:extLst xmlns:a="http://schemas.openxmlformats.org/drawingml/2006/main">
              <a:ext uri="{FF2B5EF4-FFF2-40B4-BE49-F238E27FC236}">
                <a16:creationId xmlns:a16="http://schemas.microsoft.com/office/drawing/2014/main" id="{49AEFAFA-0A1D-4BA0-88A3-E09F13FC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234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4997">
            <a:extLst xmlns:a="http://schemas.openxmlformats.org/drawingml/2006/main">
              <a:ext uri="{FF2B5EF4-FFF2-40B4-BE49-F238E27FC236}">
                <a16:creationId xmlns:a16="http://schemas.microsoft.com/office/drawing/2014/main" id="{80585154-DE77-4785-B02E-D45CE898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94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4998">
            <a:extLst xmlns:a="http://schemas.openxmlformats.org/drawingml/2006/main">
              <a:ext uri="{FF2B5EF4-FFF2-40B4-BE49-F238E27FC236}">
                <a16:creationId xmlns:a16="http://schemas.microsoft.com/office/drawing/2014/main" id="{DF01A0F3-6D45-42D4-B8C8-C1C79152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18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4999">
            <a:extLst xmlns:a="http://schemas.openxmlformats.org/drawingml/2006/main">
              <a:ext uri="{FF2B5EF4-FFF2-40B4-BE49-F238E27FC236}">
                <a16:creationId xmlns:a16="http://schemas.microsoft.com/office/drawing/2014/main" id="{F8AFE007-D027-49E4-9AE9-1D725F2C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4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5000">
            <a:extLst xmlns:a="http://schemas.openxmlformats.org/drawingml/2006/main">
              <a:ext uri="{FF2B5EF4-FFF2-40B4-BE49-F238E27FC236}">
                <a16:creationId xmlns:a16="http://schemas.microsoft.com/office/drawing/2014/main" id="{2719EA90-6706-430F-85B1-72285791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67" y="50026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5001">
            <a:extLst xmlns:a="http://schemas.openxmlformats.org/drawingml/2006/main">
              <a:ext uri="{FF2B5EF4-FFF2-40B4-BE49-F238E27FC236}">
                <a16:creationId xmlns:a16="http://schemas.microsoft.com/office/drawing/2014/main" id="{71F83631-1572-4264-A5BE-475481B2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3962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5002">
            <a:extLst xmlns:a="http://schemas.openxmlformats.org/drawingml/2006/main">
              <a:ext uri="{FF2B5EF4-FFF2-40B4-BE49-F238E27FC236}">
                <a16:creationId xmlns:a16="http://schemas.microsoft.com/office/drawing/2014/main" id="{D6CE5F1B-D5AE-40C2-8878-53BE83D1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93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5003">
            <a:extLst xmlns:a="http://schemas.openxmlformats.org/drawingml/2006/main">
              <a:ext uri="{FF2B5EF4-FFF2-40B4-BE49-F238E27FC236}">
                <a16:creationId xmlns:a16="http://schemas.microsoft.com/office/drawing/2014/main" id="{D6DAE0A8-9A5E-4B29-8EB6-A5344793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19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5004">
            <a:extLst xmlns:a="http://schemas.openxmlformats.org/drawingml/2006/main">
              <a:ext uri="{FF2B5EF4-FFF2-40B4-BE49-F238E27FC236}">
                <a16:creationId xmlns:a16="http://schemas.microsoft.com/office/drawing/2014/main" id="{EAED10CC-4C70-4820-AED5-421D408B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32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5005">
            <a:extLst xmlns:a="http://schemas.openxmlformats.org/drawingml/2006/main">
              <a:ext uri="{FF2B5EF4-FFF2-40B4-BE49-F238E27FC236}">
                <a16:creationId xmlns:a16="http://schemas.microsoft.com/office/drawing/2014/main" id="{C7F506A5-A3EA-4534-B805-689F0551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8582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5006">
            <a:extLst xmlns:a="http://schemas.openxmlformats.org/drawingml/2006/main">
              <a:ext uri="{FF2B5EF4-FFF2-40B4-BE49-F238E27FC236}">
                <a16:creationId xmlns:a16="http://schemas.microsoft.com/office/drawing/2014/main" id="{2694291C-23D4-4E47-9C29-DBF390E6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450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5007">
            <a:extLst xmlns:a="http://schemas.openxmlformats.org/drawingml/2006/main">
              <a:ext uri="{FF2B5EF4-FFF2-40B4-BE49-F238E27FC236}">
                <a16:creationId xmlns:a16="http://schemas.microsoft.com/office/drawing/2014/main" id="{24669262-478B-4909-9B3A-C97973E6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28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5008">
            <a:extLst xmlns:a="http://schemas.openxmlformats.org/drawingml/2006/main">
              <a:ext uri="{FF2B5EF4-FFF2-40B4-BE49-F238E27FC236}">
                <a16:creationId xmlns:a16="http://schemas.microsoft.com/office/drawing/2014/main" id="{4B3D783B-DDD1-4E75-98B0-664F0BC3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8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5009">
            <a:extLst xmlns:a="http://schemas.openxmlformats.org/drawingml/2006/main">
              <a:ext uri="{FF2B5EF4-FFF2-40B4-BE49-F238E27FC236}">
                <a16:creationId xmlns:a16="http://schemas.microsoft.com/office/drawing/2014/main" id="{FAFC6F3C-94CC-41D8-89F0-5F79F80B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174" y="46359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5010">
            <a:extLst xmlns:a="http://schemas.openxmlformats.org/drawingml/2006/main">
              <a:ext uri="{FF2B5EF4-FFF2-40B4-BE49-F238E27FC236}">
                <a16:creationId xmlns:a16="http://schemas.microsoft.com/office/drawing/2014/main" id="{71BB9805-8000-4D73-983D-040336EE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752" y="47602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5011">
            <a:extLst xmlns:a="http://schemas.openxmlformats.org/drawingml/2006/main">
              <a:ext uri="{FF2B5EF4-FFF2-40B4-BE49-F238E27FC236}">
                <a16:creationId xmlns:a16="http://schemas.microsoft.com/office/drawing/2014/main" id="{B1C2F8A4-D54F-4817-A413-A46A7AAD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14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5012">
            <a:extLst xmlns:a="http://schemas.openxmlformats.org/drawingml/2006/main">
              <a:ext uri="{FF2B5EF4-FFF2-40B4-BE49-F238E27FC236}">
                <a16:creationId xmlns:a16="http://schemas.microsoft.com/office/drawing/2014/main" id="{C9221675-8BD8-4CD0-B9D6-F9450421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879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5013">
            <a:extLst xmlns:a="http://schemas.openxmlformats.org/drawingml/2006/main">
              <a:ext uri="{FF2B5EF4-FFF2-40B4-BE49-F238E27FC236}">
                <a16:creationId xmlns:a16="http://schemas.microsoft.com/office/drawing/2014/main" id="{EA677183-DCA9-49C1-9D4A-0382034A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566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5014">
            <a:extLst xmlns:a="http://schemas.openxmlformats.org/drawingml/2006/main">
              <a:ext uri="{FF2B5EF4-FFF2-40B4-BE49-F238E27FC236}">
                <a16:creationId xmlns:a16="http://schemas.microsoft.com/office/drawing/2014/main" id="{9415C8ED-350B-4008-9F4A-81A64574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81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5015">
            <a:extLst xmlns:a="http://schemas.openxmlformats.org/drawingml/2006/main">
              <a:ext uri="{FF2B5EF4-FFF2-40B4-BE49-F238E27FC236}">
                <a16:creationId xmlns:a16="http://schemas.microsoft.com/office/drawing/2014/main" id="{C8214105-98CF-43A0-BD04-3B53C075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700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5016">
            <a:extLst xmlns:a="http://schemas.openxmlformats.org/drawingml/2006/main">
              <a:ext uri="{FF2B5EF4-FFF2-40B4-BE49-F238E27FC236}">
                <a16:creationId xmlns:a16="http://schemas.microsoft.com/office/drawing/2014/main" id="{48406105-8F56-415D-8561-1B64475F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87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5017">
            <a:extLst xmlns:a="http://schemas.openxmlformats.org/drawingml/2006/main">
              <a:ext uri="{FF2B5EF4-FFF2-40B4-BE49-F238E27FC236}">
                <a16:creationId xmlns:a16="http://schemas.microsoft.com/office/drawing/2014/main" id="{86DC1586-1CC8-4D99-AF14-FC640D3A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0483" y="45433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5018">
            <a:extLst xmlns:a="http://schemas.openxmlformats.org/drawingml/2006/main">
              <a:ext uri="{FF2B5EF4-FFF2-40B4-BE49-F238E27FC236}">
                <a16:creationId xmlns:a16="http://schemas.microsoft.com/office/drawing/2014/main" id="{061D5FF0-DCBF-4E86-9218-B9FC4284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082" y="42629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5019">
            <a:extLst xmlns:a="http://schemas.openxmlformats.org/drawingml/2006/main">
              <a:ext uri="{FF2B5EF4-FFF2-40B4-BE49-F238E27FC236}">
                <a16:creationId xmlns:a16="http://schemas.microsoft.com/office/drawing/2014/main" id="{0498B879-435C-4698-B201-70196FAD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104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5020">
            <a:extLst xmlns:a="http://schemas.openxmlformats.org/drawingml/2006/main">
              <a:ext uri="{FF2B5EF4-FFF2-40B4-BE49-F238E27FC236}">
                <a16:creationId xmlns:a16="http://schemas.microsoft.com/office/drawing/2014/main" id="{83D999EB-7F1B-4DDA-AA4B-178B8DF3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51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5021">
            <a:extLst xmlns:a="http://schemas.openxmlformats.org/drawingml/2006/main">
              <a:ext uri="{FF2B5EF4-FFF2-40B4-BE49-F238E27FC236}">
                <a16:creationId xmlns:a16="http://schemas.microsoft.com/office/drawing/2014/main" id="{25050678-73CC-4C10-A134-57BBE6E6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632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5022">
            <a:extLst xmlns:a="http://schemas.openxmlformats.org/drawingml/2006/main">
              <a:ext uri="{FF2B5EF4-FFF2-40B4-BE49-F238E27FC236}">
                <a16:creationId xmlns:a16="http://schemas.microsoft.com/office/drawing/2014/main" id="{C2D4ED73-CF2D-49B3-A3E3-D15AE0E8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571" y="42393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5023">
            <a:extLst xmlns:a="http://schemas.openxmlformats.org/drawingml/2006/main">
              <a:ext uri="{FF2B5EF4-FFF2-40B4-BE49-F238E27FC236}">
                <a16:creationId xmlns:a16="http://schemas.microsoft.com/office/drawing/2014/main" id="{1980C7C2-D71B-4D80-9B74-B5FCD3A2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780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5024">
            <a:extLst xmlns:a="http://schemas.openxmlformats.org/drawingml/2006/main">
              <a:ext uri="{FF2B5EF4-FFF2-40B4-BE49-F238E27FC236}">
                <a16:creationId xmlns:a16="http://schemas.microsoft.com/office/drawing/2014/main" id="{3B3EDD67-9104-4E7C-8228-95595A42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324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5025">
            <a:extLst xmlns:a="http://schemas.openxmlformats.org/drawingml/2006/main">
              <a:ext uri="{FF2B5EF4-FFF2-40B4-BE49-F238E27FC236}">
                <a16:creationId xmlns:a16="http://schemas.microsoft.com/office/drawing/2014/main" id="{FBF3ECD2-5853-4291-9E5E-8AD8E8C8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9017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5026">
            <a:extLst xmlns:a="http://schemas.openxmlformats.org/drawingml/2006/main">
              <a:ext uri="{FF2B5EF4-FFF2-40B4-BE49-F238E27FC236}">
                <a16:creationId xmlns:a16="http://schemas.microsoft.com/office/drawing/2014/main" id="{028C0F2A-ABA9-4069-AB81-A6A3AED4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4284" y="44920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5027">
            <a:extLst xmlns:a="http://schemas.openxmlformats.org/drawingml/2006/main">
              <a:ext uri="{FF2B5EF4-FFF2-40B4-BE49-F238E27FC236}">
                <a16:creationId xmlns:a16="http://schemas.microsoft.com/office/drawing/2014/main" id="{C23DFD15-C2AE-4BAF-8A95-CE59A99A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4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5028">
            <a:extLst xmlns:a="http://schemas.openxmlformats.org/drawingml/2006/main">
              <a:ext uri="{FF2B5EF4-FFF2-40B4-BE49-F238E27FC236}">
                <a16:creationId xmlns:a16="http://schemas.microsoft.com/office/drawing/2014/main" id="{1EBDE307-A681-405E-9DBC-C41D4BE6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474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5029">
            <a:extLst xmlns:a="http://schemas.openxmlformats.org/drawingml/2006/main">
              <a:ext uri="{FF2B5EF4-FFF2-40B4-BE49-F238E27FC236}">
                <a16:creationId xmlns:a16="http://schemas.microsoft.com/office/drawing/2014/main" id="{DEF5C972-8A13-45A9-8ED8-4FDCD4A6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34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5030">
            <a:extLst xmlns:a="http://schemas.openxmlformats.org/drawingml/2006/main">
              <a:ext uri="{FF2B5EF4-FFF2-40B4-BE49-F238E27FC236}">
                <a16:creationId xmlns:a16="http://schemas.microsoft.com/office/drawing/2014/main" id="{5E5B4D52-8675-4506-9AC3-F3818607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84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5031">
            <a:extLst xmlns:a="http://schemas.openxmlformats.org/drawingml/2006/main">
              <a:ext uri="{FF2B5EF4-FFF2-40B4-BE49-F238E27FC236}">
                <a16:creationId xmlns:a16="http://schemas.microsoft.com/office/drawing/2014/main" id="{14628867-1803-4CB6-9F0C-78B85F21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9649" y="4724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5032">
            <a:extLst xmlns:a="http://schemas.openxmlformats.org/drawingml/2006/main">
              <a:ext uri="{FF2B5EF4-FFF2-40B4-BE49-F238E27FC236}">
                <a16:creationId xmlns:a16="http://schemas.microsoft.com/office/drawing/2014/main" id="{8B44E5AF-AADF-4007-8C52-94E0D01C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1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5033">
            <a:extLst xmlns:a="http://schemas.openxmlformats.org/drawingml/2006/main">
              <a:ext uri="{FF2B5EF4-FFF2-40B4-BE49-F238E27FC236}">
                <a16:creationId xmlns:a16="http://schemas.microsoft.com/office/drawing/2014/main" id="{58246BC1-BAD1-445E-BB18-4D45C998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4244" y="51079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5034">
            <a:extLst xmlns:a="http://schemas.openxmlformats.org/drawingml/2006/main">
              <a:ext uri="{FF2B5EF4-FFF2-40B4-BE49-F238E27FC236}">
                <a16:creationId xmlns:a16="http://schemas.microsoft.com/office/drawing/2014/main" id="{F894C6CF-926E-4E82-A248-23996499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73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5035">
            <a:extLst xmlns:a="http://schemas.openxmlformats.org/drawingml/2006/main">
              <a:ext uri="{FF2B5EF4-FFF2-40B4-BE49-F238E27FC236}">
                <a16:creationId xmlns:a16="http://schemas.microsoft.com/office/drawing/2014/main" id="{B4A8AA92-EE87-4D52-8439-14A86D7E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68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5036">
            <a:extLst xmlns:a="http://schemas.openxmlformats.org/drawingml/2006/main">
              <a:ext uri="{FF2B5EF4-FFF2-40B4-BE49-F238E27FC236}">
                <a16:creationId xmlns:a16="http://schemas.microsoft.com/office/drawing/2014/main" id="{39D517A3-EE24-42A7-B662-B3F63D3C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8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5037">
            <a:extLst xmlns:a="http://schemas.openxmlformats.org/drawingml/2006/main">
              <a:ext uri="{FF2B5EF4-FFF2-40B4-BE49-F238E27FC236}">
                <a16:creationId xmlns:a16="http://schemas.microsoft.com/office/drawing/2014/main" id="{247FB1E0-6AB8-468C-8D6D-D1142A6E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881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5038">
            <a:extLst xmlns:a="http://schemas.openxmlformats.org/drawingml/2006/main">
              <a:ext uri="{FF2B5EF4-FFF2-40B4-BE49-F238E27FC236}">
                <a16:creationId xmlns:a16="http://schemas.microsoft.com/office/drawing/2014/main" id="{D0AA3294-8EB3-40D2-88AB-D9D613D6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33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5039">
            <a:extLst xmlns:a="http://schemas.openxmlformats.org/drawingml/2006/main">
              <a:ext uri="{FF2B5EF4-FFF2-40B4-BE49-F238E27FC236}">
                <a16:creationId xmlns:a16="http://schemas.microsoft.com/office/drawing/2014/main" id="{7C118E76-95C0-4B54-9E2D-72A5A7BE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55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5040">
            <a:extLst xmlns:a="http://schemas.openxmlformats.org/drawingml/2006/main">
              <a:ext uri="{FF2B5EF4-FFF2-40B4-BE49-F238E27FC236}">
                <a16:creationId xmlns:a16="http://schemas.microsoft.com/office/drawing/2014/main" id="{420DC70A-67EF-421F-9879-CFFEB48B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50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5041">
            <a:extLst xmlns:a="http://schemas.openxmlformats.org/drawingml/2006/main">
              <a:ext uri="{FF2B5EF4-FFF2-40B4-BE49-F238E27FC236}">
                <a16:creationId xmlns:a16="http://schemas.microsoft.com/office/drawing/2014/main" id="{2FAEAE7A-E0B5-428C-B830-087AB157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511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5042">
            <a:extLst xmlns:a="http://schemas.openxmlformats.org/drawingml/2006/main">
              <a:ext uri="{FF2B5EF4-FFF2-40B4-BE49-F238E27FC236}">
                <a16:creationId xmlns:a16="http://schemas.microsoft.com/office/drawing/2014/main" id="{37449C40-DC5F-4C80-9B23-422F18B7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94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5043">
            <a:extLst xmlns:a="http://schemas.openxmlformats.org/drawingml/2006/main">
              <a:ext uri="{FF2B5EF4-FFF2-40B4-BE49-F238E27FC236}">
                <a16:creationId xmlns:a16="http://schemas.microsoft.com/office/drawing/2014/main" id="{A75E0987-58AB-4D79-9C6D-7D69950D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61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5044">
            <a:extLst xmlns:a="http://schemas.openxmlformats.org/drawingml/2006/main">
              <a:ext uri="{FF2B5EF4-FFF2-40B4-BE49-F238E27FC236}">
                <a16:creationId xmlns:a16="http://schemas.microsoft.com/office/drawing/2014/main" id="{E3B09E6F-A9F6-4418-8F09-E1C9DC14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609" y="51628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5045">
            <a:extLst xmlns:a="http://schemas.openxmlformats.org/drawingml/2006/main">
              <a:ext uri="{FF2B5EF4-FFF2-40B4-BE49-F238E27FC236}">
                <a16:creationId xmlns:a16="http://schemas.microsoft.com/office/drawing/2014/main" id="{75C902C8-C707-46AE-8492-E894AFDE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22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5046">
            <a:extLst xmlns:a="http://schemas.openxmlformats.org/drawingml/2006/main">
              <a:ext uri="{FF2B5EF4-FFF2-40B4-BE49-F238E27FC236}">
                <a16:creationId xmlns:a16="http://schemas.microsoft.com/office/drawing/2014/main" id="{ADC95D36-216E-45EC-B93A-88A48FAE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995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5047">
            <a:extLst xmlns:a="http://schemas.openxmlformats.org/drawingml/2006/main">
              <a:ext uri="{FF2B5EF4-FFF2-40B4-BE49-F238E27FC236}">
                <a16:creationId xmlns:a16="http://schemas.microsoft.com/office/drawing/2014/main" id="{D5FF9E5C-2122-4879-8D4C-8CE459C7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7525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5048">
            <a:extLst xmlns:a="http://schemas.openxmlformats.org/drawingml/2006/main">
              <a:ext uri="{FF2B5EF4-FFF2-40B4-BE49-F238E27FC236}">
                <a16:creationId xmlns:a16="http://schemas.microsoft.com/office/drawing/2014/main" id="{4C6058DE-190B-468A-A907-EC3D17F3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561" y="53938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5049">
            <a:extLst xmlns:a="http://schemas.openxmlformats.org/drawingml/2006/main">
              <a:ext uri="{FF2B5EF4-FFF2-40B4-BE49-F238E27FC236}">
                <a16:creationId xmlns:a16="http://schemas.microsoft.com/office/drawing/2014/main" id="{2D63F0F1-5B91-42F3-9003-53DEEDB2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5898" y="4452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5050">
            <a:extLst xmlns:a="http://schemas.openxmlformats.org/drawingml/2006/main">
              <a:ext uri="{FF2B5EF4-FFF2-40B4-BE49-F238E27FC236}">
                <a16:creationId xmlns:a16="http://schemas.microsoft.com/office/drawing/2014/main" id="{909D9AF7-A876-4AAA-B9FD-257D82D6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578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5051">
            <a:extLst xmlns:a="http://schemas.openxmlformats.org/drawingml/2006/main">
              <a:ext uri="{FF2B5EF4-FFF2-40B4-BE49-F238E27FC236}">
                <a16:creationId xmlns:a16="http://schemas.microsoft.com/office/drawing/2014/main" id="{9E059873-6E60-4233-92CA-C8CFCF1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9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5052">
            <a:extLst xmlns:a="http://schemas.openxmlformats.org/drawingml/2006/main">
              <a:ext uri="{FF2B5EF4-FFF2-40B4-BE49-F238E27FC236}">
                <a16:creationId xmlns:a16="http://schemas.microsoft.com/office/drawing/2014/main" id="{89115874-2C52-4977-992A-A08978AC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2137" y="53301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5053">
            <a:extLst xmlns:a="http://schemas.openxmlformats.org/drawingml/2006/main">
              <a:ext uri="{FF2B5EF4-FFF2-40B4-BE49-F238E27FC236}">
                <a16:creationId xmlns:a16="http://schemas.microsoft.com/office/drawing/2014/main" id="{13CAFE5C-191B-42DE-859B-3EEC1EE5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5054">
            <a:extLst xmlns:a="http://schemas.openxmlformats.org/drawingml/2006/main">
              <a:ext uri="{FF2B5EF4-FFF2-40B4-BE49-F238E27FC236}">
                <a16:creationId xmlns:a16="http://schemas.microsoft.com/office/drawing/2014/main" id="{88024BC8-23A9-45E4-9966-F7DBC281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3920" y="5124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5055">
            <a:extLst xmlns:a="http://schemas.openxmlformats.org/drawingml/2006/main">
              <a:ext uri="{FF2B5EF4-FFF2-40B4-BE49-F238E27FC236}">
                <a16:creationId xmlns:a16="http://schemas.microsoft.com/office/drawing/2014/main" id="{FA862E60-319E-491C-B85D-FAE47C90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05" y="53242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5056">
            <a:extLst xmlns:a="http://schemas.openxmlformats.org/drawingml/2006/main">
              <a:ext uri="{FF2B5EF4-FFF2-40B4-BE49-F238E27FC236}">
                <a16:creationId xmlns:a16="http://schemas.microsoft.com/office/drawing/2014/main" id="{3401EA6B-ED6D-481E-94D9-A73D7832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706" y="47771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5057">
            <a:extLst xmlns:a="http://schemas.openxmlformats.org/drawingml/2006/main">
              <a:ext uri="{FF2B5EF4-FFF2-40B4-BE49-F238E27FC236}">
                <a16:creationId xmlns:a16="http://schemas.microsoft.com/office/drawing/2014/main" id="{6D1F5F6B-86EF-4F10-9032-8055CD58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28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5058">
            <a:extLst xmlns:a="http://schemas.openxmlformats.org/drawingml/2006/main">
              <a:ext uri="{FF2B5EF4-FFF2-40B4-BE49-F238E27FC236}">
                <a16:creationId xmlns:a16="http://schemas.microsoft.com/office/drawing/2014/main" id="{9935A253-6608-4005-A7ED-FEC94AED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3194" y="39537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5059">
            <a:extLst xmlns:a="http://schemas.openxmlformats.org/drawingml/2006/main">
              <a:ext uri="{FF2B5EF4-FFF2-40B4-BE49-F238E27FC236}">
                <a16:creationId xmlns:a16="http://schemas.microsoft.com/office/drawing/2014/main" id="{953B9DAF-BA1D-4837-BECD-A98027E3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373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5060">
            <a:extLst xmlns:a="http://schemas.openxmlformats.org/drawingml/2006/main">
              <a:ext uri="{FF2B5EF4-FFF2-40B4-BE49-F238E27FC236}">
                <a16:creationId xmlns:a16="http://schemas.microsoft.com/office/drawing/2014/main" id="{7DB035E1-BC0C-46A3-A420-9B593D97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7700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5061">
            <a:extLst xmlns:a="http://schemas.openxmlformats.org/drawingml/2006/main">
              <a:ext uri="{FF2B5EF4-FFF2-40B4-BE49-F238E27FC236}">
                <a16:creationId xmlns:a16="http://schemas.microsoft.com/office/drawing/2014/main" id="{82421CA0-943F-4A2E-B602-D20DA538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47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5062">
            <a:extLst xmlns:a="http://schemas.openxmlformats.org/drawingml/2006/main">
              <a:ext uri="{FF2B5EF4-FFF2-40B4-BE49-F238E27FC236}">
                <a16:creationId xmlns:a16="http://schemas.microsoft.com/office/drawing/2014/main" id="{1DA6B279-E603-4435-A29B-B45A47E2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834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5063">
            <a:extLst xmlns:a="http://schemas.openxmlformats.org/drawingml/2006/main">
              <a:ext uri="{FF2B5EF4-FFF2-40B4-BE49-F238E27FC236}">
                <a16:creationId xmlns:a16="http://schemas.microsoft.com/office/drawing/2014/main" id="{5F05ADBD-9315-40F3-A33B-89E0769E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733" y="462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5064">
            <a:extLst xmlns:a="http://schemas.openxmlformats.org/drawingml/2006/main">
              <a:ext uri="{FF2B5EF4-FFF2-40B4-BE49-F238E27FC236}">
                <a16:creationId xmlns:a16="http://schemas.microsoft.com/office/drawing/2014/main" id="{61B3B66A-7D1E-47CA-9419-9279D112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51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5065">
            <a:extLst xmlns:a="http://schemas.openxmlformats.org/drawingml/2006/main">
              <a:ext uri="{FF2B5EF4-FFF2-40B4-BE49-F238E27FC236}">
                <a16:creationId xmlns:a16="http://schemas.microsoft.com/office/drawing/2014/main" id="{505A04D8-D464-432D-AE45-D5773F3C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480" y="43869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5066">
            <a:extLst xmlns:a="http://schemas.openxmlformats.org/drawingml/2006/main">
              <a:ext uri="{FF2B5EF4-FFF2-40B4-BE49-F238E27FC236}">
                <a16:creationId xmlns:a16="http://schemas.microsoft.com/office/drawing/2014/main" id="{CCA24268-47D7-4C77-90EA-3F3C6E4B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48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5067">
            <a:extLst xmlns:a="http://schemas.openxmlformats.org/drawingml/2006/main">
              <a:ext uri="{FF2B5EF4-FFF2-40B4-BE49-F238E27FC236}">
                <a16:creationId xmlns:a16="http://schemas.microsoft.com/office/drawing/2014/main" id="{A6B79388-3F05-4434-B7F6-74CDB1FF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634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5068">
            <a:extLst xmlns:a="http://schemas.openxmlformats.org/drawingml/2006/main">
              <a:ext uri="{FF2B5EF4-FFF2-40B4-BE49-F238E27FC236}">
                <a16:creationId xmlns:a16="http://schemas.microsoft.com/office/drawing/2014/main" id="{9BD32AA5-8604-4D51-8551-FA08ACCB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98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5069">
            <a:extLst xmlns:a="http://schemas.openxmlformats.org/drawingml/2006/main">
              <a:ext uri="{FF2B5EF4-FFF2-40B4-BE49-F238E27FC236}">
                <a16:creationId xmlns:a16="http://schemas.microsoft.com/office/drawing/2014/main" id="{A66094BD-F021-4629-8951-6CD13372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232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5070">
            <a:extLst xmlns:a="http://schemas.openxmlformats.org/drawingml/2006/main">
              <a:ext uri="{FF2B5EF4-FFF2-40B4-BE49-F238E27FC236}">
                <a16:creationId xmlns:a16="http://schemas.microsoft.com/office/drawing/2014/main" id="{3E7E2520-37FC-4664-9BAA-46817AB3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402" y="4452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5071">
            <a:extLst xmlns:a="http://schemas.openxmlformats.org/drawingml/2006/main">
              <a:ext uri="{FF2B5EF4-FFF2-40B4-BE49-F238E27FC236}">
                <a16:creationId xmlns:a16="http://schemas.microsoft.com/office/drawing/2014/main" id="{61504D6B-2FB3-4464-904A-3E0EFA21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91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5072">
            <a:extLst xmlns:a="http://schemas.openxmlformats.org/drawingml/2006/main">
              <a:ext uri="{FF2B5EF4-FFF2-40B4-BE49-F238E27FC236}">
                <a16:creationId xmlns:a16="http://schemas.microsoft.com/office/drawing/2014/main" id="{5178FC5B-2F58-455C-99CC-456009D4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78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5073">
            <a:extLst xmlns:a="http://schemas.openxmlformats.org/drawingml/2006/main">
              <a:ext uri="{FF2B5EF4-FFF2-40B4-BE49-F238E27FC236}">
                <a16:creationId xmlns:a16="http://schemas.microsoft.com/office/drawing/2014/main" id="{77A35E1E-D4B7-458C-82B7-792804E7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0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5074">
            <a:extLst xmlns:a="http://schemas.openxmlformats.org/drawingml/2006/main">
              <a:ext uri="{FF2B5EF4-FFF2-40B4-BE49-F238E27FC236}">
                <a16:creationId xmlns:a16="http://schemas.microsoft.com/office/drawing/2014/main" id="{E2C475A5-0C6A-4E9C-A44F-D85D3E9A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5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5075">
            <a:extLst xmlns:a="http://schemas.openxmlformats.org/drawingml/2006/main">
              <a:ext uri="{FF2B5EF4-FFF2-40B4-BE49-F238E27FC236}">
                <a16:creationId xmlns:a16="http://schemas.microsoft.com/office/drawing/2014/main" id="{115C0C40-90A8-4189-BD00-E8415957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702" y="47338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5076">
            <a:extLst xmlns:a="http://schemas.openxmlformats.org/drawingml/2006/main">
              <a:ext uri="{FF2B5EF4-FFF2-40B4-BE49-F238E27FC236}">
                <a16:creationId xmlns:a16="http://schemas.microsoft.com/office/drawing/2014/main" id="{A3D3F6A1-55DE-4241-B15D-15D9A5C5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7633" y="44789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5077">
            <a:extLst xmlns:a="http://schemas.openxmlformats.org/drawingml/2006/main">
              <a:ext uri="{FF2B5EF4-FFF2-40B4-BE49-F238E27FC236}">
                <a16:creationId xmlns:a16="http://schemas.microsoft.com/office/drawing/2014/main" id="{78B3B2D3-3032-4468-8F5E-233CE870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53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5078">
            <a:extLst xmlns:a="http://schemas.openxmlformats.org/drawingml/2006/main">
              <a:ext uri="{FF2B5EF4-FFF2-40B4-BE49-F238E27FC236}">
                <a16:creationId xmlns:a16="http://schemas.microsoft.com/office/drawing/2014/main" id="{49960CD3-1164-43BA-8B5A-98DE9DC6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3068" y="45475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5079">
            <a:extLst xmlns:a="http://schemas.openxmlformats.org/drawingml/2006/main">
              <a:ext uri="{FF2B5EF4-FFF2-40B4-BE49-F238E27FC236}">
                <a16:creationId xmlns:a16="http://schemas.microsoft.com/office/drawing/2014/main" id="{C76650ED-D2B8-4D8E-8DAE-9F03B4E0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646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5080">
            <a:extLst xmlns:a="http://schemas.openxmlformats.org/drawingml/2006/main">
              <a:ext uri="{FF2B5EF4-FFF2-40B4-BE49-F238E27FC236}">
                <a16:creationId xmlns:a16="http://schemas.microsoft.com/office/drawing/2014/main" id="{EE6A56D3-6EDD-4704-B500-6F202AB1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436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5081">
            <a:extLst xmlns:a="http://schemas.openxmlformats.org/drawingml/2006/main">
              <a:ext uri="{FF2B5EF4-FFF2-40B4-BE49-F238E27FC236}">
                <a16:creationId xmlns:a16="http://schemas.microsoft.com/office/drawing/2014/main" id="{D0B06847-200A-41C9-A677-A3A329AF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336" y="52285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5082">
            <a:extLst xmlns:a="http://schemas.openxmlformats.org/drawingml/2006/main">
              <a:ext uri="{FF2B5EF4-FFF2-40B4-BE49-F238E27FC236}">
                <a16:creationId xmlns:a16="http://schemas.microsoft.com/office/drawing/2014/main" id="{52DEE22E-43B3-46A4-8B55-F5F8887C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89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5083">
            <a:extLst xmlns:a="http://schemas.openxmlformats.org/drawingml/2006/main">
              <a:ext uri="{FF2B5EF4-FFF2-40B4-BE49-F238E27FC236}">
                <a16:creationId xmlns:a16="http://schemas.microsoft.com/office/drawing/2014/main" id="{8DB24893-20DA-4250-AD02-E3164318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32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5084">
            <a:extLst xmlns:a="http://schemas.openxmlformats.org/drawingml/2006/main">
              <a:ext uri="{FF2B5EF4-FFF2-40B4-BE49-F238E27FC236}">
                <a16:creationId xmlns:a16="http://schemas.microsoft.com/office/drawing/2014/main" id="{659E08DD-9C91-4216-A555-28C2C4B6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120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5085">
            <a:extLst xmlns:a="http://schemas.openxmlformats.org/drawingml/2006/main">
              <a:ext uri="{FF2B5EF4-FFF2-40B4-BE49-F238E27FC236}">
                <a16:creationId xmlns:a16="http://schemas.microsoft.com/office/drawing/2014/main" id="{AE3B8F5C-068D-4301-8D5D-8B8F8512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63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5086">
            <a:extLst xmlns:a="http://schemas.openxmlformats.org/drawingml/2006/main">
              <a:ext uri="{FF2B5EF4-FFF2-40B4-BE49-F238E27FC236}">
                <a16:creationId xmlns:a16="http://schemas.microsoft.com/office/drawing/2014/main" id="{56E5869A-821B-482B-A69C-9E388C0D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27" y="51025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5087">
            <a:extLst xmlns:a="http://schemas.openxmlformats.org/drawingml/2006/main">
              <a:ext uri="{FF2B5EF4-FFF2-40B4-BE49-F238E27FC236}">
                <a16:creationId xmlns:a16="http://schemas.microsoft.com/office/drawing/2014/main" id="{F324F4AC-ECF1-420F-80BF-95F50A41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815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5088">
            <a:extLst xmlns:a="http://schemas.openxmlformats.org/drawingml/2006/main">
              <a:ext uri="{FF2B5EF4-FFF2-40B4-BE49-F238E27FC236}">
                <a16:creationId xmlns:a16="http://schemas.microsoft.com/office/drawing/2014/main" id="{F2E0CDC2-C059-4975-848A-FAC7C050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126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5089">
            <a:extLst xmlns:a="http://schemas.openxmlformats.org/drawingml/2006/main">
              <a:ext uri="{FF2B5EF4-FFF2-40B4-BE49-F238E27FC236}">
                <a16:creationId xmlns:a16="http://schemas.microsoft.com/office/drawing/2014/main" id="{F80A3F03-DFE8-4BD8-830B-26941CE8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694748"/>
            <a:ext cx="191" cy="1725295"/>
          </a:xfrm>
          <a:custGeom xmlns:a="http://schemas.openxmlformats.org/drawingml/2006/main"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578" name="data_5090">
            <a:extLst xmlns:a="http://schemas.openxmlformats.org/drawingml/2006/main">
              <a:ext uri="{FF2B5EF4-FFF2-40B4-BE49-F238E27FC236}">
                <a16:creationId xmlns:a16="http://schemas.microsoft.com/office/drawing/2014/main" id="{7D56E948-953F-4D47-8594-1D5FD246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579" name="text_5091">
            <a:extLst xmlns:a="http://schemas.openxmlformats.org/drawingml/2006/main">
              <a:ext uri="{FF2B5EF4-FFF2-40B4-BE49-F238E27FC236}">
                <a16:creationId xmlns:a16="http://schemas.microsoft.com/office/drawing/2014/main" id="{1249B01E-A54F-4AEE-A228-7C00A90A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414" y="3381347"/>
            <a:ext cx="96475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5092">
            <a:extLst xmlns:a="http://schemas.openxmlformats.org/drawingml/2006/main">
              <a:ext uri="{FF2B5EF4-FFF2-40B4-BE49-F238E27FC236}">
                <a16:creationId xmlns:a16="http://schemas.microsoft.com/office/drawing/2014/main" id="{424485BD-1B4F-488F-9313-DF8AF321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8244" y="3403921"/>
            <a:ext cx="620381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5093">
            <a:extLst xmlns:a="http://schemas.openxmlformats.org/drawingml/2006/main">
              <a:ext uri="{FF2B5EF4-FFF2-40B4-BE49-F238E27FC236}">
                <a16:creationId xmlns:a16="http://schemas.microsoft.com/office/drawing/2014/main" id="{4B63FC09-5163-4AAF-AFCA-AE7C154E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501" y="5157841"/>
            <a:ext cx="191" cy="109500"/>
          </a:xfrm>
          <a:custGeom xmlns:a="http://schemas.openxmlformats.org/drawingml/2006/main">
            <a:pathLst>
              <a:path w="191" h="109500">
                <a:moveTo>
                  <a:pt x="0" y="109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582" name="data_5094">
            <a:extLst xmlns:a="http://schemas.openxmlformats.org/drawingml/2006/main">
              <a:ext uri="{FF2B5EF4-FFF2-40B4-BE49-F238E27FC236}">
                <a16:creationId xmlns:a16="http://schemas.microsoft.com/office/drawing/2014/main" id="{4A313C42-72ED-420F-ACFB-F236686F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379" y="5267341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583" name="data_5095">
            <a:extLst xmlns:a="http://schemas.openxmlformats.org/drawingml/2006/main">
              <a:ext uri="{FF2B5EF4-FFF2-40B4-BE49-F238E27FC236}">
                <a16:creationId xmlns:a16="http://schemas.microsoft.com/office/drawing/2014/main" id="{71945FE0-0BA6-4382-BAA9-C54C7F82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379" y="5157841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584" name="data_5096">
            <a:extLst xmlns:a="http://schemas.openxmlformats.org/drawingml/2006/main">
              <a:ext uri="{FF2B5EF4-FFF2-40B4-BE49-F238E27FC236}">
                <a16:creationId xmlns:a16="http://schemas.microsoft.com/office/drawing/2014/main" id="{F4BEA538-4BC2-44CB-8472-716069AA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815" y="4606203"/>
            <a:ext cx="191" cy="171705"/>
          </a:xfrm>
          <a:custGeom xmlns:a="http://schemas.openxmlformats.org/drawingml/2006/main">
            <a:pathLst>
              <a:path w="191" h="171705">
                <a:moveTo>
                  <a:pt x="0" y="17170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585" name="data_5097">
            <a:extLst xmlns:a="http://schemas.openxmlformats.org/drawingml/2006/main">
              <a:ext uri="{FF2B5EF4-FFF2-40B4-BE49-F238E27FC236}">
                <a16:creationId xmlns:a16="http://schemas.microsoft.com/office/drawing/2014/main" id="{2AFDBBB4-2422-430F-906E-AE9666CD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6694" y="4777908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586" name="data_5098">
            <a:extLst xmlns:a="http://schemas.openxmlformats.org/drawingml/2006/main">
              <a:ext uri="{FF2B5EF4-FFF2-40B4-BE49-F238E27FC236}">
                <a16:creationId xmlns:a16="http://schemas.microsoft.com/office/drawing/2014/main" id="{70F80C73-553C-44A1-B49C-769ACE48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6694" y="460620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587" name="data_5099">
            <a:extLst xmlns:a="http://schemas.openxmlformats.org/drawingml/2006/main">
              <a:ext uri="{FF2B5EF4-FFF2-40B4-BE49-F238E27FC236}">
                <a16:creationId xmlns:a16="http://schemas.microsoft.com/office/drawing/2014/main" id="{35B07997-2CA4-4936-A4F9-494FBF3A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129" y="4421830"/>
            <a:ext cx="191" cy="181389"/>
          </a:xfrm>
          <a:custGeom xmlns:a="http://schemas.openxmlformats.org/drawingml/2006/main">
            <a:pathLst>
              <a:path w="191" h="181389">
                <a:moveTo>
                  <a:pt x="0" y="18138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588" name="data_5100">
            <a:extLst xmlns:a="http://schemas.openxmlformats.org/drawingml/2006/main">
              <a:ext uri="{FF2B5EF4-FFF2-40B4-BE49-F238E27FC236}">
                <a16:creationId xmlns:a16="http://schemas.microsoft.com/office/drawing/2014/main" id="{3F304CBF-8841-4A95-882D-14BE8513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008" y="4603219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589" name="data_5101">
            <a:extLst xmlns:a="http://schemas.openxmlformats.org/drawingml/2006/main">
              <a:ext uri="{FF2B5EF4-FFF2-40B4-BE49-F238E27FC236}">
                <a16:creationId xmlns:a16="http://schemas.microsoft.com/office/drawing/2014/main" id="{7FD993EA-DFAE-45F0-98E4-D3DEA593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008" y="4421830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590" name="data_5102">
            <a:extLst xmlns:a="http://schemas.openxmlformats.org/drawingml/2006/main">
              <a:ext uri="{FF2B5EF4-FFF2-40B4-BE49-F238E27FC236}">
                <a16:creationId xmlns:a16="http://schemas.microsoft.com/office/drawing/2014/main" id="{D87E5502-3397-4BCF-A009-0393B2C5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1494" y="5214680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A1ABB3"/>
            </a:solidFill>
            <a:prstDash val="solid"/>
          </a:ln>
        </p:spPr>
      </p:sp>
      <p:sp>
        <p:nvSpPr>
          <p:cNvPr id="591" name="data_5103">
            <a:extLst xmlns:a="http://schemas.openxmlformats.org/drawingml/2006/main">
              <a:ext uri="{FF2B5EF4-FFF2-40B4-BE49-F238E27FC236}">
                <a16:creationId xmlns:a16="http://schemas.microsoft.com/office/drawing/2014/main" id="{53B937D8-A9E4-4FF2-B6A9-8F522A89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8808" y="4692468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5B72B7"/>
            </a:solidFill>
            <a:prstDash val="solid"/>
          </a:ln>
        </p:spPr>
      </p:sp>
      <p:sp>
        <p:nvSpPr>
          <p:cNvPr id="592" name="data_5104">
            <a:extLst xmlns:a="http://schemas.openxmlformats.org/drawingml/2006/main">
              <a:ext uri="{FF2B5EF4-FFF2-40B4-BE49-F238E27FC236}">
                <a16:creationId xmlns:a16="http://schemas.microsoft.com/office/drawing/2014/main" id="{8584A1D5-E4E7-4E10-8DD1-9D208C5A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6122" y="4512519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138B8D"/>
            </a:solidFill>
            <a:prstDash val="solid"/>
          </a:ln>
        </p:spPr>
      </p:sp>
      <p:sp>
        <p:nvSpPr>
          <p:cNvPr id="593" name="data_5105">
            <a:extLst xmlns:a="http://schemas.openxmlformats.org/drawingml/2006/main">
              <a:ext uri="{FF2B5EF4-FFF2-40B4-BE49-F238E27FC236}">
                <a16:creationId xmlns:a16="http://schemas.microsoft.com/office/drawing/2014/main" id="{20B23263-2232-4D35-850A-B54B7CE3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694748"/>
            <a:ext cx="3447143" cy="1725295"/>
          </a:xfrm>
          <a:custGeom xmlns:a="http://schemas.openxmlformats.org/drawingml/2006/main"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5106">
            <a:extLst xmlns:a="http://schemas.openxmlformats.org/drawingml/2006/main">
              <a:ext uri="{FF2B5EF4-FFF2-40B4-BE49-F238E27FC236}">
                <a16:creationId xmlns:a16="http://schemas.microsoft.com/office/drawing/2014/main" id="{F9CA06D9-02FB-465F-880C-217DE9EA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7572" y="5420042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595" name="text_5107">
            <a:extLst xmlns:a="http://schemas.openxmlformats.org/drawingml/2006/main">
              <a:ext uri="{FF2B5EF4-FFF2-40B4-BE49-F238E27FC236}">
                <a16:creationId xmlns:a16="http://schemas.microsoft.com/office/drawing/2014/main" id="{C2579BC8-3A10-4750-AE17-795E68A7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4670" y="5554820"/>
            <a:ext cx="410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96" name="text_5108">
            <a:extLst xmlns:a="http://schemas.openxmlformats.org/drawingml/2006/main">
              <a:ext uri="{FF2B5EF4-FFF2-40B4-BE49-F238E27FC236}">
                <a16:creationId xmlns:a16="http://schemas.microsoft.com/office/drawing/2014/main" id="{6D5E9C1F-26ED-4487-82F2-5B6934C3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786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597" name="text_5109">
            <a:extLst xmlns:a="http://schemas.openxmlformats.org/drawingml/2006/main">
              <a:ext uri="{FF2B5EF4-FFF2-40B4-BE49-F238E27FC236}">
                <a16:creationId xmlns:a16="http://schemas.microsoft.com/office/drawing/2014/main" id="{FEA3D879-3FDC-4522-84ED-6FF9429A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3755" y="5554820"/>
            <a:ext cx="5879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98" name="text_5110">
            <a:extLst xmlns:a="http://schemas.openxmlformats.org/drawingml/2006/main">
              <a:ext uri="{FF2B5EF4-FFF2-40B4-BE49-F238E27FC236}">
                <a16:creationId xmlns:a16="http://schemas.microsoft.com/office/drawing/2014/main" id="{F02894BB-0A13-4CFE-A9F0-6017AF39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3609" y="5554820"/>
            <a:ext cx="516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599" name="text_5111">
            <a:extLst xmlns:a="http://schemas.openxmlformats.org/drawingml/2006/main">
              <a:ext uri="{FF2B5EF4-FFF2-40B4-BE49-F238E27FC236}">
                <a16:creationId xmlns:a16="http://schemas.microsoft.com/office/drawing/2014/main" id="{5CCE5556-EC13-41EA-A9EC-F30FF436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06305" y="5554820"/>
            <a:ext cx="700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00" name="text_5112">
            <a:extLst xmlns:a="http://schemas.openxmlformats.org/drawingml/2006/main">
              <a:ext uri="{FF2B5EF4-FFF2-40B4-BE49-F238E27FC236}">
                <a16:creationId xmlns:a16="http://schemas.microsoft.com/office/drawing/2014/main" id="{B5526CA4-E4FB-47CF-9A4F-D4107A8D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7362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01" name="text_5113">
            <a:extLst xmlns:a="http://schemas.openxmlformats.org/drawingml/2006/main">
              <a:ext uri="{FF2B5EF4-FFF2-40B4-BE49-F238E27FC236}">
                <a16:creationId xmlns:a16="http://schemas.microsoft.com/office/drawing/2014/main" id="{161B86FA-40D4-4DAD-AC34-8B7C9BE8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34332" y="5554820"/>
            <a:ext cx="6287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02" name="text_5114">
            <a:extLst xmlns:a="http://schemas.openxmlformats.org/drawingml/2006/main">
              <a:ext uri="{FF2B5EF4-FFF2-40B4-BE49-F238E27FC236}">
                <a16:creationId xmlns:a16="http://schemas.microsoft.com/office/drawing/2014/main" id="{BDC59B8F-AFBE-4EA6-98A8-F9BAAEDC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88231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3" name="text_5115">
            <a:extLst xmlns:a="http://schemas.openxmlformats.org/drawingml/2006/main">
              <a:ext uri="{FF2B5EF4-FFF2-40B4-BE49-F238E27FC236}">
                <a16:creationId xmlns:a16="http://schemas.microsoft.com/office/drawing/2014/main" id="{FB47372D-B8CC-432C-9E1D-47571020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1653" y="5554820"/>
            <a:ext cx="4794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04" name="text_5116">
            <a:extLst xmlns:a="http://schemas.openxmlformats.org/drawingml/2006/main">
              <a:ext uri="{FF2B5EF4-FFF2-40B4-BE49-F238E27FC236}">
                <a16:creationId xmlns:a16="http://schemas.microsoft.com/office/drawing/2014/main" id="{DFDABC6D-B643-4542-A1FB-C5716F8D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0677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5" name="text_5117">
            <a:extLst xmlns:a="http://schemas.openxmlformats.org/drawingml/2006/main">
              <a:ext uri="{FF2B5EF4-FFF2-40B4-BE49-F238E27FC236}">
                <a16:creationId xmlns:a16="http://schemas.microsoft.com/office/drawing/2014/main" id="{06A680A6-44D9-4974-88D6-0E4AD0F5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930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6" name="text_5118">
            <a:extLst xmlns:a="http://schemas.openxmlformats.org/drawingml/2006/main">
              <a:ext uri="{FF2B5EF4-FFF2-40B4-BE49-F238E27FC236}">
                <a16:creationId xmlns:a16="http://schemas.microsoft.com/office/drawing/2014/main" id="{906AD3E9-16A6-4CE9-9C77-723D1C7D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83351" y="5554820"/>
            <a:ext cx="665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607" name="text_5119">
            <a:extLst xmlns:a="http://schemas.openxmlformats.org/drawingml/2006/main">
              <a:ext uri="{FF2B5EF4-FFF2-40B4-BE49-F238E27FC236}">
                <a16:creationId xmlns:a16="http://schemas.microsoft.com/office/drawing/2014/main" id="{C65ABB58-9FC4-4027-A6D2-601EDC3E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40923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8" name="text_5120">
            <a:extLst xmlns:a="http://schemas.openxmlformats.org/drawingml/2006/main">
              <a:ext uri="{FF2B5EF4-FFF2-40B4-BE49-F238E27FC236}">
                <a16:creationId xmlns:a16="http://schemas.microsoft.com/office/drawing/2014/main" id="{7557757E-0A0E-4710-A24A-A91B00ED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4345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9" name="text_5121">
            <a:extLst xmlns:a="http://schemas.openxmlformats.org/drawingml/2006/main">
              <a:ext uri="{FF2B5EF4-FFF2-40B4-BE49-F238E27FC236}">
                <a16:creationId xmlns:a16="http://schemas.microsoft.com/office/drawing/2014/main" id="{CAAF6AD6-94A1-422D-AC24-726BE187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3597" y="5554820"/>
            <a:ext cx="377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610" name="text_5122">
            <a:extLst xmlns:a="http://schemas.openxmlformats.org/drawingml/2006/main">
              <a:ext uri="{FF2B5EF4-FFF2-40B4-BE49-F238E27FC236}">
                <a16:creationId xmlns:a16="http://schemas.microsoft.com/office/drawing/2014/main" id="{8C0CBB81-4848-4E64-938F-331DA594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414" y="5554820"/>
            <a:ext cx="748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611" name="text_5123">
            <a:extLst xmlns:a="http://schemas.openxmlformats.org/drawingml/2006/main">
              <a:ext uri="{FF2B5EF4-FFF2-40B4-BE49-F238E27FC236}">
                <a16:creationId xmlns:a16="http://schemas.microsoft.com/office/drawing/2014/main" id="{902B70D5-74D3-435F-9228-71A030DB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8263" y="5554820"/>
            <a:ext cx="7820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612" name="text_5124">
            <a:extLst xmlns:a="http://schemas.openxmlformats.org/drawingml/2006/main">
              <a:ext uri="{FF2B5EF4-FFF2-40B4-BE49-F238E27FC236}">
                <a16:creationId xmlns:a16="http://schemas.microsoft.com/office/drawing/2014/main" id="{81BEE5B5-A189-4BCF-8070-367FCD6A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7474" y="5554820"/>
            <a:ext cx="8279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13" name="text_5125">
            <a:extLst xmlns:a="http://schemas.openxmlformats.org/drawingml/2006/main">
              <a:ext uri="{FF2B5EF4-FFF2-40B4-BE49-F238E27FC236}">
                <a16:creationId xmlns:a16="http://schemas.microsoft.com/office/drawing/2014/main" id="{283B1F9F-4621-4A07-AFE9-545161EE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1227" y="5554820"/>
            <a:ext cx="908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614" name="text_5126">
            <a:extLst xmlns:a="http://schemas.openxmlformats.org/drawingml/2006/main">
              <a:ext uri="{FF2B5EF4-FFF2-40B4-BE49-F238E27FC236}">
                <a16:creationId xmlns:a16="http://schemas.microsoft.com/office/drawing/2014/main" id="{1E9FAE1B-F7C8-400D-9997-61344B15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53010" y="5554820"/>
            <a:ext cx="769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15" name="text_5127">
            <a:extLst xmlns:a="http://schemas.openxmlformats.org/drawingml/2006/main">
              <a:ext uri="{FF2B5EF4-FFF2-40B4-BE49-F238E27FC236}">
                <a16:creationId xmlns:a16="http://schemas.microsoft.com/office/drawing/2014/main" id="{79287997-E6CF-4E18-B2A9-923F1E67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2018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616" name="text_5128">
            <a:extLst xmlns:a="http://schemas.openxmlformats.org/drawingml/2006/main">
              <a:ext uri="{FF2B5EF4-FFF2-40B4-BE49-F238E27FC236}">
                <a16:creationId xmlns:a16="http://schemas.microsoft.com/office/drawing/2014/main" id="{827782A1-6347-4835-879E-290D9E1C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67241" y="5602955"/>
            <a:ext cx="31391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17" name="text_5129">
            <a:extLst xmlns:a="http://schemas.openxmlformats.org/drawingml/2006/main">
              <a:ext uri="{FF2B5EF4-FFF2-40B4-BE49-F238E27FC236}">
                <a16:creationId xmlns:a16="http://schemas.microsoft.com/office/drawing/2014/main" id="{56FA7480-45EB-4B4D-A589-40F34CED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89765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618" name="data_5130">
            <a:extLst xmlns:a="http://schemas.openxmlformats.org/drawingml/2006/main">
              <a:ext uri="{FF2B5EF4-FFF2-40B4-BE49-F238E27FC236}">
                <a16:creationId xmlns:a16="http://schemas.microsoft.com/office/drawing/2014/main" id="{0D8F0BC5-DA5F-4168-8D25-8B51D6EA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619" name="data_5131">
            <a:extLst xmlns:a="http://schemas.openxmlformats.org/drawingml/2006/main">
              <a:ext uri="{FF2B5EF4-FFF2-40B4-BE49-F238E27FC236}">
                <a16:creationId xmlns:a16="http://schemas.microsoft.com/office/drawing/2014/main" id="{DDB0BB96-9D8E-4D2B-A09C-2B6CD375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420042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620" name="text_5132">
            <a:extLst xmlns:a="http://schemas.openxmlformats.org/drawingml/2006/main">
              <a:ext uri="{FF2B5EF4-FFF2-40B4-BE49-F238E27FC236}">
                <a16:creationId xmlns:a16="http://schemas.microsoft.com/office/drawing/2014/main" id="{B424F3A9-C4AD-4D76-B995-DA3A7C24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5362593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21" name="data_5133">
            <a:extLst xmlns:a="http://schemas.openxmlformats.org/drawingml/2006/main">
              <a:ext uri="{FF2B5EF4-FFF2-40B4-BE49-F238E27FC236}">
                <a16:creationId xmlns:a16="http://schemas.microsoft.com/office/drawing/2014/main" id="{BA6ABCCE-1511-4B0C-A6EE-8BD4DADC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4606224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622" name="data_5134">
            <a:extLst xmlns:a="http://schemas.openxmlformats.org/drawingml/2006/main">
              <a:ext uri="{FF2B5EF4-FFF2-40B4-BE49-F238E27FC236}">
                <a16:creationId xmlns:a16="http://schemas.microsoft.com/office/drawing/2014/main" id="{5E2DC9F7-78B9-4A51-BCF9-067D3D21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4606224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623" name="text_5135">
            <a:extLst xmlns:a="http://schemas.openxmlformats.org/drawingml/2006/main">
              <a:ext uri="{FF2B5EF4-FFF2-40B4-BE49-F238E27FC236}">
                <a16:creationId xmlns:a16="http://schemas.microsoft.com/office/drawing/2014/main" id="{B2B957FB-1841-4EBC-BC12-CAC1EFD5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4548775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24" name="data_5136">
            <a:extLst xmlns:a="http://schemas.openxmlformats.org/drawingml/2006/main">
              <a:ext uri="{FF2B5EF4-FFF2-40B4-BE49-F238E27FC236}">
                <a16:creationId xmlns:a16="http://schemas.microsoft.com/office/drawing/2014/main" id="{E79D4858-FB60-4835-9CC9-46B21AA2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792406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625" name="data_5137">
            <a:extLst xmlns:a="http://schemas.openxmlformats.org/drawingml/2006/main">
              <a:ext uri="{FF2B5EF4-FFF2-40B4-BE49-F238E27FC236}">
                <a16:creationId xmlns:a16="http://schemas.microsoft.com/office/drawing/2014/main" id="{3F5354F1-4A7A-48F7-90B6-EBAF8EAE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379240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626" name="text_5138">
            <a:extLst xmlns:a="http://schemas.openxmlformats.org/drawingml/2006/main">
              <a:ext uri="{FF2B5EF4-FFF2-40B4-BE49-F238E27FC236}">
                <a16:creationId xmlns:a16="http://schemas.microsoft.com/office/drawing/2014/main" id="{B4904284-65A5-4564-96E0-F0906541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3734956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27" name="text_5139">
            <a:extLst xmlns:a="http://schemas.openxmlformats.org/drawingml/2006/main">
              <a:ext uri="{FF2B5EF4-FFF2-40B4-BE49-F238E27FC236}">
                <a16:creationId xmlns:a16="http://schemas.microsoft.com/office/drawing/2014/main" id="{E9892ABA-4069-4A19-8639-70BBADD0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5166733" y="4473156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28" name="data_5140">
            <a:extLst xmlns:a="http://schemas.openxmlformats.org/drawingml/2006/main">
              <a:ext uri="{FF2B5EF4-FFF2-40B4-BE49-F238E27FC236}">
                <a16:creationId xmlns:a16="http://schemas.microsoft.com/office/drawing/2014/main" id="{63F81A5D-3EF5-4334-AE90-35E922C9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6926" y="4942796"/>
            <a:ext cx="706664" cy="477246"/>
          </a:xfrm>
          <a:custGeom xmlns:a="http://schemas.openxmlformats.org/drawingml/2006/main">
            <a:pathLst>
              <a:path w="706664" h="477246">
                <a:moveTo>
                  <a:pt x="0" y="477246"/>
                </a:moveTo>
                <a:lnTo>
                  <a:pt x="706664" y="477246"/>
                </a:lnTo>
                <a:lnTo>
                  <a:pt x="706664" y="0"/>
                </a:lnTo>
                <a:lnTo>
                  <a:pt x="0" y="0"/>
                </a:lnTo>
                <a:lnTo>
                  <a:pt x="0" y="477246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629" name="data_5141">
            <a:extLst xmlns:a="http://schemas.openxmlformats.org/drawingml/2006/main">
              <a:ext uri="{FF2B5EF4-FFF2-40B4-BE49-F238E27FC236}">
                <a16:creationId xmlns:a16="http://schemas.microsoft.com/office/drawing/2014/main" id="{81868E6E-DDEB-4C63-8CD8-F48334BA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240" y="4607374"/>
            <a:ext cx="706664" cy="812669"/>
          </a:xfrm>
          <a:custGeom xmlns:a="http://schemas.openxmlformats.org/drawingml/2006/main">
            <a:pathLst>
              <a:path w="706664" h="812669">
                <a:moveTo>
                  <a:pt x="0" y="812669"/>
                </a:moveTo>
                <a:lnTo>
                  <a:pt x="706664" y="812669"/>
                </a:lnTo>
                <a:lnTo>
                  <a:pt x="706664" y="0"/>
                </a:lnTo>
                <a:lnTo>
                  <a:pt x="0" y="0"/>
                </a:lnTo>
                <a:lnTo>
                  <a:pt x="0" y="81266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630" name="data_5142">
            <a:extLst xmlns:a="http://schemas.openxmlformats.org/drawingml/2006/main">
              <a:ext uri="{FF2B5EF4-FFF2-40B4-BE49-F238E27FC236}">
                <a16:creationId xmlns:a16="http://schemas.microsoft.com/office/drawing/2014/main" id="{C0660D90-34A3-4374-89A6-AE27A40D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1554" y="4435553"/>
            <a:ext cx="706664" cy="984489"/>
          </a:xfrm>
          <a:custGeom xmlns:a="http://schemas.openxmlformats.org/drawingml/2006/main">
            <a:pathLst>
              <a:path w="706664" h="984489">
                <a:moveTo>
                  <a:pt x="0" y="984489"/>
                </a:moveTo>
                <a:lnTo>
                  <a:pt x="706664" y="984489"/>
                </a:lnTo>
                <a:lnTo>
                  <a:pt x="706664" y="0"/>
                </a:lnTo>
                <a:lnTo>
                  <a:pt x="0" y="0"/>
                </a:lnTo>
                <a:lnTo>
                  <a:pt x="0" y="9844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631" name="data_5143">
            <a:extLst xmlns:a="http://schemas.openxmlformats.org/drawingml/2006/main">
              <a:ext uri="{FF2B5EF4-FFF2-40B4-BE49-F238E27FC236}">
                <a16:creationId xmlns:a16="http://schemas.microsoft.com/office/drawing/2014/main" id="{EAD04473-646B-4F4F-AF94-206E0167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0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5144">
            <a:extLst xmlns:a="http://schemas.openxmlformats.org/drawingml/2006/main">
              <a:ext uri="{FF2B5EF4-FFF2-40B4-BE49-F238E27FC236}">
                <a16:creationId xmlns:a16="http://schemas.microsoft.com/office/drawing/2014/main" id="{93608217-87A8-4F1B-8934-F3552B25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821" y="43665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5145">
            <a:extLst xmlns:a="http://schemas.openxmlformats.org/drawingml/2006/main">
              <a:ext uri="{FF2B5EF4-FFF2-40B4-BE49-F238E27FC236}">
                <a16:creationId xmlns:a16="http://schemas.microsoft.com/office/drawing/2014/main" id="{5A5734EE-7A9F-482D-B0E7-06FD84C0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01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5146">
            <a:extLst xmlns:a="http://schemas.openxmlformats.org/drawingml/2006/main">
              <a:ext uri="{FF2B5EF4-FFF2-40B4-BE49-F238E27FC236}">
                <a16:creationId xmlns:a16="http://schemas.microsoft.com/office/drawing/2014/main" id="{81766AF7-6836-4DF6-A65A-CB28E656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8704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5147">
            <a:extLst xmlns:a="http://schemas.openxmlformats.org/drawingml/2006/main">
              <a:ext uri="{FF2B5EF4-FFF2-40B4-BE49-F238E27FC236}">
                <a16:creationId xmlns:a16="http://schemas.microsoft.com/office/drawing/2014/main" id="{9D91884A-9F00-4D54-9508-A5A6FD32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0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5148">
            <a:extLst xmlns:a="http://schemas.openxmlformats.org/drawingml/2006/main">
              <a:ext uri="{FF2B5EF4-FFF2-40B4-BE49-F238E27FC236}">
                <a16:creationId xmlns:a16="http://schemas.microsoft.com/office/drawing/2014/main" id="{5D2B07A7-E9CC-47C6-8D30-C58E2D51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782" y="51011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5149">
            <a:extLst xmlns:a="http://schemas.openxmlformats.org/drawingml/2006/main">
              <a:ext uri="{FF2B5EF4-FFF2-40B4-BE49-F238E27FC236}">
                <a16:creationId xmlns:a16="http://schemas.microsoft.com/office/drawing/2014/main" id="{562E6493-B53C-40B9-92CE-D5CA77B8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5792" y="47008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5150">
            <a:extLst xmlns:a="http://schemas.openxmlformats.org/drawingml/2006/main">
              <a:ext uri="{FF2B5EF4-FFF2-40B4-BE49-F238E27FC236}">
                <a16:creationId xmlns:a16="http://schemas.microsoft.com/office/drawing/2014/main" id="{0A39E853-99BA-4DDB-A4FD-1CAD9497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209" y="41092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5151">
            <a:extLst xmlns:a="http://schemas.openxmlformats.org/drawingml/2006/main">
              <a:ext uri="{FF2B5EF4-FFF2-40B4-BE49-F238E27FC236}">
                <a16:creationId xmlns:a16="http://schemas.microsoft.com/office/drawing/2014/main" id="{6480FAB8-19CE-4B97-A1BC-AF611623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503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5152">
            <a:extLst xmlns:a="http://schemas.openxmlformats.org/drawingml/2006/main">
              <a:ext uri="{FF2B5EF4-FFF2-40B4-BE49-F238E27FC236}">
                <a16:creationId xmlns:a16="http://schemas.microsoft.com/office/drawing/2014/main" id="{D017F101-3CF5-497A-A971-08780B6A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4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5153">
            <a:extLst xmlns:a="http://schemas.openxmlformats.org/drawingml/2006/main">
              <a:ext uri="{FF2B5EF4-FFF2-40B4-BE49-F238E27FC236}">
                <a16:creationId xmlns:a16="http://schemas.microsoft.com/office/drawing/2014/main" id="{1CBA3F62-66B5-49EC-AA7C-4009A3BC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45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5154">
            <a:extLst xmlns:a="http://schemas.openxmlformats.org/drawingml/2006/main">
              <a:ext uri="{FF2B5EF4-FFF2-40B4-BE49-F238E27FC236}">
                <a16:creationId xmlns:a16="http://schemas.microsoft.com/office/drawing/2014/main" id="{C9E1D573-677E-49A9-B383-EA060D50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27" y="51927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5155">
            <a:extLst xmlns:a="http://schemas.openxmlformats.org/drawingml/2006/main">
              <a:ext uri="{FF2B5EF4-FFF2-40B4-BE49-F238E27FC236}">
                <a16:creationId xmlns:a16="http://schemas.microsoft.com/office/drawing/2014/main" id="{DA2127D9-86A6-43F6-9A22-1263B953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708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5156">
            <a:extLst xmlns:a="http://schemas.openxmlformats.org/drawingml/2006/main">
              <a:ext uri="{FF2B5EF4-FFF2-40B4-BE49-F238E27FC236}">
                <a16:creationId xmlns:a16="http://schemas.microsoft.com/office/drawing/2014/main" id="{5A6084C4-5CD9-4A07-AC54-CB613DB4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68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5157">
            <a:extLst xmlns:a="http://schemas.openxmlformats.org/drawingml/2006/main">
              <a:ext uri="{FF2B5EF4-FFF2-40B4-BE49-F238E27FC236}">
                <a16:creationId xmlns:a16="http://schemas.microsoft.com/office/drawing/2014/main" id="{0B2EBD58-01D8-490C-887A-0579EC7F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96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5158">
            <a:extLst xmlns:a="http://schemas.openxmlformats.org/drawingml/2006/main">
              <a:ext uri="{FF2B5EF4-FFF2-40B4-BE49-F238E27FC236}">
                <a16:creationId xmlns:a16="http://schemas.microsoft.com/office/drawing/2014/main" id="{F830493B-A6F8-4832-88F4-38A40E79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452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5159">
            <a:extLst xmlns:a="http://schemas.openxmlformats.org/drawingml/2006/main">
              <a:ext uri="{FF2B5EF4-FFF2-40B4-BE49-F238E27FC236}">
                <a16:creationId xmlns:a16="http://schemas.microsoft.com/office/drawing/2014/main" id="{9C6BF031-BEDE-4CA5-BC08-65EFDF36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737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5160">
            <a:extLst xmlns:a="http://schemas.openxmlformats.org/drawingml/2006/main">
              <a:ext uri="{FF2B5EF4-FFF2-40B4-BE49-F238E27FC236}">
                <a16:creationId xmlns:a16="http://schemas.microsoft.com/office/drawing/2014/main" id="{1B8D18D3-F4F0-4BB8-A2E2-9DB3A1E6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84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5161">
            <a:extLst xmlns:a="http://schemas.openxmlformats.org/drawingml/2006/main">
              <a:ext uri="{FF2B5EF4-FFF2-40B4-BE49-F238E27FC236}">
                <a16:creationId xmlns:a16="http://schemas.microsoft.com/office/drawing/2014/main" id="{D78B7C61-7F67-42D4-AC5E-79597E20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1617" y="53073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5162">
            <a:extLst xmlns:a="http://schemas.openxmlformats.org/drawingml/2006/main">
              <a:ext uri="{FF2B5EF4-FFF2-40B4-BE49-F238E27FC236}">
                <a16:creationId xmlns:a16="http://schemas.microsoft.com/office/drawing/2014/main" id="{C7BB8133-5162-41F9-AF24-26A4FC42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291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5163">
            <a:extLst xmlns:a="http://schemas.openxmlformats.org/drawingml/2006/main">
              <a:ext uri="{FF2B5EF4-FFF2-40B4-BE49-F238E27FC236}">
                <a16:creationId xmlns:a16="http://schemas.microsoft.com/office/drawing/2014/main" id="{077BAB02-FC34-4347-A6A4-A311FEB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91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5164">
            <a:extLst xmlns:a="http://schemas.openxmlformats.org/drawingml/2006/main">
              <a:ext uri="{FF2B5EF4-FFF2-40B4-BE49-F238E27FC236}">
                <a16:creationId xmlns:a16="http://schemas.microsoft.com/office/drawing/2014/main" id="{37500ACE-9318-4FBB-9E8E-24C4D926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55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5165">
            <a:extLst xmlns:a="http://schemas.openxmlformats.org/drawingml/2006/main">
              <a:ext uri="{FF2B5EF4-FFF2-40B4-BE49-F238E27FC236}">
                <a16:creationId xmlns:a16="http://schemas.microsoft.com/office/drawing/2014/main" id="{59FC6076-38C4-4B3B-9609-EA369EFF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915" y="5334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5166">
            <a:extLst xmlns:a="http://schemas.openxmlformats.org/drawingml/2006/main">
              <a:ext uri="{FF2B5EF4-FFF2-40B4-BE49-F238E27FC236}">
                <a16:creationId xmlns:a16="http://schemas.microsoft.com/office/drawing/2014/main" id="{B227913C-981F-4FE9-8709-9C102A5C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148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5167">
            <a:extLst xmlns:a="http://schemas.openxmlformats.org/drawingml/2006/main">
              <a:ext uri="{FF2B5EF4-FFF2-40B4-BE49-F238E27FC236}">
                <a16:creationId xmlns:a16="http://schemas.microsoft.com/office/drawing/2014/main" id="{E6DDE400-5A2F-4834-A471-74620969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525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5168">
            <a:extLst xmlns:a="http://schemas.openxmlformats.org/drawingml/2006/main">
              <a:ext uri="{FF2B5EF4-FFF2-40B4-BE49-F238E27FC236}">
                <a16:creationId xmlns:a16="http://schemas.microsoft.com/office/drawing/2014/main" id="{F07D4A7E-B3BD-46FA-9F95-2900A7A8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430" y="50961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5169">
            <a:extLst xmlns:a="http://schemas.openxmlformats.org/drawingml/2006/main">
              <a:ext uri="{FF2B5EF4-FFF2-40B4-BE49-F238E27FC236}">
                <a16:creationId xmlns:a16="http://schemas.microsoft.com/office/drawing/2014/main" id="{0AFD3203-2FA1-433A-A2F8-B83CE9F3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01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5170">
            <a:extLst xmlns:a="http://schemas.openxmlformats.org/drawingml/2006/main">
              <a:ext uri="{FF2B5EF4-FFF2-40B4-BE49-F238E27FC236}">
                <a16:creationId xmlns:a16="http://schemas.microsoft.com/office/drawing/2014/main" id="{3A55312B-C25A-4276-84EF-CE1F2E4D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21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5171">
            <a:extLst xmlns:a="http://schemas.openxmlformats.org/drawingml/2006/main">
              <a:ext uri="{FF2B5EF4-FFF2-40B4-BE49-F238E27FC236}">
                <a16:creationId xmlns:a16="http://schemas.microsoft.com/office/drawing/2014/main" id="{2E37EFC4-1B66-42B3-9E03-EC39A565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079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5172">
            <a:extLst xmlns:a="http://schemas.openxmlformats.org/drawingml/2006/main">
              <a:ext uri="{FF2B5EF4-FFF2-40B4-BE49-F238E27FC236}">
                <a16:creationId xmlns:a16="http://schemas.microsoft.com/office/drawing/2014/main" id="{21A01DB7-4FC8-4809-B5D6-45AC46B1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75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5173">
            <a:extLst xmlns:a="http://schemas.openxmlformats.org/drawingml/2006/main">
              <a:ext uri="{FF2B5EF4-FFF2-40B4-BE49-F238E27FC236}">
                <a16:creationId xmlns:a16="http://schemas.microsoft.com/office/drawing/2014/main" id="{F03AAA7D-DC13-40D0-A80A-28C89C72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51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5174">
            <a:extLst xmlns:a="http://schemas.openxmlformats.org/drawingml/2006/main">
              <a:ext uri="{FF2B5EF4-FFF2-40B4-BE49-F238E27FC236}">
                <a16:creationId xmlns:a16="http://schemas.microsoft.com/office/drawing/2014/main" id="{A18343E9-9CE2-490D-B869-5B76F8E7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1677" y="53514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5175">
            <a:extLst xmlns:a="http://schemas.openxmlformats.org/drawingml/2006/main">
              <a:ext uri="{FF2B5EF4-FFF2-40B4-BE49-F238E27FC236}">
                <a16:creationId xmlns:a16="http://schemas.microsoft.com/office/drawing/2014/main" id="{A3295334-BD2A-409B-9427-16770BDA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7622" y="53756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5176">
            <a:extLst xmlns:a="http://schemas.openxmlformats.org/drawingml/2006/main">
              <a:ext uri="{FF2B5EF4-FFF2-40B4-BE49-F238E27FC236}">
                <a16:creationId xmlns:a16="http://schemas.microsoft.com/office/drawing/2014/main" id="{D12740C8-3B0C-4D00-BE15-14D97E9C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01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5177">
            <a:extLst xmlns:a="http://schemas.openxmlformats.org/drawingml/2006/main">
              <a:ext uri="{FF2B5EF4-FFF2-40B4-BE49-F238E27FC236}">
                <a16:creationId xmlns:a16="http://schemas.microsoft.com/office/drawing/2014/main" id="{91A78203-E6C8-4BCF-B60E-351D016E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024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5178">
            <a:extLst xmlns:a="http://schemas.openxmlformats.org/drawingml/2006/main">
              <a:ext uri="{FF2B5EF4-FFF2-40B4-BE49-F238E27FC236}">
                <a16:creationId xmlns:a16="http://schemas.microsoft.com/office/drawing/2014/main" id="{A08985A7-9CF8-48AC-A75D-B863EF84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19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5179">
            <a:extLst xmlns:a="http://schemas.openxmlformats.org/drawingml/2006/main">
              <a:ext uri="{FF2B5EF4-FFF2-40B4-BE49-F238E27FC236}">
                <a16:creationId xmlns:a16="http://schemas.microsoft.com/office/drawing/2014/main" id="{BB902A9F-9A94-4948-851C-C7850B42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65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5180">
            <a:extLst xmlns:a="http://schemas.openxmlformats.org/drawingml/2006/main">
              <a:ext uri="{FF2B5EF4-FFF2-40B4-BE49-F238E27FC236}">
                <a16:creationId xmlns:a16="http://schemas.microsoft.com/office/drawing/2014/main" id="{52BFF7CC-64E3-4CB1-A3C6-585240B8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8926" y="53248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5181">
            <a:extLst xmlns:a="http://schemas.openxmlformats.org/drawingml/2006/main">
              <a:ext uri="{FF2B5EF4-FFF2-40B4-BE49-F238E27FC236}">
                <a16:creationId xmlns:a16="http://schemas.microsoft.com/office/drawing/2014/main" id="{A8548D99-D889-4D2C-B44D-10B32FE6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62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5182">
            <a:extLst xmlns:a="http://schemas.openxmlformats.org/drawingml/2006/main">
              <a:ext uri="{FF2B5EF4-FFF2-40B4-BE49-F238E27FC236}">
                <a16:creationId xmlns:a16="http://schemas.microsoft.com/office/drawing/2014/main" id="{C80F75E8-41AE-4BBF-A679-1DC15041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841" y="53118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5183">
            <a:extLst xmlns:a="http://schemas.openxmlformats.org/drawingml/2006/main">
              <a:ext uri="{FF2B5EF4-FFF2-40B4-BE49-F238E27FC236}">
                <a16:creationId xmlns:a16="http://schemas.microsoft.com/office/drawing/2014/main" id="{873A8427-3284-4BCB-A2D8-14B16A21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42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5184">
            <a:extLst xmlns:a="http://schemas.openxmlformats.org/drawingml/2006/main">
              <a:ext uri="{FF2B5EF4-FFF2-40B4-BE49-F238E27FC236}">
                <a16:creationId xmlns:a16="http://schemas.microsoft.com/office/drawing/2014/main" id="{35681F33-26A9-4CBC-8BCC-2E774975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78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5185">
            <a:extLst xmlns:a="http://schemas.openxmlformats.org/drawingml/2006/main">
              <a:ext uri="{FF2B5EF4-FFF2-40B4-BE49-F238E27FC236}">
                <a16:creationId xmlns:a16="http://schemas.microsoft.com/office/drawing/2014/main" id="{2A9CD28F-CC8A-4D96-9F96-2EC0B3CD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8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5186">
            <a:extLst xmlns:a="http://schemas.openxmlformats.org/drawingml/2006/main">
              <a:ext uri="{FF2B5EF4-FFF2-40B4-BE49-F238E27FC236}">
                <a16:creationId xmlns:a16="http://schemas.microsoft.com/office/drawing/2014/main" id="{C95B2CBC-D427-4F92-96B9-0242921B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093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5187">
            <a:extLst xmlns:a="http://schemas.openxmlformats.org/drawingml/2006/main">
              <a:ext uri="{FF2B5EF4-FFF2-40B4-BE49-F238E27FC236}">
                <a16:creationId xmlns:a16="http://schemas.microsoft.com/office/drawing/2014/main" id="{F1A7C929-1F95-4009-B1DA-25345C8E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0371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5188">
            <a:extLst xmlns:a="http://schemas.openxmlformats.org/drawingml/2006/main">
              <a:ext uri="{FF2B5EF4-FFF2-40B4-BE49-F238E27FC236}">
                <a16:creationId xmlns:a16="http://schemas.microsoft.com/office/drawing/2014/main" id="{7125454C-491E-4F72-8024-D2335FE5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213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5189">
            <a:extLst xmlns:a="http://schemas.openxmlformats.org/drawingml/2006/main">
              <a:ext uri="{FF2B5EF4-FFF2-40B4-BE49-F238E27FC236}">
                <a16:creationId xmlns:a16="http://schemas.microsoft.com/office/drawing/2014/main" id="{612885B5-E26C-426F-AB99-ED5EFDD9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21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5190">
            <a:extLst xmlns:a="http://schemas.openxmlformats.org/drawingml/2006/main">
              <a:ext uri="{FF2B5EF4-FFF2-40B4-BE49-F238E27FC236}">
                <a16:creationId xmlns:a16="http://schemas.microsoft.com/office/drawing/2014/main" id="{88F197F1-3F79-4581-9328-3C8DE590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127" y="53926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5191">
            <a:extLst xmlns:a="http://schemas.openxmlformats.org/drawingml/2006/main">
              <a:ext uri="{FF2B5EF4-FFF2-40B4-BE49-F238E27FC236}">
                <a16:creationId xmlns:a16="http://schemas.microsoft.com/office/drawing/2014/main" id="{BFF39E49-3B98-4F2C-A819-B56892FA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774" y="44089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5192">
            <a:extLst xmlns:a="http://schemas.openxmlformats.org/drawingml/2006/main">
              <a:ext uri="{FF2B5EF4-FFF2-40B4-BE49-F238E27FC236}">
                <a16:creationId xmlns:a16="http://schemas.microsoft.com/office/drawing/2014/main" id="{10EB418B-F6DD-4267-8A11-A1EB28AF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05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5193">
            <a:extLst xmlns:a="http://schemas.openxmlformats.org/drawingml/2006/main">
              <a:ext uri="{FF2B5EF4-FFF2-40B4-BE49-F238E27FC236}">
                <a16:creationId xmlns:a16="http://schemas.microsoft.com/office/drawing/2014/main" id="{786718E6-33DE-4983-873E-C1508D0A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815" y="540083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5194">
            <a:extLst xmlns:a="http://schemas.openxmlformats.org/drawingml/2006/main">
              <a:ext uri="{FF2B5EF4-FFF2-40B4-BE49-F238E27FC236}">
                <a16:creationId xmlns:a16="http://schemas.microsoft.com/office/drawing/2014/main" id="{92BEA772-C33E-42E4-95B1-63E45057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65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5195">
            <a:extLst xmlns:a="http://schemas.openxmlformats.org/drawingml/2006/main">
              <a:ext uri="{FF2B5EF4-FFF2-40B4-BE49-F238E27FC236}">
                <a16:creationId xmlns:a16="http://schemas.microsoft.com/office/drawing/2014/main" id="{701CCDB4-C8B0-4B48-9497-C3797B4E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0335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5196">
            <a:extLst xmlns:a="http://schemas.openxmlformats.org/drawingml/2006/main">
              <a:ext uri="{FF2B5EF4-FFF2-40B4-BE49-F238E27FC236}">
                <a16:creationId xmlns:a16="http://schemas.microsoft.com/office/drawing/2014/main" id="{52A9627A-7CF6-4382-881B-A469E346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60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5197">
            <a:extLst xmlns:a="http://schemas.openxmlformats.org/drawingml/2006/main">
              <a:ext uri="{FF2B5EF4-FFF2-40B4-BE49-F238E27FC236}">
                <a16:creationId xmlns:a16="http://schemas.microsoft.com/office/drawing/2014/main" id="{5CCAC187-31E2-4345-9FEC-3FBB9A63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64" y="4510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5198">
            <a:extLst xmlns:a="http://schemas.openxmlformats.org/drawingml/2006/main">
              <a:ext uri="{FF2B5EF4-FFF2-40B4-BE49-F238E27FC236}">
                <a16:creationId xmlns:a16="http://schemas.microsoft.com/office/drawing/2014/main" id="{F85F931A-7C6B-4D1F-932C-1D8E6E8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06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5199">
            <a:extLst xmlns:a="http://schemas.openxmlformats.org/drawingml/2006/main">
              <a:ext uri="{FF2B5EF4-FFF2-40B4-BE49-F238E27FC236}">
                <a16:creationId xmlns:a16="http://schemas.microsoft.com/office/drawing/2014/main" id="{8F1223B8-8811-4A50-9363-B285B682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576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5200">
            <a:extLst xmlns:a="http://schemas.openxmlformats.org/drawingml/2006/main">
              <a:ext uri="{FF2B5EF4-FFF2-40B4-BE49-F238E27FC236}">
                <a16:creationId xmlns:a16="http://schemas.microsoft.com/office/drawing/2014/main" id="{37A883DE-8E66-42C0-BC29-8B9A80A8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326" y="44225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5201">
            <a:extLst xmlns:a="http://schemas.openxmlformats.org/drawingml/2006/main">
              <a:ext uri="{FF2B5EF4-FFF2-40B4-BE49-F238E27FC236}">
                <a16:creationId xmlns:a16="http://schemas.microsoft.com/office/drawing/2014/main" id="{BEFD36AC-6C73-4ED1-8D09-67A2A19A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15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5202">
            <a:extLst xmlns:a="http://schemas.openxmlformats.org/drawingml/2006/main">
              <a:ext uri="{FF2B5EF4-FFF2-40B4-BE49-F238E27FC236}">
                <a16:creationId xmlns:a16="http://schemas.microsoft.com/office/drawing/2014/main" id="{1550C892-DAD7-4796-AA9B-D0EEE1E2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52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5203">
            <a:extLst xmlns:a="http://schemas.openxmlformats.org/drawingml/2006/main">
              <a:ext uri="{FF2B5EF4-FFF2-40B4-BE49-F238E27FC236}">
                <a16:creationId xmlns:a16="http://schemas.microsoft.com/office/drawing/2014/main" id="{28B2F700-6278-4C0B-884A-C17707C0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86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5204">
            <a:extLst xmlns:a="http://schemas.openxmlformats.org/drawingml/2006/main">
              <a:ext uri="{FF2B5EF4-FFF2-40B4-BE49-F238E27FC236}">
                <a16:creationId xmlns:a16="http://schemas.microsoft.com/office/drawing/2014/main" id="{77D54ED1-E3C7-49BD-98B2-EE06D9CC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70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5205">
            <a:extLst xmlns:a="http://schemas.openxmlformats.org/drawingml/2006/main">
              <a:ext uri="{FF2B5EF4-FFF2-40B4-BE49-F238E27FC236}">
                <a16:creationId xmlns:a16="http://schemas.microsoft.com/office/drawing/2014/main" id="{485E617A-70B2-4D78-B510-D7E6F71D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88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5206">
            <a:extLst xmlns:a="http://schemas.openxmlformats.org/drawingml/2006/main">
              <a:ext uri="{FF2B5EF4-FFF2-40B4-BE49-F238E27FC236}">
                <a16:creationId xmlns:a16="http://schemas.microsoft.com/office/drawing/2014/main" id="{6683A875-738C-432F-80A3-537445C8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5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5207">
            <a:extLst xmlns:a="http://schemas.openxmlformats.org/drawingml/2006/main">
              <a:ext uri="{FF2B5EF4-FFF2-40B4-BE49-F238E27FC236}">
                <a16:creationId xmlns:a16="http://schemas.microsoft.com/office/drawing/2014/main" id="{3E0F52E2-3D2B-4122-842A-6FCA858D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3540" y="5334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5208">
            <a:extLst xmlns:a="http://schemas.openxmlformats.org/drawingml/2006/main">
              <a:ext uri="{FF2B5EF4-FFF2-40B4-BE49-F238E27FC236}">
                <a16:creationId xmlns:a16="http://schemas.microsoft.com/office/drawing/2014/main" id="{26B310B4-D027-4BBF-8E31-0107853B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93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5209">
            <a:extLst xmlns:a="http://schemas.openxmlformats.org/drawingml/2006/main">
              <a:ext uri="{FF2B5EF4-FFF2-40B4-BE49-F238E27FC236}">
                <a16:creationId xmlns:a16="http://schemas.microsoft.com/office/drawing/2014/main" id="{7852A9FB-6E43-40AA-A7E4-69025334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75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5210">
            <a:extLst xmlns:a="http://schemas.openxmlformats.org/drawingml/2006/main">
              <a:ext uri="{FF2B5EF4-FFF2-40B4-BE49-F238E27FC236}">
                <a16:creationId xmlns:a16="http://schemas.microsoft.com/office/drawing/2014/main" id="{1D383F0E-9811-4E7E-A6BA-AF040663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852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5211">
            <a:extLst xmlns:a="http://schemas.openxmlformats.org/drawingml/2006/main">
              <a:ext uri="{FF2B5EF4-FFF2-40B4-BE49-F238E27FC236}">
                <a16:creationId xmlns:a16="http://schemas.microsoft.com/office/drawing/2014/main" id="{C367D2A8-E1B7-4907-89B6-39F4DEC7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53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5212">
            <a:extLst xmlns:a="http://schemas.openxmlformats.org/drawingml/2006/main">
              <a:ext uri="{FF2B5EF4-FFF2-40B4-BE49-F238E27FC236}">
                <a16:creationId xmlns:a16="http://schemas.microsoft.com/office/drawing/2014/main" id="{0DF84994-CD7E-42C4-B2D0-5CCC181C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633" y="42455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5213">
            <a:extLst xmlns:a="http://schemas.openxmlformats.org/drawingml/2006/main">
              <a:ext uri="{FF2B5EF4-FFF2-40B4-BE49-F238E27FC236}">
                <a16:creationId xmlns:a16="http://schemas.microsoft.com/office/drawing/2014/main" id="{88A89234-354D-4F18-BF8A-712BE48C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289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5214">
            <a:extLst xmlns:a="http://schemas.openxmlformats.org/drawingml/2006/main">
              <a:ext uri="{FF2B5EF4-FFF2-40B4-BE49-F238E27FC236}">
                <a16:creationId xmlns:a16="http://schemas.microsoft.com/office/drawing/2014/main" id="{03F23534-7F98-4845-9986-4A5D888B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41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5215">
            <a:extLst xmlns:a="http://schemas.openxmlformats.org/drawingml/2006/main">
              <a:ext uri="{FF2B5EF4-FFF2-40B4-BE49-F238E27FC236}">
                <a16:creationId xmlns:a16="http://schemas.microsoft.com/office/drawing/2014/main" id="{F847024B-E6C1-4627-904A-8D44F480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35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5216">
            <a:extLst xmlns:a="http://schemas.openxmlformats.org/drawingml/2006/main">
              <a:ext uri="{FF2B5EF4-FFF2-40B4-BE49-F238E27FC236}">
                <a16:creationId xmlns:a16="http://schemas.microsoft.com/office/drawing/2014/main" id="{4B1D754A-A4E0-4349-9464-D5B432EA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53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5217">
            <a:extLst xmlns:a="http://schemas.openxmlformats.org/drawingml/2006/main">
              <a:ext uri="{FF2B5EF4-FFF2-40B4-BE49-F238E27FC236}">
                <a16:creationId xmlns:a16="http://schemas.microsoft.com/office/drawing/2014/main" id="{4359EA54-803A-4EAE-92CC-28886754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12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5218">
            <a:extLst xmlns:a="http://schemas.openxmlformats.org/drawingml/2006/main">
              <a:ext uri="{FF2B5EF4-FFF2-40B4-BE49-F238E27FC236}">
                <a16:creationId xmlns:a16="http://schemas.microsoft.com/office/drawing/2014/main" id="{2BBC85F4-9661-4349-BB1C-30585443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451" y="52757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5219">
            <a:extLst xmlns:a="http://schemas.openxmlformats.org/drawingml/2006/main">
              <a:ext uri="{FF2B5EF4-FFF2-40B4-BE49-F238E27FC236}">
                <a16:creationId xmlns:a16="http://schemas.microsoft.com/office/drawing/2014/main" id="{F3263152-7585-4EBE-B9F0-60A591FE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807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5220">
            <a:extLst xmlns:a="http://schemas.openxmlformats.org/drawingml/2006/main">
              <a:ext uri="{FF2B5EF4-FFF2-40B4-BE49-F238E27FC236}">
                <a16:creationId xmlns:a16="http://schemas.microsoft.com/office/drawing/2014/main" id="{9E42FBDD-DF4C-42E6-AC6C-C48F0D70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92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5221">
            <a:extLst xmlns:a="http://schemas.openxmlformats.org/drawingml/2006/main">
              <a:ext uri="{FF2B5EF4-FFF2-40B4-BE49-F238E27FC236}">
                <a16:creationId xmlns:a16="http://schemas.microsoft.com/office/drawing/2014/main" id="{262146EA-7B4A-4178-BD43-FF582AE8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511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5222">
            <a:extLst xmlns:a="http://schemas.openxmlformats.org/drawingml/2006/main">
              <a:ext uri="{FF2B5EF4-FFF2-40B4-BE49-F238E27FC236}">
                <a16:creationId xmlns:a16="http://schemas.microsoft.com/office/drawing/2014/main" id="{75191CE5-4BA6-4A63-A1BC-C07579FE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466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5223">
            <a:extLst xmlns:a="http://schemas.openxmlformats.org/drawingml/2006/main">
              <a:ext uri="{FF2B5EF4-FFF2-40B4-BE49-F238E27FC236}">
                <a16:creationId xmlns:a16="http://schemas.microsoft.com/office/drawing/2014/main" id="{C1A245B3-59DB-4DA2-A32E-FA00878D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18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5224">
            <a:extLst xmlns:a="http://schemas.openxmlformats.org/drawingml/2006/main">
              <a:ext uri="{FF2B5EF4-FFF2-40B4-BE49-F238E27FC236}">
                <a16:creationId xmlns:a16="http://schemas.microsoft.com/office/drawing/2014/main" id="{D612E89F-17E7-4EF6-A0B6-7A6F94D6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68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5225">
            <a:extLst xmlns:a="http://schemas.openxmlformats.org/drawingml/2006/main">
              <a:ext uri="{FF2B5EF4-FFF2-40B4-BE49-F238E27FC236}">
                <a16:creationId xmlns:a16="http://schemas.microsoft.com/office/drawing/2014/main" id="{0FC865FC-AF3C-42D0-9B2B-BD11AA0F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41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5226">
            <a:extLst xmlns:a="http://schemas.openxmlformats.org/drawingml/2006/main">
              <a:ext uri="{FF2B5EF4-FFF2-40B4-BE49-F238E27FC236}">
                <a16:creationId xmlns:a16="http://schemas.microsoft.com/office/drawing/2014/main" id="{56F56731-2F1C-45B6-BC61-70314607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704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5227">
            <a:extLst xmlns:a="http://schemas.openxmlformats.org/drawingml/2006/main">
              <a:ext uri="{FF2B5EF4-FFF2-40B4-BE49-F238E27FC236}">
                <a16:creationId xmlns:a16="http://schemas.microsoft.com/office/drawing/2014/main" id="{618D3E2A-68EC-47A5-8E2C-31234AAA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98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5228">
            <a:extLst xmlns:a="http://schemas.openxmlformats.org/drawingml/2006/main">
              <a:ext uri="{FF2B5EF4-FFF2-40B4-BE49-F238E27FC236}">
                <a16:creationId xmlns:a16="http://schemas.microsoft.com/office/drawing/2014/main" id="{9A558D5D-59BD-4555-9F67-AE7EEBCB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793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5229">
            <a:extLst xmlns:a="http://schemas.openxmlformats.org/drawingml/2006/main">
              <a:ext uri="{FF2B5EF4-FFF2-40B4-BE49-F238E27FC236}">
                <a16:creationId xmlns:a16="http://schemas.microsoft.com/office/drawing/2014/main" id="{E4526218-B6F0-4405-9661-6A4B1EA9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410" y="48222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5230">
            <a:extLst xmlns:a="http://schemas.openxmlformats.org/drawingml/2006/main">
              <a:ext uri="{FF2B5EF4-FFF2-40B4-BE49-F238E27FC236}">
                <a16:creationId xmlns:a16="http://schemas.microsoft.com/office/drawing/2014/main" id="{985E9D7F-BA15-4106-8855-EC46EE08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950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5231">
            <a:extLst xmlns:a="http://schemas.openxmlformats.org/drawingml/2006/main">
              <a:ext uri="{FF2B5EF4-FFF2-40B4-BE49-F238E27FC236}">
                <a16:creationId xmlns:a16="http://schemas.microsoft.com/office/drawing/2014/main" id="{3F6A7200-4CCB-4BF5-A0C5-D6A31174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39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5232">
            <a:extLst xmlns:a="http://schemas.openxmlformats.org/drawingml/2006/main">
              <a:ext uri="{FF2B5EF4-FFF2-40B4-BE49-F238E27FC236}">
                <a16:creationId xmlns:a16="http://schemas.microsoft.com/office/drawing/2014/main" id="{CB8C3AE7-7D7B-48EB-9566-817AE231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1434" y="38134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5233">
            <a:extLst xmlns:a="http://schemas.openxmlformats.org/drawingml/2006/main">
              <a:ext uri="{FF2B5EF4-FFF2-40B4-BE49-F238E27FC236}">
                <a16:creationId xmlns:a16="http://schemas.microsoft.com/office/drawing/2014/main" id="{2F64A4FD-CCDE-434A-AB94-385F782A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68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5234">
            <a:extLst xmlns:a="http://schemas.openxmlformats.org/drawingml/2006/main">
              <a:ext uri="{FF2B5EF4-FFF2-40B4-BE49-F238E27FC236}">
                <a16:creationId xmlns:a16="http://schemas.microsoft.com/office/drawing/2014/main" id="{F6B97B00-CC0D-4386-BBDA-194AB767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133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5235">
            <a:extLst xmlns:a="http://schemas.openxmlformats.org/drawingml/2006/main">
              <a:ext uri="{FF2B5EF4-FFF2-40B4-BE49-F238E27FC236}">
                <a16:creationId xmlns:a16="http://schemas.microsoft.com/office/drawing/2014/main" id="{F6A7AA80-6038-4F6D-BF56-2F6F9E9A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86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5236">
            <a:extLst xmlns:a="http://schemas.openxmlformats.org/drawingml/2006/main">
              <a:ext uri="{FF2B5EF4-FFF2-40B4-BE49-F238E27FC236}">
                <a16:creationId xmlns:a16="http://schemas.microsoft.com/office/drawing/2014/main" id="{16AFF991-F856-4038-B8DC-F542E696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489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5237">
            <a:extLst xmlns:a="http://schemas.openxmlformats.org/drawingml/2006/main">
              <a:ext uri="{FF2B5EF4-FFF2-40B4-BE49-F238E27FC236}">
                <a16:creationId xmlns:a16="http://schemas.microsoft.com/office/drawing/2014/main" id="{ECBF5C23-DDEA-4CF6-9954-0F978179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2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5238">
            <a:extLst xmlns:a="http://schemas.openxmlformats.org/drawingml/2006/main">
              <a:ext uri="{FF2B5EF4-FFF2-40B4-BE49-F238E27FC236}">
                <a16:creationId xmlns:a16="http://schemas.microsoft.com/office/drawing/2014/main" id="{E4C5DD06-9196-42EE-A92D-1C39AF6C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597" y="3800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5239">
            <a:extLst xmlns:a="http://schemas.openxmlformats.org/drawingml/2006/main">
              <a:ext uri="{FF2B5EF4-FFF2-40B4-BE49-F238E27FC236}">
                <a16:creationId xmlns:a16="http://schemas.microsoft.com/office/drawing/2014/main" id="{8A755DFB-B3B2-43A8-8A9A-C6A7BB08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2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5240">
            <a:extLst xmlns:a="http://schemas.openxmlformats.org/drawingml/2006/main">
              <a:ext uri="{FF2B5EF4-FFF2-40B4-BE49-F238E27FC236}">
                <a16:creationId xmlns:a16="http://schemas.microsoft.com/office/drawing/2014/main" id="{BA3821C7-ADF4-4E32-B0C7-69F53879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26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5241">
            <a:extLst xmlns:a="http://schemas.openxmlformats.org/drawingml/2006/main">
              <a:ext uri="{FF2B5EF4-FFF2-40B4-BE49-F238E27FC236}">
                <a16:creationId xmlns:a16="http://schemas.microsoft.com/office/drawing/2014/main" id="{0E78BAD9-DD79-43BB-B2B8-3F826F86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7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5242">
            <a:extLst xmlns:a="http://schemas.openxmlformats.org/drawingml/2006/main">
              <a:ext uri="{FF2B5EF4-FFF2-40B4-BE49-F238E27FC236}">
                <a16:creationId xmlns:a16="http://schemas.microsoft.com/office/drawing/2014/main" id="{CCB4D055-862B-4098-8E6F-1DBB6524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5623" y="46179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5243">
            <a:extLst xmlns:a="http://schemas.openxmlformats.org/drawingml/2006/main">
              <a:ext uri="{FF2B5EF4-FFF2-40B4-BE49-F238E27FC236}">
                <a16:creationId xmlns:a16="http://schemas.microsoft.com/office/drawing/2014/main" id="{BF396B12-AC57-4D39-A29F-FB552FAA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5" y="44184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5244">
            <a:extLst xmlns:a="http://schemas.openxmlformats.org/drawingml/2006/main">
              <a:ext uri="{FF2B5EF4-FFF2-40B4-BE49-F238E27FC236}">
                <a16:creationId xmlns:a16="http://schemas.microsoft.com/office/drawing/2014/main" id="{220730E0-9A2A-4C70-8DB0-3A477EEC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626" y="46575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5245">
            <a:extLst xmlns:a="http://schemas.openxmlformats.org/drawingml/2006/main">
              <a:ext uri="{FF2B5EF4-FFF2-40B4-BE49-F238E27FC236}">
                <a16:creationId xmlns:a16="http://schemas.microsoft.com/office/drawing/2014/main" id="{049B9D28-0D52-4143-B444-545A5E8D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390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5246">
            <a:extLst xmlns:a="http://schemas.openxmlformats.org/drawingml/2006/main">
              <a:ext uri="{FF2B5EF4-FFF2-40B4-BE49-F238E27FC236}">
                <a16:creationId xmlns:a16="http://schemas.microsoft.com/office/drawing/2014/main" id="{DE54AB8F-97DC-4CF7-8B25-D9D12154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062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5247">
            <a:extLst xmlns:a="http://schemas.openxmlformats.org/drawingml/2006/main">
              <a:ext uri="{FF2B5EF4-FFF2-40B4-BE49-F238E27FC236}">
                <a16:creationId xmlns:a16="http://schemas.microsoft.com/office/drawing/2014/main" id="{3A7FE545-CEBA-41BC-85AD-50DBF0C9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268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5248">
            <a:extLst xmlns:a="http://schemas.openxmlformats.org/drawingml/2006/main">
              <a:ext uri="{FF2B5EF4-FFF2-40B4-BE49-F238E27FC236}">
                <a16:creationId xmlns:a16="http://schemas.microsoft.com/office/drawing/2014/main" id="{12AE5BAF-FFB3-4230-B875-B180F0F1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049" y="38423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5249">
            <a:extLst xmlns:a="http://schemas.openxmlformats.org/drawingml/2006/main">
              <a:ext uri="{FF2B5EF4-FFF2-40B4-BE49-F238E27FC236}">
                <a16:creationId xmlns:a16="http://schemas.microsoft.com/office/drawing/2014/main" id="{CBA663F6-DEF6-4A2E-9875-E3F9AA2E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0311" y="51360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5250">
            <a:extLst xmlns:a="http://schemas.openxmlformats.org/drawingml/2006/main">
              <a:ext uri="{FF2B5EF4-FFF2-40B4-BE49-F238E27FC236}">
                <a16:creationId xmlns:a16="http://schemas.microsoft.com/office/drawing/2014/main" id="{27DF52C1-3650-48DB-9960-F54E5F86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76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9" name="data_5251">
            <a:extLst xmlns:a="http://schemas.openxmlformats.org/drawingml/2006/main">
              <a:ext uri="{FF2B5EF4-FFF2-40B4-BE49-F238E27FC236}">
                <a16:creationId xmlns:a16="http://schemas.microsoft.com/office/drawing/2014/main" id="{EA99F468-9196-4DC5-B999-B86349C5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35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0" name="data_5252">
            <a:extLst xmlns:a="http://schemas.openxmlformats.org/drawingml/2006/main">
              <a:ext uri="{FF2B5EF4-FFF2-40B4-BE49-F238E27FC236}">
                <a16:creationId xmlns:a16="http://schemas.microsoft.com/office/drawing/2014/main" id="{44434A88-AE1B-4F7B-892F-ABFBDF6F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6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1" name="data_5253">
            <a:extLst xmlns:a="http://schemas.openxmlformats.org/drawingml/2006/main">
              <a:ext uri="{FF2B5EF4-FFF2-40B4-BE49-F238E27FC236}">
                <a16:creationId xmlns:a16="http://schemas.microsoft.com/office/drawing/2014/main" id="{CC64E39F-214D-49EA-AACF-DC1F7965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8086" y="52040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2" name="data_5254">
            <a:extLst xmlns:a="http://schemas.openxmlformats.org/drawingml/2006/main">
              <a:ext uri="{FF2B5EF4-FFF2-40B4-BE49-F238E27FC236}">
                <a16:creationId xmlns:a16="http://schemas.microsoft.com/office/drawing/2014/main" id="{3180DD8E-5014-4EFC-A0A9-C750A41A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335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3" name="data_5255">
            <a:extLst xmlns:a="http://schemas.openxmlformats.org/drawingml/2006/main">
              <a:ext uri="{FF2B5EF4-FFF2-40B4-BE49-F238E27FC236}">
                <a16:creationId xmlns:a16="http://schemas.microsoft.com/office/drawing/2014/main" id="{80DCE24D-8DE0-452C-9A91-EBAE252C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1842" y="50205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4" name="data_5256">
            <a:extLst xmlns:a="http://schemas.openxmlformats.org/drawingml/2006/main">
              <a:ext uri="{FF2B5EF4-FFF2-40B4-BE49-F238E27FC236}">
                <a16:creationId xmlns:a16="http://schemas.microsoft.com/office/drawing/2014/main" id="{222DAE3A-C742-4DFC-9E4E-2A9D289A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47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5" name="data_5257">
            <a:extLst xmlns:a="http://schemas.openxmlformats.org/drawingml/2006/main">
              <a:ext uri="{FF2B5EF4-FFF2-40B4-BE49-F238E27FC236}">
                <a16:creationId xmlns:a16="http://schemas.microsoft.com/office/drawing/2014/main" id="{F7B4B1D4-3CD1-45A4-8828-6D35C286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43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6" name="data_5258">
            <a:extLst xmlns:a="http://schemas.openxmlformats.org/drawingml/2006/main">
              <a:ext uri="{FF2B5EF4-FFF2-40B4-BE49-F238E27FC236}">
                <a16:creationId xmlns:a16="http://schemas.microsoft.com/office/drawing/2014/main" id="{6940EC59-76C3-4B1B-B15B-3D376E5C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7" name="data_5259">
            <a:extLst xmlns:a="http://schemas.openxmlformats.org/drawingml/2006/main">
              <a:ext uri="{FF2B5EF4-FFF2-40B4-BE49-F238E27FC236}">
                <a16:creationId xmlns:a16="http://schemas.microsoft.com/office/drawing/2014/main" id="{7D3FF6CE-3C15-48A9-B5F5-5E88AD72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8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8" name="data_5260">
            <a:extLst xmlns:a="http://schemas.openxmlformats.org/drawingml/2006/main">
              <a:ext uri="{FF2B5EF4-FFF2-40B4-BE49-F238E27FC236}">
                <a16:creationId xmlns:a16="http://schemas.microsoft.com/office/drawing/2014/main" id="{32AD8BAF-AB00-4017-AF00-33E557C2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80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9" name="data_5261">
            <a:extLst xmlns:a="http://schemas.openxmlformats.org/drawingml/2006/main">
              <a:ext uri="{FF2B5EF4-FFF2-40B4-BE49-F238E27FC236}">
                <a16:creationId xmlns:a16="http://schemas.microsoft.com/office/drawing/2014/main" id="{395A4AF6-1EBC-4426-A874-E9F3CE83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62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0" name="data_5262">
            <a:extLst xmlns:a="http://schemas.openxmlformats.org/drawingml/2006/main">
              <a:ext uri="{FF2B5EF4-FFF2-40B4-BE49-F238E27FC236}">
                <a16:creationId xmlns:a16="http://schemas.microsoft.com/office/drawing/2014/main" id="{7133ABB9-080B-438E-8DF8-1DA14173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027" y="5074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1" name="data_5263">
            <a:extLst xmlns:a="http://schemas.openxmlformats.org/drawingml/2006/main">
              <a:ext uri="{FF2B5EF4-FFF2-40B4-BE49-F238E27FC236}">
                <a16:creationId xmlns:a16="http://schemas.microsoft.com/office/drawing/2014/main" id="{5318A0E1-D34F-4254-8DB4-791244E1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481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2" name="data_5264">
            <a:extLst xmlns:a="http://schemas.openxmlformats.org/drawingml/2006/main">
              <a:ext uri="{FF2B5EF4-FFF2-40B4-BE49-F238E27FC236}">
                <a16:creationId xmlns:a16="http://schemas.microsoft.com/office/drawing/2014/main" id="{81841CF5-E686-457B-A9B9-445FE128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83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5265">
            <a:extLst xmlns:a="http://schemas.openxmlformats.org/drawingml/2006/main">
              <a:ext uri="{FF2B5EF4-FFF2-40B4-BE49-F238E27FC236}">
                <a16:creationId xmlns:a16="http://schemas.microsoft.com/office/drawing/2014/main" id="{8CBE24B7-8481-4AE5-AA9F-6924E423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587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4" name="data_5266">
            <a:extLst xmlns:a="http://schemas.openxmlformats.org/drawingml/2006/main">
              <a:ext uri="{FF2B5EF4-FFF2-40B4-BE49-F238E27FC236}">
                <a16:creationId xmlns:a16="http://schemas.microsoft.com/office/drawing/2014/main" id="{A75EAC01-5977-49A3-B8D4-FE41B043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921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5" name="data_5267">
            <a:extLst xmlns:a="http://schemas.openxmlformats.org/drawingml/2006/main">
              <a:ext uri="{FF2B5EF4-FFF2-40B4-BE49-F238E27FC236}">
                <a16:creationId xmlns:a16="http://schemas.microsoft.com/office/drawing/2014/main" id="{AF320D35-C9BC-446C-A094-1B6EFFD0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205" y="52666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6" name="data_5268">
            <a:extLst xmlns:a="http://schemas.openxmlformats.org/drawingml/2006/main">
              <a:ext uri="{FF2B5EF4-FFF2-40B4-BE49-F238E27FC236}">
                <a16:creationId xmlns:a16="http://schemas.microsoft.com/office/drawing/2014/main" id="{E4EBF232-979E-4F6F-923E-4650CAB0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5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7" name="data_5269">
            <a:extLst xmlns:a="http://schemas.openxmlformats.org/drawingml/2006/main">
              <a:ext uri="{FF2B5EF4-FFF2-40B4-BE49-F238E27FC236}">
                <a16:creationId xmlns:a16="http://schemas.microsoft.com/office/drawing/2014/main" id="{B92DA4C8-CEB8-4480-A800-FA6BC386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421" y="53819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8" name="data_5270">
            <a:extLst xmlns:a="http://schemas.openxmlformats.org/drawingml/2006/main">
              <a:ext uri="{FF2B5EF4-FFF2-40B4-BE49-F238E27FC236}">
                <a16:creationId xmlns:a16="http://schemas.microsoft.com/office/drawing/2014/main" id="{1C6314EE-1D03-4620-8C3B-75330040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723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9" name="data_5271">
            <a:extLst xmlns:a="http://schemas.openxmlformats.org/drawingml/2006/main">
              <a:ext uri="{FF2B5EF4-FFF2-40B4-BE49-F238E27FC236}">
                <a16:creationId xmlns:a16="http://schemas.microsoft.com/office/drawing/2014/main" id="{93A3E56C-D973-4E1A-AF9A-B337659D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52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0" name="data_5272">
            <a:extLst xmlns:a="http://schemas.openxmlformats.org/drawingml/2006/main">
              <a:ext uri="{FF2B5EF4-FFF2-40B4-BE49-F238E27FC236}">
                <a16:creationId xmlns:a16="http://schemas.microsoft.com/office/drawing/2014/main" id="{08157878-1408-45BE-B774-C39BBCAD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15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1" name="data_5273">
            <a:extLst xmlns:a="http://schemas.openxmlformats.org/drawingml/2006/main">
              <a:ext uri="{FF2B5EF4-FFF2-40B4-BE49-F238E27FC236}">
                <a16:creationId xmlns:a16="http://schemas.microsoft.com/office/drawing/2014/main" id="{229B0DB0-96F7-48B7-A6BD-CD2A8D8B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60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2" name="data_5274">
            <a:extLst xmlns:a="http://schemas.openxmlformats.org/drawingml/2006/main">
              <a:ext uri="{FF2B5EF4-FFF2-40B4-BE49-F238E27FC236}">
                <a16:creationId xmlns:a16="http://schemas.microsoft.com/office/drawing/2014/main" id="{1C9FD295-2669-4E51-91EF-3AFF87A5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722" y="3910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3" name="data_5275">
            <a:extLst xmlns:a="http://schemas.openxmlformats.org/drawingml/2006/main">
              <a:ext uri="{FF2B5EF4-FFF2-40B4-BE49-F238E27FC236}">
                <a16:creationId xmlns:a16="http://schemas.microsoft.com/office/drawing/2014/main" id="{DF234F8D-64AB-444D-895D-766F832A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12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4" name="data_5276">
            <a:extLst xmlns:a="http://schemas.openxmlformats.org/drawingml/2006/main">
              <a:ext uri="{FF2B5EF4-FFF2-40B4-BE49-F238E27FC236}">
                <a16:creationId xmlns:a16="http://schemas.microsoft.com/office/drawing/2014/main" id="{0EB0AF74-C9FD-471F-A28C-3046BE2E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540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5" name="data_5277">
            <a:extLst xmlns:a="http://schemas.openxmlformats.org/drawingml/2006/main">
              <a:ext uri="{FF2B5EF4-FFF2-40B4-BE49-F238E27FC236}">
                <a16:creationId xmlns:a16="http://schemas.microsoft.com/office/drawing/2014/main" id="{EA16A88F-8123-4728-8530-655D60BA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725" y="5124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6" name="data_5278">
            <a:extLst xmlns:a="http://schemas.openxmlformats.org/drawingml/2006/main">
              <a:ext uri="{FF2B5EF4-FFF2-40B4-BE49-F238E27FC236}">
                <a16:creationId xmlns:a16="http://schemas.microsoft.com/office/drawing/2014/main" id="{9D6DD43C-7491-4552-90EF-44D46435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664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7" name="data_5279">
            <a:extLst xmlns:a="http://schemas.openxmlformats.org/drawingml/2006/main">
              <a:ext uri="{FF2B5EF4-FFF2-40B4-BE49-F238E27FC236}">
                <a16:creationId xmlns:a16="http://schemas.microsoft.com/office/drawing/2014/main" id="{71E5E2B5-FDBD-4B4E-8D64-D9E38CD6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70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8" name="data_5280">
            <a:extLst xmlns:a="http://schemas.openxmlformats.org/drawingml/2006/main">
              <a:ext uri="{FF2B5EF4-FFF2-40B4-BE49-F238E27FC236}">
                <a16:creationId xmlns:a16="http://schemas.microsoft.com/office/drawing/2014/main" id="{C38CF595-DCD6-4694-814D-C99A47BE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36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9" name="data_5281">
            <a:extLst xmlns:a="http://schemas.openxmlformats.org/drawingml/2006/main">
              <a:ext uri="{FF2B5EF4-FFF2-40B4-BE49-F238E27FC236}">
                <a16:creationId xmlns:a16="http://schemas.microsoft.com/office/drawing/2014/main" id="{74579452-0319-4F84-871E-E97C85E3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237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0" name="data_5282">
            <a:extLst xmlns:a="http://schemas.openxmlformats.org/drawingml/2006/main">
              <a:ext uri="{FF2B5EF4-FFF2-40B4-BE49-F238E27FC236}">
                <a16:creationId xmlns:a16="http://schemas.microsoft.com/office/drawing/2014/main" id="{423C33EB-3BDD-4817-B93B-01F8343F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937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1" name="data_5283">
            <a:extLst xmlns:a="http://schemas.openxmlformats.org/drawingml/2006/main">
              <a:ext uri="{FF2B5EF4-FFF2-40B4-BE49-F238E27FC236}">
                <a16:creationId xmlns:a16="http://schemas.microsoft.com/office/drawing/2014/main" id="{E9FBD16D-7B2D-487F-BE87-369EFA06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59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5284">
            <a:extLst xmlns:a="http://schemas.openxmlformats.org/drawingml/2006/main">
              <a:ext uri="{FF2B5EF4-FFF2-40B4-BE49-F238E27FC236}">
                <a16:creationId xmlns:a16="http://schemas.microsoft.com/office/drawing/2014/main" id="{8E20979F-FC30-450A-8BB9-6FF356C5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4655" y="52327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5285">
            <a:extLst xmlns:a="http://schemas.openxmlformats.org/drawingml/2006/main">
              <a:ext uri="{FF2B5EF4-FFF2-40B4-BE49-F238E27FC236}">
                <a16:creationId xmlns:a16="http://schemas.microsoft.com/office/drawing/2014/main" id="{046C89A1-7554-48D9-8004-D48258AB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812" y="38571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5286">
            <a:extLst xmlns:a="http://schemas.openxmlformats.org/drawingml/2006/main">
              <a:ext uri="{FF2B5EF4-FFF2-40B4-BE49-F238E27FC236}">
                <a16:creationId xmlns:a16="http://schemas.microsoft.com/office/drawing/2014/main" id="{D8D8796B-7583-421E-840B-0275708E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18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5287">
            <a:extLst xmlns:a="http://schemas.openxmlformats.org/drawingml/2006/main">
              <a:ext uri="{FF2B5EF4-FFF2-40B4-BE49-F238E27FC236}">
                <a16:creationId xmlns:a16="http://schemas.microsoft.com/office/drawing/2014/main" id="{B73C93F5-F71B-4DBC-A315-A8CB704B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025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5288">
            <a:extLst xmlns:a="http://schemas.openxmlformats.org/drawingml/2006/main">
              <a:ext uri="{FF2B5EF4-FFF2-40B4-BE49-F238E27FC236}">
                <a16:creationId xmlns:a16="http://schemas.microsoft.com/office/drawing/2014/main" id="{B8C492C6-E0A2-4753-9902-40B08EDB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156" y="495018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5289">
            <a:extLst xmlns:a="http://schemas.openxmlformats.org/drawingml/2006/main">
              <a:ext uri="{FF2B5EF4-FFF2-40B4-BE49-F238E27FC236}">
                <a16:creationId xmlns:a16="http://schemas.microsoft.com/office/drawing/2014/main" id="{829B4DAA-B716-4E9B-B75F-8DEE2AE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56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5290">
            <a:extLst xmlns:a="http://schemas.openxmlformats.org/drawingml/2006/main">
              <a:ext uri="{FF2B5EF4-FFF2-40B4-BE49-F238E27FC236}">
                <a16:creationId xmlns:a16="http://schemas.microsoft.com/office/drawing/2014/main" id="{BE2845F0-CDC4-41C4-B109-A6855503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032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5291">
            <a:extLst xmlns:a="http://schemas.openxmlformats.org/drawingml/2006/main">
              <a:ext uri="{FF2B5EF4-FFF2-40B4-BE49-F238E27FC236}">
                <a16:creationId xmlns:a16="http://schemas.microsoft.com/office/drawing/2014/main" id="{AC564B45-CE18-4400-8326-63AB4619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900" y="46800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5292">
            <a:extLst xmlns:a="http://schemas.openxmlformats.org/drawingml/2006/main">
              <a:ext uri="{FF2B5EF4-FFF2-40B4-BE49-F238E27FC236}">
                <a16:creationId xmlns:a16="http://schemas.microsoft.com/office/drawing/2014/main" id="{37EFA98D-8821-4855-83F8-FC489063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262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5293">
            <a:extLst xmlns:a="http://schemas.openxmlformats.org/drawingml/2006/main">
              <a:ext uri="{FF2B5EF4-FFF2-40B4-BE49-F238E27FC236}">
                <a16:creationId xmlns:a16="http://schemas.microsoft.com/office/drawing/2014/main" id="{6947BF3C-8939-4D4B-9E33-26D728F1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0009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5294">
            <a:extLst xmlns:a="http://schemas.openxmlformats.org/drawingml/2006/main">
              <a:ext uri="{FF2B5EF4-FFF2-40B4-BE49-F238E27FC236}">
                <a16:creationId xmlns:a16="http://schemas.microsoft.com/office/drawing/2014/main" id="{07D07067-2578-4C50-A04B-FF78C58F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49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5295">
            <a:extLst xmlns:a="http://schemas.openxmlformats.org/drawingml/2006/main">
              <a:ext uri="{FF2B5EF4-FFF2-40B4-BE49-F238E27FC236}">
                <a16:creationId xmlns:a16="http://schemas.microsoft.com/office/drawing/2014/main" id="{71296D02-94BD-43EF-9BFE-02EC981B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7255" y="46341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5296">
            <a:extLst xmlns:a="http://schemas.openxmlformats.org/drawingml/2006/main">
              <a:ext uri="{FF2B5EF4-FFF2-40B4-BE49-F238E27FC236}">
                <a16:creationId xmlns:a16="http://schemas.microsoft.com/office/drawing/2014/main" id="{399B1F9E-7718-4E6B-842B-A48707A1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77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5297">
            <a:extLst xmlns:a="http://schemas.openxmlformats.org/drawingml/2006/main">
              <a:ext uri="{FF2B5EF4-FFF2-40B4-BE49-F238E27FC236}">
                <a16:creationId xmlns:a16="http://schemas.microsoft.com/office/drawing/2014/main" id="{DE30A168-0E2F-46A7-AB09-C9AA2012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5967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5298">
            <a:extLst xmlns:a="http://schemas.openxmlformats.org/drawingml/2006/main">
              <a:ext uri="{FF2B5EF4-FFF2-40B4-BE49-F238E27FC236}">
                <a16:creationId xmlns:a16="http://schemas.microsoft.com/office/drawing/2014/main" id="{EDA58AFC-097F-4264-B09F-59BBF41D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2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5299">
            <a:extLst xmlns:a="http://schemas.openxmlformats.org/drawingml/2006/main">
              <a:ext uri="{FF2B5EF4-FFF2-40B4-BE49-F238E27FC236}">
                <a16:creationId xmlns:a16="http://schemas.microsoft.com/office/drawing/2014/main" id="{53E435DA-3126-4405-9B07-97C81527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59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5300">
            <a:extLst xmlns:a="http://schemas.openxmlformats.org/drawingml/2006/main">
              <a:ext uri="{FF2B5EF4-FFF2-40B4-BE49-F238E27FC236}">
                <a16:creationId xmlns:a16="http://schemas.microsoft.com/office/drawing/2014/main" id="{6FE8C442-26CA-41EF-AA71-D5B8B2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0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5301">
            <a:extLst xmlns:a="http://schemas.openxmlformats.org/drawingml/2006/main">
              <a:ext uri="{FF2B5EF4-FFF2-40B4-BE49-F238E27FC236}">
                <a16:creationId xmlns:a16="http://schemas.microsoft.com/office/drawing/2014/main" id="{01982D13-1754-4E84-8E17-85FB4D4E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926" y="5375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5302">
            <a:extLst xmlns:a="http://schemas.openxmlformats.org/drawingml/2006/main">
              <a:ext uri="{FF2B5EF4-FFF2-40B4-BE49-F238E27FC236}">
                <a16:creationId xmlns:a16="http://schemas.microsoft.com/office/drawing/2014/main" id="{BC4BBD23-C0C8-4889-973F-B33B4D82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118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5303">
            <a:extLst xmlns:a="http://schemas.openxmlformats.org/drawingml/2006/main">
              <a:ext uri="{FF2B5EF4-FFF2-40B4-BE49-F238E27FC236}">
                <a16:creationId xmlns:a16="http://schemas.microsoft.com/office/drawing/2014/main" id="{4A9342B5-85AC-4330-9DF7-40A788C3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11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5304">
            <a:extLst xmlns:a="http://schemas.openxmlformats.org/drawingml/2006/main">
              <a:ext uri="{FF2B5EF4-FFF2-40B4-BE49-F238E27FC236}">
                <a16:creationId xmlns:a16="http://schemas.microsoft.com/office/drawing/2014/main" id="{0559CAB8-52F4-4B62-85BA-06E18AF6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754" y="53926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5305">
            <a:extLst xmlns:a="http://schemas.openxmlformats.org/drawingml/2006/main">
              <a:ext uri="{FF2B5EF4-FFF2-40B4-BE49-F238E27FC236}">
                <a16:creationId xmlns:a16="http://schemas.microsoft.com/office/drawing/2014/main" id="{713D749C-1EBF-43AA-8C62-25D826FC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16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5306">
            <a:extLst xmlns:a="http://schemas.openxmlformats.org/drawingml/2006/main">
              <a:ext uri="{FF2B5EF4-FFF2-40B4-BE49-F238E27FC236}">
                <a16:creationId xmlns:a16="http://schemas.microsoft.com/office/drawing/2014/main" id="{22F2295B-BB9C-4D61-B2EC-3E1CF40C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45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5307">
            <a:extLst xmlns:a="http://schemas.openxmlformats.org/drawingml/2006/main">
              <a:ext uri="{FF2B5EF4-FFF2-40B4-BE49-F238E27FC236}">
                <a16:creationId xmlns:a16="http://schemas.microsoft.com/office/drawing/2014/main" id="{5B143F65-3113-4D14-9100-12DC712F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31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5308">
            <a:extLst xmlns:a="http://schemas.openxmlformats.org/drawingml/2006/main">
              <a:ext uri="{FF2B5EF4-FFF2-40B4-BE49-F238E27FC236}">
                <a16:creationId xmlns:a16="http://schemas.microsoft.com/office/drawing/2014/main" id="{06A2E93C-00EC-4AD9-B076-CCEB1461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34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5309">
            <a:extLst xmlns:a="http://schemas.openxmlformats.org/drawingml/2006/main">
              <a:ext uri="{FF2B5EF4-FFF2-40B4-BE49-F238E27FC236}">
                <a16:creationId xmlns:a16="http://schemas.microsoft.com/office/drawing/2014/main" id="{AE0DD286-8140-4E92-8663-1180F782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29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5310">
            <a:extLst xmlns:a="http://schemas.openxmlformats.org/drawingml/2006/main">
              <a:ext uri="{FF2B5EF4-FFF2-40B4-BE49-F238E27FC236}">
                <a16:creationId xmlns:a16="http://schemas.microsoft.com/office/drawing/2014/main" id="{83CA6589-3708-4DFC-84D7-400DBCC2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166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5311">
            <a:extLst xmlns:a="http://schemas.openxmlformats.org/drawingml/2006/main">
              <a:ext uri="{FF2B5EF4-FFF2-40B4-BE49-F238E27FC236}">
                <a16:creationId xmlns:a16="http://schemas.microsoft.com/office/drawing/2014/main" id="{0D7DC7EE-CEC7-43F8-9C9E-87D9D631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823" y="53872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5312">
            <a:extLst xmlns:a="http://schemas.openxmlformats.org/drawingml/2006/main">
              <a:ext uri="{FF2B5EF4-FFF2-40B4-BE49-F238E27FC236}">
                <a16:creationId xmlns:a16="http://schemas.microsoft.com/office/drawing/2014/main" id="{84921109-BB24-447A-BA94-55F6C070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4595" y="49840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5313">
            <a:extLst xmlns:a="http://schemas.openxmlformats.org/drawingml/2006/main">
              <a:ext uri="{FF2B5EF4-FFF2-40B4-BE49-F238E27FC236}">
                <a16:creationId xmlns:a16="http://schemas.microsoft.com/office/drawing/2014/main" id="{28DDA621-89EE-492F-B41D-4822FCCA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262" y="53733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5314">
            <a:extLst xmlns:a="http://schemas.openxmlformats.org/drawingml/2006/main">
              <a:ext uri="{FF2B5EF4-FFF2-40B4-BE49-F238E27FC236}">
                <a16:creationId xmlns:a16="http://schemas.microsoft.com/office/drawing/2014/main" id="{B61CD7F3-C215-4F34-A97F-97699CCE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76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5315">
            <a:extLst xmlns:a="http://schemas.openxmlformats.org/drawingml/2006/main">
              <a:ext uri="{FF2B5EF4-FFF2-40B4-BE49-F238E27FC236}">
                <a16:creationId xmlns:a16="http://schemas.microsoft.com/office/drawing/2014/main" id="{0A8F2E55-FA58-4290-B141-25A3EF89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59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5316">
            <a:extLst xmlns:a="http://schemas.openxmlformats.org/drawingml/2006/main">
              <a:ext uri="{FF2B5EF4-FFF2-40B4-BE49-F238E27FC236}">
                <a16:creationId xmlns:a16="http://schemas.microsoft.com/office/drawing/2014/main" id="{5CA5F8D7-76E6-4D5D-847D-BF75731E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193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5317">
            <a:extLst xmlns:a="http://schemas.openxmlformats.org/drawingml/2006/main">
              <a:ext uri="{FF2B5EF4-FFF2-40B4-BE49-F238E27FC236}">
                <a16:creationId xmlns:a16="http://schemas.microsoft.com/office/drawing/2014/main" id="{006E6F3D-F8D8-42B9-B2DA-34FC8F26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68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5318">
            <a:extLst xmlns:a="http://schemas.openxmlformats.org/drawingml/2006/main">
              <a:ext uri="{FF2B5EF4-FFF2-40B4-BE49-F238E27FC236}">
                <a16:creationId xmlns:a16="http://schemas.microsoft.com/office/drawing/2014/main" id="{94F3568D-B940-4082-83A5-7AB4CCAD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47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5319">
            <a:extLst xmlns:a="http://schemas.openxmlformats.org/drawingml/2006/main">
              <a:ext uri="{FF2B5EF4-FFF2-40B4-BE49-F238E27FC236}">
                <a16:creationId xmlns:a16="http://schemas.microsoft.com/office/drawing/2014/main" id="{CAA8737D-5285-49AF-A877-D2FE0AEC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15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5320">
            <a:extLst xmlns:a="http://schemas.openxmlformats.org/drawingml/2006/main">
              <a:ext uri="{FF2B5EF4-FFF2-40B4-BE49-F238E27FC236}">
                <a16:creationId xmlns:a16="http://schemas.microsoft.com/office/drawing/2014/main" id="{DA29C34F-3F54-45EF-B732-0917F914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92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5321">
            <a:extLst xmlns:a="http://schemas.openxmlformats.org/drawingml/2006/main">
              <a:ext uri="{FF2B5EF4-FFF2-40B4-BE49-F238E27FC236}">
                <a16:creationId xmlns:a16="http://schemas.microsoft.com/office/drawing/2014/main" id="{1174DF68-217A-4F58-96A9-53FF1829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4867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5322">
            <a:extLst xmlns:a="http://schemas.openxmlformats.org/drawingml/2006/main">
              <a:ext uri="{FF2B5EF4-FFF2-40B4-BE49-F238E27FC236}">
                <a16:creationId xmlns:a16="http://schemas.microsoft.com/office/drawing/2014/main" id="{04C16ABB-464E-4678-8DB7-5F30B1A6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6786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5323">
            <a:extLst xmlns:a="http://schemas.openxmlformats.org/drawingml/2006/main">
              <a:ext uri="{FF2B5EF4-FFF2-40B4-BE49-F238E27FC236}">
                <a16:creationId xmlns:a16="http://schemas.microsoft.com/office/drawing/2014/main" id="{A826F497-1C85-48F1-8F2D-CF690AD9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0015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5324">
            <a:extLst xmlns:a="http://schemas.openxmlformats.org/drawingml/2006/main">
              <a:ext uri="{FF2B5EF4-FFF2-40B4-BE49-F238E27FC236}">
                <a16:creationId xmlns:a16="http://schemas.microsoft.com/office/drawing/2014/main" id="{B510CC52-F2AC-44C6-9DC1-34ED0671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94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5325">
            <a:extLst xmlns:a="http://schemas.openxmlformats.org/drawingml/2006/main">
              <a:ext uri="{FF2B5EF4-FFF2-40B4-BE49-F238E27FC236}">
                <a16:creationId xmlns:a16="http://schemas.microsoft.com/office/drawing/2014/main" id="{FE33A9F1-8F8C-4B54-B524-F5F6BC01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5326">
            <a:extLst xmlns:a="http://schemas.openxmlformats.org/drawingml/2006/main">
              <a:ext uri="{FF2B5EF4-FFF2-40B4-BE49-F238E27FC236}">
                <a16:creationId xmlns:a16="http://schemas.microsoft.com/office/drawing/2014/main" id="{F13BAEE1-4430-4422-81B0-EE93A52C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9335" y="4435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5327">
            <a:extLst xmlns:a="http://schemas.openxmlformats.org/drawingml/2006/main">
              <a:ext uri="{FF2B5EF4-FFF2-40B4-BE49-F238E27FC236}">
                <a16:creationId xmlns:a16="http://schemas.microsoft.com/office/drawing/2014/main" id="{2EE36ADF-E74B-48A3-9F6A-4442F0F2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14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5328">
            <a:extLst xmlns:a="http://schemas.openxmlformats.org/drawingml/2006/main">
              <a:ext uri="{FF2B5EF4-FFF2-40B4-BE49-F238E27FC236}">
                <a16:creationId xmlns:a16="http://schemas.microsoft.com/office/drawing/2014/main" id="{1263D396-1751-4308-9BCC-CF4C8192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80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5329">
            <a:extLst xmlns:a="http://schemas.openxmlformats.org/drawingml/2006/main">
              <a:ext uri="{FF2B5EF4-FFF2-40B4-BE49-F238E27FC236}">
                <a16:creationId xmlns:a16="http://schemas.microsoft.com/office/drawing/2014/main" id="{21BD4D6F-AEB8-49F0-A55B-7B52F4A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21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5330">
            <a:extLst xmlns:a="http://schemas.openxmlformats.org/drawingml/2006/main">
              <a:ext uri="{FF2B5EF4-FFF2-40B4-BE49-F238E27FC236}">
                <a16:creationId xmlns:a16="http://schemas.microsoft.com/office/drawing/2014/main" id="{41A12B84-F362-407D-8E73-F7699123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038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5331">
            <a:extLst xmlns:a="http://schemas.openxmlformats.org/drawingml/2006/main">
              <a:ext uri="{FF2B5EF4-FFF2-40B4-BE49-F238E27FC236}">
                <a16:creationId xmlns:a16="http://schemas.microsoft.com/office/drawing/2014/main" id="{67FEA78B-610F-465E-AFDC-9359EA97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52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5332">
            <a:extLst xmlns:a="http://schemas.openxmlformats.org/drawingml/2006/main">
              <a:ext uri="{FF2B5EF4-FFF2-40B4-BE49-F238E27FC236}">
                <a16:creationId xmlns:a16="http://schemas.microsoft.com/office/drawing/2014/main" id="{F83927E8-CEC4-4DF2-B61F-1C6395E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29" y="37870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5333">
            <a:extLst xmlns:a="http://schemas.openxmlformats.org/drawingml/2006/main">
              <a:ext uri="{FF2B5EF4-FFF2-40B4-BE49-F238E27FC236}">
                <a16:creationId xmlns:a16="http://schemas.microsoft.com/office/drawing/2014/main" id="{B8C39CAE-BF82-4127-A240-49E494B0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310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5334">
            <a:extLst xmlns:a="http://schemas.openxmlformats.org/drawingml/2006/main">
              <a:ext uri="{FF2B5EF4-FFF2-40B4-BE49-F238E27FC236}">
                <a16:creationId xmlns:a16="http://schemas.microsoft.com/office/drawing/2014/main" id="{B6B14C8C-09CE-49DE-8781-5DD17A8F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96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5335">
            <a:extLst xmlns:a="http://schemas.openxmlformats.org/drawingml/2006/main">
              <a:ext uri="{FF2B5EF4-FFF2-40B4-BE49-F238E27FC236}">
                <a16:creationId xmlns:a16="http://schemas.microsoft.com/office/drawing/2014/main" id="{66924D6E-9841-4986-9B0A-05E9710A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765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5336">
            <a:extLst xmlns:a="http://schemas.openxmlformats.org/drawingml/2006/main">
              <a:ext uri="{FF2B5EF4-FFF2-40B4-BE49-F238E27FC236}">
                <a16:creationId xmlns:a16="http://schemas.microsoft.com/office/drawing/2014/main" id="{A6F0180F-A9DB-4834-AE60-9E9242F6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033" y="45038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5337">
            <a:extLst xmlns:a="http://schemas.openxmlformats.org/drawingml/2006/main">
              <a:ext uri="{FF2B5EF4-FFF2-40B4-BE49-F238E27FC236}">
                <a16:creationId xmlns:a16="http://schemas.microsoft.com/office/drawing/2014/main" id="{5BE2778A-C0C0-4E41-80B1-5FC728B1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46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5338">
            <a:extLst xmlns:a="http://schemas.openxmlformats.org/drawingml/2006/main">
              <a:ext uri="{FF2B5EF4-FFF2-40B4-BE49-F238E27FC236}">
                <a16:creationId xmlns:a16="http://schemas.microsoft.com/office/drawing/2014/main" id="{F9A999EB-11B2-4EF8-B52B-ECF69CAD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824" y="43551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5339">
            <a:extLst xmlns:a="http://schemas.openxmlformats.org/drawingml/2006/main">
              <a:ext uri="{FF2B5EF4-FFF2-40B4-BE49-F238E27FC236}">
                <a16:creationId xmlns:a16="http://schemas.microsoft.com/office/drawing/2014/main" id="{D8289BBA-2FF4-4B37-914A-D8368CC0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602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5340">
            <a:extLst xmlns:a="http://schemas.openxmlformats.org/drawingml/2006/main">
              <a:ext uri="{FF2B5EF4-FFF2-40B4-BE49-F238E27FC236}">
                <a16:creationId xmlns:a16="http://schemas.microsoft.com/office/drawing/2014/main" id="{C2C4A9CF-FA56-4C98-8F8F-CAE6C3C5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42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5341">
            <a:extLst xmlns:a="http://schemas.openxmlformats.org/drawingml/2006/main">
              <a:ext uri="{FF2B5EF4-FFF2-40B4-BE49-F238E27FC236}">
                <a16:creationId xmlns:a16="http://schemas.microsoft.com/office/drawing/2014/main" id="{7DC312EA-8BEF-44BA-8CA2-C9ED7C06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726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5342">
            <a:extLst xmlns:a="http://schemas.openxmlformats.org/drawingml/2006/main">
              <a:ext uri="{FF2B5EF4-FFF2-40B4-BE49-F238E27FC236}">
                <a16:creationId xmlns:a16="http://schemas.microsoft.com/office/drawing/2014/main" id="{5AE79561-D92E-419C-9F59-84C8FEE4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5343">
            <a:extLst xmlns:a="http://schemas.openxmlformats.org/drawingml/2006/main">
              <a:ext uri="{FF2B5EF4-FFF2-40B4-BE49-F238E27FC236}">
                <a16:creationId xmlns:a16="http://schemas.microsoft.com/office/drawing/2014/main" id="{65D931A1-29BE-4A68-AC6C-8A830A7C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3696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5344">
            <a:extLst xmlns:a="http://schemas.openxmlformats.org/drawingml/2006/main">
              <a:ext uri="{FF2B5EF4-FFF2-40B4-BE49-F238E27FC236}">
                <a16:creationId xmlns:a16="http://schemas.microsoft.com/office/drawing/2014/main" id="{D80F58EB-E73B-4EE7-8D6D-D6073463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77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5345">
            <a:extLst xmlns:a="http://schemas.openxmlformats.org/drawingml/2006/main">
              <a:ext uri="{FF2B5EF4-FFF2-40B4-BE49-F238E27FC236}">
                <a16:creationId xmlns:a16="http://schemas.microsoft.com/office/drawing/2014/main" id="{F4A7F91C-3914-4749-8290-6643AFC9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986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5346">
            <a:extLst xmlns:a="http://schemas.openxmlformats.org/drawingml/2006/main">
              <a:ext uri="{FF2B5EF4-FFF2-40B4-BE49-F238E27FC236}">
                <a16:creationId xmlns:a16="http://schemas.microsoft.com/office/drawing/2014/main" id="{7AC96284-5E08-4202-ACB0-AD417DF4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4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5347">
            <a:extLst xmlns:a="http://schemas.openxmlformats.org/drawingml/2006/main">
              <a:ext uri="{FF2B5EF4-FFF2-40B4-BE49-F238E27FC236}">
                <a16:creationId xmlns:a16="http://schemas.microsoft.com/office/drawing/2014/main" id="{F1D7CDEF-4E46-4507-86CE-3BE30AF0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093" y="52040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5348">
            <a:extLst xmlns:a="http://schemas.openxmlformats.org/drawingml/2006/main">
              <a:ext uri="{FF2B5EF4-FFF2-40B4-BE49-F238E27FC236}">
                <a16:creationId xmlns:a16="http://schemas.microsoft.com/office/drawing/2014/main" id="{99FD486C-D831-4320-BE1A-536DB7F8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92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5349">
            <a:extLst xmlns:a="http://schemas.openxmlformats.org/drawingml/2006/main">
              <a:ext uri="{FF2B5EF4-FFF2-40B4-BE49-F238E27FC236}">
                <a16:creationId xmlns:a16="http://schemas.microsoft.com/office/drawing/2014/main" id="{0A8E57F1-6119-4999-BA7F-0B285778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910" y="49778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5350">
            <a:extLst xmlns:a="http://schemas.openxmlformats.org/drawingml/2006/main">
              <a:ext uri="{FF2B5EF4-FFF2-40B4-BE49-F238E27FC236}">
                <a16:creationId xmlns:a16="http://schemas.microsoft.com/office/drawing/2014/main" id="{5220B77B-1D91-48D1-8C44-D10CD474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072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5351">
            <a:extLst xmlns:a="http://schemas.openxmlformats.org/drawingml/2006/main">
              <a:ext uri="{FF2B5EF4-FFF2-40B4-BE49-F238E27FC236}">
                <a16:creationId xmlns:a16="http://schemas.microsoft.com/office/drawing/2014/main" id="{78D8446C-BC06-459C-8B0A-9AB0A952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67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5352">
            <a:extLst xmlns:a="http://schemas.openxmlformats.org/drawingml/2006/main">
              <a:ext uri="{FF2B5EF4-FFF2-40B4-BE49-F238E27FC236}">
                <a16:creationId xmlns:a16="http://schemas.microsoft.com/office/drawing/2014/main" id="{0E741404-8B0B-4D44-8108-86BB0C5B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845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5353">
            <a:extLst xmlns:a="http://schemas.openxmlformats.org/drawingml/2006/main">
              <a:ext uri="{FF2B5EF4-FFF2-40B4-BE49-F238E27FC236}">
                <a16:creationId xmlns:a16="http://schemas.microsoft.com/office/drawing/2014/main" id="{AA25386E-B417-4691-B996-3B3C57B2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529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5354">
            <a:extLst xmlns:a="http://schemas.openxmlformats.org/drawingml/2006/main">
              <a:ext uri="{FF2B5EF4-FFF2-40B4-BE49-F238E27FC236}">
                <a16:creationId xmlns:a16="http://schemas.microsoft.com/office/drawing/2014/main" id="{3D0EEBEB-3A63-4AF7-B606-D033CD39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71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5355">
            <a:extLst xmlns:a="http://schemas.openxmlformats.org/drawingml/2006/main">
              <a:ext uri="{FF2B5EF4-FFF2-40B4-BE49-F238E27FC236}">
                <a16:creationId xmlns:a16="http://schemas.microsoft.com/office/drawing/2014/main" id="{D0B8E35F-FCD0-415F-B56C-5BA02931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39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5356">
            <a:extLst xmlns:a="http://schemas.openxmlformats.org/drawingml/2006/main">
              <a:ext uri="{FF2B5EF4-FFF2-40B4-BE49-F238E27FC236}">
                <a16:creationId xmlns:a16="http://schemas.microsoft.com/office/drawing/2014/main" id="{9FAB7B6C-54F7-49C6-8A15-95626D7B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949" y="43443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5357">
            <a:extLst xmlns:a="http://schemas.openxmlformats.org/drawingml/2006/main">
              <a:ext uri="{FF2B5EF4-FFF2-40B4-BE49-F238E27FC236}">
                <a16:creationId xmlns:a16="http://schemas.microsoft.com/office/drawing/2014/main" id="{65109A90-A889-4DE4-94BC-C094C70F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07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5358">
            <a:extLst xmlns:a="http://schemas.openxmlformats.org/drawingml/2006/main">
              <a:ext uri="{FF2B5EF4-FFF2-40B4-BE49-F238E27FC236}">
                <a16:creationId xmlns:a16="http://schemas.microsoft.com/office/drawing/2014/main" id="{F72A9E8F-04FB-446D-889E-09DC491F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902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5359">
            <a:extLst xmlns:a="http://schemas.openxmlformats.org/drawingml/2006/main">
              <a:ext uri="{FF2B5EF4-FFF2-40B4-BE49-F238E27FC236}">
                <a16:creationId xmlns:a16="http://schemas.microsoft.com/office/drawing/2014/main" id="{26841F8F-004E-460D-8242-9030386F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196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5360">
            <a:extLst xmlns:a="http://schemas.openxmlformats.org/drawingml/2006/main">
              <a:ext uri="{FF2B5EF4-FFF2-40B4-BE49-F238E27FC236}">
                <a16:creationId xmlns:a16="http://schemas.microsoft.com/office/drawing/2014/main" id="{EA5C3E2D-6BF7-43DA-AD05-A3AC4A26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6886" y="46853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5361">
            <a:extLst xmlns:a="http://schemas.openxmlformats.org/drawingml/2006/main">
              <a:ext uri="{FF2B5EF4-FFF2-40B4-BE49-F238E27FC236}">
                <a16:creationId xmlns:a16="http://schemas.microsoft.com/office/drawing/2014/main" id="{F6DA39B0-BF2D-4FD2-BFD1-C3C7300F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0725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5362">
            <a:extLst xmlns:a="http://schemas.openxmlformats.org/drawingml/2006/main">
              <a:ext uri="{FF2B5EF4-FFF2-40B4-BE49-F238E27FC236}">
                <a16:creationId xmlns:a16="http://schemas.microsoft.com/office/drawing/2014/main" id="{9CEB4F74-3939-42A3-8A03-077B6C19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63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5363">
            <a:extLst xmlns:a="http://schemas.openxmlformats.org/drawingml/2006/main">
              <a:ext uri="{FF2B5EF4-FFF2-40B4-BE49-F238E27FC236}">
                <a16:creationId xmlns:a16="http://schemas.microsoft.com/office/drawing/2014/main" id="{AB36EFAD-712C-41CD-9593-64A94CDA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054" y="53819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5364">
            <a:extLst xmlns:a="http://schemas.openxmlformats.org/drawingml/2006/main">
              <a:ext uri="{FF2B5EF4-FFF2-40B4-BE49-F238E27FC236}">
                <a16:creationId xmlns:a16="http://schemas.microsoft.com/office/drawing/2014/main" id="{41EE7868-93AC-4C5C-82C7-B68C644F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14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5365">
            <a:extLst xmlns:a="http://schemas.openxmlformats.org/drawingml/2006/main">
              <a:ext uri="{FF2B5EF4-FFF2-40B4-BE49-F238E27FC236}">
                <a16:creationId xmlns:a16="http://schemas.microsoft.com/office/drawing/2014/main" id="{2B03A34B-E6D9-49CE-93C0-DA3B0868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61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5366">
            <a:extLst xmlns:a="http://schemas.openxmlformats.org/drawingml/2006/main">
              <a:ext uri="{FF2B5EF4-FFF2-40B4-BE49-F238E27FC236}">
                <a16:creationId xmlns:a16="http://schemas.microsoft.com/office/drawing/2014/main" id="{BDE1881F-3417-4C03-9936-63C9E8EC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83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5367">
            <a:extLst xmlns:a="http://schemas.openxmlformats.org/drawingml/2006/main">
              <a:ext uri="{FF2B5EF4-FFF2-40B4-BE49-F238E27FC236}">
                <a16:creationId xmlns:a16="http://schemas.microsoft.com/office/drawing/2014/main" id="{D178AA02-B364-46AA-90CE-68BA612F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43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5368">
            <a:extLst xmlns:a="http://schemas.openxmlformats.org/drawingml/2006/main">
              <a:ext uri="{FF2B5EF4-FFF2-40B4-BE49-F238E27FC236}">
                <a16:creationId xmlns:a16="http://schemas.microsoft.com/office/drawing/2014/main" id="{5FFC253A-AB1B-4983-BB7D-87131B09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2854" y="409115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5369">
            <a:extLst xmlns:a="http://schemas.openxmlformats.org/drawingml/2006/main">
              <a:ext uri="{FF2B5EF4-FFF2-40B4-BE49-F238E27FC236}">
                <a16:creationId xmlns:a16="http://schemas.microsoft.com/office/drawing/2014/main" id="{C3D000FD-616C-4A62-B0A4-82311550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03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5370">
            <a:extLst xmlns:a="http://schemas.openxmlformats.org/drawingml/2006/main">
              <a:ext uri="{FF2B5EF4-FFF2-40B4-BE49-F238E27FC236}">
                <a16:creationId xmlns:a16="http://schemas.microsoft.com/office/drawing/2014/main" id="{9253A2F6-E824-4D5D-8FF1-F6005514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35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5371">
            <a:extLst xmlns:a="http://schemas.openxmlformats.org/drawingml/2006/main">
              <a:ext uri="{FF2B5EF4-FFF2-40B4-BE49-F238E27FC236}">
                <a16:creationId xmlns:a16="http://schemas.microsoft.com/office/drawing/2014/main" id="{537844C7-AF2C-4031-B2F7-87892563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25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5372">
            <a:extLst xmlns:a="http://schemas.openxmlformats.org/drawingml/2006/main">
              <a:ext uri="{FF2B5EF4-FFF2-40B4-BE49-F238E27FC236}">
                <a16:creationId xmlns:a16="http://schemas.microsoft.com/office/drawing/2014/main" id="{4C679F26-6BD6-4ED5-8B28-45E4A30F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3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5373">
            <a:extLst xmlns:a="http://schemas.openxmlformats.org/drawingml/2006/main">
              <a:ext uri="{FF2B5EF4-FFF2-40B4-BE49-F238E27FC236}">
                <a16:creationId xmlns:a16="http://schemas.microsoft.com/office/drawing/2014/main" id="{C9D93813-2A74-4FBA-BAEA-00001D7E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26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5374">
            <a:extLst xmlns:a="http://schemas.openxmlformats.org/drawingml/2006/main">
              <a:ext uri="{FF2B5EF4-FFF2-40B4-BE49-F238E27FC236}">
                <a16:creationId xmlns:a16="http://schemas.microsoft.com/office/drawing/2014/main" id="{4FEA049B-A259-4B03-ADC8-AE6A4531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048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5375">
            <a:extLst xmlns:a="http://schemas.openxmlformats.org/drawingml/2006/main">
              <a:ext uri="{FF2B5EF4-FFF2-40B4-BE49-F238E27FC236}">
                <a16:creationId xmlns:a16="http://schemas.microsoft.com/office/drawing/2014/main" id="{B3A2E931-3518-4954-9DD9-505ED5C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96" y="52085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5376">
            <a:extLst xmlns:a="http://schemas.openxmlformats.org/drawingml/2006/main">
              <a:ext uri="{FF2B5EF4-FFF2-40B4-BE49-F238E27FC236}">
                <a16:creationId xmlns:a16="http://schemas.microsoft.com/office/drawing/2014/main" id="{85D0C0B2-E672-4ABB-856A-46EFDBA0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322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5377">
            <a:extLst xmlns:a="http://schemas.openxmlformats.org/drawingml/2006/main">
              <a:ext uri="{FF2B5EF4-FFF2-40B4-BE49-F238E27FC236}">
                <a16:creationId xmlns:a16="http://schemas.microsoft.com/office/drawing/2014/main" id="{340BEE12-3711-4B29-B7AA-0C759C0C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18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5378">
            <a:extLst xmlns:a="http://schemas.openxmlformats.org/drawingml/2006/main">
              <a:ext uri="{FF2B5EF4-FFF2-40B4-BE49-F238E27FC236}">
                <a16:creationId xmlns:a16="http://schemas.microsoft.com/office/drawing/2014/main" id="{33E991B6-BD25-47EA-BB51-B57E3E53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515" y="5209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5379">
            <a:extLst xmlns:a="http://schemas.openxmlformats.org/drawingml/2006/main">
              <a:ext uri="{FF2B5EF4-FFF2-40B4-BE49-F238E27FC236}">
                <a16:creationId xmlns:a16="http://schemas.microsoft.com/office/drawing/2014/main" id="{1AD3675C-B0C0-4528-8DBF-1DEC3AB2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280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5380">
            <a:extLst xmlns:a="http://schemas.openxmlformats.org/drawingml/2006/main">
              <a:ext uri="{FF2B5EF4-FFF2-40B4-BE49-F238E27FC236}">
                <a16:creationId xmlns:a16="http://schemas.microsoft.com/office/drawing/2014/main" id="{203C12EF-E4C0-412B-B518-FB0AE4DA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902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5381">
            <a:extLst xmlns:a="http://schemas.openxmlformats.org/drawingml/2006/main">
              <a:ext uri="{FF2B5EF4-FFF2-40B4-BE49-F238E27FC236}">
                <a16:creationId xmlns:a16="http://schemas.microsoft.com/office/drawing/2014/main" id="{8465F526-270C-477B-9A47-A9D7152D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8982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5382">
            <a:extLst xmlns:a="http://schemas.openxmlformats.org/drawingml/2006/main">
              <a:ext uri="{FF2B5EF4-FFF2-40B4-BE49-F238E27FC236}">
                <a16:creationId xmlns:a16="http://schemas.microsoft.com/office/drawing/2014/main" id="{D07EC8C7-8591-45FE-ACCD-2AAB3127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574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5383">
            <a:extLst xmlns:a="http://schemas.openxmlformats.org/drawingml/2006/main">
              <a:ext uri="{FF2B5EF4-FFF2-40B4-BE49-F238E27FC236}">
                <a16:creationId xmlns:a16="http://schemas.microsoft.com/office/drawing/2014/main" id="{9D519AC2-A74E-4E7C-8C62-DE55CDA2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579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5384">
            <a:extLst xmlns:a="http://schemas.openxmlformats.org/drawingml/2006/main">
              <a:ext uri="{FF2B5EF4-FFF2-40B4-BE49-F238E27FC236}">
                <a16:creationId xmlns:a16="http://schemas.microsoft.com/office/drawing/2014/main" id="{CB1DD394-1673-4E91-A1E4-0BD6C36E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039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5385">
            <a:extLst xmlns:a="http://schemas.openxmlformats.org/drawingml/2006/main">
              <a:ext uri="{FF2B5EF4-FFF2-40B4-BE49-F238E27FC236}">
                <a16:creationId xmlns:a16="http://schemas.microsoft.com/office/drawing/2014/main" id="{0B4A3B3F-264D-445F-9F84-99CE8784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692" y="46800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5386">
            <a:extLst xmlns:a="http://schemas.openxmlformats.org/drawingml/2006/main">
              <a:ext uri="{FF2B5EF4-FFF2-40B4-BE49-F238E27FC236}">
                <a16:creationId xmlns:a16="http://schemas.microsoft.com/office/drawing/2014/main" id="{B5F120A5-6E9D-4F44-96A9-9E822C94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380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5387">
            <a:extLst xmlns:a="http://schemas.openxmlformats.org/drawingml/2006/main">
              <a:ext uri="{FF2B5EF4-FFF2-40B4-BE49-F238E27FC236}">
                <a16:creationId xmlns:a16="http://schemas.microsoft.com/office/drawing/2014/main" id="{1B962341-B968-45AC-B7CF-A633FCE4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7579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5388">
            <a:extLst xmlns:a="http://schemas.openxmlformats.org/drawingml/2006/main">
              <a:ext uri="{FF2B5EF4-FFF2-40B4-BE49-F238E27FC236}">
                <a16:creationId xmlns:a16="http://schemas.microsoft.com/office/drawing/2014/main" id="{ED769449-73B2-4F56-B8F6-AAED38D7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0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5389">
            <a:extLst xmlns:a="http://schemas.openxmlformats.org/drawingml/2006/main">
              <a:ext uri="{FF2B5EF4-FFF2-40B4-BE49-F238E27FC236}">
                <a16:creationId xmlns:a16="http://schemas.microsoft.com/office/drawing/2014/main" id="{86AC8140-0CD4-4925-B3DA-0642D4CB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61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5390">
            <a:extLst xmlns:a="http://schemas.openxmlformats.org/drawingml/2006/main">
              <a:ext uri="{FF2B5EF4-FFF2-40B4-BE49-F238E27FC236}">
                <a16:creationId xmlns:a16="http://schemas.microsoft.com/office/drawing/2014/main" id="{053ED3EC-BDEB-499D-8551-23126EFC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06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5391">
            <a:extLst xmlns:a="http://schemas.openxmlformats.org/drawingml/2006/main">
              <a:ext uri="{FF2B5EF4-FFF2-40B4-BE49-F238E27FC236}">
                <a16:creationId xmlns:a16="http://schemas.microsoft.com/office/drawing/2014/main" id="{D4AF3984-D5FE-4687-AD8A-5CFA39A9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751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5392">
            <a:extLst xmlns:a="http://schemas.openxmlformats.org/drawingml/2006/main">
              <a:ext uri="{FF2B5EF4-FFF2-40B4-BE49-F238E27FC236}">
                <a16:creationId xmlns:a16="http://schemas.microsoft.com/office/drawing/2014/main" id="{66D67930-DA33-436D-8EB1-E8E804B4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3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5393">
            <a:extLst xmlns:a="http://schemas.openxmlformats.org/drawingml/2006/main">
              <a:ext uri="{FF2B5EF4-FFF2-40B4-BE49-F238E27FC236}">
                <a16:creationId xmlns:a16="http://schemas.microsoft.com/office/drawing/2014/main" id="{03230E0A-C900-4BE0-8553-7EAA1C17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22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5394">
            <a:extLst xmlns:a="http://schemas.openxmlformats.org/drawingml/2006/main">
              <a:ext uri="{FF2B5EF4-FFF2-40B4-BE49-F238E27FC236}">
                <a16:creationId xmlns:a16="http://schemas.microsoft.com/office/drawing/2014/main" id="{97331A4E-B172-4B55-A793-FB714508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18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5395">
            <a:extLst xmlns:a="http://schemas.openxmlformats.org/drawingml/2006/main">
              <a:ext uri="{FF2B5EF4-FFF2-40B4-BE49-F238E27FC236}">
                <a16:creationId xmlns:a16="http://schemas.microsoft.com/office/drawing/2014/main" id="{E6315892-F9E9-4F70-B57E-C090B69F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7939" y="5375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5396">
            <a:extLst xmlns:a="http://schemas.openxmlformats.org/drawingml/2006/main">
              <a:ext uri="{FF2B5EF4-FFF2-40B4-BE49-F238E27FC236}">
                <a16:creationId xmlns:a16="http://schemas.microsoft.com/office/drawing/2014/main" id="{23DDEC85-5176-4DFC-85A1-FD132583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4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5397">
            <a:extLst xmlns:a="http://schemas.openxmlformats.org/drawingml/2006/main">
              <a:ext uri="{FF2B5EF4-FFF2-40B4-BE49-F238E27FC236}">
                <a16:creationId xmlns:a16="http://schemas.microsoft.com/office/drawing/2014/main" id="{BCE0136E-7CDC-4C94-8B7E-D8C955DF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345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5398">
            <a:extLst xmlns:a="http://schemas.openxmlformats.org/drawingml/2006/main">
              <a:ext uri="{FF2B5EF4-FFF2-40B4-BE49-F238E27FC236}">
                <a16:creationId xmlns:a16="http://schemas.microsoft.com/office/drawing/2014/main" id="{C020BD6D-1493-4008-8368-2047D4B9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6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5399">
            <a:extLst xmlns:a="http://schemas.openxmlformats.org/drawingml/2006/main">
              <a:ext uri="{FF2B5EF4-FFF2-40B4-BE49-F238E27FC236}">
                <a16:creationId xmlns:a16="http://schemas.microsoft.com/office/drawing/2014/main" id="{0C34D838-936A-46B9-BC9C-81801C30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808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5400">
            <a:extLst xmlns:a="http://schemas.openxmlformats.org/drawingml/2006/main">
              <a:ext uri="{FF2B5EF4-FFF2-40B4-BE49-F238E27FC236}">
                <a16:creationId xmlns:a16="http://schemas.microsoft.com/office/drawing/2014/main" id="{7E3575DC-5C62-4730-8A05-67DA6F53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47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5401">
            <a:extLst xmlns:a="http://schemas.openxmlformats.org/drawingml/2006/main">
              <a:ext uri="{FF2B5EF4-FFF2-40B4-BE49-F238E27FC236}">
                <a16:creationId xmlns:a16="http://schemas.microsoft.com/office/drawing/2014/main" id="{FCD8CC6C-E409-4374-8BA6-6D2A9BAC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400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5402">
            <a:extLst xmlns:a="http://schemas.openxmlformats.org/drawingml/2006/main">
              <a:ext uri="{FF2B5EF4-FFF2-40B4-BE49-F238E27FC236}">
                <a16:creationId xmlns:a16="http://schemas.microsoft.com/office/drawing/2014/main" id="{6CE783DF-5809-40F4-AF03-AD5A4B5A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774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5403">
            <a:extLst xmlns:a="http://schemas.openxmlformats.org/drawingml/2006/main">
              <a:ext uri="{FF2B5EF4-FFF2-40B4-BE49-F238E27FC236}">
                <a16:creationId xmlns:a16="http://schemas.microsoft.com/office/drawing/2014/main" id="{B00C395E-C819-40EF-9CDB-13996B09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560" y="53938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5404">
            <a:extLst xmlns:a="http://schemas.openxmlformats.org/drawingml/2006/main">
              <a:ext uri="{FF2B5EF4-FFF2-40B4-BE49-F238E27FC236}">
                <a16:creationId xmlns:a16="http://schemas.microsoft.com/office/drawing/2014/main" id="{8FAE28C9-A2A3-4F56-949C-BC1A4F96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69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5405">
            <a:extLst xmlns:a="http://schemas.openxmlformats.org/drawingml/2006/main">
              <a:ext uri="{FF2B5EF4-FFF2-40B4-BE49-F238E27FC236}">
                <a16:creationId xmlns:a16="http://schemas.microsoft.com/office/drawing/2014/main" id="{8E195E8D-545F-4A69-9866-0C42AA75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1391" y="53887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5406">
            <a:extLst xmlns:a="http://schemas.openxmlformats.org/drawingml/2006/main">
              <a:ext uri="{FF2B5EF4-FFF2-40B4-BE49-F238E27FC236}">
                <a16:creationId xmlns:a16="http://schemas.microsoft.com/office/drawing/2014/main" id="{93B44B97-4DFA-489F-B350-BC5FAE4D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554" y="50933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5407">
            <a:extLst xmlns:a="http://schemas.openxmlformats.org/drawingml/2006/main">
              <a:ext uri="{FF2B5EF4-FFF2-40B4-BE49-F238E27FC236}">
                <a16:creationId xmlns:a16="http://schemas.microsoft.com/office/drawing/2014/main" id="{9958073F-29E0-4168-87DB-4919FC36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771" y="53242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5408">
            <a:extLst xmlns:a="http://schemas.openxmlformats.org/drawingml/2006/main">
              <a:ext uri="{FF2B5EF4-FFF2-40B4-BE49-F238E27FC236}">
                <a16:creationId xmlns:a16="http://schemas.microsoft.com/office/drawing/2014/main" id="{D424E1EA-A60C-4631-9D22-5B79E4E4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700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5409">
            <a:extLst xmlns:a="http://schemas.openxmlformats.org/drawingml/2006/main">
              <a:ext uri="{FF2B5EF4-FFF2-40B4-BE49-F238E27FC236}">
                <a16:creationId xmlns:a16="http://schemas.microsoft.com/office/drawing/2014/main" id="{E20D01CF-D888-4708-901A-A2FF925F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03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5410">
            <a:extLst xmlns:a="http://schemas.openxmlformats.org/drawingml/2006/main">
              <a:ext uri="{FF2B5EF4-FFF2-40B4-BE49-F238E27FC236}">
                <a16:creationId xmlns:a16="http://schemas.microsoft.com/office/drawing/2014/main" id="{A99A76FD-9271-41B8-8338-10073D0B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535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5411">
            <a:extLst xmlns:a="http://schemas.openxmlformats.org/drawingml/2006/main">
              <a:ext uri="{FF2B5EF4-FFF2-40B4-BE49-F238E27FC236}">
                <a16:creationId xmlns:a16="http://schemas.microsoft.com/office/drawing/2014/main" id="{7FD4181B-4604-4E83-9B69-DEE829F0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6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5412">
            <a:extLst xmlns:a="http://schemas.openxmlformats.org/drawingml/2006/main">
              <a:ext uri="{FF2B5EF4-FFF2-40B4-BE49-F238E27FC236}">
                <a16:creationId xmlns:a16="http://schemas.microsoft.com/office/drawing/2014/main" id="{E1CB112B-E83B-4DBE-8DFC-82C95A08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819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5413">
            <a:extLst xmlns:a="http://schemas.openxmlformats.org/drawingml/2006/main">
              <a:ext uri="{FF2B5EF4-FFF2-40B4-BE49-F238E27FC236}">
                <a16:creationId xmlns:a16="http://schemas.microsoft.com/office/drawing/2014/main" id="{743F8C12-9567-4561-9062-46AD93F2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477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5414">
            <a:extLst xmlns:a="http://schemas.openxmlformats.org/drawingml/2006/main">
              <a:ext uri="{FF2B5EF4-FFF2-40B4-BE49-F238E27FC236}">
                <a16:creationId xmlns:a16="http://schemas.microsoft.com/office/drawing/2014/main" id="{832F6047-3D24-4464-95FA-39DDD79B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41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5415">
            <a:extLst xmlns:a="http://schemas.openxmlformats.org/drawingml/2006/main">
              <a:ext uri="{FF2B5EF4-FFF2-40B4-BE49-F238E27FC236}">
                <a16:creationId xmlns:a16="http://schemas.microsoft.com/office/drawing/2014/main" id="{FB50BEC6-0E2E-4D74-ACF3-07C11B67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935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5416">
            <a:extLst xmlns:a="http://schemas.openxmlformats.org/drawingml/2006/main">
              <a:ext uri="{FF2B5EF4-FFF2-40B4-BE49-F238E27FC236}">
                <a16:creationId xmlns:a16="http://schemas.microsoft.com/office/drawing/2014/main" id="{DF552649-8BF9-433C-B52B-7C54E0BD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6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5417">
            <a:extLst xmlns:a="http://schemas.openxmlformats.org/drawingml/2006/main">
              <a:ext uri="{FF2B5EF4-FFF2-40B4-BE49-F238E27FC236}">
                <a16:creationId xmlns:a16="http://schemas.microsoft.com/office/drawing/2014/main" id="{0F003BEC-E559-4341-AC4D-8E073A2F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099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5418">
            <a:extLst xmlns:a="http://schemas.openxmlformats.org/drawingml/2006/main">
              <a:ext uri="{FF2B5EF4-FFF2-40B4-BE49-F238E27FC236}">
                <a16:creationId xmlns:a16="http://schemas.microsoft.com/office/drawing/2014/main" id="{7D0B0A6E-9E88-4C15-8238-5DDF6F22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27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5419">
            <a:extLst xmlns:a="http://schemas.openxmlformats.org/drawingml/2006/main">
              <a:ext uri="{FF2B5EF4-FFF2-40B4-BE49-F238E27FC236}">
                <a16:creationId xmlns:a16="http://schemas.microsoft.com/office/drawing/2014/main" id="{3F0070E2-E616-493D-BAFE-C01D6C5B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93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5420">
            <a:extLst xmlns:a="http://schemas.openxmlformats.org/drawingml/2006/main">
              <a:ext uri="{FF2B5EF4-FFF2-40B4-BE49-F238E27FC236}">
                <a16:creationId xmlns:a16="http://schemas.microsoft.com/office/drawing/2014/main" id="{5409CF53-DA2E-463E-8BF4-BFD2266F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214" y="38424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5421">
            <a:extLst xmlns:a="http://schemas.openxmlformats.org/drawingml/2006/main">
              <a:ext uri="{FF2B5EF4-FFF2-40B4-BE49-F238E27FC236}">
                <a16:creationId xmlns:a16="http://schemas.microsoft.com/office/drawing/2014/main" id="{37A909FB-08D2-4CE4-9BD5-AF542ED9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52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5422">
            <a:extLst xmlns:a="http://schemas.openxmlformats.org/drawingml/2006/main">
              <a:ext uri="{FF2B5EF4-FFF2-40B4-BE49-F238E27FC236}">
                <a16:creationId xmlns:a16="http://schemas.microsoft.com/office/drawing/2014/main" id="{D331F30C-67C7-46DB-9CC2-CFCA2DBA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971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5423">
            <a:extLst xmlns:a="http://schemas.openxmlformats.org/drawingml/2006/main">
              <a:ext uri="{FF2B5EF4-FFF2-40B4-BE49-F238E27FC236}">
                <a16:creationId xmlns:a16="http://schemas.microsoft.com/office/drawing/2014/main" id="{601075FD-8D3F-406A-8C79-EC1EEC2D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68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5424">
            <a:extLst xmlns:a="http://schemas.openxmlformats.org/drawingml/2006/main">
              <a:ext uri="{FF2B5EF4-FFF2-40B4-BE49-F238E27FC236}">
                <a16:creationId xmlns:a16="http://schemas.microsoft.com/office/drawing/2014/main" id="{1398CA18-79F9-4D2A-9B75-13204BC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8953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5425">
            <a:extLst xmlns:a="http://schemas.openxmlformats.org/drawingml/2006/main">
              <a:ext uri="{FF2B5EF4-FFF2-40B4-BE49-F238E27FC236}">
                <a16:creationId xmlns:a16="http://schemas.microsoft.com/office/drawing/2014/main" id="{A30AB4BD-2F3F-4923-A626-18C5C22C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694748"/>
            <a:ext cx="191" cy="1725295"/>
          </a:xfrm>
          <a:custGeom xmlns:a="http://schemas.openxmlformats.org/drawingml/2006/main"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914" name="data_5426">
            <a:extLst xmlns:a="http://schemas.openxmlformats.org/drawingml/2006/main">
              <a:ext uri="{FF2B5EF4-FFF2-40B4-BE49-F238E27FC236}">
                <a16:creationId xmlns:a16="http://schemas.microsoft.com/office/drawing/2014/main" id="{05E93BEC-652C-4AE1-8976-65884FF0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915" name="text_5427">
            <a:extLst xmlns:a="http://schemas.openxmlformats.org/drawingml/2006/main">
              <a:ext uri="{FF2B5EF4-FFF2-40B4-BE49-F238E27FC236}">
                <a16:creationId xmlns:a16="http://schemas.microsoft.com/office/drawing/2014/main" id="{78E0F75F-BA37-4480-9E41-C7986BF2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25171" y="3381347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916" name="text_5428">
            <a:extLst xmlns:a="http://schemas.openxmlformats.org/drawingml/2006/main">
              <a:ext uri="{FF2B5EF4-FFF2-40B4-BE49-F238E27FC236}">
                <a16:creationId xmlns:a16="http://schemas.microsoft.com/office/drawing/2014/main" id="{4F64283E-076E-428A-AF2E-AEFF5A0A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04001" y="3403921"/>
            <a:ext cx="971459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917" name="data_5429">
            <a:extLst xmlns:a="http://schemas.openxmlformats.org/drawingml/2006/main">
              <a:ext uri="{FF2B5EF4-FFF2-40B4-BE49-F238E27FC236}">
                <a16:creationId xmlns:a16="http://schemas.microsoft.com/office/drawing/2014/main" id="{AE6FCAAA-19FA-48B1-A070-8E9D22B8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258" y="4809663"/>
            <a:ext cx="191" cy="257200"/>
          </a:xfrm>
          <a:custGeom xmlns:a="http://schemas.openxmlformats.org/drawingml/2006/main">
            <a:pathLst>
              <a:path w="191" h="257200">
                <a:moveTo>
                  <a:pt x="0" y="2572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918" name="data_5430">
            <a:extLst xmlns:a="http://schemas.openxmlformats.org/drawingml/2006/main">
              <a:ext uri="{FF2B5EF4-FFF2-40B4-BE49-F238E27FC236}">
                <a16:creationId xmlns:a16="http://schemas.microsoft.com/office/drawing/2014/main" id="{60A365C5-EBF1-4FB3-971C-CCEC5D43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137" y="506686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919" name="data_5431">
            <a:extLst xmlns:a="http://schemas.openxmlformats.org/drawingml/2006/main">
              <a:ext uri="{FF2B5EF4-FFF2-40B4-BE49-F238E27FC236}">
                <a16:creationId xmlns:a16="http://schemas.microsoft.com/office/drawing/2014/main" id="{63D3043A-4E65-4A4E-B94D-AEE637D6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137" y="480966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920" name="data_5432">
            <a:extLst xmlns:a="http://schemas.openxmlformats.org/drawingml/2006/main">
              <a:ext uri="{FF2B5EF4-FFF2-40B4-BE49-F238E27FC236}">
                <a16:creationId xmlns:a16="http://schemas.microsoft.com/office/drawing/2014/main" id="{02D88562-F28F-4464-828A-526909AF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7572" y="4467583"/>
            <a:ext cx="191" cy="275022"/>
          </a:xfrm>
          <a:custGeom xmlns:a="http://schemas.openxmlformats.org/drawingml/2006/main">
            <a:pathLst>
              <a:path w="191" h="275022">
                <a:moveTo>
                  <a:pt x="0" y="27502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921" name="data_5433">
            <a:extLst xmlns:a="http://schemas.openxmlformats.org/drawingml/2006/main">
              <a:ext uri="{FF2B5EF4-FFF2-40B4-BE49-F238E27FC236}">
                <a16:creationId xmlns:a16="http://schemas.microsoft.com/office/drawing/2014/main" id="{DA24A21A-9BCC-4E90-9DEA-B149B35A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451" y="4742604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922" name="data_5434">
            <a:extLst xmlns:a="http://schemas.openxmlformats.org/drawingml/2006/main">
              <a:ext uri="{FF2B5EF4-FFF2-40B4-BE49-F238E27FC236}">
                <a16:creationId xmlns:a16="http://schemas.microsoft.com/office/drawing/2014/main" id="{787499C6-DC5C-4535-B09F-56015437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451" y="446758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923" name="data_5435">
            <a:extLst xmlns:a="http://schemas.openxmlformats.org/drawingml/2006/main">
              <a:ext uri="{FF2B5EF4-FFF2-40B4-BE49-F238E27FC236}">
                <a16:creationId xmlns:a16="http://schemas.microsoft.com/office/drawing/2014/main" id="{89B955DB-4A3A-483C-9840-10A799E4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887" y="4293902"/>
            <a:ext cx="191" cy="285547"/>
          </a:xfrm>
          <a:custGeom xmlns:a="http://schemas.openxmlformats.org/drawingml/2006/main">
            <a:pathLst>
              <a:path w="191" h="285547">
                <a:moveTo>
                  <a:pt x="0" y="28554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924" name="data_5436">
            <a:extLst xmlns:a="http://schemas.openxmlformats.org/drawingml/2006/main">
              <a:ext uri="{FF2B5EF4-FFF2-40B4-BE49-F238E27FC236}">
                <a16:creationId xmlns:a16="http://schemas.microsoft.com/office/drawing/2014/main" id="{111C7F46-1727-4331-BE35-4324F6DA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765" y="4579449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925" name="data_5437">
            <a:extLst xmlns:a="http://schemas.openxmlformats.org/drawingml/2006/main">
              <a:ext uri="{FF2B5EF4-FFF2-40B4-BE49-F238E27FC236}">
                <a16:creationId xmlns:a16="http://schemas.microsoft.com/office/drawing/2014/main" id="{E0DFA864-5E9A-4478-A2DE-3805F4A8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765" y="4293902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926" name="data_5438">
            <a:extLst xmlns:a="http://schemas.openxmlformats.org/drawingml/2006/main">
              <a:ext uri="{FF2B5EF4-FFF2-40B4-BE49-F238E27FC236}">
                <a16:creationId xmlns:a16="http://schemas.microsoft.com/office/drawing/2014/main" id="{548B28EB-AFA6-43A9-AC25-7CF2D9D2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7251" y="4942796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A1ABB3"/>
            </a:solidFill>
            <a:prstDash val="solid"/>
          </a:ln>
        </p:spPr>
      </p:sp>
      <p:sp>
        <p:nvSpPr>
          <p:cNvPr id="927" name="data_5439">
            <a:extLst xmlns:a="http://schemas.openxmlformats.org/drawingml/2006/main">
              <a:ext uri="{FF2B5EF4-FFF2-40B4-BE49-F238E27FC236}">
                <a16:creationId xmlns:a16="http://schemas.microsoft.com/office/drawing/2014/main" id="{FCB7A515-34A8-42E3-8BCD-261E4626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565" y="4607374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5B72B7"/>
            </a:solidFill>
            <a:prstDash val="solid"/>
          </a:ln>
        </p:spPr>
      </p:sp>
      <p:sp>
        <p:nvSpPr>
          <p:cNvPr id="928" name="data_5440">
            <a:extLst xmlns:a="http://schemas.openxmlformats.org/drawingml/2006/main">
              <a:ext uri="{FF2B5EF4-FFF2-40B4-BE49-F238E27FC236}">
                <a16:creationId xmlns:a16="http://schemas.microsoft.com/office/drawing/2014/main" id="{0DCE58EE-B79C-4206-9A69-80AF9F74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1879" y="4435553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138B8D"/>
            </a:solidFill>
            <a:prstDash val="solid"/>
          </a:ln>
        </p:spPr>
      </p:sp>
      <p:sp>
        <p:nvSpPr>
          <p:cNvPr id="929" name="data_5441">
            <a:extLst xmlns:a="http://schemas.openxmlformats.org/drawingml/2006/main">
              <a:ext uri="{FF2B5EF4-FFF2-40B4-BE49-F238E27FC236}">
                <a16:creationId xmlns:a16="http://schemas.microsoft.com/office/drawing/2014/main" id="{145AB686-3AA2-4618-A631-D1251E2E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516" y="2620108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text_5442">
            <a:extLst xmlns:a="http://schemas.openxmlformats.org/drawingml/2006/main">
              <a:ext uri="{FF2B5EF4-FFF2-40B4-BE49-F238E27FC236}">
                <a16:creationId xmlns:a16="http://schemas.microsoft.com/office/drawing/2014/main" id="{69744264-4BB1-40B9-BBA7-98206C7C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52080" y="2607978"/>
            <a:ext cx="787097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931" name="data_5443">
            <a:extLst xmlns:a="http://schemas.openxmlformats.org/drawingml/2006/main">
              <a:ext uri="{FF2B5EF4-FFF2-40B4-BE49-F238E27FC236}">
                <a16:creationId xmlns:a16="http://schemas.microsoft.com/office/drawing/2014/main" id="{1DCEA978-E16E-4A25-BE5F-41485574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119" y="2620108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text_5444">
            <a:extLst xmlns:a="http://schemas.openxmlformats.org/drawingml/2006/main">
              <a:ext uri="{FF2B5EF4-FFF2-40B4-BE49-F238E27FC236}">
                <a16:creationId xmlns:a16="http://schemas.microsoft.com/office/drawing/2014/main" id="{1AD34ECC-15E3-453B-820F-C23682EE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1682" y="2607978"/>
            <a:ext cx="1229450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933" name="data_5445">
            <a:extLst xmlns:a="http://schemas.openxmlformats.org/drawingml/2006/main">
              <a:ext uri="{FF2B5EF4-FFF2-40B4-BE49-F238E27FC236}">
                <a16:creationId xmlns:a16="http://schemas.microsoft.com/office/drawing/2014/main" id="{C8595CB0-C674-4A1B-BC74-ABA36DA9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4184" y="2620108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text_5446">
            <a:extLst xmlns:a="http://schemas.openxmlformats.org/drawingml/2006/main">
              <a:ext uri="{FF2B5EF4-FFF2-40B4-BE49-F238E27FC236}">
                <a16:creationId xmlns:a16="http://schemas.microsoft.com/office/drawing/2014/main" id="{06E48BDF-7615-474A-AB19-47E98F66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3748" y="2607978"/>
            <a:ext cx="1161914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45490415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1c3b3cf829d346c9"/>
    </p:ext>
  </p:extLst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04" name="data_5447">
            <a:extLst xmlns:a="http://schemas.openxmlformats.org/drawingml/2006/main">
              <a:ext uri="{FF2B5EF4-FFF2-40B4-BE49-F238E27FC236}">
                <a16:creationId xmlns:a16="http://schemas.microsoft.com/office/drawing/2014/main" id="{C522B86F-F0FF-4BB3-9EBE-DBDD65A7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831321"/>
            <a:ext cx="9048750" cy="7138458"/>
          </a:xfrm>
          <a:custGeom xmlns:a="http://schemas.openxmlformats.org/drawingml/2006/main">
            <a:pathLst>
              <a:path w="9048750" h="7138458">
                <a:moveTo>
                  <a:pt x="0" y="7138458"/>
                </a:moveTo>
                <a:lnTo>
                  <a:pt x="9048750" y="7138458"/>
                </a:lnTo>
                <a:lnTo>
                  <a:pt x="9048750" y="0"/>
                </a:lnTo>
                <a:lnTo>
                  <a:pt x="0" y="0"/>
                </a:lnTo>
                <a:lnTo>
                  <a:pt x="0" y="713845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5448">
            <a:extLst xmlns:a="http://schemas.openxmlformats.org/drawingml/2006/main">
              <a:ext uri="{FF2B5EF4-FFF2-40B4-BE49-F238E27FC236}">
                <a16:creationId xmlns:a16="http://schemas.microsoft.com/office/drawing/2014/main" id="{1AAFD4D0-80D2-4CBE-BE5D-B7B123E4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2116243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5449">
            <a:extLst xmlns:a="http://schemas.openxmlformats.org/drawingml/2006/main">
              <a:ext uri="{FF2B5EF4-FFF2-40B4-BE49-F238E27FC236}">
                <a16:creationId xmlns:a16="http://schemas.microsoft.com/office/drawing/2014/main" id="{6AA2947D-D5CD-4C68-80E0-BFADF037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480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66" y="1762082"/>
                </a:lnTo>
                <a:lnTo>
                  <a:pt x="3797" y="1747274"/>
                </a:lnTo>
                <a:lnTo>
                  <a:pt x="8296" y="1732467"/>
                </a:lnTo>
                <a:lnTo>
                  <a:pt x="14161" y="1717659"/>
                </a:lnTo>
                <a:lnTo>
                  <a:pt x="21015" y="1702852"/>
                </a:lnTo>
                <a:lnTo>
                  <a:pt x="28445" y="1688045"/>
                </a:lnTo>
                <a:lnTo>
                  <a:pt x="36043" y="1673237"/>
                </a:lnTo>
                <a:lnTo>
                  <a:pt x="43438" y="1658430"/>
                </a:lnTo>
                <a:lnTo>
                  <a:pt x="50325" y="1643622"/>
                </a:lnTo>
                <a:lnTo>
                  <a:pt x="56478" y="1628815"/>
                </a:lnTo>
                <a:lnTo>
                  <a:pt x="61759" y="1614007"/>
                </a:lnTo>
                <a:lnTo>
                  <a:pt x="66108" y="1599200"/>
                </a:lnTo>
                <a:lnTo>
                  <a:pt x="69537" y="1584393"/>
                </a:lnTo>
                <a:lnTo>
                  <a:pt x="72109" y="1569585"/>
                </a:lnTo>
                <a:lnTo>
                  <a:pt x="73922" y="1554778"/>
                </a:lnTo>
                <a:lnTo>
                  <a:pt x="75092" y="1539970"/>
                </a:lnTo>
                <a:lnTo>
                  <a:pt x="75735" y="1525163"/>
                </a:lnTo>
                <a:lnTo>
                  <a:pt x="75964" y="1510356"/>
                </a:lnTo>
                <a:lnTo>
                  <a:pt x="75872" y="1495548"/>
                </a:lnTo>
                <a:lnTo>
                  <a:pt x="75536" y="1480741"/>
                </a:lnTo>
                <a:lnTo>
                  <a:pt x="75016" y="1465933"/>
                </a:lnTo>
                <a:lnTo>
                  <a:pt x="74352" y="1451126"/>
                </a:lnTo>
                <a:lnTo>
                  <a:pt x="73572" y="1436319"/>
                </a:lnTo>
                <a:lnTo>
                  <a:pt x="72692" y="1421511"/>
                </a:lnTo>
                <a:lnTo>
                  <a:pt x="71720" y="1406704"/>
                </a:lnTo>
                <a:lnTo>
                  <a:pt x="70659" y="1391896"/>
                </a:lnTo>
                <a:lnTo>
                  <a:pt x="69510" y="1377089"/>
                </a:lnTo>
                <a:lnTo>
                  <a:pt x="68272" y="1362282"/>
                </a:lnTo>
                <a:lnTo>
                  <a:pt x="66946" y="1347474"/>
                </a:lnTo>
                <a:lnTo>
                  <a:pt x="65537" y="1332667"/>
                </a:lnTo>
                <a:lnTo>
                  <a:pt x="64052" y="1317859"/>
                </a:lnTo>
                <a:lnTo>
                  <a:pt x="62509" y="1303052"/>
                </a:lnTo>
                <a:lnTo>
                  <a:pt x="60930" y="1288245"/>
                </a:lnTo>
                <a:lnTo>
                  <a:pt x="59345" y="1273437"/>
                </a:lnTo>
                <a:lnTo>
                  <a:pt x="57792" y="1258630"/>
                </a:lnTo>
                <a:lnTo>
                  <a:pt x="56311" y="1243822"/>
                </a:lnTo>
                <a:lnTo>
                  <a:pt x="54939" y="1229015"/>
                </a:lnTo>
                <a:lnTo>
                  <a:pt x="53708" y="1214207"/>
                </a:lnTo>
                <a:lnTo>
                  <a:pt x="52634" y="1199400"/>
                </a:lnTo>
                <a:lnTo>
                  <a:pt x="51718" y="1184593"/>
                </a:lnTo>
                <a:lnTo>
                  <a:pt x="50936" y="1169785"/>
                </a:lnTo>
                <a:lnTo>
                  <a:pt x="50240" y="1154978"/>
                </a:lnTo>
                <a:lnTo>
                  <a:pt x="49556" y="1140170"/>
                </a:lnTo>
                <a:lnTo>
                  <a:pt x="48793" y="1125363"/>
                </a:lnTo>
                <a:lnTo>
                  <a:pt x="47845" y="1110556"/>
                </a:lnTo>
                <a:lnTo>
                  <a:pt x="46600" y="1095748"/>
                </a:lnTo>
                <a:lnTo>
                  <a:pt x="44954" y="1080941"/>
                </a:lnTo>
                <a:lnTo>
                  <a:pt x="42823" y="1066133"/>
                </a:lnTo>
                <a:lnTo>
                  <a:pt x="40153" y="1051326"/>
                </a:lnTo>
                <a:lnTo>
                  <a:pt x="36934" y="1036519"/>
                </a:lnTo>
                <a:lnTo>
                  <a:pt x="33212" y="1021711"/>
                </a:lnTo>
                <a:lnTo>
                  <a:pt x="29092" y="1006904"/>
                </a:lnTo>
                <a:lnTo>
                  <a:pt x="24740" y="992096"/>
                </a:lnTo>
                <a:lnTo>
                  <a:pt x="20379" y="977289"/>
                </a:lnTo>
                <a:lnTo>
                  <a:pt x="16275" y="962482"/>
                </a:lnTo>
                <a:lnTo>
                  <a:pt x="12715" y="947674"/>
                </a:lnTo>
                <a:lnTo>
                  <a:pt x="9987" y="932867"/>
                </a:lnTo>
                <a:lnTo>
                  <a:pt x="8348" y="918059"/>
                </a:lnTo>
                <a:lnTo>
                  <a:pt x="7997" y="903252"/>
                </a:lnTo>
                <a:lnTo>
                  <a:pt x="9056" y="888444"/>
                </a:lnTo>
                <a:lnTo>
                  <a:pt x="11548" y="873637"/>
                </a:lnTo>
                <a:lnTo>
                  <a:pt x="15402" y="858830"/>
                </a:lnTo>
                <a:lnTo>
                  <a:pt x="20449" y="844022"/>
                </a:lnTo>
                <a:lnTo>
                  <a:pt x="26448" y="829215"/>
                </a:lnTo>
                <a:lnTo>
                  <a:pt x="33104" y="814407"/>
                </a:lnTo>
                <a:lnTo>
                  <a:pt x="40103" y="799600"/>
                </a:lnTo>
                <a:lnTo>
                  <a:pt x="47134" y="784793"/>
                </a:lnTo>
                <a:lnTo>
                  <a:pt x="53923" y="769985"/>
                </a:lnTo>
                <a:lnTo>
                  <a:pt x="60242" y="755178"/>
                </a:lnTo>
                <a:lnTo>
                  <a:pt x="65930" y="740370"/>
                </a:lnTo>
                <a:lnTo>
                  <a:pt x="70890" y="725563"/>
                </a:lnTo>
                <a:lnTo>
                  <a:pt x="75085" y="710756"/>
                </a:lnTo>
                <a:lnTo>
                  <a:pt x="78531" y="695948"/>
                </a:lnTo>
                <a:lnTo>
                  <a:pt x="81282" y="681141"/>
                </a:lnTo>
                <a:lnTo>
                  <a:pt x="83419" y="666333"/>
                </a:lnTo>
                <a:lnTo>
                  <a:pt x="85034" y="651526"/>
                </a:lnTo>
                <a:lnTo>
                  <a:pt x="86223" y="636719"/>
                </a:lnTo>
                <a:lnTo>
                  <a:pt x="87076" y="621911"/>
                </a:lnTo>
                <a:lnTo>
                  <a:pt x="87671" y="607104"/>
                </a:lnTo>
                <a:lnTo>
                  <a:pt x="88077" y="592296"/>
                </a:lnTo>
                <a:lnTo>
                  <a:pt x="88346" y="577489"/>
                </a:lnTo>
                <a:lnTo>
                  <a:pt x="88521" y="562682"/>
                </a:lnTo>
                <a:lnTo>
                  <a:pt x="88631" y="547874"/>
                </a:lnTo>
                <a:lnTo>
                  <a:pt x="88699" y="533067"/>
                </a:lnTo>
                <a:lnTo>
                  <a:pt x="88740" y="518259"/>
                </a:lnTo>
                <a:lnTo>
                  <a:pt x="88764" y="503452"/>
                </a:lnTo>
                <a:lnTo>
                  <a:pt x="88777" y="488644"/>
                </a:lnTo>
                <a:lnTo>
                  <a:pt x="88785" y="473837"/>
                </a:lnTo>
                <a:lnTo>
                  <a:pt x="88789" y="459030"/>
                </a:lnTo>
                <a:lnTo>
                  <a:pt x="88791" y="444222"/>
                </a:lnTo>
                <a:lnTo>
                  <a:pt x="88792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3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5" y="429415"/>
                </a:lnTo>
                <a:lnTo>
                  <a:pt x="88796" y="444222"/>
                </a:lnTo>
                <a:lnTo>
                  <a:pt x="88798" y="459030"/>
                </a:lnTo>
                <a:lnTo>
                  <a:pt x="88802" y="473837"/>
                </a:lnTo>
                <a:lnTo>
                  <a:pt x="88810" y="488644"/>
                </a:lnTo>
                <a:lnTo>
                  <a:pt x="88824" y="503452"/>
                </a:lnTo>
                <a:lnTo>
                  <a:pt x="88848" y="518259"/>
                </a:lnTo>
                <a:lnTo>
                  <a:pt x="88888" y="533067"/>
                </a:lnTo>
                <a:lnTo>
                  <a:pt x="88956" y="547874"/>
                </a:lnTo>
                <a:lnTo>
                  <a:pt x="89066" y="562682"/>
                </a:lnTo>
                <a:lnTo>
                  <a:pt x="89241" y="577489"/>
                </a:lnTo>
                <a:lnTo>
                  <a:pt x="89510" y="592296"/>
                </a:lnTo>
                <a:lnTo>
                  <a:pt x="89916" y="607104"/>
                </a:lnTo>
                <a:lnTo>
                  <a:pt x="90511" y="621911"/>
                </a:lnTo>
                <a:lnTo>
                  <a:pt x="91364" y="636719"/>
                </a:lnTo>
                <a:lnTo>
                  <a:pt x="92553" y="651526"/>
                </a:lnTo>
                <a:lnTo>
                  <a:pt x="94168" y="666333"/>
                </a:lnTo>
                <a:lnTo>
                  <a:pt x="96305" y="681141"/>
                </a:lnTo>
                <a:lnTo>
                  <a:pt x="99057" y="695948"/>
                </a:lnTo>
                <a:lnTo>
                  <a:pt x="102502" y="710756"/>
                </a:lnTo>
                <a:lnTo>
                  <a:pt x="106697" y="725563"/>
                </a:lnTo>
                <a:lnTo>
                  <a:pt x="111657" y="740370"/>
                </a:lnTo>
                <a:lnTo>
                  <a:pt x="117345" y="755178"/>
                </a:lnTo>
                <a:lnTo>
                  <a:pt x="123665" y="769985"/>
                </a:lnTo>
                <a:lnTo>
                  <a:pt x="130453" y="784793"/>
                </a:lnTo>
                <a:lnTo>
                  <a:pt x="137484" y="799600"/>
                </a:lnTo>
                <a:lnTo>
                  <a:pt x="144483" y="814407"/>
                </a:lnTo>
                <a:lnTo>
                  <a:pt x="151140" y="829215"/>
                </a:lnTo>
                <a:lnTo>
                  <a:pt x="157138" y="844022"/>
                </a:lnTo>
                <a:lnTo>
                  <a:pt x="162185" y="858830"/>
                </a:lnTo>
                <a:lnTo>
                  <a:pt x="166039" y="873637"/>
                </a:lnTo>
                <a:lnTo>
                  <a:pt x="168532" y="888444"/>
                </a:lnTo>
                <a:lnTo>
                  <a:pt x="169590" y="903252"/>
                </a:lnTo>
                <a:lnTo>
                  <a:pt x="169240" y="918059"/>
                </a:lnTo>
                <a:lnTo>
                  <a:pt x="167600" y="932867"/>
                </a:lnTo>
                <a:lnTo>
                  <a:pt x="164872" y="947674"/>
                </a:lnTo>
                <a:lnTo>
                  <a:pt x="161312" y="962482"/>
                </a:lnTo>
                <a:lnTo>
                  <a:pt x="157208" y="977289"/>
                </a:lnTo>
                <a:lnTo>
                  <a:pt x="152847" y="992096"/>
                </a:lnTo>
                <a:lnTo>
                  <a:pt x="148495" y="1006904"/>
                </a:lnTo>
                <a:lnTo>
                  <a:pt x="144375" y="1021711"/>
                </a:lnTo>
                <a:lnTo>
                  <a:pt x="140653" y="1036519"/>
                </a:lnTo>
                <a:lnTo>
                  <a:pt x="137434" y="1051326"/>
                </a:lnTo>
                <a:lnTo>
                  <a:pt x="134764" y="1066133"/>
                </a:lnTo>
                <a:lnTo>
                  <a:pt x="132633" y="1080941"/>
                </a:lnTo>
                <a:lnTo>
                  <a:pt x="130987" y="1095748"/>
                </a:lnTo>
                <a:lnTo>
                  <a:pt x="129743" y="1110556"/>
                </a:lnTo>
                <a:lnTo>
                  <a:pt x="128794" y="1125363"/>
                </a:lnTo>
                <a:lnTo>
                  <a:pt x="128031" y="1140170"/>
                </a:lnTo>
                <a:lnTo>
                  <a:pt x="127348" y="1154978"/>
                </a:lnTo>
                <a:lnTo>
                  <a:pt x="126651" y="1169785"/>
                </a:lnTo>
                <a:lnTo>
                  <a:pt x="125869" y="1184593"/>
                </a:lnTo>
                <a:lnTo>
                  <a:pt x="124953" y="1199400"/>
                </a:lnTo>
                <a:lnTo>
                  <a:pt x="123880" y="1214207"/>
                </a:lnTo>
                <a:lnTo>
                  <a:pt x="122648" y="1229015"/>
                </a:lnTo>
                <a:lnTo>
                  <a:pt x="121276" y="1243822"/>
                </a:lnTo>
                <a:lnTo>
                  <a:pt x="119795" y="1258630"/>
                </a:lnTo>
                <a:lnTo>
                  <a:pt x="118242" y="1273437"/>
                </a:lnTo>
                <a:lnTo>
                  <a:pt x="116658" y="1288245"/>
                </a:lnTo>
                <a:lnTo>
                  <a:pt x="115078" y="1303052"/>
                </a:lnTo>
                <a:lnTo>
                  <a:pt x="113535" y="1317859"/>
                </a:lnTo>
                <a:lnTo>
                  <a:pt x="112050" y="1332667"/>
                </a:lnTo>
                <a:lnTo>
                  <a:pt x="110641" y="1347474"/>
                </a:lnTo>
                <a:lnTo>
                  <a:pt x="109315" y="1362282"/>
                </a:lnTo>
                <a:lnTo>
                  <a:pt x="108077" y="1377089"/>
                </a:lnTo>
                <a:lnTo>
                  <a:pt x="106928" y="1391896"/>
                </a:lnTo>
                <a:lnTo>
                  <a:pt x="105867" y="1406704"/>
                </a:lnTo>
                <a:lnTo>
                  <a:pt x="104895" y="1421511"/>
                </a:lnTo>
                <a:lnTo>
                  <a:pt x="104015" y="1436319"/>
                </a:lnTo>
                <a:lnTo>
                  <a:pt x="103235" y="1451126"/>
                </a:lnTo>
                <a:lnTo>
                  <a:pt x="102571" y="1465933"/>
                </a:lnTo>
                <a:lnTo>
                  <a:pt x="102051" y="1480741"/>
                </a:lnTo>
                <a:lnTo>
                  <a:pt x="101716" y="1495548"/>
                </a:lnTo>
                <a:lnTo>
                  <a:pt x="101624" y="1510356"/>
                </a:lnTo>
                <a:lnTo>
                  <a:pt x="101852" y="1525163"/>
                </a:lnTo>
                <a:lnTo>
                  <a:pt x="102496" y="1539970"/>
                </a:lnTo>
                <a:lnTo>
                  <a:pt x="103665" y="1554778"/>
                </a:lnTo>
                <a:lnTo>
                  <a:pt x="105478" y="1569585"/>
                </a:lnTo>
                <a:lnTo>
                  <a:pt x="108050" y="1584393"/>
                </a:lnTo>
                <a:lnTo>
                  <a:pt x="111479" y="1599200"/>
                </a:lnTo>
                <a:lnTo>
                  <a:pt x="115828" y="1614007"/>
                </a:lnTo>
                <a:lnTo>
                  <a:pt x="121109" y="1628815"/>
                </a:lnTo>
                <a:lnTo>
                  <a:pt x="127262" y="1643622"/>
                </a:lnTo>
                <a:lnTo>
                  <a:pt x="134149" y="1658430"/>
                </a:lnTo>
                <a:lnTo>
                  <a:pt x="141544" y="1673237"/>
                </a:lnTo>
                <a:lnTo>
                  <a:pt x="149142" y="1688045"/>
                </a:lnTo>
                <a:lnTo>
                  <a:pt x="156572" y="1702852"/>
                </a:lnTo>
                <a:lnTo>
                  <a:pt x="163426" y="1717659"/>
                </a:lnTo>
                <a:lnTo>
                  <a:pt x="169291" y="1732467"/>
                </a:lnTo>
                <a:lnTo>
                  <a:pt x="173790" y="1747274"/>
                </a:lnTo>
                <a:lnTo>
                  <a:pt x="17662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4" name="data_5450">
            <a:extLst xmlns:a="http://schemas.openxmlformats.org/drawingml/2006/main">
              <a:ext uri="{FF2B5EF4-FFF2-40B4-BE49-F238E27FC236}">
                <a16:creationId xmlns:a16="http://schemas.microsoft.com/office/drawing/2014/main" id="{4F330951-D6C1-471C-B7E7-0F92D9DB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994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0601" y="1776889"/>
                </a:moveTo>
                <a:lnTo>
                  <a:pt x="66986" y="1776889"/>
                </a:lnTo>
                <a:lnTo>
                  <a:pt x="67209" y="1762082"/>
                </a:lnTo>
                <a:lnTo>
                  <a:pt x="67861" y="1747274"/>
                </a:lnTo>
                <a:lnTo>
                  <a:pt x="68896" y="1732467"/>
                </a:lnTo>
                <a:lnTo>
                  <a:pt x="70244" y="1717659"/>
                </a:lnTo>
                <a:lnTo>
                  <a:pt x="71816" y="1702852"/>
                </a:lnTo>
                <a:lnTo>
                  <a:pt x="73518" y="1688045"/>
                </a:lnTo>
                <a:lnTo>
                  <a:pt x="75255" y="1673237"/>
                </a:lnTo>
                <a:lnTo>
                  <a:pt x="76942" y="1658430"/>
                </a:lnTo>
                <a:lnTo>
                  <a:pt x="78510" y="1643622"/>
                </a:lnTo>
                <a:lnTo>
                  <a:pt x="79911" y="1628815"/>
                </a:lnTo>
                <a:lnTo>
                  <a:pt x="81115" y="1614007"/>
                </a:lnTo>
                <a:lnTo>
                  <a:pt x="82113" y="1599200"/>
                </a:lnTo>
                <a:lnTo>
                  <a:pt x="82910" y="1584393"/>
                </a:lnTo>
                <a:lnTo>
                  <a:pt x="83523" y="1569585"/>
                </a:lnTo>
                <a:lnTo>
                  <a:pt x="83976" y="1554778"/>
                </a:lnTo>
                <a:lnTo>
                  <a:pt x="84296" y="1539970"/>
                </a:lnTo>
                <a:lnTo>
                  <a:pt x="84508" y="1525163"/>
                </a:lnTo>
                <a:lnTo>
                  <a:pt x="84635" y="1510356"/>
                </a:lnTo>
                <a:lnTo>
                  <a:pt x="84692" y="1495548"/>
                </a:lnTo>
                <a:lnTo>
                  <a:pt x="84694" y="1480741"/>
                </a:lnTo>
                <a:lnTo>
                  <a:pt x="84648" y="1465933"/>
                </a:lnTo>
                <a:lnTo>
                  <a:pt x="84558" y="1451126"/>
                </a:lnTo>
                <a:lnTo>
                  <a:pt x="84427" y="1436319"/>
                </a:lnTo>
                <a:lnTo>
                  <a:pt x="84257" y="1421511"/>
                </a:lnTo>
                <a:lnTo>
                  <a:pt x="84049" y="1406704"/>
                </a:lnTo>
                <a:lnTo>
                  <a:pt x="83807" y="1391896"/>
                </a:lnTo>
                <a:lnTo>
                  <a:pt x="83533" y="1377089"/>
                </a:lnTo>
                <a:lnTo>
                  <a:pt x="83233" y="1362282"/>
                </a:lnTo>
                <a:lnTo>
                  <a:pt x="82913" y="1347474"/>
                </a:lnTo>
                <a:lnTo>
                  <a:pt x="82581" y="1332667"/>
                </a:lnTo>
                <a:lnTo>
                  <a:pt x="82247" y="1317859"/>
                </a:lnTo>
                <a:lnTo>
                  <a:pt x="81918" y="1303052"/>
                </a:lnTo>
                <a:lnTo>
                  <a:pt x="81607" y="1288245"/>
                </a:lnTo>
                <a:lnTo>
                  <a:pt x="81322" y="1273437"/>
                </a:lnTo>
                <a:lnTo>
                  <a:pt x="81075" y="1258630"/>
                </a:lnTo>
                <a:lnTo>
                  <a:pt x="80874" y="1243822"/>
                </a:lnTo>
                <a:lnTo>
                  <a:pt x="80724" y="1229015"/>
                </a:lnTo>
                <a:lnTo>
                  <a:pt x="80628" y="1214207"/>
                </a:lnTo>
                <a:lnTo>
                  <a:pt x="80584" y="1199400"/>
                </a:lnTo>
                <a:lnTo>
                  <a:pt x="80585" y="1184593"/>
                </a:lnTo>
                <a:lnTo>
                  <a:pt x="80617" y="1169785"/>
                </a:lnTo>
                <a:lnTo>
                  <a:pt x="80659" y="1154978"/>
                </a:lnTo>
                <a:lnTo>
                  <a:pt x="80686" y="1140170"/>
                </a:lnTo>
                <a:lnTo>
                  <a:pt x="80666" y="1125363"/>
                </a:lnTo>
                <a:lnTo>
                  <a:pt x="80567" y="1110556"/>
                </a:lnTo>
                <a:lnTo>
                  <a:pt x="80352" y="1095748"/>
                </a:lnTo>
                <a:lnTo>
                  <a:pt x="79988" y="1080941"/>
                </a:lnTo>
                <a:lnTo>
                  <a:pt x="79448" y="1066133"/>
                </a:lnTo>
                <a:lnTo>
                  <a:pt x="78712" y="1051326"/>
                </a:lnTo>
                <a:lnTo>
                  <a:pt x="77772" y="1036519"/>
                </a:lnTo>
                <a:lnTo>
                  <a:pt x="76638" y="1021711"/>
                </a:lnTo>
                <a:lnTo>
                  <a:pt x="75335" y="1006904"/>
                </a:lnTo>
                <a:lnTo>
                  <a:pt x="73907" y="992096"/>
                </a:lnTo>
                <a:lnTo>
                  <a:pt x="72417" y="977289"/>
                </a:lnTo>
                <a:lnTo>
                  <a:pt x="70937" y="962482"/>
                </a:lnTo>
                <a:lnTo>
                  <a:pt x="69552" y="947674"/>
                </a:lnTo>
                <a:lnTo>
                  <a:pt x="68342" y="932867"/>
                </a:lnTo>
                <a:lnTo>
                  <a:pt x="67384" y="918059"/>
                </a:lnTo>
                <a:lnTo>
                  <a:pt x="66736" y="903252"/>
                </a:lnTo>
                <a:lnTo>
                  <a:pt x="66435" y="888444"/>
                </a:lnTo>
                <a:lnTo>
                  <a:pt x="66490" y="873637"/>
                </a:lnTo>
                <a:lnTo>
                  <a:pt x="66881" y="858830"/>
                </a:lnTo>
                <a:lnTo>
                  <a:pt x="67562" y="844022"/>
                </a:lnTo>
                <a:lnTo>
                  <a:pt x="68464" y="829215"/>
                </a:lnTo>
                <a:lnTo>
                  <a:pt x="69503" y="814407"/>
                </a:lnTo>
                <a:lnTo>
                  <a:pt x="70590" y="799600"/>
                </a:lnTo>
                <a:lnTo>
                  <a:pt x="71640" y="784793"/>
                </a:lnTo>
                <a:lnTo>
                  <a:pt x="72574" y="769985"/>
                </a:lnTo>
                <a:lnTo>
                  <a:pt x="73336" y="755178"/>
                </a:lnTo>
                <a:lnTo>
                  <a:pt x="73887" y="740370"/>
                </a:lnTo>
                <a:lnTo>
                  <a:pt x="74213" y="725563"/>
                </a:lnTo>
                <a:lnTo>
                  <a:pt x="74319" y="710756"/>
                </a:lnTo>
                <a:lnTo>
                  <a:pt x="74230" y="695948"/>
                </a:lnTo>
                <a:lnTo>
                  <a:pt x="73986" y="681141"/>
                </a:lnTo>
                <a:lnTo>
                  <a:pt x="73636" y="666333"/>
                </a:lnTo>
                <a:lnTo>
                  <a:pt x="73233" y="651526"/>
                </a:lnTo>
                <a:lnTo>
                  <a:pt x="72826" y="636719"/>
                </a:lnTo>
                <a:lnTo>
                  <a:pt x="72462" y="621911"/>
                </a:lnTo>
                <a:lnTo>
                  <a:pt x="72174" y="607104"/>
                </a:lnTo>
                <a:lnTo>
                  <a:pt x="71987" y="592296"/>
                </a:lnTo>
                <a:lnTo>
                  <a:pt x="71912" y="577489"/>
                </a:lnTo>
                <a:lnTo>
                  <a:pt x="71949" y="562682"/>
                </a:lnTo>
                <a:lnTo>
                  <a:pt x="72088" y="547874"/>
                </a:lnTo>
                <a:lnTo>
                  <a:pt x="72315" y="533067"/>
                </a:lnTo>
                <a:lnTo>
                  <a:pt x="72610" y="518259"/>
                </a:lnTo>
                <a:lnTo>
                  <a:pt x="72955" y="503452"/>
                </a:lnTo>
                <a:lnTo>
                  <a:pt x="73334" y="488644"/>
                </a:lnTo>
                <a:lnTo>
                  <a:pt x="73736" y="473837"/>
                </a:lnTo>
                <a:lnTo>
                  <a:pt x="74157" y="459030"/>
                </a:lnTo>
                <a:lnTo>
                  <a:pt x="74595" y="444222"/>
                </a:lnTo>
                <a:lnTo>
                  <a:pt x="75052" y="429415"/>
                </a:lnTo>
                <a:lnTo>
                  <a:pt x="75534" y="414607"/>
                </a:lnTo>
                <a:lnTo>
                  <a:pt x="76044" y="399800"/>
                </a:lnTo>
                <a:lnTo>
                  <a:pt x="76583" y="384993"/>
                </a:lnTo>
                <a:lnTo>
                  <a:pt x="77148" y="370185"/>
                </a:lnTo>
                <a:lnTo>
                  <a:pt x="77729" y="355378"/>
                </a:lnTo>
                <a:lnTo>
                  <a:pt x="78309" y="340570"/>
                </a:lnTo>
                <a:lnTo>
                  <a:pt x="78862" y="325763"/>
                </a:lnTo>
                <a:lnTo>
                  <a:pt x="79350" y="310956"/>
                </a:lnTo>
                <a:lnTo>
                  <a:pt x="79725" y="296148"/>
                </a:lnTo>
                <a:lnTo>
                  <a:pt x="79925" y="281341"/>
                </a:lnTo>
                <a:lnTo>
                  <a:pt x="79872" y="266533"/>
                </a:lnTo>
                <a:lnTo>
                  <a:pt x="79476" y="251726"/>
                </a:lnTo>
                <a:lnTo>
                  <a:pt x="78631" y="236919"/>
                </a:lnTo>
                <a:lnTo>
                  <a:pt x="77225" y="222111"/>
                </a:lnTo>
                <a:lnTo>
                  <a:pt x="75139" y="207304"/>
                </a:lnTo>
                <a:lnTo>
                  <a:pt x="72265" y="192496"/>
                </a:lnTo>
                <a:lnTo>
                  <a:pt x="68513" y="177689"/>
                </a:lnTo>
                <a:lnTo>
                  <a:pt x="63832" y="162881"/>
                </a:lnTo>
                <a:lnTo>
                  <a:pt x="58222" y="148074"/>
                </a:lnTo>
                <a:lnTo>
                  <a:pt x="51751" y="133267"/>
                </a:lnTo>
                <a:lnTo>
                  <a:pt x="44569" y="118459"/>
                </a:lnTo>
                <a:lnTo>
                  <a:pt x="36908" y="103652"/>
                </a:lnTo>
                <a:lnTo>
                  <a:pt x="29077" y="88844"/>
                </a:lnTo>
                <a:lnTo>
                  <a:pt x="21451" y="74037"/>
                </a:lnTo>
                <a:lnTo>
                  <a:pt x="14438" y="59230"/>
                </a:lnTo>
                <a:lnTo>
                  <a:pt x="8451" y="44422"/>
                </a:lnTo>
                <a:lnTo>
                  <a:pt x="3865" y="29615"/>
                </a:lnTo>
                <a:lnTo>
                  <a:pt x="98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04" y="14807"/>
                </a:lnTo>
                <a:lnTo>
                  <a:pt x="173722" y="29615"/>
                </a:lnTo>
                <a:lnTo>
                  <a:pt x="169136" y="44422"/>
                </a:lnTo>
                <a:lnTo>
                  <a:pt x="163149" y="59230"/>
                </a:lnTo>
                <a:lnTo>
                  <a:pt x="156136" y="74037"/>
                </a:lnTo>
                <a:lnTo>
                  <a:pt x="148510" y="88844"/>
                </a:lnTo>
                <a:lnTo>
                  <a:pt x="140679" y="103652"/>
                </a:lnTo>
                <a:lnTo>
                  <a:pt x="133018" y="118459"/>
                </a:lnTo>
                <a:lnTo>
                  <a:pt x="125836" y="133267"/>
                </a:lnTo>
                <a:lnTo>
                  <a:pt x="119366" y="148074"/>
                </a:lnTo>
                <a:lnTo>
                  <a:pt x="113755" y="162881"/>
                </a:lnTo>
                <a:lnTo>
                  <a:pt x="109074" y="177689"/>
                </a:lnTo>
                <a:lnTo>
                  <a:pt x="105323" y="192496"/>
                </a:lnTo>
                <a:lnTo>
                  <a:pt x="102448" y="207304"/>
                </a:lnTo>
                <a:lnTo>
                  <a:pt x="100363" y="222111"/>
                </a:lnTo>
                <a:lnTo>
                  <a:pt x="98956" y="236919"/>
                </a:lnTo>
                <a:lnTo>
                  <a:pt x="98111" y="251726"/>
                </a:lnTo>
                <a:lnTo>
                  <a:pt x="97715" y="266533"/>
                </a:lnTo>
                <a:lnTo>
                  <a:pt x="97662" y="281341"/>
                </a:lnTo>
                <a:lnTo>
                  <a:pt x="97862" y="296148"/>
                </a:lnTo>
                <a:lnTo>
                  <a:pt x="98237" y="310956"/>
                </a:lnTo>
                <a:lnTo>
                  <a:pt x="98725" y="325763"/>
                </a:lnTo>
                <a:lnTo>
                  <a:pt x="99278" y="340570"/>
                </a:lnTo>
                <a:lnTo>
                  <a:pt x="99858" y="355378"/>
                </a:lnTo>
                <a:lnTo>
                  <a:pt x="100440" y="370185"/>
                </a:lnTo>
                <a:lnTo>
                  <a:pt x="101005" y="384993"/>
                </a:lnTo>
                <a:lnTo>
                  <a:pt x="101544" y="399800"/>
                </a:lnTo>
                <a:lnTo>
                  <a:pt x="102053" y="414607"/>
                </a:lnTo>
                <a:lnTo>
                  <a:pt x="102535" y="429415"/>
                </a:lnTo>
                <a:lnTo>
                  <a:pt x="102993" y="444222"/>
                </a:lnTo>
                <a:lnTo>
                  <a:pt x="103430" y="459030"/>
                </a:lnTo>
                <a:lnTo>
                  <a:pt x="103851" y="473837"/>
                </a:lnTo>
                <a:lnTo>
                  <a:pt x="104253" y="488644"/>
                </a:lnTo>
                <a:lnTo>
                  <a:pt x="104633" y="503452"/>
                </a:lnTo>
                <a:lnTo>
                  <a:pt x="104978" y="518259"/>
                </a:lnTo>
                <a:lnTo>
                  <a:pt x="105272" y="533067"/>
                </a:lnTo>
                <a:lnTo>
                  <a:pt x="105499" y="547874"/>
                </a:lnTo>
                <a:lnTo>
                  <a:pt x="105639" y="562682"/>
                </a:lnTo>
                <a:lnTo>
                  <a:pt x="105675" y="577489"/>
                </a:lnTo>
                <a:lnTo>
                  <a:pt x="105600" y="592296"/>
                </a:lnTo>
                <a:lnTo>
                  <a:pt x="105413" y="607104"/>
                </a:lnTo>
                <a:lnTo>
                  <a:pt x="105126" y="621911"/>
                </a:lnTo>
                <a:lnTo>
                  <a:pt x="104761" y="636719"/>
                </a:lnTo>
                <a:lnTo>
                  <a:pt x="104354" y="651526"/>
                </a:lnTo>
                <a:lnTo>
                  <a:pt x="103951" y="666333"/>
                </a:lnTo>
                <a:lnTo>
                  <a:pt x="103601" y="681141"/>
                </a:lnTo>
                <a:lnTo>
                  <a:pt x="103357" y="695948"/>
                </a:lnTo>
                <a:lnTo>
                  <a:pt x="103269" y="710756"/>
                </a:lnTo>
                <a:lnTo>
                  <a:pt x="103374" y="725563"/>
                </a:lnTo>
                <a:lnTo>
                  <a:pt x="103700" y="740370"/>
                </a:lnTo>
                <a:lnTo>
                  <a:pt x="104251" y="755178"/>
                </a:lnTo>
                <a:lnTo>
                  <a:pt x="105013" y="769985"/>
                </a:lnTo>
                <a:lnTo>
                  <a:pt x="105948" y="784793"/>
                </a:lnTo>
                <a:lnTo>
                  <a:pt x="106997" y="799600"/>
                </a:lnTo>
                <a:lnTo>
                  <a:pt x="108084" y="814407"/>
                </a:lnTo>
                <a:lnTo>
                  <a:pt x="109124" y="829215"/>
                </a:lnTo>
                <a:lnTo>
                  <a:pt x="110025" y="844022"/>
                </a:lnTo>
                <a:lnTo>
                  <a:pt x="110706" y="858830"/>
                </a:lnTo>
                <a:lnTo>
                  <a:pt x="111097" y="873637"/>
                </a:lnTo>
                <a:lnTo>
                  <a:pt x="111152" y="888444"/>
                </a:lnTo>
                <a:lnTo>
                  <a:pt x="110851" y="903252"/>
                </a:lnTo>
                <a:lnTo>
                  <a:pt x="110203" y="918059"/>
                </a:lnTo>
                <a:lnTo>
                  <a:pt x="109245" y="932867"/>
                </a:lnTo>
                <a:lnTo>
                  <a:pt x="108036" y="947674"/>
                </a:lnTo>
                <a:lnTo>
                  <a:pt x="106650" y="962482"/>
                </a:lnTo>
                <a:lnTo>
                  <a:pt x="105170" y="977289"/>
                </a:lnTo>
                <a:lnTo>
                  <a:pt x="103680" y="992096"/>
                </a:lnTo>
                <a:lnTo>
                  <a:pt x="102252" y="1006904"/>
                </a:lnTo>
                <a:lnTo>
                  <a:pt x="100949" y="1021711"/>
                </a:lnTo>
                <a:lnTo>
                  <a:pt x="99815" y="1036519"/>
                </a:lnTo>
                <a:lnTo>
                  <a:pt x="98876" y="1051326"/>
                </a:lnTo>
                <a:lnTo>
                  <a:pt x="98139" y="1066133"/>
                </a:lnTo>
                <a:lnTo>
                  <a:pt x="97599" y="1080941"/>
                </a:lnTo>
                <a:lnTo>
                  <a:pt x="97235" y="1095748"/>
                </a:lnTo>
                <a:lnTo>
                  <a:pt x="97020" y="1110556"/>
                </a:lnTo>
                <a:lnTo>
                  <a:pt x="96921" y="1125363"/>
                </a:lnTo>
                <a:lnTo>
                  <a:pt x="96902" y="1140170"/>
                </a:lnTo>
                <a:lnTo>
                  <a:pt x="96928" y="1154978"/>
                </a:lnTo>
                <a:lnTo>
                  <a:pt x="96970" y="1169785"/>
                </a:lnTo>
                <a:lnTo>
                  <a:pt x="97002" y="1184593"/>
                </a:lnTo>
                <a:lnTo>
                  <a:pt x="97003" y="1199400"/>
                </a:lnTo>
                <a:lnTo>
                  <a:pt x="96959" y="1214207"/>
                </a:lnTo>
                <a:lnTo>
                  <a:pt x="96863" y="1229015"/>
                </a:lnTo>
                <a:lnTo>
                  <a:pt x="96714" y="1243822"/>
                </a:lnTo>
                <a:lnTo>
                  <a:pt x="96512" y="1258630"/>
                </a:lnTo>
                <a:lnTo>
                  <a:pt x="96265" y="1273437"/>
                </a:lnTo>
                <a:lnTo>
                  <a:pt x="95981" y="1288245"/>
                </a:lnTo>
                <a:lnTo>
                  <a:pt x="95669" y="1303052"/>
                </a:lnTo>
                <a:lnTo>
                  <a:pt x="95341" y="1317859"/>
                </a:lnTo>
                <a:lnTo>
                  <a:pt x="95006" y="1332667"/>
                </a:lnTo>
                <a:lnTo>
                  <a:pt x="94674" y="1347474"/>
                </a:lnTo>
                <a:lnTo>
                  <a:pt x="94354" y="1362282"/>
                </a:lnTo>
                <a:lnTo>
                  <a:pt x="94054" y="1377089"/>
                </a:lnTo>
                <a:lnTo>
                  <a:pt x="93781" y="1391896"/>
                </a:lnTo>
                <a:lnTo>
                  <a:pt x="93538" y="1406704"/>
                </a:lnTo>
                <a:lnTo>
                  <a:pt x="93330" y="1421511"/>
                </a:lnTo>
                <a:lnTo>
                  <a:pt x="93160" y="1436319"/>
                </a:lnTo>
                <a:lnTo>
                  <a:pt x="93030" y="1451126"/>
                </a:lnTo>
                <a:lnTo>
                  <a:pt x="92940" y="1465933"/>
                </a:lnTo>
                <a:lnTo>
                  <a:pt x="92893" y="1480741"/>
                </a:lnTo>
                <a:lnTo>
                  <a:pt x="92895" y="1495548"/>
                </a:lnTo>
                <a:lnTo>
                  <a:pt x="92953" y="1510356"/>
                </a:lnTo>
                <a:lnTo>
                  <a:pt x="93079" y="1525163"/>
                </a:lnTo>
                <a:lnTo>
                  <a:pt x="93291" y="1539970"/>
                </a:lnTo>
                <a:lnTo>
                  <a:pt x="93611" y="1554778"/>
                </a:lnTo>
                <a:lnTo>
                  <a:pt x="94065" y="1569585"/>
                </a:lnTo>
                <a:lnTo>
                  <a:pt x="94678" y="1584393"/>
                </a:lnTo>
                <a:lnTo>
                  <a:pt x="95474" y="1599200"/>
                </a:lnTo>
                <a:lnTo>
                  <a:pt x="96472" y="1614007"/>
                </a:lnTo>
                <a:lnTo>
                  <a:pt x="97676" y="1628815"/>
                </a:lnTo>
                <a:lnTo>
                  <a:pt x="99077" y="1643622"/>
                </a:lnTo>
                <a:lnTo>
                  <a:pt x="100645" y="1658430"/>
                </a:lnTo>
                <a:lnTo>
                  <a:pt x="102332" y="1673237"/>
                </a:lnTo>
                <a:lnTo>
                  <a:pt x="104069" y="1688045"/>
                </a:lnTo>
                <a:lnTo>
                  <a:pt x="105771" y="1702852"/>
                </a:lnTo>
                <a:lnTo>
                  <a:pt x="107344" y="1717659"/>
                </a:lnTo>
                <a:lnTo>
                  <a:pt x="108691" y="1732467"/>
                </a:lnTo>
                <a:lnTo>
                  <a:pt x="109727" y="1747274"/>
                </a:lnTo>
                <a:lnTo>
                  <a:pt x="110378" y="1762082"/>
                </a:lnTo>
                <a:lnTo>
                  <a:pt x="110601" y="1776889"/>
                </a:lnTo>
                <a:lnTo>
                  <a:pt x="110601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5" name="data_5451">
            <a:extLst xmlns:a="http://schemas.openxmlformats.org/drawingml/2006/main">
              <a:ext uri="{FF2B5EF4-FFF2-40B4-BE49-F238E27FC236}">
                <a16:creationId xmlns:a16="http://schemas.microsoft.com/office/drawing/2014/main" id="{E80E426E-03A7-40A3-9A1C-51F8E2F6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21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05173" y="1776889"/>
                </a:moveTo>
                <a:lnTo>
                  <a:pt x="72414" y="1776889"/>
                </a:lnTo>
                <a:lnTo>
                  <a:pt x="72583" y="1762082"/>
                </a:lnTo>
                <a:lnTo>
                  <a:pt x="73078" y="1747274"/>
                </a:lnTo>
                <a:lnTo>
                  <a:pt x="73863" y="1732467"/>
                </a:lnTo>
                <a:lnTo>
                  <a:pt x="74888" y="1717659"/>
                </a:lnTo>
                <a:lnTo>
                  <a:pt x="76085" y="1702852"/>
                </a:lnTo>
                <a:lnTo>
                  <a:pt x="77384" y="1688045"/>
                </a:lnTo>
                <a:lnTo>
                  <a:pt x="78714" y="1673237"/>
                </a:lnTo>
                <a:lnTo>
                  <a:pt x="80012" y="1658430"/>
                </a:lnTo>
                <a:lnTo>
                  <a:pt x="81224" y="1643622"/>
                </a:lnTo>
                <a:lnTo>
                  <a:pt x="82313" y="1628815"/>
                </a:lnTo>
                <a:lnTo>
                  <a:pt x="83256" y="1614007"/>
                </a:lnTo>
                <a:lnTo>
                  <a:pt x="84042" y="1599200"/>
                </a:lnTo>
                <a:lnTo>
                  <a:pt x="84675" y="1584393"/>
                </a:lnTo>
                <a:lnTo>
                  <a:pt x="85165" y="1569585"/>
                </a:lnTo>
                <a:lnTo>
                  <a:pt x="85526" y="1554778"/>
                </a:lnTo>
                <a:lnTo>
                  <a:pt x="85779" y="1539970"/>
                </a:lnTo>
                <a:lnTo>
                  <a:pt x="85939" y="1525163"/>
                </a:lnTo>
                <a:lnTo>
                  <a:pt x="86023" y="1510356"/>
                </a:lnTo>
                <a:lnTo>
                  <a:pt x="86043" y="1495548"/>
                </a:lnTo>
                <a:lnTo>
                  <a:pt x="86011" y="1480741"/>
                </a:lnTo>
                <a:lnTo>
                  <a:pt x="85932" y="1465933"/>
                </a:lnTo>
                <a:lnTo>
                  <a:pt x="85814" y="1451126"/>
                </a:lnTo>
                <a:lnTo>
                  <a:pt x="85659" y="1436319"/>
                </a:lnTo>
                <a:lnTo>
                  <a:pt x="85471" y="1421511"/>
                </a:lnTo>
                <a:lnTo>
                  <a:pt x="85254" y="1406704"/>
                </a:lnTo>
                <a:lnTo>
                  <a:pt x="85012" y="1391896"/>
                </a:lnTo>
                <a:lnTo>
                  <a:pt x="84749" y="1377089"/>
                </a:lnTo>
                <a:lnTo>
                  <a:pt x="84470" y="1362282"/>
                </a:lnTo>
                <a:lnTo>
                  <a:pt x="84181" y="1347474"/>
                </a:lnTo>
                <a:lnTo>
                  <a:pt x="83888" y="1332667"/>
                </a:lnTo>
                <a:lnTo>
                  <a:pt x="83598" y="1317859"/>
                </a:lnTo>
                <a:lnTo>
                  <a:pt x="83317" y="1303052"/>
                </a:lnTo>
                <a:lnTo>
                  <a:pt x="83055" y="1288245"/>
                </a:lnTo>
                <a:lnTo>
                  <a:pt x="82818" y="1273437"/>
                </a:lnTo>
                <a:lnTo>
                  <a:pt x="82615" y="1258630"/>
                </a:lnTo>
                <a:lnTo>
                  <a:pt x="82452" y="1243822"/>
                </a:lnTo>
                <a:lnTo>
                  <a:pt x="82334" y="1229015"/>
                </a:lnTo>
                <a:lnTo>
                  <a:pt x="82264" y="1214207"/>
                </a:lnTo>
                <a:lnTo>
                  <a:pt x="82243" y="1199400"/>
                </a:lnTo>
                <a:lnTo>
                  <a:pt x="82265" y="1184593"/>
                </a:lnTo>
                <a:lnTo>
                  <a:pt x="82324" y="1169785"/>
                </a:lnTo>
                <a:lnTo>
                  <a:pt x="82408" y="1154978"/>
                </a:lnTo>
                <a:lnTo>
                  <a:pt x="82501" y="1140170"/>
                </a:lnTo>
                <a:lnTo>
                  <a:pt x="82586" y="1125363"/>
                </a:lnTo>
                <a:lnTo>
                  <a:pt x="82641" y="1110556"/>
                </a:lnTo>
                <a:lnTo>
                  <a:pt x="82648" y="1095748"/>
                </a:lnTo>
                <a:lnTo>
                  <a:pt x="82585" y="1080941"/>
                </a:lnTo>
                <a:lnTo>
                  <a:pt x="82436" y="1066133"/>
                </a:lnTo>
                <a:lnTo>
                  <a:pt x="82190" y="1051326"/>
                </a:lnTo>
                <a:lnTo>
                  <a:pt x="81840" y="1036519"/>
                </a:lnTo>
                <a:lnTo>
                  <a:pt x="81388" y="1021711"/>
                </a:lnTo>
                <a:lnTo>
                  <a:pt x="80845" y="1006904"/>
                </a:lnTo>
                <a:lnTo>
                  <a:pt x="80229" y="992096"/>
                </a:lnTo>
                <a:lnTo>
                  <a:pt x="79567" y="977289"/>
                </a:lnTo>
                <a:lnTo>
                  <a:pt x="78894" y="962482"/>
                </a:lnTo>
                <a:lnTo>
                  <a:pt x="78246" y="947674"/>
                </a:lnTo>
                <a:lnTo>
                  <a:pt x="77661" y="932867"/>
                </a:lnTo>
                <a:lnTo>
                  <a:pt x="77174" y="918059"/>
                </a:lnTo>
                <a:lnTo>
                  <a:pt x="76812" y="903252"/>
                </a:lnTo>
                <a:lnTo>
                  <a:pt x="76592" y="888444"/>
                </a:lnTo>
                <a:lnTo>
                  <a:pt x="76519" y="873637"/>
                </a:lnTo>
                <a:lnTo>
                  <a:pt x="76583" y="858830"/>
                </a:lnTo>
                <a:lnTo>
                  <a:pt x="76765" y="844022"/>
                </a:lnTo>
                <a:lnTo>
                  <a:pt x="77035" y="829215"/>
                </a:lnTo>
                <a:lnTo>
                  <a:pt x="77354" y="814407"/>
                </a:lnTo>
                <a:lnTo>
                  <a:pt x="77684" y="799600"/>
                </a:lnTo>
                <a:lnTo>
                  <a:pt x="77985" y="784793"/>
                </a:lnTo>
                <a:lnTo>
                  <a:pt x="78224" y="769985"/>
                </a:lnTo>
                <a:lnTo>
                  <a:pt x="78376" y="755178"/>
                </a:lnTo>
                <a:lnTo>
                  <a:pt x="78426" y="740370"/>
                </a:lnTo>
                <a:lnTo>
                  <a:pt x="78370" y="725563"/>
                </a:lnTo>
                <a:lnTo>
                  <a:pt x="78214" y="710756"/>
                </a:lnTo>
                <a:lnTo>
                  <a:pt x="77975" y="695948"/>
                </a:lnTo>
                <a:lnTo>
                  <a:pt x="77680" y="681141"/>
                </a:lnTo>
                <a:lnTo>
                  <a:pt x="77357" y="666333"/>
                </a:lnTo>
                <a:lnTo>
                  <a:pt x="77039" y="651526"/>
                </a:lnTo>
                <a:lnTo>
                  <a:pt x="76760" y="636719"/>
                </a:lnTo>
                <a:lnTo>
                  <a:pt x="76546" y="621911"/>
                </a:lnTo>
                <a:lnTo>
                  <a:pt x="76420" y="607104"/>
                </a:lnTo>
                <a:lnTo>
                  <a:pt x="76394" y="592296"/>
                </a:lnTo>
                <a:lnTo>
                  <a:pt x="76472" y="577489"/>
                </a:lnTo>
                <a:lnTo>
                  <a:pt x="76650" y="562682"/>
                </a:lnTo>
                <a:lnTo>
                  <a:pt x="76913" y="547874"/>
                </a:lnTo>
                <a:lnTo>
                  <a:pt x="77243" y="533067"/>
                </a:lnTo>
                <a:lnTo>
                  <a:pt x="77616" y="518259"/>
                </a:lnTo>
                <a:lnTo>
                  <a:pt x="78012" y="503452"/>
                </a:lnTo>
                <a:lnTo>
                  <a:pt x="78410" y="488644"/>
                </a:lnTo>
                <a:lnTo>
                  <a:pt x="78794" y="473837"/>
                </a:lnTo>
                <a:lnTo>
                  <a:pt x="79153" y="459030"/>
                </a:lnTo>
                <a:lnTo>
                  <a:pt x="79483" y="444222"/>
                </a:lnTo>
                <a:lnTo>
                  <a:pt x="79784" y="429415"/>
                </a:lnTo>
                <a:lnTo>
                  <a:pt x="80059" y="414607"/>
                </a:lnTo>
                <a:lnTo>
                  <a:pt x="80314" y="399800"/>
                </a:lnTo>
                <a:lnTo>
                  <a:pt x="80553" y="384993"/>
                </a:lnTo>
                <a:lnTo>
                  <a:pt x="80782" y="370185"/>
                </a:lnTo>
                <a:lnTo>
                  <a:pt x="81001" y="355378"/>
                </a:lnTo>
                <a:lnTo>
                  <a:pt x="81202" y="340570"/>
                </a:lnTo>
                <a:lnTo>
                  <a:pt x="81374" y="325763"/>
                </a:lnTo>
                <a:lnTo>
                  <a:pt x="81491" y="310956"/>
                </a:lnTo>
                <a:lnTo>
                  <a:pt x="81518" y="296148"/>
                </a:lnTo>
                <a:lnTo>
                  <a:pt x="81404" y="281341"/>
                </a:lnTo>
                <a:lnTo>
                  <a:pt x="81079" y="266533"/>
                </a:lnTo>
                <a:lnTo>
                  <a:pt x="80457" y="251726"/>
                </a:lnTo>
                <a:lnTo>
                  <a:pt x="79436" y="236919"/>
                </a:lnTo>
                <a:lnTo>
                  <a:pt x="77900" y="222111"/>
                </a:lnTo>
                <a:lnTo>
                  <a:pt x="75725" y="207304"/>
                </a:lnTo>
                <a:lnTo>
                  <a:pt x="72795" y="192496"/>
                </a:lnTo>
                <a:lnTo>
                  <a:pt x="69012" y="177689"/>
                </a:lnTo>
                <a:lnTo>
                  <a:pt x="64311" y="162881"/>
                </a:lnTo>
                <a:lnTo>
                  <a:pt x="58684" y="148074"/>
                </a:lnTo>
                <a:lnTo>
                  <a:pt x="52192" y="133267"/>
                </a:lnTo>
                <a:lnTo>
                  <a:pt x="44978" y="118459"/>
                </a:lnTo>
                <a:lnTo>
                  <a:pt x="37270" y="103652"/>
                </a:lnTo>
                <a:lnTo>
                  <a:pt x="29381" y="88844"/>
                </a:lnTo>
                <a:lnTo>
                  <a:pt x="21687" y="74037"/>
                </a:lnTo>
                <a:lnTo>
                  <a:pt x="14604" y="59230"/>
                </a:lnTo>
                <a:lnTo>
                  <a:pt x="8551" y="44422"/>
                </a:lnTo>
                <a:lnTo>
                  <a:pt x="3912" y="29615"/>
                </a:lnTo>
                <a:lnTo>
                  <a:pt x="99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2" y="14807"/>
                </a:lnTo>
                <a:lnTo>
                  <a:pt x="173675" y="29615"/>
                </a:lnTo>
                <a:lnTo>
                  <a:pt x="169036" y="44422"/>
                </a:lnTo>
                <a:lnTo>
                  <a:pt x="162983" y="59230"/>
                </a:lnTo>
                <a:lnTo>
                  <a:pt x="155900" y="74037"/>
                </a:lnTo>
                <a:lnTo>
                  <a:pt x="148206" y="88844"/>
                </a:lnTo>
                <a:lnTo>
                  <a:pt x="140317" y="103652"/>
                </a:lnTo>
                <a:lnTo>
                  <a:pt x="132609" y="118459"/>
                </a:lnTo>
                <a:lnTo>
                  <a:pt x="125395" y="133267"/>
                </a:lnTo>
                <a:lnTo>
                  <a:pt x="118903" y="148074"/>
                </a:lnTo>
                <a:lnTo>
                  <a:pt x="113276" y="162881"/>
                </a:lnTo>
                <a:lnTo>
                  <a:pt x="108575" y="177689"/>
                </a:lnTo>
                <a:lnTo>
                  <a:pt x="104792" y="192496"/>
                </a:lnTo>
                <a:lnTo>
                  <a:pt x="101862" y="207304"/>
                </a:lnTo>
                <a:lnTo>
                  <a:pt x="99688" y="222111"/>
                </a:lnTo>
                <a:lnTo>
                  <a:pt x="98151" y="236919"/>
                </a:lnTo>
                <a:lnTo>
                  <a:pt x="97130" y="251726"/>
                </a:lnTo>
                <a:lnTo>
                  <a:pt x="96508" y="266533"/>
                </a:lnTo>
                <a:lnTo>
                  <a:pt x="96183" y="281341"/>
                </a:lnTo>
                <a:lnTo>
                  <a:pt x="96069" y="296148"/>
                </a:lnTo>
                <a:lnTo>
                  <a:pt x="96096" y="310956"/>
                </a:lnTo>
                <a:lnTo>
                  <a:pt x="96214" y="325763"/>
                </a:lnTo>
                <a:lnTo>
                  <a:pt x="96385" y="340570"/>
                </a:lnTo>
                <a:lnTo>
                  <a:pt x="96587" y="355378"/>
                </a:lnTo>
                <a:lnTo>
                  <a:pt x="96805" y="370185"/>
                </a:lnTo>
                <a:lnTo>
                  <a:pt x="97034" y="384993"/>
                </a:lnTo>
                <a:lnTo>
                  <a:pt x="97274" y="399800"/>
                </a:lnTo>
                <a:lnTo>
                  <a:pt x="97528" y="414607"/>
                </a:lnTo>
                <a:lnTo>
                  <a:pt x="97803" y="429415"/>
                </a:lnTo>
                <a:lnTo>
                  <a:pt x="98104" y="444222"/>
                </a:lnTo>
                <a:lnTo>
                  <a:pt x="98434" y="459030"/>
                </a:lnTo>
                <a:lnTo>
                  <a:pt x="98793" y="473837"/>
                </a:lnTo>
                <a:lnTo>
                  <a:pt x="99177" y="488644"/>
                </a:lnTo>
                <a:lnTo>
                  <a:pt x="99575" y="503452"/>
                </a:lnTo>
                <a:lnTo>
                  <a:pt x="99971" y="518259"/>
                </a:lnTo>
                <a:lnTo>
                  <a:pt x="100345" y="533067"/>
                </a:lnTo>
                <a:lnTo>
                  <a:pt x="100674" y="547874"/>
                </a:lnTo>
                <a:lnTo>
                  <a:pt x="100937" y="562682"/>
                </a:lnTo>
                <a:lnTo>
                  <a:pt x="101115" y="577489"/>
                </a:lnTo>
                <a:lnTo>
                  <a:pt x="101193" y="592296"/>
                </a:lnTo>
                <a:lnTo>
                  <a:pt x="101167" y="607104"/>
                </a:lnTo>
                <a:lnTo>
                  <a:pt x="101041" y="621911"/>
                </a:lnTo>
                <a:lnTo>
                  <a:pt x="100827" y="636719"/>
                </a:lnTo>
                <a:lnTo>
                  <a:pt x="100548" y="651526"/>
                </a:lnTo>
                <a:lnTo>
                  <a:pt x="100231" y="666333"/>
                </a:lnTo>
                <a:lnTo>
                  <a:pt x="99908" y="681141"/>
                </a:lnTo>
                <a:lnTo>
                  <a:pt x="99612" y="695948"/>
                </a:lnTo>
                <a:lnTo>
                  <a:pt x="99373" y="710756"/>
                </a:lnTo>
                <a:lnTo>
                  <a:pt x="99218" y="725563"/>
                </a:lnTo>
                <a:lnTo>
                  <a:pt x="99161" y="740370"/>
                </a:lnTo>
                <a:lnTo>
                  <a:pt x="99211" y="755178"/>
                </a:lnTo>
                <a:lnTo>
                  <a:pt x="99363" y="769985"/>
                </a:lnTo>
                <a:lnTo>
                  <a:pt x="99602" y="784793"/>
                </a:lnTo>
                <a:lnTo>
                  <a:pt x="99904" y="799600"/>
                </a:lnTo>
                <a:lnTo>
                  <a:pt x="100233" y="814407"/>
                </a:lnTo>
                <a:lnTo>
                  <a:pt x="100552" y="829215"/>
                </a:lnTo>
                <a:lnTo>
                  <a:pt x="100822" y="844022"/>
                </a:lnTo>
                <a:lnTo>
                  <a:pt x="101004" y="858830"/>
                </a:lnTo>
                <a:lnTo>
                  <a:pt x="101068" y="873637"/>
                </a:lnTo>
                <a:lnTo>
                  <a:pt x="100995" y="888444"/>
                </a:lnTo>
                <a:lnTo>
                  <a:pt x="100775" y="903252"/>
                </a:lnTo>
                <a:lnTo>
                  <a:pt x="100413" y="918059"/>
                </a:lnTo>
                <a:lnTo>
                  <a:pt x="99926" y="932867"/>
                </a:lnTo>
                <a:lnTo>
                  <a:pt x="99341" y="947674"/>
                </a:lnTo>
                <a:lnTo>
                  <a:pt x="98693" y="962482"/>
                </a:lnTo>
                <a:lnTo>
                  <a:pt x="98020" y="977289"/>
                </a:lnTo>
                <a:lnTo>
                  <a:pt x="97359" y="992096"/>
                </a:lnTo>
                <a:lnTo>
                  <a:pt x="96742" y="1006904"/>
                </a:lnTo>
                <a:lnTo>
                  <a:pt x="96199" y="1021711"/>
                </a:lnTo>
                <a:lnTo>
                  <a:pt x="95747" y="1036519"/>
                </a:lnTo>
                <a:lnTo>
                  <a:pt x="95397" y="1051326"/>
                </a:lnTo>
                <a:lnTo>
                  <a:pt x="95151" y="1066133"/>
                </a:lnTo>
                <a:lnTo>
                  <a:pt x="95002" y="1080941"/>
                </a:lnTo>
                <a:lnTo>
                  <a:pt x="94940" y="1095748"/>
                </a:lnTo>
                <a:lnTo>
                  <a:pt x="94946" y="1110556"/>
                </a:lnTo>
                <a:lnTo>
                  <a:pt x="95001" y="1125363"/>
                </a:lnTo>
                <a:lnTo>
                  <a:pt x="95086" y="1140170"/>
                </a:lnTo>
                <a:lnTo>
                  <a:pt x="95179" y="1154978"/>
                </a:lnTo>
                <a:lnTo>
                  <a:pt x="95263" y="1169785"/>
                </a:lnTo>
                <a:lnTo>
                  <a:pt x="95322" y="1184593"/>
                </a:lnTo>
                <a:lnTo>
                  <a:pt x="95345" y="1199400"/>
                </a:lnTo>
                <a:lnTo>
                  <a:pt x="95323" y="1214207"/>
                </a:lnTo>
                <a:lnTo>
                  <a:pt x="95253" y="1229015"/>
                </a:lnTo>
                <a:lnTo>
                  <a:pt x="95135" y="1243822"/>
                </a:lnTo>
                <a:lnTo>
                  <a:pt x="94972" y="1258630"/>
                </a:lnTo>
                <a:lnTo>
                  <a:pt x="94769" y="1273437"/>
                </a:lnTo>
                <a:lnTo>
                  <a:pt x="94532" y="1288245"/>
                </a:lnTo>
                <a:lnTo>
                  <a:pt x="94270" y="1303052"/>
                </a:lnTo>
                <a:lnTo>
                  <a:pt x="93990" y="1317859"/>
                </a:lnTo>
                <a:lnTo>
                  <a:pt x="93699" y="1332667"/>
                </a:lnTo>
                <a:lnTo>
                  <a:pt x="93406" y="1347474"/>
                </a:lnTo>
                <a:lnTo>
                  <a:pt x="93117" y="1362282"/>
                </a:lnTo>
                <a:lnTo>
                  <a:pt x="92838" y="1377089"/>
                </a:lnTo>
                <a:lnTo>
                  <a:pt x="92575" y="1391896"/>
                </a:lnTo>
                <a:lnTo>
                  <a:pt x="92333" y="1406704"/>
                </a:lnTo>
                <a:lnTo>
                  <a:pt x="92116" y="1421511"/>
                </a:lnTo>
                <a:lnTo>
                  <a:pt x="91929" y="1436319"/>
                </a:lnTo>
                <a:lnTo>
                  <a:pt x="91774" y="1451126"/>
                </a:lnTo>
                <a:lnTo>
                  <a:pt x="91655" y="1465933"/>
                </a:lnTo>
                <a:lnTo>
                  <a:pt x="91576" y="1480741"/>
                </a:lnTo>
                <a:lnTo>
                  <a:pt x="91544" y="1495548"/>
                </a:lnTo>
                <a:lnTo>
                  <a:pt x="91564" y="1510356"/>
                </a:lnTo>
                <a:lnTo>
                  <a:pt x="91648" y="1525163"/>
                </a:lnTo>
                <a:lnTo>
                  <a:pt x="91808" y="1539970"/>
                </a:lnTo>
                <a:lnTo>
                  <a:pt x="92061" y="1554778"/>
                </a:lnTo>
                <a:lnTo>
                  <a:pt x="92423" y="1569585"/>
                </a:lnTo>
                <a:lnTo>
                  <a:pt x="92912" y="1584393"/>
                </a:lnTo>
                <a:lnTo>
                  <a:pt x="93545" y="1599200"/>
                </a:lnTo>
                <a:lnTo>
                  <a:pt x="94332" y="1614007"/>
                </a:lnTo>
                <a:lnTo>
                  <a:pt x="95274" y="1628815"/>
                </a:lnTo>
                <a:lnTo>
                  <a:pt x="96363" y="1643622"/>
                </a:lnTo>
                <a:lnTo>
                  <a:pt x="97575" y="1658430"/>
                </a:lnTo>
                <a:lnTo>
                  <a:pt x="98873" y="1673237"/>
                </a:lnTo>
                <a:lnTo>
                  <a:pt x="100203" y="1688045"/>
                </a:lnTo>
                <a:lnTo>
                  <a:pt x="101502" y="1702852"/>
                </a:lnTo>
                <a:lnTo>
                  <a:pt x="102700" y="1717659"/>
                </a:lnTo>
                <a:lnTo>
                  <a:pt x="103724" y="1732467"/>
                </a:lnTo>
                <a:lnTo>
                  <a:pt x="104510" y="1747274"/>
                </a:lnTo>
                <a:lnTo>
                  <a:pt x="105004" y="1762082"/>
                </a:lnTo>
                <a:lnTo>
                  <a:pt x="105173" y="1776889"/>
                </a:lnTo>
                <a:lnTo>
                  <a:pt x="105173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6" name="data_5452">
            <a:extLst xmlns:a="http://schemas.openxmlformats.org/drawingml/2006/main">
              <a:ext uri="{FF2B5EF4-FFF2-40B4-BE49-F238E27FC236}">
                <a16:creationId xmlns:a16="http://schemas.microsoft.com/office/drawing/2014/main" id="{5E09CEFC-15A8-4C5A-A303-BC2E1D85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049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02730" y="1776889"/>
                </a:moveTo>
                <a:lnTo>
                  <a:pt x="74857" y="1776889"/>
                </a:lnTo>
                <a:lnTo>
                  <a:pt x="74994" y="1762082"/>
                </a:lnTo>
                <a:lnTo>
                  <a:pt x="75393" y="1747274"/>
                </a:lnTo>
                <a:lnTo>
                  <a:pt x="76028" y="1732467"/>
                </a:lnTo>
                <a:lnTo>
                  <a:pt x="76853" y="1717659"/>
                </a:lnTo>
                <a:lnTo>
                  <a:pt x="77814" y="1702852"/>
                </a:lnTo>
                <a:lnTo>
                  <a:pt x="78853" y="1688045"/>
                </a:lnTo>
                <a:lnTo>
                  <a:pt x="79912" y="1673237"/>
                </a:lnTo>
                <a:lnTo>
                  <a:pt x="80939" y="1658430"/>
                </a:lnTo>
                <a:lnTo>
                  <a:pt x="81892" y="1643622"/>
                </a:lnTo>
                <a:lnTo>
                  <a:pt x="82743" y="1628815"/>
                </a:lnTo>
                <a:lnTo>
                  <a:pt x="83475" y="1614007"/>
                </a:lnTo>
                <a:lnTo>
                  <a:pt x="84082" y="1599200"/>
                </a:lnTo>
                <a:lnTo>
                  <a:pt x="84570" y="1584393"/>
                </a:lnTo>
                <a:lnTo>
                  <a:pt x="84948" y="1569585"/>
                </a:lnTo>
                <a:lnTo>
                  <a:pt x="85232" y="1554778"/>
                </a:lnTo>
                <a:lnTo>
                  <a:pt x="85436" y="1539970"/>
                </a:lnTo>
                <a:lnTo>
                  <a:pt x="85574" y="1525163"/>
                </a:lnTo>
                <a:lnTo>
                  <a:pt x="85659" y="1510356"/>
                </a:lnTo>
                <a:lnTo>
                  <a:pt x="85698" y="1495548"/>
                </a:lnTo>
                <a:lnTo>
                  <a:pt x="85698" y="1480741"/>
                </a:lnTo>
                <a:lnTo>
                  <a:pt x="85661" y="1465933"/>
                </a:lnTo>
                <a:lnTo>
                  <a:pt x="85589" y="1451126"/>
                </a:lnTo>
                <a:lnTo>
                  <a:pt x="85482" y="1436319"/>
                </a:lnTo>
                <a:lnTo>
                  <a:pt x="85342" y="1421511"/>
                </a:lnTo>
                <a:lnTo>
                  <a:pt x="85170" y="1406704"/>
                </a:lnTo>
                <a:lnTo>
                  <a:pt x="84970" y="1391896"/>
                </a:lnTo>
                <a:lnTo>
                  <a:pt x="84743" y="1377089"/>
                </a:lnTo>
                <a:lnTo>
                  <a:pt x="84496" y="1362282"/>
                </a:lnTo>
                <a:lnTo>
                  <a:pt x="84235" y="1347474"/>
                </a:lnTo>
                <a:lnTo>
                  <a:pt x="83964" y="1332667"/>
                </a:lnTo>
                <a:lnTo>
                  <a:pt x="83693" y="1317859"/>
                </a:lnTo>
                <a:lnTo>
                  <a:pt x="83428" y="1303052"/>
                </a:lnTo>
                <a:lnTo>
                  <a:pt x="83178" y="1288245"/>
                </a:lnTo>
                <a:lnTo>
                  <a:pt x="82952" y="1273437"/>
                </a:lnTo>
                <a:lnTo>
                  <a:pt x="82756" y="1258630"/>
                </a:lnTo>
                <a:lnTo>
                  <a:pt x="82599" y="1243822"/>
                </a:lnTo>
                <a:lnTo>
                  <a:pt x="82485" y="1229015"/>
                </a:lnTo>
                <a:lnTo>
                  <a:pt x="82418" y="1214207"/>
                </a:lnTo>
                <a:lnTo>
                  <a:pt x="82397" y="1199400"/>
                </a:lnTo>
                <a:lnTo>
                  <a:pt x="82420" y="1184593"/>
                </a:lnTo>
                <a:lnTo>
                  <a:pt x="82478" y="1169785"/>
                </a:lnTo>
                <a:lnTo>
                  <a:pt x="82560" y="1154978"/>
                </a:lnTo>
                <a:lnTo>
                  <a:pt x="82651" y="1140170"/>
                </a:lnTo>
                <a:lnTo>
                  <a:pt x="82733" y="1125363"/>
                </a:lnTo>
                <a:lnTo>
                  <a:pt x="82788" y="1110556"/>
                </a:lnTo>
                <a:lnTo>
                  <a:pt x="82794" y="1095748"/>
                </a:lnTo>
                <a:lnTo>
                  <a:pt x="82732" y="1080941"/>
                </a:lnTo>
                <a:lnTo>
                  <a:pt x="82587" y="1066133"/>
                </a:lnTo>
                <a:lnTo>
                  <a:pt x="82347" y="1051326"/>
                </a:lnTo>
                <a:lnTo>
                  <a:pt x="82005" y="1036519"/>
                </a:lnTo>
                <a:lnTo>
                  <a:pt x="81564" y="1021711"/>
                </a:lnTo>
                <a:lnTo>
                  <a:pt x="81034" y="1006904"/>
                </a:lnTo>
                <a:lnTo>
                  <a:pt x="80432" y="992096"/>
                </a:lnTo>
                <a:lnTo>
                  <a:pt x="79786" y="977289"/>
                </a:lnTo>
                <a:lnTo>
                  <a:pt x="79129" y="962482"/>
                </a:lnTo>
                <a:lnTo>
                  <a:pt x="78497" y="947674"/>
                </a:lnTo>
                <a:lnTo>
                  <a:pt x="77927" y="932867"/>
                </a:lnTo>
                <a:lnTo>
                  <a:pt x="77452" y="918059"/>
                </a:lnTo>
                <a:lnTo>
                  <a:pt x="77100" y="903252"/>
                </a:lnTo>
                <a:lnTo>
                  <a:pt x="76887" y="888444"/>
                </a:lnTo>
                <a:lnTo>
                  <a:pt x="76819" y="873637"/>
                </a:lnTo>
                <a:lnTo>
                  <a:pt x="76886" y="858830"/>
                </a:lnTo>
                <a:lnTo>
                  <a:pt x="77070" y="844022"/>
                </a:lnTo>
                <a:lnTo>
                  <a:pt x="77342" y="829215"/>
                </a:lnTo>
                <a:lnTo>
                  <a:pt x="77666" y="814407"/>
                </a:lnTo>
                <a:lnTo>
                  <a:pt x="78004" y="799600"/>
                </a:lnTo>
                <a:lnTo>
                  <a:pt x="78318" y="784793"/>
                </a:lnTo>
                <a:lnTo>
                  <a:pt x="78577" y="769985"/>
                </a:lnTo>
                <a:lnTo>
                  <a:pt x="78757" y="755178"/>
                </a:lnTo>
                <a:lnTo>
                  <a:pt x="78842" y="740370"/>
                </a:lnTo>
                <a:lnTo>
                  <a:pt x="78828" y="725563"/>
                </a:lnTo>
                <a:lnTo>
                  <a:pt x="78721" y="710756"/>
                </a:lnTo>
                <a:lnTo>
                  <a:pt x="78536" y="695948"/>
                </a:lnTo>
                <a:lnTo>
                  <a:pt x="78296" y="681141"/>
                </a:lnTo>
                <a:lnTo>
                  <a:pt x="78028" y="666333"/>
                </a:lnTo>
                <a:lnTo>
                  <a:pt x="77762" y="651526"/>
                </a:lnTo>
                <a:lnTo>
                  <a:pt x="77526" y="636719"/>
                </a:lnTo>
                <a:lnTo>
                  <a:pt x="77345" y="621911"/>
                </a:lnTo>
                <a:lnTo>
                  <a:pt x="77238" y="607104"/>
                </a:lnTo>
                <a:lnTo>
                  <a:pt x="77218" y="592296"/>
                </a:lnTo>
                <a:lnTo>
                  <a:pt x="77286" y="577489"/>
                </a:lnTo>
                <a:lnTo>
                  <a:pt x="77439" y="562682"/>
                </a:lnTo>
                <a:lnTo>
                  <a:pt x="77663" y="547874"/>
                </a:lnTo>
                <a:lnTo>
                  <a:pt x="77942" y="533067"/>
                </a:lnTo>
                <a:lnTo>
                  <a:pt x="78256" y="518259"/>
                </a:lnTo>
                <a:lnTo>
                  <a:pt x="78586" y="503452"/>
                </a:lnTo>
                <a:lnTo>
                  <a:pt x="78914" y="488644"/>
                </a:lnTo>
                <a:lnTo>
                  <a:pt x="79227" y="473837"/>
                </a:lnTo>
                <a:lnTo>
                  <a:pt x="79519" y="459030"/>
                </a:lnTo>
                <a:lnTo>
                  <a:pt x="79785" y="444222"/>
                </a:lnTo>
                <a:lnTo>
                  <a:pt x="80027" y="429415"/>
                </a:lnTo>
                <a:lnTo>
                  <a:pt x="80250" y="414607"/>
                </a:lnTo>
                <a:lnTo>
                  <a:pt x="80462" y="399800"/>
                </a:lnTo>
                <a:lnTo>
                  <a:pt x="80668" y="384993"/>
                </a:lnTo>
                <a:lnTo>
                  <a:pt x="80874" y="370185"/>
                </a:lnTo>
                <a:lnTo>
                  <a:pt x="81078" y="355378"/>
                </a:lnTo>
                <a:lnTo>
                  <a:pt x="81276" y="340570"/>
                </a:lnTo>
                <a:lnTo>
                  <a:pt x="81452" y="325763"/>
                </a:lnTo>
                <a:lnTo>
                  <a:pt x="81582" y="310956"/>
                </a:lnTo>
                <a:lnTo>
                  <a:pt x="81627" y="296148"/>
                </a:lnTo>
                <a:lnTo>
                  <a:pt x="81534" y="281341"/>
                </a:lnTo>
                <a:lnTo>
                  <a:pt x="81232" y="266533"/>
                </a:lnTo>
                <a:lnTo>
                  <a:pt x="80631" y="251726"/>
                </a:lnTo>
                <a:lnTo>
                  <a:pt x="79628" y="236919"/>
                </a:lnTo>
                <a:lnTo>
                  <a:pt x="78103" y="222111"/>
                </a:lnTo>
                <a:lnTo>
                  <a:pt x="75934" y="207304"/>
                </a:lnTo>
                <a:lnTo>
                  <a:pt x="73003" y="192496"/>
                </a:lnTo>
                <a:lnTo>
                  <a:pt x="69211" y="177689"/>
                </a:lnTo>
                <a:lnTo>
                  <a:pt x="64496" y="162881"/>
                </a:lnTo>
                <a:lnTo>
                  <a:pt x="58850" y="148074"/>
                </a:lnTo>
                <a:lnTo>
                  <a:pt x="52336" y="133267"/>
                </a:lnTo>
                <a:lnTo>
                  <a:pt x="45097" y="118459"/>
                </a:lnTo>
                <a:lnTo>
                  <a:pt x="37365" y="103652"/>
                </a:lnTo>
                <a:lnTo>
                  <a:pt x="29453" y="88844"/>
                </a:lnTo>
                <a:lnTo>
                  <a:pt x="21738" y="74037"/>
                </a:lnTo>
                <a:lnTo>
                  <a:pt x="14637" y="59230"/>
                </a:lnTo>
                <a:lnTo>
                  <a:pt x="8570" y="44422"/>
                </a:lnTo>
                <a:lnTo>
                  <a:pt x="3921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0" y="14807"/>
                </a:lnTo>
                <a:lnTo>
                  <a:pt x="173666" y="29615"/>
                </a:lnTo>
                <a:lnTo>
                  <a:pt x="169017" y="44422"/>
                </a:lnTo>
                <a:lnTo>
                  <a:pt x="162950" y="59230"/>
                </a:lnTo>
                <a:lnTo>
                  <a:pt x="155849" y="74037"/>
                </a:lnTo>
                <a:lnTo>
                  <a:pt x="148134" y="88844"/>
                </a:lnTo>
                <a:lnTo>
                  <a:pt x="140222" y="103652"/>
                </a:lnTo>
                <a:lnTo>
                  <a:pt x="132490" y="118459"/>
                </a:lnTo>
                <a:lnTo>
                  <a:pt x="125252" y="133267"/>
                </a:lnTo>
                <a:lnTo>
                  <a:pt x="118737" y="148074"/>
                </a:lnTo>
                <a:lnTo>
                  <a:pt x="113091" y="162881"/>
                </a:lnTo>
                <a:lnTo>
                  <a:pt x="108376" y="177689"/>
                </a:lnTo>
                <a:lnTo>
                  <a:pt x="104584" y="192496"/>
                </a:lnTo>
                <a:lnTo>
                  <a:pt x="101653" y="207304"/>
                </a:lnTo>
                <a:lnTo>
                  <a:pt x="99484" y="222111"/>
                </a:lnTo>
                <a:lnTo>
                  <a:pt x="97959" y="236919"/>
                </a:lnTo>
                <a:lnTo>
                  <a:pt x="96956" y="251726"/>
                </a:lnTo>
                <a:lnTo>
                  <a:pt x="96355" y="266533"/>
                </a:lnTo>
                <a:lnTo>
                  <a:pt x="96053" y="281341"/>
                </a:lnTo>
                <a:lnTo>
                  <a:pt x="95960" y="296148"/>
                </a:lnTo>
                <a:lnTo>
                  <a:pt x="96005" y="310956"/>
                </a:lnTo>
                <a:lnTo>
                  <a:pt x="96135" y="325763"/>
                </a:lnTo>
                <a:lnTo>
                  <a:pt x="96312" y="340570"/>
                </a:lnTo>
                <a:lnTo>
                  <a:pt x="96509" y="355378"/>
                </a:lnTo>
                <a:lnTo>
                  <a:pt x="96714" y="370185"/>
                </a:lnTo>
                <a:lnTo>
                  <a:pt x="96919" y="384993"/>
                </a:lnTo>
                <a:lnTo>
                  <a:pt x="97125" y="399800"/>
                </a:lnTo>
                <a:lnTo>
                  <a:pt x="97337" y="414607"/>
                </a:lnTo>
                <a:lnTo>
                  <a:pt x="97560" y="429415"/>
                </a:lnTo>
                <a:lnTo>
                  <a:pt x="97803" y="444222"/>
                </a:lnTo>
                <a:lnTo>
                  <a:pt x="98069" y="459030"/>
                </a:lnTo>
                <a:lnTo>
                  <a:pt x="98360" y="473837"/>
                </a:lnTo>
                <a:lnTo>
                  <a:pt x="98673" y="488644"/>
                </a:lnTo>
                <a:lnTo>
                  <a:pt x="99002" y="503452"/>
                </a:lnTo>
                <a:lnTo>
                  <a:pt x="99331" y="518259"/>
                </a:lnTo>
                <a:lnTo>
                  <a:pt x="99646" y="533067"/>
                </a:lnTo>
                <a:lnTo>
                  <a:pt x="99924" y="547874"/>
                </a:lnTo>
                <a:lnTo>
                  <a:pt x="100149" y="562682"/>
                </a:lnTo>
                <a:lnTo>
                  <a:pt x="100301" y="577489"/>
                </a:lnTo>
                <a:lnTo>
                  <a:pt x="100369" y="592296"/>
                </a:lnTo>
                <a:lnTo>
                  <a:pt x="100349" y="607104"/>
                </a:lnTo>
                <a:lnTo>
                  <a:pt x="100242" y="621911"/>
                </a:lnTo>
                <a:lnTo>
                  <a:pt x="100061" y="636719"/>
                </a:lnTo>
                <a:lnTo>
                  <a:pt x="99825" y="651526"/>
                </a:lnTo>
                <a:lnTo>
                  <a:pt x="99559" y="666333"/>
                </a:lnTo>
                <a:lnTo>
                  <a:pt x="99291" y="681141"/>
                </a:lnTo>
                <a:lnTo>
                  <a:pt x="99051" y="695948"/>
                </a:lnTo>
                <a:lnTo>
                  <a:pt x="98866" y="710756"/>
                </a:lnTo>
                <a:lnTo>
                  <a:pt x="98760" y="725563"/>
                </a:lnTo>
                <a:lnTo>
                  <a:pt x="98746" y="740370"/>
                </a:lnTo>
                <a:lnTo>
                  <a:pt x="98831" y="755178"/>
                </a:lnTo>
                <a:lnTo>
                  <a:pt x="99010" y="769985"/>
                </a:lnTo>
                <a:lnTo>
                  <a:pt x="99269" y="784793"/>
                </a:lnTo>
                <a:lnTo>
                  <a:pt x="99583" y="799600"/>
                </a:lnTo>
                <a:lnTo>
                  <a:pt x="99921" y="814407"/>
                </a:lnTo>
                <a:lnTo>
                  <a:pt x="100245" y="829215"/>
                </a:lnTo>
                <a:lnTo>
                  <a:pt x="100517" y="844022"/>
                </a:lnTo>
                <a:lnTo>
                  <a:pt x="100701" y="858830"/>
                </a:lnTo>
                <a:lnTo>
                  <a:pt x="100769" y="873637"/>
                </a:lnTo>
                <a:lnTo>
                  <a:pt x="100700" y="888444"/>
                </a:lnTo>
                <a:lnTo>
                  <a:pt x="100487" y="903252"/>
                </a:lnTo>
                <a:lnTo>
                  <a:pt x="100135" y="918059"/>
                </a:lnTo>
                <a:lnTo>
                  <a:pt x="99660" y="932867"/>
                </a:lnTo>
                <a:lnTo>
                  <a:pt x="99090" y="947674"/>
                </a:lnTo>
                <a:lnTo>
                  <a:pt x="98458" y="962482"/>
                </a:lnTo>
                <a:lnTo>
                  <a:pt x="97801" y="977289"/>
                </a:lnTo>
                <a:lnTo>
                  <a:pt x="97155" y="992096"/>
                </a:lnTo>
                <a:lnTo>
                  <a:pt x="96554" y="1006904"/>
                </a:lnTo>
                <a:lnTo>
                  <a:pt x="96023" y="1021711"/>
                </a:lnTo>
                <a:lnTo>
                  <a:pt x="95582" y="1036519"/>
                </a:lnTo>
                <a:lnTo>
                  <a:pt x="95240" y="1051326"/>
                </a:lnTo>
                <a:lnTo>
                  <a:pt x="95000" y="1066133"/>
                </a:lnTo>
                <a:lnTo>
                  <a:pt x="94855" y="1080941"/>
                </a:lnTo>
                <a:lnTo>
                  <a:pt x="94794" y="1095748"/>
                </a:lnTo>
                <a:lnTo>
                  <a:pt x="94800" y="1110556"/>
                </a:lnTo>
                <a:lnTo>
                  <a:pt x="94854" y="1125363"/>
                </a:lnTo>
                <a:lnTo>
                  <a:pt x="94936" y="1140170"/>
                </a:lnTo>
                <a:lnTo>
                  <a:pt x="95028" y="1154978"/>
                </a:lnTo>
                <a:lnTo>
                  <a:pt x="95109" y="1169785"/>
                </a:lnTo>
                <a:lnTo>
                  <a:pt x="95167" y="1184593"/>
                </a:lnTo>
                <a:lnTo>
                  <a:pt x="95190" y="1199400"/>
                </a:lnTo>
                <a:lnTo>
                  <a:pt x="95169" y="1214207"/>
                </a:lnTo>
                <a:lnTo>
                  <a:pt x="95102" y="1229015"/>
                </a:lnTo>
                <a:lnTo>
                  <a:pt x="94988" y="1243822"/>
                </a:lnTo>
                <a:lnTo>
                  <a:pt x="94831" y="1258630"/>
                </a:lnTo>
                <a:lnTo>
                  <a:pt x="94635" y="1273437"/>
                </a:lnTo>
                <a:lnTo>
                  <a:pt x="94409" y="1288245"/>
                </a:lnTo>
                <a:lnTo>
                  <a:pt x="94159" y="1303052"/>
                </a:lnTo>
                <a:lnTo>
                  <a:pt x="93894" y="1317859"/>
                </a:lnTo>
                <a:lnTo>
                  <a:pt x="93623" y="1332667"/>
                </a:lnTo>
                <a:lnTo>
                  <a:pt x="93353" y="1347474"/>
                </a:lnTo>
                <a:lnTo>
                  <a:pt x="93091" y="1362282"/>
                </a:lnTo>
                <a:lnTo>
                  <a:pt x="92844" y="1377089"/>
                </a:lnTo>
                <a:lnTo>
                  <a:pt x="92617" y="1391896"/>
                </a:lnTo>
                <a:lnTo>
                  <a:pt x="92417" y="1406704"/>
                </a:lnTo>
                <a:lnTo>
                  <a:pt x="92245" y="1421511"/>
                </a:lnTo>
                <a:lnTo>
                  <a:pt x="92105" y="1436319"/>
                </a:lnTo>
                <a:lnTo>
                  <a:pt x="91999" y="1451126"/>
                </a:lnTo>
                <a:lnTo>
                  <a:pt x="91926" y="1465933"/>
                </a:lnTo>
                <a:lnTo>
                  <a:pt x="91889" y="1480741"/>
                </a:lnTo>
                <a:lnTo>
                  <a:pt x="91889" y="1495548"/>
                </a:lnTo>
                <a:lnTo>
                  <a:pt x="91928" y="1510356"/>
                </a:lnTo>
                <a:lnTo>
                  <a:pt x="92013" y="1525163"/>
                </a:lnTo>
                <a:lnTo>
                  <a:pt x="92151" y="1539970"/>
                </a:lnTo>
                <a:lnTo>
                  <a:pt x="92355" y="1554778"/>
                </a:lnTo>
                <a:lnTo>
                  <a:pt x="92639" y="1569585"/>
                </a:lnTo>
                <a:lnTo>
                  <a:pt x="93017" y="1584393"/>
                </a:lnTo>
                <a:lnTo>
                  <a:pt x="93505" y="1599200"/>
                </a:lnTo>
                <a:lnTo>
                  <a:pt x="94112" y="1614007"/>
                </a:lnTo>
                <a:lnTo>
                  <a:pt x="94844" y="1628815"/>
                </a:lnTo>
                <a:lnTo>
                  <a:pt x="95695" y="1643622"/>
                </a:lnTo>
                <a:lnTo>
                  <a:pt x="96648" y="1658430"/>
                </a:lnTo>
                <a:lnTo>
                  <a:pt x="97675" y="1673237"/>
                </a:lnTo>
                <a:lnTo>
                  <a:pt x="98734" y="1688045"/>
                </a:lnTo>
                <a:lnTo>
                  <a:pt x="99773" y="1702852"/>
                </a:lnTo>
                <a:lnTo>
                  <a:pt x="100735" y="1717659"/>
                </a:lnTo>
                <a:lnTo>
                  <a:pt x="101560" y="1732467"/>
                </a:lnTo>
                <a:lnTo>
                  <a:pt x="102194" y="1747274"/>
                </a:lnTo>
                <a:lnTo>
                  <a:pt x="102594" y="1762082"/>
                </a:lnTo>
                <a:lnTo>
                  <a:pt x="102730" y="1776889"/>
                </a:lnTo>
                <a:lnTo>
                  <a:pt x="102730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7" name="data_5453">
            <a:extLst xmlns:a="http://schemas.openxmlformats.org/drawingml/2006/main">
              <a:ext uri="{FF2B5EF4-FFF2-40B4-BE49-F238E27FC236}">
                <a16:creationId xmlns:a16="http://schemas.microsoft.com/office/drawing/2014/main" id="{FD861163-9354-48FB-B172-DC2A3031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8" name="data_5454">
            <a:extLst xmlns:a="http://schemas.openxmlformats.org/drawingml/2006/main">
              <a:ext uri="{FF2B5EF4-FFF2-40B4-BE49-F238E27FC236}">
                <a16:creationId xmlns:a16="http://schemas.microsoft.com/office/drawing/2014/main" id="{D98E15B8-80CB-43FA-9BEB-9D1C7568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273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9" name="data_5455">
            <a:extLst xmlns:a="http://schemas.openxmlformats.org/drawingml/2006/main">
              <a:ext uri="{FF2B5EF4-FFF2-40B4-BE49-F238E27FC236}">
                <a16:creationId xmlns:a16="http://schemas.microsoft.com/office/drawing/2014/main" id="{E89D6A2F-0EED-41C3-B005-3B4B36B9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787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0" name="data_5456">
            <a:extLst xmlns:a="http://schemas.openxmlformats.org/drawingml/2006/main">
              <a:ext uri="{FF2B5EF4-FFF2-40B4-BE49-F238E27FC236}">
                <a16:creationId xmlns:a16="http://schemas.microsoft.com/office/drawing/2014/main" id="{3853C7E6-6B56-437F-81EF-E68B5802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15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1" name="data_5457">
            <a:extLst xmlns:a="http://schemas.openxmlformats.org/drawingml/2006/main">
              <a:ext uri="{FF2B5EF4-FFF2-40B4-BE49-F238E27FC236}">
                <a16:creationId xmlns:a16="http://schemas.microsoft.com/office/drawing/2014/main" id="{885FC24C-050A-4DC8-95CB-C1A6BEDC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842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2" name="data_5458">
            <a:extLst xmlns:a="http://schemas.openxmlformats.org/drawingml/2006/main">
              <a:ext uri="{FF2B5EF4-FFF2-40B4-BE49-F238E27FC236}">
                <a16:creationId xmlns:a16="http://schemas.microsoft.com/office/drawing/2014/main" id="{76B13EEE-F50F-4E6C-979D-CE7EDDD1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3981977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3" name="data_5459">
            <a:extLst xmlns:a="http://schemas.openxmlformats.org/drawingml/2006/main">
              <a:ext uri="{FF2B5EF4-FFF2-40B4-BE49-F238E27FC236}">
                <a16:creationId xmlns:a16="http://schemas.microsoft.com/office/drawing/2014/main" id="{B4779784-2C44-4DD9-B039-B6F1572E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3981977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4" name="text_5460">
            <a:extLst xmlns:a="http://schemas.openxmlformats.org/drawingml/2006/main">
              <a:ext uri="{FF2B5EF4-FFF2-40B4-BE49-F238E27FC236}">
                <a16:creationId xmlns:a16="http://schemas.microsoft.com/office/drawing/2014/main" id="{7FA8E89D-104F-471D-9A5D-A1E02E21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5225" y="3923729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" name="data_5461">
            <a:extLst xmlns:a="http://schemas.openxmlformats.org/drawingml/2006/main">
              <a:ext uri="{FF2B5EF4-FFF2-40B4-BE49-F238E27FC236}">
                <a16:creationId xmlns:a16="http://schemas.microsoft.com/office/drawing/2014/main" id="{96E15BE1-9805-4AEB-A9D4-9C8ABBB3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3093532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6" name="data_5462">
            <a:extLst xmlns:a="http://schemas.openxmlformats.org/drawingml/2006/main">
              <a:ext uri="{FF2B5EF4-FFF2-40B4-BE49-F238E27FC236}">
                <a16:creationId xmlns:a16="http://schemas.microsoft.com/office/drawing/2014/main" id="{90B5B524-C01B-48CA-A962-8A6172C2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3093532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7" name="text_5463">
            <a:extLst xmlns:a="http://schemas.openxmlformats.org/drawingml/2006/main">
              <a:ext uri="{FF2B5EF4-FFF2-40B4-BE49-F238E27FC236}">
                <a16:creationId xmlns:a16="http://schemas.microsoft.com/office/drawing/2014/main" id="{FBF81EAD-3470-48F5-80B6-7C55FC83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588" y="3035285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8" name="data_5464">
            <a:extLst xmlns:a="http://schemas.openxmlformats.org/drawingml/2006/main">
              <a:ext uri="{FF2B5EF4-FFF2-40B4-BE49-F238E27FC236}">
                <a16:creationId xmlns:a16="http://schemas.microsoft.com/office/drawing/2014/main" id="{D912D5CC-C613-4898-B70F-41AA168C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2205088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9" name="data_5465">
            <a:extLst xmlns:a="http://schemas.openxmlformats.org/drawingml/2006/main">
              <a:ext uri="{FF2B5EF4-FFF2-40B4-BE49-F238E27FC236}">
                <a16:creationId xmlns:a16="http://schemas.microsoft.com/office/drawing/2014/main" id="{FAB6010F-D2B3-4B08-90F8-A8B2EF4B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2205088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0" name="text_5466">
            <a:extLst xmlns:a="http://schemas.openxmlformats.org/drawingml/2006/main">
              <a:ext uri="{FF2B5EF4-FFF2-40B4-BE49-F238E27FC236}">
                <a16:creationId xmlns:a16="http://schemas.microsoft.com/office/drawing/2014/main" id="{DA8BE7F6-FEF8-469D-A562-1B4A0047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3951" y="2146840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1" name="text_5467">
            <a:extLst xmlns:a="http://schemas.openxmlformats.org/drawingml/2006/main">
              <a:ext uri="{FF2B5EF4-FFF2-40B4-BE49-F238E27FC236}">
                <a16:creationId xmlns:a16="http://schemas.microsoft.com/office/drawing/2014/main" id="{390C6EEB-3CAF-4800-910B-3D28E2C5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39675" y="3009294"/>
            <a:ext cx="1261933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" name="data_5468">
            <a:extLst xmlns:a="http://schemas.openxmlformats.org/drawingml/2006/main">
              <a:ext uri="{FF2B5EF4-FFF2-40B4-BE49-F238E27FC236}">
                <a16:creationId xmlns:a16="http://schemas.microsoft.com/office/drawing/2014/main" id="{088488E6-9681-45DD-895D-CC100061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78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ata_5469">
            <a:extLst xmlns:a="http://schemas.openxmlformats.org/drawingml/2006/main">
              <a:ext uri="{FF2B5EF4-FFF2-40B4-BE49-F238E27FC236}">
                <a16:creationId xmlns:a16="http://schemas.microsoft.com/office/drawing/2014/main" id="{1B0B87C2-EEF7-4AF6-87DD-9B85B934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767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ata_5470">
            <a:extLst xmlns:a="http://schemas.openxmlformats.org/drawingml/2006/main">
              <a:ext uri="{FF2B5EF4-FFF2-40B4-BE49-F238E27FC236}">
                <a16:creationId xmlns:a16="http://schemas.microsoft.com/office/drawing/2014/main" id="{49D30F19-8FEB-4244-8F60-79FBCC80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0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ata_5471">
            <a:extLst xmlns:a="http://schemas.openxmlformats.org/drawingml/2006/main">
              <a:ext uri="{FF2B5EF4-FFF2-40B4-BE49-F238E27FC236}">
                <a16:creationId xmlns:a16="http://schemas.microsoft.com/office/drawing/2014/main" id="{3D702022-048F-4232-9EDD-C04E366B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7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ata_5472">
            <a:extLst xmlns:a="http://schemas.openxmlformats.org/drawingml/2006/main">
              <a:ext uri="{FF2B5EF4-FFF2-40B4-BE49-F238E27FC236}">
                <a16:creationId xmlns:a16="http://schemas.microsoft.com/office/drawing/2014/main" id="{59A2852A-0D1F-494C-98FB-3F281BE1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722" y="32217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data_5473">
            <a:extLst xmlns:a="http://schemas.openxmlformats.org/drawingml/2006/main">
              <a:ext uri="{FF2B5EF4-FFF2-40B4-BE49-F238E27FC236}">
                <a16:creationId xmlns:a16="http://schemas.microsoft.com/office/drawing/2014/main" id="{E192D988-0C45-41BD-B393-B8C7B61A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6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data_5474">
            <a:extLst xmlns:a="http://schemas.openxmlformats.org/drawingml/2006/main">
              <a:ext uri="{FF2B5EF4-FFF2-40B4-BE49-F238E27FC236}">
                <a16:creationId xmlns:a16="http://schemas.microsoft.com/office/drawing/2014/main" id="{83BC7FD2-22CA-46EC-9C1E-71802BEE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4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ata_5475">
            <a:extLst xmlns:a="http://schemas.openxmlformats.org/drawingml/2006/main">
              <a:ext uri="{FF2B5EF4-FFF2-40B4-BE49-F238E27FC236}">
                <a16:creationId xmlns:a16="http://schemas.microsoft.com/office/drawing/2014/main" id="{14D116D3-1C21-4870-8B46-F5C45D4E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672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data_5476">
            <a:extLst xmlns:a="http://schemas.openxmlformats.org/drawingml/2006/main">
              <a:ext uri="{FF2B5EF4-FFF2-40B4-BE49-F238E27FC236}">
                <a16:creationId xmlns:a16="http://schemas.microsoft.com/office/drawing/2014/main" id="{CA4A3B6F-E295-442E-95A6-18AD1A67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data_5477">
            <a:extLst xmlns:a="http://schemas.openxmlformats.org/drawingml/2006/main">
              <a:ext uri="{FF2B5EF4-FFF2-40B4-BE49-F238E27FC236}">
                <a16:creationId xmlns:a16="http://schemas.microsoft.com/office/drawing/2014/main" id="{8D0204E2-FB33-4C95-B291-4E19D7A7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0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data_5478">
            <a:extLst xmlns:a="http://schemas.openxmlformats.org/drawingml/2006/main">
              <a:ext uri="{FF2B5EF4-FFF2-40B4-BE49-F238E27FC236}">
                <a16:creationId xmlns:a16="http://schemas.microsoft.com/office/drawing/2014/main" id="{51DEDA43-0FA2-4987-8130-D6C41F47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73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ata_5479">
            <a:extLst xmlns:a="http://schemas.openxmlformats.org/drawingml/2006/main">
              <a:ext uri="{FF2B5EF4-FFF2-40B4-BE49-F238E27FC236}">
                <a16:creationId xmlns:a16="http://schemas.microsoft.com/office/drawing/2014/main" id="{EFDC998A-49AE-4CEE-886C-7E9F68D3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05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data_5480">
            <a:extLst xmlns:a="http://schemas.openxmlformats.org/drawingml/2006/main">
              <a:ext uri="{FF2B5EF4-FFF2-40B4-BE49-F238E27FC236}">
                <a16:creationId xmlns:a16="http://schemas.microsoft.com/office/drawing/2014/main" id="{378D0234-E443-4DBD-AECC-E3532F8D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27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ata_5481">
            <a:extLst xmlns:a="http://schemas.openxmlformats.org/drawingml/2006/main">
              <a:ext uri="{FF2B5EF4-FFF2-40B4-BE49-F238E27FC236}">
                <a16:creationId xmlns:a16="http://schemas.microsoft.com/office/drawing/2014/main" id="{D801261C-896A-4991-ACF4-6199435A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3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data_5482">
            <a:extLst xmlns:a="http://schemas.openxmlformats.org/drawingml/2006/main">
              <a:ext uri="{FF2B5EF4-FFF2-40B4-BE49-F238E27FC236}">
                <a16:creationId xmlns:a16="http://schemas.microsoft.com/office/drawing/2014/main" id="{F3A5FCAD-A969-4538-9148-6341500E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73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data_5483">
            <a:extLst xmlns:a="http://schemas.openxmlformats.org/drawingml/2006/main">
              <a:ext uri="{FF2B5EF4-FFF2-40B4-BE49-F238E27FC236}">
                <a16:creationId xmlns:a16="http://schemas.microsoft.com/office/drawing/2014/main" id="{85485AB6-0FC8-474B-BAFF-CC03FE22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963" y="32711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ata_5484">
            <a:extLst xmlns:a="http://schemas.openxmlformats.org/drawingml/2006/main">
              <a:ext uri="{FF2B5EF4-FFF2-40B4-BE49-F238E27FC236}">
                <a16:creationId xmlns:a16="http://schemas.microsoft.com/office/drawing/2014/main" id="{D042D384-C6FA-448B-9549-C236854D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719" y="32320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ata_5485">
            <a:extLst xmlns:a="http://schemas.openxmlformats.org/drawingml/2006/main">
              <a:ext uri="{FF2B5EF4-FFF2-40B4-BE49-F238E27FC236}">
                <a16:creationId xmlns:a16="http://schemas.microsoft.com/office/drawing/2014/main" id="{2D9B8019-9FCB-40EC-82E1-FF0BB8FC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54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ata_5486">
            <a:extLst xmlns:a="http://schemas.openxmlformats.org/drawingml/2006/main">
              <a:ext uri="{FF2B5EF4-FFF2-40B4-BE49-F238E27FC236}">
                <a16:creationId xmlns:a16="http://schemas.microsoft.com/office/drawing/2014/main" id="{1B4B6FD7-03CF-4005-BEAE-A4C3852A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87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5487">
            <a:extLst xmlns:a="http://schemas.openxmlformats.org/drawingml/2006/main">
              <a:ext uri="{FF2B5EF4-FFF2-40B4-BE49-F238E27FC236}">
                <a16:creationId xmlns:a16="http://schemas.microsoft.com/office/drawing/2014/main" id="{7D50A54C-F812-4A6B-A02A-05C731FA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2509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5488">
            <a:extLst xmlns:a="http://schemas.openxmlformats.org/drawingml/2006/main">
              <a:ext uri="{FF2B5EF4-FFF2-40B4-BE49-F238E27FC236}">
                <a16:creationId xmlns:a16="http://schemas.microsoft.com/office/drawing/2014/main" id="{9407137B-C83B-4B3D-B9A6-9E3D5413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5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5489">
            <a:extLst xmlns:a="http://schemas.openxmlformats.org/drawingml/2006/main">
              <a:ext uri="{FF2B5EF4-FFF2-40B4-BE49-F238E27FC236}">
                <a16:creationId xmlns:a16="http://schemas.microsoft.com/office/drawing/2014/main" id="{5EE862C0-D332-4C31-9920-5DCF3C9D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291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5490">
            <a:extLst xmlns:a="http://schemas.openxmlformats.org/drawingml/2006/main">
              <a:ext uri="{FF2B5EF4-FFF2-40B4-BE49-F238E27FC236}">
                <a16:creationId xmlns:a16="http://schemas.microsoft.com/office/drawing/2014/main" id="{80D61F68-CE33-4BDE-B33D-CBA3BAB5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5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5491">
            <a:extLst xmlns:a="http://schemas.openxmlformats.org/drawingml/2006/main">
              <a:ext uri="{FF2B5EF4-FFF2-40B4-BE49-F238E27FC236}">
                <a16:creationId xmlns:a16="http://schemas.microsoft.com/office/drawing/2014/main" id="{A87F572D-1DFF-4505-9390-A622210E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0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5492">
            <a:extLst xmlns:a="http://schemas.openxmlformats.org/drawingml/2006/main">
              <a:ext uri="{FF2B5EF4-FFF2-40B4-BE49-F238E27FC236}">
                <a16:creationId xmlns:a16="http://schemas.microsoft.com/office/drawing/2014/main" id="{25E8AC9F-EF3F-4005-B71A-ED0CB929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03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5493">
            <a:extLst xmlns:a="http://schemas.openxmlformats.org/drawingml/2006/main">
              <a:ext uri="{FF2B5EF4-FFF2-40B4-BE49-F238E27FC236}">
                <a16:creationId xmlns:a16="http://schemas.microsoft.com/office/drawing/2014/main" id="{4573563C-A763-4C71-8154-7FC2D64F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249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5494">
            <a:extLst xmlns:a="http://schemas.openxmlformats.org/drawingml/2006/main">
              <a:ext uri="{FF2B5EF4-FFF2-40B4-BE49-F238E27FC236}">
                <a16:creationId xmlns:a16="http://schemas.microsoft.com/office/drawing/2014/main" id="{814D4F58-0DE1-4755-A256-F8727284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52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5495">
            <a:extLst xmlns:a="http://schemas.openxmlformats.org/drawingml/2006/main">
              <a:ext uri="{FF2B5EF4-FFF2-40B4-BE49-F238E27FC236}">
                <a16:creationId xmlns:a16="http://schemas.microsoft.com/office/drawing/2014/main" id="{8BF7D4C8-C1BF-48B7-A9FD-45AEEE91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64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5496">
            <a:extLst xmlns:a="http://schemas.openxmlformats.org/drawingml/2006/main">
              <a:ext uri="{FF2B5EF4-FFF2-40B4-BE49-F238E27FC236}">
                <a16:creationId xmlns:a16="http://schemas.microsoft.com/office/drawing/2014/main" id="{8A11F5EA-7DA0-49D6-9643-B4AB0A8A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62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5497">
            <a:extLst xmlns:a="http://schemas.openxmlformats.org/drawingml/2006/main">
              <a:ext uri="{FF2B5EF4-FFF2-40B4-BE49-F238E27FC236}">
                <a16:creationId xmlns:a16="http://schemas.microsoft.com/office/drawing/2014/main" id="{55F72EE7-3ADD-4202-8C03-6485809D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7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5498">
            <a:extLst xmlns:a="http://schemas.openxmlformats.org/drawingml/2006/main">
              <a:ext uri="{FF2B5EF4-FFF2-40B4-BE49-F238E27FC236}">
                <a16:creationId xmlns:a16="http://schemas.microsoft.com/office/drawing/2014/main" id="{68439AD4-9612-4072-8D1B-140FF121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8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5499">
            <a:extLst xmlns:a="http://schemas.openxmlformats.org/drawingml/2006/main">
              <a:ext uri="{FF2B5EF4-FFF2-40B4-BE49-F238E27FC236}">
                <a16:creationId xmlns:a16="http://schemas.microsoft.com/office/drawing/2014/main" id="{1F876C5F-86D4-410A-9AAB-F788291A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5500">
            <a:extLst xmlns:a="http://schemas.openxmlformats.org/drawingml/2006/main">
              <a:ext uri="{FF2B5EF4-FFF2-40B4-BE49-F238E27FC236}">
                <a16:creationId xmlns:a16="http://schemas.microsoft.com/office/drawing/2014/main" id="{5178480B-40D5-4B81-A92B-0A266B44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999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5501">
            <a:extLst xmlns:a="http://schemas.openxmlformats.org/drawingml/2006/main">
              <a:ext uri="{FF2B5EF4-FFF2-40B4-BE49-F238E27FC236}">
                <a16:creationId xmlns:a16="http://schemas.microsoft.com/office/drawing/2014/main" id="{DB479FB6-33BA-4458-B7CF-2BE48A73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51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5502">
            <a:extLst xmlns:a="http://schemas.openxmlformats.org/drawingml/2006/main">
              <a:ext uri="{FF2B5EF4-FFF2-40B4-BE49-F238E27FC236}">
                <a16:creationId xmlns:a16="http://schemas.microsoft.com/office/drawing/2014/main" id="{9560D1A7-A9D0-4148-BA6C-617BE412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80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5503">
            <a:extLst xmlns:a="http://schemas.openxmlformats.org/drawingml/2006/main">
              <a:ext uri="{FF2B5EF4-FFF2-40B4-BE49-F238E27FC236}">
                <a16:creationId xmlns:a16="http://schemas.microsoft.com/office/drawing/2014/main" id="{E26947CB-B8E0-47B9-AA24-9D4ACC79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4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5504">
            <a:extLst xmlns:a="http://schemas.openxmlformats.org/drawingml/2006/main">
              <a:ext uri="{FF2B5EF4-FFF2-40B4-BE49-F238E27FC236}">
                <a16:creationId xmlns:a16="http://schemas.microsoft.com/office/drawing/2014/main" id="{9F9E4140-83A4-4574-9D03-FA1D74B5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83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5505">
            <a:extLst xmlns:a="http://schemas.openxmlformats.org/drawingml/2006/main">
              <a:ext uri="{FF2B5EF4-FFF2-40B4-BE49-F238E27FC236}">
                <a16:creationId xmlns:a16="http://schemas.microsoft.com/office/drawing/2014/main" id="{C0A44DF2-F7E2-433C-B188-E051E3FD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5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5506">
            <a:extLst xmlns:a="http://schemas.openxmlformats.org/drawingml/2006/main">
              <a:ext uri="{FF2B5EF4-FFF2-40B4-BE49-F238E27FC236}">
                <a16:creationId xmlns:a16="http://schemas.microsoft.com/office/drawing/2014/main" id="{00EFDAA5-2B53-4C3D-8E63-4EC104E7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57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5507">
            <a:extLst xmlns:a="http://schemas.openxmlformats.org/drawingml/2006/main">
              <a:ext uri="{FF2B5EF4-FFF2-40B4-BE49-F238E27FC236}">
                <a16:creationId xmlns:a16="http://schemas.microsoft.com/office/drawing/2014/main" id="{FAA80D93-C732-4E25-85B7-33F42C01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2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5508">
            <a:extLst xmlns:a="http://schemas.openxmlformats.org/drawingml/2006/main">
              <a:ext uri="{FF2B5EF4-FFF2-40B4-BE49-F238E27FC236}">
                <a16:creationId xmlns:a16="http://schemas.microsoft.com/office/drawing/2014/main" id="{6B937443-9808-48E8-B0E9-AFB57F51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43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5509">
            <a:extLst xmlns:a="http://schemas.openxmlformats.org/drawingml/2006/main">
              <a:ext uri="{FF2B5EF4-FFF2-40B4-BE49-F238E27FC236}">
                <a16:creationId xmlns:a16="http://schemas.microsoft.com/office/drawing/2014/main" id="{CE37697D-666A-4CBC-9CB1-A6A46001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3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5510">
            <a:extLst xmlns:a="http://schemas.openxmlformats.org/drawingml/2006/main">
              <a:ext uri="{FF2B5EF4-FFF2-40B4-BE49-F238E27FC236}">
                <a16:creationId xmlns:a16="http://schemas.microsoft.com/office/drawing/2014/main" id="{94371E9A-2EDA-4D7D-B9E1-17132E1B7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9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5511">
            <a:extLst xmlns:a="http://schemas.openxmlformats.org/drawingml/2006/main">
              <a:ext uri="{FF2B5EF4-FFF2-40B4-BE49-F238E27FC236}">
                <a16:creationId xmlns:a16="http://schemas.microsoft.com/office/drawing/2014/main" id="{F0052588-9D05-4323-98DD-AE48BF90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5512">
            <a:extLst xmlns:a="http://schemas.openxmlformats.org/drawingml/2006/main">
              <a:ext uri="{FF2B5EF4-FFF2-40B4-BE49-F238E27FC236}">
                <a16:creationId xmlns:a16="http://schemas.microsoft.com/office/drawing/2014/main" id="{729CC40C-8454-4CAE-8FAB-A75A8FED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10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5513">
            <a:extLst xmlns:a="http://schemas.openxmlformats.org/drawingml/2006/main">
              <a:ext uri="{FF2B5EF4-FFF2-40B4-BE49-F238E27FC236}">
                <a16:creationId xmlns:a16="http://schemas.microsoft.com/office/drawing/2014/main" id="{5CE36895-E20D-491D-B35C-82BA3C6E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1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5514">
            <a:extLst xmlns:a="http://schemas.openxmlformats.org/drawingml/2006/main">
              <a:ext uri="{FF2B5EF4-FFF2-40B4-BE49-F238E27FC236}">
                <a16:creationId xmlns:a16="http://schemas.microsoft.com/office/drawing/2014/main" id="{60096C34-64A8-45A3-BEDD-B8913AF7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011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5515">
            <a:extLst xmlns:a="http://schemas.openxmlformats.org/drawingml/2006/main">
              <a:ext uri="{FF2B5EF4-FFF2-40B4-BE49-F238E27FC236}">
                <a16:creationId xmlns:a16="http://schemas.microsoft.com/office/drawing/2014/main" id="{C85A89C7-7EA5-4081-874D-A7A3801C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82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5516">
            <a:extLst xmlns:a="http://schemas.openxmlformats.org/drawingml/2006/main">
              <a:ext uri="{FF2B5EF4-FFF2-40B4-BE49-F238E27FC236}">
                <a16:creationId xmlns:a16="http://schemas.microsoft.com/office/drawing/2014/main" id="{215B7400-D5CA-4D6D-BF8F-DE523AE7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5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5517">
            <a:extLst xmlns:a="http://schemas.openxmlformats.org/drawingml/2006/main">
              <a:ext uri="{FF2B5EF4-FFF2-40B4-BE49-F238E27FC236}">
                <a16:creationId xmlns:a16="http://schemas.microsoft.com/office/drawing/2014/main" id="{1E72080B-F6CD-4EBD-9602-B125F3C3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19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5518">
            <a:extLst xmlns:a="http://schemas.openxmlformats.org/drawingml/2006/main">
              <a:ext uri="{FF2B5EF4-FFF2-40B4-BE49-F238E27FC236}">
                <a16:creationId xmlns:a16="http://schemas.microsoft.com/office/drawing/2014/main" id="{C320126B-5D63-4274-8B88-22B425BC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5519">
            <a:extLst xmlns:a="http://schemas.openxmlformats.org/drawingml/2006/main">
              <a:ext uri="{FF2B5EF4-FFF2-40B4-BE49-F238E27FC236}">
                <a16:creationId xmlns:a16="http://schemas.microsoft.com/office/drawing/2014/main" id="{19191799-E2A8-4EB1-B519-85CD20A8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2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5520">
            <a:extLst xmlns:a="http://schemas.openxmlformats.org/drawingml/2006/main">
              <a:ext uri="{FF2B5EF4-FFF2-40B4-BE49-F238E27FC236}">
                <a16:creationId xmlns:a16="http://schemas.microsoft.com/office/drawing/2014/main" id="{B54173DF-EF2C-4C0D-A04F-FAD22443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46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5521">
            <a:extLst xmlns:a="http://schemas.openxmlformats.org/drawingml/2006/main">
              <a:ext uri="{FF2B5EF4-FFF2-40B4-BE49-F238E27FC236}">
                <a16:creationId xmlns:a16="http://schemas.microsoft.com/office/drawing/2014/main" id="{F5241660-EE64-4E5E-9E12-DB7802F0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5522">
            <a:extLst xmlns:a="http://schemas.openxmlformats.org/drawingml/2006/main">
              <a:ext uri="{FF2B5EF4-FFF2-40B4-BE49-F238E27FC236}">
                <a16:creationId xmlns:a16="http://schemas.microsoft.com/office/drawing/2014/main" id="{4AC06F55-F0A0-424D-BD05-5409628A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5523">
            <a:extLst xmlns:a="http://schemas.openxmlformats.org/drawingml/2006/main">
              <a:ext uri="{FF2B5EF4-FFF2-40B4-BE49-F238E27FC236}">
                <a16:creationId xmlns:a16="http://schemas.microsoft.com/office/drawing/2014/main" id="{138D1A07-3CA2-4BEF-8E26-432D008B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8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5524">
            <a:extLst xmlns:a="http://schemas.openxmlformats.org/drawingml/2006/main">
              <a:ext uri="{FF2B5EF4-FFF2-40B4-BE49-F238E27FC236}">
                <a16:creationId xmlns:a16="http://schemas.microsoft.com/office/drawing/2014/main" id="{0E29C9BE-07BA-40E2-A355-9C3D8FF8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8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5525">
            <a:extLst xmlns:a="http://schemas.openxmlformats.org/drawingml/2006/main">
              <a:ext uri="{FF2B5EF4-FFF2-40B4-BE49-F238E27FC236}">
                <a16:creationId xmlns:a16="http://schemas.microsoft.com/office/drawing/2014/main" id="{C6D4F6FC-B9B5-4834-BB04-1EBF2456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886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5526">
            <a:extLst xmlns:a="http://schemas.openxmlformats.org/drawingml/2006/main">
              <a:ext uri="{FF2B5EF4-FFF2-40B4-BE49-F238E27FC236}">
                <a16:creationId xmlns:a16="http://schemas.microsoft.com/office/drawing/2014/main" id="{A8A923B8-7082-4DE2-B5F4-119A33E9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98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5527">
            <a:extLst xmlns:a="http://schemas.openxmlformats.org/drawingml/2006/main">
              <a:ext uri="{FF2B5EF4-FFF2-40B4-BE49-F238E27FC236}">
                <a16:creationId xmlns:a16="http://schemas.microsoft.com/office/drawing/2014/main" id="{ABBBA4C9-98C1-4069-A9F3-E21642EB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05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5528">
            <a:extLst xmlns:a="http://schemas.openxmlformats.org/drawingml/2006/main">
              <a:ext uri="{FF2B5EF4-FFF2-40B4-BE49-F238E27FC236}">
                <a16:creationId xmlns:a16="http://schemas.microsoft.com/office/drawing/2014/main" id="{286C2976-AA6C-40B0-A0CC-731E6152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2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5529">
            <a:extLst xmlns:a="http://schemas.openxmlformats.org/drawingml/2006/main">
              <a:ext uri="{FF2B5EF4-FFF2-40B4-BE49-F238E27FC236}">
                <a16:creationId xmlns:a16="http://schemas.microsoft.com/office/drawing/2014/main" id="{2D53F61F-B907-4F83-BE60-783841DF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065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5530">
            <a:extLst xmlns:a="http://schemas.openxmlformats.org/drawingml/2006/main">
              <a:ext uri="{FF2B5EF4-FFF2-40B4-BE49-F238E27FC236}">
                <a16:creationId xmlns:a16="http://schemas.microsoft.com/office/drawing/2014/main" id="{16C24870-181B-4731-8A89-99511DD2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5531">
            <a:extLst xmlns:a="http://schemas.openxmlformats.org/drawingml/2006/main">
              <a:ext uri="{FF2B5EF4-FFF2-40B4-BE49-F238E27FC236}">
                <a16:creationId xmlns:a16="http://schemas.microsoft.com/office/drawing/2014/main" id="{60B27A54-C3D3-4FA2-89EA-1449A4FF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865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5532">
            <a:extLst xmlns:a="http://schemas.openxmlformats.org/drawingml/2006/main">
              <a:ext uri="{FF2B5EF4-FFF2-40B4-BE49-F238E27FC236}">
                <a16:creationId xmlns:a16="http://schemas.microsoft.com/office/drawing/2014/main" id="{AB52FFCC-6EE7-449D-973A-2797E80B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86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5533">
            <a:extLst xmlns:a="http://schemas.openxmlformats.org/drawingml/2006/main">
              <a:ext uri="{FF2B5EF4-FFF2-40B4-BE49-F238E27FC236}">
                <a16:creationId xmlns:a16="http://schemas.microsoft.com/office/drawing/2014/main" id="{3B5E16B2-54B3-4CC7-AC16-5F02AA33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054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5534">
            <a:extLst xmlns:a="http://schemas.openxmlformats.org/drawingml/2006/main">
              <a:ext uri="{FF2B5EF4-FFF2-40B4-BE49-F238E27FC236}">
                <a16:creationId xmlns:a16="http://schemas.microsoft.com/office/drawing/2014/main" id="{C21DAD2F-C47F-49C6-BCD5-E6846C98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01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5535">
            <a:extLst xmlns:a="http://schemas.openxmlformats.org/drawingml/2006/main">
              <a:ext uri="{FF2B5EF4-FFF2-40B4-BE49-F238E27FC236}">
                <a16:creationId xmlns:a16="http://schemas.microsoft.com/office/drawing/2014/main" id="{D36309E0-0C36-4DA9-AC1A-08C4B7DE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87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5536">
            <a:extLst xmlns:a="http://schemas.openxmlformats.org/drawingml/2006/main">
              <a:ext uri="{FF2B5EF4-FFF2-40B4-BE49-F238E27FC236}">
                <a16:creationId xmlns:a16="http://schemas.microsoft.com/office/drawing/2014/main" id="{23C5F92D-D9D6-48B0-8360-6AB40878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69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5537">
            <a:extLst xmlns:a="http://schemas.openxmlformats.org/drawingml/2006/main">
              <a:ext uri="{FF2B5EF4-FFF2-40B4-BE49-F238E27FC236}">
                <a16:creationId xmlns:a16="http://schemas.microsoft.com/office/drawing/2014/main" id="{87DAED74-81EB-451D-8B2A-E9BE613B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880" y="33470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5538">
            <a:extLst xmlns:a="http://schemas.openxmlformats.org/drawingml/2006/main">
              <a:ext uri="{FF2B5EF4-FFF2-40B4-BE49-F238E27FC236}">
                <a16:creationId xmlns:a16="http://schemas.microsoft.com/office/drawing/2014/main" id="{675CA98A-F05B-45BF-94C2-1F2559BC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4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5539">
            <a:extLst xmlns:a="http://schemas.openxmlformats.org/drawingml/2006/main">
              <a:ext uri="{FF2B5EF4-FFF2-40B4-BE49-F238E27FC236}">
                <a16:creationId xmlns:a16="http://schemas.microsoft.com/office/drawing/2014/main" id="{2EAAF0F7-F42A-4164-ABBB-6103AFA0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31544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5540">
            <a:extLst xmlns:a="http://schemas.openxmlformats.org/drawingml/2006/main">
              <a:ext uri="{FF2B5EF4-FFF2-40B4-BE49-F238E27FC236}">
                <a16:creationId xmlns:a16="http://schemas.microsoft.com/office/drawing/2014/main" id="{EA3183F6-BC00-435D-AC72-E09A0826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5541">
            <a:extLst xmlns:a="http://schemas.openxmlformats.org/drawingml/2006/main">
              <a:ext uri="{FF2B5EF4-FFF2-40B4-BE49-F238E27FC236}">
                <a16:creationId xmlns:a16="http://schemas.microsoft.com/office/drawing/2014/main" id="{552BA550-A778-4D4A-940F-0CA2D989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5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5542">
            <a:extLst xmlns:a="http://schemas.openxmlformats.org/drawingml/2006/main">
              <a:ext uri="{FF2B5EF4-FFF2-40B4-BE49-F238E27FC236}">
                <a16:creationId xmlns:a16="http://schemas.microsoft.com/office/drawing/2014/main" id="{616ADC62-6B19-4C7D-A1D9-B18DAC7D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9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5543">
            <a:extLst xmlns:a="http://schemas.openxmlformats.org/drawingml/2006/main">
              <a:ext uri="{FF2B5EF4-FFF2-40B4-BE49-F238E27FC236}">
                <a16:creationId xmlns:a16="http://schemas.microsoft.com/office/drawing/2014/main" id="{690BA220-3759-40F5-8DFC-59BC947E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2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5544">
            <a:extLst xmlns:a="http://schemas.openxmlformats.org/drawingml/2006/main">
              <a:ext uri="{FF2B5EF4-FFF2-40B4-BE49-F238E27FC236}">
                <a16:creationId xmlns:a16="http://schemas.microsoft.com/office/drawing/2014/main" id="{ED154C3C-F5E5-4D18-A14E-060F6BDD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8111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5545">
            <a:extLst xmlns:a="http://schemas.openxmlformats.org/drawingml/2006/main">
              <a:ext uri="{FF2B5EF4-FFF2-40B4-BE49-F238E27FC236}">
                <a16:creationId xmlns:a16="http://schemas.microsoft.com/office/drawing/2014/main" id="{FD517B91-5345-42C9-9AE4-9D4CA60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72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5546">
            <a:extLst xmlns:a="http://schemas.openxmlformats.org/drawingml/2006/main">
              <a:ext uri="{FF2B5EF4-FFF2-40B4-BE49-F238E27FC236}">
                <a16:creationId xmlns:a16="http://schemas.microsoft.com/office/drawing/2014/main" id="{3A2C5A87-C8A7-4DEA-976E-EBFE40D8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211" y="31638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5547">
            <a:extLst xmlns:a="http://schemas.openxmlformats.org/drawingml/2006/main">
              <a:ext uri="{FF2B5EF4-FFF2-40B4-BE49-F238E27FC236}">
                <a16:creationId xmlns:a16="http://schemas.microsoft.com/office/drawing/2014/main" id="{B310BF17-5411-490F-BFB4-AE4D4BD0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8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5548">
            <a:extLst xmlns:a="http://schemas.openxmlformats.org/drawingml/2006/main">
              <a:ext uri="{FF2B5EF4-FFF2-40B4-BE49-F238E27FC236}">
                <a16:creationId xmlns:a16="http://schemas.microsoft.com/office/drawing/2014/main" id="{13185F54-2E48-40DD-A2C3-90550F1E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6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5549">
            <a:extLst xmlns:a="http://schemas.openxmlformats.org/drawingml/2006/main">
              <a:ext uri="{FF2B5EF4-FFF2-40B4-BE49-F238E27FC236}">
                <a16:creationId xmlns:a16="http://schemas.microsoft.com/office/drawing/2014/main" id="{750159DD-47D5-4C9E-871B-C1F521CD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735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5550">
            <a:extLst xmlns:a="http://schemas.openxmlformats.org/drawingml/2006/main">
              <a:ext uri="{FF2B5EF4-FFF2-40B4-BE49-F238E27FC236}">
                <a16:creationId xmlns:a16="http://schemas.microsoft.com/office/drawing/2014/main" id="{EA96D0C9-4E3D-4FE3-8EC2-6A805228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64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5551">
            <a:extLst xmlns:a="http://schemas.openxmlformats.org/drawingml/2006/main">
              <a:ext uri="{FF2B5EF4-FFF2-40B4-BE49-F238E27FC236}">
                <a16:creationId xmlns:a16="http://schemas.microsoft.com/office/drawing/2014/main" id="{49602B13-47AB-4603-AA7D-B8A00DD4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4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5552">
            <a:extLst xmlns:a="http://schemas.openxmlformats.org/drawingml/2006/main">
              <a:ext uri="{FF2B5EF4-FFF2-40B4-BE49-F238E27FC236}">
                <a16:creationId xmlns:a16="http://schemas.microsoft.com/office/drawing/2014/main" id="{8BC3918F-7C32-4127-8900-1C28E76B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9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5553">
            <a:extLst xmlns:a="http://schemas.openxmlformats.org/drawingml/2006/main">
              <a:ext uri="{FF2B5EF4-FFF2-40B4-BE49-F238E27FC236}">
                <a16:creationId xmlns:a16="http://schemas.microsoft.com/office/drawing/2014/main" id="{BE095E74-DECC-4F8B-A251-6F26AE7C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8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5554">
            <a:extLst xmlns:a="http://schemas.openxmlformats.org/drawingml/2006/main">
              <a:ext uri="{FF2B5EF4-FFF2-40B4-BE49-F238E27FC236}">
                <a16:creationId xmlns:a16="http://schemas.microsoft.com/office/drawing/2014/main" id="{EF9A737D-CF75-4C54-88C0-621B0E56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874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5555">
            <a:extLst xmlns:a="http://schemas.openxmlformats.org/drawingml/2006/main">
              <a:ext uri="{FF2B5EF4-FFF2-40B4-BE49-F238E27FC236}">
                <a16:creationId xmlns:a16="http://schemas.microsoft.com/office/drawing/2014/main" id="{69718F4B-606F-4412-BD5F-D59F5998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24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5556">
            <a:extLst xmlns:a="http://schemas.openxmlformats.org/drawingml/2006/main">
              <a:ext uri="{FF2B5EF4-FFF2-40B4-BE49-F238E27FC236}">
                <a16:creationId xmlns:a16="http://schemas.microsoft.com/office/drawing/2014/main" id="{B11B346A-A48E-4A5A-9345-34391A54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5557">
            <a:extLst xmlns:a="http://schemas.openxmlformats.org/drawingml/2006/main">
              <a:ext uri="{FF2B5EF4-FFF2-40B4-BE49-F238E27FC236}">
                <a16:creationId xmlns:a16="http://schemas.microsoft.com/office/drawing/2014/main" id="{272AA7F3-399E-4548-ADCA-F779340E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8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5558">
            <a:extLst xmlns:a="http://schemas.openxmlformats.org/drawingml/2006/main">
              <a:ext uri="{FF2B5EF4-FFF2-40B4-BE49-F238E27FC236}">
                <a16:creationId xmlns:a16="http://schemas.microsoft.com/office/drawing/2014/main" id="{A580DEDA-CDAA-4B2A-8E9E-69A00CD1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8370" y="3226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5559">
            <a:extLst xmlns:a="http://schemas.openxmlformats.org/drawingml/2006/main">
              <a:ext uri="{FF2B5EF4-FFF2-40B4-BE49-F238E27FC236}">
                <a16:creationId xmlns:a16="http://schemas.microsoft.com/office/drawing/2014/main" id="{3C0BBDC7-3950-4719-B8D9-B5D9A49E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264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5560">
            <a:extLst xmlns:a="http://schemas.openxmlformats.org/drawingml/2006/main">
              <a:ext uri="{FF2B5EF4-FFF2-40B4-BE49-F238E27FC236}">
                <a16:creationId xmlns:a16="http://schemas.microsoft.com/office/drawing/2014/main" id="{DFD93E74-4577-46D6-9363-44FEE06B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9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5561">
            <a:extLst xmlns:a="http://schemas.openxmlformats.org/drawingml/2006/main">
              <a:ext uri="{FF2B5EF4-FFF2-40B4-BE49-F238E27FC236}">
                <a16:creationId xmlns:a16="http://schemas.microsoft.com/office/drawing/2014/main" id="{3C9FFBCA-AFDA-4474-A910-2AF2F0F3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3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5562">
            <a:extLst xmlns:a="http://schemas.openxmlformats.org/drawingml/2006/main">
              <a:ext uri="{FF2B5EF4-FFF2-40B4-BE49-F238E27FC236}">
                <a16:creationId xmlns:a16="http://schemas.microsoft.com/office/drawing/2014/main" id="{F7BF3D75-D5E7-47EA-951C-E72ACD6F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8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5563">
            <a:extLst xmlns:a="http://schemas.openxmlformats.org/drawingml/2006/main">
              <a:ext uri="{FF2B5EF4-FFF2-40B4-BE49-F238E27FC236}">
                <a16:creationId xmlns:a16="http://schemas.microsoft.com/office/drawing/2014/main" id="{00ACFAF7-493F-4DAD-B15E-23880828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62" y="36067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5564">
            <a:extLst xmlns:a="http://schemas.openxmlformats.org/drawingml/2006/main">
              <a:ext uri="{FF2B5EF4-FFF2-40B4-BE49-F238E27FC236}">
                <a16:creationId xmlns:a16="http://schemas.microsoft.com/office/drawing/2014/main" id="{9A906CCB-67E8-4148-96AE-86C6CCC7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1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5565">
            <a:extLst xmlns:a="http://schemas.openxmlformats.org/drawingml/2006/main">
              <a:ext uri="{FF2B5EF4-FFF2-40B4-BE49-F238E27FC236}">
                <a16:creationId xmlns:a16="http://schemas.microsoft.com/office/drawing/2014/main" id="{A58D8166-4C65-4055-B56E-F7A7C903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02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5566">
            <a:extLst xmlns:a="http://schemas.openxmlformats.org/drawingml/2006/main">
              <a:ext uri="{FF2B5EF4-FFF2-40B4-BE49-F238E27FC236}">
                <a16:creationId xmlns:a16="http://schemas.microsoft.com/office/drawing/2014/main" id="{B4DEC030-897E-407D-A7B6-348E312F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0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5567">
            <a:extLst xmlns:a="http://schemas.openxmlformats.org/drawingml/2006/main">
              <a:ext uri="{FF2B5EF4-FFF2-40B4-BE49-F238E27FC236}">
                <a16:creationId xmlns:a16="http://schemas.microsoft.com/office/drawing/2014/main" id="{8F30C301-9459-42A0-8127-5BB86ABC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2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5568">
            <a:extLst xmlns:a="http://schemas.openxmlformats.org/drawingml/2006/main">
              <a:ext uri="{FF2B5EF4-FFF2-40B4-BE49-F238E27FC236}">
                <a16:creationId xmlns:a16="http://schemas.microsoft.com/office/drawing/2014/main" id="{D076097E-C0F2-4EFF-AD0D-734BD5EF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5569">
            <a:extLst xmlns:a="http://schemas.openxmlformats.org/drawingml/2006/main">
              <a:ext uri="{FF2B5EF4-FFF2-40B4-BE49-F238E27FC236}">
                <a16:creationId xmlns:a16="http://schemas.microsoft.com/office/drawing/2014/main" id="{E426A542-21F6-48DC-B897-2D83530D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2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5570">
            <a:extLst xmlns:a="http://schemas.openxmlformats.org/drawingml/2006/main">
              <a:ext uri="{FF2B5EF4-FFF2-40B4-BE49-F238E27FC236}">
                <a16:creationId xmlns:a16="http://schemas.microsoft.com/office/drawing/2014/main" id="{63435C75-717F-451E-AED2-8AD025AC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2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5571">
            <a:extLst xmlns:a="http://schemas.openxmlformats.org/drawingml/2006/main">
              <a:ext uri="{FF2B5EF4-FFF2-40B4-BE49-F238E27FC236}">
                <a16:creationId xmlns:a16="http://schemas.microsoft.com/office/drawing/2014/main" id="{C3F39C8F-11E2-4AF0-85C8-24D2C6AD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5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5572">
            <a:extLst xmlns:a="http://schemas.openxmlformats.org/drawingml/2006/main">
              <a:ext uri="{FF2B5EF4-FFF2-40B4-BE49-F238E27FC236}">
                <a16:creationId xmlns:a16="http://schemas.microsoft.com/office/drawing/2014/main" id="{5EF1386F-9152-4345-8F22-7F6D64CB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19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5573">
            <a:extLst xmlns:a="http://schemas.openxmlformats.org/drawingml/2006/main">
              <a:ext uri="{FF2B5EF4-FFF2-40B4-BE49-F238E27FC236}">
                <a16:creationId xmlns:a16="http://schemas.microsoft.com/office/drawing/2014/main" id="{48C20A9F-C1B8-405F-BC31-6570123C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5574">
            <a:extLst xmlns:a="http://schemas.openxmlformats.org/drawingml/2006/main">
              <a:ext uri="{FF2B5EF4-FFF2-40B4-BE49-F238E27FC236}">
                <a16:creationId xmlns:a16="http://schemas.microsoft.com/office/drawing/2014/main" id="{CFAA0358-B3AA-44E8-AAD8-9194CDB8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340" y="31405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5575">
            <a:extLst xmlns:a="http://schemas.openxmlformats.org/drawingml/2006/main">
              <a:ext uri="{FF2B5EF4-FFF2-40B4-BE49-F238E27FC236}">
                <a16:creationId xmlns:a16="http://schemas.microsoft.com/office/drawing/2014/main" id="{C265C3B5-8B3B-4587-8A5B-968C1237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94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5576">
            <a:extLst xmlns:a="http://schemas.openxmlformats.org/drawingml/2006/main">
              <a:ext uri="{FF2B5EF4-FFF2-40B4-BE49-F238E27FC236}">
                <a16:creationId xmlns:a16="http://schemas.microsoft.com/office/drawing/2014/main" id="{D152D5E0-DC0E-4620-90F8-130EAB09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6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5577">
            <a:extLst xmlns:a="http://schemas.openxmlformats.org/drawingml/2006/main">
              <a:ext uri="{FF2B5EF4-FFF2-40B4-BE49-F238E27FC236}">
                <a16:creationId xmlns:a16="http://schemas.microsoft.com/office/drawing/2014/main" id="{B5D77A60-80A4-4BC7-B11D-7767F61F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5578">
            <a:extLst xmlns:a="http://schemas.openxmlformats.org/drawingml/2006/main">
              <a:ext uri="{FF2B5EF4-FFF2-40B4-BE49-F238E27FC236}">
                <a16:creationId xmlns:a16="http://schemas.microsoft.com/office/drawing/2014/main" id="{F3D21DCC-CDE8-4854-A079-F346CDE8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01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5579">
            <a:extLst xmlns:a="http://schemas.openxmlformats.org/drawingml/2006/main">
              <a:ext uri="{FF2B5EF4-FFF2-40B4-BE49-F238E27FC236}">
                <a16:creationId xmlns:a16="http://schemas.microsoft.com/office/drawing/2014/main" id="{868EC84B-86B2-43B8-A4F8-57D256F7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7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5580">
            <a:extLst xmlns:a="http://schemas.openxmlformats.org/drawingml/2006/main">
              <a:ext uri="{FF2B5EF4-FFF2-40B4-BE49-F238E27FC236}">
                <a16:creationId xmlns:a16="http://schemas.microsoft.com/office/drawing/2014/main" id="{F8E08B6B-A520-427D-A840-21B7410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274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5581">
            <a:extLst xmlns:a="http://schemas.openxmlformats.org/drawingml/2006/main">
              <a:ext uri="{FF2B5EF4-FFF2-40B4-BE49-F238E27FC236}">
                <a16:creationId xmlns:a16="http://schemas.microsoft.com/office/drawing/2014/main" id="{104AE0DD-E235-4FC9-B45B-CD36AFC6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0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5582">
            <a:extLst xmlns:a="http://schemas.openxmlformats.org/drawingml/2006/main">
              <a:ext uri="{FF2B5EF4-FFF2-40B4-BE49-F238E27FC236}">
                <a16:creationId xmlns:a16="http://schemas.microsoft.com/office/drawing/2014/main" id="{44A3CA12-20D9-4E06-BD5A-BB7B1243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37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5583">
            <a:extLst xmlns:a="http://schemas.openxmlformats.org/drawingml/2006/main">
              <a:ext uri="{FF2B5EF4-FFF2-40B4-BE49-F238E27FC236}">
                <a16:creationId xmlns:a16="http://schemas.microsoft.com/office/drawing/2014/main" id="{E76E4250-32E1-4E8B-A037-09B6ED31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38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5584">
            <a:extLst xmlns:a="http://schemas.openxmlformats.org/drawingml/2006/main">
              <a:ext uri="{FF2B5EF4-FFF2-40B4-BE49-F238E27FC236}">
                <a16:creationId xmlns:a16="http://schemas.microsoft.com/office/drawing/2014/main" id="{56F1400F-33ED-4209-8349-1D656162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558" y="3192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5585">
            <a:extLst xmlns:a="http://schemas.openxmlformats.org/drawingml/2006/main">
              <a:ext uri="{FF2B5EF4-FFF2-40B4-BE49-F238E27FC236}">
                <a16:creationId xmlns:a16="http://schemas.microsoft.com/office/drawing/2014/main" id="{43E1996F-C683-49B9-BE48-21320191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64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5586">
            <a:extLst xmlns:a="http://schemas.openxmlformats.org/drawingml/2006/main">
              <a:ext uri="{FF2B5EF4-FFF2-40B4-BE49-F238E27FC236}">
                <a16:creationId xmlns:a16="http://schemas.microsoft.com/office/drawing/2014/main" id="{AE844F4C-BDFE-49D0-8E42-B1098788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5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5587">
            <a:extLst xmlns:a="http://schemas.openxmlformats.org/drawingml/2006/main">
              <a:ext uri="{FF2B5EF4-FFF2-40B4-BE49-F238E27FC236}">
                <a16:creationId xmlns:a16="http://schemas.microsoft.com/office/drawing/2014/main" id="{013F7BC1-A8BF-4C06-AA28-B4C6A9E6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4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5588">
            <a:extLst xmlns:a="http://schemas.openxmlformats.org/drawingml/2006/main">
              <a:ext uri="{FF2B5EF4-FFF2-40B4-BE49-F238E27FC236}">
                <a16:creationId xmlns:a16="http://schemas.microsoft.com/office/drawing/2014/main" id="{E2FD0616-326C-4210-BB81-0478CDD4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3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5589">
            <a:extLst xmlns:a="http://schemas.openxmlformats.org/drawingml/2006/main">
              <a:ext uri="{FF2B5EF4-FFF2-40B4-BE49-F238E27FC236}">
                <a16:creationId xmlns:a16="http://schemas.microsoft.com/office/drawing/2014/main" id="{F808A393-F094-4E1B-9473-C8A8416F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305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5590">
            <a:extLst xmlns:a="http://schemas.openxmlformats.org/drawingml/2006/main">
              <a:ext uri="{FF2B5EF4-FFF2-40B4-BE49-F238E27FC236}">
                <a16:creationId xmlns:a16="http://schemas.microsoft.com/office/drawing/2014/main" id="{A01D3ABE-79E8-46B1-9C15-F97A58D1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8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5591">
            <a:extLst xmlns:a="http://schemas.openxmlformats.org/drawingml/2006/main">
              <a:ext uri="{FF2B5EF4-FFF2-40B4-BE49-F238E27FC236}">
                <a16:creationId xmlns:a16="http://schemas.microsoft.com/office/drawing/2014/main" id="{D9FB39E1-7D8C-4DFE-A28D-756A81B7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6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5592">
            <a:extLst xmlns:a="http://schemas.openxmlformats.org/drawingml/2006/main">
              <a:ext uri="{FF2B5EF4-FFF2-40B4-BE49-F238E27FC236}">
                <a16:creationId xmlns:a16="http://schemas.microsoft.com/office/drawing/2014/main" id="{D1992541-C6CA-4CE7-9DEF-D1D7F0F6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92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5593">
            <a:extLst xmlns:a="http://schemas.openxmlformats.org/drawingml/2006/main">
              <a:ext uri="{FF2B5EF4-FFF2-40B4-BE49-F238E27FC236}">
                <a16:creationId xmlns:a16="http://schemas.microsoft.com/office/drawing/2014/main" id="{39FD5556-D038-4F83-BC2C-08819774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5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5594">
            <a:extLst xmlns:a="http://schemas.openxmlformats.org/drawingml/2006/main">
              <a:ext uri="{FF2B5EF4-FFF2-40B4-BE49-F238E27FC236}">
                <a16:creationId xmlns:a16="http://schemas.microsoft.com/office/drawing/2014/main" id="{30D711C5-43CA-404C-A1BB-B9B9B59E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1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5595">
            <a:extLst xmlns:a="http://schemas.openxmlformats.org/drawingml/2006/main">
              <a:ext uri="{FF2B5EF4-FFF2-40B4-BE49-F238E27FC236}">
                <a16:creationId xmlns:a16="http://schemas.microsoft.com/office/drawing/2014/main" id="{4F74D8EF-8268-4BD3-B8A9-C47689B8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5596">
            <a:extLst xmlns:a="http://schemas.openxmlformats.org/drawingml/2006/main">
              <a:ext uri="{FF2B5EF4-FFF2-40B4-BE49-F238E27FC236}">
                <a16:creationId xmlns:a16="http://schemas.microsoft.com/office/drawing/2014/main" id="{82B5E419-F854-4404-B82C-6F7C8EDB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47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5597">
            <a:extLst xmlns:a="http://schemas.openxmlformats.org/drawingml/2006/main">
              <a:ext uri="{FF2B5EF4-FFF2-40B4-BE49-F238E27FC236}">
                <a16:creationId xmlns:a16="http://schemas.microsoft.com/office/drawing/2014/main" id="{D8A7D240-F91F-49AA-AFE2-02C7C97C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93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5598">
            <a:extLst xmlns:a="http://schemas.openxmlformats.org/drawingml/2006/main">
              <a:ext uri="{FF2B5EF4-FFF2-40B4-BE49-F238E27FC236}">
                <a16:creationId xmlns:a16="http://schemas.microsoft.com/office/drawing/2014/main" id="{22280F1B-CEAF-4968-9439-8D1022DF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22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5599">
            <a:extLst xmlns:a="http://schemas.openxmlformats.org/drawingml/2006/main">
              <a:ext uri="{FF2B5EF4-FFF2-40B4-BE49-F238E27FC236}">
                <a16:creationId xmlns:a16="http://schemas.microsoft.com/office/drawing/2014/main" id="{EC2161EE-A41B-430E-B409-5AC58D02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9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5600">
            <a:extLst xmlns:a="http://schemas.openxmlformats.org/drawingml/2006/main">
              <a:ext uri="{FF2B5EF4-FFF2-40B4-BE49-F238E27FC236}">
                <a16:creationId xmlns:a16="http://schemas.microsoft.com/office/drawing/2014/main" id="{8A6F5474-AA61-4AAE-AB59-AC7C391D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96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5601">
            <a:extLst xmlns:a="http://schemas.openxmlformats.org/drawingml/2006/main">
              <a:ext uri="{FF2B5EF4-FFF2-40B4-BE49-F238E27FC236}">
                <a16:creationId xmlns:a16="http://schemas.microsoft.com/office/drawing/2014/main" id="{828E9DEC-67D0-47F0-9AE4-A278C92F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17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5602">
            <a:extLst xmlns:a="http://schemas.openxmlformats.org/drawingml/2006/main">
              <a:ext uri="{FF2B5EF4-FFF2-40B4-BE49-F238E27FC236}">
                <a16:creationId xmlns:a16="http://schemas.microsoft.com/office/drawing/2014/main" id="{B5239A1E-6FDB-419E-8076-F698B80B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0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5603">
            <a:extLst xmlns:a="http://schemas.openxmlformats.org/drawingml/2006/main">
              <a:ext uri="{FF2B5EF4-FFF2-40B4-BE49-F238E27FC236}">
                <a16:creationId xmlns:a16="http://schemas.microsoft.com/office/drawing/2014/main" id="{17AA5786-46A2-4946-B215-80130EBB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3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5604">
            <a:extLst xmlns:a="http://schemas.openxmlformats.org/drawingml/2006/main">
              <a:ext uri="{FF2B5EF4-FFF2-40B4-BE49-F238E27FC236}">
                <a16:creationId xmlns:a16="http://schemas.microsoft.com/office/drawing/2014/main" id="{740C953A-AC5B-4C25-8E59-AC3D54E5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67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5605">
            <a:extLst xmlns:a="http://schemas.openxmlformats.org/drawingml/2006/main">
              <a:ext uri="{FF2B5EF4-FFF2-40B4-BE49-F238E27FC236}">
                <a16:creationId xmlns:a16="http://schemas.microsoft.com/office/drawing/2014/main" id="{284D359A-170F-4029-93B4-AF381A89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22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5606">
            <a:extLst xmlns:a="http://schemas.openxmlformats.org/drawingml/2006/main">
              <a:ext uri="{FF2B5EF4-FFF2-40B4-BE49-F238E27FC236}">
                <a16:creationId xmlns:a16="http://schemas.microsoft.com/office/drawing/2014/main" id="{79B5FC0E-5CED-4F95-AF16-885475D2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5607">
            <a:extLst xmlns:a="http://schemas.openxmlformats.org/drawingml/2006/main">
              <a:ext uri="{FF2B5EF4-FFF2-40B4-BE49-F238E27FC236}">
                <a16:creationId xmlns:a16="http://schemas.microsoft.com/office/drawing/2014/main" id="{458CAD1C-5138-4F4B-829B-FCC22558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89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5608">
            <a:extLst xmlns:a="http://schemas.openxmlformats.org/drawingml/2006/main">
              <a:ext uri="{FF2B5EF4-FFF2-40B4-BE49-F238E27FC236}">
                <a16:creationId xmlns:a16="http://schemas.microsoft.com/office/drawing/2014/main" id="{A90DF60C-43CF-41F5-A6DC-C6811E9E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7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5609">
            <a:extLst xmlns:a="http://schemas.openxmlformats.org/drawingml/2006/main">
              <a:ext uri="{FF2B5EF4-FFF2-40B4-BE49-F238E27FC236}">
                <a16:creationId xmlns:a16="http://schemas.microsoft.com/office/drawing/2014/main" id="{D6CACBC2-6145-4A91-B4A9-340A1E2C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5610">
            <a:extLst xmlns:a="http://schemas.openxmlformats.org/drawingml/2006/main">
              <a:ext uri="{FF2B5EF4-FFF2-40B4-BE49-F238E27FC236}">
                <a16:creationId xmlns:a16="http://schemas.microsoft.com/office/drawing/2014/main" id="{0167133E-D673-4E80-8EE2-FEEDA66F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70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5611">
            <a:extLst xmlns:a="http://schemas.openxmlformats.org/drawingml/2006/main">
              <a:ext uri="{FF2B5EF4-FFF2-40B4-BE49-F238E27FC236}">
                <a16:creationId xmlns:a16="http://schemas.microsoft.com/office/drawing/2014/main" id="{056D51C3-D0FD-4587-B08D-653EE422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8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5612">
            <a:extLst xmlns:a="http://schemas.openxmlformats.org/drawingml/2006/main">
              <a:ext uri="{FF2B5EF4-FFF2-40B4-BE49-F238E27FC236}">
                <a16:creationId xmlns:a16="http://schemas.microsoft.com/office/drawing/2014/main" id="{C2EB76B6-D005-43C2-A2AF-E78C742A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7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5613">
            <a:extLst xmlns:a="http://schemas.openxmlformats.org/drawingml/2006/main">
              <a:ext uri="{FF2B5EF4-FFF2-40B4-BE49-F238E27FC236}">
                <a16:creationId xmlns:a16="http://schemas.microsoft.com/office/drawing/2014/main" id="{E14CF4A2-F394-4C03-ABAC-BB51DF72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5614">
            <a:extLst xmlns:a="http://schemas.openxmlformats.org/drawingml/2006/main">
              <a:ext uri="{FF2B5EF4-FFF2-40B4-BE49-F238E27FC236}">
                <a16:creationId xmlns:a16="http://schemas.microsoft.com/office/drawing/2014/main" id="{BAD00787-2D47-4208-83B1-81C6AC4D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7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5615">
            <a:extLst xmlns:a="http://schemas.openxmlformats.org/drawingml/2006/main">
              <a:ext uri="{FF2B5EF4-FFF2-40B4-BE49-F238E27FC236}">
                <a16:creationId xmlns:a16="http://schemas.microsoft.com/office/drawing/2014/main" id="{CC936057-A516-41AA-9025-AC253A70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0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5616">
            <a:extLst xmlns:a="http://schemas.openxmlformats.org/drawingml/2006/main">
              <a:ext uri="{FF2B5EF4-FFF2-40B4-BE49-F238E27FC236}">
                <a16:creationId xmlns:a16="http://schemas.microsoft.com/office/drawing/2014/main" id="{7364DAF9-A633-4617-9F1B-D4651C9B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43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5617">
            <a:extLst xmlns:a="http://schemas.openxmlformats.org/drawingml/2006/main">
              <a:ext uri="{FF2B5EF4-FFF2-40B4-BE49-F238E27FC236}">
                <a16:creationId xmlns:a16="http://schemas.microsoft.com/office/drawing/2014/main" id="{2871B599-61E7-4CE4-9BF5-54599598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2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5618">
            <a:extLst xmlns:a="http://schemas.openxmlformats.org/drawingml/2006/main">
              <a:ext uri="{FF2B5EF4-FFF2-40B4-BE49-F238E27FC236}">
                <a16:creationId xmlns:a16="http://schemas.microsoft.com/office/drawing/2014/main" id="{76321E5C-8307-4138-98C5-4F9F06A2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244" y="33470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5619">
            <a:extLst xmlns:a="http://schemas.openxmlformats.org/drawingml/2006/main">
              <a:ext uri="{FF2B5EF4-FFF2-40B4-BE49-F238E27FC236}">
                <a16:creationId xmlns:a16="http://schemas.microsoft.com/office/drawing/2014/main" id="{D1F66E67-C618-4C24-B6CD-6EC791EC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44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5620">
            <a:extLst xmlns:a="http://schemas.openxmlformats.org/drawingml/2006/main">
              <a:ext uri="{FF2B5EF4-FFF2-40B4-BE49-F238E27FC236}">
                <a16:creationId xmlns:a16="http://schemas.microsoft.com/office/drawing/2014/main" id="{69DA2909-1E79-4CD1-BA5E-B6215709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19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5621">
            <a:extLst xmlns:a="http://schemas.openxmlformats.org/drawingml/2006/main">
              <a:ext uri="{FF2B5EF4-FFF2-40B4-BE49-F238E27FC236}">
                <a16:creationId xmlns:a16="http://schemas.microsoft.com/office/drawing/2014/main" id="{D35F2BC7-8406-46A7-80DD-A6507689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4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5622">
            <a:extLst xmlns:a="http://schemas.openxmlformats.org/drawingml/2006/main">
              <a:ext uri="{FF2B5EF4-FFF2-40B4-BE49-F238E27FC236}">
                <a16:creationId xmlns:a16="http://schemas.microsoft.com/office/drawing/2014/main" id="{5DBB7D17-B4A8-4EA4-B77A-ADF62093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7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5623">
            <a:extLst xmlns:a="http://schemas.openxmlformats.org/drawingml/2006/main">
              <a:ext uri="{FF2B5EF4-FFF2-40B4-BE49-F238E27FC236}">
                <a16:creationId xmlns:a16="http://schemas.microsoft.com/office/drawing/2014/main" id="{6BE49FE4-BA63-4676-A333-CFA92E81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54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5624">
            <a:extLst xmlns:a="http://schemas.openxmlformats.org/drawingml/2006/main">
              <a:ext uri="{FF2B5EF4-FFF2-40B4-BE49-F238E27FC236}">
                <a16:creationId xmlns:a16="http://schemas.microsoft.com/office/drawing/2014/main" id="{82A33568-B06B-461F-819F-729C05E4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93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5625">
            <a:extLst xmlns:a="http://schemas.openxmlformats.org/drawingml/2006/main">
              <a:ext uri="{FF2B5EF4-FFF2-40B4-BE49-F238E27FC236}">
                <a16:creationId xmlns:a16="http://schemas.microsoft.com/office/drawing/2014/main" id="{46B8F339-D4CC-46E4-B6F9-E8A2D76B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5626">
            <a:extLst xmlns:a="http://schemas.openxmlformats.org/drawingml/2006/main">
              <a:ext uri="{FF2B5EF4-FFF2-40B4-BE49-F238E27FC236}">
                <a16:creationId xmlns:a16="http://schemas.microsoft.com/office/drawing/2014/main" id="{F82952FD-18B0-4D33-AE36-57E1F2BA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6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5627">
            <a:extLst xmlns:a="http://schemas.openxmlformats.org/drawingml/2006/main">
              <a:ext uri="{FF2B5EF4-FFF2-40B4-BE49-F238E27FC236}">
                <a16:creationId xmlns:a16="http://schemas.microsoft.com/office/drawing/2014/main" id="{767724C1-7A3D-4770-8F5D-033DD39C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03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5628">
            <a:extLst xmlns:a="http://schemas.openxmlformats.org/drawingml/2006/main">
              <a:ext uri="{FF2B5EF4-FFF2-40B4-BE49-F238E27FC236}">
                <a16:creationId xmlns:a16="http://schemas.microsoft.com/office/drawing/2014/main" id="{E04F3ECE-3949-41E7-B711-51DE6ECA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68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5629">
            <a:extLst xmlns:a="http://schemas.openxmlformats.org/drawingml/2006/main">
              <a:ext uri="{FF2B5EF4-FFF2-40B4-BE49-F238E27FC236}">
                <a16:creationId xmlns:a16="http://schemas.microsoft.com/office/drawing/2014/main" id="{553C5383-59B9-403E-95D4-CF8CAF3B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4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5630">
            <a:extLst xmlns:a="http://schemas.openxmlformats.org/drawingml/2006/main">
              <a:ext uri="{FF2B5EF4-FFF2-40B4-BE49-F238E27FC236}">
                <a16:creationId xmlns:a16="http://schemas.microsoft.com/office/drawing/2014/main" id="{745257D6-DD9E-416B-8B49-79860CB6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7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5631">
            <a:extLst xmlns:a="http://schemas.openxmlformats.org/drawingml/2006/main">
              <a:ext uri="{FF2B5EF4-FFF2-40B4-BE49-F238E27FC236}">
                <a16:creationId xmlns:a16="http://schemas.microsoft.com/office/drawing/2014/main" id="{86E64872-A0E5-4004-B22D-9B2F0530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40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5632">
            <a:extLst xmlns:a="http://schemas.openxmlformats.org/drawingml/2006/main">
              <a:ext uri="{FF2B5EF4-FFF2-40B4-BE49-F238E27FC236}">
                <a16:creationId xmlns:a16="http://schemas.microsoft.com/office/drawing/2014/main" id="{0FFCDEFD-C484-469C-9290-B73FD5DD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5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5633">
            <a:extLst xmlns:a="http://schemas.openxmlformats.org/drawingml/2006/main">
              <a:ext uri="{FF2B5EF4-FFF2-40B4-BE49-F238E27FC236}">
                <a16:creationId xmlns:a16="http://schemas.microsoft.com/office/drawing/2014/main" id="{AD7ABAA8-83F4-4649-9B25-488D4D5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6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5634">
            <a:extLst xmlns:a="http://schemas.openxmlformats.org/drawingml/2006/main">
              <a:ext uri="{FF2B5EF4-FFF2-40B4-BE49-F238E27FC236}">
                <a16:creationId xmlns:a16="http://schemas.microsoft.com/office/drawing/2014/main" id="{C311630F-973F-45DB-B2FC-46AFF402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758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5635">
            <a:extLst xmlns:a="http://schemas.openxmlformats.org/drawingml/2006/main">
              <a:ext uri="{FF2B5EF4-FFF2-40B4-BE49-F238E27FC236}">
                <a16:creationId xmlns:a16="http://schemas.microsoft.com/office/drawing/2014/main" id="{38F7175F-74CD-4928-AF9C-FFADF209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3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5636">
            <a:extLst xmlns:a="http://schemas.openxmlformats.org/drawingml/2006/main">
              <a:ext uri="{FF2B5EF4-FFF2-40B4-BE49-F238E27FC236}">
                <a16:creationId xmlns:a16="http://schemas.microsoft.com/office/drawing/2014/main" id="{FB1E090A-6991-495E-A1D0-8567E9C0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16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5637">
            <a:extLst xmlns:a="http://schemas.openxmlformats.org/drawingml/2006/main">
              <a:ext uri="{FF2B5EF4-FFF2-40B4-BE49-F238E27FC236}">
                <a16:creationId xmlns:a16="http://schemas.microsoft.com/office/drawing/2014/main" id="{D4605996-6C4B-4731-A904-6F7AC547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3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5638">
            <a:extLst xmlns:a="http://schemas.openxmlformats.org/drawingml/2006/main">
              <a:ext uri="{FF2B5EF4-FFF2-40B4-BE49-F238E27FC236}">
                <a16:creationId xmlns:a16="http://schemas.microsoft.com/office/drawing/2014/main" id="{5A8ED579-415B-4A24-824B-2FEACCEF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68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5639">
            <a:extLst xmlns:a="http://schemas.openxmlformats.org/drawingml/2006/main">
              <a:ext uri="{FF2B5EF4-FFF2-40B4-BE49-F238E27FC236}">
                <a16:creationId xmlns:a16="http://schemas.microsoft.com/office/drawing/2014/main" id="{8C9627F8-F7C5-463C-8ADF-4E482A22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5640">
            <a:extLst xmlns:a="http://schemas.openxmlformats.org/drawingml/2006/main">
              <a:ext uri="{FF2B5EF4-FFF2-40B4-BE49-F238E27FC236}">
                <a16:creationId xmlns:a16="http://schemas.microsoft.com/office/drawing/2014/main" id="{A4BCA690-FD16-4FCE-8379-A9F9D829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448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5641">
            <a:extLst xmlns:a="http://schemas.openxmlformats.org/drawingml/2006/main">
              <a:ext uri="{FF2B5EF4-FFF2-40B4-BE49-F238E27FC236}">
                <a16:creationId xmlns:a16="http://schemas.microsoft.com/office/drawing/2014/main" id="{FAFC9D3D-6D4E-46B5-8B33-68011636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0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5642">
            <a:extLst xmlns:a="http://schemas.openxmlformats.org/drawingml/2006/main">
              <a:ext uri="{FF2B5EF4-FFF2-40B4-BE49-F238E27FC236}">
                <a16:creationId xmlns:a16="http://schemas.microsoft.com/office/drawing/2014/main" id="{8E27B616-BBAC-4C2A-B2E9-4026D68A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5643">
            <a:extLst xmlns:a="http://schemas.openxmlformats.org/drawingml/2006/main">
              <a:ext uri="{FF2B5EF4-FFF2-40B4-BE49-F238E27FC236}">
                <a16:creationId xmlns:a16="http://schemas.microsoft.com/office/drawing/2014/main" id="{C251550E-7827-42A0-B86B-257D74E9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82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5644">
            <a:extLst xmlns:a="http://schemas.openxmlformats.org/drawingml/2006/main">
              <a:ext uri="{FF2B5EF4-FFF2-40B4-BE49-F238E27FC236}">
                <a16:creationId xmlns:a16="http://schemas.microsoft.com/office/drawing/2014/main" id="{0AA906F1-43D5-478D-A69D-B98A6F05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192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5645">
            <a:extLst xmlns:a="http://schemas.openxmlformats.org/drawingml/2006/main">
              <a:ext uri="{FF2B5EF4-FFF2-40B4-BE49-F238E27FC236}">
                <a16:creationId xmlns:a16="http://schemas.microsoft.com/office/drawing/2014/main" id="{FBDFD88F-3D74-4112-90AB-644EE9E3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50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5646">
            <a:extLst xmlns:a="http://schemas.openxmlformats.org/drawingml/2006/main">
              <a:ext uri="{FF2B5EF4-FFF2-40B4-BE49-F238E27FC236}">
                <a16:creationId xmlns:a16="http://schemas.microsoft.com/office/drawing/2014/main" id="{AA566FC5-7D48-4109-A43A-D3713E24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379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5647">
            <a:extLst xmlns:a="http://schemas.openxmlformats.org/drawingml/2006/main">
              <a:ext uri="{FF2B5EF4-FFF2-40B4-BE49-F238E27FC236}">
                <a16:creationId xmlns:a16="http://schemas.microsoft.com/office/drawing/2014/main" id="{3473D8BA-C545-4BF5-B907-2590DE01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29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5648">
            <a:extLst xmlns:a="http://schemas.openxmlformats.org/drawingml/2006/main">
              <a:ext uri="{FF2B5EF4-FFF2-40B4-BE49-F238E27FC236}">
                <a16:creationId xmlns:a16="http://schemas.microsoft.com/office/drawing/2014/main" id="{E400F850-5E77-4FA7-BFB9-7F85E574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281" y="27035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5649">
            <a:extLst xmlns:a="http://schemas.openxmlformats.org/drawingml/2006/main">
              <a:ext uri="{FF2B5EF4-FFF2-40B4-BE49-F238E27FC236}">
                <a16:creationId xmlns:a16="http://schemas.microsoft.com/office/drawing/2014/main" id="{49B99B8B-5A2B-448B-AE00-6B18B0C7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6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5650">
            <a:extLst xmlns:a="http://schemas.openxmlformats.org/drawingml/2006/main">
              <a:ext uri="{FF2B5EF4-FFF2-40B4-BE49-F238E27FC236}">
                <a16:creationId xmlns:a16="http://schemas.microsoft.com/office/drawing/2014/main" id="{E59FCC02-0B18-4B5D-825E-8ABAAEE9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0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5651">
            <a:extLst xmlns:a="http://schemas.openxmlformats.org/drawingml/2006/main">
              <a:ext uri="{FF2B5EF4-FFF2-40B4-BE49-F238E27FC236}">
                <a16:creationId xmlns:a16="http://schemas.microsoft.com/office/drawing/2014/main" id="{5FECCF4D-516E-49C4-8008-8EDD2608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236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5652">
            <a:extLst xmlns:a="http://schemas.openxmlformats.org/drawingml/2006/main">
              <a:ext uri="{FF2B5EF4-FFF2-40B4-BE49-F238E27FC236}">
                <a16:creationId xmlns:a16="http://schemas.microsoft.com/office/drawing/2014/main" id="{8830CE5C-B0D3-4F3F-830E-0B5AA2E6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1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5653">
            <a:extLst xmlns:a="http://schemas.openxmlformats.org/drawingml/2006/main">
              <a:ext uri="{FF2B5EF4-FFF2-40B4-BE49-F238E27FC236}">
                <a16:creationId xmlns:a16="http://schemas.microsoft.com/office/drawing/2014/main" id="{B9BA131A-28A2-4FFA-A113-F61B72D6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9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5654">
            <a:extLst xmlns:a="http://schemas.openxmlformats.org/drawingml/2006/main">
              <a:ext uri="{FF2B5EF4-FFF2-40B4-BE49-F238E27FC236}">
                <a16:creationId xmlns:a16="http://schemas.microsoft.com/office/drawing/2014/main" id="{DAF65557-E23D-43C6-943D-4E15D55E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18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5655">
            <a:extLst xmlns:a="http://schemas.openxmlformats.org/drawingml/2006/main">
              <a:ext uri="{FF2B5EF4-FFF2-40B4-BE49-F238E27FC236}">
                <a16:creationId xmlns:a16="http://schemas.microsoft.com/office/drawing/2014/main" id="{4E495F74-243E-4D4E-9880-36012DE8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5656">
            <a:extLst xmlns:a="http://schemas.openxmlformats.org/drawingml/2006/main">
              <a:ext uri="{FF2B5EF4-FFF2-40B4-BE49-F238E27FC236}">
                <a16:creationId xmlns:a16="http://schemas.microsoft.com/office/drawing/2014/main" id="{8B61F762-CA1D-416D-97A3-95B8AACD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5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5657">
            <a:extLst xmlns:a="http://schemas.openxmlformats.org/drawingml/2006/main">
              <a:ext uri="{FF2B5EF4-FFF2-40B4-BE49-F238E27FC236}">
                <a16:creationId xmlns:a16="http://schemas.microsoft.com/office/drawing/2014/main" id="{5378743F-FFB3-46F1-B9E8-8B72F1A3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2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5658">
            <a:extLst xmlns:a="http://schemas.openxmlformats.org/drawingml/2006/main">
              <a:ext uri="{FF2B5EF4-FFF2-40B4-BE49-F238E27FC236}">
                <a16:creationId xmlns:a16="http://schemas.microsoft.com/office/drawing/2014/main" id="{B18A616E-F583-4DB2-80BD-497B8E89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573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5659">
            <a:extLst xmlns:a="http://schemas.openxmlformats.org/drawingml/2006/main">
              <a:ext uri="{FF2B5EF4-FFF2-40B4-BE49-F238E27FC236}">
                <a16:creationId xmlns:a16="http://schemas.microsoft.com/office/drawing/2014/main" id="{6686152A-0D3A-4048-95A1-1E3E404E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428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5660">
            <a:extLst xmlns:a="http://schemas.openxmlformats.org/drawingml/2006/main">
              <a:ext uri="{FF2B5EF4-FFF2-40B4-BE49-F238E27FC236}">
                <a16:creationId xmlns:a16="http://schemas.microsoft.com/office/drawing/2014/main" id="{4293EC9A-7403-4680-B9F4-96DBD646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8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5661">
            <a:extLst xmlns:a="http://schemas.openxmlformats.org/drawingml/2006/main">
              <a:ext uri="{FF2B5EF4-FFF2-40B4-BE49-F238E27FC236}">
                <a16:creationId xmlns:a16="http://schemas.microsoft.com/office/drawing/2014/main" id="{3A52C0D2-845D-4C85-BCCD-9937A261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24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5662">
            <a:extLst xmlns:a="http://schemas.openxmlformats.org/drawingml/2006/main">
              <a:ext uri="{FF2B5EF4-FFF2-40B4-BE49-F238E27FC236}">
                <a16:creationId xmlns:a16="http://schemas.microsoft.com/office/drawing/2014/main" id="{DA0C22BE-C10E-46F3-8AB5-DCA0FC7B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477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5663">
            <a:extLst xmlns:a="http://schemas.openxmlformats.org/drawingml/2006/main">
              <a:ext uri="{FF2B5EF4-FFF2-40B4-BE49-F238E27FC236}">
                <a16:creationId xmlns:a16="http://schemas.microsoft.com/office/drawing/2014/main" id="{8C26D394-95D1-46A8-957C-FB28B999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233" y="27453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5664">
            <a:extLst xmlns:a="http://schemas.openxmlformats.org/drawingml/2006/main">
              <a:ext uri="{FF2B5EF4-FFF2-40B4-BE49-F238E27FC236}">
                <a16:creationId xmlns:a16="http://schemas.microsoft.com/office/drawing/2014/main" id="{8A61F7FC-CBF1-4FC7-B114-039DA211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8061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5665">
            <a:extLst xmlns:a="http://schemas.openxmlformats.org/drawingml/2006/main">
              <a:ext uri="{FF2B5EF4-FFF2-40B4-BE49-F238E27FC236}">
                <a16:creationId xmlns:a16="http://schemas.microsoft.com/office/drawing/2014/main" id="{119A16D4-F2F1-4C25-B7CA-E5D9B4C6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13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5666">
            <a:extLst xmlns:a="http://schemas.openxmlformats.org/drawingml/2006/main">
              <a:ext uri="{FF2B5EF4-FFF2-40B4-BE49-F238E27FC236}">
                <a16:creationId xmlns:a16="http://schemas.microsoft.com/office/drawing/2014/main" id="{E55092AA-5DD2-40AC-BBFD-1F62F055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40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5667">
            <a:extLst xmlns:a="http://schemas.openxmlformats.org/drawingml/2006/main">
              <a:ext uri="{FF2B5EF4-FFF2-40B4-BE49-F238E27FC236}">
                <a16:creationId xmlns:a16="http://schemas.microsoft.com/office/drawing/2014/main" id="{AA09E151-EC0C-4B01-8E3C-CFF26410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0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5668">
            <a:extLst xmlns:a="http://schemas.openxmlformats.org/drawingml/2006/main">
              <a:ext uri="{FF2B5EF4-FFF2-40B4-BE49-F238E27FC236}">
                <a16:creationId xmlns:a16="http://schemas.microsoft.com/office/drawing/2014/main" id="{89EDB8A2-8C5D-4931-AB76-6E01B324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805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5669">
            <a:extLst xmlns:a="http://schemas.openxmlformats.org/drawingml/2006/main">
              <a:ext uri="{FF2B5EF4-FFF2-40B4-BE49-F238E27FC236}">
                <a16:creationId xmlns:a16="http://schemas.microsoft.com/office/drawing/2014/main" id="{EA085469-3A2D-4EFE-AC4C-913D486C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08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5670">
            <a:extLst xmlns:a="http://schemas.openxmlformats.org/drawingml/2006/main">
              <a:ext uri="{FF2B5EF4-FFF2-40B4-BE49-F238E27FC236}">
                <a16:creationId xmlns:a16="http://schemas.microsoft.com/office/drawing/2014/main" id="{B244A4F9-FAC9-4462-A968-90C0D28C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55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5671">
            <a:extLst xmlns:a="http://schemas.openxmlformats.org/drawingml/2006/main">
              <a:ext uri="{FF2B5EF4-FFF2-40B4-BE49-F238E27FC236}">
                <a16:creationId xmlns:a16="http://schemas.microsoft.com/office/drawing/2014/main" id="{CB1326D2-C7E7-4423-88EB-AC9E0AEA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54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5672">
            <a:extLst xmlns:a="http://schemas.openxmlformats.org/drawingml/2006/main">
              <a:ext uri="{FF2B5EF4-FFF2-40B4-BE49-F238E27FC236}">
                <a16:creationId xmlns:a16="http://schemas.microsoft.com/office/drawing/2014/main" id="{59BBB6C3-A30E-48BA-A4E0-36E0972D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763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5673">
            <a:extLst xmlns:a="http://schemas.openxmlformats.org/drawingml/2006/main">
              <a:ext uri="{FF2B5EF4-FFF2-40B4-BE49-F238E27FC236}">
                <a16:creationId xmlns:a16="http://schemas.microsoft.com/office/drawing/2014/main" id="{9565E914-055C-4786-A0B0-167EAA1B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60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5674">
            <a:extLst xmlns:a="http://schemas.openxmlformats.org/drawingml/2006/main">
              <a:ext uri="{FF2B5EF4-FFF2-40B4-BE49-F238E27FC236}">
                <a16:creationId xmlns:a16="http://schemas.microsoft.com/office/drawing/2014/main" id="{482DA1B9-7B8A-4949-A428-F3255C87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16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5675">
            <a:extLst xmlns:a="http://schemas.openxmlformats.org/drawingml/2006/main">
              <a:ext uri="{FF2B5EF4-FFF2-40B4-BE49-F238E27FC236}">
                <a16:creationId xmlns:a16="http://schemas.microsoft.com/office/drawing/2014/main" id="{8240AE67-A1A6-48C2-9118-F76767C5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13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5676">
            <a:extLst xmlns:a="http://schemas.openxmlformats.org/drawingml/2006/main">
              <a:ext uri="{FF2B5EF4-FFF2-40B4-BE49-F238E27FC236}">
                <a16:creationId xmlns:a16="http://schemas.microsoft.com/office/drawing/2014/main" id="{58A4DB31-6617-4E61-AA84-386422A0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2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5677">
            <a:extLst xmlns:a="http://schemas.openxmlformats.org/drawingml/2006/main">
              <a:ext uri="{FF2B5EF4-FFF2-40B4-BE49-F238E27FC236}">
                <a16:creationId xmlns:a16="http://schemas.microsoft.com/office/drawing/2014/main" id="{3FEA91A2-C5A3-45E5-AF6A-80B8F229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5678">
            <a:extLst xmlns:a="http://schemas.openxmlformats.org/drawingml/2006/main">
              <a:ext uri="{FF2B5EF4-FFF2-40B4-BE49-F238E27FC236}">
                <a16:creationId xmlns:a16="http://schemas.microsoft.com/office/drawing/2014/main" id="{D06AD7A7-95E8-4896-ABE5-3DB3CAF2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0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5679">
            <a:extLst xmlns:a="http://schemas.openxmlformats.org/drawingml/2006/main">
              <a:ext uri="{FF2B5EF4-FFF2-40B4-BE49-F238E27FC236}">
                <a16:creationId xmlns:a16="http://schemas.microsoft.com/office/drawing/2014/main" id="{42BE2190-2F98-4494-ACAB-45758D9D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513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5680">
            <a:extLst xmlns:a="http://schemas.openxmlformats.org/drawingml/2006/main">
              <a:ext uri="{FF2B5EF4-FFF2-40B4-BE49-F238E27FC236}">
                <a16:creationId xmlns:a16="http://schemas.microsoft.com/office/drawing/2014/main" id="{E80A14BA-A504-4557-AD76-E67674E4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06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5681">
            <a:extLst xmlns:a="http://schemas.openxmlformats.org/drawingml/2006/main">
              <a:ext uri="{FF2B5EF4-FFF2-40B4-BE49-F238E27FC236}">
                <a16:creationId xmlns:a16="http://schemas.microsoft.com/office/drawing/2014/main" id="{2DB31D09-F2B0-45CC-87E7-3ECB7A56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83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5682">
            <a:extLst xmlns:a="http://schemas.openxmlformats.org/drawingml/2006/main">
              <a:ext uri="{FF2B5EF4-FFF2-40B4-BE49-F238E27FC236}">
                <a16:creationId xmlns:a16="http://schemas.microsoft.com/office/drawing/2014/main" id="{0C1662BE-7D67-43D7-8029-85CE88C6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15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5683">
            <a:extLst xmlns:a="http://schemas.openxmlformats.org/drawingml/2006/main">
              <a:ext uri="{FF2B5EF4-FFF2-40B4-BE49-F238E27FC236}">
                <a16:creationId xmlns:a16="http://schemas.microsoft.com/office/drawing/2014/main" id="{FE76F100-14EB-4313-BB38-082F8640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5684">
            <a:extLst xmlns:a="http://schemas.openxmlformats.org/drawingml/2006/main">
              <a:ext uri="{FF2B5EF4-FFF2-40B4-BE49-F238E27FC236}">
                <a16:creationId xmlns:a16="http://schemas.microsoft.com/office/drawing/2014/main" id="{48CD4A3B-5CFB-4246-8EE1-AA2B27E4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0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5685">
            <a:extLst xmlns:a="http://schemas.openxmlformats.org/drawingml/2006/main">
              <a:ext uri="{FF2B5EF4-FFF2-40B4-BE49-F238E27FC236}">
                <a16:creationId xmlns:a16="http://schemas.microsoft.com/office/drawing/2014/main" id="{C9783503-F856-4AC8-ABE0-B6EDF058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0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5686">
            <a:extLst xmlns:a="http://schemas.openxmlformats.org/drawingml/2006/main">
              <a:ext uri="{FF2B5EF4-FFF2-40B4-BE49-F238E27FC236}">
                <a16:creationId xmlns:a16="http://schemas.microsoft.com/office/drawing/2014/main" id="{899A4051-F525-4784-A47D-080FD2B8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7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5687">
            <a:extLst xmlns:a="http://schemas.openxmlformats.org/drawingml/2006/main">
              <a:ext uri="{FF2B5EF4-FFF2-40B4-BE49-F238E27FC236}">
                <a16:creationId xmlns:a16="http://schemas.microsoft.com/office/drawing/2014/main" id="{9C550F8E-75D5-4E0A-86C0-78D4A258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9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5688">
            <a:extLst xmlns:a="http://schemas.openxmlformats.org/drawingml/2006/main">
              <a:ext uri="{FF2B5EF4-FFF2-40B4-BE49-F238E27FC236}">
                <a16:creationId xmlns:a16="http://schemas.microsoft.com/office/drawing/2014/main" id="{B9CCF549-F44D-4244-9483-4E95EFE3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5689">
            <a:extLst xmlns:a="http://schemas.openxmlformats.org/drawingml/2006/main">
              <a:ext uri="{FF2B5EF4-FFF2-40B4-BE49-F238E27FC236}">
                <a16:creationId xmlns:a16="http://schemas.microsoft.com/office/drawing/2014/main" id="{C46CBDD4-9B30-4AFE-A10F-B7FED08F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4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5690">
            <a:extLst xmlns:a="http://schemas.openxmlformats.org/drawingml/2006/main">
              <a:ext uri="{FF2B5EF4-FFF2-40B4-BE49-F238E27FC236}">
                <a16:creationId xmlns:a16="http://schemas.microsoft.com/office/drawing/2014/main" id="{3EF20A2C-98EE-4727-97C6-C3C9399D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1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5691">
            <a:extLst xmlns:a="http://schemas.openxmlformats.org/drawingml/2006/main">
              <a:ext uri="{FF2B5EF4-FFF2-40B4-BE49-F238E27FC236}">
                <a16:creationId xmlns:a16="http://schemas.microsoft.com/office/drawing/2014/main" id="{D1395CE9-4332-4FF5-90A4-B0936C32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61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5692">
            <a:extLst xmlns:a="http://schemas.openxmlformats.org/drawingml/2006/main">
              <a:ext uri="{FF2B5EF4-FFF2-40B4-BE49-F238E27FC236}">
                <a16:creationId xmlns:a16="http://schemas.microsoft.com/office/drawing/2014/main" id="{CBE1A37B-7CC0-45B0-B485-F2C44970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6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5693">
            <a:extLst xmlns:a="http://schemas.openxmlformats.org/drawingml/2006/main">
              <a:ext uri="{FF2B5EF4-FFF2-40B4-BE49-F238E27FC236}">
                <a16:creationId xmlns:a16="http://schemas.microsoft.com/office/drawing/2014/main" id="{78E09016-516F-4A21-934D-DDB4F85D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525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5694">
            <a:extLst xmlns:a="http://schemas.openxmlformats.org/drawingml/2006/main">
              <a:ext uri="{FF2B5EF4-FFF2-40B4-BE49-F238E27FC236}">
                <a16:creationId xmlns:a16="http://schemas.microsoft.com/office/drawing/2014/main" id="{2FE132F4-74BB-4B2A-A748-FA8259B9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0342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5695">
            <a:extLst xmlns:a="http://schemas.openxmlformats.org/drawingml/2006/main">
              <a:ext uri="{FF2B5EF4-FFF2-40B4-BE49-F238E27FC236}">
                <a16:creationId xmlns:a16="http://schemas.microsoft.com/office/drawing/2014/main" id="{73414E33-B269-4F91-A535-B279FF08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90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5696">
            <a:extLst xmlns:a="http://schemas.openxmlformats.org/drawingml/2006/main">
              <a:ext uri="{FF2B5EF4-FFF2-40B4-BE49-F238E27FC236}">
                <a16:creationId xmlns:a16="http://schemas.microsoft.com/office/drawing/2014/main" id="{28D1C6C4-9AC9-4B10-BC0A-8422054B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7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5697">
            <a:extLst xmlns:a="http://schemas.openxmlformats.org/drawingml/2006/main">
              <a:ext uri="{FF2B5EF4-FFF2-40B4-BE49-F238E27FC236}">
                <a16:creationId xmlns:a16="http://schemas.microsoft.com/office/drawing/2014/main" id="{54654042-DC99-4E2D-A904-FF845E14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8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5698">
            <a:extLst xmlns:a="http://schemas.openxmlformats.org/drawingml/2006/main">
              <a:ext uri="{FF2B5EF4-FFF2-40B4-BE49-F238E27FC236}">
                <a16:creationId xmlns:a16="http://schemas.microsoft.com/office/drawing/2014/main" id="{C471C86C-B958-4267-AAA4-4406A22D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37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5699">
            <a:extLst xmlns:a="http://schemas.openxmlformats.org/drawingml/2006/main">
              <a:ext uri="{FF2B5EF4-FFF2-40B4-BE49-F238E27FC236}">
                <a16:creationId xmlns:a16="http://schemas.microsoft.com/office/drawing/2014/main" id="{F1B81D6C-A236-4D42-8C6D-7E2FE705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16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5700">
            <a:extLst xmlns:a="http://schemas.openxmlformats.org/drawingml/2006/main">
              <a:ext uri="{FF2B5EF4-FFF2-40B4-BE49-F238E27FC236}">
                <a16:creationId xmlns:a16="http://schemas.microsoft.com/office/drawing/2014/main" id="{800189E4-1E4E-4530-8363-AD603F99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9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5701">
            <a:extLst xmlns:a="http://schemas.openxmlformats.org/drawingml/2006/main">
              <a:ext uri="{FF2B5EF4-FFF2-40B4-BE49-F238E27FC236}">
                <a16:creationId xmlns:a16="http://schemas.microsoft.com/office/drawing/2014/main" id="{E87BAA39-0655-4339-82B5-052839FF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5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5702">
            <a:extLst xmlns:a="http://schemas.openxmlformats.org/drawingml/2006/main">
              <a:ext uri="{FF2B5EF4-FFF2-40B4-BE49-F238E27FC236}">
                <a16:creationId xmlns:a16="http://schemas.microsoft.com/office/drawing/2014/main" id="{19DED8F4-A96C-4423-8C96-0DF3141B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3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5703">
            <a:extLst xmlns:a="http://schemas.openxmlformats.org/drawingml/2006/main">
              <a:ext uri="{FF2B5EF4-FFF2-40B4-BE49-F238E27FC236}">
                <a16:creationId xmlns:a16="http://schemas.microsoft.com/office/drawing/2014/main" id="{8E95245A-03D3-4F83-8DF3-9EE02368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36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5704">
            <a:extLst xmlns:a="http://schemas.openxmlformats.org/drawingml/2006/main">
              <a:ext uri="{FF2B5EF4-FFF2-40B4-BE49-F238E27FC236}">
                <a16:creationId xmlns:a16="http://schemas.microsoft.com/office/drawing/2014/main" id="{17E0F6CD-3B8E-40BD-B931-65A1F517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40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5705">
            <a:extLst xmlns:a="http://schemas.openxmlformats.org/drawingml/2006/main">
              <a:ext uri="{FF2B5EF4-FFF2-40B4-BE49-F238E27FC236}">
                <a16:creationId xmlns:a16="http://schemas.microsoft.com/office/drawing/2014/main" id="{0E1D8C4D-BFB7-4783-9A8A-273BBBDD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350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5706">
            <a:extLst xmlns:a="http://schemas.openxmlformats.org/drawingml/2006/main">
              <a:ext uri="{FF2B5EF4-FFF2-40B4-BE49-F238E27FC236}">
                <a16:creationId xmlns:a16="http://schemas.microsoft.com/office/drawing/2014/main" id="{4F9CCBF5-3BF4-4F37-BE86-E73226D7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27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5707">
            <a:extLst xmlns:a="http://schemas.openxmlformats.org/drawingml/2006/main">
              <a:ext uri="{FF2B5EF4-FFF2-40B4-BE49-F238E27FC236}">
                <a16:creationId xmlns:a16="http://schemas.microsoft.com/office/drawing/2014/main" id="{395A49A8-A417-4FA4-8A2D-A1464BAF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7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5708">
            <a:extLst xmlns:a="http://schemas.openxmlformats.org/drawingml/2006/main">
              <a:ext uri="{FF2B5EF4-FFF2-40B4-BE49-F238E27FC236}">
                <a16:creationId xmlns:a16="http://schemas.microsoft.com/office/drawing/2014/main" id="{F52E599F-36F1-4723-BE4F-CC2C4484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579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5709">
            <a:extLst xmlns:a="http://schemas.openxmlformats.org/drawingml/2006/main">
              <a:ext uri="{FF2B5EF4-FFF2-40B4-BE49-F238E27FC236}">
                <a16:creationId xmlns:a16="http://schemas.microsoft.com/office/drawing/2014/main" id="{0F5BC12C-3BFF-4E00-858D-DBB15CC4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5710">
            <a:extLst xmlns:a="http://schemas.openxmlformats.org/drawingml/2006/main">
              <a:ext uri="{FF2B5EF4-FFF2-40B4-BE49-F238E27FC236}">
                <a16:creationId xmlns:a16="http://schemas.microsoft.com/office/drawing/2014/main" id="{1D4334B7-0FC3-4E45-B1A4-1B31DB53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379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5711">
            <a:extLst xmlns:a="http://schemas.openxmlformats.org/drawingml/2006/main">
              <a:ext uri="{FF2B5EF4-FFF2-40B4-BE49-F238E27FC236}">
                <a16:creationId xmlns:a16="http://schemas.microsoft.com/office/drawing/2014/main" id="{A300E9F2-F073-4A12-8E0D-0B7FFEFA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3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5712">
            <a:extLst xmlns:a="http://schemas.openxmlformats.org/drawingml/2006/main">
              <a:ext uri="{FF2B5EF4-FFF2-40B4-BE49-F238E27FC236}">
                <a16:creationId xmlns:a16="http://schemas.microsoft.com/office/drawing/2014/main" id="{D5D21151-A121-4382-8362-2806C21A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056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5713">
            <a:extLst xmlns:a="http://schemas.openxmlformats.org/drawingml/2006/main">
              <a:ext uri="{FF2B5EF4-FFF2-40B4-BE49-F238E27FC236}">
                <a16:creationId xmlns:a16="http://schemas.microsoft.com/office/drawing/2014/main" id="{0E545CF3-D694-494B-BDD6-717DBA30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5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5714">
            <a:extLst xmlns:a="http://schemas.openxmlformats.org/drawingml/2006/main">
              <a:ext uri="{FF2B5EF4-FFF2-40B4-BE49-F238E27FC236}">
                <a16:creationId xmlns:a16="http://schemas.microsoft.com/office/drawing/2014/main" id="{4A2DC327-9CFC-4FA4-BC94-A15D741A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3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5715">
            <a:extLst xmlns:a="http://schemas.openxmlformats.org/drawingml/2006/main">
              <a:ext uri="{FF2B5EF4-FFF2-40B4-BE49-F238E27FC236}">
                <a16:creationId xmlns:a16="http://schemas.microsoft.com/office/drawing/2014/main" id="{B33AE87D-2E58-47BD-AE9D-EEF0E481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2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5716">
            <a:extLst xmlns:a="http://schemas.openxmlformats.org/drawingml/2006/main">
              <a:ext uri="{FF2B5EF4-FFF2-40B4-BE49-F238E27FC236}">
                <a16:creationId xmlns:a16="http://schemas.microsoft.com/office/drawing/2014/main" id="{F052AE31-DCCC-464F-83F2-BB1D0925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2394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5717">
            <a:extLst xmlns:a="http://schemas.openxmlformats.org/drawingml/2006/main">
              <a:ext uri="{FF2B5EF4-FFF2-40B4-BE49-F238E27FC236}">
                <a16:creationId xmlns:a16="http://schemas.microsoft.com/office/drawing/2014/main" id="{84C5D745-39AC-44B8-9D01-061EAFC5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997" y="25801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5718">
            <a:extLst xmlns:a="http://schemas.openxmlformats.org/drawingml/2006/main">
              <a:ext uri="{FF2B5EF4-FFF2-40B4-BE49-F238E27FC236}">
                <a16:creationId xmlns:a16="http://schemas.microsoft.com/office/drawing/2014/main" id="{A65829C9-82A0-41F3-9CE7-BF66D612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5719">
            <a:extLst xmlns:a="http://schemas.openxmlformats.org/drawingml/2006/main">
              <a:ext uri="{FF2B5EF4-FFF2-40B4-BE49-F238E27FC236}">
                <a16:creationId xmlns:a16="http://schemas.microsoft.com/office/drawing/2014/main" id="{39653B15-26DC-491D-94E2-F3A97FE8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8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5720">
            <a:extLst xmlns:a="http://schemas.openxmlformats.org/drawingml/2006/main">
              <a:ext uri="{FF2B5EF4-FFF2-40B4-BE49-F238E27FC236}">
                <a16:creationId xmlns:a16="http://schemas.microsoft.com/office/drawing/2014/main" id="{8579D08D-B325-4850-BE8B-D7423851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5721">
            <a:extLst xmlns:a="http://schemas.openxmlformats.org/drawingml/2006/main">
              <a:ext uri="{FF2B5EF4-FFF2-40B4-BE49-F238E27FC236}">
                <a16:creationId xmlns:a16="http://schemas.microsoft.com/office/drawing/2014/main" id="{7AB4E251-FA8F-4422-96BC-E2505A1B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5722">
            <a:extLst xmlns:a="http://schemas.openxmlformats.org/drawingml/2006/main">
              <a:ext uri="{FF2B5EF4-FFF2-40B4-BE49-F238E27FC236}">
                <a16:creationId xmlns:a16="http://schemas.microsoft.com/office/drawing/2014/main" id="{8D337E46-5EC0-4B32-ADE9-C56EAE53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73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5723">
            <a:extLst xmlns:a="http://schemas.openxmlformats.org/drawingml/2006/main">
              <a:ext uri="{FF2B5EF4-FFF2-40B4-BE49-F238E27FC236}">
                <a16:creationId xmlns:a16="http://schemas.microsoft.com/office/drawing/2014/main" id="{C5C3382D-B971-4296-9CBD-D55BBA76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62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5724">
            <a:extLst xmlns:a="http://schemas.openxmlformats.org/drawingml/2006/main">
              <a:ext uri="{FF2B5EF4-FFF2-40B4-BE49-F238E27FC236}">
                <a16:creationId xmlns:a16="http://schemas.microsoft.com/office/drawing/2014/main" id="{888D6569-EBBA-436F-AA09-CED17D8D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0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5725">
            <a:extLst xmlns:a="http://schemas.openxmlformats.org/drawingml/2006/main">
              <a:ext uri="{FF2B5EF4-FFF2-40B4-BE49-F238E27FC236}">
                <a16:creationId xmlns:a16="http://schemas.microsoft.com/office/drawing/2014/main" id="{6447A471-A24D-443F-A617-ED18BCF5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724" y="25715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5726">
            <a:extLst xmlns:a="http://schemas.openxmlformats.org/drawingml/2006/main">
              <a:ext uri="{FF2B5EF4-FFF2-40B4-BE49-F238E27FC236}">
                <a16:creationId xmlns:a16="http://schemas.microsoft.com/office/drawing/2014/main" id="{0E41A420-2BF5-4207-83B4-7762E65E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3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5727">
            <a:extLst xmlns:a="http://schemas.openxmlformats.org/drawingml/2006/main">
              <a:ext uri="{FF2B5EF4-FFF2-40B4-BE49-F238E27FC236}">
                <a16:creationId xmlns:a16="http://schemas.microsoft.com/office/drawing/2014/main" id="{81AEB7EB-6F93-49C8-99DE-C5506CA8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1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5728">
            <a:extLst xmlns:a="http://schemas.openxmlformats.org/drawingml/2006/main">
              <a:ext uri="{FF2B5EF4-FFF2-40B4-BE49-F238E27FC236}">
                <a16:creationId xmlns:a16="http://schemas.microsoft.com/office/drawing/2014/main" id="{A18D4B66-94EC-4225-B957-5EB29836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49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5729">
            <a:extLst xmlns:a="http://schemas.openxmlformats.org/drawingml/2006/main">
              <a:ext uri="{FF2B5EF4-FFF2-40B4-BE49-F238E27FC236}">
                <a16:creationId xmlns:a16="http://schemas.microsoft.com/office/drawing/2014/main" id="{0415AFB4-407C-4A68-A4B3-9CEF8C6D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16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5730">
            <a:extLst xmlns:a="http://schemas.openxmlformats.org/drawingml/2006/main">
              <a:ext uri="{FF2B5EF4-FFF2-40B4-BE49-F238E27FC236}">
                <a16:creationId xmlns:a16="http://schemas.microsoft.com/office/drawing/2014/main" id="{BF1564EC-FFD6-45CD-ABD5-9A330380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917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5731">
            <a:extLst xmlns:a="http://schemas.openxmlformats.org/drawingml/2006/main">
              <a:ext uri="{FF2B5EF4-FFF2-40B4-BE49-F238E27FC236}">
                <a16:creationId xmlns:a16="http://schemas.microsoft.com/office/drawing/2014/main" id="{5F5B1217-7F18-48E8-A3B2-3FCF1160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5732">
            <a:extLst xmlns:a="http://schemas.openxmlformats.org/drawingml/2006/main">
              <a:ext uri="{FF2B5EF4-FFF2-40B4-BE49-F238E27FC236}">
                <a16:creationId xmlns:a16="http://schemas.microsoft.com/office/drawing/2014/main" id="{0F0CEC9E-8889-4124-B7E6-93B0FD6C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333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5733">
            <a:extLst xmlns:a="http://schemas.openxmlformats.org/drawingml/2006/main">
              <a:ext uri="{FF2B5EF4-FFF2-40B4-BE49-F238E27FC236}">
                <a16:creationId xmlns:a16="http://schemas.microsoft.com/office/drawing/2014/main" id="{FFE156F3-7965-4E70-8E59-AD0DF6AE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3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5734">
            <a:extLst xmlns:a="http://schemas.openxmlformats.org/drawingml/2006/main">
              <a:ext uri="{FF2B5EF4-FFF2-40B4-BE49-F238E27FC236}">
                <a16:creationId xmlns:a16="http://schemas.microsoft.com/office/drawing/2014/main" id="{57F33D9C-E84C-4B43-926F-10B3661E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376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5735">
            <a:extLst xmlns:a="http://schemas.openxmlformats.org/drawingml/2006/main">
              <a:ext uri="{FF2B5EF4-FFF2-40B4-BE49-F238E27FC236}">
                <a16:creationId xmlns:a16="http://schemas.microsoft.com/office/drawing/2014/main" id="{0FFA5110-021B-40D4-99EF-0EC99E7D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5736">
            <a:extLst xmlns:a="http://schemas.openxmlformats.org/drawingml/2006/main">
              <a:ext uri="{FF2B5EF4-FFF2-40B4-BE49-F238E27FC236}">
                <a16:creationId xmlns:a16="http://schemas.microsoft.com/office/drawing/2014/main" id="{72A77EF6-C93D-4C2F-B476-273A5C28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389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5737">
            <a:extLst xmlns:a="http://schemas.openxmlformats.org/drawingml/2006/main">
              <a:ext uri="{FF2B5EF4-FFF2-40B4-BE49-F238E27FC236}">
                <a16:creationId xmlns:a16="http://schemas.microsoft.com/office/drawing/2014/main" id="{870638BD-897E-4EB2-B3D3-EEDB2F39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884" y="2614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5738">
            <a:extLst xmlns:a="http://schemas.openxmlformats.org/drawingml/2006/main">
              <a:ext uri="{FF2B5EF4-FFF2-40B4-BE49-F238E27FC236}">
                <a16:creationId xmlns:a16="http://schemas.microsoft.com/office/drawing/2014/main" id="{F76061AB-CBB6-4001-88A0-24CACDCC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778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5739">
            <a:extLst xmlns:a="http://schemas.openxmlformats.org/drawingml/2006/main">
              <a:ext uri="{FF2B5EF4-FFF2-40B4-BE49-F238E27FC236}">
                <a16:creationId xmlns:a16="http://schemas.microsoft.com/office/drawing/2014/main" id="{4BC5CEBC-FEC6-4FC7-90D9-B2AFDE18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9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5740">
            <a:extLst xmlns:a="http://schemas.openxmlformats.org/drawingml/2006/main">
              <a:ext uri="{FF2B5EF4-FFF2-40B4-BE49-F238E27FC236}">
                <a16:creationId xmlns:a16="http://schemas.microsoft.com/office/drawing/2014/main" id="{770345DD-2803-448A-B5CF-C42E6886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08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5741">
            <a:extLst xmlns:a="http://schemas.openxmlformats.org/drawingml/2006/main">
              <a:ext uri="{FF2B5EF4-FFF2-40B4-BE49-F238E27FC236}">
                <a16:creationId xmlns:a16="http://schemas.microsoft.com/office/drawing/2014/main" id="{997CB44E-A965-46AA-B17D-F7D70D8F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2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5742">
            <a:extLst xmlns:a="http://schemas.openxmlformats.org/drawingml/2006/main">
              <a:ext uri="{FF2B5EF4-FFF2-40B4-BE49-F238E27FC236}">
                <a16:creationId xmlns:a16="http://schemas.microsoft.com/office/drawing/2014/main" id="{1CEA999D-EFC2-4C6F-BF82-AB626402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376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5743">
            <a:extLst xmlns:a="http://schemas.openxmlformats.org/drawingml/2006/main">
              <a:ext uri="{FF2B5EF4-FFF2-40B4-BE49-F238E27FC236}">
                <a16:creationId xmlns:a16="http://schemas.microsoft.com/office/drawing/2014/main" id="{0C02FB59-1D0E-4DD4-B987-D971CD53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7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5744">
            <a:extLst xmlns:a="http://schemas.openxmlformats.org/drawingml/2006/main">
              <a:ext uri="{FF2B5EF4-FFF2-40B4-BE49-F238E27FC236}">
                <a16:creationId xmlns:a16="http://schemas.microsoft.com/office/drawing/2014/main" id="{3399F189-67C3-4D30-8B50-A775E9AD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53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5745">
            <a:extLst xmlns:a="http://schemas.openxmlformats.org/drawingml/2006/main">
              <a:ext uri="{FF2B5EF4-FFF2-40B4-BE49-F238E27FC236}">
                <a16:creationId xmlns:a16="http://schemas.microsoft.com/office/drawing/2014/main" id="{61A61F2B-2616-40A1-8DB1-8E44B5C4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5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5746">
            <a:extLst xmlns:a="http://schemas.openxmlformats.org/drawingml/2006/main">
              <a:ext uri="{FF2B5EF4-FFF2-40B4-BE49-F238E27FC236}">
                <a16:creationId xmlns:a16="http://schemas.microsoft.com/office/drawing/2014/main" id="{CCFE56D9-43C3-4A5F-A1B7-BA2AD449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7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5747">
            <a:extLst xmlns:a="http://schemas.openxmlformats.org/drawingml/2006/main">
              <a:ext uri="{FF2B5EF4-FFF2-40B4-BE49-F238E27FC236}">
                <a16:creationId xmlns:a16="http://schemas.microsoft.com/office/drawing/2014/main" id="{1A29D211-31D6-482E-8813-B39C6778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5748">
            <a:extLst xmlns:a="http://schemas.openxmlformats.org/drawingml/2006/main">
              <a:ext uri="{FF2B5EF4-FFF2-40B4-BE49-F238E27FC236}">
                <a16:creationId xmlns:a16="http://schemas.microsoft.com/office/drawing/2014/main" id="{54304677-28A8-46DB-A135-7DC6C6C3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7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5749">
            <a:extLst xmlns:a="http://schemas.openxmlformats.org/drawingml/2006/main">
              <a:ext uri="{FF2B5EF4-FFF2-40B4-BE49-F238E27FC236}">
                <a16:creationId xmlns:a16="http://schemas.microsoft.com/office/drawing/2014/main" id="{41A1490F-A8BC-4067-AA52-96E0460C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18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5750">
            <a:extLst xmlns:a="http://schemas.openxmlformats.org/drawingml/2006/main">
              <a:ext uri="{FF2B5EF4-FFF2-40B4-BE49-F238E27FC236}">
                <a16:creationId xmlns:a16="http://schemas.microsoft.com/office/drawing/2014/main" id="{175D44D9-8734-4586-9F19-F8649221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87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5751">
            <a:extLst xmlns:a="http://schemas.openxmlformats.org/drawingml/2006/main">
              <a:ext uri="{FF2B5EF4-FFF2-40B4-BE49-F238E27FC236}">
                <a16:creationId xmlns:a16="http://schemas.microsoft.com/office/drawing/2014/main" id="{48DA9CCD-0D1C-431B-9E5B-C36F8E79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7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5752">
            <a:extLst xmlns:a="http://schemas.openxmlformats.org/drawingml/2006/main">
              <a:ext uri="{FF2B5EF4-FFF2-40B4-BE49-F238E27FC236}">
                <a16:creationId xmlns:a16="http://schemas.microsoft.com/office/drawing/2014/main" id="{3E861E38-0158-4039-A63A-896BC9E9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5753">
            <a:extLst xmlns:a="http://schemas.openxmlformats.org/drawingml/2006/main">
              <a:ext uri="{FF2B5EF4-FFF2-40B4-BE49-F238E27FC236}">
                <a16:creationId xmlns:a16="http://schemas.microsoft.com/office/drawing/2014/main" id="{ECA38FB0-5095-41BE-8DA3-60CD2706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853" y="25864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5754">
            <a:extLst xmlns:a="http://schemas.openxmlformats.org/drawingml/2006/main">
              <a:ext uri="{FF2B5EF4-FFF2-40B4-BE49-F238E27FC236}">
                <a16:creationId xmlns:a16="http://schemas.microsoft.com/office/drawing/2014/main" id="{0D95BC99-FF22-4485-8385-479DF777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456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5755">
            <a:extLst xmlns:a="http://schemas.openxmlformats.org/drawingml/2006/main">
              <a:ext uri="{FF2B5EF4-FFF2-40B4-BE49-F238E27FC236}">
                <a16:creationId xmlns:a16="http://schemas.microsoft.com/office/drawing/2014/main" id="{C377846C-7514-4393-8C6C-739A1B7F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81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5756">
            <a:extLst xmlns:a="http://schemas.openxmlformats.org/drawingml/2006/main">
              <a:ext uri="{FF2B5EF4-FFF2-40B4-BE49-F238E27FC236}">
                <a16:creationId xmlns:a16="http://schemas.microsoft.com/office/drawing/2014/main" id="{0E1D4F8D-8E18-44E9-A5E3-8367BFBB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5757">
            <a:extLst xmlns:a="http://schemas.openxmlformats.org/drawingml/2006/main">
              <a:ext uri="{FF2B5EF4-FFF2-40B4-BE49-F238E27FC236}">
                <a16:creationId xmlns:a16="http://schemas.microsoft.com/office/drawing/2014/main" id="{0870524E-15E2-463B-9538-1D55864F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5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5758">
            <a:extLst xmlns:a="http://schemas.openxmlformats.org/drawingml/2006/main">
              <a:ext uri="{FF2B5EF4-FFF2-40B4-BE49-F238E27FC236}">
                <a16:creationId xmlns:a16="http://schemas.microsoft.com/office/drawing/2014/main" id="{26AB36B1-F5CD-43A3-BD10-78CD6BDC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2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5759">
            <a:extLst xmlns:a="http://schemas.openxmlformats.org/drawingml/2006/main">
              <a:ext uri="{FF2B5EF4-FFF2-40B4-BE49-F238E27FC236}">
                <a16:creationId xmlns:a16="http://schemas.microsoft.com/office/drawing/2014/main" id="{A2F9BE7D-6872-45D3-B546-BC3FAFF7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9788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5760">
            <a:extLst xmlns:a="http://schemas.openxmlformats.org/drawingml/2006/main">
              <a:ext uri="{FF2B5EF4-FFF2-40B4-BE49-F238E27FC236}">
                <a16:creationId xmlns:a16="http://schemas.microsoft.com/office/drawing/2014/main" id="{FCC96DF3-C707-4324-8164-8FD53A2D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5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5761">
            <a:extLst xmlns:a="http://schemas.openxmlformats.org/drawingml/2006/main">
              <a:ext uri="{FF2B5EF4-FFF2-40B4-BE49-F238E27FC236}">
                <a16:creationId xmlns:a16="http://schemas.microsoft.com/office/drawing/2014/main" id="{F10804B8-6880-4FC7-AEA8-49B4070F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38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5762">
            <a:extLst xmlns:a="http://schemas.openxmlformats.org/drawingml/2006/main">
              <a:ext uri="{FF2B5EF4-FFF2-40B4-BE49-F238E27FC236}">
                <a16:creationId xmlns:a16="http://schemas.microsoft.com/office/drawing/2014/main" id="{563A128E-E11B-4F8A-9933-031D0C0E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8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5763">
            <a:extLst xmlns:a="http://schemas.openxmlformats.org/drawingml/2006/main">
              <a:ext uri="{FF2B5EF4-FFF2-40B4-BE49-F238E27FC236}">
                <a16:creationId xmlns:a16="http://schemas.microsoft.com/office/drawing/2014/main" id="{6A3E6B9A-A411-4BE7-85F5-8C08E10C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072" y="25998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5764">
            <a:extLst xmlns:a="http://schemas.openxmlformats.org/drawingml/2006/main">
              <a:ext uri="{FF2B5EF4-FFF2-40B4-BE49-F238E27FC236}">
                <a16:creationId xmlns:a16="http://schemas.microsoft.com/office/drawing/2014/main" id="{F76F0860-3A12-44CD-868B-068AB595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1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5765">
            <a:extLst xmlns:a="http://schemas.openxmlformats.org/drawingml/2006/main">
              <a:ext uri="{FF2B5EF4-FFF2-40B4-BE49-F238E27FC236}">
                <a16:creationId xmlns:a16="http://schemas.microsoft.com/office/drawing/2014/main" id="{6D257523-2BD6-4D79-ADE2-662DD58F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1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5766">
            <a:extLst xmlns:a="http://schemas.openxmlformats.org/drawingml/2006/main">
              <a:ext uri="{FF2B5EF4-FFF2-40B4-BE49-F238E27FC236}">
                <a16:creationId xmlns:a16="http://schemas.microsoft.com/office/drawing/2014/main" id="{DEC38684-8ECA-4E41-8D4B-96D8A7E4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09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5767">
            <a:extLst xmlns:a="http://schemas.openxmlformats.org/drawingml/2006/main">
              <a:ext uri="{FF2B5EF4-FFF2-40B4-BE49-F238E27FC236}">
                <a16:creationId xmlns:a16="http://schemas.microsoft.com/office/drawing/2014/main" id="{2DBF2F06-1D92-4929-B9C2-3AF82769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83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5768">
            <a:extLst xmlns:a="http://schemas.openxmlformats.org/drawingml/2006/main">
              <a:ext uri="{FF2B5EF4-FFF2-40B4-BE49-F238E27FC236}">
                <a16:creationId xmlns:a16="http://schemas.microsoft.com/office/drawing/2014/main" id="{139E4BE5-F05A-4561-B225-DC026E09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819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5769">
            <a:extLst xmlns:a="http://schemas.openxmlformats.org/drawingml/2006/main">
              <a:ext uri="{FF2B5EF4-FFF2-40B4-BE49-F238E27FC236}">
                <a16:creationId xmlns:a16="http://schemas.microsoft.com/office/drawing/2014/main" id="{CA6BF589-E121-4525-A469-1D5DA21B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3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5770">
            <a:extLst xmlns:a="http://schemas.openxmlformats.org/drawingml/2006/main">
              <a:ext uri="{FF2B5EF4-FFF2-40B4-BE49-F238E27FC236}">
                <a16:creationId xmlns:a16="http://schemas.microsoft.com/office/drawing/2014/main" id="{38A5C430-13A6-4503-B61F-F7A8BAC2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20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5771">
            <a:extLst xmlns:a="http://schemas.openxmlformats.org/drawingml/2006/main">
              <a:ext uri="{FF2B5EF4-FFF2-40B4-BE49-F238E27FC236}">
                <a16:creationId xmlns:a16="http://schemas.microsoft.com/office/drawing/2014/main" id="{DF2083BC-E7E1-4B42-970A-115D550E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4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5772">
            <a:extLst xmlns:a="http://schemas.openxmlformats.org/drawingml/2006/main">
              <a:ext uri="{FF2B5EF4-FFF2-40B4-BE49-F238E27FC236}">
                <a16:creationId xmlns:a16="http://schemas.microsoft.com/office/drawing/2014/main" id="{A7F48660-2EFB-4221-B7DD-45FF72FB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0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5773">
            <a:extLst xmlns:a="http://schemas.openxmlformats.org/drawingml/2006/main">
              <a:ext uri="{FF2B5EF4-FFF2-40B4-BE49-F238E27FC236}">
                <a16:creationId xmlns:a16="http://schemas.microsoft.com/office/drawing/2014/main" id="{C1F970F2-4A47-4859-97A1-F6470758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56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5774">
            <a:extLst xmlns:a="http://schemas.openxmlformats.org/drawingml/2006/main">
              <a:ext uri="{FF2B5EF4-FFF2-40B4-BE49-F238E27FC236}">
                <a16:creationId xmlns:a16="http://schemas.microsoft.com/office/drawing/2014/main" id="{AE8C2F25-80DB-438B-92A6-0ECCBBA7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86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5775">
            <a:extLst xmlns:a="http://schemas.openxmlformats.org/drawingml/2006/main">
              <a:ext uri="{FF2B5EF4-FFF2-40B4-BE49-F238E27FC236}">
                <a16:creationId xmlns:a16="http://schemas.microsoft.com/office/drawing/2014/main" id="{ED16BDF4-BAFC-4A5E-9508-84815AEB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985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5776">
            <a:extLst xmlns:a="http://schemas.openxmlformats.org/drawingml/2006/main">
              <a:ext uri="{FF2B5EF4-FFF2-40B4-BE49-F238E27FC236}">
                <a16:creationId xmlns:a16="http://schemas.microsoft.com/office/drawing/2014/main" id="{D69D9A64-3ED4-4073-BA15-A7D32CD5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8451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5777">
            <a:extLst xmlns:a="http://schemas.openxmlformats.org/drawingml/2006/main">
              <a:ext uri="{FF2B5EF4-FFF2-40B4-BE49-F238E27FC236}">
                <a16:creationId xmlns:a16="http://schemas.microsoft.com/office/drawing/2014/main" id="{745A581B-9898-4801-AFEE-CAABD200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739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5778">
            <a:extLst xmlns:a="http://schemas.openxmlformats.org/drawingml/2006/main">
              <a:ext uri="{FF2B5EF4-FFF2-40B4-BE49-F238E27FC236}">
                <a16:creationId xmlns:a16="http://schemas.microsoft.com/office/drawing/2014/main" id="{28A530A8-FC82-48CC-BA2D-C1DF92BD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4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5779">
            <a:extLst xmlns:a="http://schemas.openxmlformats.org/drawingml/2006/main">
              <a:ext uri="{FF2B5EF4-FFF2-40B4-BE49-F238E27FC236}">
                <a16:creationId xmlns:a16="http://schemas.microsoft.com/office/drawing/2014/main" id="{AC600157-A3EC-4BF5-A6A3-25DB6785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48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5780">
            <a:extLst xmlns:a="http://schemas.openxmlformats.org/drawingml/2006/main">
              <a:ext uri="{FF2B5EF4-FFF2-40B4-BE49-F238E27FC236}">
                <a16:creationId xmlns:a16="http://schemas.microsoft.com/office/drawing/2014/main" id="{14DD49D8-6F0E-48DE-849A-A8EE7686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6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5781">
            <a:extLst xmlns:a="http://schemas.openxmlformats.org/drawingml/2006/main">
              <a:ext uri="{FF2B5EF4-FFF2-40B4-BE49-F238E27FC236}">
                <a16:creationId xmlns:a16="http://schemas.microsoft.com/office/drawing/2014/main" id="{5A5B2C5D-C6E6-446A-885E-21221CC0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151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5782">
            <a:extLst xmlns:a="http://schemas.openxmlformats.org/drawingml/2006/main">
              <a:ext uri="{FF2B5EF4-FFF2-40B4-BE49-F238E27FC236}">
                <a16:creationId xmlns:a16="http://schemas.microsoft.com/office/drawing/2014/main" id="{2AA062F0-C091-4111-9835-ED0F4745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86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5783">
            <a:extLst xmlns:a="http://schemas.openxmlformats.org/drawingml/2006/main">
              <a:ext uri="{FF2B5EF4-FFF2-40B4-BE49-F238E27FC236}">
                <a16:creationId xmlns:a16="http://schemas.microsoft.com/office/drawing/2014/main" id="{9B133B50-E4E0-403E-AE4F-9648DC5D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185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5784">
            <a:extLst xmlns:a="http://schemas.openxmlformats.org/drawingml/2006/main">
              <a:ext uri="{FF2B5EF4-FFF2-40B4-BE49-F238E27FC236}">
                <a16:creationId xmlns:a16="http://schemas.microsoft.com/office/drawing/2014/main" id="{2E49004C-AE4A-4C71-A01C-61D8933F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5785">
            <a:extLst xmlns:a="http://schemas.openxmlformats.org/drawingml/2006/main">
              <a:ext uri="{FF2B5EF4-FFF2-40B4-BE49-F238E27FC236}">
                <a16:creationId xmlns:a16="http://schemas.microsoft.com/office/drawing/2014/main" id="{06674E2B-09B9-46F3-B677-037D2130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5786">
            <a:extLst xmlns:a="http://schemas.openxmlformats.org/drawingml/2006/main">
              <a:ext uri="{FF2B5EF4-FFF2-40B4-BE49-F238E27FC236}">
                <a16:creationId xmlns:a16="http://schemas.microsoft.com/office/drawing/2014/main" id="{C4F94F91-3A8B-40D1-BDBC-53AB7105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4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5787">
            <a:extLst xmlns:a="http://schemas.openxmlformats.org/drawingml/2006/main">
              <a:ext uri="{FF2B5EF4-FFF2-40B4-BE49-F238E27FC236}">
                <a16:creationId xmlns:a16="http://schemas.microsoft.com/office/drawing/2014/main" id="{C4E9F0C6-663F-43BD-BD27-E9815856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623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5788">
            <a:extLst xmlns:a="http://schemas.openxmlformats.org/drawingml/2006/main">
              <a:ext uri="{FF2B5EF4-FFF2-40B4-BE49-F238E27FC236}">
                <a16:creationId xmlns:a16="http://schemas.microsoft.com/office/drawing/2014/main" id="{634AAB5B-D99A-4B83-BEDF-4C1A142D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5789">
            <a:extLst xmlns:a="http://schemas.openxmlformats.org/drawingml/2006/main">
              <a:ext uri="{FF2B5EF4-FFF2-40B4-BE49-F238E27FC236}">
                <a16:creationId xmlns:a16="http://schemas.microsoft.com/office/drawing/2014/main" id="{F81FCC8E-EFFE-47DD-92E2-3850D303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2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5790">
            <a:extLst xmlns:a="http://schemas.openxmlformats.org/drawingml/2006/main">
              <a:ext uri="{FF2B5EF4-FFF2-40B4-BE49-F238E27FC236}">
                <a16:creationId xmlns:a16="http://schemas.microsoft.com/office/drawing/2014/main" id="{98BC7008-AA0F-4057-A34C-1C858B90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74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5791">
            <a:extLst xmlns:a="http://schemas.openxmlformats.org/drawingml/2006/main">
              <a:ext uri="{FF2B5EF4-FFF2-40B4-BE49-F238E27FC236}">
                <a16:creationId xmlns:a16="http://schemas.microsoft.com/office/drawing/2014/main" id="{D51385CB-B3B5-45CE-92A9-665F8FB7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2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5792">
            <a:extLst xmlns:a="http://schemas.openxmlformats.org/drawingml/2006/main">
              <a:ext uri="{FF2B5EF4-FFF2-40B4-BE49-F238E27FC236}">
                <a16:creationId xmlns:a16="http://schemas.microsoft.com/office/drawing/2014/main" id="{23239288-5652-455A-B027-83FEB3F7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5793">
            <a:extLst xmlns:a="http://schemas.openxmlformats.org/drawingml/2006/main">
              <a:ext uri="{FF2B5EF4-FFF2-40B4-BE49-F238E27FC236}">
                <a16:creationId xmlns:a16="http://schemas.microsoft.com/office/drawing/2014/main" id="{C232F0B9-7619-4AE5-B651-58828095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21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5794">
            <a:extLst xmlns:a="http://schemas.openxmlformats.org/drawingml/2006/main">
              <a:ext uri="{FF2B5EF4-FFF2-40B4-BE49-F238E27FC236}">
                <a16:creationId xmlns:a16="http://schemas.microsoft.com/office/drawing/2014/main" id="{AED60ECD-EA33-467C-B93A-3F52719C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5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5795">
            <a:extLst xmlns:a="http://schemas.openxmlformats.org/drawingml/2006/main">
              <a:ext uri="{FF2B5EF4-FFF2-40B4-BE49-F238E27FC236}">
                <a16:creationId xmlns:a16="http://schemas.microsoft.com/office/drawing/2014/main" id="{A734E08F-72DD-4BCE-8D62-093050C0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695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5796">
            <a:extLst xmlns:a="http://schemas.openxmlformats.org/drawingml/2006/main">
              <a:ext uri="{FF2B5EF4-FFF2-40B4-BE49-F238E27FC236}">
                <a16:creationId xmlns:a16="http://schemas.microsoft.com/office/drawing/2014/main" id="{A4F8EA2C-EBD6-4EDD-A013-2655CAE0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7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5797">
            <a:extLst xmlns:a="http://schemas.openxmlformats.org/drawingml/2006/main">
              <a:ext uri="{FF2B5EF4-FFF2-40B4-BE49-F238E27FC236}">
                <a16:creationId xmlns:a16="http://schemas.microsoft.com/office/drawing/2014/main" id="{85C88DEB-078E-4236-9DF1-836B0DC4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58" y="28686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5798">
            <a:extLst xmlns:a="http://schemas.openxmlformats.org/drawingml/2006/main">
              <a:ext uri="{FF2B5EF4-FFF2-40B4-BE49-F238E27FC236}">
                <a16:creationId xmlns:a16="http://schemas.microsoft.com/office/drawing/2014/main" id="{6864209E-D1C8-4B50-B576-D4528A51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957" y="28762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5799">
            <a:extLst xmlns:a="http://schemas.openxmlformats.org/drawingml/2006/main">
              <a:ext uri="{FF2B5EF4-FFF2-40B4-BE49-F238E27FC236}">
                <a16:creationId xmlns:a16="http://schemas.microsoft.com/office/drawing/2014/main" id="{39F9C500-83F4-4E29-8C83-5737E0EA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70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5800">
            <a:extLst xmlns:a="http://schemas.openxmlformats.org/drawingml/2006/main">
              <a:ext uri="{FF2B5EF4-FFF2-40B4-BE49-F238E27FC236}">
                <a16:creationId xmlns:a16="http://schemas.microsoft.com/office/drawing/2014/main" id="{02EEF99C-62EA-48F3-9C6C-DBBFFB53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7931" y="22536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5801">
            <a:extLst xmlns:a="http://schemas.openxmlformats.org/drawingml/2006/main">
              <a:ext uri="{FF2B5EF4-FFF2-40B4-BE49-F238E27FC236}">
                <a16:creationId xmlns:a16="http://schemas.microsoft.com/office/drawing/2014/main" id="{5EF47757-6737-498F-9233-1725FB0A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21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5802">
            <a:extLst xmlns:a="http://schemas.openxmlformats.org/drawingml/2006/main">
              <a:ext uri="{FF2B5EF4-FFF2-40B4-BE49-F238E27FC236}">
                <a16:creationId xmlns:a16="http://schemas.microsoft.com/office/drawing/2014/main" id="{5570B7FC-3C2F-4038-A62B-2A8C910B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69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5803">
            <a:extLst xmlns:a="http://schemas.openxmlformats.org/drawingml/2006/main">
              <a:ext uri="{FF2B5EF4-FFF2-40B4-BE49-F238E27FC236}">
                <a16:creationId xmlns:a16="http://schemas.microsoft.com/office/drawing/2014/main" id="{D9F71B0E-F2CF-4CD8-83A7-F4A8BF69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4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5804">
            <a:extLst xmlns:a="http://schemas.openxmlformats.org/drawingml/2006/main">
              <a:ext uri="{FF2B5EF4-FFF2-40B4-BE49-F238E27FC236}">
                <a16:creationId xmlns:a16="http://schemas.microsoft.com/office/drawing/2014/main" id="{DB46ED64-3D50-4FC4-8AB0-E7FC27D7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5805">
            <a:extLst xmlns:a="http://schemas.openxmlformats.org/drawingml/2006/main">
              <a:ext uri="{FF2B5EF4-FFF2-40B4-BE49-F238E27FC236}">
                <a16:creationId xmlns:a16="http://schemas.microsoft.com/office/drawing/2014/main" id="{E62F1095-DE6C-414D-B5D8-F86ED569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1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5806">
            <a:extLst xmlns:a="http://schemas.openxmlformats.org/drawingml/2006/main">
              <a:ext uri="{FF2B5EF4-FFF2-40B4-BE49-F238E27FC236}">
                <a16:creationId xmlns:a16="http://schemas.microsoft.com/office/drawing/2014/main" id="{B10BEFCD-E6C9-44B8-8144-4209FCFE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717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5807">
            <a:extLst xmlns:a="http://schemas.openxmlformats.org/drawingml/2006/main">
              <a:ext uri="{FF2B5EF4-FFF2-40B4-BE49-F238E27FC236}">
                <a16:creationId xmlns:a16="http://schemas.microsoft.com/office/drawing/2014/main" id="{649A0203-83E8-436F-B887-92327A7A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1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5808">
            <a:extLst xmlns:a="http://schemas.openxmlformats.org/drawingml/2006/main">
              <a:ext uri="{FF2B5EF4-FFF2-40B4-BE49-F238E27FC236}">
                <a16:creationId xmlns:a16="http://schemas.microsoft.com/office/drawing/2014/main" id="{C7F26E19-9FA3-4686-B0D2-17CD7681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01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5809">
            <a:extLst xmlns:a="http://schemas.openxmlformats.org/drawingml/2006/main">
              <a:ext uri="{FF2B5EF4-FFF2-40B4-BE49-F238E27FC236}">
                <a16:creationId xmlns:a16="http://schemas.microsoft.com/office/drawing/2014/main" id="{B64372DE-D23C-448E-A7DF-1E8A3415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2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5810">
            <a:extLst xmlns:a="http://schemas.openxmlformats.org/drawingml/2006/main">
              <a:ext uri="{FF2B5EF4-FFF2-40B4-BE49-F238E27FC236}">
                <a16:creationId xmlns:a16="http://schemas.microsoft.com/office/drawing/2014/main" id="{91088E66-8666-4580-979F-3E5965D1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291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5811">
            <a:extLst xmlns:a="http://schemas.openxmlformats.org/drawingml/2006/main">
              <a:ext uri="{FF2B5EF4-FFF2-40B4-BE49-F238E27FC236}">
                <a16:creationId xmlns:a16="http://schemas.microsoft.com/office/drawing/2014/main" id="{38555838-8023-4255-841B-B3CDB77C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1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5812">
            <a:extLst xmlns:a="http://schemas.openxmlformats.org/drawingml/2006/main">
              <a:ext uri="{FF2B5EF4-FFF2-40B4-BE49-F238E27FC236}">
                <a16:creationId xmlns:a16="http://schemas.microsoft.com/office/drawing/2014/main" id="{CC47AB1D-C6B1-4221-B1DD-B620912E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71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5813">
            <a:extLst xmlns:a="http://schemas.openxmlformats.org/drawingml/2006/main">
              <a:ext uri="{FF2B5EF4-FFF2-40B4-BE49-F238E27FC236}">
                <a16:creationId xmlns:a16="http://schemas.microsoft.com/office/drawing/2014/main" id="{5A9AB4C2-2394-4A10-99EA-58D617E6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272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5814">
            <a:extLst xmlns:a="http://schemas.openxmlformats.org/drawingml/2006/main">
              <a:ext uri="{FF2B5EF4-FFF2-40B4-BE49-F238E27FC236}">
                <a16:creationId xmlns:a16="http://schemas.microsoft.com/office/drawing/2014/main" id="{7898AF47-FB5A-4C01-902D-9753628B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98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5815">
            <a:extLst xmlns:a="http://schemas.openxmlformats.org/drawingml/2006/main">
              <a:ext uri="{FF2B5EF4-FFF2-40B4-BE49-F238E27FC236}">
                <a16:creationId xmlns:a16="http://schemas.microsoft.com/office/drawing/2014/main" id="{A80FBE10-4A62-4C87-A320-7014DE12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6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5816">
            <a:extLst xmlns:a="http://schemas.openxmlformats.org/drawingml/2006/main">
              <a:ext uri="{FF2B5EF4-FFF2-40B4-BE49-F238E27FC236}">
                <a16:creationId xmlns:a16="http://schemas.microsoft.com/office/drawing/2014/main" id="{59340FCD-7497-496C-A4D5-126CAFED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8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5817">
            <a:extLst xmlns:a="http://schemas.openxmlformats.org/drawingml/2006/main">
              <a:ext uri="{FF2B5EF4-FFF2-40B4-BE49-F238E27FC236}">
                <a16:creationId xmlns:a16="http://schemas.microsoft.com/office/drawing/2014/main" id="{2ADC625A-81B6-4869-8DAF-A761F1DE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1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5818">
            <a:extLst xmlns:a="http://schemas.openxmlformats.org/drawingml/2006/main">
              <a:ext uri="{FF2B5EF4-FFF2-40B4-BE49-F238E27FC236}">
                <a16:creationId xmlns:a16="http://schemas.microsoft.com/office/drawing/2014/main" id="{1A95B03B-9083-4AFE-8295-3A8AC62C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3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5819">
            <a:extLst xmlns:a="http://schemas.openxmlformats.org/drawingml/2006/main">
              <a:ext uri="{FF2B5EF4-FFF2-40B4-BE49-F238E27FC236}">
                <a16:creationId xmlns:a16="http://schemas.microsoft.com/office/drawing/2014/main" id="{95EF8D4B-69F7-4B65-9118-2F94DEA9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962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5820">
            <a:extLst xmlns:a="http://schemas.openxmlformats.org/drawingml/2006/main">
              <a:ext uri="{FF2B5EF4-FFF2-40B4-BE49-F238E27FC236}">
                <a16:creationId xmlns:a16="http://schemas.microsoft.com/office/drawing/2014/main" id="{84560D82-89F9-426F-B847-DD5BB62A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06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5821">
            <a:extLst xmlns:a="http://schemas.openxmlformats.org/drawingml/2006/main">
              <a:ext uri="{FF2B5EF4-FFF2-40B4-BE49-F238E27FC236}">
                <a16:creationId xmlns:a16="http://schemas.microsoft.com/office/drawing/2014/main" id="{F3CC1429-0A16-4D79-876C-01035A2F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5822">
            <a:extLst xmlns:a="http://schemas.openxmlformats.org/drawingml/2006/main">
              <a:ext uri="{FF2B5EF4-FFF2-40B4-BE49-F238E27FC236}">
                <a16:creationId xmlns:a16="http://schemas.microsoft.com/office/drawing/2014/main" id="{21ECA8A9-2DAF-4409-A7A9-DD537004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3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5823">
            <a:extLst xmlns:a="http://schemas.openxmlformats.org/drawingml/2006/main">
              <a:ext uri="{FF2B5EF4-FFF2-40B4-BE49-F238E27FC236}">
                <a16:creationId xmlns:a16="http://schemas.microsoft.com/office/drawing/2014/main" id="{666CFE74-75B7-4BE5-9054-E605034A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343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5824">
            <a:extLst xmlns:a="http://schemas.openxmlformats.org/drawingml/2006/main">
              <a:ext uri="{FF2B5EF4-FFF2-40B4-BE49-F238E27FC236}">
                <a16:creationId xmlns:a16="http://schemas.microsoft.com/office/drawing/2014/main" id="{03E14387-7784-4923-AB6C-B9467BA3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0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5825">
            <a:extLst xmlns:a="http://schemas.openxmlformats.org/drawingml/2006/main">
              <a:ext uri="{FF2B5EF4-FFF2-40B4-BE49-F238E27FC236}">
                <a16:creationId xmlns:a16="http://schemas.microsoft.com/office/drawing/2014/main" id="{F7EAFCA0-4213-4602-A36D-5D32E1F8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893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5826">
            <a:extLst xmlns:a="http://schemas.openxmlformats.org/drawingml/2006/main">
              <a:ext uri="{FF2B5EF4-FFF2-40B4-BE49-F238E27FC236}">
                <a16:creationId xmlns:a16="http://schemas.microsoft.com/office/drawing/2014/main" id="{FDA46D89-7C14-4C99-B4EF-663A3C84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3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5827">
            <a:extLst xmlns:a="http://schemas.openxmlformats.org/drawingml/2006/main">
              <a:ext uri="{FF2B5EF4-FFF2-40B4-BE49-F238E27FC236}">
                <a16:creationId xmlns:a16="http://schemas.microsoft.com/office/drawing/2014/main" id="{687AB617-81C3-459B-8742-D358B904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308" y="255544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5828">
            <a:extLst xmlns:a="http://schemas.openxmlformats.org/drawingml/2006/main">
              <a:ext uri="{FF2B5EF4-FFF2-40B4-BE49-F238E27FC236}">
                <a16:creationId xmlns:a16="http://schemas.microsoft.com/office/drawing/2014/main" id="{812ECF92-3649-4DDB-ACCA-09D5692D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63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5829">
            <a:extLst xmlns:a="http://schemas.openxmlformats.org/drawingml/2006/main">
              <a:ext uri="{FF2B5EF4-FFF2-40B4-BE49-F238E27FC236}">
                <a16:creationId xmlns:a16="http://schemas.microsoft.com/office/drawing/2014/main" id="{2CC7ED8E-34C6-4A6F-8DAF-8DB3AC2F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1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5830">
            <a:extLst xmlns:a="http://schemas.openxmlformats.org/drawingml/2006/main">
              <a:ext uri="{FF2B5EF4-FFF2-40B4-BE49-F238E27FC236}">
                <a16:creationId xmlns:a16="http://schemas.microsoft.com/office/drawing/2014/main" id="{FA76E794-9B37-4952-932B-8245B83E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26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5831">
            <a:extLst xmlns:a="http://schemas.openxmlformats.org/drawingml/2006/main">
              <a:ext uri="{FF2B5EF4-FFF2-40B4-BE49-F238E27FC236}">
                <a16:creationId xmlns:a16="http://schemas.microsoft.com/office/drawing/2014/main" id="{6F1C7B68-852E-4B3D-8891-E236DF8A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18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5832">
            <a:extLst xmlns:a="http://schemas.openxmlformats.org/drawingml/2006/main">
              <a:ext uri="{FF2B5EF4-FFF2-40B4-BE49-F238E27FC236}">
                <a16:creationId xmlns:a16="http://schemas.microsoft.com/office/drawing/2014/main" id="{17670EAC-9469-4E92-9093-1BE24B8E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02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5833">
            <a:extLst xmlns:a="http://schemas.openxmlformats.org/drawingml/2006/main">
              <a:ext uri="{FF2B5EF4-FFF2-40B4-BE49-F238E27FC236}">
                <a16:creationId xmlns:a16="http://schemas.microsoft.com/office/drawing/2014/main" id="{70AFBA35-61A7-41E6-B844-D2480630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2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5834">
            <a:extLst xmlns:a="http://schemas.openxmlformats.org/drawingml/2006/main">
              <a:ext uri="{FF2B5EF4-FFF2-40B4-BE49-F238E27FC236}">
                <a16:creationId xmlns:a16="http://schemas.microsoft.com/office/drawing/2014/main" id="{F7F1350A-2848-4D76-924E-732C06C0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7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5835">
            <a:extLst xmlns:a="http://schemas.openxmlformats.org/drawingml/2006/main">
              <a:ext uri="{FF2B5EF4-FFF2-40B4-BE49-F238E27FC236}">
                <a16:creationId xmlns:a16="http://schemas.microsoft.com/office/drawing/2014/main" id="{6C1FCB69-AA52-4197-B46D-CFE611D4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6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5836">
            <a:extLst xmlns:a="http://schemas.openxmlformats.org/drawingml/2006/main">
              <a:ext uri="{FF2B5EF4-FFF2-40B4-BE49-F238E27FC236}">
                <a16:creationId xmlns:a16="http://schemas.microsoft.com/office/drawing/2014/main" id="{90C010C7-5C26-474B-8A7D-F566F6F3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2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5837">
            <a:extLst xmlns:a="http://schemas.openxmlformats.org/drawingml/2006/main">
              <a:ext uri="{FF2B5EF4-FFF2-40B4-BE49-F238E27FC236}">
                <a16:creationId xmlns:a16="http://schemas.microsoft.com/office/drawing/2014/main" id="{EDBEF397-D2A8-469D-A198-5A95FF18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0600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5838">
            <a:extLst xmlns:a="http://schemas.openxmlformats.org/drawingml/2006/main">
              <a:ext uri="{FF2B5EF4-FFF2-40B4-BE49-F238E27FC236}">
                <a16:creationId xmlns:a16="http://schemas.microsoft.com/office/drawing/2014/main" id="{6FFF4271-1456-4244-BC2D-D0787543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31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5839">
            <a:extLst xmlns:a="http://schemas.openxmlformats.org/drawingml/2006/main">
              <a:ext uri="{FF2B5EF4-FFF2-40B4-BE49-F238E27FC236}">
                <a16:creationId xmlns:a16="http://schemas.microsoft.com/office/drawing/2014/main" id="{7F4D0E68-0044-4516-A513-36842FE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8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5840">
            <a:extLst xmlns:a="http://schemas.openxmlformats.org/drawingml/2006/main">
              <a:ext uri="{FF2B5EF4-FFF2-40B4-BE49-F238E27FC236}">
                <a16:creationId xmlns:a16="http://schemas.microsoft.com/office/drawing/2014/main" id="{F3F17930-BA65-46CE-AAE0-959C2044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027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5841">
            <a:extLst xmlns:a="http://schemas.openxmlformats.org/drawingml/2006/main">
              <a:ext uri="{FF2B5EF4-FFF2-40B4-BE49-F238E27FC236}">
                <a16:creationId xmlns:a16="http://schemas.microsoft.com/office/drawing/2014/main" id="{AD7CDF61-7F6C-4FB4-A704-84492CD6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504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5842">
            <a:extLst xmlns:a="http://schemas.openxmlformats.org/drawingml/2006/main">
              <a:ext uri="{FF2B5EF4-FFF2-40B4-BE49-F238E27FC236}">
                <a16:creationId xmlns:a16="http://schemas.microsoft.com/office/drawing/2014/main" id="{D55C758B-BB85-48FE-87AB-6A53D25E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60" y="273377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5843">
            <a:extLst xmlns:a="http://schemas.openxmlformats.org/drawingml/2006/main">
              <a:ext uri="{FF2B5EF4-FFF2-40B4-BE49-F238E27FC236}">
                <a16:creationId xmlns:a16="http://schemas.microsoft.com/office/drawing/2014/main" id="{F61F7948-2E5B-4FB2-B854-CC051957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089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5844">
            <a:extLst xmlns:a="http://schemas.openxmlformats.org/drawingml/2006/main">
              <a:ext uri="{FF2B5EF4-FFF2-40B4-BE49-F238E27FC236}">
                <a16:creationId xmlns:a16="http://schemas.microsoft.com/office/drawing/2014/main" id="{AE89048A-CC52-4A10-9F2C-9A189C20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44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5845">
            <a:extLst xmlns:a="http://schemas.openxmlformats.org/drawingml/2006/main">
              <a:ext uri="{FF2B5EF4-FFF2-40B4-BE49-F238E27FC236}">
                <a16:creationId xmlns:a16="http://schemas.microsoft.com/office/drawing/2014/main" id="{A6FD65F8-CB77-4A67-AB01-D2DF0744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05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5846">
            <a:extLst xmlns:a="http://schemas.openxmlformats.org/drawingml/2006/main">
              <a:ext uri="{FF2B5EF4-FFF2-40B4-BE49-F238E27FC236}">
                <a16:creationId xmlns:a16="http://schemas.microsoft.com/office/drawing/2014/main" id="{0C106BE0-28BE-4DE7-B6BE-0239CA7F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09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5847">
            <a:extLst xmlns:a="http://schemas.openxmlformats.org/drawingml/2006/main">
              <a:ext uri="{FF2B5EF4-FFF2-40B4-BE49-F238E27FC236}">
                <a16:creationId xmlns:a16="http://schemas.microsoft.com/office/drawing/2014/main" id="{9AB1B46D-EC2E-4479-9E68-19197FA2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833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5848">
            <a:extLst xmlns:a="http://schemas.openxmlformats.org/drawingml/2006/main">
              <a:ext uri="{FF2B5EF4-FFF2-40B4-BE49-F238E27FC236}">
                <a16:creationId xmlns:a16="http://schemas.microsoft.com/office/drawing/2014/main" id="{A2A131C3-A517-4B33-82DF-87782111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11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5849">
            <a:extLst xmlns:a="http://schemas.openxmlformats.org/drawingml/2006/main">
              <a:ext uri="{FF2B5EF4-FFF2-40B4-BE49-F238E27FC236}">
                <a16:creationId xmlns:a16="http://schemas.microsoft.com/office/drawing/2014/main" id="{75E18FF0-C8D0-46DB-8AAD-C5A42918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5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5850">
            <a:extLst xmlns:a="http://schemas.openxmlformats.org/drawingml/2006/main">
              <a:ext uri="{FF2B5EF4-FFF2-40B4-BE49-F238E27FC236}">
                <a16:creationId xmlns:a16="http://schemas.microsoft.com/office/drawing/2014/main" id="{3FDCF59B-B90F-4262-A65B-F59D48C8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5851">
            <a:extLst xmlns:a="http://schemas.openxmlformats.org/drawingml/2006/main">
              <a:ext uri="{FF2B5EF4-FFF2-40B4-BE49-F238E27FC236}">
                <a16:creationId xmlns:a16="http://schemas.microsoft.com/office/drawing/2014/main" id="{B0BCEACC-B483-4E60-B084-B0C571A4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790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5852">
            <a:extLst xmlns:a="http://schemas.openxmlformats.org/drawingml/2006/main">
              <a:ext uri="{FF2B5EF4-FFF2-40B4-BE49-F238E27FC236}">
                <a16:creationId xmlns:a16="http://schemas.microsoft.com/office/drawing/2014/main" id="{17AC1B1A-7AFF-4712-8CBD-6167EE25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0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5853">
            <a:extLst xmlns:a="http://schemas.openxmlformats.org/drawingml/2006/main">
              <a:ext uri="{FF2B5EF4-FFF2-40B4-BE49-F238E27FC236}">
                <a16:creationId xmlns:a16="http://schemas.microsoft.com/office/drawing/2014/main" id="{17D14BEE-3643-4F28-A267-C09CBABB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1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5854">
            <a:extLst xmlns:a="http://schemas.openxmlformats.org/drawingml/2006/main">
              <a:ext uri="{FF2B5EF4-FFF2-40B4-BE49-F238E27FC236}">
                <a16:creationId xmlns:a16="http://schemas.microsoft.com/office/drawing/2014/main" id="{3EBF1914-948C-4A53-A94C-64D22011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16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5855">
            <a:extLst xmlns:a="http://schemas.openxmlformats.org/drawingml/2006/main">
              <a:ext uri="{FF2B5EF4-FFF2-40B4-BE49-F238E27FC236}">
                <a16:creationId xmlns:a16="http://schemas.microsoft.com/office/drawing/2014/main" id="{BEB33D47-0E67-423C-A5B5-5ACE56E2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25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5856">
            <a:extLst xmlns:a="http://schemas.openxmlformats.org/drawingml/2006/main">
              <a:ext uri="{FF2B5EF4-FFF2-40B4-BE49-F238E27FC236}">
                <a16:creationId xmlns:a16="http://schemas.microsoft.com/office/drawing/2014/main" id="{0AA0A3FB-2265-4F98-8BE9-D8D63512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4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5857">
            <a:extLst xmlns:a="http://schemas.openxmlformats.org/drawingml/2006/main">
              <a:ext uri="{FF2B5EF4-FFF2-40B4-BE49-F238E27FC236}">
                <a16:creationId xmlns:a16="http://schemas.microsoft.com/office/drawing/2014/main" id="{DC2B48F4-0313-4C92-8A4C-E21B3F97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0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5858">
            <a:extLst xmlns:a="http://schemas.openxmlformats.org/drawingml/2006/main">
              <a:ext uri="{FF2B5EF4-FFF2-40B4-BE49-F238E27FC236}">
                <a16:creationId xmlns:a16="http://schemas.microsoft.com/office/drawing/2014/main" id="{87DC2B19-C7A9-4409-BFD1-24DE370B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540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5859">
            <a:extLst xmlns:a="http://schemas.openxmlformats.org/drawingml/2006/main">
              <a:ext uri="{FF2B5EF4-FFF2-40B4-BE49-F238E27FC236}">
                <a16:creationId xmlns:a16="http://schemas.microsoft.com/office/drawing/2014/main" id="{9546A314-6B25-4F60-BBF2-B07C8046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09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5860">
            <a:extLst xmlns:a="http://schemas.openxmlformats.org/drawingml/2006/main">
              <a:ext uri="{FF2B5EF4-FFF2-40B4-BE49-F238E27FC236}">
                <a16:creationId xmlns:a16="http://schemas.microsoft.com/office/drawing/2014/main" id="{20877CFE-1FC9-4067-A139-E157B726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3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5861">
            <a:extLst xmlns:a="http://schemas.openxmlformats.org/drawingml/2006/main">
              <a:ext uri="{FF2B5EF4-FFF2-40B4-BE49-F238E27FC236}">
                <a16:creationId xmlns:a16="http://schemas.microsoft.com/office/drawing/2014/main" id="{A028CBAC-4388-46D5-9BA5-F9E56862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18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5862">
            <a:extLst xmlns:a="http://schemas.openxmlformats.org/drawingml/2006/main">
              <a:ext uri="{FF2B5EF4-FFF2-40B4-BE49-F238E27FC236}">
                <a16:creationId xmlns:a16="http://schemas.microsoft.com/office/drawing/2014/main" id="{9F362042-AF09-4C18-8289-23FFCD69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3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5863">
            <a:extLst xmlns:a="http://schemas.openxmlformats.org/drawingml/2006/main">
              <a:ext uri="{FF2B5EF4-FFF2-40B4-BE49-F238E27FC236}">
                <a16:creationId xmlns:a16="http://schemas.microsoft.com/office/drawing/2014/main" id="{57B5B5D2-8810-43F2-9654-23627CB2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0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5864">
            <a:extLst xmlns:a="http://schemas.openxmlformats.org/drawingml/2006/main">
              <a:ext uri="{FF2B5EF4-FFF2-40B4-BE49-F238E27FC236}">
                <a16:creationId xmlns:a16="http://schemas.microsoft.com/office/drawing/2014/main" id="{D6A8227C-B7B4-44A4-BB33-BCBDBB68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1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5865">
            <a:extLst xmlns:a="http://schemas.openxmlformats.org/drawingml/2006/main">
              <a:ext uri="{FF2B5EF4-FFF2-40B4-BE49-F238E27FC236}">
                <a16:creationId xmlns:a16="http://schemas.microsoft.com/office/drawing/2014/main" id="{824BCB99-111A-49FD-B29F-8F4847AF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75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5866">
            <a:extLst xmlns:a="http://schemas.openxmlformats.org/drawingml/2006/main">
              <a:ext uri="{FF2B5EF4-FFF2-40B4-BE49-F238E27FC236}">
                <a16:creationId xmlns:a16="http://schemas.microsoft.com/office/drawing/2014/main" id="{642D16D9-98D9-4B53-BC73-2920E535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9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5867">
            <a:extLst xmlns:a="http://schemas.openxmlformats.org/drawingml/2006/main">
              <a:ext uri="{FF2B5EF4-FFF2-40B4-BE49-F238E27FC236}">
                <a16:creationId xmlns:a16="http://schemas.microsoft.com/office/drawing/2014/main" id="{2DFF3DE0-59DC-410F-982B-AC35845A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8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5868">
            <a:extLst xmlns:a="http://schemas.openxmlformats.org/drawingml/2006/main">
              <a:ext uri="{FF2B5EF4-FFF2-40B4-BE49-F238E27FC236}">
                <a16:creationId xmlns:a16="http://schemas.microsoft.com/office/drawing/2014/main" id="{4DB0C40D-AB9E-4169-9E6D-A5C2771B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47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5869">
            <a:extLst xmlns:a="http://schemas.openxmlformats.org/drawingml/2006/main">
              <a:ext uri="{FF2B5EF4-FFF2-40B4-BE49-F238E27FC236}">
                <a16:creationId xmlns:a16="http://schemas.microsoft.com/office/drawing/2014/main" id="{8D6ACDC1-EE0E-4739-84E2-6AD4949F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81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5870">
            <a:extLst xmlns:a="http://schemas.openxmlformats.org/drawingml/2006/main">
              <a:ext uri="{FF2B5EF4-FFF2-40B4-BE49-F238E27FC236}">
                <a16:creationId xmlns:a16="http://schemas.microsoft.com/office/drawing/2014/main" id="{6706E281-0DAD-4A4F-9BE9-2D49E768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6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5871">
            <a:extLst xmlns:a="http://schemas.openxmlformats.org/drawingml/2006/main">
              <a:ext uri="{FF2B5EF4-FFF2-40B4-BE49-F238E27FC236}">
                <a16:creationId xmlns:a16="http://schemas.microsoft.com/office/drawing/2014/main" id="{F3F23C7C-42F7-402F-89A0-9C79DB0E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6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5872">
            <a:extLst xmlns:a="http://schemas.openxmlformats.org/drawingml/2006/main">
              <a:ext uri="{FF2B5EF4-FFF2-40B4-BE49-F238E27FC236}">
                <a16:creationId xmlns:a16="http://schemas.microsoft.com/office/drawing/2014/main" id="{F721E6D5-D7DA-438B-8B82-50D1AB57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553" y="24391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5873">
            <a:extLst xmlns:a="http://schemas.openxmlformats.org/drawingml/2006/main">
              <a:ext uri="{FF2B5EF4-FFF2-40B4-BE49-F238E27FC236}">
                <a16:creationId xmlns:a16="http://schemas.microsoft.com/office/drawing/2014/main" id="{5523148A-C346-4F02-A24F-AE32D821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3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5874">
            <a:extLst xmlns:a="http://schemas.openxmlformats.org/drawingml/2006/main">
              <a:ext uri="{FF2B5EF4-FFF2-40B4-BE49-F238E27FC236}">
                <a16:creationId xmlns:a16="http://schemas.microsoft.com/office/drawing/2014/main" id="{2F80441F-7FE7-4820-83B1-E74D752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09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5875">
            <a:extLst xmlns:a="http://schemas.openxmlformats.org/drawingml/2006/main">
              <a:ext uri="{FF2B5EF4-FFF2-40B4-BE49-F238E27FC236}">
                <a16:creationId xmlns:a16="http://schemas.microsoft.com/office/drawing/2014/main" id="{351F022E-2BC1-4697-8D34-50911DB6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7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5876">
            <a:extLst xmlns:a="http://schemas.openxmlformats.org/drawingml/2006/main">
              <a:ext uri="{FF2B5EF4-FFF2-40B4-BE49-F238E27FC236}">
                <a16:creationId xmlns:a16="http://schemas.microsoft.com/office/drawing/2014/main" id="{F6377BEF-F980-4369-A3A4-A3358A1A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58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5877">
            <a:extLst xmlns:a="http://schemas.openxmlformats.org/drawingml/2006/main">
              <a:ext uri="{FF2B5EF4-FFF2-40B4-BE49-F238E27FC236}">
                <a16:creationId xmlns:a16="http://schemas.microsoft.com/office/drawing/2014/main" id="{C9074C80-BB9F-424C-9724-34B01C27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7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5878">
            <a:extLst xmlns:a="http://schemas.openxmlformats.org/drawingml/2006/main">
              <a:ext uri="{FF2B5EF4-FFF2-40B4-BE49-F238E27FC236}">
                <a16:creationId xmlns:a16="http://schemas.microsoft.com/office/drawing/2014/main" id="{592002A4-1054-4AE8-B876-D60F550B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187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5879">
            <a:extLst xmlns:a="http://schemas.openxmlformats.org/drawingml/2006/main">
              <a:ext uri="{FF2B5EF4-FFF2-40B4-BE49-F238E27FC236}">
                <a16:creationId xmlns:a16="http://schemas.microsoft.com/office/drawing/2014/main" id="{4B6D3868-C6C2-4C75-AC81-9F66FD43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0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5880">
            <a:extLst xmlns:a="http://schemas.openxmlformats.org/drawingml/2006/main">
              <a:ext uri="{FF2B5EF4-FFF2-40B4-BE49-F238E27FC236}">
                <a16:creationId xmlns:a16="http://schemas.microsoft.com/office/drawing/2014/main" id="{38AD9F4B-3585-4CE8-A51E-97796C76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5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5881">
            <a:extLst xmlns:a="http://schemas.openxmlformats.org/drawingml/2006/main">
              <a:ext uri="{FF2B5EF4-FFF2-40B4-BE49-F238E27FC236}">
                <a16:creationId xmlns:a16="http://schemas.microsoft.com/office/drawing/2014/main" id="{02E6AE97-25E5-4E11-9AAF-5317BABD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34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5882">
            <a:extLst xmlns:a="http://schemas.openxmlformats.org/drawingml/2006/main">
              <a:ext uri="{FF2B5EF4-FFF2-40B4-BE49-F238E27FC236}">
                <a16:creationId xmlns:a16="http://schemas.microsoft.com/office/drawing/2014/main" id="{3C92B842-2FBE-4531-9227-4F99CF5E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3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5883">
            <a:extLst xmlns:a="http://schemas.openxmlformats.org/drawingml/2006/main">
              <a:ext uri="{FF2B5EF4-FFF2-40B4-BE49-F238E27FC236}">
                <a16:creationId xmlns:a16="http://schemas.microsoft.com/office/drawing/2014/main" id="{8847EEF6-1A63-4C41-9512-DFC603AB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42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5884">
            <a:extLst xmlns:a="http://schemas.openxmlformats.org/drawingml/2006/main">
              <a:ext uri="{FF2B5EF4-FFF2-40B4-BE49-F238E27FC236}">
                <a16:creationId xmlns:a16="http://schemas.microsoft.com/office/drawing/2014/main" id="{CE32D39C-437C-433E-906C-6DAFDC0A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52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5885">
            <a:extLst xmlns:a="http://schemas.openxmlformats.org/drawingml/2006/main">
              <a:ext uri="{FF2B5EF4-FFF2-40B4-BE49-F238E27FC236}">
                <a16:creationId xmlns:a16="http://schemas.microsoft.com/office/drawing/2014/main" id="{C75191FA-8383-40DB-B7BF-8A7DE7AF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4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5886">
            <a:extLst xmlns:a="http://schemas.openxmlformats.org/drawingml/2006/main">
              <a:ext uri="{FF2B5EF4-FFF2-40B4-BE49-F238E27FC236}">
                <a16:creationId xmlns:a16="http://schemas.microsoft.com/office/drawing/2014/main" id="{87992F5F-3B68-495D-8361-41B4430C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7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5887">
            <a:extLst xmlns:a="http://schemas.openxmlformats.org/drawingml/2006/main">
              <a:ext uri="{FF2B5EF4-FFF2-40B4-BE49-F238E27FC236}">
                <a16:creationId xmlns:a16="http://schemas.microsoft.com/office/drawing/2014/main" id="{60C0B400-D147-46AC-A4EB-7BF36E6C2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607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5888">
            <a:extLst xmlns:a="http://schemas.openxmlformats.org/drawingml/2006/main">
              <a:ext uri="{FF2B5EF4-FFF2-40B4-BE49-F238E27FC236}">
                <a16:creationId xmlns:a16="http://schemas.microsoft.com/office/drawing/2014/main" id="{D0B6CFDF-D628-4712-9B1A-57296385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7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5889">
            <a:extLst xmlns:a="http://schemas.openxmlformats.org/drawingml/2006/main">
              <a:ext uri="{FF2B5EF4-FFF2-40B4-BE49-F238E27FC236}">
                <a16:creationId xmlns:a16="http://schemas.microsoft.com/office/drawing/2014/main" id="{7D1877B3-6DF5-4AF0-AB2C-106074AF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0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5890">
            <a:extLst xmlns:a="http://schemas.openxmlformats.org/drawingml/2006/main">
              <a:ext uri="{FF2B5EF4-FFF2-40B4-BE49-F238E27FC236}">
                <a16:creationId xmlns:a16="http://schemas.microsoft.com/office/drawing/2014/main" id="{90CE75CF-66DF-41F1-90C8-8FFCED76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74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5891">
            <a:extLst xmlns:a="http://schemas.openxmlformats.org/drawingml/2006/main">
              <a:ext uri="{FF2B5EF4-FFF2-40B4-BE49-F238E27FC236}">
                <a16:creationId xmlns:a16="http://schemas.microsoft.com/office/drawing/2014/main" id="{86083D71-0FD0-4A56-8414-1481CFD5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59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5892">
            <a:extLst xmlns:a="http://schemas.openxmlformats.org/drawingml/2006/main">
              <a:ext uri="{FF2B5EF4-FFF2-40B4-BE49-F238E27FC236}">
                <a16:creationId xmlns:a16="http://schemas.microsoft.com/office/drawing/2014/main" id="{DA858885-5F6B-4939-BFFF-E8CA6FAC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55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5893">
            <a:extLst xmlns:a="http://schemas.openxmlformats.org/drawingml/2006/main">
              <a:ext uri="{FF2B5EF4-FFF2-40B4-BE49-F238E27FC236}">
                <a16:creationId xmlns:a16="http://schemas.microsoft.com/office/drawing/2014/main" id="{BC2F9C91-1219-40FF-8EC9-2F2542BB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841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5894">
            <a:extLst xmlns:a="http://schemas.openxmlformats.org/drawingml/2006/main">
              <a:ext uri="{FF2B5EF4-FFF2-40B4-BE49-F238E27FC236}">
                <a16:creationId xmlns:a16="http://schemas.microsoft.com/office/drawing/2014/main" id="{4F6739D0-0D5F-4DA4-BE1E-E0D81DAD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92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5895">
            <a:extLst xmlns:a="http://schemas.openxmlformats.org/drawingml/2006/main">
              <a:ext uri="{FF2B5EF4-FFF2-40B4-BE49-F238E27FC236}">
                <a16:creationId xmlns:a16="http://schemas.microsoft.com/office/drawing/2014/main" id="{8F379CE1-123B-4C78-97B9-24B1A14F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421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5896">
            <a:extLst xmlns:a="http://schemas.openxmlformats.org/drawingml/2006/main">
              <a:ext uri="{FF2B5EF4-FFF2-40B4-BE49-F238E27FC236}">
                <a16:creationId xmlns:a16="http://schemas.microsoft.com/office/drawing/2014/main" id="{3FAAFFBE-7301-4140-B91E-E465FD8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02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5897">
            <a:extLst xmlns:a="http://schemas.openxmlformats.org/drawingml/2006/main">
              <a:ext uri="{FF2B5EF4-FFF2-40B4-BE49-F238E27FC236}">
                <a16:creationId xmlns:a16="http://schemas.microsoft.com/office/drawing/2014/main" id="{62E1543C-CC5E-43D5-955C-BE94C691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5898">
            <a:extLst xmlns:a="http://schemas.openxmlformats.org/drawingml/2006/main">
              <a:ext uri="{FF2B5EF4-FFF2-40B4-BE49-F238E27FC236}">
                <a16:creationId xmlns:a16="http://schemas.microsoft.com/office/drawing/2014/main" id="{58D15F36-A6A6-41A9-AB9D-A4B1A995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9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5899">
            <a:extLst xmlns:a="http://schemas.openxmlformats.org/drawingml/2006/main">
              <a:ext uri="{FF2B5EF4-FFF2-40B4-BE49-F238E27FC236}">
                <a16:creationId xmlns:a16="http://schemas.microsoft.com/office/drawing/2014/main" id="{4FB7603A-DD11-46C2-A22B-0D46DEC5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1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5900">
            <a:extLst xmlns:a="http://schemas.openxmlformats.org/drawingml/2006/main">
              <a:ext uri="{FF2B5EF4-FFF2-40B4-BE49-F238E27FC236}">
                <a16:creationId xmlns:a16="http://schemas.microsoft.com/office/drawing/2014/main" id="{575169E2-F2AE-424D-8B17-79BAE607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5901">
            <a:extLst xmlns:a="http://schemas.openxmlformats.org/drawingml/2006/main">
              <a:ext uri="{FF2B5EF4-FFF2-40B4-BE49-F238E27FC236}">
                <a16:creationId xmlns:a16="http://schemas.microsoft.com/office/drawing/2014/main" id="{FE59E23F-EE62-44FA-9910-F3E13226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76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5902">
            <a:extLst xmlns:a="http://schemas.openxmlformats.org/drawingml/2006/main">
              <a:ext uri="{FF2B5EF4-FFF2-40B4-BE49-F238E27FC236}">
                <a16:creationId xmlns:a16="http://schemas.microsoft.com/office/drawing/2014/main" id="{FF45B6C9-CF06-47E2-94F5-D3DC95A7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6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5903">
            <a:extLst xmlns:a="http://schemas.openxmlformats.org/drawingml/2006/main">
              <a:ext uri="{FF2B5EF4-FFF2-40B4-BE49-F238E27FC236}">
                <a16:creationId xmlns:a16="http://schemas.microsoft.com/office/drawing/2014/main" id="{68EE71C8-F556-489C-BC69-A585914A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1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5904">
            <a:extLst xmlns:a="http://schemas.openxmlformats.org/drawingml/2006/main">
              <a:ext uri="{FF2B5EF4-FFF2-40B4-BE49-F238E27FC236}">
                <a16:creationId xmlns:a16="http://schemas.microsoft.com/office/drawing/2014/main" id="{5942EC96-E1BC-454F-A7B9-239EF999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752" y="25715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5905">
            <a:extLst xmlns:a="http://schemas.openxmlformats.org/drawingml/2006/main">
              <a:ext uri="{FF2B5EF4-FFF2-40B4-BE49-F238E27FC236}">
                <a16:creationId xmlns:a16="http://schemas.microsoft.com/office/drawing/2014/main" id="{5CA65343-A8F2-4C87-A461-AB712EF18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3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5906">
            <a:extLst xmlns:a="http://schemas.openxmlformats.org/drawingml/2006/main">
              <a:ext uri="{FF2B5EF4-FFF2-40B4-BE49-F238E27FC236}">
                <a16:creationId xmlns:a16="http://schemas.microsoft.com/office/drawing/2014/main" id="{E1364C70-8264-49E0-9C59-156E5B98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19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5907">
            <a:extLst xmlns:a="http://schemas.openxmlformats.org/drawingml/2006/main">
              <a:ext uri="{FF2B5EF4-FFF2-40B4-BE49-F238E27FC236}">
                <a16:creationId xmlns:a16="http://schemas.microsoft.com/office/drawing/2014/main" id="{728D2C60-1D27-4FCE-9974-0505C6FD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276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5908">
            <a:extLst xmlns:a="http://schemas.openxmlformats.org/drawingml/2006/main">
              <a:ext uri="{FF2B5EF4-FFF2-40B4-BE49-F238E27FC236}">
                <a16:creationId xmlns:a16="http://schemas.microsoft.com/office/drawing/2014/main" id="{A45DBC89-581C-49FB-94A1-55A8605E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19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5909">
            <a:extLst xmlns:a="http://schemas.openxmlformats.org/drawingml/2006/main">
              <a:ext uri="{FF2B5EF4-FFF2-40B4-BE49-F238E27FC236}">
                <a16:creationId xmlns:a16="http://schemas.microsoft.com/office/drawing/2014/main" id="{ECADBA20-F852-485E-BA81-B24F028C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29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5910">
            <a:extLst xmlns:a="http://schemas.openxmlformats.org/drawingml/2006/main">
              <a:ext uri="{FF2B5EF4-FFF2-40B4-BE49-F238E27FC236}">
                <a16:creationId xmlns:a16="http://schemas.microsoft.com/office/drawing/2014/main" id="{9690B85F-882D-4D93-BC83-660CDDFB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68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5911">
            <a:extLst xmlns:a="http://schemas.openxmlformats.org/drawingml/2006/main">
              <a:ext uri="{FF2B5EF4-FFF2-40B4-BE49-F238E27FC236}">
                <a16:creationId xmlns:a16="http://schemas.microsoft.com/office/drawing/2014/main" id="{8F1F358E-D6B6-429C-9E4D-515F279A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361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5912">
            <a:extLst xmlns:a="http://schemas.openxmlformats.org/drawingml/2006/main">
              <a:ext uri="{FF2B5EF4-FFF2-40B4-BE49-F238E27FC236}">
                <a16:creationId xmlns:a16="http://schemas.microsoft.com/office/drawing/2014/main" id="{A50593A7-4C44-44F9-BC1C-4BB859E3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415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5913">
            <a:extLst xmlns:a="http://schemas.openxmlformats.org/drawingml/2006/main">
              <a:ext uri="{FF2B5EF4-FFF2-40B4-BE49-F238E27FC236}">
                <a16:creationId xmlns:a16="http://schemas.microsoft.com/office/drawing/2014/main" id="{7EC04945-FB0C-4909-9509-E3CCCA62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789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5914">
            <a:extLst xmlns:a="http://schemas.openxmlformats.org/drawingml/2006/main">
              <a:ext uri="{FF2B5EF4-FFF2-40B4-BE49-F238E27FC236}">
                <a16:creationId xmlns:a16="http://schemas.microsoft.com/office/drawing/2014/main" id="{1C65911A-5DED-46C0-BA4E-1561FF01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5915">
            <a:extLst xmlns:a="http://schemas.openxmlformats.org/drawingml/2006/main">
              <a:ext uri="{FF2B5EF4-FFF2-40B4-BE49-F238E27FC236}">
                <a16:creationId xmlns:a16="http://schemas.microsoft.com/office/drawing/2014/main" id="{05473A8D-EF02-4191-A25E-74BE7AFC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8416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5916">
            <a:extLst xmlns:a="http://schemas.openxmlformats.org/drawingml/2006/main">
              <a:ext uri="{FF2B5EF4-FFF2-40B4-BE49-F238E27FC236}">
                <a16:creationId xmlns:a16="http://schemas.microsoft.com/office/drawing/2014/main" id="{22025C07-01A7-416E-88FC-FD5BE486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912" y="2614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5917">
            <a:extLst xmlns:a="http://schemas.openxmlformats.org/drawingml/2006/main">
              <a:ext uri="{FF2B5EF4-FFF2-40B4-BE49-F238E27FC236}">
                <a16:creationId xmlns:a16="http://schemas.microsoft.com/office/drawing/2014/main" id="{E8D646D0-7101-4463-A1FA-2C4BAFFB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806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5918">
            <a:extLst xmlns:a="http://schemas.openxmlformats.org/drawingml/2006/main">
              <a:ext uri="{FF2B5EF4-FFF2-40B4-BE49-F238E27FC236}">
                <a16:creationId xmlns:a16="http://schemas.microsoft.com/office/drawing/2014/main" id="{D78A2A9A-33A0-48A9-8A42-2A21F6A9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9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5919">
            <a:extLst xmlns:a="http://schemas.openxmlformats.org/drawingml/2006/main">
              <a:ext uri="{FF2B5EF4-FFF2-40B4-BE49-F238E27FC236}">
                <a16:creationId xmlns:a16="http://schemas.microsoft.com/office/drawing/2014/main" id="{B388ABAF-424B-4F7E-80F5-880459F2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8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5920">
            <a:extLst xmlns:a="http://schemas.openxmlformats.org/drawingml/2006/main">
              <a:ext uri="{FF2B5EF4-FFF2-40B4-BE49-F238E27FC236}">
                <a16:creationId xmlns:a16="http://schemas.microsoft.com/office/drawing/2014/main" id="{4AF3F96F-068C-4E93-92B2-CAB278A1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32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5921">
            <a:extLst xmlns:a="http://schemas.openxmlformats.org/drawingml/2006/main">
              <a:ext uri="{FF2B5EF4-FFF2-40B4-BE49-F238E27FC236}">
                <a16:creationId xmlns:a16="http://schemas.microsoft.com/office/drawing/2014/main" id="{04E83589-E994-4130-BA68-DCEE9335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403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5922">
            <a:extLst xmlns:a="http://schemas.openxmlformats.org/drawingml/2006/main">
              <a:ext uri="{FF2B5EF4-FFF2-40B4-BE49-F238E27FC236}">
                <a16:creationId xmlns:a16="http://schemas.microsoft.com/office/drawing/2014/main" id="{330ADAB0-0A5B-4AB5-831E-22F24EBA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7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5923">
            <a:extLst xmlns:a="http://schemas.openxmlformats.org/drawingml/2006/main">
              <a:ext uri="{FF2B5EF4-FFF2-40B4-BE49-F238E27FC236}">
                <a16:creationId xmlns:a16="http://schemas.microsoft.com/office/drawing/2014/main" id="{AF51C139-3142-42D8-9165-10C1A8FD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5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5924">
            <a:extLst xmlns:a="http://schemas.openxmlformats.org/drawingml/2006/main">
              <a:ext uri="{FF2B5EF4-FFF2-40B4-BE49-F238E27FC236}">
                <a16:creationId xmlns:a16="http://schemas.microsoft.com/office/drawing/2014/main" id="{48938E20-8364-4C39-8382-B9F3F582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6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5925">
            <a:extLst xmlns:a="http://schemas.openxmlformats.org/drawingml/2006/main">
              <a:ext uri="{FF2B5EF4-FFF2-40B4-BE49-F238E27FC236}">
                <a16:creationId xmlns:a16="http://schemas.microsoft.com/office/drawing/2014/main" id="{69258F1B-9867-4547-9F73-92F2FDA7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8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5926">
            <a:extLst xmlns:a="http://schemas.openxmlformats.org/drawingml/2006/main">
              <a:ext uri="{FF2B5EF4-FFF2-40B4-BE49-F238E27FC236}">
                <a16:creationId xmlns:a16="http://schemas.microsoft.com/office/drawing/2014/main" id="{F2EE4904-38B8-49EC-9BF1-48EB674B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5927">
            <a:extLst xmlns:a="http://schemas.openxmlformats.org/drawingml/2006/main">
              <a:ext uri="{FF2B5EF4-FFF2-40B4-BE49-F238E27FC236}">
                <a16:creationId xmlns:a16="http://schemas.microsoft.com/office/drawing/2014/main" id="{A4730727-54B0-42FA-8314-37FE83A8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7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5928">
            <a:extLst xmlns:a="http://schemas.openxmlformats.org/drawingml/2006/main">
              <a:ext uri="{FF2B5EF4-FFF2-40B4-BE49-F238E27FC236}">
                <a16:creationId xmlns:a16="http://schemas.microsoft.com/office/drawing/2014/main" id="{4BB17A90-E43C-4A9F-9F7A-E60D6DB4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48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5929">
            <a:extLst xmlns:a="http://schemas.openxmlformats.org/drawingml/2006/main">
              <a:ext uri="{FF2B5EF4-FFF2-40B4-BE49-F238E27FC236}">
                <a16:creationId xmlns:a16="http://schemas.microsoft.com/office/drawing/2014/main" id="{578696F4-1A04-4837-A2D0-2BB06463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9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5930">
            <a:extLst xmlns:a="http://schemas.openxmlformats.org/drawingml/2006/main">
              <a:ext uri="{FF2B5EF4-FFF2-40B4-BE49-F238E27FC236}">
                <a16:creationId xmlns:a16="http://schemas.microsoft.com/office/drawing/2014/main" id="{08942B2F-E76A-49B0-9E16-66F03EF2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7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5931">
            <a:extLst xmlns:a="http://schemas.openxmlformats.org/drawingml/2006/main">
              <a:ext uri="{FF2B5EF4-FFF2-40B4-BE49-F238E27FC236}">
                <a16:creationId xmlns:a16="http://schemas.microsoft.com/office/drawing/2014/main" id="{38D505BA-98A3-4221-8DD8-D8463DC4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5932">
            <a:extLst xmlns:a="http://schemas.openxmlformats.org/drawingml/2006/main">
              <a:ext uri="{FF2B5EF4-FFF2-40B4-BE49-F238E27FC236}">
                <a16:creationId xmlns:a16="http://schemas.microsoft.com/office/drawing/2014/main" id="{B6E5C010-E0C4-4025-8AC1-70ECF0F3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881" y="25864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5933">
            <a:extLst xmlns:a="http://schemas.openxmlformats.org/drawingml/2006/main">
              <a:ext uri="{FF2B5EF4-FFF2-40B4-BE49-F238E27FC236}">
                <a16:creationId xmlns:a16="http://schemas.microsoft.com/office/drawing/2014/main" id="{A433296A-9FE1-4511-AD57-F6C36A5C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84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5934">
            <a:extLst xmlns:a="http://schemas.openxmlformats.org/drawingml/2006/main">
              <a:ext uri="{FF2B5EF4-FFF2-40B4-BE49-F238E27FC236}">
                <a16:creationId xmlns:a16="http://schemas.microsoft.com/office/drawing/2014/main" id="{75F7D206-1CE6-44B4-A9FE-0274DEAB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11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5935">
            <a:extLst xmlns:a="http://schemas.openxmlformats.org/drawingml/2006/main">
              <a:ext uri="{FF2B5EF4-FFF2-40B4-BE49-F238E27FC236}">
                <a16:creationId xmlns:a16="http://schemas.microsoft.com/office/drawing/2014/main" id="{398212A9-C218-47D0-A85F-96179A17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5936">
            <a:extLst xmlns:a="http://schemas.openxmlformats.org/drawingml/2006/main">
              <a:ext uri="{FF2B5EF4-FFF2-40B4-BE49-F238E27FC236}">
                <a16:creationId xmlns:a16="http://schemas.microsoft.com/office/drawing/2014/main" id="{563843D3-7034-4BFF-A545-97E70282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5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5937">
            <a:extLst xmlns:a="http://schemas.openxmlformats.org/drawingml/2006/main">
              <a:ext uri="{FF2B5EF4-FFF2-40B4-BE49-F238E27FC236}">
                <a16:creationId xmlns:a16="http://schemas.microsoft.com/office/drawing/2014/main" id="{74D259A1-2C2F-4277-B156-6EBAD91D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3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5938">
            <a:extLst xmlns:a="http://schemas.openxmlformats.org/drawingml/2006/main">
              <a:ext uri="{FF2B5EF4-FFF2-40B4-BE49-F238E27FC236}">
                <a16:creationId xmlns:a16="http://schemas.microsoft.com/office/drawing/2014/main" id="{90975B47-96B6-4DB0-A313-DE15E3B5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815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5939">
            <a:extLst xmlns:a="http://schemas.openxmlformats.org/drawingml/2006/main">
              <a:ext uri="{FF2B5EF4-FFF2-40B4-BE49-F238E27FC236}">
                <a16:creationId xmlns:a16="http://schemas.microsoft.com/office/drawing/2014/main" id="{5CF7A149-0A0A-4932-9E9F-5A4E8CFA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6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5940">
            <a:extLst xmlns:a="http://schemas.openxmlformats.org/drawingml/2006/main">
              <a:ext uri="{FF2B5EF4-FFF2-40B4-BE49-F238E27FC236}">
                <a16:creationId xmlns:a16="http://schemas.microsoft.com/office/drawing/2014/main" id="{17F69059-9890-4DF2-9E06-7112CF0E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91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5941">
            <a:extLst xmlns:a="http://schemas.openxmlformats.org/drawingml/2006/main">
              <a:ext uri="{FF2B5EF4-FFF2-40B4-BE49-F238E27FC236}">
                <a16:creationId xmlns:a16="http://schemas.microsoft.com/office/drawing/2014/main" id="{94EB052C-F2B2-43C1-BC60-AA1243B2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9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5942">
            <a:extLst xmlns:a="http://schemas.openxmlformats.org/drawingml/2006/main">
              <a:ext uri="{FF2B5EF4-FFF2-40B4-BE49-F238E27FC236}">
                <a16:creationId xmlns:a16="http://schemas.microsoft.com/office/drawing/2014/main" id="{6CB3928F-C324-4525-961E-EC14B5D6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0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5943">
            <a:extLst xmlns:a="http://schemas.openxmlformats.org/drawingml/2006/main">
              <a:ext uri="{FF2B5EF4-FFF2-40B4-BE49-F238E27FC236}">
                <a16:creationId xmlns:a16="http://schemas.microsoft.com/office/drawing/2014/main" id="{BAF34088-A441-4BD4-BBD8-9FEBBCE0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1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5944">
            <a:extLst xmlns:a="http://schemas.openxmlformats.org/drawingml/2006/main">
              <a:ext uri="{FF2B5EF4-FFF2-40B4-BE49-F238E27FC236}">
                <a16:creationId xmlns:a16="http://schemas.microsoft.com/office/drawing/2014/main" id="{EA61BE64-80DD-46BA-BD63-147280C8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1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5945">
            <a:extLst xmlns:a="http://schemas.openxmlformats.org/drawingml/2006/main">
              <a:ext uri="{FF2B5EF4-FFF2-40B4-BE49-F238E27FC236}">
                <a16:creationId xmlns:a16="http://schemas.microsoft.com/office/drawing/2014/main" id="{B57B9A8F-D037-4FD5-8605-2A290756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9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5946">
            <a:extLst xmlns:a="http://schemas.openxmlformats.org/drawingml/2006/main">
              <a:ext uri="{FF2B5EF4-FFF2-40B4-BE49-F238E27FC236}">
                <a16:creationId xmlns:a16="http://schemas.microsoft.com/office/drawing/2014/main" id="{833E08D4-FE06-4799-AB53-F7CEF53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8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5947">
            <a:extLst xmlns:a="http://schemas.openxmlformats.org/drawingml/2006/main">
              <a:ext uri="{FF2B5EF4-FFF2-40B4-BE49-F238E27FC236}">
                <a16:creationId xmlns:a16="http://schemas.microsoft.com/office/drawing/2014/main" id="{D245D595-D3A6-4EB1-A6F4-3D9E824D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846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5948">
            <a:extLst xmlns:a="http://schemas.openxmlformats.org/drawingml/2006/main">
              <a:ext uri="{FF2B5EF4-FFF2-40B4-BE49-F238E27FC236}">
                <a16:creationId xmlns:a16="http://schemas.microsoft.com/office/drawing/2014/main" id="{B1DA5720-D334-4034-88A2-14BD22FC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4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5949">
            <a:extLst xmlns:a="http://schemas.openxmlformats.org/drawingml/2006/main">
              <a:ext uri="{FF2B5EF4-FFF2-40B4-BE49-F238E27FC236}">
                <a16:creationId xmlns:a16="http://schemas.microsoft.com/office/drawing/2014/main" id="{CDE0BFE5-91DB-4AFF-989B-6255DD2E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923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5950">
            <a:extLst xmlns:a="http://schemas.openxmlformats.org/drawingml/2006/main">
              <a:ext uri="{FF2B5EF4-FFF2-40B4-BE49-F238E27FC236}">
                <a16:creationId xmlns:a16="http://schemas.microsoft.com/office/drawing/2014/main" id="{FB1EE20F-68E7-4913-956A-6C01708C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46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5951">
            <a:extLst xmlns:a="http://schemas.openxmlformats.org/drawingml/2006/main">
              <a:ext uri="{FF2B5EF4-FFF2-40B4-BE49-F238E27FC236}">
                <a16:creationId xmlns:a16="http://schemas.microsoft.com/office/drawing/2014/main" id="{B2D0F9DF-92DF-4DE4-BFC4-6808DEF7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1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5952">
            <a:extLst xmlns:a="http://schemas.openxmlformats.org/drawingml/2006/main">
              <a:ext uri="{FF2B5EF4-FFF2-40B4-BE49-F238E27FC236}">
                <a16:creationId xmlns:a16="http://schemas.microsoft.com/office/drawing/2014/main" id="{6953E0D3-042C-4EA7-92C5-FDEC647B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7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5953">
            <a:extLst xmlns:a="http://schemas.openxmlformats.org/drawingml/2006/main">
              <a:ext uri="{FF2B5EF4-FFF2-40B4-BE49-F238E27FC236}">
                <a16:creationId xmlns:a16="http://schemas.microsoft.com/office/drawing/2014/main" id="{B79B8DB5-FC4F-4972-B98D-711F85A4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8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5954">
            <a:extLst xmlns:a="http://schemas.openxmlformats.org/drawingml/2006/main">
              <a:ext uri="{FF2B5EF4-FFF2-40B4-BE49-F238E27FC236}">
                <a16:creationId xmlns:a16="http://schemas.microsoft.com/office/drawing/2014/main" id="{8F03EB3F-DE8E-4B28-8AF3-F0CDB884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013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5955">
            <a:extLst xmlns:a="http://schemas.openxmlformats.org/drawingml/2006/main">
              <a:ext uri="{FF2B5EF4-FFF2-40B4-BE49-F238E27FC236}">
                <a16:creationId xmlns:a16="http://schemas.microsoft.com/office/drawing/2014/main" id="{0425651A-3CBC-4384-B309-0F0BA529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479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5956">
            <a:extLst xmlns:a="http://schemas.openxmlformats.org/drawingml/2006/main">
              <a:ext uri="{FF2B5EF4-FFF2-40B4-BE49-F238E27FC236}">
                <a16:creationId xmlns:a16="http://schemas.microsoft.com/office/drawing/2014/main" id="{BCFC48C2-C0F5-426C-A65D-10847992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767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5957">
            <a:extLst xmlns:a="http://schemas.openxmlformats.org/drawingml/2006/main">
              <a:ext uri="{FF2B5EF4-FFF2-40B4-BE49-F238E27FC236}">
                <a16:creationId xmlns:a16="http://schemas.microsoft.com/office/drawing/2014/main" id="{EBA644D6-25A0-4E10-A199-50D2BC86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5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5958">
            <a:extLst xmlns:a="http://schemas.openxmlformats.org/drawingml/2006/main">
              <a:ext uri="{FF2B5EF4-FFF2-40B4-BE49-F238E27FC236}">
                <a16:creationId xmlns:a16="http://schemas.microsoft.com/office/drawing/2014/main" id="{C6DF0BB3-DCE2-4D00-A798-B10DBD50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51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5959">
            <a:extLst xmlns:a="http://schemas.openxmlformats.org/drawingml/2006/main">
              <a:ext uri="{FF2B5EF4-FFF2-40B4-BE49-F238E27FC236}">
                <a16:creationId xmlns:a16="http://schemas.microsoft.com/office/drawing/2014/main" id="{1D4E0560-CE8B-4585-8FEE-4771D123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5960">
            <a:extLst xmlns:a="http://schemas.openxmlformats.org/drawingml/2006/main">
              <a:ext uri="{FF2B5EF4-FFF2-40B4-BE49-F238E27FC236}">
                <a16:creationId xmlns:a16="http://schemas.microsoft.com/office/drawing/2014/main" id="{D9C4C4B7-895C-4D4A-BC53-21F3EA1E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54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5961">
            <a:extLst xmlns:a="http://schemas.openxmlformats.org/drawingml/2006/main">
              <a:ext uri="{FF2B5EF4-FFF2-40B4-BE49-F238E27FC236}">
                <a16:creationId xmlns:a16="http://schemas.microsoft.com/office/drawing/2014/main" id="{E244E390-6AE5-4CD0-B7E3-5C8D69E6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8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5962">
            <a:extLst xmlns:a="http://schemas.openxmlformats.org/drawingml/2006/main">
              <a:ext uri="{FF2B5EF4-FFF2-40B4-BE49-F238E27FC236}">
                <a16:creationId xmlns:a16="http://schemas.microsoft.com/office/drawing/2014/main" id="{1BA530D4-9D5B-48C7-9D99-56FC452D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2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5963">
            <a:extLst xmlns:a="http://schemas.openxmlformats.org/drawingml/2006/main">
              <a:ext uri="{FF2B5EF4-FFF2-40B4-BE49-F238E27FC236}">
                <a16:creationId xmlns:a16="http://schemas.microsoft.com/office/drawing/2014/main" id="{72FA3586-04A2-43FF-AB95-896F8CEC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82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5964">
            <a:extLst xmlns:a="http://schemas.openxmlformats.org/drawingml/2006/main">
              <a:ext uri="{FF2B5EF4-FFF2-40B4-BE49-F238E27FC236}">
                <a16:creationId xmlns:a16="http://schemas.microsoft.com/office/drawing/2014/main" id="{07819036-FFD9-421E-A511-6114EEAD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5965">
            <a:extLst xmlns:a="http://schemas.openxmlformats.org/drawingml/2006/main">
              <a:ext uri="{FF2B5EF4-FFF2-40B4-BE49-F238E27FC236}">
                <a16:creationId xmlns:a16="http://schemas.microsoft.com/office/drawing/2014/main" id="{0F12DF62-374B-4955-B647-7CE2A72A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4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5966">
            <a:extLst xmlns:a="http://schemas.openxmlformats.org/drawingml/2006/main">
              <a:ext uri="{FF2B5EF4-FFF2-40B4-BE49-F238E27FC236}">
                <a16:creationId xmlns:a16="http://schemas.microsoft.com/office/drawing/2014/main" id="{9A791888-6608-4761-A096-8F8EAA2A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2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5967">
            <a:extLst xmlns:a="http://schemas.openxmlformats.org/drawingml/2006/main">
              <a:ext uri="{FF2B5EF4-FFF2-40B4-BE49-F238E27FC236}">
                <a16:creationId xmlns:a16="http://schemas.microsoft.com/office/drawing/2014/main" id="{D42E6A35-84C7-4FFA-A94F-72A39D37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5968">
            <a:extLst xmlns:a="http://schemas.openxmlformats.org/drawingml/2006/main">
              <a:ext uri="{FF2B5EF4-FFF2-40B4-BE49-F238E27FC236}">
                <a16:creationId xmlns:a16="http://schemas.microsoft.com/office/drawing/2014/main" id="{FD611849-823E-4AFE-B662-4E5D616E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2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5969">
            <a:extLst xmlns:a="http://schemas.openxmlformats.org/drawingml/2006/main">
              <a:ext uri="{FF2B5EF4-FFF2-40B4-BE49-F238E27FC236}">
                <a16:creationId xmlns:a16="http://schemas.microsoft.com/office/drawing/2014/main" id="{6CC53EB5-13BB-4B89-BC87-8CD2322C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4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5970">
            <a:extLst xmlns:a="http://schemas.openxmlformats.org/drawingml/2006/main">
              <a:ext uri="{FF2B5EF4-FFF2-40B4-BE49-F238E27FC236}">
                <a16:creationId xmlns:a16="http://schemas.microsoft.com/office/drawing/2014/main" id="{D0F8A9D2-0274-4250-827B-3A7EA98B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2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5971">
            <a:extLst xmlns:a="http://schemas.openxmlformats.org/drawingml/2006/main">
              <a:ext uri="{FF2B5EF4-FFF2-40B4-BE49-F238E27FC236}">
                <a16:creationId xmlns:a16="http://schemas.microsoft.com/office/drawing/2014/main" id="{8AAF3821-E939-479D-8588-7410CB2F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5972">
            <a:extLst xmlns:a="http://schemas.openxmlformats.org/drawingml/2006/main">
              <a:ext uri="{FF2B5EF4-FFF2-40B4-BE49-F238E27FC236}">
                <a16:creationId xmlns:a16="http://schemas.microsoft.com/office/drawing/2014/main" id="{5A55F9EF-EDD9-4A39-9746-34688401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5973">
            <a:extLst xmlns:a="http://schemas.openxmlformats.org/drawingml/2006/main">
              <a:ext uri="{FF2B5EF4-FFF2-40B4-BE49-F238E27FC236}">
                <a16:creationId xmlns:a16="http://schemas.microsoft.com/office/drawing/2014/main" id="{245D1326-0358-4F3D-8462-AEED3478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6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5974">
            <a:extLst xmlns:a="http://schemas.openxmlformats.org/drawingml/2006/main">
              <a:ext uri="{FF2B5EF4-FFF2-40B4-BE49-F238E27FC236}">
                <a16:creationId xmlns:a16="http://schemas.microsoft.com/office/drawing/2014/main" id="{CFB9B069-9F55-4597-99F6-7336B12A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98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5975">
            <a:extLst xmlns:a="http://schemas.openxmlformats.org/drawingml/2006/main">
              <a:ext uri="{FF2B5EF4-FFF2-40B4-BE49-F238E27FC236}">
                <a16:creationId xmlns:a16="http://schemas.microsoft.com/office/drawing/2014/main" id="{019EE75C-3CC5-4729-95AC-53D22994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81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5976">
            <a:extLst xmlns:a="http://schemas.openxmlformats.org/drawingml/2006/main">
              <a:ext uri="{FF2B5EF4-FFF2-40B4-BE49-F238E27FC236}">
                <a16:creationId xmlns:a16="http://schemas.microsoft.com/office/drawing/2014/main" id="{A9D4B9E8-BCB2-42CB-A799-DE269349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786" y="28686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5977">
            <a:extLst xmlns:a="http://schemas.openxmlformats.org/drawingml/2006/main">
              <a:ext uri="{FF2B5EF4-FFF2-40B4-BE49-F238E27FC236}">
                <a16:creationId xmlns:a16="http://schemas.microsoft.com/office/drawing/2014/main" id="{3CF80056-F9E5-414F-938C-38341955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6985" y="28762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5978">
            <a:extLst xmlns:a="http://schemas.openxmlformats.org/drawingml/2006/main">
              <a:ext uri="{FF2B5EF4-FFF2-40B4-BE49-F238E27FC236}">
                <a16:creationId xmlns:a16="http://schemas.microsoft.com/office/drawing/2014/main" id="{A9454236-F9B3-477D-8128-73D3F411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5979">
            <a:extLst xmlns:a="http://schemas.openxmlformats.org/drawingml/2006/main">
              <a:ext uri="{FF2B5EF4-FFF2-40B4-BE49-F238E27FC236}">
                <a16:creationId xmlns:a16="http://schemas.microsoft.com/office/drawing/2014/main" id="{9B6320AF-B048-4014-8B30-E7052A88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9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5980">
            <a:extLst xmlns:a="http://schemas.openxmlformats.org/drawingml/2006/main">
              <a:ext uri="{FF2B5EF4-FFF2-40B4-BE49-F238E27FC236}">
                <a16:creationId xmlns:a16="http://schemas.microsoft.com/office/drawing/2014/main" id="{750684E8-AA55-4E68-9526-044CCB47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24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5981">
            <a:extLst xmlns:a="http://schemas.openxmlformats.org/drawingml/2006/main">
              <a:ext uri="{FF2B5EF4-FFF2-40B4-BE49-F238E27FC236}">
                <a16:creationId xmlns:a16="http://schemas.microsoft.com/office/drawing/2014/main" id="{D7C7E12F-4825-4C52-B3BB-890BF40E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98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5982">
            <a:extLst xmlns:a="http://schemas.openxmlformats.org/drawingml/2006/main">
              <a:ext uri="{FF2B5EF4-FFF2-40B4-BE49-F238E27FC236}">
                <a16:creationId xmlns:a16="http://schemas.microsoft.com/office/drawing/2014/main" id="{00357C09-4087-4A83-A7C2-9C5BD156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4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5983">
            <a:extLst xmlns:a="http://schemas.openxmlformats.org/drawingml/2006/main">
              <a:ext uri="{FF2B5EF4-FFF2-40B4-BE49-F238E27FC236}">
                <a16:creationId xmlns:a16="http://schemas.microsoft.com/office/drawing/2014/main" id="{BA2D01F0-3866-4AA5-9A86-1F8F4510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5984">
            <a:extLst xmlns:a="http://schemas.openxmlformats.org/drawingml/2006/main">
              <a:ext uri="{FF2B5EF4-FFF2-40B4-BE49-F238E27FC236}">
                <a16:creationId xmlns:a16="http://schemas.microsoft.com/office/drawing/2014/main" id="{4A762A1A-53DD-4A06-9664-3397CBBB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1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5985">
            <a:extLst xmlns:a="http://schemas.openxmlformats.org/drawingml/2006/main">
              <a:ext uri="{FF2B5EF4-FFF2-40B4-BE49-F238E27FC236}">
                <a16:creationId xmlns:a16="http://schemas.microsoft.com/office/drawing/2014/main" id="{D50031F7-3040-43E3-8769-0E7EF34E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744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5986">
            <a:extLst xmlns:a="http://schemas.openxmlformats.org/drawingml/2006/main">
              <a:ext uri="{FF2B5EF4-FFF2-40B4-BE49-F238E27FC236}">
                <a16:creationId xmlns:a16="http://schemas.microsoft.com/office/drawing/2014/main" id="{1E977C87-A7AE-4799-8675-195D8E4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22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5987">
            <a:extLst xmlns:a="http://schemas.openxmlformats.org/drawingml/2006/main">
              <a:ext uri="{FF2B5EF4-FFF2-40B4-BE49-F238E27FC236}">
                <a16:creationId xmlns:a16="http://schemas.microsoft.com/office/drawing/2014/main" id="{9C43BDE8-AB7B-4D79-9897-2E0E5EE1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0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5988">
            <a:extLst xmlns:a="http://schemas.openxmlformats.org/drawingml/2006/main">
              <a:ext uri="{FF2B5EF4-FFF2-40B4-BE49-F238E27FC236}">
                <a16:creationId xmlns:a16="http://schemas.microsoft.com/office/drawing/2014/main" id="{F54A6C9F-0A9E-417B-A928-A5BE0B12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3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5989">
            <a:extLst xmlns:a="http://schemas.openxmlformats.org/drawingml/2006/main">
              <a:ext uri="{FF2B5EF4-FFF2-40B4-BE49-F238E27FC236}">
                <a16:creationId xmlns:a16="http://schemas.microsoft.com/office/drawing/2014/main" id="{A9A3EAFF-090D-4BC1-AA13-EF686E3A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94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5990">
            <a:extLst xmlns:a="http://schemas.openxmlformats.org/drawingml/2006/main">
              <a:ext uri="{FF2B5EF4-FFF2-40B4-BE49-F238E27FC236}">
                <a16:creationId xmlns:a16="http://schemas.microsoft.com/office/drawing/2014/main" id="{00BC4458-218D-4B03-8151-7E00967B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1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5991">
            <a:extLst xmlns:a="http://schemas.openxmlformats.org/drawingml/2006/main">
              <a:ext uri="{FF2B5EF4-FFF2-40B4-BE49-F238E27FC236}">
                <a16:creationId xmlns:a16="http://schemas.microsoft.com/office/drawing/2014/main" id="{374BDCA3-E02C-4C17-B94A-1A5DB215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2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5992">
            <a:extLst xmlns:a="http://schemas.openxmlformats.org/drawingml/2006/main">
              <a:ext uri="{FF2B5EF4-FFF2-40B4-BE49-F238E27FC236}">
                <a16:creationId xmlns:a16="http://schemas.microsoft.com/office/drawing/2014/main" id="{A6B4A32F-CFD7-415B-95A1-46F012F3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300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5993">
            <a:extLst xmlns:a="http://schemas.openxmlformats.org/drawingml/2006/main">
              <a:ext uri="{FF2B5EF4-FFF2-40B4-BE49-F238E27FC236}">
                <a16:creationId xmlns:a16="http://schemas.microsoft.com/office/drawing/2014/main" id="{33A799BD-858C-4035-924A-C97EDB96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29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5994">
            <a:extLst xmlns:a="http://schemas.openxmlformats.org/drawingml/2006/main">
              <a:ext uri="{FF2B5EF4-FFF2-40B4-BE49-F238E27FC236}">
                <a16:creationId xmlns:a16="http://schemas.microsoft.com/office/drawing/2014/main" id="{32854889-FF19-4419-AB34-28FD2088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7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5995">
            <a:extLst xmlns:a="http://schemas.openxmlformats.org/drawingml/2006/main">
              <a:ext uri="{FF2B5EF4-FFF2-40B4-BE49-F238E27FC236}">
                <a16:creationId xmlns:a16="http://schemas.microsoft.com/office/drawing/2014/main" id="{3781370A-ACAD-49BE-A84E-6EE9209F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8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5996">
            <a:extLst xmlns:a="http://schemas.openxmlformats.org/drawingml/2006/main">
              <a:ext uri="{FF2B5EF4-FFF2-40B4-BE49-F238E27FC236}">
                <a16:creationId xmlns:a16="http://schemas.microsoft.com/office/drawing/2014/main" id="{A787692E-68B9-45FC-900B-19E21FA2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2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5997">
            <a:extLst xmlns:a="http://schemas.openxmlformats.org/drawingml/2006/main">
              <a:ext uri="{FF2B5EF4-FFF2-40B4-BE49-F238E27FC236}">
                <a16:creationId xmlns:a16="http://schemas.microsoft.com/office/drawing/2014/main" id="{2B840F46-A802-4FDC-91AB-35371693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35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5998">
            <a:extLst xmlns:a="http://schemas.openxmlformats.org/drawingml/2006/main">
              <a:ext uri="{FF2B5EF4-FFF2-40B4-BE49-F238E27FC236}">
                <a16:creationId xmlns:a16="http://schemas.microsoft.com/office/drawing/2014/main" id="{4BE1C7F0-BCBD-4DD6-A56C-95A7C609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989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5999">
            <a:extLst xmlns:a="http://schemas.openxmlformats.org/drawingml/2006/main">
              <a:ext uri="{FF2B5EF4-FFF2-40B4-BE49-F238E27FC236}">
                <a16:creationId xmlns:a16="http://schemas.microsoft.com/office/drawing/2014/main" id="{8036941B-1C16-42E5-9B5B-855ADD30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6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6000">
            <a:extLst xmlns:a="http://schemas.openxmlformats.org/drawingml/2006/main">
              <a:ext uri="{FF2B5EF4-FFF2-40B4-BE49-F238E27FC236}">
                <a16:creationId xmlns:a16="http://schemas.microsoft.com/office/drawing/2014/main" id="{D00BCCE5-9164-4180-A801-8D9A77C1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6001">
            <a:extLst xmlns:a="http://schemas.openxmlformats.org/drawingml/2006/main">
              <a:ext uri="{FF2B5EF4-FFF2-40B4-BE49-F238E27FC236}">
                <a16:creationId xmlns:a16="http://schemas.microsoft.com/office/drawing/2014/main" id="{F333F8A2-FE6D-46B7-8BF6-78C7CF6C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36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6002">
            <a:extLst xmlns:a="http://schemas.openxmlformats.org/drawingml/2006/main">
              <a:ext uri="{FF2B5EF4-FFF2-40B4-BE49-F238E27FC236}">
                <a16:creationId xmlns:a16="http://schemas.microsoft.com/office/drawing/2014/main" id="{A7657D0E-9381-4E8B-9B6F-3F32E237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46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6003">
            <a:extLst xmlns:a="http://schemas.openxmlformats.org/drawingml/2006/main">
              <a:ext uri="{FF2B5EF4-FFF2-40B4-BE49-F238E27FC236}">
                <a16:creationId xmlns:a16="http://schemas.microsoft.com/office/drawing/2014/main" id="{DBCF7F4D-E76E-4C9D-994D-722299C7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0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6004">
            <a:extLst xmlns:a="http://schemas.openxmlformats.org/drawingml/2006/main">
              <a:ext uri="{FF2B5EF4-FFF2-40B4-BE49-F238E27FC236}">
                <a16:creationId xmlns:a16="http://schemas.microsoft.com/office/drawing/2014/main" id="{CBABACAD-4C70-4BC5-B7D3-390EDD40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920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6005">
            <a:extLst xmlns:a="http://schemas.openxmlformats.org/drawingml/2006/main">
              <a:ext uri="{FF2B5EF4-FFF2-40B4-BE49-F238E27FC236}">
                <a16:creationId xmlns:a16="http://schemas.microsoft.com/office/drawing/2014/main" id="{469E1C58-6817-45F9-A0A0-C329A115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35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6006">
            <a:extLst xmlns:a="http://schemas.openxmlformats.org/drawingml/2006/main">
              <a:ext uri="{FF2B5EF4-FFF2-40B4-BE49-F238E27FC236}">
                <a16:creationId xmlns:a16="http://schemas.microsoft.com/office/drawing/2014/main" id="{0E11AF4D-0340-4127-A86F-02266805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36" y="255544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6007">
            <a:extLst xmlns:a="http://schemas.openxmlformats.org/drawingml/2006/main">
              <a:ext uri="{FF2B5EF4-FFF2-40B4-BE49-F238E27FC236}">
                <a16:creationId xmlns:a16="http://schemas.microsoft.com/office/drawing/2014/main" id="{DB6541C6-7964-4A66-A5DE-B4364C2F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66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6008">
            <a:extLst xmlns:a="http://schemas.openxmlformats.org/drawingml/2006/main">
              <a:ext uri="{FF2B5EF4-FFF2-40B4-BE49-F238E27FC236}">
                <a16:creationId xmlns:a16="http://schemas.microsoft.com/office/drawing/2014/main" id="{74597F4A-2A3A-4D35-9DE2-ACE50250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6009">
            <a:extLst xmlns:a="http://schemas.openxmlformats.org/drawingml/2006/main">
              <a:ext uri="{FF2B5EF4-FFF2-40B4-BE49-F238E27FC236}">
                <a16:creationId xmlns:a16="http://schemas.microsoft.com/office/drawing/2014/main" id="{801BF4CC-1E98-492F-9495-BCBED206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2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6010">
            <a:extLst xmlns:a="http://schemas.openxmlformats.org/drawingml/2006/main">
              <a:ext uri="{FF2B5EF4-FFF2-40B4-BE49-F238E27FC236}">
                <a16:creationId xmlns:a16="http://schemas.microsoft.com/office/drawing/2014/main" id="{B67E63EE-07C6-4AD9-9119-1473E102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20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6011">
            <a:extLst xmlns:a="http://schemas.openxmlformats.org/drawingml/2006/main">
              <a:ext uri="{FF2B5EF4-FFF2-40B4-BE49-F238E27FC236}">
                <a16:creationId xmlns:a16="http://schemas.microsoft.com/office/drawing/2014/main" id="{F13FE2E6-E0D4-49F6-A243-195B8F84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0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6012">
            <a:extLst xmlns:a="http://schemas.openxmlformats.org/drawingml/2006/main">
              <a:ext uri="{FF2B5EF4-FFF2-40B4-BE49-F238E27FC236}">
                <a16:creationId xmlns:a16="http://schemas.microsoft.com/office/drawing/2014/main" id="{F58FA532-FB84-4D86-98DE-7F77C94E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2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6013">
            <a:extLst xmlns:a="http://schemas.openxmlformats.org/drawingml/2006/main">
              <a:ext uri="{FF2B5EF4-FFF2-40B4-BE49-F238E27FC236}">
                <a16:creationId xmlns:a16="http://schemas.microsoft.com/office/drawing/2014/main" id="{A0ABA6CF-B700-4436-B56E-1A6BD983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67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6014">
            <a:extLst xmlns:a="http://schemas.openxmlformats.org/drawingml/2006/main">
              <a:ext uri="{FF2B5EF4-FFF2-40B4-BE49-F238E27FC236}">
                <a16:creationId xmlns:a16="http://schemas.microsoft.com/office/drawing/2014/main" id="{2BCBBE8C-0E2F-4933-8A38-E0317149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63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6015">
            <a:extLst xmlns:a="http://schemas.openxmlformats.org/drawingml/2006/main">
              <a:ext uri="{FF2B5EF4-FFF2-40B4-BE49-F238E27FC236}">
                <a16:creationId xmlns:a16="http://schemas.microsoft.com/office/drawing/2014/main" id="{02C8D1D9-381F-44B3-8B62-2BB546BD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3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6016">
            <a:extLst xmlns:a="http://schemas.openxmlformats.org/drawingml/2006/main">
              <a:ext uri="{FF2B5EF4-FFF2-40B4-BE49-F238E27FC236}">
                <a16:creationId xmlns:a16="http://schemas.microsoft.com/office/drawing/2014/main" id="{46DAD174-68E2-4CA9-B0B9-806E3892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628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6017">
            <a:extLst xmlns:a="http://schemas.openxmlformats.org/drawingml/2006/main">
              <a:ext uri="{FF2B5EF4-FFF2-40B4-BE49-F238E27FC236}">
                <a16:creationId xmlns:a16="http://schemas.microsoft.com/office/drawing/2014/main" id="{60617A01-B25A-4865-B3D1-650EAD9D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3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6018">
            <a:extLst xmlns:a="http://schemas.openxmlformats.org/drawingml/2006/main">
              <a:ext uri="{FF2B5EF4-FFF2-40B4-BE49-F238E27FC236}">
                <a16:creationId xmlns:a16="http://schemas.microsoft.com/office/drawing/2014/main" id="{9E09C0AF-7B48-4AE1-8297-4C049D50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9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6019">
            <a:extLst xmlns:a="http://schemas.openxmlformats.org/drawingml/2006/main">
              <a:ext uri="{FF2B5EF4-FFF2-40B4-BE49-F238E27FC236}">
                <a16:creationId xmlns:a16="http://schemas.microsoft.com/office/drawing/2014/main" id="{49CCDF4C-3DF5-4BC0-ADA9-AD5794B1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330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6020">
            <a:extLst xmlns:a="http://schemas.openxmlformats.org/drawingml/2006/main">
              <a:ext uri="{FF2B5EF4-FFF2-40B4-BE49-F238E27FC236}">
                <a16:creationId xmlns:a16="http://schemas.microsoft.com/office/drawing/2014/main" id="{F43EFE70-D097-4340-A95F-B53757BE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532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6021">
            <a:extLst xmlns:a="http://schemas.openxmlformats.org/drawingml/2006/main">
              <a:ext uri="{FF2B5EF4-FFF2-40B4-BE49-F238E27FC236}">
                <a16:creationId xmlns:a16="http://schemas.microsoft.com/office/drawing/2014/main" id="{B7F202BC-5DBD-4875-AF50-38452CF1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288" y="273377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6022">
            <a:extLst xmlns:a="http://schemas.openxmlformats.org/drawingml/2006/main">
              <a:ext uri="{FF2B5EF4-FFF2-40B4-BE49-F238E27FC236}">
                <a16:creationId xmlns:a16="http://schemas.microsoft.com/office/drawing/2014/main" id="{EA1EFDEB-EC6F-42E9-9B2E-5F18BBD8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116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6023">
            <a:extLst xmlns:a="http://schemas.openxmlformats.org/drawingml/2006/main">
              <a:ext uri="{FF2B5EF4-FFF2-40B4-BE49-F238E27FC236}">
                <a16:creationId xmlns:a16="http://schemas.microsoft.com/office/drawing/2014/main" id="{752555AC-9EE0-48A4-B3EC-2C3A4E74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4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8" name="data_6024">
            <a:extLst xmlns:a="http://schemas.openxmlformats.org/drawingml/2006/main">
              <a:ext uri="{FF2B5EF4-FFF2-40B4-BE49-F238E27FC236}">
                <a16:creationId xmlns:a16="http://schemas.microsoft.com/office/drawing/2014/main" id="{9698196B-5FC4-42E7-8CE9-37A4E0BE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078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9" name="data_6025">
            <a:extLst xmlns:a="http://schemas.openxmlformats.org/drawingml/2006/main">
              <a:ext uri="{FF2B5EF4-FFF2-40B4-BE49-F238E27FC236}">
                <a16:creationId xmlns:a16="http://schemas.microsoft.com/office/drawing/2014/main" id="{6F645EAD-3B76-4680-B2E0-70301478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51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0" name="data_6026">
            <a:extLst xmlns:a="http://schemas.openxmlformats.org/drawingml/2006/main">
              <a:ext uri="{FF2B5EF4-FFF2-40B4-BE49-F238E27FC236}">
                <a16:creationId xmlns:a16="http://schemas.microsoft.com/office/drawing/2014/main" id="{CB0B6D18-2446-4187-A083-4FE7F49F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860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1" name="data_6027">
            <a:extLst xmlns:a="http://schemas.openxmlformats.org/drawingml/2006/main">
              <a:ext uri="{FF2B5EF4-FFF2-40B4-BE49-F238E27FC236}">
                <a16:creationId xmlns:a16="http://schemas.microsoft.com/office/drawing/2014/main" id="{5C925829-5500-4A6B-AED8-7CDD7AD9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144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2" name="data_6028">
            <a:extLst xmlns:a="http://schemas.openxmlformats.org/drawingml/2006/main">
              <a:ext uri="{FF2B5EF4-FFF2-40B4-BE49-F238E27FC236}">
                <a16:creationId xmlns:a16="http://schemas.microsoft.com/office/drawing/2014/main" id="{9BA28900-C955-4E16-A588-66F2243E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6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3" name="data_6029">
            <a:extLst xmlns:a="http://schemas.openxmlformats.org/drawingml/2006/main">
              <a:ext uri="{FF2B5EF4-FFF2-40B4-BE49-F238E27FC236}">
                <a16:creationId xmlns:a16="http://schemas.microsoft.com/office/drawing/2014/main" id="{A9BC4EC3-C811-43C6-B36D-6FBB5C49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6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4" name="data_6030">
            <a:extLst xmlns:a="http://schemas.openxmlformats.org/drawingml/2006/main">
              <a:ext uri="{FF2B5EF4-FFF2-40B4-BE49-F238E27FC236}">
                <a16:creationId xmlns:a16="http://schemas.microsoft.com/office/drawing/2014/main" id="{1A445379-19CB-4607-A60E-08C187F8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818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5" name="data_6031">
            <a:extLst xmlns:a="http://schemas.openxmlformats.org/drawingml/2006/main">
              <a:ext uri="{FF2B5EF4-FFF2-40B4-BE49-F238E27FC236}">
                <a16:creationId xmlns:a16="http://schemas.microsoft.com/office/drawing/2014/main" id="{31E2B444-1833-4E0B-ABFE-4B338DF4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0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6" name="data_6032">
            <a:extLst xmlns:a="http://schemas.openxmlformats.org/drawingml/2006/main">
              <a:ext uri="{FF2B5EF4-FFF2-40B4-BE49-F238E27FC236}">
                <a16:creationId xmlns:a16="http://schemas.microsoft.com/office/drawing/2014/main" id="{1BF12DC8-4BEB-4F86-968E-0E0AEF3B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2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7" name="data_6033">
            <a:extLst xmlns:a="http://schemas.openxmlformats.org/drawingml/2006/main">
              <a:ext uri="{FF2B5EF4-FFF2-40B4-BE49-F238E27FC236}">
                <a16:creationId xmlns:a16="http://schemas.microsoft.com/office/drawing/2014/main" id="{14AC6660-24BC-462D-9D36-799BF5B4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19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8" name="data_6034">
            <a:extLst xmlns:a="http://schemas.openxmlformats.org/drawingml/2006/main">
              <a:ext uri="{FF2B5EF4-FFF2-40B4-BE49-F238E27FC236}">
                <a16:creationId xmlns:a16="http://schemas.microsoft.com/office/drawing/2014/main" id="{2D952646-6B41-4F4D-8584-F9FE8874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2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9" name="data_6035">
            <a:extLst xmlns:a="http://schemas.openxmlformats.org/drawingml/2006/main">
              <a:ext uri="{FF2B5EF4-FFF2-40B4-BE49-F238E27FC236}">
                <a16:creationId xmlns:a16="http://schemas.microsoft.com/office/drawing/2014/main" id="{A1F40911-E1FD-4953-8910-278348AE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4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0" name="data_6036">
            <a:extLst xmlns:a="http://schemas.openxmlformats.org/drawingml/2006/main">
              <a:ext uri="{FF2B5EF4-FFF2-40B4-BE49-F238E27FC236}">
                <a16:creationId xmlns:a16="http://schemas.microsoft.com/office/drawing/2014/main" id="{75D0CB3C-B286-4D02-B238-44D5C3F2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0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1" name="data_6037">
            <a:extLst xmlns:a="http://schemas.openxmlformats.org/drawingml/2006/main">
              <a:ext uri="{FF2B5EF4-FFF2-40B4-BE49-F238E27FC236}">
                <a16:creationId xmlns:a16="http://schemas.microsoft.com/office/drawing/2014/main" id="{573B2AF8-E93D-4885-B233-0D872B76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568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2" name="data_6038">
            <a:extLst xmlns:a="http://schemas.openxmlformats.org/drawingml/2006/main">
              <a:ext uri="{FF2B5EF4-FFF2-40B4-BE49-F238E27FC236}">
                <a16:creationId xmlns:a16="http://schemas.microsoft.com/office/drawing/2014/main" id="{CE905428-F701-49B6-865E-31981B23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12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3" name="data_6039">
            <a:extLst xmlns:a="http://schemas.openxmlformats.org/drawingml/2006/main">
              <a:ext uri="{FF2B5EF4-FFF2-40B4-BE49-F238E27FC236}">
                <a16:creationId xmlns:a16="http://schemas.microsoft.com/office/drawing/2014/main" id="{722F3F2A-8ACE-4B21-A78C-E97CF75A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3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6040">
            <a:extLst xmlns:a="http://schemas.openxmlformats.org/drawingml/2006/main">
              <a:ext uri="{FF2B5EF4-FFF2-40B4-BE49-F238E27FC236}">
                <a16:creationId xmlns:a16="http://schemas.microsoft.com/office/drawing/2014/main" id="{14B5AED8-57FC-4436-931E-5ED0B49C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209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5" name="data_6041">
            <a:extLst xmlns:a="http://schemas.openxmlformats.org/drawingml/2006/main">
              <a:ext uri="{FF2B5EF4-FFF2-40B4-BE49-F238E27FC236}">
                <a16:creationId xmlns:a16="http://schemas.microsoft.com/office/drawing/2014/main" id="{07666F57-C82F-40C1-BDA3-329F9198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4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6" name="data_6042">
            <a:extLst xmlns:a="http://schemas.openxmlformats.org/drawingml/2006/main">
              <a:ext uri="{FF2B5EF4-FFF2-40B4-BE49-F238E27FC236}">
                <a16:creationId xmlns:a16="http://schemas.microsoft.com/office/drawing/2014/main" id="{37792A0D-61D8-41C0-ACBB-E861E393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40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7" name="data_6043">
            <a:extLst xmlns:a="http://schemas.openxmlformats.org/drawingml/2006/main">
              <a:ext uri="{FF2B5EF4-FFF2-40B4-BE49-F238E27FC236}">
                <a16:creationId xmlns:a16="http://schemas.microsoft.com/office/drawing/2014/main" id="{4A59205A-4C12-4144-A91F-DE606C28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1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8" name="data_6044">
            <a:extLst xmlns:a="http://schemas.openxmlformats.org/drawingml/2006/main">
              <a:ext uri="{FF2B5EF4-FFF2-40B4-BE49-F238E27FC236}">
                <a16:creationId xmlns:a16="http://schemas.microsoft.com/office/drawing/2014/main" id="{2B909F61-008F-428E-A8F9-871CAD2D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7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9" name="data_6045">
            <a:extLst xmlns:a="http://schemas.openxmlformats.org/drawingml/2006/main">
              <a:ext uri="{FF2B5EF4-FFF2-40B4-BE49-F238E27FC236}">
                <a16:creationId xmlns:a16="http://schemas.microsoft.com/office/drawing/2014/main" id="{6DC7C151-052E-4A0A-B87F-A30A64B4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9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0" name="data_6046">
            <a:extLst xmlns:a="http://schemas.openxmlformats.org/drawingml/2006/main">
              <a:ext uri="{FF2B5EF4-FFF2-40B4-BE49-F238E27FC236}">
                <a16:creationId xmlns:a16="http://schemas.microsoft.com/office/drawing/2014/main" id="{490970BF-8C6D-4F29-A78F-6C9E0917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9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1" name="data_6047">
            <a:extLst xmlns:a="http://schemas.openxmlformats.org/drawingml/2006/main">
              <a:ext uri="{FF2B5EF4-FFF2-40B4-BE49-F238E27FC236}">
                <a16:creationId xmlns:a16="http://schemas.microsoft.com/office/drawing/2014/main" id="{89487220-94E6-4EB9-87BA-27A2DEAF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50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2" name="data_6048">
            <a:extLst xmlns:a="http://schemas.openxmlformats.org/drawingml/2006/main">
              <a:ext uri="{FF2B5EF4-FFF2-40B4-BE49-F238E27FC236}">
                <a16:creationId xmlns:a16="http://schemas.microsoft.com/office/drawing/2014/main" id="{8DF142CD-4F7B-43DB-A6C2-7BE94976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1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3" name="data_6049">
            <a:extLst xmlns:a="http://schemas.openxmlformats.org/drawingml/2006/main">
              <a:ext uri="{FF2B5EF4-FFF2-40B4-BE49-F238E27FC236}">
                <a16:creationId xmlns:a16="http://schemas.microsoft.com/office/drawing/2014/main" id="{27DF2BE1-C6D7-437F-A2A3-2F51C424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4" name="data_6050">
            <a:extLst xmlns:a="http://schemas.openxmlformats.org/drawingml/2006/main">
              <a:ext uri="{FF2B5EF4-FFF2-40B4-BE49-F238E27FC236}">
                <a16:creationId xmlns:a16="http://schemas.microsoft.com/office/drawing/2014/main" id="{C17E9DA4-B489-4FDF-847E-73DA90D8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5" name="data_6051">
            <a:extLst xmlns:a="http://schemas.openxmlformats.org/drawingml/2006/main">
              <a:ext uri="{FF2B5EF4-FFF2-40B4-BE49-F238E27FC236}">
                <a16:creationId xmlns:a16="http://schemas.microsoft.com/office/drawing/2014/main" id="{F287E3F9-9702-4EA2-98D4-7B24AACC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5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6" name="data_6052">
            <a:extLst xmlns:a="http://schemas.openxmlformats.org/drawingml/2006/main">
              <a:ext uri="{FF2B5EF4-FFF2-40B4-BE49-F238E27FC236}">
                <a16:creationId xmlns:a16="http://schemas.microsoft.com/office/drawing/2014/main" id="{22C6DFCB-1248-4384-A72F-C4D5B455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63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7" name="data_6053">
            <a:extLst xmlns:a="http://schemas.openxmlformats.org/drawingml/2006/main">
              <a:ext uri="{FF2B5EF4-FFF2-40B4-BE49-F238E27FC236}">
                <a16:creationId xmlns:a16="http://schemas.microsoft.com/office/drawing/2014/main" id="{17C0E758-9217-4608-83DA-9035B913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12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8" name="data_6054">
            <a:extLst xmlns:a="http://schemas.openxmlformats.org/drawingml/2006/main">
              <a:ext uri="{FF2B5EF4-FFF2-40B4-BE49-F238E27FC236}">
                <a16:creationId xmlns:a16="http://schemas.microsoft.com/office/drawing/2014/main" id="{B85C2D60-BBD8-41C2-A0E7-CC7B1CD2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76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9" name="data_6055">
            <a:extLst xmlns:a="http://schemas.openxmlformats.org/drawingml/2006/main">
              <a:ext uri="{FF2B5EF4-FFF2-40B4-BE49-F238E27FC236}">
                <a16:creationId xmlns:a16="http://schemas.microsoft.com/office/drawing/2014/main" id="{9C53CBC9-D865-4477-B8F9-4C4B36CE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90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0" name="data_6056">
            <a:extLst xmlns:a="http://schemas.openxmlformats.org/drawingml/2006/main">
              <a:ext uri="{FF2B5EF4-FFF2-40B4-BE49-F238E27FC236}">
                <a16:creationId xmlns:a16="http://schemas.microsoft.com/office/drawing/2014/main" id="{D37447D1-7390-4500-8C00-CB2E7079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981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1" name="data_6057">
            <a:extLst xmlns:a="http://schemas.openxmlformats.org/drawingml/2006/main">
              <a:ext uri="{FF2B5EF4-FFF2-40B4-BE49-F238E27FC236}">
                <a16:creationId xmlns:a16="http://schemas.microsoft.com/office/drawing/2014/main" id="{EB76EF21-6626-423B-96C7-B70790BA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21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2" name="data_6058">
            <a:extLst xmlns:a="http://schemas.openxmlformats.org/drawingml/2006/main">
              <a:ext uri="{FF2B5EF4-FFF2-40B4-BE49-F238E27FC236}">
                <a16:creationId xmlns:a16="http://schemas.microsoft.com/office/drawing/2014/main" id="{AB4E88C8-0182-468C-93B1-EF0265C32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033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3" name="data_6059">
            <a:extLst xmlns:a="http://schemas.openxmlformats.org/drawingml/2006/main">
              <a:ext uri="{FF2B5EF4-FFF2-40B4-BE49-F238E27FC236}">
                <a16:creationId xmlns:a16="http://schemas.microsoft.com/office/drawing/2014/main" id="{2473B1F9-F231-4CB6-864F-D8FD6DC5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5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4" name="data_6060">
            <a:extLst xmlns:a="http://schemas.openxmlformats.org/drawingml/2006/main">
              <a:ext uri="{FF2B5EF4-FFF2-40B4-BE49-F238E27FC236}">
                <a16:creationId xmlns:a16="http://schemas.microsoft.com/office/drawing/2014/main" id="{DCAF341E-AB0C-46B5-B92C-93D56F24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37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5" name="data_6061">
            <a:extLst xmlns:a="http://schemas.openxmlformats.org/drawingml/2006/main">
              <a:ext uri="{FF2B5EF4-FFF2-40B4-BE49-F238E27FC236}">
                <a16:creationId xmlns:a16="http://schemas.microsoft.com/office/drawing/2014/main" id="{5D2AD4B9-4F73-419F-B405-EAE7535E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4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6" name="data_6062">
            <a:extLst xmlns:a="http://schemas.openxmlformats.org/drawingml/2006/main">
              <a:ext uri="{FF2B5EF4-FFF2-40B4-BE49-F238E27FC236}">
                <a16:creationId xmlns:a16="http://schemas.microsoft.com/office/drawing/2014/main" id="{44CA5998-E9F6-4EB4-AAD5-B0C4EBD4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45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7" name="data_6063">
            <a:extLst xmlns:a="http://schemas.openxmlformats.org/drawingml/2006/main">
              <a:ext uri="{FF2B5EF4-FFF2-40B4-BE49-F238E27FC236}">
                <a16:creationId xmlns:a16="http://schemas.microsoft.com/office/drawing/2014/main" id="{CA81E36C-8483-412E-A118-D97885E9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55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8" name="data_6064">
            <a:extLst xmlns:a="http://schemas.openxmlformats.org/drawingml/2006/main">
              <a:ext uri="{FF2B5EF4-FFF2-40B4-BE49-F238E27FC236}">
                <a16:creationId xmlns:a16="http://schemas.microsoft.com/office/drawing/2014/main" id="{D1A16AFB-DFC1-4A6B-A35A-DBA0A0C2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77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9" name="data_6065">
            <a:extLst xmlns:a="http://schemas.openxmlformats.org/drawingml/2006/main">
              <a:ext uri="{FF2B5EF4-FFF2-40B4-BE49-F238E27FC236}">
                <a16:creationId xmlns:a16="http://schemas.microsoft.com/office/drawing/2014/main" id="{60606A81-0DF4-43F6-B4F6-D0ACDC73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8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0" name="data_6066">
            <a:extLst xmlns:a="http://schemas.openxmlformats.org/drawingml/2006/main">
              <a:ext uri="{FF2B5EF4-FFF2-40B4-BE49-F238E27FC236}">
                <a16:creationId xmlns:a16="http://schemas.microsoft.com/office/drawing/2014/main" id="{084710B1-E914-43C5-A94B-D2D108F8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634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1" name="data_6067">
            <a:extLst xmlns:a="http://schemas.openxmlformats.org/drawingml/2006/main">
              <a:ext uri="{FF2B5EF4-FFF2-40B4-BE49-F238E27FC236}">
                <a16:creationId xmlns:a16="http://schemas.microsoft.com/office/drawing/2014/main" id="{E8AC30DB-650C-4E62-88D4-886EA186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67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2" name="data_6068">
            <a:extLst xmlns:a="http://schemas.openxmlformats.org/drawingml/2006/main">
              <a:ext uri="{FF2B5EF4-FFF2-40B4-BE49-F238E27FC236}">
                <a16:creationId xmlns:a16="http://schemas.microsoft.com/office/drawing/2014/main" id="{32321150-1935-4092-8D50-E810A741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434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3" name="data_6069">
            <a:extLst xmlns:a="http://schemas.openxmlformats.org/drawingml/2006/main">
              <a:ext uri="{FF2B5EF4-FFF2-40B4-BE49-F238E27FC236}">
                <a16:creationId xmlns:a16="http://schemas.microsoft.com/office/drawing/2014/main" id="{B0462A2A-6072-4AAD-952F-D602F658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4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4" name="data_6070">
            <a:extLst xmlns:a="http://schemas.openxmlformats.org/drawingml/2006/main">
              <a:ext uri="{FF2B5EF4-FFF2-40B4-BE49-F238E27FC236}">
                <a16:creationId xmlns:a16="http://schemas.microsoft.com/office/drawing/2014/main" id="{ABC1B7CA-5B01-43A6-8D93-6B1B6445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62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5" name="data_6071">
            <a:extLst xmlns:a="http://schemas.openxmlformats.org/drawingml/2006/main">
              <a:ext uri="{FF2B5EF4-FFF2-40B4-BE49-F238E27FC236}">
                <a16:creationId xmlns:a16="http://schemas.microsoft.com/office/drawing/2014/main" id="{EEB25178-689D-4AE2-8A3E-9C454C22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5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6" name="data_6072">
            <a:extLst xmlns:a="http://schemas.openxmlformats.org/drawingml/2006/main">
              <a:ext uri="{FF2B5EF4-FFF2-40B4-BE49-F238E27FC236}">
                <a16:creationId xmlns:a16="http://schemas.microsoft.com/office/drawing/2014/main" id="{E7CFF1F2-DFB7-4DD0-8CB1-6B6C0764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44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7" name="data_6073">
            <a:extLst xmlns:a="http://schemas.openxmlformats.org/drawingml/2006/main">
              <a:ext uri="{FF2B5EF4-FFF2-40B4-BE49-F238E27FC236}">
                <a16:creationId xmlns:a16="http://schemas.microsoft.com/office/drawing/2014/main" id="{B8A1E54A-8EB7-43A4-AA27-DB358903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26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8" name="data_6074">
            <a:extLst xmlns:a="http://schemas.openxmlformats.org/drawingml/2006/main">
              <a:ext uri="{FF2B5EF4-FFF2-40B4-BE49-F238E27FC236}">
                <a16:creationId xmlns:a16="http://schemas.microsoft.com/office/drawing/2014/main" id="{B85B18B5-FB97-45B6-AFFA-A304C504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449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9" name="data_6075">
            <a:extLst xmlns:a="http://schemas.openxmlformats.org/drawingml/2006/main">
              <a:ext uri="{FF2B5EF4-FFF2-40B4-BE49-F238E27FC236}">
                <a16:creationId xmlns:a16="http://schemas.microsoft.com/office/drawing/2014/main" id="{D155A10F-E564-41EF-A597-5297BA24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0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0" name="data_6076">
            <a:extLst xmlns:a="http://schemas.openxmlformats.org/drawingml/2006/main">
              <a:ext uri="{FF2B5EF4-FFF2-40B4-BE49-F238E27FC236}">
                <a16:creationId xmlns:a16="http://schemas.microsoft.com/office/drawing/2014/main" id="{52A634B5-0E58-4A7B-846C-DA4DD33E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1" name="data_6077">
            <a:extLst xmlns:a="http://schemas.openxmlformats.org/drawingml/2006/main">
              <a:ext uri="{FF2B5EF4-FFF2-40B4-BE49-F238E27FC236}">
                <a16:creationId xmlns:a16="http://schemas.microsoft.com/office/drawing/2014/main" id="{F78BD6EE-C158-4975-B949-9766183C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9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6078">
            <a:extLst xmlns:a="http://schemas.openxmlformats.org/drawingml/2006/main">
              <a:ext uri="{FF2B5EF4-FFF2-40B4-BE49-F238E27FC236}">
                <a16:creationId xmlns:a16="http://schemas.microsoft.com/office/drawing/2014/main" id="{7F89186B-DD96-4A06-9ECD-FD12437E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1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6079">
            <a:extLst xmlns:a="http://schemas.openxmlformats.org/drawingml/2006/main">
              <a:ext uri="{FF2B5EF4-FFF2-40B4-BE49-F238E27FC236}">
                <a16:creationId xmlns:a16="http://schemas.microsoft.com/office/drawing/2014/main" id="{81F67B81-7281-47F8-BA0B-3B5485D2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4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6080">
            <a:extLst xmlns:a="http://schemas.openxmlformats.org/drawingml/2006/main">
              <a:ext uri="{FF2B5EF4-FFF2-40B4-BE49-F238E27FC236}">
                <a16:creationId xmlns:a16="http://schemas.microsoft.com/office/drawing/2014/main" id="{AFE11C90-91CB-4BD1-AB15-1C1B6E04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78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6081">
            <a:extLst xmlns:a="http://schemas.openxmlformats.org/drawingml/2006/main">
              <a:ext uri="{FF2B5EF4-FFF2-40B4-BE49-F238E27FC236}">
                <a16:creationId xmlns:a16="http://schemas.microsoft.com/office/drawing/2014/main" id="{91E52E81-0725-4FA2-9AAC-1075D60E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568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6082">
            <a:extLst xmlns:a="http://schemas.openxmlformats.org/drawingml/2006/main">
              <a:ext uri="{FF2B5EF4-FFF2-40B4-BE49-F238E27FC236}">
                <a16:creationId xmlns:a16="http://schemas.microsoft.com/office/drawing/2014/main" id="{B8FCE43F-9ED6-40F3-BDEC-D43B536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6083">
            <a:extLst xmlns:a="http://schemas.openxmlformats.org/drawingml/2006/main">
              <a:ext uri="{FF2B5EF4-FFF2-40B4-BE49-F238E27FC236}">
                <a16:creationId xmlns:a16="http://schemas.microsoft.com/office/drawing/2014/main" id="{A45F216A-B072-47F9-B708-3D002926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780" y="25715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6084">
            <a:extLst xmlns:a="http://schemas.openxmlformats.org/drawingml/2006/main">
              <a:ext uri="{FF2B5EF4-FFF2-40B4-BE49-F238E27FC236}">
                <a16:creationId xmlns:a16="http://schemas.microsoft.com/office/drawing/2014/main" id="{1E54B04B-0C0B-4003-A34B-A9B013FB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14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6085">
            <a:extLst xmlns:a="http://schemas.openxmlformats.org/drawingml/2006/main">
              <a:ext uri="{FF2B5EF4-FFF2-40B4-BE49-F238E27FC236}">
                <a16:creationId xmlns:a16="http://schemas.microsoft.com/office/drawing/2014/main" id="{F5DBAE10-8B2F-48CA-AC85-09751767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2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6086">
            <a:extLst xmlns:a="http://schemas.openxmlformats.org/drawingml/2006/main">
              <a:ext uri="{FF2B5EF4-FFF2-40B4-BE49-F238E27FC236}">
                <a16:creationId xmlns:a16="http://schemas.microsoft.com/office/drawing/2014/main" id="{723EC07B-999F-4DD9-A63C-F18AD547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304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6087">
            <a:extLst xmlns:a="http://schemas.openxmlformats.org/drawingml/2006/main">
              <a:ext uri="{FF2B5EF4-FFF2-40B4-BE49-F238E27FC236}">
                <a16:creationId xmlns:a16="http://schemas.microsoft.com/office/drawing/2014/main" id="{0D6C65D3-9282-4E04-9B4A-CADA9542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21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6088">
            <a:extLst xmlns:a="http://schemas.openxmlformats.org/drawingml/2006/main">
              <a:ext uri="{FF2B5EF4-FFF2-40B4-BE49-F238E27FC236}">
                <a16:creationId xmlns:a16="http://schemas.microsoft.com/office/drawing/2014/main" id="{E80D48F4-C34E-4269-9CF3-B6A2FA4B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9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6089">
            <a:extLst xmlns:a="http://schemas.openxmlformats.org/drawingml/2006/main">
              <a:ext uri="{FF2B5EF4-FFF2-40B4-BE49-F238E27FC236}">
                <a16:creationId xmlns:a16="http://schemas.microsoft.com/office/drawing/2014/main" id="{F232471C-72EC-4091-9766-B251B3C0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49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6090">
            <a:extLst xmlns:a="http://schemas.openxmlformats.org/drawingml/2006/main">
              <a:ext uri="{FF2B5EF4-FFF2-40B4-BE49-F238E27FC236}">
                <a16:creationId xmlns:a16="http://schemas.microsoft.com/office/drawing/2014/main" id="{B80E60A1-FFDE-45A6-810A-B7E4D4A9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38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6091">
            <a:extLst xmlns:a="http://schemas.openxmlformats.org/drawingml/2006/main">
              <a:ext uri="{FF2B5EF4-FFF2-40B4-BE49-F238E27FC236}">
                <a16:creationId xmlns:a16="http://schemas.microsoft.com/office/drawing/2014/main" id="{6CC61087-AD5B-4F2B-A056-D24F3087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443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6092">
            <a:extLst xmlns:a="http://schemas.openxmlformats.org/drawingml/2006/main">
              <a:ext uri="{FF2B5EF4-FFF2-40B4-BE49-F238E27FC236}">
                <a16:creationId xmlns:a16="http://schemas.microsoft.com/office/drawing/2014/main" id="{C8793D80-19C4-40B4-A238-BFF5A6366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9817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6093">
            <a:extLst xmlns:a="http://schemas.openxmlformats.org/drawingml/2006/main">
              <a:ext uri="{FF2B5EF4-FFF2-40B4-BE49-F238E27FC236}">
                <a16:creationId xmlns:a16="http://schemas.microsoft.com/office/drawing/2014/main" id="{13E50686-1B40-4391-A469-DF9AA5BE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6094">
            <a:extLst xmlns:a="http://schemas.openxmlformats.org/drawingml/2006/main">
              <a:ext uri="{FF2B5EF4-FFF2-40B4-BE49-F238E27FC236}">
                <a16:creationId xmlns:a16="http://schemas.microsoft.com/office/drawing/2014/main" id="{16BA8CFB-CBC3-4A96-AD47-72B41B37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444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6095">
            <a:extLst xmlns:a="http://schemas.openxmlformats.org/drawingml/2006/main">
              <a:ext uri="{FF2B5EF4-FFF2-40B4-BE49-F238E27FC236}">
                <a16:creationId xmlns:a16="http://schemas.microsoft.com/office/drawing/2014/main" id="{C49CAC53-9C34-4116-98A4-ABF1E3A8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940" y="2614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6096">
            <a:extLst xmlns:a="http://schemas.openxmlformats.org/drawingml/2006/main">
              <a:ext uri="{FF2B5EF4-FFF2-40B4-BE49-F238E27FC236}">
                <a16:creationId xmlns:a16="http://schemas.microsoft.com/office/drawing/2014/main" id="{3AAF7722-BC24-46F2-A462-1C4B91D9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834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6097">
            <a:extLst xmlns:a="http://schemas.openxmlformats.org/drawingml/2006/main">
              <a:ext uri="{FF2B5EF4-FFF2-40B4-BE49-F238E27FC236}">
                <a16:creationId xmlns:a16="http://schemas.microsoft.com/office/drawing/2014/main" id="{823B01E0-74B2-40A4-A7CC-35385DA1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96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6098">
            <a:extLst xmlns:a="http://schemas.openxmlformats.org/drawingml/2006/main">
              <a:ext uri="{FF2B5EF4-FFF2-40B4-BE49-F238E27FC236}">
                <a16:creationId xmlns:a16="http://schemas.microsoft.com/office/drawing/2014/main" id="{3E618C4C-6FCB-4FCF-8B3B-CB40ED8F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8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6099">
            <a:extLst xmlns:a="http://schemas.openxmlformats.org/drawingml/2006/main">
              <a:ext uri="{FF2B5EF4-FFF2-40B4-BE49-F238E27FC236}">
                <a16:creationId xmlns:a16="http://schemas.microsoft.com/office/drawing/2014/main" id="{AAFC46DC-8AF9-4085-89AF-E801F4BA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3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6100">
            <a:extLst xmlns:a="http://schemas.openxmlformats.org/drawingml/2006/main">
              <a:ext uri="{FF2B5EF4-FFF2-40B4-BE49-F238E27FC236}">
                <a16:creationId xmlns:a16="http://schemas.microsoft.com/office/drawing/2014/main" id="{43B74E05-56A0-4F61-BEC2-89DFFB04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43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6101">
            <a:extLst xmlns:a="http://schemas.openxmlformats.org/drawingml/2006/main">
              <a:ext uri="{FF2B5EF4-FFF2-40B4-BE49-F238E27FC236}">
                <a16:creationId xmlns:a16="http://schemas.microsoft.com/office/drawing/2014/main" id="{644BA811-3253-4A0F-9147-B06FDC55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6102">
            <a:extLst xmlns:a="http://schemas.openxmlformats.org/drawingml/2006/main">
              <a:ext uri="{FF2B5EF4-FFF2-40B4-BE49-F238E27FC236}">
                <a16:creationId xmlns:a16="http://schemas.microsoft.com/office/drawing/2014/main" id="{A12AEA18-7FDE-46E0-A79C-C3ADF5D0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58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6103">
            <a:extLst xmlns:a="http://schemas.openxmlformats.org/drawingml/2006/main">
              <a:ext uri="{FF2B5EF4-FFF2-40B4-BE49-F238E27FC236}">
                <a16:creationId xmlns:a16="http://schemas.microsoft.com/office/drawing/2014/main" id="{B486C873-44E3-4D95-8339-45611E09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6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6104">
            <a:extLst xmlns:a="http://schemas.openxmlformats.org/drawingml/2006/main">
              <a:ext uri="{FF2B5EF4-FFF2-40B4-BE49-F238E27FC236}">
                <a16:creationId xmlns:a16="http://schemas.microsoft.com/office/drawing/2014/main" id="{170792FB-854E-4F0C-965E-5B852732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8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6105">
            <a:extLst xmlns:a="http://schemas.openxmlformats.org/drawingml/2006/main">
              <a:ext uri="{FF2B5EF4-FFF2-40B4-BE49-F238E27FC236}">
                <a16:creationId xmlns:a16="http://schemas.microsoft.com/office/drawing/2014/main" id="{1F057E70-8D47-4AA7-A2E0-8C73415A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6106">
            <a:extLst xmlns:a="http://schemas.openxmlformats.org/drawingml/2006/main">
              <a:ext uri="{FF2B5EF4-FFF2-40B4-BE49-F238E27FC236}">
                <a16:creationId xmlns:a16="http://schemas.microsoft.com/office/drawing/2014/main" id="{9DF4366E-82D7-44B3-8CB3-215771DB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8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6107">
            <a:extLst xmlns:a="http://schemas.openxmlformats.org/drawingml/2006/main">
              <a:ext uri="{FF2B5EF4-FFF2-40B4-BE49-F238E27FC236}">
                <a16:creationId xmlns:a16="http://schemas.microsoft.com/office/drawing/2014/main" id="{A7E1A90F-C523-4C91-B224-957FC293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8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6108">
            <a:extLst xmlns:a="http://schemas.openxmlformats.org/drawingml/2006/main">
              <a:ext uri="{FF2B5EF4-FFF2-40B4-BE49-F238E27FC236}">
                <a16:creationId xmlns:a16="http://schemas.microsoft.com/office/drawing/2014/main" id="{862F7154-A7B9-4FCF-A927-1243C51A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92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6109">
            <a:extLst xmlns:a="http://schemas.openxmlformats.org/drawingml/2006/main">
              <a:ext uri="{FF2B5EF4-FFF2-40B4-BE49-F238E27FC236}">
                <a16:creationId xmlns:a16="http://schemas.microsoft.com/office/drawing/2014/main" id="{C3E21B80-FFF2-410D-AFE5-171F6CF6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07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6110">
            <a:extLst xmlns:a="http://schemas.openxmlformats.org/drawingml/2006/main">
              <a:ext uri="{FF2B5EF4-FFF2-40B4-BE49-F238E27FC236}">
                <a16:creationId xmlns:a16="http://schemas.microsoft.com/office/drawing/2014/main" id="{6C08B41C-7029-4D6C-B849-7418316D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6111">
            <a:extLst xmlns:a="http://schemas.openxmlformats.org/drawingml/2006/main">
              <a:ext uri="{FF2B5EF4-FFF2-40B4-BE49-F238E27FC236}">
                <a16:creationId xmlns:a16="http://schemas.microsoft.com/office/drawing/2014/main" id="{BE42213A-78F2-4F7B-ADDE-7F8CC92F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909" y="25864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6112">
            <a:extLst xmlns:a="http://schemas.openxmlformats.org/drawingml/2006/main">
              <a:ext uri="{FF2B5EF4-FFF2-40B4-BE49-F238E27FC236}">
                <a16:creationId xmlns:a16="http://schemas.microsoft.com/office/drawing/2014/main" id="{B49CE2BF-58B7-4BB9-869B-7C7E1A69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511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6113">
            <a:extLst xmlns:a="http://schemas.openxmlformats.org/drawingml/2006/main">
              <a:ext uri="{FF2B5EF4-FFF2-40B4-BE49-F238E27FC236}">
                <a16:creationId xmlns:a16="http://schemas.microsoft.com/office/drawing/2014/main" id="{BD3350A6-50B4-490B-BC2E-DCE91C26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42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6114">
            <a:extLst xmlns:a="http://schemas.openxmlformats.org/drawingml/2006/main">
              <a:ext uri="{FF2B5EF4-FFF2-40B4-BE49-F238E27FC236}">
                <a16:creationId xmlns:a16="http://schemas.microsoft.com/office/drawing/2014/main" id="{3B3D6C83-D132-45A6-A951-6DE79AD2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6115">
            <a:extLst xmlns:a="http://schemas.openxmlformats.org/drawingml/2006/main">
              <a:ext uri="{FF2B5EF4-FFF2-40B4-BE49-F238E27FC236}">
                <a16:creationId xmlns:a16="http://schemas.microsoft.com/office/drawing/2014/main" id="{AD1A5DCB-9D5A-4918-AB70-F2BFDBD8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5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6116">
            <a:extLst xmlns:a="http://schemas.openxmlformats.org/drawingml/2006/main">
              <a:ext uri="{FF2B5EF4-FFF2-40B4-BE49-F238E27FC236}">
                <a16:creationId xmlns:a16="http://schemas.microsoft.com/office/drawing/2014/main" id="{E10141EE-4A8B-4B2A-BC94-C63914E5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3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6117">
            <a:extLst xmlns:a="http://schemas.openxmlformats.org/drawingml/2006/main">
              <a:ext uri="{FF2B5EF4-FFF2-40B4-BE49-F238E27FC236}">
                <a16:creationId xmlns:a16="http://schemas.microsoft.com/office/drawing/2014/main" id="{BBF856C3-BF13-407C-A32A-4CC30B1A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843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6118">
            <a:extLst xmlns:a="http://schemas.openxmlformats.org/drawingml/2006/main">
              <a:ext uri="{FF2B5EF4-FFF2-40B4-BE49-F238E27FC236}">
                <a16:creationId xmlns:a16="http://schemas.microsoft.com/office/drawing/2014/main" id="{365D9F9B-6299-4F41-897B-0956F25F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6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6119">
            <a:extLst xmlns:a="http://schemas.openxmlformats.org/drawingml/2006/main">
              <a:ext uri="{FF2B5EF4-FFF2-40B4-BE49-F238E27FC236}">
                <a16:creationId xmlns:a16="http://schemas.microsoft.com/office/drawing/2014/main" id="{66E0C817-6811-4ECC-AA09-F2E21D5B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9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6120">
            <a:extLst xmlns:a="http://schemas.openxmlformats.org/drawingml/2006/main">
              <a:ext uri="{FF2B5EF4-FFF2-40B4-BE49-F238E27FC236}">
                <a16:creationId xmlns:a16="http://schemas.microsoft.com/office/drawing/2014/main" id="{D9AAD159-8E4C-480B-9EDD-6BA6F898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6121">
            <a:extLst xmlns:a="http://schemas.openxmlformats.org/drawingml/2006/main">
              <a:ext uri="{FF2B5EF4-FFF2-40B4-BE49-F238E27FC236}">
                <a16:creationId xmlns:a16="http://schemas.microsoft.com/office/drawing/2014/main" id="{DF21EF59-46DD-46AD-B90C-2536531E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1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6122">
            <a:extLst xmlns:a="http://schemas.openxmlformats.org/drawingml/2006/main">
              <a:ext uri="{FF2B5EF4-FFF2-40B4-BE49-F238E27FC236}">
                <a16:creationId xmlns:a16="http://schemas.microsoft.com/office/drawing/2014/main" id="{327E0504-8A67-4CA4-9848-E77FBD42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42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6123">
            <a:extLst xmlns:a="http://schemas.openxmlformats.org/drawingml/2006/main">
              <a:ext uri="{FF2B5EF4-FFF2-40B4-BE49-F238E27FC236}">
                <a16:creationId xmlns:a16="http://schemas.microsoft.com/office/drawing/2014/main" id="{005377A3-201A-4364-9206-85D4CB39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1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6124">
            <a:extLst xmlns:a="http://schemas.openxmlformats.org/drawingml/2006/main">
              <a:ext uri="{FF2B5EF4-FFF2-40B4-BE49-F238E27FC236}">
                <a16:creationId xmlns:a16="http://schemas.microsoft.com/office/drawing/2014/main" id="{DBBF8DC8-D887-4804-AF1B-A9516CAF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9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6125">
            <a:extLst xmlns:a="http://schemas.openxmlformats.org/drawingml/2006/main">
              <a:ext uri="{FF2B5EF4-FFF2-40B4-BE49-F238E27FC236}">
                <a16:creationId xmlns:a16="http://schemas.microsoft.com/office/drawing/2014/main" id="{CD2AADCE-0A23-48BD-9ADC-36B6CFFD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8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6126">
            <a:extLst xmlns:a="http://schemas.openxmlformats.org/drawingml/2006/main">
              <a:ext uri="{FF2B5EF4-FFF2-40B4-BE49-F238E27FC236}">
                <a16:creationId xmlns:a16="http://schemas.microsoft.com/office/drawing/2014/main" id="{231F1AD3-6A27-4900-A168-00D032D0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874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6127">
            <a:extLst xmlns:a="http://schemas.openxmlformats.org/drawingml/2006/main">
              <a:ext uri="{FF2B5EF4-FFF2-40B4-BE49-F238E27FC236}">
                <a16:creationId xmlns:a16="http://schemas.microsoft.com/office/drawing/2014/main" id="{F72D8A2A-BB7E-4D6B-96C8-0A67489C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4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6128">
            <a:extLst xmlns:a="http://schemas.openxmlformats.org/drawingml/2006/main">
              <a:ext uri="{FF2B5EF4-FFF2-40B4-BE49-F238E27FC236}">
                <a16:creationId xmlns:a16="http://schemas.microsoft.com/office/drawing/2014/main" id="{2B9C5F96-E3B7-4ABB-ABCB-8CA33944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25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6129">
            <a:extLst xmlns:a="http://schemas.openxmlformats.org/drawingml/2006/main">
              <a:ext uri="{FF2B5EF4-FFF2-40B4-BE49-F238E27FC236}">
                <a16:creationId xmlns:a16="http://schemas.microsoft.com/office/drawing/2014/main" id="{468511D1-41D7-4303-9C4C-7816F65B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64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6130">
            <a:extLst xmlns:a="http://schemas.openxmlformats.org/drawingml/2006/main">
              <a:ext uri="{FF2B5EF4-FFF2-40B4-BE49-F238E27FC236}">
                <a16:creationId xmlns:a16="http://schemas.microsoft.com/office/drawing/2014/main" id="{42BDFC7A-1CCD-49F6-A5A1-1EE26BA7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1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6131">
            <a:extLst xmlns:a="http://schemas.openxmlformats.org/drawingml/2006/main">
              <a:ext uri="{FF2B5EF4-FFF2-40B4-BE49-F238E27FC236}">
                <a16:creationId xmlns:a16="http://schemas.microsoft.com/office/drawing/2014/main" id="{B091CE15-F27D-4A46-9563-3C1F62E2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7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6132">
            <a:extLst xmlns:a="http://schemas.openxmlformats.org/drawingml/2006/main">
              <a:ext uri="{FF2B5EF4-FFF2-40B4-BE49-F238E27FC236}">
                <a16:creationId xmlns:a16="http://schemas.microsoft.com/office/drawing/2014/main" id="{A7ADFE81-EB8E-4199-BBBA-CC7077B1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92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6133">
            <a:extLst xmlns:a="http://schemas.openxmlformats.org/drawingml/2006/main">
              <a:ext uri="{FF2B5EF4-FFF2-40B4-BE49-F238E27FC236}">
                <a16:creationId xmlns:a16="http://schemas.microsoft.com/office/drawing/2014/main" id="{2426AB83-0521-43F1-8233-E78F1BBF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040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6134">
            <a:extLst xmlns:a="http://schemas.openxmlformats.org/drawingml/2006/main">
              <a:ext uri="{FF2B5EF4-FFF2-40B4-BE49-F238E27FC236}">
                <a16:creationId xmlns:a16="http://schemas.microsoft.com/office/drawing/2014/main" id="{DFEA938A-B35F-4DE2-8876-4475174F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06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6135">
            <a:extLst xmlns:a="http://schemas.openxmlformats.org/drawingml/2006/main">
              <a:ext uri="{FF2B5EF4-FFF2-40B4-BE49-F238E27FC236}">
                <a16:creationId xmlns:a16="http://schemas.microsoft.com/office/drawing/2014/main" id="{A83BE52B-DF5B-4FD2-8F0C-1FEDFF3B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794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6136">
            <a:extLst xmlns:a="http://schemas.openxmlformats.org/drawingml/2006/main">
              <a:ext uri="{FF2B5EF4-FFF2-40B4-BE49-F238E27FC236}">
                <a16:creationId xmlns:a16="http://schemas.microsoft.com/office/drawing/2014/main" id="{5650C0B0-3FB7-4B95-8988-E1178C3C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54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6137">
            <a:extLst xmlns:a="http://schemas.openxmlformats.org/drawingml/2006/main">
              <a:ext uri="{FF2B5EF4-FFF2-40B4-BE49-F238E27FC236}">
                <a16:creationId xmlns:a16="http://schemas.microsoft.com/office/drawing/2014/main" id="{1A3FD370-5518-4765-A86F-D3453C89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5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6138">
            <a:extLst xmlns:a="http://schemas.openxmlformats.org/drawingml/2006/main">
              <a:ext uri="{FF2B5EF4-FFF2-40B4-BE49-F238E27FC236}">
                <a16:creationId xmlns:a16="http://schemas.microsoft.com/office/drawing/2014/main" id="{62B961F9-5D06-4E33-BA0B-07DA589A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7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6139">
            <a:extLst xmlns:a="http://schemas.openxmlformats.org/drawingml/2006/main">
              <a:ext uri="{FF2B5EF4-FFF2-40B4-BE49-F238E27FC236}">
                <a16:creationId xmlns:a16="http://schemas.microsoft.com/office/drawing/2014/main" id="{93B66D92-0CFA-4188-9C17-49BB7C95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56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6140">
            <a:extLst xmlns:a="http://schemas.openxmlformats.org/drawingml/2006/main">
              <a:ext uri="{FF2B5EF4-FFF2-40B4-BE49-F238E27FC236}">
                <a16:creationId xmlns:a16="http://schemas.microsoft.com/office/drawing/2014/main" id="{A03C4CAB-A714-4412-AFE8-2C363F92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9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6141">
            <a:extLst xmlns:a="http://schemas.openxmlformats.org/drawingml/2006/main">
              <a:ext uri="{FF2B5EF4-FFF2-40B4-BE49-F238E27FC236}">
                <a16:creationId xmlns:a16="http://schemas.microsoft.com/office/drawing/2014/main" id="{1580C1EA-ECF6-4BFE-AB2A-0F429CEB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2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6142">
            <a:extLst xmlns:a="http://schemas.openxmlformats.org/drawingml/2006/main">
              <a:ext uri="{FF2B5EF4-FFF2-40B4-BE49-F238E27FC236}">
                <a16:creationId xmlns:a16="http://schemas.microsoft.com/office/drawing/2014/main" id="{1227F35A-3DD5-498E-9F7E-EC7BFDA8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8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6143">
            <a:extLst xmlns:a="http://schemas.openxmlformats.org/drawingml/2006/main">
              <a:ext uri="{FF2B5EF4-FFF2-40B4-BE49-F238E27FC236}">
                <a16:creationId xmlns:a16="http://schemas.microsoft.com/office/drawing/2014/main" id="{B8F3D1F2-2617-46E9-9528-AB935CE2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6144">
            <a:extLst xmlns:a="http://schemas.openxmlformats.org/drawingml/2006/main">
              <a:ext uri="{FF2B5EF4-FFF2-40B4-BE49-F238E27FC236}">
                <a16:creationId xmlns:a16="http://schemas.microsoft.com/office/drawing/2014/main" id="{A3F73FA3-980E-4E83-A3B9-A71105D2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468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6145">
            <a:extLst xmlns:a="http://schemas.openxmlformats.org/drawingml/2006/main">
              <a:ext uri="{FF2B5EF4-FFF2-40B4-BE49-F238E27FC236}">
                <a16:creationId xmlns:a16="http://schemas.microsoft.com/office/drawing/2014/main" id="{080F58E6-6DF2-4312-8BD3-F928C04A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2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6146">
            <a:extLst xmlns:a="http://schemas.openxmlformats.org/drawingml/2006/main">
              <a:ext uri="{FF2B5EF4-FFF2-40B4-BE49-F238E27FC236}">
                <a16:creationId xmlns:a16="http://schemas.microsoft.com/office/drawing/2014/main" id="{27D31BFA-E899-4D15-9BA0-29276055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6147">
            <a:extLst xmlns:a="http://schemas.openxmlformats.org/drawingml/2006/main">
              <a:ext uri="{FF2B5EF4-FFF2-40B4-BE49-F238E27FC236}">
                <a16:creationId xmlns:a16="http://schemas.microsoft.com/office/drawing/2014/main" id="{E5E84106-E4DD-45E3-A617-AF8CF5BB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27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6148">
            <a:extLst xmlns:a="http://schemas.openxmlformats.org/drawingml/2006/main">
              <a:ext uri="{FF2B5EF4-FFF2-40B4-BE49-F238E27FC236}">
                <a16:creationId xmlns:a16="http://schemas.microsoft.com/office/drawing/2014/main" id="{AC7D3F99-3717-4595-86B8-DFA4DC96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4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6149">
            <a:extLst xmlns:a="http://schemas.openxmlformats.org/drawingml/2006/main">
              <a:ext uri="{FF2B5EF4-FFF2-40B4-BE49-F238E27FC236}">
                <a16:creationId xmlns:a16="http://schemas.microsoft.com/office/drawing/2014/main" id="{E753DF09-271E-4F7A-9597-209F78B2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29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6150">
            <a:extLst xmlns:a="http://schemas.openxmlformats.org/drawingml/2006/main">
              <a:ext uri="{FF2B5EF4-FFF2-40B4-BE49-F238E27FC236}">
                <a16:creationId xmlns:a16="http://schemas.microsoft.com/office/drawing/2014/main" id="{8ABD1953-0397-4BAD-BDE9-87399BDD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6151">
            <a:extLst xmlns:a="http://schemas.openxmlformats.org/drawingml/2006/main">
              <a:ext uri="{FF2B5EF4-FFF2-40B4-BE49-F238E27FC236}">
                <a16:creationId xmlns:a16="http://schemas.microsoft.com/office/drawing/2014/main" id="{11B72726-62B8-4A91-96B8-CFC99A16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6152">
            <a:extLst xmlns:a="http://schemas.openxmlformats.org/drawingml/2006/main">
              <a:ext uri="{FF2B5EF4-FFF2-40B4-BE49-F238E27FC236}">
                <a16:creationId xmlns:a16="http://schemas.microsoft.com/office/drawing/2014/main" id="{02D241C1-A944-4C4C-8151-1EE6182D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6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6153">
            <a:extLst xmlns:a="http://schemas.openxmlformats.org/drawingml/2006/main">
              <a:ext uri="{FF2B5EF4-FFF2-40B4-BE49-F238E27FC236}">
                <a16:creationId xmlns:a16="http://schemas.microsoft.com/office/drawing/2014/main" id="{C371013C-37A0-4D4D-8B55-AB45EA9A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00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6154">
            <a:extLst xmlns:a="http://schemas.openxmlformats.org/drawingml/2006/main">
              <a:ext uri="{FF2B5EF4-FFF2-40B4-BE49-F238E27FC236}">
                <a16:creationId xmlns:a16="http://schemas.microsoft.com/office/drawing/2014/main" id="{1E770D76-109D-4497-87CC-090D8A97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8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6155">
            <a:extLst xmlns:a="http://schemas.openxmlformats.org/drawingml/2006/main">
              <a:ext uri="{FF2B5EF4-FFF2-40B4-BE49-F238E27FC236}">
                <a16:creationId xmlns:a16="http://schemas.microsoft.com/office/drawing/2014/main" id="{0948E39F-76CD-4F8C-8DF9-8DA93366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813" y="28686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6156">
            <a:extLst xmlns:a="http://schemas.openxmlformats.org/drawingml/2006/main">
              <a:ext uri="{FF2B5EF4-FFF2-40B4-BE49-F238E27FC236}">
                <a16:creationId xmlns:a16="http://schemas.microsoft.com/office/drawing/2014/main" id="{13CE3466-01E7-44D2-86C6-B1A95D33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013" y="28762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6157">
            <a:extLst xmlns:a="http://schemas.openxmlformats.org/drawingml/2006/main">
              <a:ext uri="{FF2B5EF4-FFF2-40B4-BE49-F238E27FC236}">
                <a16:creationId xmlns:a16="http://schemas.microsoft.com/office/drawing/2014/main" id="{32F59C4E-C7AB-4E41-83B3-7B32614E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07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6158">
            <a:extLst xmlns:a="http://schemas.openxmlformats.org/drawingml/2006/main">
              <a:ext uri="{FF2B5EF4-FFF2-40B4-BE49-F238E27FC236}">
                <a16:creationId xmlns:a16="http://schemas.microsoft.com/office/drawing/2014/main" id="{88EAEF87-6B59-4679-A73B-D098FE33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9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6159">
            <a:extLst xmlns:a="http://schemas.openxmlformats.org/drawingml/2006/main">
              <a:ext uri="{FF2B5EF4-FFF2-40B4-BE49-F238E27FC236}">
                <a16:creationId xmlns:a16="http://schemas.microsoft.com/office/drawing/2014/main" id="{520D5375-7EBC-4935-8217-33692634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27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6160">
            <a:extLst xmlns:a="http://schemas.openxmlformats.org/drawingml/2006/main">
              <a:ext uri="{FF2B5EF4-FFF2-40B4-BE49-F238E27FC236}">
                <a16:creationId xmlns:a16="http://schemas.microsoft.com/office/drawing/2014/main" id="{623F2324-9D10-4D1E-8D1D-C6B5305F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0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6161">
            <a:extLst xmlns:a="http://schemas.openxmlformats.org/drawingml/2006/main">
              <a:ext uri="{FF2B5EF4-FFF2-40B4-BE49-F238E27FC236}">
                <a16:creationId xmlns:a16="http://schemas.microsoft.com/office/drawing/2014/main" id="{FC774D9B-9C85-4833-A3DB-138F1631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5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6162">
            <a:extLst xmlns:a="http://schemas.openxmlformats.org/drawingml/2006/main">
              <a:ext uri="{FF2B5EF4-FFF2-40B4-BE49-F238E27FC236}">
                <a16:creationId xmlns:a16="http://schemas.microsoft.com/office/drawing/2014/main" id="{106461AE-D518-4FCA-B9A8-1DC8288B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6163">
            <a:extLst xmlns:a="http://schemas.openxmlformats.org/drawingml/2006/main">
              <a:ext uri="{FF2B5EF4-FFF2-40B4-BE49-F238E27FC236}">
                <a16:creationId xmlns:a16="http://schemas.microsoft.com/office/drawing/2014/main" id="{0992B391-8D99-4177-8FCC-6E68DB1D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1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6164">
            <a:extLst xmlns:a="http://schemas.openxmlformats.org/drawingml/2006/main">
              <a:ext uri="{FF2B5EF4-FFF2-40B4-BE49-F238E27FC236}">
                <a16:creationId xmlns:a16="http://schemas.microsoft.com/office/drawing/2014/main" id="{6DB3906F-043E-45BF-AEF0-E99921F9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77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6165">
            <a:extLst xmlns:a="http://schemas.openxmlformats.org/drawingml/2006/main">
              <a:ext uri="{FF2B5EF4-FFF2-40B4-BE49-F238E27FC236}">
                <a16:creationId xmlns:a16="http://schemas.microsoft.com/office/drawing/2014/main" id="{DD9AB73B-8308-4A1E-A15F-3D69B3AB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2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6166">
            <a:extLst xmlns:a="http://schemas.openxmlformats.org/drawingml/2006/main">
              <a:ext uri="{FF2B5EF4-FFF2-40B4-BE49-F238E27FC236}">
                <a16:creationId xmlns:a16="http://schemas.microsoft.com/office/drawing/2014/main" id="{F97C4F90-5096-413F-B0DB-E3CAD4CA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06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6167">
            <a:extLst xmlns:a="http://schemas.openxmlformats.org/drawingml/2006/main">
              <a:ext uri="{FF2B5EF4-FFF2-40B4-BE49-F238E27FC236}">
                <a16:creationId xmlns:a16="http://schemas.microsoft.com/office/drawing/2014/main" id="{36092938-FDE9-498A-8C9B-F1A1DA74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3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6168">
            <a:extLst xmlns:a="http://schemas.openxmlformats.org/drawingml/2006/main">
              <a:ext uri="{FF2B5EF4-FFF2-40B4-BE49-F238E27FC236}">
                <a16:creationId xmlns:a16="http://schemas.microsoft.com/office/drawing/2014/main" id="{9890651A-677A-4F5F-802A-17C8D226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97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6169">
            <a:extLst xmlns:a="http://schemas.openxmlformats.org/drawingml/2006/main">
              <a:ext uri="{FF2B5EF4-FFF2-40B4-BE49-F238E27FC236}">
                <a16:creationId xmlns:a16="http://schemas.microsoft.com/office/drawing/2014/main" id="{C69D5C5F-BC3A-40BE-85D8-1FE0492A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51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6170">
            <a:extLst xmlns:a="http://schemas.openxmlformats.org/drawingml/2006/main">
              <a:ext uri="{FF2B5EF4-FFF2-40B4-BE49-F238E27FC236}">
                <a16:creationId xmlns:a16="http://schemas.microsoft.com/office/drawing/2014/main" id="{1D948C51-47B3-4444-8FB7-79F97795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32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6171">
            <a:extLst xmlns:a="http://schemas.openxmlformats.org/drawingml/2006/main">
              <a:ext uri="{FF2B5EF4-FFF2-40B4-BE49-F238E27FC236}">
                <a16:creationId xmlns:a16="http://schemas.microsoft.com/office/drawing/2014/main" id="{33E0D1AB-ABC5-4770-8B64-27771237F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327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6172">
            <a:extLst xmlns:a="http://schemas.openxmlformats.org/drawingml/2006/main">
              <a:ext uri="{FF2B5EF4-FFF2-40B4-BE49-F238E27FC236}">
                <a16:creationId xmlns:a16="http://schemas.microsoft.com/office/drawing/2014/main" id="{3001E397-2D3A-4CC0-9BCF-928AC167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9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6173">
            <a:extLst xmlns:a="http://schemas.openxmlformats.org/drawingml/2006/main">
              <a:ext uri="{FF2B5EF4-FFF2-40B4-BE49-F238E27FC236}">
                <a16:creationId xmlns:a16="http://schemas.microsoft.com/office/drawing/2014/main" id="{7EB7AECC-ADC4-4DC2-9853-46CF2A5F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7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6174">
            <a:extLst xmlns:a="http://schemas.openxmlformats.org/drawingml/2006/main">
              <a:ext uri="{FF2B5EF4-FFF2-40B4-BE49-F238E27FC236}">
                <a16:creationId xmlns:a16="http://schemas.microsoft.com/office/drawing/2014/main" id="{A0CD3247-8AE7-4D29-AC6B-7255E143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9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6175">
            <a:extLst xmlns:a="http://schemas.openxmlformats.org/drawingml/2006/main">
              <a:ext uri="{FF2B5EF4-FFF2-40B4-BE49-F238E27FC236}">
                <a16:creationId xmlns:a16="http://schemas.microsoft.com/office/drawing/2014/main" id="{CEB3A34E-8966-46A1-AB7C-4F21A670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2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6176">
            <a:extLst xmlns:a="http://schemas.openxmlformats.org/drawingml/2006/main">
              <a:ext uri="{FF2B5EF4-FFF2-40B4-BE49-F238E27FC236}">
                <a16:creationId xmlns:a16="http://schemas.microsoft.com/office/drawing/2014/main" id="{598AE3E0-96EA-4E7A-B836-ED509264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3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6177">
            <a:extLst xmlns:a="http://schemas.openxmlformats.org/drawingml/2006/main">
              <a:ext uri="{FF2B5EF4-FFF2-40B4-BE49-F238E27FC236}">
                <a16:creationId xmlns:a16="http://schemas.microsoft.com/office/drawing/2014/main" id="{8F330A8D-1603-4A7B-B356-C6AAD375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017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6178">
            <a:extLst xmlns:a="http://schemas.openxmlformats.org/drawingml/2006/main">
              <a:ext uri="{FF2B5EF4-FFF2-40B4-BE49-F238E27FC236}">
                <a16:creationId xmlns:a16="http://schemas.microsoft.com/office/drawing/2014/main" id="{02AE360C-7847-4505-8D0F-ACF23F94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6179">
            <a:extLst xmlns:a="http://schemas.openxmlformats.org/drawingml/2006/main">
              <a:ext uri="{FF2B5EF4-FFF2-40B4-BE49-F238E27FC236}">
                <a16:creationId xmlns:a16="http://schemas.microsoft.com/office/drawing/2014/main" id="{F2C29A21-7763-4E72-8DCE-B3ABED9D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6180">
            <a:extLst xmlns:a="http://schemas.openxmlformats.org/drawingml/2006/main">
              <a:ext uri="{FF2B5EF4-FFF2-40B4-BE49-F238E27FC236}">
                <a16:creationId xmlns:a16="http://schemas.microsoft.com/office/drawing/2014/main" id="{8695CDA0-CE46-4C58-81EF-35EFDC29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6181">
            <a:extLst xmlns:a="http://schemas.openxmlformats.org/drawingml/2006/main">
              <a:ext uri="{FF2B5EF4-FFF2-40B4-BE49-F238E27FC236}">
                <a16:creationId xmlns:a16="http://schemas.microsoft.com/office/drawing/2014/main" id="{E08D4A41-00C5-4D0C-9B8E-2111D158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8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6182">
            <a:extLst xmlns:a="http://schemas.openxmlformats.org/drawingml/2006/main">
              <a:ext uri="{FF2B5EF4-FFF2-40B4-BE49-F238E27FC236}">
                <a16:creationId xmlns:a16="http://schemas.microsoft.com/office/drawing/2014/main" id="{D6189296-8D63-4A63-B41D-F4F2C994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07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6183">
            <a:extLst xmlns:a="http://schemas.openxmlformats.org/drawingml/2006/main">
              <a:ext uri="{FF2B5EF4-FFF2-40B4-BE49-F238E27FC236}">
                <a16:creationId xmlns:a16="http://schemas.microsoft.com/office/drawing/2014/main" id="{01EC6598-7027-4A37-B3E8-E3B05724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948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6184">
            <a:extLst xmlns:a="http://schemas.openxmlformats.org/drawingml/2006/main">
              <a:ext uri="{FF2B5EF4-FFF2-40B4-BE49-F238E27FC236}">
                <a16:creationId xmlns:a16="http://schemas.microsoft.com/office/drawing/2014/main" id="{CED537AE-A33B-4227-B4EE-C1EA4D61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2116243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739" name="data_6185">
            <a:extLst xmlns:a="http://schemas.openxmlformats.org/drawingml/2006/main">
              <a:ext uri="{FF2B5EF4-FFF2-40B4-BE49-F238E27FC236}">
                <a16:creationId xmlns:a16="http://schemas.microsoft.com/office/drawing/2014/main" id="{F65D2819-AA18-4B06-845C-ED464569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407082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740" name="text_6186">
            <a:extLst xmlns:a="http://schemas.openxmlformats.org/drawingml/2006/main">
              <a:ext uri="{FF2B5EF4-FFF2-40B4-BE49-F238E27FC236}">
                <a16:creationId xmlns:a16="http://schemas.microsoft.com/office/drawing/2014/main" id="{E137F8F9-D6B8-454B-99E1-D44A73C2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111" y="1802843"/>
            <a:ext cx="96475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741" name="text_6187">
            <a:extLst xmlns:a="http://schemas.openxmlformats.org/drawingml/2006/main">
              <a:ext uri="{FF2B5EF4-FFF2-40B4-BE49-F238E27FC236}">
                <a16:creationId xmlns:a16="http://schemas.microsoft.com/office/drawing/2014/main" id="{358B3C1C-50F4-49D7-839B-77D68A58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7269" y="1837547"/>
            <a:ext cx="869596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GT</a:t>
            </a:r>
          </a:p>
        </p:txBody>
      </p:sp>
      <p:sp>
        <p:nvSpPr>
          <p:cNvPr id="742" name="data_6188">
            <a:extLst xmlns:a="http://schemas.openxmlformats.org/drawingml/2006/main">
              <a:ext uri="{FF2B5EF4-FFF2-40B4-BE49-F238E27FC236}">
                <a16:creationId xmlns:a16="http://schemas.microsoft.com/office/drawing/2014/main" id="{C4191B09-0C91-423C-9EB1-AF05B7F5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2707656"/>
            <a:ext cx="2049083" cy="1274320"/>
          </a:xfrm>
          <a:custGeom xmlns:a="http://schemas.openxmlformats.org/drawingml/2006/main">
            <a:pathLst>
              <a:path w="2049083" h="1274320">
                <a:moveTo>
                  <a:pt x="0" y="1274320"/>
                </a:moveTo>
                <a:lnTo>
                  <a:pt x="19303" y="1272369"/>
                </a:lnTo>
                <a:lnTo>
                  <a:pt x="20788" y="1272139"/>
                </a:lnTo>
                <a:lnTo>
                  <a:pt x="26270" y="1270550"/>
                </a:lnTo>
                <a:lnTo>
                  <a:pt x="28212" y="1268388"/>
                </a:lnTo>
                <a:lnTo>
                  <a:pt x="34151" y="1266919"/>
                </a:lnTo>
                <a:lnTo>
                  <a:pt x="35949" y="1264529"/>
                </a:lnTo>
                <a:lnTo>
                  <a:pt x="37946" y="1264401"/>
                </a:lnTo>
                <a:lnTo>
                  <a:pt x="39596" y="1261159"/>
                </a:lnTo>
                <a:lnTo>
                  <a:pt x="45535" y="1259309"/>
                </a:lnTo>
                <a:lnTo>
                  <a:pt x="47309" y="1257744"/>
                </a:lnTo>
                <a:lnTo>
                  <a:pt x="48788" y="1257723"/>
                </a:lnTo>
                <a:lnTo>
                  <a:pt x="50266" y="1253969"/>
                </a:lnTo>
                <a:lnTo>
                  <a:pt x="55986" y="1252100"/>
                </a:lnTo>
                <a:lnTo>
                  <a:pt x="56919" y="1246055"/>
                </a:lnTo>
                <a:lnTo>
                  <a:pt x="65333" y="1244086"/>
                </a:lnTo>
                <a:lnTo>
                  <a:pt x="67183" y="1243774"/>
                </a:lnTo>
                <a:lnTo>
                  <a:pt x="68303" y="1243731"/>
                </a:lnTo>
                <a:lnTo>
                  <a:pt x="70054" y="1241431"/>
                </a:lnTo>
                <a:lnTo>
                  <a:pt x="75892" y="1239578"/>
                </a:lnTo>
                <a:lnTo>
                  <a:pt x="77212" y="1234826"/>
                </a:lnTo>
                <a:lnTo>
                  <a:pt x="85378" y="1233184"/>
                </a:lnTo>
                <a:lnTo>
                  <a:pt x="85748" y="1219699"/>
                </a:lnTo>
                <a:lnTo>
                  <a:pt x="94211" y="1217934"/>
                </a:lnTo>
                <a:lnTo>
                  <a:pt x="94865" y="1217273"/>
                </a:lnTo>
                <a:lnTo>
                  <a:pt x="97575" y="1217125"/>
                </a:lnTo>
                <a:lnTo>
                  <a:pt x="99484" y="1209686"/>
                </a:lnTo>
                <a:lnTo>
                  <a:pt x="105081" y="1208129"/>
                </a:lnTo>
                <a:lnTo>
                  <a:pt x="106909" y="1206007"/>
                </a:lnTo>
                <a:lnTo>
                  <a:pt x="113838" y="1204899"/>
                </a:lnTo>
                <a:lnTo>
                  <a:pt x="115316" y="1178980"/>
                </a:lnTo>
                <a:lnTo>
                  <a:pt x="124187" y="1177592"/>
                </a:lnTo>
                <a:lnTo>
                  <a:pt x="125222" y="1176374"/>
                </a:lnTo>
                <a:lnTo>
                  <a:pt x="130666" y="1174409"/>
                </a:lnTo>
                <a:lnTo>
                  <a:pt x="132199" y="1172223"/>
                </a:lnTo>
                <a:lnTo>
                  <a:pt x="136606" y="1171677"/>
                </a:lnTo>
                <a:lnTo>
                  <a:pt x="138090" y="1159556"/>
                </a:lnTo>
                <a:lnTo>
                  <a:pt x="146363" y="1157864"/>
                </a:lnTo>
                <a:lnTo>
                  <a:pt x="147989" y="1154380"/>
                </a:lnTo>
                <a:lnTo>
                  <a:pt x="151784" y="1154044"/>
                </a:lnTo>
                <a:lnTo>
                  <a:pt x="152939" y="1149335"/>
                </a:lnTo>
                <a:lnTo>
                  <a:pt x="157622" y="1149099"/>
                </a:lnTo>
                <a:lnTo>
                  <a:pt x="159373" y="1146401"/>
                </a:lnTo>
                <a:lnTo>
                  <a:pt x="170757" y="1144865"/>
                </a:lnTo>
                <a:lnTo>
                  <a:pt x="172242" y="1083242"/>
                </a:lnTo>
                <a:lnTo>
                  <a:pt x="182141" y="1082126"/>
                </a:lnTo>
                <a:lnTo>
                  <a:pt x="183892" y="1078804"/>
                </a:lnTo>
                <a:lnTo>
                  <a:pt x="189730" y="1077307"/>
                </a:lnTo>
                <a:lnTo>
                  <a:pt x="191545" y="1074783"/>
                </a:lnTo>
                <a:lnTo>
                  <a:pt x="195151" y="1074447"/>
                </a:lnTo>
                <a:lnTo>
                  <a:pt x="195999" y="1067216"/>
                </a:lnTo>
                <a:lnTo>
                  <a:pt x="204908" y="1066317"/>
                </a:lnTo>
                <a:lnTo>
                  <a:pt x="206393" y="1063189"/>
                </a:lnTo>
                <a:lnTo>
                  <a:pt x="211974" y="1061389"/>
                </a:lnTo>
                <a:lnTo>
                  <a:pt x="213817" y="1059036"/>
                </a:lnTo>
                <a:lnTo>
                  <a:pt x="227676" y="1057840"/>
                </a:lnTo>
                <a:lnTo>
                  <a:pt x="228666" y="982242"/>
                </a:lnTo>
                <a:lnTo>
                  <a:pt x="236433" y="981685"/>
                </a:lnTo>
                <a:lnTo>
                  <a:pt x="237575" y="979505"/>
                </a:lnTo>
                <a:lnTo>
                  <a:pt x="243938" y="977679"/>
                </a:lnTo>
                <a:lnTo>
                  <a:pt x="245189" y="975424"/>
                </a:lnTo>
                <a:lnTo>
                  <a:pt x="256135" y="973701"/>
                </a:lnTo>
                <a:lnTo>
                  <a:pt x="257373" y="960400"/>
                </a:lnTo>
                <a:lnTo>
                  <a:pt x="262703" y="959520"/>
                </a:lnTo>
                <a:lnTo>
                  <a:pt x="264398" y="958097"/>
                </a:lnTo>
                <a:lnTo>
                  <a:pt x="265622" y="958097"/>
                </a:lnTo>
                <a:lnTo>
                  <a:pt x="267272" y="955704"/>
                </a:lnTo>
                <a:lnTo>
                  <a:pt x="273211" y="955427"/>
                </a:lnTo>
                <a:lnTo>
                  <a:pt x="274696" y="941321"/>
                </a:lnTo>
                <a:lnTo>
                  <a:pt x="284595" y="940472"/>
                </a:lnTo>
                <a:lnTo>
                  <a:pt x="286431" y="934801"/>
                </a:lnTo>
                <a:lnTo>
                  <a:pt x="288973" y="934091"/>
                </a:lnTo>
                <a:lnTo>
                  <a:pt x="289544" y="932415"/>
                </a:lnTo>
                <a:lnTo>
                  <a:pt x="292726" y="932372"/>
                </a:lnTo>
                <a:lnTo>
                  <a:pt x="293999" y="923972"/>
                </a:lnTo>
                <a:lnTo>
                  <a:pt x="303568" y="922123"/>
                </a:lnTo>
                <a:lnTo>
                  <a:pt x="303568" y="918262"/>
                </a:lnTo>
                <a:lnTo>
                  <a:pt x="310467" y="916309"/>
                </a:lnTo>
                <a:lnTo>
                  <a:pt x="311817" y="915385"/>
                </a:lnTo>
                <a:lnTo>
                  <a:pt x="319241" y="913415"/>
                </a:lnTo>
                <a:lnTo>
                  <a:pt x="320726" y="913372"/>
                </a:lnTo>
                <a:lnTo>
                  <a:pt x="338544" y="911407"/>
                </a:lnTo>
                <a:lnTo>
                  <a:pt x="338544" y="911386"/>
                </a:lnTo>
                <a:lnTo>
                  <a:pt x="341514" y="911386"/>
                </a:lnTo>
                <a:lnTo>
                  <a:pt x="342999" y="716385"/>
                </a:lnTo>
                <a:lnTo>
                  <a:pt x="359488" y="714476"/>
                </a:lnTo>
                <a:lnTo>
                  <a:pt x="360817" y="713825"/>
                </a:lnTo>
                <a:lnTo>
                  <a:pt x="367784" y="713344"/>
                </a:lnTo>
                <a:lnTo>
                  <a:pt x="369726" y="711265"/>
                </a:lnTo>
                <a:lnTo>
                  <a:pt x="376843" y="709341"/>
                </a:lnTo>
                <a:lnTo>
                  <a:pt x="378635" y="708955"/>
                </a:lnTo>
                <a:lnTo>
                  <a:pt x="379460" y="708955"/>
                </a:lnTo>
                <a:lnTo>
                  <a:pt x="380120" y="705073"/>
                </a:lnTo>
                <a:lnTo>
                  <a:pt x="390302" y="703695"/>
                </a:lnTo>
                <a:lnTo>
                  <a:pt x="391998" y="698925"/>
                </a:lnTo>
                <a:lnTo>
                  <a:pt x="395958" y="697086"/>
                </a:lnTo>
                <a:lnTo>
                  <a:pt x="396597" y="696814"/>
                </a:lnTo>
                <a:lnTo>
                  <a:pt x="398433" y="696793"/>
                </a:lnTo>
                <a:lnTo>
                  <a:pt x="399423" y="693297"/>
                </a:lnTo>
                <a:lnTo>
                  <a:pt x="409817" y="692811"/>
                </a:lnTo>
                <a:lnTo>
                  <a:pt x="411568" y="680974"/>
                </a:lnTo>
                <a:lnTo>
                  <a:pt x="420325" y="679048"/>
                </a:lnTo>
                <a:lnTo>
                  <a:pt x="421695" y="677371"/>
                </a:lnTo>
                <a:lnTo>
                  <a:pt x="426892" y="676263"/>
                </a:lnTo>
                <a:lnTo>
                  <a:pt x="427635" y="669623"/>
                </a:lnTo>
                <a:lnTo>
                  <a:pt x="439089" y="667899"/>
                </a:lnTo>
                <a:lnTo>
                  <a:pt x="440663" y="666353"/>
                </a:lnTo>
                <a:lnTo>
                  <a:pt x="455352" y="664460"/>
                </a:lnTo>
                <a:lnTo>
                  <a:pt x="455352" y="596576"/>
                </a:lnTo>
                <a:lnTo>
                  <a:pt x="472865" y="595454"/>
                </a:lnTo>
                <a:lnTo>
                  <a:pt x="473665" y="594160"/>
                </a:lnTo>
                <a:lnTo>
                  <a:pt x="483811" y="592516"/>
                </a:lnTo>
                <a:lnTo>
                  <a:pt x="485544" y="591808"/>
                </a:lnTo>
                <a:lnTo>
                  <a:pt x="487877" y="591808"/>
                </a:lnTo>
                <a:lnTo>
                  <a:pt x="489503" y="586894"/>
                </a:lnTo>
                <a:lnTo>
                  <a:pt x="494606" y="584984"/>
                </a:lnTo>
                <a:lnTo>
                  <a:pt x="495937" y="584477"/>
                </a:lnTo>
                <a:lnTo>
                  <a:pt x="499136" y="583553"/>
                </a:lnTo>
                <a:lnTo>
                  <a:pt x="500887" y="581986"/>
                </a:lnTo>
                <a:lnTo>
                  <a:pt x="512271" y="581544"/>
                </a:lnTo>
                <a:lnTo>
                  <a:pt x="514107" y="550849"/>
                </a:lnTo>
                <a:lnTo>
                  <a:pt x="531574" y="548880"/>
                </a:lnTo>
                <a:lnTo>
                  <a:pt x="533059" y="548836"/>
                </a:lnTo>
                <a:lnTo>
                  <a:pt x="536665" y="548250"/>
                </a:lnTo>
                <a:lnTo>
                  <a:pt x="537513" y="546810"/>
                </a:lnTo>
                <a:lnTo>
                  <a:pt x="546422" y="545954"/>
                </a:lnTo>
                <a:lnTo>
                  <a:pt x="547907" y="536811"/>
                </a:lnTo>
                <a:lnTo>
                  <a:pt x="558841" y="535562"/>
                </a:lnTo>
                <a:lnTo>
                  <a:pt x="560433" y="534532"/>
                </a:lnTo>
                <a:lnTo>
                  <a:pt x="569190" y="534025"/>
                </a:lnTo>
                <a:lnTo>
                  <a:pt x="570180" y="511403"/>
                </a:lnTo>
                <a:lnTo>
                  <a:pt x="585452" y="510721"/>
                </a:lnTo>
                <a:lnTo>
                  <a:pt x="586703" y="507736"/>
                </a:lnTo>
                <a:lnTo>
                  <a:pt x="597649" y="507079"/>
                </a:lnTo>
                <a:lnTo>
                  <a:pt x="598392" y="502922"/>
                </a:lnTo>
                <a:lnTo>
                  <a:pt x="607136" y="502348"/>
                </a:lnTo>
                <a:lnTo>
                  <a:pt x="607136" y="500693"/>
                </a:lnTo>
                <a:lnTo>
                  <a:pt x="626109" y="498985"/>
                </a:lnTo>
                <a:lnTo>
                  <a:pt x="626604" y="495489"/>
                </a:lnTo>
                <a:lnTo>
                  <a:pt x="634240" y="494577"/>
                </a:lnTo>
                <a:lnTo>
                  <a:pt x="634240" y="493159"/>
                </a:lnTo>
                <a:lnTo>
                  <a:pt x="683028" y="491316"/>
                </a:lnTo>
                <a:lnTo>
                  <a:pt x="683028" y="94451"/>
                </a:lnTo>
                <a:lnTo>
                  <a:pt x="739947" y="93053"/>
                </a:lnTo>
                <a:lnTo>
                  <a:pt x="739947" y="92226"/>
                </a:lnTo>
                <a:lnTo>
                  <a:pt x="768406" y="91234"/>
                </a:lnTo>
                <a:lnTo>
                  <a:pt x="768406" y="89579"/>
                </a:lnTo>
                <a:lnTo>
                  <a:pt x="796866" y="88161"/>
                </a:lnTo>
                <a:lnTo>
                  <a:pt x="796866" y="80992"/>
                </a:lnTo>
                <a:lnTo>
                  <a:pt x="819633" y="80992"/>
                </a:lnTo>
                <a:lnTo>
                  <a:pt x="819633" y="79006"/>
                </a:lnTo>
                <a:lnTo>
                  <a:pt x="853785" y="78041"/>
                </a:lnTo>
                <a:lnTo>
                  <a:pt x="853785" y="74939"/>
                </a:lnTo>
                <a:lnTo>
                  <a:pt x="878178" y="74939"/>
                </a:lnTo>
                <a:lnTo>
                  <a:pt x="878178" y="72103"/>
                </a:lnTo>
                <a:lnTo>
                  <a:pt x="910704" y="71482"/>
                </a:lnTo>
                <a:lnTo>
                  <a:pt x="910704" y="65968"/>
                </a:lnTo>
                <a:lnTo>
                  <a:pt x="948649" y="64106"/>
                </a:lnTo>
                <a:lnTo>
                  <a:pt x="948649" y="63555"/>
                </a:lnTo>
                <a:lnTo>
                  <a:pt x="1024541" y="62934"/>
                </a:lnTo>
                <a:lnTo>
                  <a:pt x="1024541" y="27570"/>
                </a:lnTo>
                <a:lnTo>
                  <a:pt x="1138379" y="26412"/>
                </a:lnTo>
                <a:lnTo>
                  <a:pt x="1138379" y="23103"/>
                </a:lnTo>
                <a:lnTo>
                  <a:pt x="1195298" y="22772"/>
                </a:lnTo>
                <a:lnTo>
                  <a:pt x="1195298" y="17809"/>
                </a:lnTo>
                <a:lnTo>
                  <a:pt x="1366055" y="17478"/>
                </a:lnTo>
                <a:lnTo>
                  <a:pt x="1366055" y="14240"/>
                </a:lnTo>
                <a:lnTo>
                  <a:pt x="1792948" y="12586"/>
                </a:lnTo>
                <a:lnTo>
                  <a:pt x="1792948" y="11345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743" name="data_6189">
            <a:extLst xmlns:a="http://schemas.openxmlformats.org/drawingml/2006/main">
              <a:ext uri="{FF2B5EF4-FFF2-40B4-BE49-F238E27FC236}">
                <a16:creationId xmlns:a16="http://schemas.microsoft.com/office/drawing/2014/main" id="{1BDE1A9B-B5CF-4630-B07D-B3DA6709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2501236"/>
            <a:ext cx="2049083" cy="1480741"/>
          </a:xfrm>
          <a:custGeom xmlns:a="http://schemas.openxmlformats.org/drawingml/2006/main">
            <a:pathLst>
              <a:path w="2049083" h="1480741">
                <a:moveTo>
                  <a:pt x="0" y="1480741"/>
                </a:moveTo>
                <a:lnTo>
                  <a:pt x="170757" y="1480741"/>
                </a:lnTo>
                <a:lnTo>
                  <a:pt x="170757" y="1409092"/>
                </a:lnTo>
                <a:lnTo>
                  <a:pt x="172242" y="1409092"/>
                </a:lnTo>
                <a:lnTo>
                  <a:pt x="195151" y="1409092"/>
                </a:lnTo>
                <a:lnTo>
                  <a:pt x="195999" y="1290360"/>
                </a:lnTo>
                <a:lnTo>
                  <a:pt x="195999" y="1290360"/>
                </a:lnTo>
                <a:lnTo>
                  <a:pt x="227676" y="1290360"/>
                </a:lnTo>
                <a:lnTo>
                  <a:pt x="227676" y="1102060"/>
                </a:lnTo>
                <a:lnTo>
                  <a:pt x="228666" y="1102060"/>
                </a:lnTo>
                <a:lnTo>
                  <a:pt x="236433" y="1102060"/>
                </a:lnTo>
                <a:lnTo>
                  <a:pt x="236433" y="1085877"/>
                </a:lnTo>
                <a:lnTo>
                  <a:pt x="237575" y="1085877"/>
                </a:lnTo>
                <a:lnTo>
                  <a:pt x="256135" y="1085877"/>
                </a:lnTo>
                <a:lnTo>
                  <a:pt x="256135" y="1070690"/>
                </a:lnTo>
                <a:lnTo>
                  <a:pt x="257373" y="1070690"/>
                </a:lnTo>
                <a:lnTo>
                  <a:pt x="265622" y="1070690"/>
                </a:lnTo>
                <a:lnTo>
                  <a:pt x="265622" y="1036519"/>
                </a:lnTo>
                <a:lnTo>
                  <a:pt x="267272" y="1036519"/>
                </a:lnTo>
                <a:lnTo>
                  <a:pt x="341514" y="1036519"/>
                </a:lnTo>
                <a:lnTo>
                  <a:pt x="342999" y="789728"/>
                </a:lnTo>
                <a:lnTo>
                  <a:pt x="342999" y="789728"/>
                </a:lnTo>
                <a:lnTo>
                  <a:pt x="369973" y="789728"/>
                </a:lnTo>
                <a:lnTo>
                  <a:pt x="369973" y="769985"/>
                </a:lnTo>
                <a:lnTo>
                  <a:pt x="371211" y="769985"/>
                </a:lnTo>
                <a:lnTo>
                  <a:pt x="409817" y="769985"/>
                </a:lnTo>
                <a:lnTo>
                  <a:pt x="409817" y="728980"/>
                </a:lnTo>
                <a:lnTo>
                  <a:pt x="411568" y="728980"/>
                </a:lnTo>
                <a:lnTo>
                  <a:pt x="420325" y="728980"/>
                </a:lnTo>
                <a:lnTo>
                  <a:pt x="420325" y="719217"/>
                </a:lnTo>
                <a:lnTo>
                  <a:pt x="421695" y="719217"/>
                </a:lnTo>
                <a:lnTo>
                  <a:pt x="426892" y="719217"/>
                </a:lnTo>
                <a:lnTo>
                  <a:pt x="426892" y="681141"/>
                </a:lnTo>
                <a:lnTo>
                  <a:pt x="427635" y="681141"/>
                </a:lnTo>
                <a:lnTo>
                  <a:pt x="443968" y="681141"/>
                </a:lnTo>
                <a:lnTo>
                  <a:pt x="443968" y="666333"/>
                </a:lnTo>
                <a:lnTo>
                  <a:pt x="445453" y="666333"/>
                </a:lnTo>
                <a:lnTo>
                  <a:pt x="455352" y="666333"/>
                </a:lnTo>
                <a:lnTo>
                  <a:pt x="455352" y="592296"/>
                </a:lnTo>
                <a:lnTo>
                  <a:pt x="683028" y="592296"/>
                </a:lnTo>
                <a:lnTo>
                  <a:pt x="683028" y="296148"/>
                </a:lnTo>
                <a:lnTo>
                  <a:pt x="768406" y="296148"/>
                </a:lnTo>
                <a:lnTo>
                  <a:pt x="768406" y="259130"/>
                </a:lnTo>
                <a:lnTo>
                  <a:pt x="796866" y="259130"/>
                </a:lnTo>
                <a:lnTo>
                  <a:pt x="796866" y="252370"/>
                </a:lnTo>
                <a:lnTo>
                  <a:pt x="853785" y="252370"/>
                </a:lnTo>
                <a:lnTo>
                  <a:pt x="853785" y="211534"/>
                </a:lnTo>
                <a:lnTo>
                  <a:pt x="878178" y="211534"/>
                </a:lnTo>
                <a:lnTo>
                  <a:pt x="878178" y="148074"/>
                </a:lnTo>
                <a:lnTo>
                  <a:pt x="1024541" y="148074"/>
                </a:lnTo>
                <a:lnTo>
                  <a:pt x="1024541" y="105085"/>
                </a:lnTo>
                <a:lnTo>
                  <a:pt x="1195298" y="105085"/>
                </a:lnTo>
                <a:lnTo>
                  <a:pt x="1195298" y="74037"/>
                </a:lnTo>
                <a:lnTo>
                  <a:pt x="1707569" y="74037"/>
                </a:lnTo>
                <a:lnTo>
                  <a:pt x="1707569" y="59230"/>
                </a:lnTo>
                <a:lnTo>
                  <a:pt x="2049083" y="592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744" name="data_6190">
            <a:extLst xmlns:a="http://schemas.openxmlformats.org/drawingml/2006/main">
              <a:ext uri="{FF2B5EF4-FFF2-40B4-BE49-F238E27FC236}">
                <a16:creationId xmlns:a16="http://schemas.microsoft.com/office/drawing/2014/main" id="{CB608D94-768B-4A90-BF4C-7F299B76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125" y="3393914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5" name="data_6191">
            <a:extLst xmlns:a="http://schemas.openxmlformats.org/drawingml/2006/main">
              <a:ext uri="{FF2B5EF4-FFF2-40B4-BE49-F238E27FC236}">
                <a16:creationId xmlns:a16="http://schemas.microsoft.com/office/drawing/2014/main" id="{3B1E508C-E6B5-4B88-8A29-22E46459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639" y="2771959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6" name="data_6192">
            <a:extLst xmlns:a="http://schemas.openxmlformats.org/drawingml/2006/main">
              <a:ext uri="{FF2B5EF4-FFF2-40B4-BE49-F238E27FC236}">
                <a16:creationId xmlns:a16="http://schemas.microsoft.com/office/drawing/2014/main" id="{E44B63A1-AAF5-4F29-9041-DA3DB01C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666" y="269174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7" name="data_6193">
            <a:extLst xmlns:a="http://schemas.openxmlformats.org/drawingml/2006/main">
              <a:ext uri="{FF2B5EF4-FFF2-40B4-BE49-F238E27FC236}">
                <a16:creationId xmlns:a16="http://schemas.microsoft.com/office/drawing/2014/main" id="{938B7AFE-18E4-468A-BD15-8DA1417C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694" y="267750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8" name="data_6194">
            <a:extLst xmlns:a="http://schemas.openxmlformats.org/drawingml/2006/main">
              <a:ext uri="{FF2B5EF4-FFF2-40B4-BE49-F238E27FC236}">
                <a16:creationId xmlns:a16="http://schemas.microsoft.com/office/drawing/2014/main" id="{62B4CD4B-344F-4598-A43E-4BA36765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113" y="324080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49" name="data_6195">
            <a:extLst xmlns:a="http://schemas.openxmlformats.org/drawingml/2006/main">
              <a:ext uri="{FF2B5EF4-FFF2-40B4-BE49-F238E27FC236}">
                <a16:creationId xmlns:a16="http://schemas.microsoft.com/office/drawing/2014/main" id="{CE4BD5FD-C298-4378-ACA2-79DEE01E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0627" y="274722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50" name="data_6196">
            <a:extLst xmlns:a="http://schemas.openxmlformats.org/drawingml/2006/main">
              <a:ext uri="{FF2B5EF4-FFF2-40B4-BE49-F238E27FC236}">
                <a16:creationId xmlns:a16="http://schemas.microsoft.com/office/drawing/2014/main" id="{F00489F2-112C-4660-87AF-F4B115EA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654" y="252511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51" name="data_6197">
            <a:extLst xmlns:a="http://schemas.openxmlformats.org/drawingml/2006/main">
              <a:ext uri="{FF2B5EF4-FFF2-40B4-BE49-F238E27FC236}">
                <a16:creationId xmlns:a16="http://schemas.microsoft.com/office/drawing/2014/main" id="{74B78B6B-2B85-4AF0-B5EA-69F7D5C1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82" y="2451075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52" name="data_6198">
            <a:extLst xmlns:a="http://schemas.openxmlformats.org/drawingml/2006/main">
              <a:ext uri="{FF2B5EF4-FFF2-40B4-BE49-F238E27FC236}">
                <a16:creationId xmlns:a16="http://schemas.microsoft.com/office/drawing/2014/main" id="{A3DD49F7-D116-4386-91EF-7122ECE8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2116243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6199">
            <a:extLst xmlns:a="http://schemas.openxmlformats.org/drawingml/2006/main">
              <a:ext uri="{FF2B5EF4-FFF2-40B4-BE49-F238E27FC236}">
                <a16:creationId xmlns:a16="http://schemas.microsoft.com/office/drawing/2014/main" id="{0EB95538-E119-4CDD-B53A-627832F5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5913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2" y="1762082"/>
                </a:lnTo>
                <a:lnTo>
                  <a:pt x="3743" y="1747274"/>
                </a:lnTo>
                <a:lnTo>
                  <a:pt x="8183" y="1732467"/>
                </a:lnTo>
                <a:lnTo>
                  <a:pt x="13982" y="1717659"/>
                </a:lnTo>
                <a:lnTo>
                  <a:pt x="20776" y="1702852"/>
                </a:lnTo>
                <a:lnTo>
                  <a:pt x="28167" y="1688045"/>
                </a:lnTo>
                <a:lnTo>
                  <a:pt x="35759" y="1673237"/>
                </a:lnTo>
                <a:lnTo>
                  <a:pt x="43191" y="1658430"/>
                </a:lnTo>
                <a:lnTo>
                  <a:pt x="50165" y="1643622"/>
                </a:lnTo>
                <a:lnTo>
                  <a:pt x="56457" y="1628815"/>
                </a:lnTo>
                <a:lnTo>
                  <a:pt x="61926" y="1614007"/>
                </a:lnTo>
                <a:lnTo>
                  <a:pt x="66506" y="1599200"/>
                </a:lnTo>
                <a:lnTo>
                  <a:pt x="70198" y="1584393"/>
                </a:lnTo>
                <a:lnTo>
                  <a:pt x="73054" y="1569585"/>
                </a:lnTo>
                <a:lnTo>
                  <a:pt x="75160" y="1554778"/>
                </a:lnTo>
                <a:lnTo>
                  <a:pt x="76620" y="1539970"/>
                </a:lnTo>
                <a:lnTo>
                  <a:pt x="77540" y="1525163"/>
                </a:lnTo>
                <a:lnTo>
                  <a:pt x="78023" y="1510356"/>
                </a:lnTo>
                <a:lnTo>
                  <a:pt x="78159" y="1495548"/>
                </a:lnTo>
                <a:lnTo>
                  <a:pt x="78022" y="1480741"/>
                </a:lnTo>
                <a:lnTo>
                  <a:pt x="77672" y="1465933"/>
                </a:lnTo>
                <a:lnTo>
                  <a:pt x="77152" y="1451126"/>
                </a:lnTo>
                <a:lnTo>
                  <a:pt x="76494" y="1436319"/>
                </a:lnTo>
                <a:lnTo>
                  <a:pt x="75722" y="1421511"/>
                </a:lnTo>
                <a:lnTo>
                  <a:pt x="74852" y="1406704"/>
                </a:lnTo>
                <a:lnTo>
                  <a:pt x="73897" y="1391896"/>
                </a:lnTo>
                <a:lnTo>
                  <a:pt x="72867" y="1377089"/>
                </a:lnTo>
                <a:lnTo>
                  <a:pt x="71769" y="1362282"/>
                </a:lnTo>
                <a:lnTo>
                  <a:pt x="70614" y="1347474"/>
                </a:lnTo>
                <a:lnTo>
                  <a:pt x="69409" y="1332667"/>
                </a:lnTo>
                <a:lnTo>
                  <a:pt x="68167" y="1317859"/>
                </a:lnTo>
                <a:lnTo>
                  <a:pt x="66903" y="1303052"/>
                </a:lnTo>
                <a:lnTo>
                  <a:pt x="65634" y="1288245"/>
                </a:lnTo>
                <a:lnTo>
                  <a:pt x="64384" y="1273437"/>
                </a:lnTo>
                <a:lnTo>
                  <a:pt x="63177" y="1258630"/>
                </a:lnTo>
                <a:lnTo>
                  <a:pt x="62040" y="1243822"/>
                </a:lnTo>
                <a:lnTo>
                  <a:pt x="61000" y="1229015"/>
                </a:lnTo>
                <a:lnTo>
                  <a:pt x="60079" y="1214207"/>
                </a:lnTo>
                <a:lnTo>
                  <a:pt x="59288" y="1199400"/>
                </a:lnTo>
                <a:lnTo>
                  <a:pt x="58630" y="1184593"/>
                </a:lnTo>
                <a:lnTo>
                  <a:pt x="58092" y="1169785"/>
                </a:lnTo>
                <a:lnTo>
                  <a:pt x="57643" y="1154978"/>
                </a:lnTo>
                <a:lnTo>
                  <a:pt x="57239" y="1140170"/>
                </a:lnTo>
                <a:lnTo>
                  <a:pt x="56819" y="1125363"/>
                </a:lnTo>
                <a:lnTo>
                  <a:pt x="56314" y="1110556"/>
                </a:lnTo>
                <a:lnTo>
                  <a:pt x="55649" y="1095748"/>
                </a:lnTo>
                <a:lnTo>
                  <a:pt x="54754" y="1080941"/>
                </a:lnTo>
                <a:lnTo>
                  <a:pt x="53569" y="1066133"/>
                </a:lnTo>
                <a:lnTo>
                  <a:pt x="52053" y="1051326"/>
                </a:lnTo>
                <a:lnTo>
                  <a:pt x="50194" y="1036519"/>
                </a:lnTo>
                <a:lnTo>
                  <a:pt x="48017" y="1021711"/>
                </a:lnTo>
                <a:lnTo>
                  <a:pt x="45585" y="1006904"/>
                </a:lnTo>
                <a:lnTo>
                  <a:pt x="43002" y="992096"/>
                </a:lnTo>
                <a:lnTo>
                  <a:pt x="40411" y="977289"/>
                </a:lnTo>
                <a:lnTo>
                  <a:pt x="37984" y="962482"/>
                </a:lnTo>
                <a:lnTo>
                  <a:pt x="35909" y="947674"/>
                </a:lnTo>
                <a:lnTo>
                  <a:pt x="34374" y="932867"/>
                </a:lnTo>
                <a:lnTo>
                  <a:pt x="33547" y="918059"/>
                </a:lnTo>
                <a:lnTo>
                  <a:pt x="33560" y="903252"/>
                </a:lnTo>
                <a:lnTo>
                  <a:pt x="34491" y="888444"/>
                </a:lnTo>
                <a:lnTo>
                  <a:pt x="36355" y="873637"/>
                </a:lnTo>
                <a:lnTo>
                  <a:pt x="39104" y="858830"/>
                </a:lnTo>
                <a:lnTo>
                  <a:pt x="42625" y="844022"/>
                </a:lnTo>
                <a:lnTo>
                  <a:pt x="46759" y="829215"/>
                </a:lnTo>
                <a:lnTo>
                  <a:pt x="51309" y="814407"/>
                </a:lnTo>
                <a:lnTo>
                  <a:pt x="56066" y="799600"/>
                </a:lnTo>
                <a:lnTo>
                  <a:pt x="60828" y="784793"/>
                </a:lnTo>
                <a:lnTo>
                  <a:pt x="65410" y="769985"/>
                </a:lnTo>
                <a:lnTo>
                  <a:pt x="69667" y="755178"/>
                </a:lnTo>
                <a:lnTo>
                  <a:pt x="73490" y="740370"/>
                </a:lnTo>
                <a:lnTo>
                  <a:pt x="76819" y="725563"/>
                </a:lnTo>
                <a:lnTo>
                  <a:pt x="79632" y="710756"/>
                </a:lnTo>
                <a:lnTo>
                  <a:pt x="81939" y="695948"/>
                </a:lnTo>
                <a:lnTo>
                  <a:pt x="83780" y="681141"/>
                </a:lnTo>
                <a:lnTo>
                  <a:pt x="85208" y="666333"/>
                </a:lnTo>
                <a:lnTo>
                  <a:pt x="86287" y="651526"/>
                </a:lnTo>
                <a:lnTo>
                  <a:pt x="87080" y="636719"/>
                </a:lnTo>
                <a:lnTo>
                  <a:pt x="87649" y="621911"/>
                </a:lnTo>
                <a:lnTo>
                  <a:pt x="88046" y="607104"/>
                </a:lnTo>
                <a:lnTo>
                  <a:pt x="88317" y="592296"/>
                </a:lnTo>
                <a:lnTo>
                  <a:pt x="88496" y="577489"/>
                </a:lnTo>
                <a:lnTo>
                  <a:pt x="88612" y="562682"/>
                </a:lnTo>
                <a:lnTo>
                  <a:pt x="88685" y="547874"/>
                </a:lnTo>
                <a:lnTo>
                  <a:pt x="88731" y="533067"/>
                </a:lnTo>
                <a:lnTo>
                  <a:pt x="88758" y="518259"/>
                </a:lnTo>
                <a:lnTo>
                  <a:pt x="88774" y="503452"/>
                </a:lnTo>
                <a:lnTo>
                  <a:pt x="88783" y="488644"/>
                </a:lnTo>
                <a:lnTo>
                  <a:pt x="88788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7" y="459030"/>
                </a:lnTo>
                <a:lnTo>
                  <a:pt x="88799" y="473837"/>
                </a:lnTo>
                <a:lnTo>
                  <a:pt x="88804" y="488644"/>
                </a:lnTo>
                <a:lnTo>
                  <a:pt x="88814" y="503452"/>
                </a:lnTo>
                <a:lnTo>
                  <a:pt x="88829" y="518259"/>
                </a:lnTo>
                <a:lnTo>
                  <a:pt x="88857" y="533067"/>
                </a:lnTo>
                <a:lnTo>
                  <a:pt x="88902" y="547874"/>
                </a:lnTo>
                <a:lnTo>
                  <a:pt x="88975" y="562682"/>
                </a:lnTo>
                <a:lnTo>
                  <a:pt x="89091" y="577489"/>
                </a:lnTo>
                <a:lnTo>
                  <a:pt x="89271" y="592296"/>
                </a:lnTo>
                <a:lnTo>
                  <a:pt x="89541" y="607104"/>
                </a:lnTo>
                <a:lnTo>
                  <a:pt x="89938" y="621911"/>
                </a:lnTo>
                <a:lnTo>
                  <a:pt x="90507" y="636719"/>
                </a:lnTo>
                <a:lnTo>
                  <a:pt x="91300" y="651526"/>
                </a:lnTo>
                <a:lnTo>
                  <a:pt x="92379" y="666333"/>
                </a:lnTo>
                <a:lnTo>
                  <a:pt x="93808" y="681141"/>
                </a:lnTo>
                <a:lnTo>
                  <a:pt x="95648" y="695948"/>
                </a:lnTo>
                <a:lnTo>
                  <a:pt x="97956" y="710756"/>
                </a:lnTo>
                <a:lnTo>
                  <a:pt x="100768" y="725563"/>
                </a:lnTo>
                <a:lnTo>
                  <a:pt x="104097" y="740370"/>
                </a:lnTo>
                <a:lnTo>
                  <a:pt x="107921" y="755178"/>
                </a:lnTo>
                <a:lnTo>
                  <a:pt x="112177" y="769985"/>
                </a:lnTo>
                <a:lnTo>
                  <a:pt x="116760" y="784793"/>
                </a:lnTo>
                <a:lnTo>
                  <a:pt x="121521" y="799600"/>
                </a:lnTo>
                <a:lnTo>
                  <a:pt x="126279" y="814407"/>
                </a:lnTo>
                <a:lnTo>
                  <a:pt x="130829" y="829215"/>
                </a:lnTo>
                <a:lnTo>
                  <a:pt x="134962" y="844022"/>
                </a:lnTo>
                <a:lnTo>
                  <a:pt x="138483" y="858830"/>
                </a:lnTo>
                <a:lnTo>
                  <a:pt x="141232" y="873637"/>
                </a:lnTo>
                <a:lnTo>
                  <a:pt x="143097" y="888444"/>
                </a:lnTo>
                <a:lnTo>
                  <a:pt x="144027" y="903252"/>
                </a:lnTo>
                <a:lnTo>
                  <a:pt x="144040" y="918059"/>
                </a:lnTo>
                <a:lnTo>
                  <a:pt x="143213" y="932867"/>
                </a:lnTo>
                <a:lnTo>
                  <a:pt x="141678" y="947674"/>
                </a:lnTo>
                <a:lnTo>
                  <a:pt x="139603" y="962482"/>
                </a:lnTo>
                <a:lnTo>
                  <a:pt x="137176" y="977289"/>
                </a:lnTo>
                <a:lnTo>
                  <a:pt x="134585" y="992096"/>
                </a:lnTo>
                <a:lnTo>
                  <a:pt x="132002" y="1006904"/>
                </a:lnTo>
                <a:lnTo>
                  <a:pt x="129570" y="1021711"/>
                </a:lnTo>
                <a:lnTo>
                  <a:pt x="127393" y="1036519"/>
                </a:lnTo>
                <a:lnTo>
                  <a:pt x="125534" y="1051326"/>
                </a:lnTo>
                <a:lnTo>
                  <a:pt x="124018" y="1066133"/>
                </a:lnTo>
                <a:lnTo>
                  <a:pt x="122833" y="1080941"/>
                </a:lnTo>
                <a:lnTo>
                  <a:pt x="121938" y="1095748"/>
                </a:lnTo>
                <a:lnTo>
                  <a:pt x="121273" y="1110556"/>
                </a:lnTo>
                <a:lnTo>
                  <a:pt x="120768" y="1125363"/>
                </a:lnTo>
                <a:lnTo>
                  <a:pt x="120348" y="1140170"/>
                </a:lnTo>
                <a:lnTo>
                  <a:pt x="119944" y="1154978"/>
                </a:lnTo>
                <a:lnTo>
                  <a:pt x="119495" y="1169785"/>
                </a:lnTo>
                <a:lnTo>
                  <a:pt x="118957" y="1184593"/>
                </a:lnTo>
                <a:lnTo>
                  <a:pt x="118299" y="1199400"/>
                </a:lnTo>
                <a:lnTo>
                  <a:pt x="117509" y="1214207"/>
                </a:lnTo>
                <a:lnTo>
                  <a:pt x="116587" y="1229015"/>
                </a:lnTo>
                <a:lnTo>
                  <a:pt x="115547" y="1243822"/>
                </a:lnTo>
                <a:lnTo>
                  <a:pt x="114410" y="1258630"/>
                </a:lnTo>
                <a:lnTo>
                  <a:pt x="113203" y="1273437"/>
                </a:lnTo>
                <a:lnTo>
                  <a:pt x="111953" y="1288245"/>
                </a:lnTo>
                <a:lnTo>
                  <a:pt x="110684" y="1303052"/>
                </a:lnTo>
                <a:lnTo>
                  <a:pt x="109420" y="1317859"/>
                </a:lnTo>
                <a:lnTo>
                  <a:pt x="108178" y="1332667"/>
                </a:lnTo>
                <a:lnTo>
                  <a:pt x="106973" y="1347474"/>
                </a:lnTo>
                <a:lnTo>
                  <a:pt x="105818" y="1362282"/>
                </a:lnTo>
                <a:lnTo>
                  <a:pt x="104720" y="1377089"/>
                </a:lnTo>
                <a:lnTo>
                  <a:pt x="103690" y="1391896"/>
                </a:lnTo>
                <a:lnTo>
                  <a:pt x="102735" y="1406704"/>
                </a:lnTo>
                <a:lnTo>
                  <a:pt x="101865" y="1421511"/>
                </a:lnTo>
                <a:lnTo>
                  <a:pt x="101093" y="1436319"/>
                </a:lnTo>
                <a:lnTo>
                  <a:pt x="100436" y="1451126"/>
                </a:lnTo>
                <a:lnTo>
                  <a:pt x="99915" y="1465933"/>
                </a:lnTo>
                <a:lnTo>
                  <a:pt x="99565" y="1480741"/>
                </a:lnTo>
                <a:lnTo>
                  <a:pt x="99428" y="1495548"/>
                </a:lnTo>
                <a:lnTo>
                  <a:pt x="99564" y="1510356"/>
                </a:lnTo>
                <a:lnTo>
                  <a:pt x="100048" y="1525163"/>
                </a:lnTo>
                <a:lnTo>
                  <a:pt x="100968" y="1539970"/>
                </a:lnTo>
                <a:lnTo>
                  <a:pt x="102427" y="1554778"/>
                </a:lnTo>
                <a:lnTo>
                  <a:pt x="104533" y="1569585"/>
                </a:lnTo>
                <a:lnTo>
                  <a:pt x="107389" y="1584393"/>
                </a:lnTo>
                <a:lnTo>
                  <a:pt x="111081" y="1599200"/>
                </a:lnTo>
                <a:lnTo>
                  <a:pt x="115661" y="1614007"/>
                </a:lnTo>
                <a:lnTo>
                  <a:pt x="121130" y="1628815"/>
                </a:lnTo>
                <a:lnTo>
                  <a:pt x="127422" y="1643622"/>
                </a:lnTo>
                <a:lnTo>
                  <a:pt x="134396" y="1658430"/>
                </a:lnTo>
                <a:lnTo>
                  <a:pt x="141829" y="1673237"/>
                </a:lnTo>
                <a:lnTo>
                  <a:pt x="149420" y="1688045"/>
                </a:lnTo>
                <a:lnTo>
                  <a:pt x="156811" y="1702852"/>
                </a:lnTo>
                <a:lnTo>
                  <a:pt x="163605" y="1717659"/>
                </a:lnTo>
                <a:lnTo>
                  <a:pt x="169404" y="1732467"/>
                </a:lnTo>
                <a:lnTo>
                  <a:pt x="173844" y="1747274"/>
                </a:lnTo>
                <a:lnTo>
                  <a:pt x="17663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4" name="data_6200">
            <a:extLst xmlns:a="http://schemas.openxmlformats.org/drawingml/2006/main">
              <a:ext uri="{FF2B5EF4-FFF2-40B4-BE49-F238E27FC236}">
                <a16:creationId xmlns:a16="http://schemas.microsoft.com/office/drawing/2014/main" id="{30F147B6-871C-4A0A-AFBC-934E4B59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7426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45975" y="1776889"/>
                </a:moveTo>
                <a:lnTo>
                  <a:pt x="31612" y="1776889"/>
                </a:lnTo>
                <a:lnTo>
                  <a:pt x="32213" y="1762082"/>
                </a:lnTo>
                <a:lnTo>
                  <a:pt x="33975" y="1747274"/>
                </a:lnTo>
                <a:lnTo>
                  <a:pt x="36781" y="1732467"/>
                </a:lnTo>
                <a:lnTo>
                  <a:pt x="40448" y="1717659"/>
                </a:lnTo>
                <a:lnTo>
                  <a:pt x="44749" y="1702852"/>
                </a:lnTo>
                <a:lnTo>
                  <a:pt x="49435" y="1688045"/>
                </a:lnTo>
                <a:lnTo>
                  <a:pt x="54258" y="1673237"/>
                </a:lnTo>
                <a:lnTo>
                  <a:pt x="58991" y="1658430"/>
                </a:lnTo>
                <a:lnTo>
                  <a:pt x="63444" y="1643622"/>
                </a:lnTo>
                <a:lnTo>
                  <a:pt x="67474" y="1628815"/>
                </a:lnTo>
                <a:lnTo>
                  <a:pt x="70989" y="1614007"/>
                </a:lnTo>
                <a:lnTo>
                  <a:pt x="73945" y="1599200"/>
                </a:lnTo>
                <a:lnTo>
                  <a:pt x="76337" y="1584393"/>
                </a:lnTo>
                <a:lnTo>
                  <a:pt x="78194" y="1569585"/>
                </a:lnTo>
                <a:lnTo>
                  <a:pt x="79563" y="1554778"/>
                </a:lnTo>
                <a:lnTo>
                  <a:pt x="80506" y="1539970"/>
                </a:lnTo>
                <a:lnTo>
                  <a:pt x="81085" y="1525163"/>
                </a:lnTo>
                <a:lnTo>
                  <a:pt x="81358" y="1510356"/>
                </a:lnTo>
                <a:lnTo>
                  <a:pt x="81381" y="1495548"/>
                </a:lnTo>
                <a:lnTo>
                  <a:pt x="81195" y="1480741"/>
                </a:lnTo>
                <a:lnTo>
                  <a:pt x="80838" y="1465933"/>
                </a:lnTo>
                <a:lnTo>
                  <a:pt x="80338" y="1451126"/>
                </a:lnTo>
                <a:lnTo>
                  <a:pt x="79719" y="1436319"/>
                </a:lnTo>
                <a:lnTo>
                  <a:pt x="78998" y="1421511"/>
                </a:lnTo>
                <a:lnTo>
                  <a:pt x="78194" y="1406704"/>
                </a:lnTo>
                <a:lnTo>
                  <a:pt x="77321" y="1391896"/>
                </a:lnTo>
                <a:lnTo>
                  <a:pt x="76395" y="1377089"/>
                </a:lnTo>
                <a:lnTo>
                  <a:pt x="75429" y="1362282"/>
                </a:lnTo>
                <a:lnTo>
                  <a:pt x="74438" y="1347474"/>
                </a:lnTo>
                <a:lnTo>
                  <a:pt x="73437" y="1332667"/>
                </a:lnTo>
                <a:lnTo>
                  <a:pt x="72442" y="1317859"/>
                </a:lnTo>
                <a:lnTo>
                  <a:pt x="71470" y="1303052"/>
                </a:lnTo>
                <a:lnTo>
                  <a:pt x="70542" y="1288245"/>
                </a:lnTo>
                <a:lnTo>
                  <a:pt x="69680" y="1273437"/>
                </a:lnTo>
                <a:lnTo>
                  <a:pt x="68907" y="1258630"/>
                </a:lnTo>
                <a:lnTo>
                  <a:pt x="68248" y="1243822"/>
                </a:lnTo>
                <a:lnTo>
                  <a:pt x="67723" y="1229015"/>
                </a:lnTo>
                <a:lnTo>
                  <a:pt x="67350" y="1214207"/>
                </a:lnTo>
                <a:lnTo>
                  <a:pt x="67135" y="1199400"/>
                </a:lnTo>
                <a:lnTo>
                  <a:pt x="67072" y="1184593"/>
                </a:lnTo>
                <a:lnTo>
                  <a:pt x="67144" y="1169785"/>
                </a:lnTo>
                <a:lnTo>
                  <a:pt x="67315" y="1154978"/>
                </a:lnTo>
                <a:lnTo>
                  <a:pt x="67535" y="1140170"/>
                </a:lnTo>
                <a:lnTo>
                  <a:pt x="67743" y="1125363"/>
                </a:lnTo>
                <a:lnTo>
                  <a:pt x="67868" y="1110556"/>
                </a:lnTo>
                <a:lnTo>
                  <a:pt x="67835" y="1095748"/>
                </a:lnTo>
                <a:lnTo>
                  <a:pt x="67574" y="1080941"/>
                </a:lnTo>
                <a:lnTo>
                  <a:pt x="67024" y="1066133"/>
                </a:lnTo>
                <a:lnTo>
                  <a:pt x="66142" y="1051326"/>
                </a:lnTo>
                <a:lnTo>
                  <a:pt x="64907" y="1036519"/>
                </a:lnTo>
                <a:lnTo>
                  <a:pt x="63328" y="1021711"/>
                </a:lnTo>
                <a:lnTo>
                  <a:pt x="61444" y="1006904"/>
                </a:lnTo>
                <a:lnTo>
                  <a:pt x="59327" y="992096"/>
                </a:lnTo>
                <a:lnTo>
                  <a:pt x="57079" y="977289"/>
                </a:lnTo>
                <a:lnTo>
                  <a:pt x="54823" y="962482"/>
                </a:lnTo>
                <a:lnTo>
                  <a:pt x="52699" y="947674"/>
                </a:lnTo>
                <a:lnTo>
                  <a:pt x="50845" y="932867"/>
                </a:lnTo>
                <a:lnTo>
                  <a:pt x="49391" y="918059"/>
                </a:lnTo>
                <a:lnTo>
                  <a:pt x="48440" y="903252"/>
                </a:lnTo>
                <a:lnTo>
                  <a:pt x="48060" y="888444"/>
                </a:lnTo>
                <a:lnTo>
                  <a:pt x="48275" y="873637"/>
                </a:lnTo>
                <a:lnTo>
                  <a:pt x="49063" y="858830"/>
                </a:lnTo>
                <a:lnTo>
                  <a:pt x="50355" y="844022"/>
                </a:lnTo>
                <a:lnTo>
                  <a:pt x="52045" y="829215"/>
                </a:lnTo>
                <a:lnTo>
                  <a:pt x="54000" y="814407"/>
                </a:lnTo>
                <a:lnTo>
                  <a:pt x="56071" y="799600"/>
                </a:lnTo>
                <a:lnTo>
                  <a:pt x="58109" y="784793"/>
                </a:lnTo>
                <a:lnTo>
                  <a:pt x="59981" y="769985"/>
                </a:lnTo>
                <a:lnTo>
                  <a:pt x="61573" y="755178"/>
                </a:lnTo>
                <a:lnTo>
                  <a:pt x="62807" y="740370"/>
                </a:lnTo>
                <a:lnTo>
                  <a:pt x="63642" y="725563"/>
                </a:lnTo>
                <a:lnTo>
                  <a:pt x="64073" y="710756"/>
                </a:lnTo>
                <a:lnTo>
                  <a:pt x="64132" y="695948"/>
                </a:lnTo>
                <a:lnTo>
                  <a:pt x="63881" y="681141"/>
                </a:lnTo>
                <a:lnTo>
                  <a:pt x="63403" y="666333"/>
                </a:lnTo>
                <a:lnTo>
                  <a:pt x="62796" y="651526"/>
                </a:lnTo>
                <a:lnTo>
                  <a:pt x="62160" y="636719"/>
                </a:lnTo>
                <a:lnTo>
                  <a:pt x="61588" y="621911"/>
                </a:lnTo>
                <a:lnTo>
                  <a:pt x="61160" y="607104"/>
                </a:lnTo>
                <a:lnTo>
                  <a:pt x="60934" y="592296"/>
                </a:lnTo>
                <a:lnTo>
                  <a:pt x="60944" y="577489"/>
                </a:lnTo>
                <a:lnTo>
                  <a:pt x="61198" y="562682"/>
                </a:lnTo>
                <a:lnTo>
                  <a:pt x="61683" y="547874"/>
                </a:lnTo>
                <a:lnTo>
                  <a:pt x="62370" y="533067"/>
                </a:lnTo>
                <a:lnTo>
                  <a:pt x="63218" y="518259"/>
                </a:lnTo>
                <a:lnTo>
                  <a:pt x="64179" y="503452"/>
                </a:lnTo>
                <a:lnTo>
                  <a:pt x="65210" y="488644"/>
                </a:lnTo>
                <a:lnTo>
                  <a:pt x="66273" y="473837"/>
                </a:lnTo>
                <a:lnTo>
                  <a:pt x="67337" y="459030"/>
                </a:lnTo>
                <a:lnTo>
                  <a:pt x="68381" y="444222"/>
                </a:lnTo>
                <a:lnTo>
                  <a:pt x="69393" y="429415"/>
                </a:lnTo>
                <a:lnTo>
                  <a:pt x="70367" y="414607"/>
                </a:lnTo>
                <a:lnTo>
                  <a:pt x="71301" y="399800"/>
                </a:lnTo>
                <a:lnTo>
                  <a:pt x="72193" y="384993"/>
                </a:lnTo>
                <a:lnTo>
                  <a:pt x="73040" y="370185"/>
                </a:lnTo>
                <a:lnTo>
                  <a:pt x="73836" y="355378"/>
                </a:lnTo>
                <a:lnTo>
                  <a:pt x="74568" y="340570"/>
                </a:lnTo>
                <a:lnTo>
                  <a:pt x="75216" y="325763"/>
                </a:lnTo>
                <a:lnTo>
                  <a:pt x="75752" y="310956"/>
                </a:lnTo>
                <a:lnTo>
                  <a:pt x="76137" y="296148"/>
                </a:lnTo>
                <a:lnTo>
                  <a:pt x="76322" y="281341"/>
                </a:lnTo>
                <a:lnTo>
                  <a:pt x="76241" y="266533"/>
                </a:lnTo>
                <a:lnTo>
                  <a:pt x="75817" y="251726"/>
                </a:lnTo>
                <a:lnTo>
                  <a:pt x="74960" y="236919"/>
                </a:lnTo>
                <a:lnTo>
                  <a:pt x="73568" y="222111"/>
                </a:lnTo>
                <a:lnTo>
                  <a:pt x="71536" y="207304"/>
                </a:lnTo>
                <a:lnTo>
                  <a:pt x="68764" y="192496"/>
                </a:lnTo>
                <a:lnTo>
                  <a:pt x="65170" y="177689"/>
                </a:lnTo>
                <a:lnTo>
                  <a:pt x="60704" y="162881"/>
                </a:lnTo>
                <a:lnTo>
                  <a:pt x="55365" y="148074"/>
                </a:lnTo>
                <a:lnTo>
                  <a:pt x="49214" y="133267"/>
                </a:lnTo>
                <a:lnTo>
                  <a:pt x="42391" y="118459"/>
                </a:lnTo>
                <a:lnTo>
                  <a:pt x="35112" y="103652"/>
                </a:lnTo>
                <a:lnTo>
                  <a:pt x="27670" y="88844"/>
                </a:lnTo>
                <a:lnTo>
                  <a:pt x="20418" y="74037"/>
                </a:lnTo>
                <a:lnTo>
                  <a:pt x="13747" y="59230"/>
                </a:lnTo>
                <a:lnTo>
                  <a:pt x="8048" y="44422"/>
                </a:lnTo>
                <a:lnTo>
                  <a:pt x="3682" y="29615"/>
                </a:lnTo>
                <a:lnTo>
                  <a:pt x="93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51" y="14807"/>
                </a:lnTo>
                <a:lnTo>
                  <a:pt x="173905" y="29615"/>
                </a:lnTo>
                <a:lnTo>
                  <a:pt x="169539" y="44422"/>
                </a:lnTo>
                <a:lnTo>
                  <a:pt x="163841" y="59230"/>
                </a:lnTo>
                <a:lnTo>
                  <a:pt x="157169" y="74037"/>
                </a:lnTo>
                <a:lnTo>
                  <a:pt x="149917" y="88844"/>
                </a:lnTo>
                <a:lnTo>
                  <a:pt x="142475" y="103652"/>
                </a:lnTo>
                <a:lnTo>
                  <a:pt x="135196" y="118459"/>
                </a:lnTo>
                <a:lnTo>
                  <a:pt x="128373" y="133267"/>
                </a:lnTo>
                <a:lnTo>
                  <a:pt x="122222" y="148074"/>
                </a:lnTo>
                <a:lnTo>
                  <a:pt x="116883" y="162881"/>
                </a:lnTo>
                <a:lnTo>
                  <a:pt x="112417" y="177689"/>
                </a:lnTo>
                <a:lnTo>
                  <a:pt x="108823" y="192496"/>
                </a:lnTo>
                <a:lnTo>
                  <a:pt x="106051" y="207304"/>
                </a:lnTo>
                <a:lnTo>
                  <a:pt x="104019" y="222111"/>
                </a:lnTo>
                <a:lnTo>
                  <a:pt x="102627" y="236919"/>
                </a:lnTo>
                <a:lnTo>
                  <a:pt x="101770" y="251726"/>
                </a:lnTo>
                <a:lnTo>
                  <a:pt x="101346" y="266533"/>
                </a:lnTo>
                <a:lnTo>
                  <a:pt x="101266" y="281341"/>
                </a:lnTo>
                <a:lnTo>
                  <a:pt x="101450" y="296148"/>
                </a:lnTo>
                <a:lnTo>
                  <a:pt x="101836" y="310956"/>
                </a:lnTo>
                <a:lnTo>
                  <a:pt x="102372" y="325763"/>
                </a:lnTo>
                <a:lnTo>
                  <a:pt x="103020" y="340570"/>
                </a:lnTo>
                <a:lnTo>
                  <a:pt x="103751" y="355378"/>
                </a:lnTo>
                <a:lnTo>
                  <a:pt x="104547" y="370185"/>
                </a:lnTo>
                <a:lnTo>
                  <a:pt x="105394" y="384993"/>
                </a:lnTo>
                <a:lnTo>
                  <a:pt x="106286" y="399800"/>
                </a:lnTo>
                <a:lnTo>
                  <a:pt x="107220" y="414607"/>
                </a:lnTo>
                <a:lnTo>
                  <a:pt x="108194" y="429415"/>
                </a:lnTo>
                <a:lnTo>
                  <a:pt x="109206" y="444222"/>
                </a:lnTo>
                <a:lnTo>
                  <a:pt x="110250" y="459030"/>
                </a:lnTo>
                <a:lnTo>
                  <a:pt x="111314" y="473837"/>
                </a:lnTo>
                <a:lnTo>
                  <a:pt x="112377" y="488644"/>
                </a:lnTo>
                <a:lnTo>
                  <a:pt x="113408" y="503452"/>
                </a:lnTo>
                <a:lnTo>
                  <a:pt x="114370" y="518259"/>
                </a:lnTo>
                <a:lnTo>
                  <a:pt x="115217" y="533067"/>
                </a:lnTo>
                <a:lnTo>
                  <a:pt x="115904" y="547874"/>
                </a:lnTo>
                <a:lnTo>
                  <a:pt x="116390" y="562682"/>
                </a:lnTo>
                <a:lnTo>
                  <a:pt x="116644" y="577489"/>
                </a:lnTo>
                <a:lnTo>
                  <a:pt x="116653" y="592296"/>
                </a:lnTo>
                <a:lnTo>
                  <a:pt x="116427" y="607104"/>
                </a:lnTo>
                <a:lnTo>
                  <a:pt x="115999" y="621911"/>
                </a:lnTo>
                <a:lnTo>
                  <a:pt x="115428" y="636719"/>
                </a:lnTo>
                <a:lnTo>
                  <a:pt x="114791" y="651526"/>
                </a:lnTo>
                <a:lnTo>
                  <a:pt x="114184" y="666333"/>
                </a:lnTo>
                <a:lnTo>
                  <a:pt x="113706" y="681141"/>
                </a:lnTo>
                <a:lnTo>
                  <a:pt x="113455" y="695948"/>
                </a:lnTo>
                <a:lnTo>
                  <a:pt x="113514" y="710756"/>
                </a:lnTo>
                <a:lnTo>
                  <a:pt x="113945" y="725563"/>
                </a:lnTo>
                <a:lnTo>
                  <a:pt x="114780" y="740370"/>
                </a:lnTo>
                <a:lnTo>
                  <a:pt x="116014" y="755178"/>
                </a:lnTo>
                <a:lnTo>
                  <a:pt x="117607" y="769985"/>
                </a:lnTo>
                <a:lnTo>
                  <a:pt x="119478" y="784793"/>
                </a:lnTo>
                <a:lnTo>
                  <a:pt x="121517" y="799600"/>
                </a:lnTo>
                <a:lnTo>
                  <a:pt x="123587" y="814407"/>
                </a:lnTo>
                <a:lnTo>
                  <a:pt x="125542" y="829215"/>
                </a:lnTo>
                <a:lnTo>
                  <a:pt x="127232" y="844022"/>
                </a:lnTo>
                <a:lnTo>
                  <a:pt x="128524" y="858830"/>
                </a:lnTo>
                <a:lnTo>
                  <a:pt x="129312" y="873637"/>
                </a:lnTo>
                <a:lnTo>
                  <a:pt x="129527" y="888444"/>
                </a:lnTo>
                <a:lnTo>
                  <a:pt x="129147" y="903252"/>
                </a:lnTo>
                <a:lnTo>
                  <a:pt x="128196" y="918059"/>
                </a:lnTo>
                <a:lnTo>
                  <a:pt x="126742" y="932867"/>
                </a:lnTo>
                <a:lnTo>
                  <a:pt x="124889" y="947674"/>
                </a:lnTo>
                <a:lnTo>
                  <a:pt x="122764" y="962482"/>
                </a:lnTo>
                <a:lnTo>
                  <a:pt x="120509" y="977289"/>
                </a:lnTo>
                <a:lnTo>
                  <a:pt x="118260" y="992096"/>
                </a:lnTo>
                <a:lnTo>
                  <a:pt x="116143" y="1006904"/>
                </a:lnTo>
                <a:lnTo>
                  <a:pt x="114259" y="1021711"/>
                </a:lnTo>
                <a:lnTo>
                  <a:pt x="112680" y="1036519"/>
                </a:lnTo>
                <a:lnTo>
                  <a:pt x="111445" y="1051326"/>
                </a:lnTo>
                <a:lnTo>
                  <a:pt x="110563" y="1066133"/>
                </a:lnTo>
                <a:lnTo>
                  <a:pt x="110013" y="1080941"/>
                </a:lnTo>
                <a:lnTo>
                  <a:pt x="109752" y="1095748"/>
                </a:lnTo>
                <a:lnTo>
                  <a:pt x="109719" y="1110556"/>
                </a:lnTo>
                <a:lnTo>
                  <a:pt x="109844" y="1125363"/>
                </a:lnTo>
                <a:lnTo>
                  <a:pt x="110052" y="1140170"/>
                </a:lnTo>
                <a:lnTo>
                  <a:pt x="110272" y="1154978"/>
                </a:lnTo>
                <a:lnTo>
                  <a:pt x="110443" y="1169785"/>
                </a:lnTo>
                <a:lnTo>
                  <a:pt x="110515" y="1184593"/>
                </a:lnTo>
                <a:lnTo>
                  <a:pt x="110453" y="1199400"/>
                </a:lnTo>
                <a:lnTo>
                  <a:pt x="110237" y="1214207"/>
                </a:lnTo>
                <a:lnTo>
                  <a:pt x="109864" y="1229015"/>
                </a:lnTo>
                <a:lnTo>
                  <a:pt x="109339" y="1243822"/>
                </a:lnTo>
                <a:lnTo>
                  <a:pt x="108680" y="1258630"/>
                </a:lnTo>
                <a:lnTo>
                  <a:pt x="107907" y="1273437"/>
                </a:lnTo>
                <a:lnTo>
                  <a:pt x="107045" y="1288245"/>
                </a:lnTo>
                <a:lnTo>
                  <a:pt x="106117" y="1303052"/>
                </a:lnTo>
                <a:lnTo>
                  <a:pt x="105145" y="1317859"/>
                </a:lnTo>
                <a:lnTo>
                  <a:pt x="104150" y="1332667"/>
                </a:lnTo>
                <a:lnTo>
                  <a:pt x="103149" y="1347474"/>
                </a:lnTo>
                <a:lnTo>
                  <a:pt x="102158" y="1362282"/>
                </a:lnTo>
                <a:lnTo>
                  <a:pt x="101193" y="1377089"/>
                </a:lnTo>
                <a:lnTo>
                  <a:pt x="100266" y="1391896"/>
                </a:lnTo>
                <a:lnTo>
                  <a:pt x="99393" y="1406704"/>
                </a:lnTo>
                <a:lnTo>
                  <a:pt x="98589" y="1421511"/>
                </a:lnTo>
                <a:lnTo>
                  <a:pt x="97869" y="1436319"/>
                </a:lnTo>
                <a:lnTo>
                  <a:pt x="97249" y="1451126"/>
                </a:lnTo>
                <a:lnTo>
                  <a:pt x="96749" y="1465933"/>
                </a:lnTo>
                <a:lnTo>
                  <a:pt x="96392" y="1480741"/>
                </a:lnTo>
                <a:lnTo>
                  <a:pt x="96207" y="1495548"/>
                </a:lnTo>
                <a:lnTo>
                  <a:pt x="96229" y="1510356"/>
                </a:lnTo>
                <a:lnTo>
                  <a:pt x="96503" y="1525163"/>
                </a:lnTo>
                <a:lnTo>
                  <a:pt x="97081" y="1539970"/>
                </a:lnTo>
                <a:lnTo>
                  <a:pt x="98024" y="1554778"/>
                </a:lnTo>
                <a:lnTo>
                  <a:pt x="99393" y="1569585"/>
                </a:lnTo>
                <a:lnTo>
                  <a:pt x="101250" y="1584393"/>
                </a:lnTo>
                <a:lnTo>
                  <a:pt x="103642" y="1599200"/>
                </a:lnTo>
                <a:lnTo>
                  <a:pt x="106598" y="1614007"/>
                </a:lnTo>
                <a:lnTo>
                  <a:pt x="110113" y="1628815"/>
                </a:lnTo>
                <a:lnTo>
                  <a:pt x="114144" y="1643622"/>
                </a:lnTo>
                <a:lnTo>
                  <a:pt x="118596" y="1658430"/>
                </a:lnTo>
                <a:lnTo>
                  <a:pt x="123329" y="1673237"/>
                </a:lnTo>
                <a:lnTo>
                  <a:pt x="128152" y="1688045"/>
                </a:lnTo>
                <a:lnTo>
                  <a:pt x="132838" y="1702852"/>
                </a:lnTo>
                <a:lnTo>
                  <a:pt x="137140" y="1717659"/>
                </a:lnTo>
                <a:lnTo>
                  <a:pt x="140806" y="1732467"/>
                </a:lnTo>
                <a:lnTo>
                  <a:pt x="143612" y="1747274"/>
                </a:lnTo>
                <a:lnTo>
                  <a:pt x="145374" y="1762082"/>
                </a:lnTo>
                <a:lnTo>
                  <a:pt x="145975" y="1776889"/>
                </a:lnTo>
                <a:lnTo>
                  <a:pt x="145975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5" name="data_6201">
            <a:extLst xmlns:a="http://schemas.openxmlformats.org/drawingml/2006/main">
              <a:ext uri="{FF2B5EF4-FFF2-40B4-BE49-F238E27FC236}">
                <a16:creationId xmlns:a16="http://schemas.microsoft.com/office/drawing/2014/main" id="{672EE51B-E819-4F4A-A950-AECD8105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454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23036" y="1776889"/>
                </a:moveTo>
                <a:lnTo>
                  <a:pt x="54551" y="1776889"/>
                </a:lnTo>
                <a:lnTo>
                  <a:pt x="54907" y="1762082"/>
                </a:lnTo>
                <a:lnTo>
                  <a:pt x="55950" y="1747274"/>
                </a:lnTo>
                <a:lnTo>
                  <a:pt x="57612" y="1732467"/>
                </a:lnTo>
                <a:lnTo>
                  <a:pt x="59783" y="1717659"/>
                </a:lnTo>
                <a:lnTo>
                  <a:pt x="62331" y="1702852"/>
                </a:lnTo>
                <a:lnTo>
                  <a:pt x="65106" y="1688045"/>
                </a:lnTo>
                <a:lnTo>
                  <a:pt x="67962" y="1673237"/>
                </a:lnTo>
                <a:lnTo>
                  <a:pt x="70765" y="1658430"/>
                </a:lnTo>
                <a:lnTo>
                  <a:pt x="73402" y="1643622"/>
                </a:lnTo>
                <a:lnTo>
                  <a:pt x="75788" y="1628815"/>
                </a:lnTo>
                <a:lnTo>
                  <a:pt x="77868" y="1614007"/>
                </a:lnTo>
                <a:lnTo>
                  <a:pt x="79617" y="1599200"/>
                </a:lnTo>
                <a:lnTo>
                  <a:pt x="81033" y="1584393"/>
                </a:lnTo>
                <a:lnTo>
                  <a:pt x="82132" y="1569585"/>
                </a:lnTo>
                <a:lnTo>
                  <a:pt x="82944" y="1554778"/>
                </a:lnTo>
                <a:lnTo>
                  <a:pt x="83505" y="1539970"/>
                </a:lnTo>
                <a:lnTo>
                  <a:pt x="83854" y="1525163"/>
                </a:lnTo>
                <a:lnTo>
                  <a:pt x="84028" y="1510356"/>
                </a:lnTo>
                <a:lnTo>
                  <a:pt x="84057" y="1495548"/>
                </a:lnTo>
                <a:lnTo>
                  <a:pt x="83971" y="1480741"/>
                </a:lnTo>
                <a:lnTo>
                  <a:pt x="83791" y="1465933"/>
                </a:lnTo>
                <a:lnTo>
                  <a:pt x="83536" y="1451126"/>
                </a:lnTo>
                <a:lnTo>
                  <a:pt x="83221" y="1436319"/>
                </a:lnTo>
                <a:lnTo>
                  <a:pt x="82859" y="1421511"/>
                </a:lnTo>
                <a:lnTo>
                  <a:pt x="82462" y="1406704"/>
                </a:lnTo>
                <a:lnTo>
                  <a:pt x="82041" y="1391896"/>
                </a:lnTo>
                <a:lnTo>
                  <a:pt x="81607" y="1377089"/>
                </a:lnTo>
                <a:lnTo>
                  <a:pt x="81170" y="1362282"/>
                </a:lnTo>
                <a:lnTo>
                  <a:pt x="80739" y="1347474"/>
                </a:lnTo>
                <a:lnTo>
                  <a:pt x="80323" y="1332667"/>
                </a:lnTo>
                <a:lnTo>
                  <a:pt x="79930" y="1317859"/>
                </a:lnTo>
                <a:lnTo>
                  <a:pt x="79566" y="1303052"/>
                </a:lnTo>
                <a:lnTo>
                  <a:pt x="79238" y="1288245"/>
                </a:lnTo>
                <a:lnTo>
                  <a:pt x="78951" y="1273437"/>
                </a:lnTo>
                <a:lnTo>
                  <a:pt x="78709" y="1258630"/>
                </a:lnTo>
                <a:lnTo>
                  <a:pt x="78517" y="1243822"/>
                </a:lnTo>
                <a:lnTo>
                  <a:pt x="78376" y="1229015"/>
                </a:lnTo>
                <a:lnTo>
                  <a:pt x="78286" y="1214207"/>
                </a:lnTo>
                <a:lnTo>
                  <a:pt x="78244" y="1199400"/>
                </a:lnTo>
                <a:lnTo>
                  <a:pt x="78244" y="1184593"/>
                </a:lnTo>
                <a:lnTo>
                  <a:pt x="78273" y="1169785"/>
                </a:lnTo>
                <a:lnTo>
                  <a:pt x="78313" y="1154978"/>
                </a:lnTo>
                <a:lnTo>
                  <a:pt x="78344" y="1140170"/>
                </a:lnTo>
                <a:lnTo>
                  <a:pt x="78339" y="1125363"/>
                </a:lnTo>
                <a:lnTo>
                  <a:pt x="78268" y="1110556"/>
                </a:lnTo>
                <a:lnTo>
                  <a:pt x="78101" y="1095748"/>
                </a:lnTo>
                <a:lnTo>
                  <a:pt x="77808" y="1080941"/>
                </a:lnTo>
                <a:lnTo>
                  <a:pt x="77364" y="1066133"/>
                </a:lnTo>
                <a:lnTo>
                  <a:pt x="76753" y="1051326"/>
                </a:lnTo>
                <a:lnTo>
                  <a:pt x="75967" y="1036519"/>
                </a:lnTo>
                <a:lnTo>
                  <a:pt x="75012" y="1021711"/>
                </a:lnTo>
                <a:lnTo>
                  <a:pt x="73909" y="1006904"/>
                </a:lnTo>
                <a:lnTo>
                  <a:pt x="72697" y="992096"/>
                </a:lnTo>
                <a:lnTo>
                  <a:pt x="71426" y="977289"/>
                </a:lnTo>
                <a:lnTo>
                  <a:pt x="70161" y="962482"/>
                </a:lnTo>
                <a:lnTo>
                  <a:pt x="68972" y="947674"/>
                </a:lnTo>
                <a:lnTo>
                  <a:pt x="67931" y="932867"/>
                </a:lnTo>
                <a:lnTo>
                  <a:pt x="67104" y="918059"/>
                </a:lnTo>
                <a:lnTo>
                  <a:pt x="66542" y="903252"/>
                </a:lnTo>
                <a:lnTo>
                  <a:pt x="66278" y="888444"/>
                </a:lnTo>
                <a:lnTo>
                  <a:pt x="66321" y="873637"/>
                </a:lnTo>
                <a:lnTo>
                  <a:pt x="66655" y="858830"/>
                </a:lnTo>
                <a:lnTo>
                  <a:pt x="67240" y="844022"/>
                </a:lnTo>
                <a:lnTo>
                  <a:pt x="68015" y="829215"/>
                </a:lnTo>
                <a:lnTo>
                  <a:pt x="68906" y="814407"/>
                </a:lnTo>
                <a:lnTo>
                  <a:pt x="69830" y="799600"/>
                </a:lnTo>
                <a:lnTo>
                  <a:pt x="70707" y="784793"/>
                </a:lnTo>
                <a:lnTo>
                  <a:pt x="71465" y="769985"/>
                </a:lnTo>
                <a:lnTo>
                  <a:pt x="72047" y="755178"/>
                </a:lnTo>
                <a:lnTo>
                  <a:pt x="72416" y="740370"/>
                </a:lnTo>
                <a:lnTo>
                  <a:pt x="72557" y="725563"/>
                </a:lnTo>
                <a:lnTo>
                  <a:pt x="72477" y="710756"/>
                </a:lnTo>
                <a:lnTo>
                  <a:pt x="72205" y="695948"/>
                </a:lnTo>
                <a:lnTo>
                  <a:pt x="71790" y="681141"/>
                </a:lnTo>
                <a:lnTo>
                  <a:pt x="71290" y="666333"/>
                </a:lnTo>
                <a:lnTo>
                  <a:pt x="70774" y="651526"/>
                </a:lnTo>
                <a:lnTo>
                  <a:pt x="70310" y="636719"/>
                </a:lnTo>
                <a:lnTo>
                  <a:pt x="69961" y="621911"/>
                </a:lnTo>
                <a:lnTo>
                  <a:pt x="69778" y="607104"/>
                </a:lnTo>
                <a:lnTo>
                  <a:pt x="69796" y="592296"/>
                </a:lnTo>
                <a:lnTo>
                  <a:pt x="70034" y="577489"/>
                </a:lnTo>
                <a:lnTo>
                  <a:pt x="70489" y="562682"/>
                </a:lnTo>
                <a:lnTo>
                  <a:pt x="71144" y="547874"/>
                </a:lnTo>
                <a:lnTo>
                  <a:pt x="71966" y="533067"/>
                </a:lnTo>
                <a:lnTo>
                  <a:pt x="72914" y="518259"/>
                </a:lnTo>
                <a:lnTo>
                  <a:pt x="73942" y="503452"/>
                </a:lnTo>
                <a:lnTo>
                  <a:pt x="75004" y="488644"/>
                </a:lnTo>
                <a:lnTo>
                  <a:pt x="76058" y="473837"/>
                </a:lnTo>
                <a:lnTo>
                  <a:pt x="77068" y="459030"/>
                </a:lnTo>
                <a:lnTo>
                  <a:pt x="78008" y="444222"/>
                </a:lnTo>
                <a:lnTo>
                  <a:pt x="78857" y="429415"/>
                </a:lnTo>
                <a:lnTo>
                  <a:pt x="79605" y="414607"/>
                </a:lnTo>
                <a:lnTo>
                  <a:pt x="80245" y="399800"/>
                </a:lnTo>
                <a:lnTo>
                  <a:pt x="80776" y="384993"/>
                </a:lnTo>
                <a:lnTo>
                  <a:pt x="81198" y="370185"/>
                </a:lnTo>
                <a:lnTo>
                  <a:pt x="81511" y="355378"/>
                </a:lnTo>
                <a:lnTo>
                  <a:pt x="81713" y="340570"/>
                </a:lnTo>
                <a:lnTo>
                  <a:pt x="81799" y="325763"/>
                </a:lnTo>
                <a:lnTo>
                  <a:pt x="81755" y="310956"/>
                </a:lnTo>
                <a:lnTo>
                  <a:pt x="81559" y="296148"/>
                </a:lnTo>
                <a:lnTo>
                  <a:pt x="81173" y="281341"/>
                </a:lnTo>
                <a:lnTo>
                  <a:pt x="80549" y="266533"/>
                </a:lnTo>
                <a:lnTo>
                  <a:pt x="79617" y="251726"/>
                </a:lnTo>
                <a:lnTo>
                  <a:pt x="78294" y="236919"/>
                </a:lnTo>
                <a:lnTo>
                  <a:pt x="76482" y="222111"/>
                </a:lnTo>
                <a:lnTo>
                  <a:pt x="74074" y="207304"/>
                </a:lnTo>
                <a:lnTo>
                  <a:pt x="70969" y="192496"/>
                </a:lnTo>
                <a:lnTo>
                  <a:pt x="67077" y="177689"/>
                </a:lnTo>
                <a:lnTo>
                  <a:pt x="62342" y="162881"/>
                </a:lnTo>
                <a:lnTo>
                  <a:pt x="56758" y="148074"/>
                </a:lnTo>
                <a:lnTo>
                  <a:pt x="50382" y="133267"/>
                </a:lnTo>
                <a:lnTo>
                  <a:pt x="43349" y="118459"/>
                </a:lnTo>
                <a:lnTo>
                  <a:pt x="35874" y="103652"/>
                </a:lnTo>
                <a:lnTo>
                  <a:pt x="28251" y="88844"/>
                </a:lnTo>
                <a:lnTo>
                  <a:pt x="20836" y="74037"/>
                </a:lnTo>
                <a:lnTo>
                  <a:pt x="14022" y="59230"/>
                </a:lnTo>
                <a:lnTo>
                  <a:pt x="8207" y="44422"/>
                </a:lnTo>
                <a:lnTo>
                  <a:pt x="3754" y="29615"/>
                </a:lnTo>
                <a:lnTo>
                  <a:pt x="95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2" y="14807"/>
                </a:lnTo>
                <a:lnTo>
                  <a:pt x="173834" y="29615"/>
                </a:lnTo>
                <a:lnTo>
                  <a:pt x="169380" y="44422"/>
                </a:lnTo>
                <a:lnTo>
                  <a:pt x="163565" y="59230"/>
                </a:lnTo>
                <a:lnTo>
                  <a:pt x="156751" y="74037"/>
                </a:lnTo>
                <a:lnTo>
                  <a:pt x="149336" y="88844"/>
                </a:lnTo>
                <a:lnTo>
                  <a:pt x="141713" y="103652"/>
                </a:lnTo>
                <a:lnTo>
                  <a:pt x="134238" y="118459"/>
                </a:lnTo>
                <a:lnTo>
                  <a:pt x="127205" y="133267"/>
                </a:lnTo>
                <a:lnTo>
                  <a:pt x="120829" y="148074"/>
                </a:lnTo>
                <a:lnTo>
                  <a:pt x="115245" y="162881"/>
                </a:lnTo>
                <a:lnTo>
                  <a:pt x="110511" y="177689"/>
                </a:lnTo>
                <a:lnTo>
                  <a:pt x="106619" y="192496"/>
                </a:lnTo>
                <a:lnTo>
                  <a:pt x="103513" y="207304"/>
                </a:lnTo>
                <a:lnTo>
                  <a:pt x="101105" y="222111"/>
                </a:lnTo>
                <a:lnTo>
                  <a:pt x="99293" y="236919"/>
                </a:lnTo>
                <a:lnTo>
                  <a:pt x="97970" y="251726"/>
                </a:lnTo>
                <a:lnTo>
                  <a:pt x="97038" y="266533"/>
                </a:lnTo>
                <a:lnTo>
                  <a:pt x="96414" y="281341"/>
                </a:lnTo>
                <a:lnTo>
                  <a:pt x="96029" y="296148"/>
                </a:lnTo>
                <a:lnTo>
                  <a:pt x="95832" y="310956"/>
                </a:lnTo>
                <a:lnTo>
                  <a:pt x="95788" y="325763"/>
                </a:lnTo>
                <a:lnTo>
                  <a:pt x="95874" y="340570"/>
                </a:lnTo>
                <a:lnTo>
                  <a:pt x="96076" y="355378"/>
                </a:lnTo>
                <a:lnTo>
                  <a:pt x="96389" y="370185"/>
                </a:lnTo>
                <a:lnTo>
                  <a:pt x="96811" y="384993"/>
                </a:lnTo>
                <a:lnTo>
                  <a:pt x="97342" y="399800"/>
                </a:lnTo>
                <a:lnTo>
                  <a:pt x="97982" y="414607"/>
                </a:lnTo>
                <a:lnTo>
                  <a:pt x="98730" y="429415"/>
                </a:lnTo>
                <a:lnTo>
                  <a:pt x="99580" y="444222"/>
                </a:lnTo>
                <a:lnTo>
                  <a:pt x="100519" y="459030"/>
                </a:lnTo>
                <a:lnTo>
                  <a:pt x="101529" y="473837"/>
                </a:lnTo>
                <a:lnTo>
                  <a:pt x="102583" y="488644"/>
                </a:lnTo>
                <a:lnTo>
                  <a:pt x="103645" y="503452"/>
                </a:lnTo>
                <a:lnTo>
                  <a:pt x="104673" y="518259"/>
                </a:lnTo>
                <a:lnTo>
                  <a:pt x="105621" y="533067"/>
                </a:lnTo>
                <a:lnTo>
                  <a:pt x="106443" y="547874"/>
                </a:lnTo>
                <a:lnTo>
                  <a:pt x="107098" y="562682"/>
                </a:lnTo>
                <a:lnTo>
                  <a:pt x="107553" y="577489"/>
                </a:lnTo>
                <a:lnTo>
                  <a:pt x="107791" y="592296"/>
                </a:lnTo>
                <a:lnTo>
                  <a:pt x="107809" y="607104"/>
                </a:lnTo>
                <a:lnTo>
                  <a:pt x="107626" y="621911"/>
                </a:lnTo>
                <a:lnTo>
                  <a:pt x="107277" y="636719"/>
                </a:lnTo>
                <a:lnTo>
                  <a:pt x="106813" y="651526"/>
                </a:lnTo>
                <a:lnTo>
                  <a:pt x="106297" y="666333"/>
                </a:lnTo>
                <a:lnTo>
                  <a:pt x="105797" y="681141"/>
                </a:lnTo>
                <a:lnTo>
                  <a:pt x="105382" y="695948"/>
                </a:lnTo>
                <a:lnTo>
                  <a:pt x="105110" y="710756"/>
                </a:lnTo>
                <a:lnTo>
                  <a:pt x="105030" y="725563"/>
                </a:lnTo>
                <a:lnTo>
                  <a:pt x="105171" y="740370"/>
                </a:lnTo>
                <a:lnTo>
                  <a:pt x="105540" y="755178"/>
                </a:lnTo>
                <a:lnTo>
                  <a:pt x="106122" y="769985"/>
                </a:lnTo>
                <a:lnTo>
                  <a:pt x="106880" y="784793"/>
                </a:lnTo>
                <a:lnTo>
                  <a:pt x="107757" y="799600"/>
                </a:lnTo>
                <a:lnTo>
                  <a:pt x="108681" y="814407"/>
                </a:lnTo>
                <a:lnTo>
                  <a:pt x="109572" y="829215"/>
                </a:lnTo>
                <a:lnTo>
                  <a:pt x="110347" y="844022"/>
                </a:lnTo>
                <a:lnTo>
                  <a:pt x="110932" y="858830"/>
                </a:lnTo>
                <a:lnTo>
                  <a:pt x="111266" y="873637"/>
                </a:lnTo>
                <a:lnTo>
                  <a:pt x="111309" y="888444"/>
                </a:lnTo>
                <a:lnTo>
                  <a:pt x="111045" y="903252"/>
                </a:lnTo>
                <a:lnTo>
                  <a:pt x="110483" y="918059"/>
                </a:lnTo>
                <a:lnTo>
                  <a:pt x="109656" y="932867"/>
                </a:lnTo>
                <a:lnTo>
                  <a:pt x="108615" y="947674"/>
                </a:lnTo>
                <a:lnTo>
                  <a:pt x="107426" y="962482"/>
                </a:lnTo>
                <a:lnTo>
                  <a:pt x="106161" y="977289"/>
                </a:lnTo>
                <a:lnTo>
                  <a:pt x="104890" y="992096"/>
                </a:lnTo>
                <a:lnTo>
                  <a:pt x="103678" y="1006904"/>
                </a:lnTo>
                <a:lnTo>
                  <a:pt x="102576" y="1021711"/>
                </a:lnTo>
                <a:lnTo>
                  <a:pt x="101620" y="1036519"/>
                </a:lnTo>
                <a:lnTo>
                  <a:pt x="100834" y="1051326"/>
                </a:lnTo>
                <a:lnTo>
                  <a:pt x="100223" y="1066133"/>
                </a:lnTo>
                <a:lnTo>
                  <a:pt x="99780" y="1080941"/>
                </a:lnTo>
                <a:lnTo>
                  <a:pt x="99487" y="1095748"/>
                </a:lnTo>
                <a:lnTo>
                  <a:pt x="99319" y="1110556"/>
                </a:lnTo>
                <a:lnTo>
                  <a:pt x="99248" y="1125363"/>
                </a:lnTo>
                <a:lnTo>
                  <a:pt x="99243" y="1140170"/>
                </a:lnTo>
                <a:lnTo>
                  <a:pt x="99274" y="1154978"/>
                </a:lnTo>
                <a:lnTo>
                  <a:pt x="99315" y="1169785"/>
                </a:lnTo>
                <a:lnTo>
                  <a:pt x="99343" y="1184593"/>
                </a:lnTo>
                <a:lnTo>
                  <a:pt x="99343" y="1199400"/>
                </a:lnTo>
                <a:lnTo>
                  <a:pt x="99301" y="1214207"/>
                </a:lnTo>
                <a:lnTo>
                  <a:pt x="99211" y="1229015"/>
                </a:lnTo>
                <a:lnTo>
                  <a:pt x="99070" y="1243822"/>
                </a:lnTo>
                <a:lnTo>
                  <a:pt x="98878" y="1258630"/>
                </a:lnTo>
                <a:lnTo>
                  <a:pt x="98636" y="1273437"/>
                </a:lnTo>
                <a:lnTo>
                  <a:pt x="98349" y="1288245"/>
                </a:lnTo>
                <a:lnTo>
                  <a:pt x="98021" y="1303052"/>
                </a:lnTo>
                <a:lnTo>
                  <a:pt x="97657" y="1317859"/>
                </a:lnTo>
                <a:lnTo>
                  <a:pt x="97264" y="1332667"/>
                </a:lnTo>
                <a:lnTo>
                  <a:pt x="96848" y="1347474"/>
                </a:lnTo>
                <a:lnTo>
                  <a:pt x="96418" y="1362282"/>
                </a:lnTo>
                <a:lnTo>
                  <a:pt x="95981" y="1377089"/>
                </a:lnTo>
                <a:lnTo>
                  <a:pt x="95546" y="1391896"/>
                </a:lnTo>
                <a:lnTo>
                  <a:pt x="95126" y="1406704"/>
                </a:lnTo>
                <a:lnTo>
                  <a:pt x="94729" y="1421511"/>
                </a:lnTo>
                <a:lnTo>
                  <a:pt x="94367" y="1436319"/>
                </a:lnTo>
                <a:lnTo>
                  <a:pt x="94051" y="1451126"/>
                </a:lnTo>
                <a:lnTo>
                  <a:pt x="93796" y="1465933"/>
                </a:lnTo>
                <a:lnTo>
                  <a:pt x="93616" y="1480741"/>
                </a:lnTo>
                <a:lnTo>
                  <a:pt x="93530" y="1495548"/>
                </a:lnTo>
                <a:lnTo>
                  <a:pt x="93560" y="1510356"/>
                </a:lnTo>
                <a:lnTo>
                  <a:pt x="93733" y="1525163"/>
                </a:lnTo>
                <a:lnTo>
                  <a:pt x="94082" y="1539970"/>
                </a:lnTo>
                <a:lnTo>
                  <a:pt x="94643" y="1554778"/>
                </a:lnTo>
                <a:lnTo>
                  <a:pt x="95455" y="1569585"/>
                </a:lnTo>
                <a:lnTo>
                  <a:pt x="96554" y="1584393"/>
                </a:lnTo>
                <a:lnTo>
                  <a:pt x="97970" y="1599200"/>
                </a:lnTo>
                <a:lnTo>
                  <a:pt x="99719" y="1614007"/>
                </a:lnTo>
                <a:lnTo>
                  <a:pt x="101800" y="1628815"/>
                </a:lnTo>
                <a:lnTo>
                  <a:pt x="104186" y="1643622"/>
                </a:lnTo>
                <a:lnTo>
                  <a:pt x="106822" y="1658430"/>
                </a:lnTo>
                <a:lnTo>
                  <a:pt x="109625" y="1673237"/>
                </a:lnTo>
                <a:lnTo>
                  <a:pt x="112481" y="1688045"/>
                </a:lnTo>
                <a:lnTo>
                  <a:pt x="115257" y="1702852"/>
                </a:lnTo>
                <a:lnTo>
                  <a:pt x="117804" y="1717659"/>
                </a:lnTo>
                <a:lnTo>
                  <a:pt x="119975" y="1732467"/>
                </a:lnTo>
                <a:lnTo>
                  <a:pt x="121637" y="1747274"/>
                </a:lnTo>
                <a:lnTo>
                  <a:pt x="122680" y="1762082"/>
                </a:lnTo>
                <a:lnTo>
                  <a:pt x="123036" y="1776889"/>
                </a:lnTo>
                <a:lnTo>
                  <a:pt x="123036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6" name="data_6202">
            <a:extLst xmlns:a="http://schemas.openxmlformats.org/drawingml/2006/main">
              <a:ext uri="{FF2B5EF4-FFF2-40B4-BE49-F238E27FC236}">
                <a16:creationId xmlns:a16="http://schemas.microsoft.com/office/drawing/2014/main" id="{36A80D96-F5F8-4526-9649-60FB93A3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482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9676" y="1776889"/>
                </a:moveTo>
                <a:lnTo>
                  <a:pt x="57911" y="1776889"/>
                </a:lnTo>
                <a:lnTo>
                  <a:pt x="58230" y="1762082"/>
                </a:lnTo>
                <a:lnTo>
                  <a:pt x="59167" y="1747274"/>
                </a:lnTo>
                <a:lnTo>
                  <a:pt x="60659" y="1732467"/>
                </a:lnTo>
                <a:lnTo>
                  <a:pt x="62609" y="1717659"/>
                </a:lnTo>
                <a:lnTo>
                  <a:pt x="64896" y="1702852"/>
                </a:lnTo>
                <a:lnTo>
                  <a:pt x="67388" y="1688045"/>
                </a:lnTo>
                <a:lnTo>
                  <a:pt x="69952" y="1673237"/>
                </a:lnTo>
                <a:lnTo>
                  <a:pt x="72469" y="1658430"/>
                </a:lnTo>
                <a:lnTo>
                  <a:pt x="74835" y="1643622"/>
                </a:lnTo>
                <a:lnTo>
                  <a:pt x="76977" y="1628815"/>
                </a:lnTo>
                <a:lnTo>
                  <a:pt x="78843" y="1614007"/>
                </a:lnTo>
                <a:lnTo>
                  <a:pt x="80411" y="1599200"/>
                </a:lnTo>
                <a:lnTo>
                  <a:pt x="81679" y="1584393"/>
                </a:lnTo>
                <a:lnTo>
                  <a:pt x="82661" y="1569585"/>
                </a:lnTo>
                <a:lnTo>
                  <a:pt x="83385" y="1554778"/>
                </a:lnTo>
                <a:lnTo>
                  <a:pt x="83883" y="1539970"/>
                </a:lnTo>
                <a:lnTo>
                  <a:pt x="84188" y="1525163"/>
                </a:lnTo>
                <a:lnTo>
                  <a:pt x="84335" y="1510356"/>
                </a:lnTo>
                <a:lnTo>
                  <a:pt x="84351" y="1495548"/>
                </a:lnTo>
                <a:lnTo>
                  <a:pt x="84262" y="1480741"/>
                </a:lnTo>
                <a:lnTo>
                  <a:pt x="84087" y="1465933"/>
                </a:lnTo>
                <a:lnTo>
                  <a:pt x="83843" y="1451126"/>
                </a:lnTo>
                <a:lnTo>
                  <a:pt x="83544" y="1436319"/>
                </a:lnTo>
                <a:lnTo>
                  <a:pt x="83201" y="1421511"/>
                </a:lnTo>
                <a:lnTo>
                  <a:pt x="82826" y="1406704"/>
                </a:lnTo>
                <a:lnTo>
                  <a:pt x="82429" y="1391896"/>
                </a:lnTo>
                <a:lnTo>
                  <a:pt x="82019" y="1377089"/>
                </a:lnTo>
                <a:lnTo>
                  <a:pt x="81607" y="1362282"/>
                </a:lnTo>
                <a:lnTo>
                  <a:pt x="81201" y="1347474"/>
                </a:lnTo>
                <a:lnTo>
                  <a:pt x="80809" y="1332667"/>
                </a:lnTo>
                <a:lnTo>
                  <a:pt x="80439" y="1317859"/>
                </a:lnTo>
                <a:lnTo>
                  <a:pt x="80096" y="1303052"/>
                </a:lnTo>
                <a:lnTo>
                  <a:pt x="79787" y="1288245"/>
                </a:lnTo>
                <a:lnTo>
                  <a:pt x="79516" y="1273437"/>
                </a:lnTo>
                <a:lnTo>
                  <a:pt x="79289" y="1258630"/>
                </a:lnTo>
                <a:lnTo>
                  <a:pt x="79108" y="1243822"/>
                </a:lnTo>
                <a:lnTo>
                  <a:pt x="78977" y="1229015"/>
                </a:lnTo>
                <a:lnTo>
                  <a:pt x="78894" y="1214207"/>
                </a:lnTo>
                <a:lnTo>
                  <a:pt x="78859" y="1199400"/>
                </a:lnTo>
                <a:lnTo>
                  <a:pt x="78864" y="1184593"/>
                </a:lnTo>
                <a:lnTo>
                  <a:pt x="78899" y="1169785"/>
                </a:lnTo>
                <a:lnTo>
                  <a:pt x="78949" y="1154978"/>
                </a:lnTo>
                <a:lnTo>
                  <a:pt x="78995" y="1140170"/>
                </a:lnTo>
                <a:lnTo>
                  <a:pt x="79013" y="1125363"/>
                </a:lnTo>
                <a:lnTo>
                  <a:pt x="78978" y="1110556"/>
                </a:lnTo>
                <a:lnTo>
                  <a:pt x="78863" y="1095748"/>
                </a:lnTo>
                <a:lnTo>
                  <a:pt x="78642" y="1080941"/>
                </a:lnTo>
                <a:lnTo>
                  <a:pt x="78293" y="1066133"/>
                </a:lnTo>
                <a:lnTo>
                  <a:pt x="77800" y="1051326"/>
                </a:lnTo>
                <a:lnTo>
                  <a:pt x="77159" y="1036519"/>
                </a:lnTo>
                <a:lnTo>
                  <a:pt x="76373" y="1021711"/>
                </a:lnTo>
                <a:lnTo>
                  <a:pt x="75462" y="1006904"/>
                </a:lnTo>
                <a:lnTo>
                  <a:pt x="74458" y="992096"/>
                </a:lnTo>
                <a:lnTo>
                  <a:pt x="73407" y="977289"/>
                </a:lnTo>
                <a:lnTo>
                  <a:pt x="72362" y="962482"/>
                </a:lnTo>
                <a:lnTo>
                  <a:pt x="71385" y="947674"/>
                </a:lnTo>
                <a:lnTo>
                  <a:pt x="70538" y="932867"/>
                </a:lnTo>
                <a:lnTo>
                  <a:pt x="69877" y="918059"/>
                </a:lnTo>
                <a:lnTo>
                  <a:pt x="69445" y="903252"/>
                </a:lnTo>
                <a:lnTo>
                  <a:pt x="69271" y="888444"/>
                </a:lnTo>
                <a:lnTo>
                  <a:pt x="69361" y="873637"/>
                </a:lnTo>
                <a:lnTo>
                  <a:pt x="69698" y="858830"/>
                </a:lnTo>
                <a:lnTo>
                  <a:pt x="70247" y="844022"/>
                </a:lnTo>
                <a:lnTo>
                  <a:pt x="70951" y="829215"/>
                </a:lnTo>
                <a:lnTo>
                  <a:pt x="71744" y="814407"/>
                </a:lnTo>
                <a:lnTo>
                  <a:pt x="72553" y="799600"/>
                </a:lnTo>
                <a:lnTo>
                  <a:pt x="73305" y="784793"/>
                </a:lnTo>
                <a:lnTo>
                  <a:pt x="73938" y="769985"/>
                </a:lnTo>
                <a:lnTo>
                  <a:pt x="74400" y="755178"/>
                </a:lnTo>
                <a:lnTo>
                  <a:pt x="74660" y="740370"/>
                </a:lnTo>
                <a:lnTo>
                  <a:pt x="74705" y="725563"/>
                </a:lnTo>
                <a:lnTo>
                  <a:pt x="74543" y="710756"/>
                </a:lnTo>
                <a:lnTo>
                  <a:pt x="74203" y="695948"/>
                </a:lnTo>
                <a:lnTo>
                  <a:pt x="73726" y="681141"/>
                </a:lnTo>
                <a:lnTo>
                  <a:pt x="73170" y="666333"/>
                </a:lnTo>
                <a:lnTo>
                  <a:pt x="72596" y="651526"/>
                </a:lnTo>
                <a:lnTo>
                  <a:pt x="72066" y="636719"/>
                </a:lnTo>
                <a:lnTo>
                  <a:pt x="71638" y="621911"/>
                </a:lnTo>
                <a:lnTo>
                  <a:pt x="71361" y="607104"/>
                </a:lnTo>
                <a:lnTo>
                  <a:pt x="71267" y="592296"/>
                </a:lnTo>
                <a:lnTo>
                  <a:pt x="71376" y="577489"/>
                </a:lnTo>
                <a:lnTo>
                  <a:pt x="71687" y="562682"/>
                </a:lnTo>
                <a:lnTo>
                  <a:pt x="72187" y="547874"/>
                </a:lnTo>
                <a:lnTo>
                  <a:pt x="72848" y="533067"/>
                </a:lnTo>
                <a:lnTo>
                  <a:pt x="73636" y="518259"/>
                </a:lnTo>
                <a:lnTo>
                  <a:pt x="74508" y="503452"/>
                </a:lnTo>
                <a:lnTo>
                  <a:pt x="75423" y="488644"/>
                </a:lnTo>
                <a:lnTo>
                  <a:pt x="76343" y="473837"/>
                </a:lnTo>
                <a:lnTo>
                  <a:pt x="77233" y="459030"/>
                </a:lnTo>
                <a:lnTo>
                  <a:pt x="78068" y="444222"/>
                </a:lnTo>
                <a:lnTo>
                  <a:pt x="78826" y="429415"/>
                </a:lnTo>
                <a:lnTo>
                  <a:pt x="79495" y="414607"/>
                </a:lnTo>
                <a:lnTo>
                  <a:pt x="80069" y="399800"/>
                </a:lnTo>
                <a:lnTo>
                  <a:pt x="80545" y="384993"/>
                </a:lnTo>
                <a:lnTo>
                  <a:pt x="80924" y="370185"/>
                </a:lnTo>
                <a:lnTo>
                  <a:pt x="81207" y="355378"/>
                </a:lnTo>
                <a:lnTo>
                  <a:pt x="81394" y="340570"/>
                </a:lnTo>
                <a:lnTo>
                  <a:pt x="81481" y="325763"/>
                </a:lnTo>
                <a:lnTo>
                  <a:pt x="81457" y="310956"/>
                </a:lnTo>
                <a:lnTo>
                  <a:pt x="81300" y="296148"/>
                </a:lnTo>
                <a:lnTo>
                  <a:pt x="80975" y="281341"/>
                </a:lnTo>
                <a:lnTo>
                  <a:pt x="80430" y="266533"/>
                </a:lnTo>
                <a:lnTo>
                  <a:pt x="79594" y="251726"/>
                </a:lnTo>
                <a:lnTo>
                  <a:pt x="78379" y="236919"/>
                </a:lnTo>
                <a:lnTo>
                  <a:pt x="76681" y="222111"/>
                </a:lnTo>
                <a:lnTo>
                  <a:pt x="74388" y="207304"/>
                </a:lnTo>
                <a:lnTo>
                  <a:pt x="71387" y="192496"/>
                </a:lnTo>
                <a:lnTo>
                  <a:pt x="67584" y="177689"/>
                </a:lnTo>
                <a:lnTo>
                  <a:pt x="62914" y="162881"/>
                </a:lnTo>
                <a:lnTo>
                  <a:pt x="57366" y="148074"/>
                </a:lnTo>
                <a:lnTo>
                  <a:pt x="50994" y="133267"/>
                </a:lnTo>
                <a:lnTo>
                  <a:pt x="43931" y="118459"/>
                </a:lnTo>
                <a:lnTo>
                  <a:pt x="36397" y="103652"/>
                </a:lnTo>
                <a:lnTo>
                  <a:pt x="28691" y="88844"/>
                </a:lnTo>
                <a:lnTo>
                  <a:pt x="21178" y="74037"/>
                </a:lnTo>
                <a:lnTo>
                  <a:pt x="14262" y="59230"/>
                </a:lnTo>
                <a:lnTo>
                  <a:pt x="8352" y="44422"/>
                </a:lnTo>
                <a:lnTo>
                  <a:pt x="3821" y="29615"/>
                </a:lnTo>
                <a:lnTo>
                  <a:pt x="972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15" y="14807"/>
                </a:lnTo>
                <a:lnTo>
                  <a:pt x="173766" y="29615"/>
                </a:lnTo>
                <a:lnTo>
                  <a:pt x="169235" y="44422"/>
                </a:lnTo>
                <a:lnTo>
                  <a:pt x="163325" y="59230"/>
                </a:lnTo>
                <a:lnTo>
                  <a:pt x="156409" y="74037"/>
                </a:lnTo>
                <a:lnTo>
                  <a:pt x="148896" y="88844"/>
                </a:lnTo>
                <a:lnTo>
                  <a:pt x="141190" y="103652"/>
                </a:lnTo>
                <a:lnTo>
                  <a:pt x="133656" y="118459"/>
                </a:lnTo>
                <a:lnTo>
                  <a:pt x="126593" y="133267"/>
                </a:lnTo>
                <a:lnTo>
                  <a:pt x="120221" y="148074"/>
                </a:lnTo>
                <a:lnTo>
                  <a:pt x="114673" y="162881"/>
                </a:lnTo>
                <a:lnTo>
                  <a:pt x="110003" y="177689"/>
                </a:lnTo>
                <a:lnTo>
                  <a:pt x="106200" y="192496"/>
                </a:lnTo>
                <a:lnTo>
                  <a:pt x="103199" y="207304"/>
                </a:lnTo>
                <a:lnTo>
                  <a:pt x="100906" y="222111"/>
                </a:lnTo>
                <a:lnTo>
                  <a:pt x="99208" y="236919"/>
                </a:lnTo>
                <a:lnTo>
                  <a:pt x="97993" y="251726"/>
                </a:lnTo>
                <a:lnTo>
                  <a:pt x="97157" y="266533"/>
                </a:lnTo>
                <a:lnTo>
                  <a:pt x="96612" y="281341"/>
                </a:lnTo>
                <a:lnTo>
                  <a:pt x="96287" y="296148"/>
                </a:lnTo>
                <a:lnTo>
                  <a:pt x="96131" y="310956"/>
                </a:lnTo>
                <a:lnTo>
                  <a:pt x="96106" y="325763"/>
                </a:lnTo>
                <a:lnTo>
                  <a:pt x="96193" y="340570"/>
                </a:lnTo>
                <a:lnTo>
                  <a:pt x="96380" y="355378"/>
                </a:lnTo>
                <a:lnTo>
                  <a:pt x="96663" y="370185"/>
                </a:lnTo>
                <a:lnTo>
                  <a:pt x="97042" y="384993"/>
                </a:lnTo>
                <a:lnTo>
                  <a:pt x="97518" y="399800"/>
                </a:lnTo>
                <a:lnTo>
                  <a:pt x="98092" y="414607"/>
                </a:lnTo>
                <a:lnTo>
                  <a:pt x="98761" y="429415"/>
                </a:lnTo>
                <a:lnTo>
                  <a:pt x="99520" y="444222"/>
                </a:lnTo>
                <a:lnTo>
                  <a:pt x="100354" y="459030"/>
                </a:lnTo>
                <a:lnTo>
                  <a:pt x="101244" y="473837"/>
                </a:lnTo>
                <a:lnTo>
                  <a:pt x="102164" y="488644"/>
                </a:lnTo>
                <a:lnTo>
                  <a:pt x="103079" y="503452"/>
                </a:lnTo>
                <a:lnTo>
                  <a:pt x="103951" y="518259"/>
                </a:lnTo>
                <a:lnTo>
                  <a:pt x="104739" y="533067"/>
                </a:lnTo>
                <a:lnTo>
                  <a:pt x="105400" y="547874"/>
                </a:lnTo>
                <a:lnTo>
                  <a:pt x="105900" y="562682"/>
                </a:lnTo>
                <a:lnTo>
                  <a:pt x="106212" y="577489"/>
                </a:lnTo>
                <a:lnTo>
                  <a:pt x="106320" y="592296"/>
                </a:lnTo>
                <a:lnTo>
                  <a:pt x="106226" y="607104"/>
                </a:lnTo>
                <a:lnTo>
                  <a:pt x="105949" y="621911"/>
                </a:lnTo>
                <a:lnTo>
                  <a:pt x="105521" y="636719"/>
                </a:lnTo>
                <a:lnTo>
                  <a:pt x="104991" y="651526"/>
                </a:lnTo>
                <a:lnTo>
                  <a:pt x="104417" y="666333"/>
                </a:lnTo>
                <a:lnTo>
                  <a:pt x="103861" y="681141"/>
                </a:lnTo>
                <a:lnTo>
                  <a:pt x="103384" y="695948"/>
                </a:lnTo>
                <a:lnTo>
                  <a:pt x="103044" y="710756"/>
                </a:lnTo>
                <a:lnTo>
                  <a:pt x="102882" y="725563"/>
                </a:lnTo>
                <a:lnTo>
                  <a:pt x="102927" y="740370"/>
                </a:lnTo>
                <a:lnTo>
                  <a:pt x="103187" y="755178"/>
                </a:lnTo>
                <a:lnTo>
                  <a:pt x="103649" y="769985"/>
                </a:lnTo>
                <a:lnTo>
                  <a:pt x="104282" y="784793"/>
                </a:lnTo>
                <a:lnTo>
                  <a:pt x="105035" y="799600"/>
                </a:lnTo>
                <a:lnTo>
                  <a:pt x="105843" y="814407"/>
                </a:lnTo>
                <a:lnTo>
                  <a:pt x="106636" y="829215"/>
                </a:lnTo>
                <a:lnTo>
                  <a:pt x="107340" y="844022"/>
                </a:lnTo>
                <a:lnTo>
                  <a:pt x="107889" y="858830"/>
                </a:lnTo>
                <a:lnTo>
                  <a:pt x="108226" y="873637"/>
                </a:lnTo>
                <a:lnTo>
                  <a:pt x="108316" y="888444"/>
                </a:lnTo>
                <a:lnTo>
                  <a:pt x="108142" y="903252"/>
                </a:lnTo>
                <a:lnTo>
                  <a:pt x="107711" y="918059"/>
                </a:lnTo>
                <a:lnTo>
                  <a:pt x="107049" y="932867"/>
                </a:lnTo>
                <a:lnTo>
                  <a:pt x="106202" y="947674"/>
                </a:lnTo>
                <a:lnTo>
                  <a:pt x="105226" y="962482"/>
                </a:lnTo>
                <a:lnTo>
                  <a:pt x="104181" y="977289"/>
                </a:lnTo>
                <a:lnTo>
                  <a:pt x="103129" y="992096"/>
                </a:lnTo>
                <a:lnTo>
                  <a:pt x="102125" y="1006904"/>
                </a:lnTo>
                <a:lnTo>
                  <a:pt x="101214" y="1021711"/>
                </a:lnTo>
                <a:lnTo>
                  <a:pt x="100428" y="1036519"/>
                </a:lnTo>
                <a:lnTo>
                  <a:pt x="99787" y="1051326"/>
                </a:lnTo>
                <a:lnTo>
                  <a:pt x="99294" y="1066133"/>
                </a:lnTo>
                <a:lnTo>
                  <a:pt x="98945" y="1080941"/>
                </a:lnTo>
                <a:lnTo>
                  <a:pt x="98724" y="1095748"/>
                </a:lnTo>
                <a:lnTo>
                  <a:pt x="98609" y="1110556"/>
                </a:lnTo>
                <a:lnTo>
                  <a:pt x="98574" y="1125363"/>
                </a:lnTo>
                <a:lnTo>
                  <a:pt x="98592" y="1140170"/>
                </a:lnTo>
                <a:lnTo>
                  <a:pt x="98638" y="1154978"/>
                </a:lnTo>
                <a:lnTo>
                  <a:pt x="98689" y="1169785"/>
                </a:lnTo>
                <a:lnTo>
                  <a:pt x="98724" y="1184593"/>
                </a:lnTo>
                <a:lnTo>
                  <a:pt x="98728" y="1199400"/>
                </a:lnTo>
                <a:lnTo>
                  <a:pt x="98693" y="1214207"/>
                </a:lnTo>
                <a:lnTo>
                  <a:pt x="98610" y="1229015"/>
                </a:lnTo>
                <a:lnTo>
                  <a:pt x="98479" y="1243822"/>
                </a:lnTo>
                <a:lnTo>
                  <a:pt x="98298" y="1258630"/>
                </a:lnTo>
                <a:lnTo>
                  <a:pt x="98071" y="1273437"/>
                </a:lnTo>
                <a:lnTo>
                  <a:pt x="97800" y="1288245"/>
                </a:lnTo>
                <a:lnTo>
                  <a:pt x="97491" y="1303052"/>
                </a:lnTo>
                <a:lnTo>
                  <a:pt x="97149" y="1317859"/>
                </a:lnTo>
                <a:lnTo>
                  <a:pt x="96778" y="1332667"/>
                </a:lnTo>
                <a:lnTo>
                  <a:pt x="96386" y="1347474"/>
                </a:lnTo>
                <a:lnTo>
                  <a:pt x="95980" y="1362282"/>
                </a:lnTo>
                <a:lnTo>
                  <a:pt x="95568" y="1377089"/>
                </a:lnTo>
                <a:lnTo>
                  <a:pt x="95158" y="1391896"/>
                </a:lnTo>
                <a:lnTo>
                  <a:pt x="94761" y="1406704"/>
                </a:lnTo>
                <a:lnTo>
                  <a:pt x="94386" y="1421511"/>
                </a:lnTo>
                <a:lnTo>
                  <a:pt x="94044" y="1436319"/>
                </a:lnTo>
                <a:lnTo>
                  <a:pt x="93744" y="1451126"/>
                </a:lnTo>
                <a:lnTo>
                  <a:pt x="93500" y="1465933"/>
                </a:lnTo>
                <a:lnTo>
                  <a:pt x="93325" y="1480741"/>
                </a:lnTo>
                <a:lnTo>
                  <a:pt x="93236" y="1495548"/>
                </a:lnTo>
                <a:lnTo>
                  <a:pt x="93252" y="1510356"/>
                </a:lnTo>
                <a:lnTo>
                  <a:pt x="93399" y="1525163"/>
                </a:lnTo>
                <a:lnTo>
                  <a:pt x="93705" y="1539970"/>
                </a:lnTo>
                <a:lnTo>
                  <a:pt x="94202" y="1554778"/>
                </a:lnTo>
                <a:lnTo>
                  <a:pt x="94926" y="1569585"/>
                </a:lnTo>
                <a:lnTo>
                  <a:pt x="95908" y="1584393"/>
                </a:lnTo>
                <a:lnTo>
                  <a:pt x="97176" y="1599200"/>
                </a:lnTo>
                <a:lnTo>
                  <a:pt x="98744" y="1614007"/>
                </a:lnTo>
                <a:lnTo>
                  <a:pt x="100611" y="1628815"/>
                </a:lnTo>
                <a:lnTo>
                  <a:pt x="102752" y="1643622"/>
                </a:lnTo>
                <a:lnTo>
                  <a:pt x="105119" y="1658430"/>
                </a:lnTo>
                <a:lnTo>
                  <a:pt x="107635" y="1673237"/>
                </a:lnTo>
                <a:lnTo>
                  <a:pt x="110199" y="1688045"/>
                </a:lnTo>
                <a:lnTo>
                  <a:pt x="112691" y="1702852"/>
                </a:lnTo>
                <a:lnTo>
                  <a:pt x="114978" y="1717659"/>
                </a:lnTo>
                <a:lnTo>
                  <a:pt x="116928" y="1732467"/>
                </a:lnTo>
                <a:lnTo>
                  <a:pt x="118420" y="1747274"/>
                </a:lnTo>
                <a:lnTo>
                  <a:pt x="119357" y="1762082"/>
                </a:lnTo>
                <a:lnTo>
                  <a:pt x="119676" y="1776889"/>
                </a:lnTo>
                <a:lnTo>
                  <a:pt x="119676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7" name="data_6203">
            <a:extLst xmlns:a="http://schemas.openxmlformats.org/drawingml/2006/main">
              <a:ext uri="{FF2B5EF4-FFF2-40B4-BE49-F238E27FC236}">
                <a16:creationId xmlns:a16="http://schemas.microsoft.com/office/drawing/2014/main" id="{47AC0353-2CC6-4061-A107-6D9647E9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58" name="data_6204">
            <a:extLst xmlns:a="http://schemas.openxmlformats.org/drawingml/2006/main">
              <a:ext uri="{FF2B5EF4-FFF2-40B4-BE49-F238E27FC236}">
                <a16:creationId xmlns:a16="http://schemas.microsoft.com/office/drawing/2014/main" id="{DE1D0C1F-E481-4501-9B02-82F46E4C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706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59" name="data_6205">
            <a:extLst xmlns:a="http://schemas.openxmlformats.org/drawingml/2006/main">
              <a:ext uri="{FF2B5EF4-FFF2-40B4-BE49-F238E27FC236}">
                <a16:creationId xmlns:a16="http://schemas.microsoft.com/office/drawing/2014/main" id="{C5BC5070-25EE-4166-A20B-8176C3FD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220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0" name="data_6206">
            <a:extLst xmlns:a="http://schemas.openxmlformats.org/drawingml/2006/main">
              <a:ext uri="{FF2B5EF4-FFF2-40B4-BE49-F238E27FC236}">
                <a16:creationId xmlns:a16="http://schemas.microsoft.com/office/drawing/2014/main" id="{B9646FB1-8096-4276-84CD-D3C276D8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248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1" name="data_6207">
            <a:extLst xmlns:a="http://schemas.openxmlformats.org/drawingml/2006/main">
              <a:ext uri="{FF2B5EF4-FFF2-40B4-BE49-F238E27FC236}">
                <a16:creationId xmlns:a16="http://schemas.microsoft.com/office/drawing/2014/main" id="{B8F403D5-41BF-4064-9F80-139668BD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275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2" name="data_6208">
            <a:extLst xmlns:a="http://schemas.openxmlformats.org/drawingml/2006/main">
              <a:ext uri="{FF2B5EF4-FFF2-40B4-BE49-F238E27FC236}">
                <a16:creationId xmlns:a16="http://schemas.microsoft.com/office/drawing/2014/main" id="{3E416CC2-B386-4099-B1A3-B8E688E6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3981977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763" name="data_6209">
            <a:extLst xmlns:a="http://schemas.openxmlformats.org/drawingml/2006/main">
              <a:ext uri="{FF2B5EF4-FFF2-40B4-BE49-F238E27FC236}">
                <a16:creationId xmlns:a16="http://schemas.microsoft.com/office/drawing/2014/main" id="{6BB2E372-FADC-40D3-93BD-6F907459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3981977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4" name="text_6210">
            <a:extLst xmlns:a="http://schemas.openxmlformats.org/drawingml/2006/main">
              <a:ext uri="{FF2B5EF4-FFF2-40B4-BE49-F238E27FC236}">
                <a16:creationId xmlns:a16="http://schemas.microsoft.com/office/drawing/2014/main" id="{CBC2E6E6-13D6-4EBB-B65F-C879D6A3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658" y="3923729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765" name="data_6211">
            <a:extLst xmlns:a="http://schemas.openxmlformats.org/drawingml/2006/main">
              <a:ext uri="{FF2B5EF4-FFF2-40B4-BE49-F238E27FC236}">
                <a16:creationId xmlns:a16="http://schemas.microsoft.com/office/drawing/2014/main" id="{953EBF47-7C8E-4EE5-854F-363D7527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3093532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766" name="data_6212">
            <a:extLst xmlns:a="http://schemas.openxmlformats.org/drawingml/2006/main">
              <a:ext uri="{FF2B5EF4-FFF2-40B4-BE49-F238E27FC236}">
                <a16:creationId xmlns:a16="http://schemas.microsoft.com/office/drawing/2014/main" id="{075B0774-C23A-4C2E-A477-06D16AB1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3093532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7" name="text_6213">
            <a:extLst xmlns:a="http://schemas.openxmlformats.org/drawingml/2006/main">
              <a:ext uri="{FF2B5EF4-FFF2-40B4-BE49-F238E27FC236}">
                <a16:creationId xmlns:a16="http://schemas.microsoft.com/office/drawing/2014/main" id="{0076EBA3-7A04-4231-AD1B-02CDF7C6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5021" y="3035285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768" name="data_6214">
            <a:extLst xmlns:a="http://schemas.openxmlformats.org/drawingml/2006/main">
              <a:ext uri="{FF2B5EF4-FFF2-40B4-BE49-F238E27FC236}">
                <a16:creationId xmlns:a16="http://schemas.microsoft.com/office/drawing/2014/main" id="{AA94A4A8-E785-4104-9B59-3DA7A447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2205088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769" name="data_6215">
            <a:extLst xmlns:a="http://schemas.openxmlformats.org/drawingml/2006/main">
              <a:ext uri="{FF2B5EF4-FFF2-40B4-BE49-F238E27FC236}">
                <a16:creationId xmlns:a16="http://schemas.microsoft.com/office/drawing/2014/main" id="{40981FEC-3BEA-4E46-8185-2602E730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2205088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70" name="text_6216">
            <a:extLst xmlns:a="http://schemas.openxmlformats.org/drawingml/2006/main">
              <a:ext uri="{FF2B5EF4-FFF2-40B4-BE49-F238E27FC236}">
                <a16:creationId xmlns:a16="http://schemas.microsoft.com/office/drawing/2014/main" id="{D64B9FB7-F968-4A1A-B041-CB81E24C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69384" y="2146840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771" name="data_6217">
            <a:extLst xmlns:a="http://schemas.openxmlformats.org/drawingml/2006/main">
              <a:ext uri="{FF2B5EF4-FFF2-40B4-BE49-F238E27FC236}">
                <a16:creationId xmlns:a16="http://schemas.microsoft.com/office/drawing/2014/main" id="{ABC0FCD7-7FCA-4C9E-97E3-6BFA5C6E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216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6218">
            <a:extLst xmlns:a="http://schemas.openxmlformats.org/drawingml/2006/main">
              <a:ext uri="{FF2B5EF4-FFF2-40B4-BE49-F238E27FC236}">
                <a16:creationId xmlns:a16="http://schemas.microsoft.com/office/drawing/2014/main" id="{E9044215-70B2-4587-BB96-E33A7F81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199" y="32217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6219">
            <a:extLst xmlns:a="http://schemas.openxmlformats.org/drawingml/2006/main">
              <a:ext uri="{FF2B5EF4-FFF2-40B4-BE49-F238E27FC236}">
                <a16:creationId xmlns:a16="http://schemas.microsoft.com/office/drawing/2014/main" id="{BE2D0CCD-2F2B-4E17-A68C-562727EC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52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6220">
            <a:extLst xmlns:a="http://schemas.openxmlformats.org/drawingml/2006/main">
              <a:ext uri="{FF2B5EF4-FFF2-40B4-BE49-F238E27FC236}">
                <a16:creationId xmlns:a16="http://schemas.microsoft.com/office/drawing/2014/main" id="{CC4C5F9F-5017-41FD-A653-94162274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0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6221">
            <a:extLst xmlns:a="http://schemas.openxmlformats.org/drawingml/2006/main">
              <a:ext uri="{FF2B5EF4-FFF2-40B4-BE49-F238E27FC236}">
                <a16:creationId xmlns:a16="http://schemas.microsoft.com/office/drawing/2014/main" id="{A4AAAA55-89CE-4F1B-B26F-BF761748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1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6222">
            <a:extLst xmlns:a="http://schemas.openxmlformats.org/drawingml/2006/main">
              <a:ext uri="{FF2B5EF4-FFF2-40B4-BE49-F238E27FC236}">
                <a16:creationId xmlns:a16="http://schemas.microsoft.com/office/drawing/2014/main" id="{9B8D2AF2-7B53-4A87-A349-D3E162EF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0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6223">
            <a:extLst xmlns:a="http://schemas.openxmlformats.org/drawingml/2006/main">
              <a:ext uri="{FF2B5EF4-FFF2-40B4-BE49-F238E27FC236}">
                <a16:creationId xmlns:a16="http://schemas.microsoft.com/office/drawing/2014/main" id="{691119F8-9D5C-413A-A975-70F9FF38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9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6224">
            <a:extLst xmlns:a="http://schemas.openxmlformats.org/drawingml/2006/main">
              <a:ext uri="{FF2B5EF4-FFF2-40B4-BE49-F238E27FC236}">
                <a16:creationId xmlns:a16="http://schemas.microsoft.com/office/drawing/2014/main" id="{8CADB417-0B92-4F66-B27C-3D7FA1ED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105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6225">
            <a:extLst xmlns:a="http://schemas.openxmlformats.org/drawingml/2006/main">
              <a:ext uri="{FF2B5EF4-FFF2-40B4-BE49-F238E27FC236}">
                <a16:creationId xmlns:a16="http://schemas.microsoft.com/office/drawing/2014/main" id="{E6F86B42-33EC-44A4-B1A4-37AE16F9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65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6226">
            <a:extLst xmlns:a="http://schemas.openxmlformats.org/drawingml/2006/main">
              <a:ext uri="{FF2B5EF4-FFF2-40B4-BE49-F238E27FC236}">
                <a16:creationId xmlns:a16="http://schemas.microsoft.com/office/drawing/2014/main" id="{E6B89970-0E3B-4F6D-9B08-9939E9B6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4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6227">
            <a:extLst xmlns:a="http://schemas.openxmlformats.org/drawingml/2006/main">
              <a:ext uri="{FF2B5EF4-FFF2-40B4-BE49-F238E27FC236}">
                <a16:creationId xmlns:a16="http://schemas.microsoft.com/office/drawing/2014/main" id="{4C78E479-11A7-4D3A-BD4B-D20323A8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1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6228">
            <a:extLst xmlns:a="http://schemas.openxmlformats.org/drawingml/2006/main">
              <a:ext uri="{FF2B5EF4-FFF2-40B4-BE49-F238E27FC236}">
                <a16:creationId xmlns:a16="http://schemas.microsoft.com/office/drawing/2014/main" id="{42F70245-D8D5-432A-9CCA-20F2CB5C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492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6229">
            <a:extLst xmlns:a="http://schemas.openxmlformats.org/drawingml/2006/main">
              <a:ext uri="{FF2B5EF4-FFF2-40B4-BE49-F238E27FC236}">
                <a16:creationId xmlns:a16="http://schemas.microsoft.com/office/drawing/2014/main" id="{A4BB63AE-E831-434E-AD73-483592B1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2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6230">
            <a:extLst xmlns:a="http://schemas.openxmlformats.org/drawingml/2006/main">
              <a:ext uri="{FF2B5EF4-FFF2-40B4-BE49-F238E27FC236}">
                <a16:creationId xmlns:a16="http://schemas.microsoft.com/office/drawing/2014/main" id="{15836217-D8A7-4BF9-9880-909F1347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7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6231">
            <a:extLst xmlns:a="http://schemas.openxmlformats.org/drawingml/2006/main">
              <a:ext uri="{FF2B5EF4-FFF2-40B4-BE49-F238E27FC236}">
                <a16:creationId xmlns:a16="http://schemas.microsoft.com/office/drawing/2014/main" id="{DA91587E-8756-4BD1-9947-FF7F0AF0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1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6232">
            <a:extLst xmlns:a="http://schemas.openxmlformats.org/drawingml/2006/main">
              <a:ext uri="{FF2B5EF4-FFF2-40B4-BE49-F238E27FC236}">
                <a16:creationId xmlns:a16="http://schemas.microsoft.com/office/drawing/2014/main" id="{7C94FC25-27A5-4FE6-A557-7AD56136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39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6233">
            <a:extLst xmlns:a="http://schemas.openxmlformats.org/drawingml/2006/main">
              <a:ext uri="{FF2B5EF4-FFF2-40B4-BE49-F238E27FC236}">
                <a16:creationId xmlns:a16="http://schemas.microsoft.com/office/drawing/2014/main" id="{5222D48C-253F-4368-848C-0936C5D9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152" y="322049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6234">
            <a:extLst xmlns:a="http://schemas.openxmlformats.org/drawingml/2006/main">
              <a:ext uri="{FF2B5EF4-FFF2-40B4-BE49-F238E27FC236}">
                <a16:creationId xmlns:a16="http://schemas.microsoft.com/office/drawing/2014/main" id="{78C03030-A97A-44A7-B6C6-60A96E59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980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6235">
            <a:extLst xmlns:a="http://schemas.openxmlformats.org/drawingml/2006/main">
              <a:ext uri="{FF2B5EF4-FFF2-40B4-BE49-F238E27FC236}">
                <a16:creationId xmlns:a16="http://schemas.microsoft.com/office/drawing/2014/main" id="{1DC3062A-65A4-4322-819D-72A106CF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53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6236">
            <a:extLst xmlns:a="http://schemas.openxmlformats.org/drawingml/2006/main">
              <a:ext uri="{FF2B5EF4-FFF2-40B4-BE49-F238E27FC236}">
                <a16:creationId xmlns:a16="http://schemas.microsoft.com/office/drawing/2014/main" id="{DB9B8DE5-0A48-457F-9372-C6083D89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79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6237">
            <a:extLst xmlns:a="http://schemas.openxmlformats.org/drawingml/2006/main">
              <a:ext uri="{FF2B5EF4-FFF2-40B4-BE49-F238E27FC236}">
                <a16:creationId xmlns:a16="http://schemas.microsoft.com/office/drawing/2014/main" id="{D9C1D326-4893-404F-B866-AA98AFB2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99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6238">
            <a:extLst xmlns:a="http://schemas.openxmlformats.org/drawingml/2006/main">
              <a:ext uri="{FF2B5EF4-FFF2-40B4-BE49-F238E27FC236}">
                <a16:creationId xmlns:a16="http://schemas.microsoft.com/office/drawing/2014/main" id="{6BC9EC80-C13B-47F8-8797-D5AD1FEA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724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6239">
            <a:extLst xmlns:a="http://schemas.openxmlformats.org/drawingml/2006/main">
              <a:ext uri="{FF2B5EF4-FFF2-40B4-BE49-F238E27FC236}">
                <a16:creationId xmlns:a16="http://schemas.microsoft.com/office/drawing/2014/main" id="{4302B5EE-6B40-45AA-9D66-9C2D7340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50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6240">
            <a:extLst xmlns:a="http://schemas.openxmlformats.org/drawingml/2006/main">
              <a:ext uri="{FF2B5EF4-FFF2-40B4-BE49-F238E27FC236}">
                <a16:creationId xmlns:a16="http://schemas.microsoft.com/office/drawing/2014/main" id="{9A63CD30-9307-406D-9B63-02AA0423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4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6241">
            <a:extLst xmlns:a="http://schemas.openxmlformats.org/drawingml/2006/main">
              <a:ext uri="{FF2B5EF4-FFF2-40B4-BE49-F238E27FC236}">
                <a16:creationId xmlns:a16="http://schemas.microsoft.com/office/drawing/2014/main" id="{DCE1EDD1-3454-49D3-9168-3358C51E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46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6242">
            <a:extLst xmlns:a="http://schemas.openxmlformats.org/drawingml/2006/main">
              <a:ext uri="{FF2B5EF4-FFF2-40B4-BE49-F238E27FC236}">
                <a16:creationId xmlns:a16="http://schemas.microsoft.com/office/drawing/2014/main" id="{D6069C81-0B07-424A-8B5A-E5D368D1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68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6243">
            <a:extLst xmlns:a="http://schemas.openxmlformats.org/drawingml/2006/main">
              <a:ext uri="{FF2B5EF4-FFF2-40B4-BE49-F238E27FC236}">
                <a16:creationId xmlns:a16="http://schemas.microsoft.com/office/drawing/2014/main" id="{1825A70D-E2BD-45AD-AEB5-6B76104F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6244">
            <a:extLst xmlns:a="http://schemas.openxmlformats.org/drawingml/2006/main">
              <a:ext uri="{FF2B5EF4-FFF2-40B4-BE49-F238E27FC236}">
                <a16:creationId xmlns:a16="http://schemas.microsoft.com/office/drawing/2014/main" id="{88C794E7-B091-4E1D-945E-388AEB4C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8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6245">
            <a:extLst xmlns:a="http://schemas.openxmlformats.org/drawingml/2006/main">
              <a:ext uri="{FF2B5EF4-FFF2-40B4-BE49-F238E27FC236}">
                <a16:creationId xmlns:a16="http://schemas.microsoft.com/office/drawing/2014/main" id="{2E27B649-C587-4CD9-BCDA-F5C04139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05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6246">
            <a:extLst xmlns:a="http://schemas.openxmlformats.org/drawingml/2006/main">
              <a:ext uri="{FF2B5EF4-FFF2-40B4-BE49-F238E27FC236}">
                <a16:creationId xmlns:a16="http://schemas.microsoft.com/office/drawing/2014/main" id="{506579D0-88B5-443D-9AE6-A7E7E0FA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6247">
            <a:extLst xmlns:a="http://schemas.openxmlformats.org/drawingml/2006/main">
              <a:ext uri="{FF2B5EF4-FFF2-40B4-BE49-F238E27FC236}">
                <a16:creationId xmlns:a16="http://schemas.microsoft.com/office/drawing/2014/main" id="{6867B138-58CF-49E7-8F44-5FFA1CCA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3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6248">
            <a:extLst xmlns:a="http://schemas.openxmlformats.org/drawingml/2006/main">
              <a:ext uri="{FF2B5EF4-FFF2-40B4-BE49-F238E27FC236}">
                <a16:creationId xmlns:a16="http://schemas.microsoft.com/office/drawing/2014/main" id="{20D7C364-2047-4E06-A8AA-AE0BE96F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9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6249">
            <a:extLst xmlns:a="http://schemas.openxmlformats.org/drawingml/2006/main">
              <a:ext uri="{FF2B5EF4-FFF2-40B4-BE49-F238E27FC236}">
                <a16:creationId xmlns:a16="http://schemas.microsoft.com/office/drawing/2014/main" id="{BFE17423-A86A-4F38-9C24-04CD416D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5431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6250">
            <a:extLst xmlns:a="http://schemas.openxmlformats.org/drawingml/2006/main">
              <a:ext uri="{FF2B5EF4-FFF2-40B4-BE49-F238E27FC236}">
                <a16:creationId xmlns:a16="http://schemas.microsoft.com/office/drawing/2014/main" id="{18F3712F-1E2E-4D16-8066-54DD132C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983" y="31160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6251">
            <a:extLst xmlns:a="http://schemas.openxmlformats.org/drawingml/2006/main">
              <a:ext uri="{FF2B5EF4-FFF2-40B4-BE49-F238E27FC236}">
                <a16:creationId xmlns:a16="http://schemas.microsoft.com/office/drawing/2014/main" id="{5A3F5A35-7CCD-4094-9778-EC93D892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22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6252">
            <a:extLst xmlns:a="http://schemas.openxmlformats.org/drawingml/2006/main">
              <a:ext uri="{FF2B5EF4-FFF2-40B4-BE49-F238E27FC236}">
                <a16:creationId xmlns:a16="http://schemas.microsoft.com/office/drawing/2014/main" id="{F59EC486-B997-4E47-B0A1-262108A1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07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6253">
            <a:extLst xmlns:a="http://schemas.openxmlformats.org/drawingml/2006/main">
              <a:ext uri="{FF2B5EF4-FFF2-40B4-BE49-F238E27FC236}">
                <a16:creationId xmlns:a16="http://schemas.microsoft.com/office/drawing/2014/main" id="{EDE30B7A-CB92-4C11-AF23-C624E0A4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26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6254">
            <a:extLst xmlns:a="http://schemas.openxmlformats.org/drawingml/2006/main">
              <a:ext uri="{FF2B5EF4-FFF2-40B4-BE49-F238E27FC236}">
                <a16:creationId xmlns:a16="http://schemas.microsoft.com/office/drawing/2014/main" id="{C07978AF-C477-4E51-839C-67FEE244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6255">
            <a:extLst xmlns:a="http://schemas.openxmlformats.org/drawingml/2006/main">
              <a:ext uri="{FF2B5EF4-FFF2-40B4-BE49-F238E27FC236}">
                <a16:creationId xmlns:a16="http://schemas.microsoft.com/office/drawing/2014/main" id="{55CD59B0-900D-4B15-B304-DE9F758A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00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6256">
            <a:extLst xmlns:a="http://schemas.openxmlformats.org/drawingml/2006/main">
              <a:ext uri="{FF2B5EF4-FFF2-40B4-BE49-F238E27FC236}">
                <a16:creationId xmlns:a16="http://schemas.microsoft.com/office/drawing/2014/main" id="{4990851E-ACEF-45A1-9850-B1CAE834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6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6257">
            <a:extLst xmlns:a="http://schemas.openxmlformats.org/drawingml/2006/main">
              <a:ext uri="{FF2B5EF4-FFF2-40B4-BE49-F238E27FC236}">
                <a16:creationId xmlns:a16="http://schemas.microsoft.com/office/drawing/2014/main" id="{CC57C0EB-1C18-4A6D-B3DA-D512C332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8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6258">
            <a:extLst xmlns:a="http://schemas.openxmlformats.org/drawingml/2006/main">
              <a:ext uri="{FF2B5EF4-FFF2-40B4-BE49-F238E27FC236}">
                <a16:creationId xmlns:a16="http://schemas.microsoft.com/office/drawing/2014/main" id="{BABBF7BB-A6C2-43FA-B39A-EC5F1442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7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6259">
            <a:extLst xmlns:a="http://schemas.openxmlformats.org/drawingml/2006/main">
              <a:ext uri="{FF2B5EF4-FFF2-40B4-BE49-F238E27FC236}">
                <a16:creationId xmlns:a16="http://schemas.microsoft.com/office/drawing/2014/main" id="{4C7E0579-3952-4EFB-8B19-C444D549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3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6260">
            <a:extLst xmlns:a="http://schemas.openxmlformats.org/drawingml/2006/main">
              <a:ext uri="{FF2B5EF4-FFF2-40B4-BE49-F238E27FC236}">
                <a16:creationId xmlns:a16="http://schemas.microsoft.com/office/drawing/2014/main" id="{D644DD35-162C-4F9F-8BF8-2FA454EF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0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6261">
            <a:extLst xmlns:a="http://schemas.openxmlformats.org/drawingml/2006/main">
              <a:ext uri="{FF2B5EF4-FFF2-40B4-BE49-F238E27FC236}">
                <a16:creationId xmlns:a16="http://schemas.microsoft.com/office/drawing/2014/main" id="{79783015-27AC-438E-8B8C-00278F8F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53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6262">
            <a:extLst xmlns:a="http://schemas.openxmlformats.org/drawingml/2006/main">
              <a:ext uri="{FF2B5EF4-FFF2-40B4-BE49-F238E27FC236}">
                <a16:creationId xmlns:a16="http://schemas.microsoft.com/office/drawing/2014/main" id="{331D8333-BE17-4728-AF96-10679846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53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6263">
            <a:extLst xmlns:a="http://schemas.openxmlformats.org/drawingml/2006/main">
              <a:ext uri="{FF2B5EF4-FFF2-40B4-BE49-F238E27FC236}">
                <a16:creationId xmlns:a16="http://schemas.microsoft.com/office/drawing/2014/main" id="{930CB3F0-29D2-4467-A587-A232AE9D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444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6264">
            <a:extLst xmlns:a="http://schemas.openxmlformats.org/drawingml/2006/main">
              <a:ext uri="{FF2B5EF4-FFF2-40B4-BE49-F238E27FC236}">
                <a16:creationId xmlns:a16="http://schemas.microsoft.com/office/drawing/2014/main" id="{1C56C90E-9F27-4CB7-9871-561045D8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26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6265">
            <a:extLst xmlns:a="http://schemas.openxmlformats.org/drawingml/2006/main">
              <a:ext uri="{FF2B5EF4-FFF2-40B4-BE49-F238E27FC236}">
                <a16:creationId xmlns:a16="http://schemas.microsoft.com/office/drawing/2014/main" id="{400A91CD-7C62-4619-B83B-A0EEAD29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9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6266">
            <a:extLst xmlns:a="http://schemas.openxmlformats.org/drawingml/2006/main">
              <a:ext uri="{FF2B5EF4-FFF2-40B4-BE49-F238E27FC236}">
                <a16:creationId xmlns:a16="http://schemas.microsoft.com/office/drawing/2014/main" id="{8B9C418D-2302-441D-B265-E6A082EF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6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6267">
            <a:extLst xmlns:a="http://schemas.openxmlformats.org/drawingml/2006/main">
              <a:ext uri="{FF2B5EF4-FFF2-40B4-BE49-F238E27FC236}">
                <a16:creationId xmlns:a16="http://schemas.microsoft.com/office/drawing/2014/main" id="{D33C8AA5-C3BD-451B-992B-2F49E28E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67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6268">
            <a:extLst xmlns:a="http://schemas.openxmlformats.org/drawingml/2006/main">
              <a:ext uri="{FF2B5EF4-FFF2-40B4-BE49-F238E27FC236}">
                <a16:creationId xmlns:a16="http://schemas.microsoft.com/office/drawing/2014/main" id="{D0B11F0D-F54D-49E8-9AB6-6F0052EA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6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6269">
            <a:extLst xmlns:a="http://schemas.openxmlformats.org/drawingml/2006/main">
              <a:ext uri="{FF2B5EF4-FFF2-40B4-BE49-F238E27FC236}">
                <a16:creationId xmlns:a16="http://schemas.microsoft.com/office/drawing/2014/main" id="{66CFE047-3761-408E-A0CB-AA882557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9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6270">
            <a:extLst xmlns:a="http://schemas.openxmlformats.org/drawingml/2006/main">
              <a:ext uri="{FF2B5EF4-FFF2-40B4-BE49-F238E27FC236}">
                <a16:creationId xmlns:a16="http://schemas.microsoft.com/office/drawing/2014/main" id="{4E1A12DA-17DB-4FC1-92BA-6CEF704A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8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6271">
            <a:extLst xmlns:a="http://schemas.openxmlformats.org/drawingml/2006/main">
              <a:ext uri="{FF2B5EF4-FFF2-40B4-BE49-F238E27FC236}">
                <a16:creationId xmlns:a16="http://schemas.microsoft.com/office/drawing/2014/main" id="{6CF3CEE4-1507-4803-80B7-86B288BB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6272">
            <a:extLst xmlns:a="http://schemas.openxmlformats.org/drawingml/2006/main">
              <a:ext uri="{FF2B5EF4-FFF2-40B4-BE49-F238E27FC236}">
                <a16:creationId xmlns:a16="http://schemas.microsoft.com/office/drawing/2014/main" id="{0A19C6C8-12C2-43BE-8FD2-AFF13F16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23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6273">
            <a:extLst xmlns:a="http://schemas.openxmlformats.org/drawingml/2006/main">
              <a:ext uri="{FF2B5EF4-FFF2-40B4-BE49-F238E27FC236}">
                <a16:creationId xmlns:a16="http://schemas.microsoft.com/office/drawing/2014/main" id="{5D428537-2E59-42D4-8DF0-55FB0579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2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6274">
            <a:extLst xmlns:a="http://schemas.openxmlformats.org/drawingml/2006/main">
              <a:ext uri="{FF2B5EF4-FFF2-40B4-BE49-F238E27FC236}">
                <a16:creationId xmlns:a16="http://schemas.microsoft.com/office/drawing/2014/main" id="{28A759EC-4AA9-48D2-A0EF-A03AD881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31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6275">
            <a:extLst xmlns:a="http://schemas.openxmlformats.org/drawingml/2006/main">
              <a:ext uri="{FF2B5EF4-FFF2-40B4-BE49-F238E27FC236}">
                <a16:creationId xmlns:a16="http://schemas.microsoft.com/office/drawing/2014/main" id="{96D1A9ED-9EAB-4257-BA05-0CA349FF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74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6276">
            <a:extLst xmlns:a="http://schemas.openxmlformats.org/drawingml/2006/main">
              <a:ext uri="{FF2B5EF4-FFF2-40B4-BE49-F238E27FC236}">
                <a16:creationId xmlns:a16="http://schemas.microsoft.com/office/drawing/2014/main" id="{3357A53A-92E0-4A5F-A9FC-3C5D27B8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6638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6277">
            <a:extLst xmlns:a="http://schemas.openxmlformats.org/drawingml/2006/main">
              <a:ext uri="{FF2B5EF4-FFF2-40B4-BE49-F238E27FC236}">
                <a16:creationId xmlns:a16="http://schemas.microsoft.com/office/drawing/2014/main" id="{425C8132-5C60-48CB-AF75-DAF120C2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66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6278">
            <a:extLst xmlns:a="http://schemas.openxmlformats.org/drawingml/2006/main">
              <a:ext uri="{FF2B5EF4-FFF2-40B4-BE49-F238E27FC236}">
                <a16:creationId xmlns:a16="http://schemas.microsoft.com/office/drawing/2014/main" id="{7C006ABF-D005-4557-A9F4-267D9E07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498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6279">
            <a:extLst xmlns:a="http://schemas.openxmlformats.org/drawingml/2006/main">
              <a:ext uri="{FF2B5EF4-FFF2-40B4-BE49-F238E27FC236}">
                <a16:creationId xmlns:a16="http://schemas.microsoft.com/office/drawing/2014/main" id="{9EE9CCEA-5052-40F8-818A-2D71F5BB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65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6280">
            <a:extLst xmlns:a="http://schemas.openxmlformats.org/drawingml/2006/main">
              <a:ext uri="{FF2B5EF4-FFF2-40B4-BE49-F238E27FC236}">
                <a16:creationId xmlns:a16="http://schemas.microsoft.com/office/drawing/2014/main" id="{B2A61E17-3ACC-400B-868D-B853795D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298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6281">
            <a:extLst xmlns:a="http://schemas.openxmlformats.org/drawingml/2006/main">
              <a:ext uri="{FF2B5EF4-FFF2-40B4-BE49-F238E27FC236}">
                <a16:creationId xmlns:a16="http://schemas.microsoft.com/office/drawing/2014/main" id="{102FF8D2-38BF-41DA-8E7C-7D9D9357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3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6282">
            <a:extLst xmlns:a="http://schemas.openxmlformats.org/drawingml/2006/main">
              <a:ext uri="{FF2B5EF4-FFF2-40B4-BE49-F238E27FC236}">
                <a16:creationId xmlns:a16="http://schemas.microsoft.com/office/drawing/2014/main" id="{B97EC253-73E7-4A75-94B4-D8574F07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48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6283">
            <a:extLst xmlns:a="http://schemas.openxmlformats.org/drawingml/2006/main">
              <a:ext uri="{FF2B5EF4-FFF2-40B4-BE49-F238E27FC236}">
                <a16:creationId xmlns:a16="http://schemas.microsoft.com/office/drawing/2014/main" id="{62043C30-5FD3-4ED6-B635-6FDC93BC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4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6284">
            <a:extLst xmlns:a="http://schemas.openxmlformats.org/drawingml/2006/main">
              <a:ext uri="{FF2B5EF4-FFF2-40B4-BE49-F238E27FC236}">
                <a16:creationId xmlns:a16="http://schemas.microsoft.com/office/drawing/2014/main" id="{5AC109CB-9A4E-4884-82F0-A4DC1D0A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0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6285">
            <a:extLst xmlns:a="http://schemas.openxmlformats.org/drawingml/2006/main">
              <a:ext uri="{FF2B5EF4-FFF2-40B4-BE49-F238E27FC236}">
                <a16:creationId xmlns:a16="http://schemas.microsoft.com/office/drawing/2014/main" id="{BD34BBA6-DF74-47FA-BC16-496C3677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12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6286">
            <a:extLst xmlns:a="http://schemas.openxmlformats.org/drawingml/2006/main">
              <a:ext uri="{FF2B5EF4-FFF2-40B4-BE49-F238E27FC236}">
                <a16:creationId xmlns:a16="http://schemas.microsoft.com/office/drawing/2014/main" id="{47C9B5C0-78D5-45C0-80DC-72DB5816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313" y="33470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6287">
            <a:extLst xmlns:a="http://schemas.openxmlformats.org/drawingml/2006/main">
              <a:ext uri="{FF2B5EF4-FFF2-40B4-BE49-F238E27FC236}">
                <a16:creationId xmlns:a16="http://schemas.microsoft.com/office/drawing/2014/main" id="{53898A21-4D89-4527-ABAB-9753B5D5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9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6288">
            <a:extLst xmlns:a="http://schemas.openxmlformats.org/drawingml/2006/main">
              <a:ext uri="{FF2B5EF4-FFF2-40B4-BE49-F238E27FC236}">
                <a16:creationId xmlns:a16="http://schemas.microsoft.com/office/drawing/2014/main" id="{395FD402-307B-404C-9582-885FD638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33160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6289">
            <a:extLst xmlns:a="http://schemas.openxmlformats.org/drawingml/2006/main">
              <a:ext uri="{FF2B5EF4-FFF2-40B4-BE49-F238E27FC236}">
                <a16:creationId xmlns:a16="http://schemas.microsoft.com/office/drawing/2014/main" id="{2CF49BB0-47FE-4CC4-96A0-614C7E5D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6290">
            <a:extLst xmlns:a="http://schemas.openxmlformats.org/drawingml/2006/main">
              <a:ext uri="{FF2B5EF4-FFF2-40B4-BE49-F238E27FC236}">
                <a16:creationId xmlns:a16="http://schemas.microsoft.com/office/drawing/2014/main" id="{2580C18B-2408-45B9-AC55-027A234D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9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6291">
            <a:extLst xmlns:a="http://schemas.openxmlformats.org/drawingml/2006/main">
              <a:ext uri="{FF2B5EF4-FFF2-40B4-BE49-F238E27FC236}">
                <a16:creationId xmlns:a16="http://schemas.microsoft.com/office/drawing/2014/main" id="{EB147112-AC56-4E1C-A826-7B019E62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6292">
            <a:extLst xmlns:a="http://schemas.openxmlformats.org/drawingml/2006/main">
              <a:ext uri="{FF2B5EF4-FFF2-40B4-BE49-F238E27FC236}">
                <a16:creationId xmlns:a16="http://schemas.microsoft.com/office/drawing/2014/main" id="{07E57AE0-2835-4054-A54B-BDE74F68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16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6293">
            <a:extLst xmlns:a="http://schemas.openxmlformats.org/drawingml/2006/main">
              <a:ext uri="{FF2B5EF4-FFF2-40B4-BE49-F238E27FC236}">
                <a16:creationId xmlns:a16="http://schemas.microsoft.com/office/drawing/2014/main" id="{1C29E2EA-E32B-47C3-954C-ACC0CE28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544" y="341541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6294">
            <a:extLst xmlns:a="http://schemas.openxmlformats.org/drawingml/2006/main">
              <a:ext uri="{FF2B5EF4-FFF2-40B4-BE49-F238E27FC236}">
                <a16:creationId xmlns:a16="http://schemas.microsoft.com/office/drawing/2014/main" id="{E1E5E187-D593-429E-A5E1-B412093B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00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6295">
            <a:extLst xmlns:a="http://schemas.openxmlformats.org/drawingml/2006/main">
              <a:ext uri="{FF2B5EF4-FFF2-40B4-BE49-F238E27FC236}">
                <a16:creationId xmlns:a16="http://schemas.microsoft.com/office/drawing/2014/main" id="{E452CD6B-4E5F-458F-B07C-3658DEF2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643" y="31638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6296">
            <a:extLst xmlns:a="http://schemas.openxmlformats.org/drawingml/2006/main">
              <a:ext uri="{FF2B5EF4-FFF2-40B4-BE49-F238E27FC236}">
                <a16:creationId xmlns:a16="http://schemas.microsoft.com/office/drawing/2014/main" id="{10212832-21C4-413D-AFD1-80207E45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92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6297">
            <a:extLst xmlns:a="http://schemas.openxmlformats.org/drawingml/2006/main">
              <a:ext uri="{FF2B5EF4-FFF2-40B4-BE49-F238E27FC236}">
                <a16:creationId xmlns:a16="http://schemas.microsoft.com/office/drawing/2014/main" id="{98034737-7549-4CD7-9CC9-4E91D0E0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86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6298">
            <a:extLst xmlns:a="http://schemas.openxmlformats.org/drawingml/2006/main">
              <a:ext uri="{FF2B5EF4-FFF2-40B4-BE49-F238E27FC236}">
                <a16:creationId xmlns:a16="http://schemas.microsoft.com/office/drawing/2014/main" id="{67FA88E9-A0BF-4B41-84BE-8A75460C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68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6299">
            <a:extLst xmlns:a="http://schemas.openxmlformats.org/drawingml/2006/main">
              <a:ext uri="{FF2B5EF4-FFF2-40B4-BE49-F238E27FC236}">
                <a16:creationId xmlns:a16="http://schemas.microsoft.com/office/drawing/2014/main" id="{83CDD587-8D55-41D9-8CFA-9D382E6B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9082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6300">
            <a:extLst xmlns:a="http://schemas.openxmlformats.org/drawingml/2006/main">
              <a:ext uri="{FF2B5EF4-FFF2-40B4-BE49-F238E27FC236}">
                <a16:creationId xmlns:a16="http://schemas.microsoft.com/office/drawing/2014/main" id="{4C910CAE-AA9A-419E-B280-1A5C3166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38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6301">
            <a:extLst xmlns:a="http://schemas.openxmlformats.org/drawingml/2006/main">
              <a:ext uri="{FF2B5EF4-FFF2-40B4-BE49-F238E27FC236}">
                <a16:creationId xmlns:a16="http://schemas.microsoft.com/office/drawing/2014/main" id="{176806B8-0627-4F32-9D0D-848E845D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5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6302">
            <a:extLst xmlns:a="http://schemas.openxmlformats.org/drawingml/2006/main">
              <a:ext uri="{FF2B5EF4-FFF2-40B4-BE49-F238E27FC236}">
                <a16:creationId xmlns:a16="http://schemas.microsoft.com/office/drawing/2014/main" id="{C22431A2-4269-47AE-B72B-628C9E58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2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6303">
            <a:extLst xmlns:a="http://schemas.openxmlformats.org/drawingml/2006/main">
              <a:ext uri="{FF2B5EF4-FFF2-40B4-BE49-F238E27FC236}">
                <a16:creationId xmlns:a16="http://schemas.microsoft.com/office/drawing/2014/main" id="{559E801B-83D8-4E09-8F48-9A7EAB11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306" y="36067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6304">
            <a:extLst xmlns:a="http://schemas.openxmlformats.org/drawingml/2006/main">
              <a:ext uri="{FF2B5EF4-FFF2-40B4-BE49-F238E27FC236}">
                <a16:creationId xmlns:a16="http://schemas.microsoft.com/office/drawing/2014/main" id="{BDC00862-D8B9-4F0A-91F0-221AF7DC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68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6305">
            <a:extLst xmlns:a="http://schemas.openxmlformats.org/drawingml/2006/main">
              <a:ext uri="{FF2B5EF4-FFF2-40B4-BE49-F238E27FC236}">
                <a16:creationId xmlns:a16="http://schemas.microsoft.com/office/drawing/2014/main" id="{FFAC25FD-5B6E-4573-A74F-68D01647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6306">
            <a:extLst xmlns:a="http://schemas.openxmlformats.org/drawingml/2006/main">
              <a:ext uri="{FF2B5EF4-FFF2-40B4-BE49-F238E27FC236}">
                <a16:creationId xmlns:a16="http://schemas.microsoft.com/office/drawing/2014/main" id="{82CBE02B-3F4B-438D-8A64-B8453B2C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6307">
            <a:extLst xmlns:a="http://schemas.openxmlformats.org/drawingml/2006/main">
              <a:ext uri="{FF2B5EF4-FFF2-40B4-BE49-F238E27FC236}">
                <a16:creationId xmlns:a16="http://schemas.microsoft.com/office/drawing/2014/main" id="{D80CD7E9-4D9E-440C-9ED9-5C631D40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803" y="3226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6308">
            <a:extLst xmlns:a="http://schemas.openxmlformats.org/drawingml/2006/main">
              <a:ext uri="{FF2B5EF4-FFF2-40B4-BE49-F238E27FC236}">
                <a16:creationId xmlns:a16="http://schemas.microsoft.com/office/drawing/2014/main" id="{38CD6469-0959-4D94-9594-34D19A0D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697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6309">
            <a:extLst xmlns:a="http://schemas.openxmlformats.org/drawingml/2006/main">
              <a:ext uri="{FF2B5EF4-FFF2-40B4-BE49-F238E27FC236}">
                <a16:creationId xmlns:a16="http://schemas.microsoft.com/office/drawing/2014/main" id="{1099FADB-2B29-4368-9717-18119A56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82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6310">
            <a:extLst xmlns:a="http://schemas.openxmlformats.org/drawingml/2006/main">
              <a:ext uri="{FF2B5EF4-FFF2-40B4-BE49-F238E27FC236}">
                <a16:creationId xmlns:a16="http://schemas.microsoft.com/office/drawing/2014/main" id="{D04CF0A3-B665-4609-B8C1-36F1D853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47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6311">
            <a:extLst xmlns:a="http://schemas.openxmlformats.org/drawingml/2006/main">
              <a:ext uri="{FF2B5EF4-FFF2-40B4-BE49-F238E27FC236}">
                <a16:creationId xmlns:a16="http://schemas.microsoft.com/office/drawing/2014/main" id="{55A4214C-4885-4994-A485-322F7705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6312">
            <a:extLst xmlns:a="http://schemas.openxmlformats.org/drawingml/2006/main">
              <a:ext uri="{FF2B5EF4-FFF2-40B4-BE49-F238E27FC236}">
                <a16:creationId xmlns:a16="http://schemas.microsoft.com/office/drawing/2014/main" id="{B4CE5008-B36F-48B9-B6EB-BC01BD49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29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6313">
            <a:extLst xmlns:a="http://schemas.openxmlformats.org/drawingml/2006/main">
              <a:ext uri="{FF2B5EF4-FFF2-40B4-BE49-F238E27FC236}">
                <a16:creationId xmlns:a16="http://schemas.microsoft.com/office/drawing/2014/main" id="{06BAF5AE-EE52-4D31-8A4E-17EE54B8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6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6314">
            <a:extLst xmlns:a="http://schemas.openxmlformats.org/drawingml/2006/main">
              <a:ext uri="{FF2B5EF4-FFF2-40B4-BE49-F238E27FC236}">
                <a16:creationId xmlns:a16="http://schemas.microsoft.com/office/drawing/2014/main" id="{D050236B-C555-4E06-BC01-5895EC65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4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6315">
            <a:extLst xmlns:a="http://schemas.openxmlformats.org/drawingml/2006/main">
              <a:ext uri="{FF2B5EF4-FFF2-40B4-BE49-F238E27FC236}">
                <a16:creationId xmlns:a16="http://schemas.microsoft.com/office/drawing/2014/main" id="{6A21449F-BC70-4E15-AA9C-D9325D52F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4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6316">
            <a:extLst xmlns:a="http://schemas.openxmlformats.org/drawingml/2006/main">
              <a:ext uri="{FF2B5EF4-FFF2-40B4-BE49-F238E27FC236}">
                <a16:creationId xmlns:a16="http://schemas.microsoft.com/office/drawing/2014/main" id="{BEE6FE00-CAFC-47B8-9B98-65BF437B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7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6317">
            <a:extLst xmlns:a="http://schemas.openxmlformats.org/drawingml/2006/main">
              <a:ext uri="{FF2B5EF4-FFF2-40B4-BE49-F238E27FC236}">
                <a16:creationId xmlns:a16="http://schemas.microsoft.com/office/drawing/2014/main" id="{488406C8-C0B1-4768-A24C-14A14296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6318">
            <a:extLst xmlns:a="http://schemas.openxmlformats.org/drawingml/2006/main">
              <a:ext uri="{FF2B5EF4-FFF2-40B4-BE49-F238E27FC236}">
                <a16:creationId xmlns:a16="http://schemas.microsoft.com/office/drawing/2014/main" id="{720F7BE0-7ADB-48C7-841E-11EC1193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6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6319">
            <a:extLst xmlns:a="http://schemas.openxmlformats.org/drawingml/2006/main">
              <a:ext uri="{FF2B5EF4-FFF2-40B4-BE49-F238E27FC236}">
                <a16:creationId xmlns:a16="http://schemas.microsoft.com/office/drawing/2014/main" id="{6B29D523-391A-4C38-AB8A-34C0CD29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7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6320">
            <a:extLst xmlns:a="http://schemas.openxmlformats.org/drawingml/2006/main">
              <a:ext uri="{FF2B5EF4-FFF2-40B4-BE49-F238E27FC236}">
                <a16:creationId xmlns:a16="http://schemas.microsoft.com/office/drawing/2014/main" id="{40D4ADE8-EF90-499B-A963-EA2E0016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79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6321">
            <a:extLst xmlns:a="http://schemas.openxmlformats.org/drawingml/2006/main">
              <a:ext uri="{FF2B5EF4-FFF2-40B4-BE49-F238E27FC236}">
                <a16:creationId xmlns:a16="http://schemas.microsoft.com/office/drawing/2014/main" id="{189CB8E4-F6D6-4BD3-BFA2-B5C77E07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62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6322">
            <a:extLst xmlns:a="http://schemas.openxmlformats.org/drawingml/2006/main">
              <a:ext uri="{FF2B5EF4-FFF2-40B4-BE49-F238E27FC236}">
                <a16:creationId xmlns:a16="http://schemas.microsoft.com/office/drawing/2014/main" id="{1A72BC2D-9027-4164-87E5-3784A433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6323">
            <a:extLst xmlns:a="http://schemas.openxmlformats.org/drawingml/2006/main">
              <a:ext uri="{FF2B5EF4-FFF2-40B4-BE49-F238E27FC236}">
                <a16:creationId xmlns:a16="http://schemas.microsoft.com/office/drawing/2014/main" id="{2FD28E36-D545-4CDD-A55F-63025C6C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772" y="31787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6324">
            <a:extLst xmlns:a="http://schemas.openxmlformats.org/drawingml/2006/main">
              <a:ext uri="{FF2B5EF4-FFF2-40B4-BE49-F238E27FC236}">
                <a16:creationId xmlns:a16="http://schemas.microsoft.com/office/drawing/2014/main" id="{F5789EB0-0D59-4E60-A033-7A3F82B5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375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6325">
            <a:extLst xmlns:a="http://schemas.openxmlformats.org/drawingml/2006/main">
              <a:ext uri="{FF2B5EF4-FFF2-40B4-BE49-F238E27FC236}">
                <a16:creationId xmlns:a16="http://schemas.microsoft.com/office/drawing/2014/main" id="{E79CD1ED-6B24-451C-915B-24CECEB8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0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6326">
            <a:extLst xmlns:a="http://schemas.openxmlformats.org/drawingml/2006/main">
              <a:ext uri="{FF2B5EF4-FFF2-40B4-BE49-F238E27FC236}">
                <a16:creationId xmlns:a16="http://schemas.microsoft.com/office/drawing/2014/main" id="{ADC52D1A-7A02-4267-B66D-6660B561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6327">
            <a:extLst xmlns:a="http://schemas.openxmlformats.org/drawingml/2006/main">
              <a:ext uri="{FF2B5EF4-FFF2-40B4-BE49-F238E27FC236}">
                <a16:creationId xmlns:a16="http://schemas.microsoft.com/office/drawing/2014/main" id="{D7D233CD-759C-4042-A089-DEC95D45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44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6328">
            <a:extLst xmlns:a="http://schemas.openxmlformats.org/drawingml/2006/main">
              <a:ext uri="{FF2B5EF4-FFF2-40B4-BE49-F238E27FC236}">
                <a16:creationId xmlns:a16="http://schemas.microsoft.com/office/drawing/2014/main" id="{184DBF4B-DC71-4DE7-B0A7-EB4F70B7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1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6329">
            <a:extLst xmlns:a="http://schemas.openxmlformats.org/drawingml/2006/main">
              <a:ext uri="{FF2B5EF4-FFF2-40B4-BE49-F238E27FC236}">
                <a16:creationId xmlns:a16="http://schemas.microsoft.com/office/drawing/2014/main" id="{A6F6DCA0-0558-4D15-AC71-6EDD913A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707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6330">
            <a:extLst xmlns:a="http://schemas.openxmlformats.org/drawingml/2006/main">
              <a:ext uri="{FF2B5EF4-FFF2-40B4-BE49-F238E27FC236}">
                <a16:creationId xmlns:a16="http://schemas.microsoft.com/office/drawing/2014/main" id="{01AA0985-0F90-46D8-91A5-5052F948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24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6331">
            <a:extLst xmlns:a="http://schemas.openxmlformats.org/drawingml/2006/main">
              <a:ext uri="{FF2B5EF4-FFF2-40B4-BE49-F238E27FC236}">
                <a16:creationId xmlns:a16="http://schemas.microsoft.com/office/drawing/2014/main" id="{7F11896F-E8F0-4BFE-B789-00A33165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8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6332">
            <a:extLst xmlns:a="http://schemas.openxmlformats.org/drawingml/2006/main">
              <a:ext uri="{FF2B5EF4-FFF2-40B4-BE49-F238E27FC236}">
                <a16:creationId xmlns:a16="http://schemas.microsoft.com/office/drawing/2014/main" id="{2FC634E4-4EC7-4EA9-BFD3-61E4437A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81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6333">
            <a:extLst xmlns:a="http://schemas.openxmlformats.org/drawingml/2006/main">
              <a:ext uri="{FF2B5EF4-FFF2-40B4-BE49-F238E27FC236}">
                <a16:creationId xmlns:a16="http://schemas.microsoft.com/office/drawing/2014/main" id="{C14CB885-4AD8-4398-9CB0-B80254B0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991" y="32810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6334">
            <a:extLst xmlns:a="http://schemas.openxmlformats.org/drawingml/2006/main">
              <a:ext uri="{FF2B5EF4-FFF2-40B4-BE49-F238E27FC236}">
                <a16:creationId xmlns:a16="http://schemas.microsoft.com/office/drawing/2014/main" id="{56CC0684-2122-4EEB-B17F-E9514033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207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6335">
            <a:extLst xmlns:a="http://schemas.openxmlformats.org/drawingml/2006/main">
              <a:ext uri="{FF2B5EF4-FFF2-40B4-BE49-F238E27FC236}">
                <a16:creationId xmlns:a16="http://schemas.microsoft.com/office/drawing/2014/main" id="{FA77780B-0F1E-4C14-B597-3A50999A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0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6336">
            <a:extLst xmlns:a="http://schemas.openxmlformats.org/drawingml/2006/main">
              <a:ext uri="{FF2B5EF4-FFF2-40B4-BE49-F238E27FC236}">
                <a16:creationId xmlns:a16="http://schemas.microsoft.com/office/drawing/2014/main" id="{5B7EF106-B7B5-494A-9947-22227766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48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6337">
            <a:extLst xmlns:a="http://schemas.openxmlformats.org/drawingml/2006/main">
              <a:ext uri="{FF2B5EF4-FFF2-40B4-BE49-F238E27FC236}">
                <a16:creationId xmlns:a16="http://schemas.microsoft.com/office/drawing/2014/main" id="{B93F5D29-BB32-4B2E-A046-77A0EAB3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7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6338">
            <a:extLst xmlns:a="http://schemas.openxmlformats.org/drawingml/2006/main">
              <a:ext uri="{FF2B5EF4-FFF2-40B4-BE49-F238E27FC236}">
                <a16:creationId xmlns:a16="http://schemas.microsoft.com/office/drawing/2014/main" id="{4C2B03AE-51CF-4D44-9D4E-578B9D05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738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6339">
            <a:extLst xmlns:a="http://schemas.openxmlformats.org/drawingml/2006/main">
              <a:ext uri="{FF2B5EF4-FFF2-40B4-BE49-F238E27FC236}">
                <a16:creationId xmlns:a16="http://schemas.microsoft.com/office/drawing/2014/main" id="{AED7487D-D639-44EE-BF61-7E5C166C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93" y="381407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6340">
            <a:extLst xmlns:a="http://schemas.openxmlformats.org/drawingml/2006/main">
              <a:ext uri="{FF2B5EF4-FFF2-40B4-BE49-F238E27FC236}">
                <a16:creationId xmlns:a16="http://schemas.microsoft.com/office/drawing/2014/main" id="{88F07BC5-5540-4E8C-A867-157FAFA2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1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6341">
            <a:extLst xmlns:a="http://schemas.openxmlformats.org/drawingml/2006/main">
              <a:ext uri="{FF2B5EF4-FFF2-40B4-BE49-F238E27FC236}">
                <a16:creationId xmlns:a16="http://schemas.microsoft.com/office/drawing/2014/main" id="{2443E4D9-7E8A-4212-828A-9D65D94B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3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6342">
            <a:extLst xmlns:a="http://schemas.openxmlformats.org/drawingml/2006/main">
              <a:ext uri="{FF2B5EF4-FFF2-40B4-BE49-F238E27FC236}">
                <a16:creationId xmlns:a16="http://schemas.microsoft.com/office/drawing/2014/main" id="{3B2C2189-49EA-4F46-A7F0-29457F26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9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6343">
            <a:extLst xmlns:a="http://schemas.openxmlformats.org/drawingml/2006/main">
              <a:ext uri="{FF2B5EF4-FFF2-40B4-BE49-F238E27FC236}">
                <a16:creationId xmlns:a16="http://schemas.microsoft.com/office/drawing/2014/main" id="{7B376881-B8CD-46B4-A498-864855BE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6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6344">
            <a:extLst xmlns:a="http://schemas.openxmlformats.org/drawingml/2006/main">
              <a:ext uri="{FF2B5EF4-FFF2-40B4-BE49-F238E27FC236}">
                <a16:creationId xmlns:a16="http://schemas.microsoft.com/office/drawing/2014/main" id="{28D1F764-7B98-4581-AB1A-D73A6D33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7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6345">
            <a:extLst xmlns:a="http://schemas.openxmlformats.org/drawingml/2006/main">
              <a:ext uri="{FF2B5EF4-FFF2-40B4-BE49-F238E27FC236}">
                <a16:creationId xmlns:a16="http://schemas.microsoft.com/office/drawing/2014/main" id="{7273C140-C449-409C-8440-5862E57D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904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6346">
            <a:extLst xmlns:a="http://schemas.openxmlformats.org/drawingml/2006/main">
              <a:ext uri="{FF2B5EF4-FFF2-40B4-BE49-F238E27FC236}">
                <a16:creationId xmlns:a16="http://schemas.microsoft.com/office/drawing/2014/main" id="{04252748-1336-45F2-95B1-2EFAFD33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37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6347">
            <a:extLst xmlns:a="http://schemas.openxmlformats.org/drawingml/2006/main">
              <a:ext uri="{FF2B5EF4-FFF2-40B4-BE49-F238E27FC236}">
                <a16:creationId xmlns:a16="http://schemas.microsoft.com/office/drawing/2014/main" id="{15E7AF3E-A255-4A55-9884-3834A191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658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6348">
            <a:extLst xmlns:a="http://schemas.openxmlformats.org/drawingml/2006/main">
              <a:ext uri="{FF2B5EF4-FFF2-40B4-BE49-F238E27FC236}">
                <a16:creationId xmlns:a16="http://schemas.microsoft.com/office/drawing/2014/main" id="{3DA57DFC-8C0B-499B-A555-3F4C0A6B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4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6349">
            <a:extLst xmlns:a="http://schemas.openxmlformats.org/drawingml/2006/main">
              <a:ext uri="{FF2B5EF4-FFF2-40B4-BE49-F238E27FC236}">
                <a16:creationId xmlns:a16="http://schemas.microsoft.com/office/drawing/2014/main" id="{337A3692-A314-495F-8868-2620B9D4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24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6350">
            <a:extLst xmlns:a="http://schemas.openxmlformats.org/drawingml/2006/main">
              <a:ext uri="{FF2B5EF4-FFF2-40B4-BE49-F238E27FC236}">
                <a16:creationId xmlns:a16="http://schemas.microsoft.com/office/drawing/2014/main" id="{1B81BA33-E1E3-41CA-A564-EDB49B1B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6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6351">
            <a:extLst xmlns:a="http://schemas.openxmlformats.org/drawingml/2006/main">
              <a:ext uri="{FF2B5EF4-FFF2-40B4-BE49-F238E27FC236}">
                <a16:creationId xmlns:a16="http://schemas.microsoft.com/office/drawing/2014/main" id="{30CEEE79-5829-4F34-AABC-E3C6CE5D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43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6352">
            <a:extLst xmlns:a="http://schemas.openxmlformats.org/drawingml/2006/main">
              <a:ext uri="{FF2B5EF4-FFF2-40B4-BE49-F238E27FC236}">
                <a16:creationId xmlns:a16="http://schemas.microsoft.com/office/drawing/2014/main" id="{5BAD215B-4A50-473C-961F-25333C9D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77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6353">
            <a:extLst xmlns:a="http://schemas.openxmlformats.org/drawingml/2006/main">
              <a:ext uri="{FF2B5EF4-FFF2-40B4-BE49-F238E27FC236}">
                <a16:creationId xmlns:a16="http://schemas.microsoft.com/office/drawing/2014/main" id="{AE1798A9-B002-4379-B0CA-A0CA9AFA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6354">
            <a:extLst xmlns:a="http://schemas.openxmlformats.org/drawingml/2006/main">
              <a:ext uri="{FF2B5EF4-FFF2-40B4-BE49-F238E27FC236}">
                <a16:creationId xmlns:a16="http://schemas.microsoft.com/office/drawing/2014/main" id="{6499E0B2-C726-4C2C-9294-42432A36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7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6355">
            <a:extLst xmlns:a="http://schemas.openxmlformats.org/drawingml/2006/main">
              <a:ext uri="{FF2B5EF4-FFF2-40B4-BE49-F238E27FC236}">
                <a16:creationId xmlns:a16="http://schemas.microsoft.com/office/drawing/2014/main" id="{76A16AEE-63C1-4FB4-AEA9-9E328359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6356">
            <a:extLst xmlns:a="http://schemas.openxmlformats.org/drawingml/2006/main">
              <a:ext uri="{FF2B5EF4-FFF2-40B4-BE49-F238E27FC236}">
                <a16:creationId xmlns:a16="http://schemas.microsoft.com/office/drawing/2014/main" id="{D36ABD8E-387F-4C89-B509-3CD94B9C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332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6357">
            <a:extLst xmlns:a="http://schemas.openxmlformats.org/drawingml/2006/main">
              <a:ext uri="{FF2B5EF4-FFF2-40B4-BE49-F238E27FC236}">
                <a16:creationId xmlns:a16="http://schemas.microsoft.com/office/drawing/2014/main" id="{2C065CFB-F1D1-4493-887C-095A658D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01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6358">
            <a:extLst xmlns:a="http://schemas.openxmlformats.org/drawingml/2006/main">
              <a:ext uri="{FF2B5EF4-FFF2-40B4-BE49-F238E27FC236}">
                <a16:creationId xmlns:a16="http://schemas.microsoft.com/office/drawing/2014/main" id="{306C7D60-214B-4119-A772-5C3C0BE9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6359">
            <a:extLst xmlns:a="http://schemas.openxmlformats.org/drawingml/2006/main">
              <a:ext uri="{FF2B5EF4-FFF2-40B4-BE49-F238E27FC236}">
                <a16:creationId xmlns:a16="http://schemas.microsoft.com/office/drawing/2014/main" id="{7A06B33F-9FAB-452F-AFFE-01A107CB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14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4" name="data_6360">
            <a:extLst xmlns:a="http://schemas.openxmlformats.org/drawingml/2006/main">
              <a:ext uri="{FF2B5EF4-FFF2-40B4-BE49-F238E27FC236}">
                <a16:creationId xmlns:a16="http://schemas.microsoft.com/office/drawing/2014/main" id="{3C47B721-0398-4EDD-A3AF-4C82945A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3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5" name="data_6361">
            <a:extLst xmlns:a="http://schemas.openxmlformats.org/drawingml/2006/main">
              <a:ext uri="{FF2B5EF4-FFF2-40B4-BE49-F238E27FC236}">
                <a16:creationId xmlns:a16="http://schemas.microsoft.com/office/drawing/2014/main" id="{70EB1118-9D00-4EC3-BB52-3412DAB3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1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6" name="data_6362">
            <a:extLst xmlns:a="http://schemas.openxmlformats.org/drawingml/2006/main">
              <a:ext uri="{FF2B5EF4-FFF2-40B4-BE49-F238E27FC236}">
                <a16:creationId xmlns:a16="http://schemas.microsoft.com/office/drawing/2014/main" id="{98665F04-8BA5-4E5E-9A1C-4E7C3E41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7" name="data_6363">
            <a:extLst xmlns:a="http://schemas.openxmlformats.org/drawingml/2006/main">
              <a:ext uri="{FF2B5EF4-FFF2-40B4-BE49-F238E27FC236}">
                <a16:creationId xmlns:a16="http://schemas.microsoft.com/office/drawing/2014/main" id="{76D48437-C921-4FD1-8DF4-9ED93AFA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133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8" name="data_6364">
            <a:extLst xmlns:a="http://schemas.openxmlformats.org/drawingml/2006/main">
              <a:ext uri="{FF2B5EF4-FFF2-40B4-BE49-F238E27FC236}">
                <a16:creationId xmlns:a16="http://schemas.microsoft.com/office/drawing/2014/main" id="{EF49649B-E5F8-4E51-BA89-4B39963E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35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9" name="data_6365">
            <a:extLst xmlns:a="http://schemas.openxmlformats.org/drawingml/2006/main">
              <a:ext uri="{FF2B5EF4-FFF2-40B4-BE49-F238E27FC236}">
                <a16:creationId xmlns:a16="http://schemas.microsoft.com/office/drawing/2014/main" id="{C5C5A1E7-B899-4B4A-B93D-176B1FB8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87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0" name="data_6366">
            <a:extLst xmlns:a="http://schemas.openxmlformats.org/drawingml/2006/main">
              <a:ext uri="{FF2B5EF4-FFF2-40B4-BE49-F238E27FC236}">
                <a16:creationId xmlns:a16="http://schemas.microsoft.com/office/drawing/2014/main" id="{E2246FFD-5E3D-4807-B0EB-6B214CFF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7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1" name="data_6367">
            <a:extLst xmlns:a="http://schemas.openxmlformats.org/drawingml/2006/main">
              <a:ext uri="{FF2B5EF4-FFF2-40B4-BE49-F238E27FC236}">
                <a16:creationId xmlns:a16="http://schemas.microsoft.com/office/drawing/2014/main" id="{54C2560D-DF72-43F8-8A4D-79762CF5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677" y="341541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2" name="data_6368">
            <a:extLst xmlns:a="http://schemas.openxmlformats.org/drawingml/2006/main">
              <a:ext uri="{FF2B5EF4-FFF2-40B4-BE49-F238E27FC236}">
                <a16:creationId xmlns:a16="http://schemas.microsoft.com/office/drawing/2014/main" id="{A9873FF5-940E-4602-B7F7-236739F1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876" y="32711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3" name="data_6369">
            <a:extLst xmlns:a="http://schemas.openxmlformats.org/drawingml/2006/main">
              <a:ext uri="{FF2B5EF4-FFF2-40B4-BE49-F238E27FC236}">
                <a16:creationId xmlns:a16="http://schemas.microsoft.com/office/drawing/2014/main" id="{9E1B8E68-FC61-48FE-89A9-F1020D53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62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4" name="data_6370">
            <a:extLst xmlns:a="http://schemas.openxmlformats.org/drawingml/2006/main">
              <a:ext uri="{FF2B5EF4-FFF2-40B4-BE49-F238E27FC236}">
                <a16:creationId xmlns:a16="http://schemas.microsoft.com/office/drawing/2014/main" id="{340A01C8-17B1-4699-84F5-B85F3811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850" y="314204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5" name="data_6371">
            <a:extLst xmlns:a="http://schemas.openxmlformats.org/drawingml/2006/main">
              <a:ext uri="{FF2B5EF4-FFF2-40B4-BE49-F238E27FC236}">
                <a16:creationId xmlns:a16="http://schemas.microsoft.com/office/drawing/2014/main" id="{6AAE1139-D93F-4821-8A0D-6F741119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51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6" name="data_6372">
            <a:extLst xmlns:a="http://schemas.openxmlformats.org/drawingml/2006/main">
              <a:ext uri="{FF2B5EF4-FFF2-40B4-BE49-F238E27FC236}">
                <a16:creationId xmlns:a16="http://schemas.microsoft.com/office/drawing/2014/main" id="{FAA5BC77-24D3-4E79-BC41-125A69A8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08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7" name="data_6373">
            <a:extLst xmlns:a="http://schemas.openxmlformats.org/drawingml/2006/main">
              <a:ext uri="{FF2B5EF4-FFF2-40B4-BE49-F238E27FC236}">
                <a16:creationId xmlns:a16="http://schemas.microsoft.com/office/drawing/2014/main" id="{BCD816B1-A5A5-451E-AFA2-7072BA7A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36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8" name="data_6374">
            <a:extLst xmlns:a="http://schemas.openxmlformats.org/drawingml/2006/main">
              <a:ext uri="{FF2B5EF4-FFF2-40B4-BE49-F238E27FC236}">
                <a16:creationId xmlns:a16="http://schemas.microsoft.com/office/drawing/2014/main" id="{CC84302D-B43E-4344-8FF4-8F3D2EF0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9" name="data_6375">
            <a:extLst xmlns:a="http://schemas.openxmlformats.org/drawingml/2006/main">
              <a:ext uri="{FF2B5EF4-FFF2-40B4-BE49-F238E27FC236}">
                <a16:creationId xmlns:a16="http://schemas.microsoft.com/office/drawing/2014/main" id="{91F4D325-F384-4509-ACBE-3E6B2D3B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403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data_6376">
            <a:extLst xmlns:a="http://schemas.openxmlformats.org/drawingml/2006/main">
              <a:ext uri="{FF2B5EF4-FFF2-40B4-BE49-F238E27FC236}">
                <a16:creationId xmlns:a16="http://schemas.microsoft.com/office/drawing/2014/main" id="{5A7B13C0-639D-48AF-A38B-DBB1C895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636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1" name="data_6377">
            <a:extLst xmlns:a="http://schemas.openxmlformats.org/drawingml/2006/main">
              <a:ext uri="{FF2B5EF4-FFF2-40B4-BE49-F238E27FC236}">
                <a16:creationId xmlns:a16="http://schemas.microsoft.com/office/drawing/2014/main" id="{A5BF85FB-F953-4DF8-B5CA-DF06B960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1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data_6378">
            <a:extLst xmlns:a="http://schemas.openxmlformats.org/drawingml/2006/main">
              <a:ext uri="{FF2B5EF4-FFF2-40B4-BE49-F238E27FC236}">
                <a16:creationId xmlns:a16="http://schemas.microsoft.com/office/drawing/2014/main" id="{CBA126D8-ADAC-4E87-91A2-F12E2111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69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3" name="data_6379">
            <a:extLst xmlns:a="http://schemas.openxmlformats.org/drawingml/2006/main">
              <a:ext uri="{FF2B5EF4-FFF2-40B4-BE49-F238E27FC236}">
                <a16:creationId xmlns:a16="http://schemas.microsoft.com/office/drawing/2014/main" id="{FD103827-8E09-4537-A649-14FFED1A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2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data_6380">
            <a:extLst xmlns:a="http://schemas.openxmlformats.org/drawingml/2006/main">
              <a:ext uri="{FF2B5EF4-FFF2-40B4-BE49-F238E27FC236}">
                <a16:creationId xmlns:a16="http://schemas.microsoft.com/office/drawing/2014/main" id="{6D099922-8B85-4D7A-845C-D96CC5C0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83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5" name="data_6381">
            <a:extLst xmlns:a="http://schemas.openxmlformats.org/drawingml/2006/main">
              <a:ext uri="{FF2B5EF4-FFF2-40B4-BE49-F238E27FC236}">
                <a16:creationId xmlns:a16="http://schemas.microsoft.com/office/drawing/2014/main" id="{092AF1D8-4900-4329-8B8B-504218EE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0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6" name="data_6382">
            <a:extLst xmlns:a="http://schemas.openxmlformats.org/drawingml/2006/main">
              <a:ext uri="{FF2B5EF4-FFF2-40B4-BE49-F238E27FC236}">
                <a16:creationId xmlns:a16="http://schemas.microsoft.com/office/drawing/2014/main" id="{C2B0C561-C185-450E-9228-730333D6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1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7" name="data_6383">
            <a:extLst xmlns:a="http://schemas.openxmlformats.org/drawingml/2006/main">
              <a:ext uri="{FF2B5EF4-FFF2-40B4-BE49-F238E27FC236}">
                <a16:creationId xmlns:a16="http://schemas.microsoft.com/office/drawing/2014/main" id="{C604E8CA-09A3-41D8-B6B0-A8553942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191" y="34006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8" name="data_6384">
            <a:extLst xmlns:a="http://schemas.openxmlformats.org/drawingml/2006/main">
              <a:ext uri="{FF2B5EF4-FFF2-40B4-BE49-F238E27FC236}">
                <a16:creationId xmlns:a16="http://schemas.microsoft.com/office/drawing/2014/main" id="{D04DAA25-C1CC-4664-B324-2E079123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80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9" name="data_6385">
            <a:extLst xmlns:a="http://schemas.openxmlformats.org/drawingml/2006/main">
              <a:ext uri="{FF2B5EF4-FFF2-40B4-BE49-F238E27FC236}">
                <a16:creationId xmlns:a16="http://schemas.microsoft.com/office/drawing/2014/main" id="{E3A81088-9C55-4972-A649-685AE4F4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0" name="data_6386">
            <a:extLst xmlns:a="http://schemas.openxmlformats.org/drawingml/2006/main">
              <a:ext uri="{FF2B5EF4-FFF2-40B4-BE49-F238E27FC236}">
                <a16:creationId xmlns:a16="http://schemas.microsoft.com/office/drawing/2014/main" id="{425DD4E5-24F9-4B2F-95DA-727CA1B3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7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1" name="data_6387">
            <a:extLst xmlns:a="http://schemas.openxmlformats.org/drawingml/2006/main">
              <a:ext uri="{FF2B5EF4-FFF2-40B4-BE49-F238E27FC236}">
                <a16:creationId xmlns:a16="http://schemas.microsoft.com/office/drawing/2014/main" id="{D0B8EEAC-7400-4B4C-8DA4-E0083869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1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2" name="data_6388">
            <a:extLst xmlns:a="http://schemas.openxmlformats.org/drawingml/2006/main">
              <a:ext uri="{FF2B5EF4-FFF2-40B4-BE49-F238E27FC236}">
                <a16:creationId xmlns:a16="http://schemas.microsoft.com/office/drawing/2014/main" id="{0E227203-FF58-406E-8FF9-9FBD763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924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3" name="data_6389">
            <a:extLst xmlns:a="http://schemas.openxmlformats.org/drawingml/2006/main">
              <a:ext uri="{FF2B5EF4-FFF2-40B4-BE49-F238E27FC236}">
                <a16:creationId xmlns:a16="http://schemas.microsoft.com/office/drawing/2014/main" id="{F1E43ED6-3D17-4DAF-B1C4-CECCA1F5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881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4" name="data_6390">
            <a:extLst xmlns:a="http://schemas.openxmlformats.org/drawingml/2006/main">
              <a:ext uri="{FF2B5EF4-FFF2-40B4-BE49-F238E27FC236}">
                <a16:creationId xmlns:a16="http://schemas.microsoft.com/office/drawing/2014/main" id="{851FAB4F-1A34-45B8-95EA-34794EB2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51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5" name="data_6391">
            <a:extLst xmlns:a="http://schemas.openxmlformats.org/drawingml/2006/main">
              <a:ext uri="{FF2B5EF4-FFF2-40B4-BE49-F238E27FC236}">
                <a16:creationId xmlns:a16="http://schemas.microsoft.com/office/drawing/2014/main" id="{EB7E59D3-3C88-4D85-9EFA-8003BF70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6" name="data_6392">
            <a:extLst xmlns:a="http://schemas.openxmlformats.org/drawingml/2006/main">
              <a:ext uri="{FF2B5EF4-FFF2-40B4-BE49-F238E27FC236}">
                <a16:creationId xmlns:a16="http://schemas.microsoft.com/office/drawing/2014/main" id="{CE0F36EE-710A-4D4E-9817-70F54875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2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7" name="data_6393">
            <a:extLst xmlns:a="http://schemas.openxmlformats.org/drawingml/2006/main">
              <a:ext uri="{FF2B5EF4-FFF2-40B4-BE49-F238E27FC236}">
                <a16:creationId xmlns:a16="http://schemas.microsoft.com/office/drawing/2014/main" id="{6A0D2240-F4BA-44A0-941A-76E7475C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735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8" name="data_6394">
            <a:extLst xmlns:a="http://schemas.openxmlformats.org/drawingml/2006/main">
              <a:ext uri="{FF2B5EF4-FFF2-40B4-BE49-F238E27FC236}">
                <a16:creationId xmlns:a16="http://schemas.microsoft.com/office/drawing/2014/main" id="{3AF22CE1-1017-4AAC-84E6-5CBBB103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93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9" name="data_6395">
            <a:extLst xmlns:a="http://schemas.openxmlformats.org/drawingml/2006/main">
              <a:ext uri="{FF2B5EF4-FFF2-40B4-BE49-F238E27FC236}">
                <a16:creationId xmlns:a16="http://schemas.microsoft.com/office/drawing/2014/main" id="{DD8ABE7D-53E3-4DEE-8ECB-12392125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12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0" name="data_6396">
            <a:extLst xmlns:a="http://schemas.openxmlformats.org/drawingml/2006/main">
              <a:ext uri="{FF2B5EF4-FFF2-40B4-BE49-F238E27FC236}">
                <a16:creationId xmlns:a16="http://schemas.microsoft.com/office/drawing/2014/main" id="{D5A1F75A-1E18-437A-9755-3E6BD643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73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1" name="data_6397">
            <a:extLst xmlns:a="http://schemas.openxmlformats.org/drawingml/2006/main">
              <a:ext uri="{FF2B5EF4-FFF2-40B4-BE49-F238E27FC236}">
                <a16:creationId xmlns:a16="http://schemas.microsoft.com/office/drawing/2014/main" id="{5CE38CFA-0235-4320-BC56-FF2ABF79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7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2" name="data_6398">
            <a:extLst xmlns:a="http://schemas.openxmlformats.org/drawingml/2006/main">
              <a:ext uri="{FF2B5EF4-FFF2-40B4-BE49-F238E27FC236}">
                <a16:creationId xmlns:a16="http://schemas.microsoft.com/office/drawing/2014/main" id="{B17D8551-3611-4002-BDA8-CFFB7A55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0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3" name="data_6399">
            <a:extLst xmlns:a="http://schemas.openxmlformats.org/drawingml/2006/main">
              <a:ext uri="{FF2B5EF4-FFF2-40B4-BE49-F238E27FC236}">
                <a16:creationId xmlns:a16="http://schemas.microsoft.com/office/drawing/2014/main" id="{2CF22912-1AFF-450C-8CA5-2FE48B81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18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4" name="data_6400">
            <a:extLst xmlns:a="http://schemas.openxmlformats.org/drawingml/2006/main">
              <a:ext uri="{FF2B5EF4-FFF2-40B4-BE49-F238E27FC236}">
                <a16:creationId xmlns:a16="http://schemas.microsoft.com/office/drawing/2014/main" id="{30D83E99-F4F8-4B26-9F40-3B67656C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5" name="data_6401">
            <a:extLst xmlns:a="http://schemas.openxmlformats.org/drawingml/2006/main">
              <a:ext uri="{FF2B5EF4-FFF2-40B4-BE49-F238E27FC236}">
                <a16:creationId xmlns:a16="http://schemas.microsoft.com/office/drawing/2014/main" id="{6DA2BD36-7CE0-4D38-B424-ECF807EA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58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6" name="data_6402">
            <a:extLst xmlns:a="http://schemas.openxmlformats.org/drawingml/2006/main">
              <a:ext uri="{FF2B5EF4-FFF2-40B4-BE49-F238E27FC236}">
                <a16:creationId xmlns:a16="http://schemas.microsoft.com/office/drawing/2014/main" id="{68418614-8E15-4B8B-8829-C709C3E7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42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7" name="data_6403">
            <a:extLst xmlns:a="http://schemas.openxmlformats.org/drawingml/2006/main">
              <a:ext uri="{FF2B5EF4-FFF2-40B4-BE49-F238E27FC236}">
                <a16:creationId xmlns:a16="http://schemas.microsoft.com/office/drawing/2014/main" id="{A89CDE83-69C5-46DB-BDE5-4C0153F0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6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8" name="data_6404">
            <a:extLst xmlns:a="http://schemas.openxmlformats.org/drawingml/2006/main">
              <a:ext uri="{FF2B5EF4-FFF2-40B4-BE49-F238E27FC236}">
                <a16:creationId xmlns:a16="http://schemas.microsoft.com/office/drawing/2014/main" id="{769F63E4-9582-4C5E-A421-668DB4D9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16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9" name="data_6405">
            <a:extLst xmlns:a="http://schemas.openxmlformats.org/drawingml/2006/main">
              <a:ext uri="{FF2B5EF4-FFF2-40B4-BE49-F238E27FC236}">
                <a16:creationId xmlns:a16="http://schemas.microsoft.com/office/drawing/2014/main" id="{0358CF7E-F5CB-4CBF-ADB3-62337DDD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0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0" name="data_6406">
            <a:extLst xmlns:a="http://schemas.openxmlformats.org/drawingml/2006/main">
              <a:ext uri="{FF2B5EF4-FFF2-40B4-BE49-F238E27FC236}">
                <a16:creationId xmlns:a16="http://schemas.microsoft.com/office/drawing/2014/main" id="{5DFDC5BA-D71D-4402-81ED-7795B27A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26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1" name="data_6407">
            <a:extLst xmlns:a="http://schemas.openxmlformats.org/drawingml/2006/main">
              <a:ext uri="{FF2B5EF4-FFF2-40B4-BE49-F238E27FC236}">
                <a16:creationId xmlns:a16="http://schemas.microsoft.com/office/drawing/2014/main" id="{D5CFE434-4F03-444A-93A6-386B4148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00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2" name="data_6408">
            <a:extLst xmlns:a="http://schemas.openxmlformats.org/drawingml/2006/main">
              <a:ext uri="{FF2B5EF4-FFF2-40B4-BE49-F238E27FC236}">
                <a16:creationId xmlns:a16="http://schemas.microsoft.com/office/drawing/2014/main" id="{A7E7DF9B-6A04-4228-9781-B641B63D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71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3" name="data_6409">
            <a:extLst xmlns:a="http://schemas.openxmlformats.org/drawingml/2006/main">
              <a:ext uri="{FF2B5EF4-FFF2-40B4-BE49-F238E27FC236}">
                <a16:creationId xmlns:a16="http://schemas.microsoft.com/office/drawing/2014/main" id="{947DFCE4-60DD-4A75-840E-0D0FEA2F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2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4" name="data_6410">
            <a:extLst xmlns:a="http://schemas.openxmlformats.org/drawingml/2006/main">
              <a:ext uri="{FF2B5EF4-FFF2-40B4-BE49-F238E27FC236}">
                <a16:creationId xmlns:a16="http://schemas.microsoft.com/office/drawing/2014/main" id="{2744FBA7-9853-4697-B78D-6A2BBA11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26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5" name="data_6411">
            <a:extLst xmlns:a="http://schemas.openxmlformats.org/drawingml/2006/main">
              <a:ext uri="{FF2B5EF4-FFF2-40B4-BE49-F238E27FC236}">
                <a16:creationId xmlns:a16="http://schemas.microsoft.com/office/drawing/2014/main" id="{20736D1C-8C7C-47BE-8D79-748A33BC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909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6" name="data_6412">
            <a:extLst xmlns:a="http://schemas.openxmlformats.org/drawingml/2006/main">
              <a:ext uri="{FF2B5EF4-FFF2-40B4-BE49-F238E27FC236}">
                <a16:creationId xmlns:a16="http://schemas.microsoft.com/office/drawing/2014/main" id="{EE0075FE-9F74-41F5-95A7-8FDF87E1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666" y="278013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7" name="data_6413">
            <a:extLst xmlns:a="http://schemas.openxmlformats.org/drawingml/2006/main">
              <a:ext uri="{FF2B5EF4-FFF2-40B4-BE49-F238E27FC236}">
                <a16:creationId xmlns:a16="http://schemas.microsoft.com/office/drawing/2014/main" id="{E157CD2E-8C46-4EC2-B997-D79AB1D3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494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8" name="data_6414">
            <a:extLst xmlns:a="http://schemas.openxmlformats.org/drawingml/2006/main">
              <a:ext uri="{FF2B5EF4-FFF2-40B4-BE49-F238E27FC236}">
                <a16:creationId xmlns:a16="http://schemas.microsoft.com/office/drawing/2014/main" id="{4AAFE2F8-F907-41C3-9A43-FC0EB6C0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681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9" name="data_6415">
            <a:extLst xmlns:a="http://schemas.openxmlformats.org/drawingml/2006/main">
              <a:ext uri="{FF2B5EF4-FFF2-40B4-BE49-F238E27FC236}">
                <a16:creationId xmlns:a16="http://schemas.microsoft.com/office/drawing/2014/main" id="{8F87EDB7-29EC-46B7-8C55-D30CDDB3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4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0" name="data_6416">
            <a:extLst xmlns:a="http://schemas.openxmlformats.org/drawingml/2006/main">
              <a:ext uri="{FF2B5EF4-FFF2-40B4-BE49-F238E27FC236}">
                <a16:creationId xmlns:a16="http://schemas.microsoft.com/office/drawing/2014/main" id="{61207381-685A-4889-AFA3-E0D7598D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4503" y="29256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1" name="data_6417">
            <a:extLst xmlns:a="http://schemas.openxmlformats.org/drawingml/2006/main">
              <a:ext uri="{FF2B5EF4-FFF2-40B4-BE49-F238E27FC236}">
                <a16:creationId xmlns:a16="http://schemas.microsoft.com/office/drawing/2014/main" id="{1B1669D1-89D5-4BDA-AD29-3F899819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238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2" name="data_6418">
            <a:extLst xmlns:a="http://schemas.openxmlformats.org/drawingml/2006/main">
              <a:ext uri="{FF2B5EF4-FFF2-40B4-BE49-F238E27FC236}">
                <a16:creationId xmlns:a16="http://schemas.microsoft.com/office/drawing/2014/main" id="{F94D0D3D-3D4F-4C11-9363-B8B6F0CE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52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3" name="data_6419">
            <a:extLst xmlns:a="http://schemas.openxmlformats.org/drawingml/2006/main">
              <a:ext uri="{FF2B5EF4-FFF2-40B4-BE49-F238E27FC236}">
                <a16:creationId xmlns:a16="http://schemas.microsoft.com/office/drawing/2014/main" id="{FE928B00-06E8-4714-AC2F-215381EC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99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4" name="data_6420">
            <a:extLst xmlns:a="http://schemas.openxmlformats.org/drawingml/2006/main">
              <a:ext uri="{FF2B5EF4-FFF2-40B4-BE49-F238E27FC236}">
                <a16:creationId xmlns:a16="http://schemas.microsoft.com/office/drawing/2014/main" id="{C79CE0FD-47EF-4BD1-A39D-93BC4FC5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97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5" name="data_6421">
            <a:extLst xmlns:a="http://schemas.openxmlformats.org/drawingml/2006/main">
              <a:ext uri="{FF2B5EF4-FFF2-40B4-BE49-F238E27FC236}">
                <a16:creationId xmlns:a16="http://schemas.microsoft.com/office/drawing/2014/main" id="{4D1865B6-8DA6-48FB-8114-4E84E70A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19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6" name="data_6422">
            <a:extLst xmlns:a="http://schemas.openxmlformats.org/drawingml/2006/main">
              <a:ext uri="{FF2B5EF4-FFF2-40B4-BE49-F238E27FC236}">
                <a16:creationId xmlns:a16="http://schemas.microsoft.com/office/drawing/2014/main" id="{A49B6B3F-9A78-4957-B924-BC96B76A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4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7" name="data_6423">
            <a:extLst xmlns:a="http://schemas.openxmlformats.org/drawingml/2006/main">
              <a:ext uri="{FF2B5EF4-FFF2-40B4-BE49-F238E27FC236}">
                <a16:creationId xmlns:a16="http://schemas.microsoft.com/office/drawing/2014/main" id="{AEB7EE67-ACE9-4161-9A14-08691E4B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059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8" name="data_6424">
            <a:extLst xmlns:a="http://schemas.openxmlformats.org/drawingml/2006/main">
              <a:ext uri="{FF2B5EF4-FFF2-40B4-BE49-F238E27FC236}">
                <a16:creationId xmlns:a16="http://schemas.microsoft.com/office/drawing/2014/main" id="{1AEF5D33-42EF-4C8A-8300-58D9A88C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56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9" name="data_6425">
            <a:extLst xmlns:a="http://schemas.openxmlformats.org/drawingml/2006/main">
              <a:ext uri="{FF2B5EF4-FFF2-40B4-BE49-F238E27FC236}">
                <a16:creationId xmlns:a16="http://schemas.microsoft.com/office/drawing/2014/main" id="{9F88A3F1-8D33-4455-A50E-6BB06708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36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0" name="data_6426">
            <a:extLst xmlns:a="http://schemas.openxmlformats.org/drawingml/2006/main">
              <a:ext uri="{FF2B5EF4-FFF2-40B4-BE49-F238E27FC236}">
                <a16:creationId xmlns:a16="http://schemas.microsoft.com/office/drawing/2014/main" id="{90ACB977-7449-4688-8996-E0468843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98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1" name="data_6427">
            <a:extLst xmlns:a="http://schemas.openxmlformats.org/drawingml/2006/main">
              <a:ext uri="{FF2B5EF4-FFF2-40B4-BE49-F238E27FC236}">
                <a16:creationId xmlns:a16="http://schemas.microsoft.com/office/drawing/2014/main" id="{A9F79044-57A2-42A7-84A3-55563642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4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2" name="data_6428">
            <a:extLst xmlns:a="http://schemas.openxmlformats.org/drawingml/2006/main">
              <a:ext uri="{FF2B5EF4-FFF2-40B4-BE49-F238E27FC236}">
                <a16:creationId xmlns:a16="http://schemas.microsoft.com/office/drawing/2014/main" id="{C87CD9E8-898C-4E79-8019-4ED152EC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945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3" name="data_6429">
            <a:extLst xmlns:a="http://schemas.openxmlformats.org/drawingml/2006/main">
              <a:ext uri="{FF2B5EF4-FFF2-40B4-BE49-F238E27FC236}">
                <a16:creationId xmlns:a16="http://schemas.microsoft.com/office/drawing/2014/main" id="{FDF9DCA5-1889-4795-88E5-48FA0149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49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4" name="data_6430">
            <a:extLst xmlns:a="http://schemas.openxmlformats.org/drawingml/2006/main">
              <a:ext uri="{FF2B5EF4-FFF2-40B4-BE49-F238E27FC236}">
                <a16:creationId xmlns:a16="http://schemas.microsoft.com/office/drawing/2014/main" id="{77EECDB2-C330-4616-BF24-219747DC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7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5" name="data_6431">
            <a:extLst xmlns:a="http://schemas.openxmlformats.org/drawingml/2006/main">
              <a:ext uri="{FF2B5EF4-FFF2-40B4-BE49-F238E27FC236}">
                <a16:creationId xmlns:a16="http://schemas.microsoft.com/office/drawing/2014/main" id="{5F79A613-93F6-4203-A96F-26E931C4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586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6" name="data_6432">
            <a:extLst xmlns:a="http://schemas.openxmlformats.org/drawingml/2006/main">
              <a:ext uri="{FF2B5EF4-FFF2-40B4-BE49-F238E27FC236}">
                <a16:creationId xmlns:a16="http://schemas.microsoft.com/office/drawing/2014/main" id="{315277B0-6A0B-4051-A129-6141FC17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27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7" name="data_6433">
            <a:extLst xmlns:a="http://schemas.openxmlformats.org/drawingml/2006/main">
              <a:ext uri="{FF2B5EF4-FFF2-40B4-BE49-F238E27FC236}">
                <a16:creationId xmlns:a16="http://schemas.microsoft.com/office/drawing/2014/main" id="{29981BED-A793-4E91-8A7F-7B12FB88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34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8" name="data_6434">
            <a:extLst xmlns:a="http://schemas.openxmlformats.org/drawingml/2006/main">
              <a:ext uri="{FF2B5EF4-FFF2-40B4-BE49-F238E27FC236}">
                <a16:creationId xmlns:a16="http://schemas.microsoft.com/office/drawing/2014/main" id="{1200EF87-C6DC-4F56-906B-7C748B25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251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9" name="data_6435">
            <a:extLst xmlns:a="http://schemas.openxmlformats.org/drawingml/2006/main">
              <a:ext uri="{FF2B5EF4-FFF2-40B4-BE49-F238E27FC236}">
                <a16:creationId xmlns:a16="http://schemas.microsoft.com/office/drawing/2014/main" id="{9F153817-7E5B-4ACD-8BA2-DB7706C2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1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0" name="data_6436">
            <a:extLst xmlns:a="http://schemas.openxmlformats.org/drawingml/2006/main">
              <a:ext uri="{FF2B5EF4-FFF2-40B4-BE49-F238E27FC236}">
                <a16:creationId xmlns:a16="http://schemas.microsoft.com/office/drawing/2014/main" id="{FACB4206-FFD5-4535-BB5F-6DC25B5C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37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1" name="data_6437">
            <a:extLst xmlns:a="http://schemas.openxmlformats.org/drawingml/2006/main">
              <a:ext uri="{FF2B5EF4-FFF2-40B4-BE49-F238E27FC236}">
                <a16:creationId xmlns:a16="http://schemas.microsoft.com/office/drawing/2014/main" id="{E1182470-E4AC-45CF-B912-88BAFDF0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2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2" name="data_6438">
            <a:extLst xmlns:a="http://schemas.openxmlformats.org/drawingml/2006/main">
              <a:ext uri="{FF2B5EF4-FFF2-40B4-BE49-F238E27FC236}">
                <a16:creationId xmlns:a16="http://schemas.microsoft.com/office/drawing/2014/main" id="{66B0F889-8934-4D16-A41D-3C438A26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8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3" name="data_6439">
            <a:extLst xmlns:a="http://schemas.openxmlformats.org/drawingml/2006/main">
              <a:ext uri="{FF2B5EF4-FFF2-40B4-BE49-F238E27FC236}">
                <a16:creationId xmlns:a16="http://schemas.microsoft.com/office/drawing/2014/main" id="{C0FB5922-E1AC-4152-A64E-0B7C8006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5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4" name="data_6440">
            <a:extLst xmlns:a="http://schemas.openxmlformats.org/drawingml/2006/main">
              <a:ext uri="{FF2B5EF4-FFF2-40B4-BE49-F238E27FC236}">
                <a16:creationId xmlns:a16="http://schemas.microsoft.com/office/drawing/2014/main" id="{33F13077-95FE-4C7E-82DF-2403C930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04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5" name="data_6441">
            <a:extLst xmlns:a="http://schemas.openxmlformats.org/drawingml/2006/main">
              <a:ext uri="{FF2B5EF4-FFF2-40B4-BE49-F238E27FC236}">
                <a16:creationId xmlns:a16="http://schemas.microsoft.com/office/drawing/2014/main" id="{0491ADBB-D83F-4AD6-A7AB-0715C5E5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04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6" name="data_6442">
            <a:extLst xmlns:a="http://schemas.openxmlformats.org/drawingml/2006/main">
              <a:ext uri="{FF2B5EF4-FFF2-40B4-BE49-F238E27FC236}">
                <a16:creationId xmlns:a16="http://schemas.microsoft.com/office/drawing/2014/main" id="{4955E22D-AAB8-41C7-B22E-1A411C9B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958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7" name="data_6443">
            <a:extLst xmlns:a="http://schemas.openxmlformats.org/drawingml/2006/main">
              <a:ext uri="{FF2B5EF4-FFF2-40B4-BE49-F238E27FC236}">
                <a16:creationId xmlns:a16="http://schemas.microsoft.com/office/drawing/2014/main" id="{9A6E64B3-2D92-403C-922B-47500667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775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8" name="data_6444">
            <a:extLst xmlns:a="http://schemas.openxmlformats.org/drawingml/2006/main">
              <a:ext uri="{FF2B5EF4-FFF2-40B4-BE49-F238E27FC236}">
                <a16:creationId xmlns:a16="http://schemas.microsoft.com/office/drawing/2014/main" id="{52EBC7BB-8F0F-4117-BF6E-1A378B1D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50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9" name="data_6445">
            <a:extLst xmlns:a="http://schemas.openxmlformats.org/drawingml/2006/main">
              <a:ext uri="{FF2B5EF4-FFF2-40B4-BE49-F238E27FC236}">
                <a16:creationId xmlns:a16="http://schemas.microsoft.com/office/drawing/2014/main" id="{EB05CDBA-A33D-4542-8F7E-15F2ACA8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714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0" name="data_6446">
            <a:extLst xmlns:a="http://schemas.openxmlformats.org/drawingml/2006/main">
              <a:ext uri="{FF2B5EF4-FFF2-40B4-BE49-F238E27FC236}">
                <a16:creationId xmlns:a16="http://schemas.microsoft.com/office/drawing/2014/main" id="{9C279351-D270-466D-B2BE-DF5936CA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2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1" name="data_6447">
            <a:extLst xmlns:a="http://schemas.openxmlformats.org/drawingml/2006/main">
              <a:ext uri="{FF2B5EF4-FFF2-40B4-BE49-F238E27FC236}">
                <a16:creationId xmlns:a16="http://schemas.microsoft.com/office/drawing/2014/main" id="{1234C475-E912-4012-A6E1-A591C9CB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1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2" name="data_6448">
            <a:extLst xmlns:a="http://schemas.openxmlformats.org/drawingml/2006/main">
              <a:ext uri="{FF2B5EF4-FFF2-40B4-BE49-F238E27FC236}">
                <a16:creationId xmlns:a16="http://schemas.microsoft.com/office/drawing/2014/main" id="{1AB1B1E1-6F60-4BAF-ADCF-EF1CA0D5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592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3" name="data_6449">
            <a:extLst xmlns:a="http://schemas.openxmlformats.org/drawingml/2006/main">
              <a:ext uri="{FF2B5EF4-FFF2-40B4-BE49-F238E27FC236}">
                <a16:creationId xmlns:a16="http://schemas.microsoft.com/office/drawing/2014/main" id="{52A6D764-F54F-4F25-A737-A92FADFE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84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4" name="data_6450">
            <a:extLst xmlns:a="http://schemas.openxmlformats.org/drawingml/2006/main">
              <a:ext uri="{FF2B5EF4-FFF2-40B4-BE49-F238E27FC236}">
                <a16:creationId xmlns:a16="http://schemas.microsoft.com/office/drawing/2014/main" id="{5FD18939-28DD-4B51-92A0-39F7FE05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95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5" name="data_6451">
            <a:extLst xmlns:a="http://schemas.openxmlformats.org/drawingml/2006/main">
              <a:ext uri="{FF2B5EF4-FFF2-40B4-BE49-F238E27FC236}">
                <a16:creationId xmlns:a16="http://schemas.microsoft.com/office/drawing/2014/main" id="{7CF9F413-E925-4AB3-A470-79E63F25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75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6" name="data_6452">
            <a:extLst xmlns:a="http://schemas.openxmlformats.org/drawingml/2006/main">
              <a:ext uri="{FF2B5EF4-FFF2-40B4-BE49-F238E27FC236}">
                <a16:creationId xmlns:a16="http://schemas.microsoft.com/office/drawing/2014/main" id="{188B92C9-72CE-44E8-81B2-D03F516A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7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7" name="data_6453">
            <a:extLst xmlns:a="http://schemas.openxmlformats.org/drawingml/2006/main">
              <a:ext uri="{FF2B5EF4-FFF2-40B4-BE49-F238E27FC236}">
                <a16:creationId xmlns:a16="http://schemas.microsoft.com/office/drawing/2014/main" id="{D1E47270-D508-47B0-A8CB-FDE1FEB5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183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8" name="data_6454">
            <a:extLst xmlns:a="http://schemas.openxmlformats.org/drawingml/2006/main">
              <a:ext uri="{FF2B5EF4-FFF2-40B4-BE49-F238E27FC236}">
                <a16:creationId xmlns:a16="http://schemas.microsoft.com/office/drawing/2014/main" id="{661EA5B6-DA72-4D15-B0AD-BC592631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93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9" name="data_6455">
            <a:extLst xmlns:a="http://schemas.openxmlformats.org/drawingml/2006/main">
              <a:ext uri="{FF2B5EF4-FFF2-40B4-BE49-F238E27FC236}">
                <a16:creationId xmlns:a16="http://schemas.microsoft.com/office/drawing/2014/main" id="{B384F4DD-0E5F-45EB-9198-ACAAEE4A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1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0" name="data_6456">
            <a:extLst xmlns:a="http://schemas.openxmlformats.org/drawingml/2006/main">
              <a:ext uri="{FF2B5EF4-FFF2-40B4-BE49-F238E27FC236}">
                <a16:creationId xmlns:a16="http://schemas.microsoft.com/office/drawing/2014/main" id="{371A6869-DAF5-4797-851A-9F67087F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1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1" name="data_6457">
            <a:extLst xmlns:a="http://schemas.openxmlformats.org/drawingml/2006/main">
              <a:ext uri="{FF2B5EF4-FFF2-40B4-BE49-F238E27FC236}">
                <a16:creationId xmlns:a16="http://schemas.microsoft.com/office/drawing/2014/main" id="{90422074-8EE3-4BD1-A386-10379C22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012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2" name="data_6458">
            <a:extLst xmlns:a="http://schemas.openxmlformats.org/drawingml/2006/main">
              <a:ext uri="{FF2B5EF4-FFF2-40B4-BE49-F238E27FC236}">
                <a16:creationId xmlns:a16="http://schemas.microsoft.com/office/drawing/2014/main" id="{148D0920-D4F9-4FBA-975B-DE2A587C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16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3" name="data_6459">
            <a:extLst xmlns:a="http://schemas.openxmlformats.org/drawingml/2006/main">
              <a:ext uri="{FF2B5EF4-FFF2-40B4-BE49-F238E27FC236}">
                <a16:creationId xmlns:a16="http://schemas.microsoft.com/office/drawing/2014/main" id="{A7551CF6-74BA-4B8E-8776-44CD89BB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812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4" name="data_6460">
            <a:extLst xmlns:a="http://schemas.openxmlformats.org/drawingml/2006/main">
              <a:ext uri="{FF2B5EF4-FFF2-40B4-BE49-F238E27FC236}">
                <a16:creationId xmlns:a16="http://schemas.microsoft.com/office/drawing/2014/main" id="{AFE78074-9B8A-454C-9859-908B29C1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81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5" name="data_6461">
            <a:extLst xmlns:a="http://schemas.openxmlformats.org/drawingml/2006/main">
              <a:ext uri="{FF2B5EF4-FFF2-40B4-BE49-F238E27FC236}">
                <a16:creationId xmlns:a16="http://schemas.microsoft.com/office/drawing/2014/main" id="{974FAD5B-DB63-4883-B8EE-B4ED4F34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0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6" name="data_6462">
            <a:extLst xmlns:a="http://schemas.openxmlformats.org/drawingml/2006/main">
              <a:ext uri="{FF2B5EF4-FFF2-40B4-BE49-F238E27FC236}">
                <a16:creationId xmlns:a16="http://schemas.microsoft.com/office/drawing/2014/main" id="{DF3267F2-50F8-4194-AD03-FF8EBEFC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9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7" name="data_6463">
            <a:extLst xmlns:a="http://schemas.openxmlformats.org/drawingml/2006/main">
              <a:ext uri="{FF2B5EF4-FFF2-40B4-BE49-F238E27FC236}">
                <a16:creationId xmlns:a16="http://schemas.microsoft.com/office/drawing/2014/main" id="{73EC49D4-17A9-4C89-8153-6FC3AFFC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8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8" name="data_6464">
            <a:extLst xmlns:a="http://schemas.openxmlformats.org/drawingml/2006/main">
              <a:ext uri="{FF2B5EF4-FFF2-40B4-BE49-F238E27FC236}">
                <a16:creationId xmlns:a16="http://schemas.microsoft.com/office/drawing/2014/main" id="{269C134B-A0CC-4BC4-8708-ACF0DC96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6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9" name="data_6465">
            <a:extLst xmlns:a="http://schemas.openxmlformats.org/drawingml/2006/main">
              <a:ext uri="{FF2B5EF4-FFF2-40B4-BE49-F238E27FC236}">
                <a16:creationId xmlns:a16="http://schemas.microsoft.com/office/drawing/2014/main" id="{6133B182-C9FD-42E2-A760-BBEA8560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827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0" name="data_6466">
            <a:extLst xmlns:a="http://schemas.openxmlformats.org/drawingml/2006/main">
              <a:ext uri="{FF2B5EF4-FFF2-40B4-BE49-F238E27FC236}">
                <a16:creationId xmlns:a16="http://schemas.microsoft.com/office/drawing/2014/main" id="{61BC65D4-F5ED-4CFA-B6A4-CDF96E33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429" y="238269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1" name="data_6467">
            <a:extLst xmlns:a="http://schemas.openxmlformats.org/drawingml/2006/main">
              <a:ext uri="{FF2B5EF4-FFF2-40B4-BE49-F238E27FC236}">
                <a16:creationId xmlns:a16="http://schemas.microsoft.com/office/drawing/2014/main" id="{65A76813-E6AA-43EA-9794-C3969E5E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23467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2" name="data_6468">
            <a:extLst xmlns:a="http://schemas.openxmlformats.org/drawingml/2006/main">
              <a:ext uri="{FF2B5EF4-FFF2-40B4-BE49-F238E27FC236}">
                <a16:creationId xmlns:a16="http://schemas.microsoft.com/office/drawing/2014/main" id="{8EE2559D-7AFF-4EEA-91EB-8715E706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3" name="data_6469">
            <a:extLst xmlns:a="http://schemas.openxmlformats.org/drawingml/2006/main">
              <a:ext uri="{FF2B5EF4-FFF2-40B4-BE49-F238E27FC236}">
                <a16:creationId xmlns:a16="http://schemas.microsoft.com/office/drawing/2014/main" id="{E9ABF39E-A50B-4783-B1FC-4B1F7067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5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4" name="data_6470">
            <a:extLst xmlns:a="http://schemas.openxmlformats.org/drawingml/2006/main">
              <a:ext uri="{FF2B5EF4-FFF2-40B4-BE49-F238E27FC236}">
                <a16:creationId xmlns:a16="http://schemas.microsoft.com/office/drawing/2014/main" id="{19405AE5-963C-49ED-8C69-3B098879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8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5" name="data_6471">
            <a:extLst xmlns:a="http://schemas.openxmlformats.org/drawingml/2006/main">
              <a:ext uri="{FF2B5EF4-FFF2-40B4-BE49-F238E27FC236}">
                <a16:creationId xmlns:a16="http://schemas.microsoft.com/office/drawing/2014/main" id="{559B4899-855B-47DE-B54C-D9772565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31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6" name="data_6472">
            <a:extLst xmlns:a="http://schemas.openxmlformats.org/drawingml/2006/main">
              <a:ext uri="{FF2B5EF4-FFF2-40B4-BE49-F238E27FC236}">
                <a16:creationId xmlns:a16="http://schemas.microsoft.com/office/drawing/2014/main" id="{14EA5E7C-C3FD-4705-B432-B238D940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5057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7" name="data_6473">
            <a:extLst xmlns:a="http://schemas.openxmlformats.org/drawingml/2006/main">
              <a:ext uri="{FF2B5EF4-FFF2-40B4-BE49-F238E27FC236}">
                <a16:creationId xmlns:a16="http://schemas.microsoft.com/office/drawing/2014/main" id="{ADC96D25-6DF4-4D01-821A-F0DB2524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8" name="data_6474">
            <a:extLst xmlns:a="http://schemas.openxmlformats.org/drawingml/2006/main">
              <a:ext uri="{FF2B5EF4-FFF2-40B4-BE49-F238E27FC236}">
                <a16:creationId xmlns:a16="http://schemas.microsoft.com/office/drawing/2014/main" id="{CFB8DBE9-C7C6-49C8-AF9D-EC230C1F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157" y="28290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9" name="data_6475">
            <a:extLst xmlns:a="http://schemas.openxmlformats.org/drawingml/2006/main">
              <a:ext uri="{FF2B5EF4-FFF2-40B4-BE49-F238E27FC236}">
                <a16:creationId xmlns:a16="http://schemas.microsoft.com/office/drawing/2014/main" id="{C7C7B605-F824-4878-9A46-B12A5937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7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0" name="data_6476">
            <a:extLst xmlns:a="http://schemas.openxmlformats.org/drawingml/2006/main">
              <a:ext uri="{FF2B5EF4-FFF2-40B4-BE49-F238E27FC236}">
                <a16:creationId xmlns:a16="http://schemas.microsoft.com/office/drawing/2014/main" id="{FE952346-97B5-4280-B069-65942096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600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1" name="data_6477">
            <a:extLst xmlns:a="http://schemas.openxmlformats.org/drawingml/2006/main">
              <a:ext uri="{FF2B5EF4-FFF2-40B4-BE49-F238E27FC236}">
                <a16:creationId xmlns:a16="http://schemas.microsoft.com/office/drawing/2014/main" id="{165E3C23-8611-47B8-8AD6-97CFB04D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81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2" name="data_6478">
            <a:extLst xmlns:a="http://schemas.openxmlformats.org/drawingml/2006/main">
              <a:ext uri="{FF2B5EF4-FFF2-40B4-BE49-F238E27FC236}">
                <a16:creationId xmlns:a16="http://schemas.microsoft.com/office/drawing/2014/main" id="{47E03C07-4F97-4001-AB26-AB0B8DFE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0596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3" name="data_6479">
            <a:extLst xmlns:a="http://schemas.openxmlformats.org/drawingml/2006/main">
              <a:ext uri="{FF2B5EF4-FFF2-40B4-BE49-F238E27FC236}">
                <a16:creationId xmlns:a16="http://schemas.microsoft.com/office/drawing/2014/main" id="{C695643B-EDC4-4D59-891D-8657B3D7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350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4" name="data_6480">
            <a:extLst xmlns:a="http://schemas.openxmlformats.org/drawingml/2006/main">
              <a:ext uri="{FF2B5EF4-FFF2-40B4-BE49-F238E27FC236}">
                <a16:creationId xmlns:a16="http://schemas.microsoft.com/office/drawing/2014/main" id="{F2F80C59-2093-45AB-977B-5111ED4A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87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5" name="data_6481">
            <a:extLst xmlns:a="http://schemas.openxmlformats.org/drawingml/2006/main">
              <a:ext uri="{FF2B5EF4-FFF2-40B4-BE49-F238E27FC236}">
                <a16:creationId xmlns:a16="http://schemas.microsoft.com/office/drawing/2014/main" id="{2CDCB736-FCFC-4851-A9FD-DAF1114F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76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6" name="data_6482">
            <a:extLst xmlns:a="http://schemas.openxmlformats.org/drawingml/2006/main">
              <a:ext uri="{FF2B5EF4-FFF2-40B4-BE49-F238E27FC236}">
                <a16:creationId xmlns:a16="http://schemas.microsoft.com/office/drawing/2014/main" id="{B99BDBF5-A423-4878-B3E0-66DC33BB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820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7" name="data_6483">
            <a:extLst xmlns:a="http://schemas.openxmlformats.org/drawingml/2006/main">
              <a:ext uri="{FF2B5EF4-FFF2-40B4-BE49-F238E27FC236}">
                <a16:creationId xmlns:a16="http://schemas.microsoft.com/office/drawing/2014/main" id="{3136AC36-57B0-406A-AB10-EBA279D9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19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8" name="data_6484">
            <a:extLst xmlns:a="http://schemas.openxmlformats.org/drawingml/2006/main">
              <a:ext uri="{FF2B5EF4-FFF2-40B4-BE49-F238E27FC236}">
                <a16:creationId xmlns:a16="http://schemas.microsoft.com/office/drawing/2014/main" id="{AF2D9091-ADB3-4433-8A9B-CAE5B8C4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9" name="data_6485">
            <a:extLst xmlns:a="http://schemas.openxmlformats.org/drawingml/2006/main">
              <a:ext uri="{FF2B5EF4-FFF2-40B4-BE49-F238E27FC236}">
                <a16:creationId xmlns:a16="http://schemas.microsoft.com/office/drawing/2014/main" id="{35559ADD-8D98-41C0-94B8-234A6461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821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0" name="data_6486">
            <a:extLst xmlns:a="http://schemas.openxmlformats.org/drawingml/2006/main">
              <a:ext uri="{FF2B5EF4-FFF2-40B4-BE49-F238E27FC236}">
                <a16:creationId xmlns:a16="http://schemas.microsoft.com/office/drawing/2014/main" id="{20E5AA6A-4EC1-447C-BD7D-7F585261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317" y="298179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1" name="data_6487">
            <a:extLst xmlns:a="http://schemas.openxmlformats.org/drawingml/2006/main">
              <a:ext uri="{FF2B5EF4-FFF2-40B4-BE49-F238E27FC236}">
                <a16:creationId xmlns:a16="http://schemas.microsoft.com/office/drawing/2014/main" id="{307C6A13-C458-4060-A958-D3EE2DA3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211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2" name="data_6488">
            <a:extLst xmlns:a="http://schemas.openxmlformats.org/drawingml/2006/main">
              <a:ext uri="{FF2B5EF4-FFF2-40B4-BE49-F238E27FC236}">
                <a16:creationId xmlns:a16="http://schemas.microsoft.com/office/drawing/2014/main" id="{A23A8639-F7B2-4AE1-8BD4-DF60C994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34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3" name="data_6489">
            <a:extLst xmlns:a="http://schemas.openxmlformats.org/drawingml/2006/main">
              <a:ext uri="{FF2B5EF4-FFF2-40B4-BE49-F238E27FC236}">
                <a16:creationId xmlns:a16="http://schemas.microsoft.com/office/drawing/2014/main" id="{F714DFC4-BE2F-45AE-9519-0082D15F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62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4" name="data_6490">
            <a:extLst xmlns:a="http://schemas.openxmlformats.org/drawingml/2006/main">
              <a:ext uri="{FF2B5EF4-FFF2-40B4-BE49-F238E27FC236}">
                <a16:creationId xmlns:a16="http://schemas.microsoft.com/office/drawing/2014/main" id="{4283EE2D-68B8-43DE-9F64-DEF9D27B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77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5" name="data_6491">
            <a:extLst xmlns:a="http://schemas.openxmlformats.org/drawingml/2006/main">
              <a:ext uri="{FF2B5EF4-FFF2-40B4-BE49-F238E27FC236}">
                <a16:creationId xmlns:a16="http://schemas.microsoft.com/office/drawing/2014/main" id="{CC1B636D-0743-48BA-8FBF-5B94614C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809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6" name="data_6492">
            <a:extLst xmlns:a="http://schemas.openxmlformats.org/drawingml/2006/main">
              <a:ext uri="{FF2B5EF4-FFF2-40B4-BE49-F238E27FC236}">
                <a16:creationId xmlns:a16="http://schemas.microsoft.com/office/drawing/2014/main" id="{F0376D80-DF8F-4E75-850F-FC2C00C7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13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7" name="data_6493">
            <a:extLst xmlns:a="http://schemas.openxmlformats.org/drawingml/2006/main">
              <a:ext uri="{FF2B5EF4-FFF2-40B4-BE49-F238E27FC236}">
                <a16:creationId xmlns:a16="http://schemas.microsoft.com/office/drawing/2014/main" id="{20A2C114-3E36-490B-977C-41565E5E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9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8" name="data_6494">
            <a:extLst xmlns:a="http://schemas.openxmlformats.org/drawingml/2006/main">
              <a:ext uri="{FF2B5EF4-FFF2-40B4-BE49-F238E27FC236}">
                <a16:creationId xmlns:a16="http://schemas.microsoft.com/office/drawing/2014/main" id="{8447F312-F5D4-4B8D-98CB-E1405209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0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9" name="data_6495">
            <a:extLst xmlns:a="http://schemas.openxmlformats.org/drawingml/2006/main">
              <a:ext uri="{FF2B5EF4-FFF2-40B4-BE49-F238E27FC236}">
                <a16:creationId xmlns:a16="http://schemas.microsoft.com/office/drawing/2014/main" id="{7822B088-8ADD-48E1-B65C-3C21B502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52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0" name="data_6496">
            <a:extLst xmlns:a="http://schemas.openxmlformats.org/drawingml/2006/main">
              <a:ext uri="{FF2B5EF4-FFF2-40B4-BE49-F238E27FC236}">
                <a16:creationId xmlns:a16="http://schemas.microsoft.com/office/drawing/2014/main" id="{471D5956-E6F0-46E4-BEBE-A10EE4A3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1" name="data_6497">
            <a:extLst xmlns:a="http://schemas.openxmlformats.org/drawingml/2006/main">
              <a:ext uri="{FF2B5EF4-FFF2-40B4-BE49-F238E27FC236}">
                <a16:creationId xmlns:a16="http://schemas.microsoft.com/office/drawing/2014/main" id="{9D840450-59F6-4C9C-9C5A-AA7CA0A3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1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2" name="data_6498">
            <a:extLst xmlns:a="http://schemas.openxmlformats.org/drawingml/2006/main">
              <a:ext uri="{FF2B5EF4-FFF2-40B4-BE49-F238E27FC236}">
                <a16:creationId xmlns:a16="http://schemas.microsoft.com/office/drawing/2014/main" id="{56A3990D-BBD2-4AC3-9B15-90E7A44D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724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3" name="data_6499">
            <a:extLst xmlns:a="http://schemas.openxmlformats.org/drawingml/2006/main">
              <a:ext uri="{FF2B5EF4-FFF2-40B4-BE49-F238E27FC236}">
                <a16:creationId xmlns:a16="http://schemas.microsoft.com/office/drawing/2014/main" id="{C608EE09-AAA1-4BA7-A805-548D332B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3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4" name="data_6500">
            <a:extLst xmlns:a="http://schemas.openxmlformats.org/drawingml/2006/main">
              <a:ext uri="{FF2B5EF4-FFF2-40B4-BE49-F238E27FC236}">
                <a16:creationId xmlns:a16="http://schemas.microsoft.com/office/drawing/2014/main" id="{1D37A741-DA4F-4EB4-AB71-C62FE0FA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01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5" name="data_6501">
            <a:extLst xmlns:a="http://schemas.openxmlformats.org/drawingml/2006/main">
              <a:ext uri="{FF2B5EF4-FFF2-40B4-BE49-F238E27FC236}">
                <a16:creationId xmlns:a16="http://schemas.microsoft.com/office/drawing/2014/main" id="{6FB859F8-FC8E-4DAF-B671-B4E35662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6" name="data_6502">
            <a:extLst xmlns:a="http://schemas.openxmlformats.org/drawingml/2006/main">
              <a:ext uri="{FF2B5EF4-FFF2-40B4-BE49-F238E27FC236}">
                <a16:creationId xmlns:a16="http://schemas.microsoft.com/office/drawing/2014/main" id="{F6D35405-22F7-4C86-9828-65D09619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286" y="2624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7" name="data_6503">
            <a:extLst xmlns:a="http://schemas.openxmlformats.org/drawingml/2006/main">
              <a:ext uri="{FF2B5EF4-FFF2-40B4-BE49-F238E27FC236}">
                <a16:creationId xmlns:a16="http://schemas.microsoft.com/office/drawing/2014/main" id="{0437D3C1-76FA-4974-8E64-FDD53235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889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8" name="data_6504">
            <a:extLst xmlns:a="http://schemas.openxmlformats.org/drawingml/2006/main">
              <a:ext uri="{FF2B5EF4-FFF2-40B4-BE49-F238E27FC236}">
                <a16:creationId xmlns:a16="http://schemas.microsoft.com/office/drawing/2014/main" id="{EF30804D-08A5-401A-8B8A-99DA4211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9" name="data_6505">
            <a:extLst xmlns:a="http://schemas.openxmlformats.org/drawingml/2006/main">
              <a:ext uri="{FF2B5EF4-FFF2-40B4-BE49-F238E27FC236}">
                <a16:creationId xmlns:a16="http://schemas.microsoft.com/office/drawing/2014/main" id="{A1EF1B3D-61B8-467A-8FF2-8683FEAD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0" name="data_6506">
            <a:extLst xmlns:a="http://schemas.openxmlformats.org/drawingml/2006/main">
              <a:ext uri="{FF2B5EF4-FFF2-40B4-BE49-F238E27FC236}">
                <a16:creationId xmlns:a16="http://schemas.microsoft.com/office/drawing/2014/main" id="{08048A0D-8AB5-4F35-9949-33F3B42B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1961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1" name="data_6507">
            <a:extLst xmlns:a="http://schemas.openxmlformats.org/drawingml/2006/main">
              <a:ext uri="{FF2B5EF4-FFF2-40B4-BE49-F238E27FC236}">
                <a16:creationId xmlns:a16="http://schemas.microsoft.com/office/drawing/2014/main" id="{92DDD352-803E-4B4F-894B-59BB724C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7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2" name="data_6508">
            <a:extLst xmlns:a="http://schemas.openxmlformats.org/drawingml/2006/main">
              <a:ext uri="{FF2B5EF4-FFF2-40B4-BE49-F238E27FC236}">
                <a16:creationId xmlns:a16="http://schemas.microsoft.com/office/drawing/2014/main" id="{31F83057-88F6-4A96-90A3-7FFE5C74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221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3" name="data_6509">
            <a:extLst xmlns:a="http://schemas.openxmlformats.org/drawingml/2006/main">
              <a:ext uri="{FF2B5EF4-FFF2-40B4-BE49-F238E27FC236}">
                <a16:creationId xmlns:a16="http://schemas.microsoft.com/office/drawing/2014/main" id="{BE1EF1CF-C1CA-49A9-9EFC-AACE5160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0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4" name="data_6510">
            <a:extLst xmlns:a="http://schemas.openxmlformats.org/drawingml/2006/main">
              <a:ext uri="{FF2B5EF4-FFF2-40B4-BE49-F238E27FC236}">
                <a16:creationId xmlns:a16="http://schemas.microsoft.com/office/drawing/2014/main" id="{A90B2409-3BD6-4B4B-A5C5-DE730C0A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3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5" name="data_6511">
            <a:extLst xmlns:a="http://schemas.openxmlformats.org/drawingml/2006/main">
              <a:ext uri="{FF2B5EF4-FFF2-40B4-BE49-F238E27FC236}">
                <a16:creationId xmlns:a16="http://schemas.microsoft.com/office/drawing/2014/main" id="{BB9D11DC-4C85-48E3-AD10-D98D5B01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32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6" name="data_6512">
            <a:extLst xmlns:a="http://schemas.openxmlformats.org/drawingml/2006/main">
              <a:ext uri="{FF2B5EF4-FFF2-40B4-BE49-F238E27FC236}">
                <a16:creationId xmlns:a16="http://schemas.microsoft.com/office/drawing/2014/main" id="{A3DBB4F2-097B-416A-B2E5-DF163674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50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7" name="data_6513">
            <a:extLst xmlns:a="http://schemas.openxmlformats.org/drawingml/2006/main">
              <a:ext uri="{FF2B5EF4-FFF2-40B4-BE49-F238E27FC236}">
                <a16:creationId xmlns:a16="http://schemas.microsoft.com/office/drawing/2014/main" id="{AF175176-625B-46FB-998A-6277E169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35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8" name="data_6514">
            <a:extLst xmlns:a="http://schemas.openxmlformats.org/drawingml/2006/main">
              <a:ext uri="{FF2B5EF4-FFF2-40B4-BE49-F238E27FC236}">
                <a16:creationId xmlns:a16="http://schemas.microsoft.com/office/drawing/2014/main" id="{2D337C6E-B414-4496-BBEC-A06CEAE8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53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9" name="data_6515">
            <a:extLst xmlns:a="http://schemas.openxmlformats.org/drawingml/2006/main">
              <a:ext uri="{FF2B5EF4-FFF2-40B4-BE49-F238E27FC236}">
                <a16:creationId xmlns:a16="http://schemas.microsoft.com/office/drawing/2014/main" id="{E89F1069-A689-434C-B30D-9380820A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0" name="data_6516">
            <a:extLst xmlns:a="http://schemas.openxmlformats.org/drawingml/2006/main">
              <a:ext uri="{FF2B5EF4-FFF2-40B4-BE49-F238E27FC236}">
                <a16:creationId xmlns:a16="http://schemas.microsoft.com/office/drawing/2014/main" id="{0F697D63-ABA3-46D6-B88D-81CE8E0E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72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1" name="data_6517">
            <a:extLst xmlns:a="http://schemas.openxmlformats.org/drawingml/2006/main">
              <a:ext uri="{FF2B5EF4-FFF2-40B4-BE49-F238E27FC236}">
                <a16:creationId xmlns:a16="http://schemas.microsoft.com/office/drawing/2014/main" id="{52FB0617-86A1-46B0-A881-21EB20A8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5251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2" name="data_6518">
            <a:extLst xmlns:a="http://schemas.openxmlformats.org/drawingml/2006/main">
              <a:ext uri="{FF2B5EF4-FFF2-40B4-BE49-F238E27FC236}">
                <a16:creationId xmlns:a16="http://schemas.microsoft.com/office/drawing/2014/main" id="{B859435A-CB42-4C93-964F-C4734FDE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580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3" name="data_6519">
            <a:extLst xmlns:a="http://schemas.openxmlformats.org/drawingml/2006/main">
              <a:ext uri="{FF2B5EF4-FFF2-40B4-BE49-F238E27FC236}">
                <a16:creationId xmlns:a16="http://schemas.microsoft.com/office/drawing/2014/main" id="{627658A3-9319-4F27-948C-468F13B2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63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4" name="data_6520">
            <a:extLst xmlns:a="http://schemas.openxmlformats.org/drawingml/2006/main">
              <a:ext uri="{FF2B5EF4-FFF2-40B4-BE49-F238E27FC236}">
                <a16:creationId xmlns:a16="http://schemas.microsoft.com/office/drawing/2014/main" id="{BA426B71-8407-4EF5-9E2B-81651602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8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5" name="data_6521">
            <a:extLst xmlns:a="http://schemas.openxmlformats.org/drawingml/2006/main">
              <a:ext uri="{FF2B5EF4-FFF2-40B4-BE49-F238E27FC236}">
                <a16:creationId xmlns:a16="http://schemas.microsoft.com/office/drawing/2014/main" id="{74D7B124-261B-427A-9C4E-8F3CE1AB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5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6" name="data_6522">
            <a:extLst xmlns:a="http://schemas.openxmlformats.org/drawingml/2006/main">
              <a:ext uri="{FF2B5EF4-FFF2-40B4-BE49-F238E27FC236}">
                <a16:creationId xmlns:a16="http://schemas.microsoft.com/office/drawing/2014/main" id="{335102D4-1029-4AED-BBF0-7EF4BEB4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11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7" name="data_6523">
            <a:extLst xmlns:a="http://schemas.openxmlformats.org/drawingml/2006/main">
              <a:ext uri="{FF2B5EF4-FFF2-40B4-BE49-F238E27FC236}">
                <a16:creationId xmlns:a16="http://schemas.microsoft.com/office/drawing/2014/main" id="{5AAAF273-6692-4FB5-8994-47193D8B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03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8" name="data_6524">
            <a:extLst xmlns:a="http://schemas.openxmlformats.org/drawingml/2006/main">
              <a:ext uri="{FF2B5EF4-FFF2-40B4-BE49-F238E27FC236}">
                <a16:creationId xmlns:a16="http://schemas.microsoft.com/office/drawing/2014/main" id="{A36D57A2-25B1-4D88-8B1C-7B915A6A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418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9" name="data_6525">
            <a:extLst xmlns:a="http://schemas.openxmlformats.org/drawingml/2006/main">
              <a:ext uri="{FF2B5EF4-FFF2-40B4-BE49-F238E27FC236}">
                <a16:creationId xmlns:a16="http://schemas.microsoft.com/office/drawing/2014/main" id="{04306F5D-B692-4AEB-80FC-3E05F6B8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88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0" name="data_6526">
            <a:extLst xmlns:a="http://schemas.openxmlformats.org/drawingml/2006/main">
              <a:ext uri="{FF2B5EF4-FFF2-40B4-BE49-F238E27FC236}">
                <a16:creationId xmlns:a16="http://schemas.microsoft.com/office/drawing/2014/main" id="{9ED265B9-CED8-4AA7-9600-5915480E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172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1" name="data_6527">
            <a:extLst xmlns:a="http://schemas.openxmlformats.org/drawingml/2006/main">
              <a:ext uri="{FF2B5EF4-FFF2-40B4-BE49-F238E27FC236}">
                <a16:creationId xmlns:a16="http://schemas.microsoft.com/office/drawing/2014/main" id="{AA065E8A-6CEA-43D6-BF72-A538C1F4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9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2" name="data_6528">
            <a:extLst xmlns:a="http://schemas.openxmlformats.org/drawingml/2006/main">
              <a:ext uri="{FF2B5EF4-FFF2-40B4-BE49-F238E27FC236}">
                <a16:creationId xmlns:a16="http://schemas.microsoft.com/office/drawing/2014/main" id="{565E636C-ADBB-4E7F-9411-DE6443FA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91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3" name="data_6529">
            <a:extLst xmlns:a="http://schemas.openxmlformats.org/drawingml/2006/main">
              <a:ext uri="{FF2B5EF4-FFF2-40B4-BE49-F238E27FC236}">
                <a16:creationId xmlns:a16="http://schemas.microsoft.com/office/drawing/2014/main" id="{98D1C511-AEAD-4841-9C48-7D0D74E6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11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4" name="data_6530">
            <a:extLst xmlns:a="http://schemas.openxmlformats.org/drawingml/2006/main">
              <a:ext uri="{FF2B5EF4-FFF2-40B4-BE49-F238E27FC236}">
                <a16:creationId xmlns:a16="http://schemas.microsoft.com/office/drawing/2014/main" id="{FFED63E5-A931-489F-9B85-6CAB42C3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94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5" name="data_6531">
            <a:extLst xmlns:a="http://schemas.openxmlformats.org/drawingml/2006/main">
              <a:ext uri="{FF2B5EF4-FFF2-40B4-BE49-F238E27FC236}">
                <a16:creationId xmlns:a16="http://schemas.microsoft.com/office/drawing/2014/main" id="{A55A2B05-8D45-456E-B1FD-4516C23D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2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6" name="data_6532">
            <a:extLst xmlns:a="http://schemas.openxmlformats.org/drawingml/2006/main">
              <a:ext uri="{FF2B5EF4-FFF2-40B4-BE49-F238E27FC236}">
                <a16:creationId xmlns:a16="http://schemas.microsoft.com/office/drawing/2014/main" id="{518215E0-B88A-4775-886A-C8BBE88F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96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7" name="data_6533">
            <a:extLst xmlns:a="http://schemas.openxmlformats.org/drawingml/2006/main">
              <a:ext uri="{FF2B5EF4-FFF2-40B4-BE49-F238E27FC236}">
                <a16:creationId xmlns:a16="http://schemas.microsoft.com/office/drawing/2014/main" id="{A226EA7F-0F90-40FB-AA27-02AEB5E7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2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8" name="data_6534">
            <a:extLst xmlns:a="http://schemas.openxmlformats.org/drawingml/2006/main">
              <a:ext uri="{FF2B5EF4-FFF2-40B4-BE49-F238E27FC236}">
                <a16:creationId xmlns:a16="http://schemas.microsoft.com/office/drawing/2014/main" id="{D4BA4F79-375B-477B-BE1E-EEC3CD0A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9" name="data_6535">
            <a:extLst xmlns:a="http://schemas.openxmlformats.org/drawingml/2006/main">
              <a:ext uri="{FF2B5EF4-FFF2-40B4-BE49-F238E27FC236}">
                <a16:creationId xmlns:a16="http://schemas.microsoft.com/office/drawing/2014/main" id="{9260D6C1-25EB-4A2E-B71D-576DEB02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0" name="data_6536">
            <a:extLst xmlns:a="http://schemas.openxmlformats.org/drawingml/2006/main">
              <a:ext uri="{FF2B5EF4-FFF2-40B4-BE49-F238E27FC236}">
                <a16:creationId xmlns:a16="http://schemas.microsoft.com/office/drawing/2014/main" id="{E4E5CE00-DCA4-43E4-A1D5-BFE53BC8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166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1" name="data_6537">
            <a:extLst xmlns:a="http://schemas.openxmlformats.org/drawingml/2006/main">
              <a:ext uri="{FF2B5EF4-FFF2-40B4-BE49-F238E27FC236}">
                <a16:creationId xmlns:a16="http://schemas.microsoft.com/office/drawing/2014/main" id="{51DAA7CA-5D94-404E-BB5D-F2A6587F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2" name="data_6538">
            <a:extLst xmlns:a="http://schemas.openxmlformats.org/drawingml/2006/main">
              <a:ext uri="{FF2B5EF4-FFF2-40B4-BE49-F238E27FC236}">
                <a16:creationId xmlns:a16="http://schemas.microsoft.com/office/drawing/2014/main" id="{B6A74D65-AD5C-4261-B9C5-C14A50A9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66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3" name="data_6539">
            <a:extLst xmlns:a="http://schemas.openxmlformats.org/drawingml/2006/main">
              <a:ext uri="{FF2B5EF4-FFF2-40B4-BE49-F238E27FC236}">
                <a16:creationId xmlns:a16="http://schemas.microsoft.com/office/drawing/2014/main" id="{C273C953-2E13-4DBD-82C4-2E06F263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284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4" name="data_6540">
            <a:extLst xmlns:a="http://schemas.openxmlformats.org/drawingml/2006/main">
              <a:ext uri="{FF2B5EF4-FFF2-40B4-BE49-F238E27FC236}">
                <a16:creationId xmlns:a16="http://schemas.microsoft.com/office/drawing/2014/main" id="{4E75B485-15F4-47E9-9CBA-F44CAD30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67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5" name="data_6541">
            <a:extLst xmlns:a="http://schemas.openxmlformats.org/drawingml/2006/main">
              <a:ext uri="{FF2B5EF4-FFF2-40B4-BE49-F238E27FC236}">
                <a16:creationId xmlns:a16="http://schemas.microsoft.com/office/drawing/2014/main" id="{9CBFFB64-8795-4DC7-B735-F5B51DAA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6" name="data_6542">
            <a:extLst xmlns:a="http://schemas.openxmlformats.org/drawingml/2006/main">
              <a:ext uri="{FF2B5EF4-FFF2-40B4-BE49-F238E27FC236}">
                <a16:creationId xmlns:a16="http://schemas.microsoft.com/office/drawing/2014/main" id="{805051D9-810B-438B-9EB1-9D3AB3E9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6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7" name="data_6543">
            <a:extLst xmlns:a="http://schemas.openxmlformats.org/drawingml/2006/main">
              <a:ext uri="{FF2B5EF4-FFF2-40B4-BE49-F238E27FC236}">
                <a16:creationId xmlns:a16="http://schemas.microsoft.com/office/drawing/2014/main" id="{5DF12BF3-590A-48CA-96CB-61ECC052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50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8" name="data_6544">
            <a:extLst xmlns:a="http://schemas.openxmlformats.org/drawingml/2006/main">
              <a:ext uri="{FF2B5EF4-FFF2-40B4-BE49-F238E27FC236}">
                <a16:creationId xmlns:a16="http://schemas.microsoft.com/office/drawing/2014/main" id="{99821529-2D61-44D9-AA9B-79FEDD2B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38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9" name="data_6545">
            <a:extLst xmlns:a="http://schemas.openxmlformats.org/drawingml/2006/main">
              <a:ext uri="{FF2B5EF4-FFF2-40B4-BE49-F238E27FC236}">
                <a16:creationId xmlns:a16="http://schemas.microsoft.com/office/drawing/2014/main" id="{68A8D02E-4538-47FE-9041-14C09848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2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0" name="data_6546">
            <a:extLst xmlns:a="http://schemas.openxmlformats.org/drawingml/2006/main">
              <a:ext uri="{FF2B5EF4-FFF2-40B4-BE49-F238E27FC236}">
                <a16:creationId xmlns:a16="http://schemas.microsoft.com/office/drawing/2014/main" id="{0432742B-9910-45AC-9365-3970DD42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2191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1" name="data_6547">
            <a:extLst xmlns:a="http://schemas.openxmlformats.org/drawingml/2006/main">
              <a:ext uri="{FF2B5EF4-FFF2-40B4-BE49-F238E27FC236}">
                <a16:creationId xmlns:a16="http://schemas.microsoft.com/office/drawing/2014/main" id="{8C4049AE-37AB-49DD-A2FE-83290258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3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2" name="data_6548">
            <a:extLst xmlns:a="http://schemas.openxmlformats.org/drawingml/2006/main">
              <a:ext uri="{FF2B5EF4-FFF2-40B4-BE49-F238E27FC236}">
                <a16:creationId xmlns:a16="http://schemas.microsoft.com/office/drawing/2014/main" id="{2777ADE6-176A-48E6-9DD2-F5617798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3" name="data_6549">
            <a:extLst xmlns:a="http://schemas.openxmlformats.org/drawingml/2006/main">
              <a:ext uri="{FF2B5EF4-FFF2-40B4-BE49-F238E27FC236}">
                <a16:creationId xmlns:a16="http://schemas.microsoft.com/office/drawing/2014/main" id="{F2E02739-CAF8-4FBC-BBC9-3107DFF7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364" y="22536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4" name="data_6550">
            <a:extLst xmlns:a="http://schemas.openxmlformats.org/drawingml/2006/main">
              <a:ext uri="{FF2B5EF4-FFF2-40B4-BE49-F238E27FC236}">
                <a16:creationId xmlns:a16="http://schemas.microsoft.com/office/drawing/2014/main" id="{2111FFC4-4FDA-4AC5-B82A-3F16AF05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6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5" name="data_6551">
            <a:extLst xmlns:a="http://schemas.openxmlformats.org/drawingml/2006/main">
              <a:ext uri="{FF2B5EF4-FFF2-40B4-BE49-F238E27FC236}">
                <a16:creationId xmlns:a16="http://schemas.microsoft.com/office/drawing/2014/main" id="{BFFEB39E-E89A-43B1-80AD-765E77F2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38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6" name="data_6552">
            <a:extLst xmlns:a="http://schemas.openxmlformats.org/drawingml/2006/main">
              <a:ext uri="{FF2B5EF4-FFF2-40B4-BE49-F238E27FC236}">
                <a16:creationId xmlns:a16="http://schemas.microsoft.com/office/drawing/2014/main" id="{FA5E2DFB-CD56-47D1-BB5A-A69B3CE8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88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7" name="data_6553">
            <a:extLst xmlns:a="http://schemas.openxmlformats.org/drawingml/2006/main">
              <a:ext uri="{FF2B5EF4-FFF2-40B4-BE49-F238E27FC236}">
                <a16:creationId xmlns:a16="http://schemas.microsoft.com/office/drawing/2014/main" id="{9B045CA8-184F-47FC-8CF6-95190664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8" name="data_6554">
            <a:extLst xmlns:a="http://schemas.openxmlformats.org/drawingml/2006/main">
              <a:ext uri="{FF2B5EF4-FFF2-40B4-BE49-F238E27FC236}">
                <a16:creationId xmlns:a16="http://schemas.microsoft.com/office/drawing/2014/main" id="{39A092F8-F166-45DD-BB7B-C36A8C68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5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9" name="data_6555">
            <a:extLst xmlns:a="http://schemas.openxmlformats.org/drawingml/2006/main">
              <a:ext uri="{FF2B5EF4-FFF2-40B4-BE49-F238E27FC236}">
                <a16:creationId xmlns:a16="http://schemas.microsoft.com/office/drawing/2014/main" id="{6F60471A-4102-4745-A26F-51A1DAA8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150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0" name="data_6556">
            <a:extLst xmlns:a="http://schemas.openxmlformats.org/drawingml/2006/main">
              <a:ext uri="{FF2B5EF4-FFF2-40B4-BE49-F238E27FC236}">
                <a16:creationId xmlns:a16="http://schemas.microsoft.com/office/drawing/2014/main" id="{A84A7647-E110-4DF6-9D95-A285915A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6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1" name="data_6557">
            <a:extLst xmlns:a="http://schemas.openxmlformats.org/drawingml/2006/main">
              <a:ext uri="{FF2B5EF4-FFF2-40B4-BE49-F238E27FC236}">
                <a16:creationId xmlns:a16="http://schemas.microsoft.com/office/drawing/2014/main" id="{F05318D1-A09D-4BEC-B161-21C2A21E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44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2" name="data_6558">
            <a:extLst xmlns:a="http://schemas.openxmlformats.org/drawingml/2006/main">
              <a:ext uri="{FF2B5EF4-FFF2-40B4-BE49-F238E27FC236}">
                <a16:creationId xmlns:a16="http://schemas.microsoft.com/office/drawing/2014/main" id="{B009BD25-2799-410F-8904-D0B7395B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7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3" name="data_6559">
            <a:extLst xmlns:a="http://schemas.openxmlformats.org/drawingml/2006/main">
              <a:ext uri="{FF2B5EF4-FFF2-40B4-BE49-F238E27FC236}">
                <a16:creationId xmlns:a16="http://schemas.microsoft.com/office/drawing/2014/main" id="{3E46C8D1-16DB-4748-8AFA-2D6DA6C3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834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4" name="data_6560">
            <a:extLst xmlns:a="http://schemas.openxmlformats.org/drawingml/2006/main">
              <a:ext uri="{FF2B5EF4-FFF2-40B4-BE49-F238E27FC236}">
                <a16:creationId xmlns:a16="http://schemas.microsoft.com/office/drawing/2014/main" id="{D7AB0038-A943-4067-BF18-9554FA5C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45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5" name="data_6561">
            <a:extLst xmlns:a="http://schemas.openxmlformats.org/drawingml/2006/main">
              <a:ext uri="{FF2B5EF4-FFF2-40B4-BE49-F238E27FC236}">
                <a16:creationId xmlns:a16="http://schemas.microsoft.com/office/drawing/2014/main" id="{206C08A7-4993-4555-B326-97BD19D1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6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6" name="data_6562">
            <a:extLst xmlns:a="http://schemas.openxmlformats.org/drawingml/2006/main">
              <a:ext uri="{FF2B5EF4-FFF2-40B4-BE49-F238E27FC236}">
                <a16:creationId xmlns:a16="http://schemas.microsoft.com/office/drawing/2014/main" id="{006B5436-0276-4C2E-9901-978D1693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705" y="29621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7" name="data_6563">
            <a:extLst xmlns:a="http://schemas.openxmlformats.org/drawingml/2006/main">
              <a:ext uri="{FF2B5EF4-FFF2-40B4-BE49-F238E27FC236}">
                <a16:creationId xmlns:a16="http://schemas.microsoft.com/office/drawing/2014/main" id="{0D5B684A-BC37-40A5-A45C-B929C35E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31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8" name="data_6564">
            <a:extLst xmlns:a="http://schemas.openxmlformats.org/drawingml/2006/main">
              <a:ext uri="{FF2B5EF4-FFF2-40B4-BE49-F238E27FC236}">
                <a16:creationId xmlns:a16="http://schemas.microsoft.com/office/drawing/2014/main" id="{B091CDDC-5B18-4BBB-8748-106BEBC3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9" name="data_6565">
            <a:extLst xmlns:a="http://schemas.openxmlformats.org/drawingml/2006/main">
              <a:ext uri="{FF2B5EF4-FFF2-40B4-BE49-F238E27FC236}">
                <a16:creationId xmlns:a16="http://schemas.microsoft.com/office/drawing/2014/main" id="{5A1C55D8-6D65-424C-9FC5-0A4C0A85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3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0" name="data_6566">
            <a:extLst xmlns:a="http://schemas.openxmlformats.org/drawingml/2006/main">
              <a:ext uri="{FF2B5EF4-FFF2-40B4-BE49-F238E27FC236}">
                <a16:creationId xmlns:a16="http://schemas.microsoft.com/office/drawing/2014/main" id="{B7144A59-7EC5-4D9B-9C5D-C4E71495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6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1" name="data_6567">
            <a:extLst xmlns:a="http://schemas.openxmlformats.org/drawingml/2006/main">
              <a:ext uri="{FF2B5EF4-FFF2-40B4-BE49-F238E27FC236}">
                <a16:creationId xmlns:a16="http://schemas.microsoft.com/office/drawing/2014/main" id="{9F7F88B4-CB22-4CD7-8F41-DF04AC7D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7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2" name="data_6568">
            <a:extLst xmlns:a="http://schemas.openxmlformats.org/drawingml/2006/main">
              <a:ext uri="{FF2B5EF4-FFF2-40B4-BE49-F238E27FC236}">
                <a16:creationId xmlns:a16="http://schemas.microsoft.com/office/drawing/2014/main" id="{6BDD82EE-83FD-4838-B7E5-E9F21EF4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394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3" name="data_6569">
            <a:extLst xmlns:a="http://schemas.openxmlformats.org/drawingml/2006/main">
              <a:ext uri="{FF2B5EF4-FFF2-40B4-BE49-F238E27FC236}">
                <a16:creationId xmlns:a16="http://schemas.microsoft.com/office/drawing/2014/main" id="{2D6E64EC-7BA7-43E0-8F0B-ECFFE407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3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4" name="data_6570">
            <a:extLst xmlns:a="http://schemas.openxmlformats.org/drawingml/2006/main">
              <a:ext uri="{FF2B5EF4-FFF2-40B4-BE49-F238E27FC236}">
                <a16:creationId xmlns:a16="http://schemas.microsoft.com/office/drawing/2014/main" id="{89993837-B71A-48A1-B1DB-40D586C0A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5" name="data_6571">
            <a:extLst xmlns:a="http://schemas.openxmlformats.org/drawingml/2006/main">
              <a:ext uri="{FF2B5EF4-FFF2-40B4-BE49-F238E27FC236}">
                <a16:creationId xmlns:a16="http://schemas.microsoft.com/office/drawing/2014/main" id="{91DEEF8A-5B66-42DA-B2C6-E345752F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77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6" name="data_6572">
            <a:extLst xmlns:a="http://schemas.openxmlformats.org/drawingml/2006/main">
              <a:ext uri="{FF2B5EF4-FFF2-40B4-BE49-F238E27FC236}">
                <a16:creationId xmlns:a16="http://schemas.microsoft.com/office/drawing/2014/main" id="{D2FEEA7A-4295-45F7-9ADD-C77BF0A7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86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7" name="data_6573">
            <a:extLst xmlns:a="http://schemas.openxmlformats.org/drawingml/2006/main">
              <a:ext uri="{FF2B5EF4-FFF2-40B4-BE49-F238E27FC236}">
                <a16:creationId xmlns:a16="http://schemas.microsoft.com/office/drawing/2014/main" id="{7DDF69FC-38CD-4703-9886-3F11751E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245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8" name="data_6574">
            <a:extLst xmlns:a="http://schemas.openxmlformats.org/drawingml/2006/main">
              <a:ext uri="{FF2B5EF4-FFF2-40B4-BE49-F238E27FC236}">
                <a16:creationId xmlns:a16="http://schemas.microsoft.com/office/drawing/2014/main" id="{BFC0535B-43C4-4487-9419-B7411BEE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326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9" name="data_6575">
            <a:extLst xmlns:a="http://schemas.openxmlformats.org/drawingml/2006/main">
              <a:ext uri="{FF2B5EF4-FFF2-40B4-BE49-F238E27FC236}">
                <a16:creationId xmlns:a16="http://schemas.microsoft.com/office/drawing/2014/main" id="{2DB2E748-C346-4EBA-A337-923B772C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77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0" name="data_6576">
            <a:extLst xmlns:a="http://schemas.openxmlformats.org/drawingml/2006/main">
              <a:ext uri="{FF2B5EF4-FFF2-40B4-BE49-F238E27FC236}">
                <a16:creationId xmlns:a16="http://schemas.microsoft.com/office/drawing/2014/main" id="{B1415BCC-40B3-424B-82AF-8795619B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74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1" name="data_6577">
            <a:extLst xmlns:a="http://schemas.openxmlformats.org/drawingml/2006/main">
              <a:ext uri="{FF2B5EF4-FFF2-40B4-BE49-F238E27FC236}">
                <a16:creationId xmlns:a16="http://schemas.microsoft.com/office/drawing/2014/main" id="{A2B6A903-8A53-46B4-97E9-99CF19F6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0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2" name="data_6578">
            <a:extLst xmlns:a="http://schemas.openxmlformats.org/drawingml/2006/main">
              <a:ext uri="{FF2B5EF4-FFF2-40B4-BE49-F238E27FC236}">
                <a16:creationId xmlns:a16="http://schemas.microsoft.com/office/drawing/2014/main" id="{80DAA9DE-16A6-478C-8341-2D2F83AD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546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3" name="data_6579">
            <a:extLst xmlns:a="http://schemas.openxmlformats.org/drawingml/2006/main">
              <a:ext uri="{FF2B5EF4-FFF2-40B4-BE49-F238E27FC236}">
                <a16:creationId xmlns:a16="http://schemas.microsoft.com/office/drawing/2014/main" id="{638757CD-D4F0-48A9-AA26-24336406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69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4" name="data_6580">
            <a:extLst xmlns:a="http://schemas.openxmlformats.org/drawingml/2006/main">
              <a:ext uri="{FF2B5EF4-FFF2-40B4-BE49-F238E27FC236}">
                <a16:creationId xmlns:a16="http://schemas.microsoft.com/office/drawing/2014/main" id="{900329CD-7B62-422A-AB12-3D5DC011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61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5" name="data_6581">
            <a:extLst xmlns:a="http://schemas.openxmlformats.org/drawingml/2006/main">
              <a:ext uri="{FF2B5EF4-FFF2-40B4-BE49-F238E27FC236}">
                <a16:creationId xmlns:a16="http://schemas.microsoft.com/office/drawing/2014/main" id="{D753BD87-B1A9-4FB5-85E3-9C3A762E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45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6" name="data_6582">
            <a:extLst xmlns:a="http://schemas.openxmlformats.org/drawingml/2006/main">
              <a:ext uri="{FF2B5EF4-FFF2-40B4-BE49-F238E27FC236}">
                <a16:creationId xmlns:a16="http://schemas.microsoft.com/office/drawing/2014/main" id="{839B02D3-A6EC-45CF-A2A4-D5A95AF0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96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7" name="data_6583">
            <a:extLst xmlns:a="http://schemas.openxmlformats.org/drawingml/2006/main">
              <a:ext uri="{FF2B5EF4-FFF2-40B4-BE49-F238E27FC236}">
                <a16:creationId xmlns:a16="http://schemas.microsoft.com/office/drawing/2014/main" id="{9114702D-F699-4CF7-A9D1-728BFAE1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19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8" name="data_6584">
            <a:extLst xmlns:a="http://schemas.openxmlformats.org/drawingml/2006/main">
              <a:ext uri="{FF2B5EF4-FFF2-40B4-BE49-F238E27FC236}">
                <a16:creationId xmlns:a16="http://schemas.microsoft.com/office/drawing/2014/main" id="{4F3A9951-9619-490C-B0C0-4056E8F2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9" name="data_6585">
            <a:extLst xmlns:a="http://schemas.openxmlformats.org/drawingml/2006/main">
              <a:ext uri="{FF2B5EF4-FFF2-40B4-BE49-F238E27FC236}">
                <a16:creationId xmlns:a16="http://schemas.microsoft.com/office/drawing/2014/main" id="{CAECB829-DBDC-4A20-9B78-E6A7DAB7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57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0" name="data_6586">
            <a:extLst xmlns:a="http://schemas.openxmlformats.org/drawingml/2006/main">
              <a:ext uri="{FF2B5EF4-FFF2-40B4-BE49-F238E27FC236}">
                <a16:creationId xmlns:a16="http://schemas.microsoft.com/office/drawing/2014/main" id="{38D67C2D-0B96-46D7-8319-C0AB09DD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033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1" name="data_6587">
            <a:extLst xmlns:a="http://schemas.openxmlformats.org/drawingml/2006/main">
              <a:ext uri="{FF2B5EF4-FFF2-40B4-BE49-F238E27FC236}">
                <a16:creationId xmlns:a16="http://schemas.microsoft.com/office/drawing/2014/main" id="{F22F8BB5-C481-4199-B3D1-3ACBA186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274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2" name="data_6588">
            <a:extLst xmlns:a="http://schemas.openxmlformats.org/drawingml/2006/main">
              <a:ext uri="{FF2B5EF4-FFF2-40B4-BE49-F238E27FC236}">
                <a16:creationId xmlns:a16="http://schemas.microsoft.com/office/drawing/2014/main" id="{9D206CAF-D3C8-4CF7-8BC7-517EEF70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3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3" name="data_6589">
            <a:extLst xmlns:a="http://schemas.openxmlformats.org/drawingml/2006/main">
              <a:ext uri="{FF2B5EF4-FFF2-40B4-BE49-F238E27FC236}">
                <a16:creationId xmlns:a16="http://schemas.microsoft.com/office/drawing/2014/main" id="{FF2249B4-211B-45CD-9172-3D2A3BC2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57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4" name="data_6590">
            <a:extLst xmlns:a="http://schemas.openxmlformats.org/drawingml/2006/main">
              <a:ext uri="{FF2B5EF4-FFF2-40B4-BE49-F238E27FC236}">
                <a16:creationId xmlns:a16="http://schemas.microsoft.com/office/drawing/2014/main" id="{FB8525A1-0D8E-42A2-ADE7-0805F845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937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5" name="data_6591">
            <a:extLst xmlns:a="http://schemas.openxmlformats.org/drawingml/2006/main">
              <a:ext uri="{FF2B5EF4-FFF2-40B4-BE49-F238E27FC236}">
                <a16:creationId xmlns:a16="http://schemas.microsoft.com/office/drawing/2014/main" id="{09D155D1-DCB6-4899-9ED7-9ECB66ED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7693" y="278013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6" name="data_6592">
            <a:extLst xmlns:a="http://schemas.openxmlformats.org/drawingml/2006/main">
              <a:ext uri="{FF2B5EF4-FFF2-40B4-BE49-F238E27FC236}">
                <a16:creationId xmlns:a16="http://schemas.microsoft.com/office/drawing/2014/main" id="{694BA122-0CE3-4FA7-8629-32300039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522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7" name="data_6593">
            <a:extLst xmlns:a="http://schemas.openxmlformats.org/drawingml/2006/main">
              <a:ext uri="{FF2B5EF4-FFF2-40B4-BE49-F238E27FC236}">
                <a16:creationId xmlns:a16="http://schemas.microsoft.com/office/drawing/2014/main" id="{1B1D2C73-4774-45A1-8030-C15F85E1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98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8" name="data_6594">
            <a:extLst xmlns:a="http://schemas.openxmlformats.org/drawingml/2006/main">
              <a:ext uri="{FF2B5EF4-FFF2-40B4-BE49-F238E27FC236}">
                <a16:creationId xmlns:a16="http://schemas.microsoft.com/office/drawing/2014/main" id="{91260625-B11A-41D3-B001-BDC66DEE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248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9" name="data_6595">
            <a:extLst xmlns:a="http://schemas.openxmlformats.org/drawingml/2006/main">
              <a:ext uri="{FF2B5EF4-FFF2-40B4-BE49-F238E27FC236}">
                <a16:creationId xmlns:a16="http://schemas.microsoft.com/office/drawing/2014/main" id="{DAF6543E-A791-4EAC-9D0E-D424546F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753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0" name="data_6596">
            <a:extLst xmlns:a="http://schemas.openxmlformats.org/drawingml/2006/main">
              <a:ext uri="{FF2B5EF4-FFF2-40B4-BE49-F238E27FC236}">
                <a16:creationId xmlns:a16="http://schemas.microsoft.com/office/drawing/2014/main" id="{5E4F47F5-E1A7-4999-9BF6-71A48275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265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1" name="data_6597">
            <a:extLst xmlns:a="http://schemas.openxmlformats.org/drawingml/2006/main">
              <a:ext uri="{FF2B5EF4-FFF2-40B4-BE49-F238E27FC236}">
                <a16:creationId xmlns:a16="http://schemas.microsoft.com/office/drawing/2014/main" id="{E7A312BA-49D7-450C-BE86-54F9DD91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54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2" name="data_6598">
            <a:extLst xmlns:a="http://schemas.openxmlformats.org/drawingml/2006/main">
              <a:ext uri="{FF2B5EF4-FFF2-40B4-BE49-F238E27FC236}">
                <a16:creationId xmlns:a16="http://schemas.microsoft.com/office/drawing/2014/main" id="{882F3320-DDD8-47FA-B051-8953F104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0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3" name="data_6599">
            <a:extLst xmlns:a="http://schemas.openxmlformats.org/drawingml/2006/main">
              <a:ext uri="{FF2B5EF4-FFF2-40B4-BE49-F238E27FC236}">
                <a16:creationId xmlns:a16="http://schemas.microsoft.com/office/drawing/2014/main" id="{9C6FB3BD-64F5-4024-9381-34A12163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0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4" name="data_6600">
            <a:extLst xmlns:a="http://schemas.openxmlformats.org/drawingml/2006/main">
              <a:ext uri="{FF2B5EF4-FFF2-40B4-BE49-F238E27FC236}">
                <a16:creationId xmlns:a16="http://schemas.microsoft.com/office/drawing/2014/main" id="{3B0D190B-C0FD-4411-ABA2-63F44E7A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223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5" name="data_6601">
            <a:extLst xmlns:a="http://schemas.openxmlformats.org/drawingml/2006/main">
              <a:ext uri="{FF2B5EF4-FFF2-40B4-BE49-F238E27FC236}">
                <a16:creationId xmlns:a16="http://schemas.microsoft.com/office/drawing/2014/main" id="{0C456B82-915F-4797-9529-C07880F9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5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6" name="data_6602">
            <a:extLst xmlns:a="http://schemas.openxmlformats.org/drawingml/2006/main">
              <a:ext uri="{FF2B5EF4-FFF2-40B4-BE49-F238E27FC236}">
                <a16:creationId xmlns:a16="http://schemas.microsoft.com/office/drawing/2014/main" id="{0BF4DA95-EE70-453E-BF86-72F99EA9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6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7" name="data_6603">
            <a:extLst xmlns:a="http://schemas.openxmlformats.org/drawingml/2006/main">
              <a:ext uri="{FF2B5EF4-FFF2-40B4-BE49-F238E27FC236}">
                <a16:creationId xmlns:a16="http://schemas.microsoft.com/office/drawing/2014/main" id="{616B8FDC-8FA9-4582-B098-FE6C542E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59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8" name="data_6604">
            <a:extLst xmlns:a="http://schemas.openxmlformats.org/drawingml/2006/main">
              <a:ext uri="{FF2B5EF4-FFF2-40B4-BE49-F238E27FC236}">
                <a16:creationId xmlns:a16="http://schemas.microsoft.com/office/drawing/2014/main" id="{11A42F03-EAF7-45BE-9093-6F0C2E45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6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9" name="data_6605">
            <a:extLst xmlns:a="http://schemas.openxmlformats.org/drawingml/2006/main">
              <a:ext uri="{FF2B5EF4-FFF2-40B4-BE49-F238E27FC236}">
                <a16:creationId xmlns:a16="http://schemas.microsoft.com/office/drawing/2014/main" id="{A27ACB72-7022-45CD-92FF-13B1C3C6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28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0" name="data_6606">
            <a:extLst xmlns:a="http://schemas.openxmlformats.org/drawingml/2006/main">
              <a:ext uri="{FF2B5EF4-FFF2-40B4-BE49-F238E27FC236}">
                <a16:creationId xmlns:a16="http://schemas.microsoft.com/office/drawing/2014/main" id="{DFCACF17-85EB-486D-8735-6F5237C5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4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1" name="data_6607">
            <a:extLst xmlns:a="http://schemas.openxmlformats.org/drawingml/2006/main">
              <a:ext uri="{FF2B5EF4-FFF2-40B4-BE49-F238E27FC236}">
                <a16:creationId xmlns:a16="http://schemas.microsoft.com/office/drawing/2014/main" id="{57092E4F-A465-4354-810B-781FD68E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973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2" name="data_6608">
            <a:extLst xmlns:a="http://schemas.openxmlformats.org/drawingml/2006/main">
              <a:ext uri="{FF2B5EF4-FFF2-40B4-BE49-F238E27FC236}">
                <a16:creationId xmlns:a16="http://schemas.microsoft.com/office/drawing/2014/main" id="{7E25A446-115C-438D-AC05-743AC493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2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3" name="data_6609">
            <a:extLst xmlns:a="http://schemas.openxmlformats.org/drawingml/2006/main">
              <a:ext uri="{FF2B5EF4-FFF2-40B4-BE49-F238E27FC236}">
                <a16:creationId xmlns:a16="http://schemas.microsoft.com/office/drawing/2014/main" id="{C1FE07F5-2749-42E0-8871-1DA24D8C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7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4" name="data_6610">
            <a:extLst xmlns:a="http://schemas.openxmlformats.org/drawingml/2006/main">
              <a:ext uri="{FF2B5EF4-FFF2-40B4-BE49-F238E27FC236}">
                <a16:creationId xmlns:a16="http://schemas.microsoft.com/office/drawing/2014/main" id="{E5CA0280-89CD-4258-85D7-0EFC264C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614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5" name="data_6611">
            <a:extLst xmlns:a="http://schemas.openxmlformats.org/drawingml/2006/main">
              <a:ext uri="{FF2B5EF4-FFF2-40B4-BE49-F238E27FC236}">
                <a16:creationId xmlns:a16="http://schemas.microsoft.com/office/drawing/2014/main" id="{AD73287D-7AFF-4178-9C37-9E3E8F06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6" name="data_6612">
            <a:extLst xmlns:a="http://schemas.openxmlformats.org/drawingml/2006/main">
              <a:ext uri="{FF2B5EF4-FFF2-40B4-BE49-F238E27FC236}">
                <a16:creationId xmlns:a16="http://schemas.microsoft.com/office/drawing/2014/main" id="{9AE9D9E1-B054-40D5-8443-48DE514C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4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7" name="data_6613">
            <a:extLst xmlns:a="http://schemas.openxmlformats.org/drawingml/2006/main">
              <a:ext uri="{FF2B5EF4-FFF2-40B4-BE49-F238E27FC236}">
                <a16:creationId xmlns:a16="http://schemas.microsoft.com/office/drawing/2014/main" id="{3C601359-EE04-4A8F-A3F8-B4AC18A6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54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8" name="data_6614">
            <a:extLst xmlns:a="http://schemas.openxmlformats.org/drawingml/2006/main">
              <a:ext uri="{FF2B5EF4-FFF2-40B4-BE49-F238E27FC236}">
                <a16:creationId xmlns:a16="http://schemas.microsoft.com/office/drawing/2014/main" id="{F5473819-5BDC-4C23-87F0-D40D0489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1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9" name="data_6615">
            <a:extLst xmlns:a="http://schemas.openxmlformats.org/drawingml/2006/main">
              <a:ext uri="{FF2B5EF4-FFF2-40B4-BE49-F238E27FC236}">
                <a16:creationId xmlns:a16="http://schemas.microsoft.com/office/drawing/2014/main" id="{FA6CB43B-6B57-496A-8A14-CF8DB5F5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440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0" name="data_6616">
            <a:extLst xmlns:a="http://schemas.openxmlformats.org/drawingml/2006/main">
              <a:ext uri="{FF2B5EF4-FFF2-40B4-BE49-F238E27FC236}">
                <a16:creationId xmlns:a16="http://schemas.microsoft.com/office/drawing/2014/main" id="{6A1A784E-2E12-4860-B1C9-326FCB76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3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1" name="data_6617">
            <a:extLst xmlns:a="http://schemas.openxmlformats.org/drawingml/2006/main">
              <a:ext uri="{FF2B5EF4-FFF2-40B4-BE49-F238E27FC236}">
                <a16:creationId xmlns:a16="http://schemas.microsoft.com/office/drawing/2014/main" id="{63B5CB4E-2B16-497B-8E2B-2BF06780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9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2" name="data_6618">
            <a:extLst xmlns:a="http://schemas.openxmlformats.org/drawingml/2006/main">
              <a:ext uri="{FF2B5EF4-FFF2-40B4-BE49-F238E27FC236}">
                <a16:creationId xmlns:a16="http://schemas.microsoft.com/office/drawing/2014/main" id="{E8EFDA24-1B56-4A24-A53B-14167E8D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3" name="data_6619">
            <a:extLst xmlns:a="http://schemas.openxmlformats.org/drawingml/2006/main">
              <a:ext uri="{FF2B5EF4-FFF2-40B4-BE49-F238E27FC236}">
                <a16:creationId xmlns:a16="http://schemas.microsoft.com/office/drawing/2014/main" id="{1C29BAB0-9B89-4C74-AE68-B48074D5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07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4" name="data_6620">
            <a:extLst xmlns:a="http://schemas.openxmlformats.org/drawingml/2006/main">
              <a:ext uri="{FF2B5EF4-FFF2-40B4-BE49-F238E27FC236}">
                <a16:creationId xmlns:a16="http://schemas.microsoft.com/office/drawing/2014/main" id="{1D65B494-3376-4812-92E7-40089D10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0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5" name="data_6621">
            <a:extLst xmlns:a="http://schemas.openxmlformats.org/drawingml/2006/main">
              <a:ext uri="{FF2B5EF4-FFF2-40B4-BE49-F238E27FC236}">
                <a16:creationId xmlns:a16="http://schemas.microsoft.com/office/drawing/2014/main" id="{3D777331-B93B-4F49-8E17-F43615FE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986" y="24391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6" name="data_6622">
            <a:extLst xmlns:a="http://schemas.openxmlformats.org/drawingml/2006/main">
              <a:ext uri="{FF2B5EF4-FFF2-40B4-BE49-F238E27FC236}">
                <a16:creationId xmlns:a16="http://schemas.microsoft.com/office/drawing/2014/main" id="{25D91FF6-CCC0-4EEC-8DF2-9BEA0BF7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8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7" name="data_6623">
            <a:extLst xmlns:a="http://schemas.openxmlformats.org/drawingml/2006/main">
              <a:ext uri="{FF2B5EF4-FFF2-40B4-BE49-F238E27FC236}">
                <a16:creationId xmlns:a16="http://schemas.microsoft.com/office/drawing/2014/main" id="{60DB75A5-A6F4-4D25-85DE-D93F2DFA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753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8" name="data_6624">
            <a:extLst xmlns:a="http://schemas.openxmlformats.org/drawingml/2006/main">
              <a:ext uri="{FF2B5EF4-FFF2-40B4-BE49-F238E27FC236}">
                <a16:creationId xmlns:a16="http://schemas.microsoft.com/office/drawing/2014/main" id="{D1805759-D6BE-46FB-9A87-78F995CE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6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9" name="data_6625">
            <a:extLst xmlns:a="http://schemas.openxmlformats.org/drawingml/2006/main">
              <a:ext uri="{FF2B5EF4-FFF2-40B4-BE49-F238E27FC236}">
                <a16:creationId xmlns:a16="http://schemas.microsoft.com/office/drawing/2014/main" id="{1D46E3B4-EC1F-454F-8941-7EC4B5CC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3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0" name="data_6626">
            <a:extLst xmlns:a="http://schemas.openxmlformats.org/drawingml/2006/main">
              <a:ext uri="{FF2B5EF4-FFF2-40B4-BE49-F238E27FC236}">
                <a16:creationId xmlns:a16="http://schemas.microsoft.com/office/drawing/2014/main" id="{25F7684B-40B2-4415-81FB-C1393B58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2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1" name="data_6627">
            <a:extLst xmlns:a="http://schemas.openxmlformats.org/drawingml/2006/main">
              <a:ext uri="{FF2B5EF4-FFF2-40B4-BE49-F238E27FC236}">
                <a16:creationId xmlns:a16="http://schemas.microsoft.com/office/drawing/2014/main" id="{18E680FA-F18D-42C8-A450-E969C5E9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62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2" name="data_6628">
            <a:extLst xmlns:a="http://schemas.openxmlformats.org/drawingml/2006/main">
              <a:ext uri="{FF2B5EF4-FFF2-40B4-BE49-F238E27FC236}">
                <a16:creationId xmlns:a16="http://schemas.microsoft.com/office/drawing/2014/main" id="{FA28BF87-226B-457D-857C-F7507302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4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3" name="data_6629">
            <a:extLst xmlns:a="http://schemas.openxmlformats.org/drawingml/2006/main">
              <a:ext uri="{FF2B5EF4-FFF2-40B4-BE49-F238E27FC236}">
                <a16:creationId xmlns:a16="http://schemas.microsoft.com/office/drawing/2014/main" id="{854E01B8-44B9-45C2-8A8B-4A9536E3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4" name="data_6630">
            <a:extLst xmlns:a="http://schemas.openxmlformats.org/drawingml/2006/main">
              <a:ext uri="{FF2B5EF4-FFF2-40B4-BE49-F238E27FC236}">
                <a16:creationId xmlns:a16="http://schemas.microsoft.com/office/drawing/2014/main" id="{A2663021-75AB-41D0-980D-9561C455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7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5" name="data_6631">
            <a:extLst xmlns:a="http://schemas.openxmlformats.org/drawingml/2006/main">
              <a:ext uri="{FF2B5EF4-FFF2-40B4-BE49-F238E27FC236}">
                <a16:creationId xmlns:a16="http://schemas.microsoft.com/office/drawing/2014/main" id="{E8F2E2F6-DE6A-45B5-BD5E-5A41C45F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8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6" name="data_6632">
            <a:extLst xmlns:a="http://schemas.openxmlformats.org/drawingml/2006/main">
              <a:ext uri="{FF2B5EF4-FFF2-40B4-BE49-F238E27FC236}">
                <a16:creationId xmlns:a16="http://schemas.microsoft.com/office/drawing/2014/main" id="{940FD1CB-ABA8-4873-94D1-94B29C49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486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7" name="data_6633">
            <a:extLst xmlns:a="http://schemas.openxmlformats.org/drawingml/2006/main">
              <a:ext uri="{FF2B5EF4-FFF2-40B4-BE49-F238E27FC236}">
                <a16:creationId xmlns:a16="http://schemas.microsoft.com/office/drawing/2014/main" id="{F6B9D72A-2C9F-427F-8867-ECD1D0A0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96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8" name="data_6634">
            <a:extLst xmlns:a="http://schemas.openxmlformats.org/drawingml/2006/main">
              <a:ext uri="{FF2B5EF4-FFF2-40B4-BE49-F238E27FC236}">
                <a16:creationId xmlns:a16="http://schemas.microsoft.com/office/drawing/2014/main" id="{90695204-7249-4BC4-9FA1-1E885C29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1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9" name="data_6635">
            <a:extLst xmlns:a="http://schemas.openxmlformats.org/drawingml/2006/main">
              <a:ext uri="{FF2B5EF4-FFF2-40B4-BE49-F238E27FC236}">
                <a16:creationId xmlns:a16="http://schemas.microsoft.com/office/drawing/2014/main" id="{3E1CFF3F-8782-4096-A679-46215FE7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2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0" name="data_6636">
            <a:extLst xmlns:a="http://schemas.openxmlformats.org/drawingml/2006/main">
              <a:ext uri="{FF2B5EF4-FFF2-40B4-BE49-F238E27FC236}">
                <a16:creationId xmlns:a16="http://schemas.microsoft.com/office/drawing/2014/main" id="{D51BD51B-B44D-4EF1-908A-87F08C98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040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1" name="data_6637">
            <a:extLst xmlns:a="http://schemas.openxmlformats.org/drawingml/2006/main">
              <a:ext uri="{FF2B5EF4-FFF2-40B4-BE49-F238E27FC236}">
                <a16:creationId xmlns:a16="http://schemas.microsoft.com/office/drawing/2014/main" id="{8765E330-050E-42C8-B19B-2981C2F4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19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2" name="data_6638">
            <a:extLst xmlns:a="http://schemas.openxmlformats.org/drawingml/2006/main">
              <a:ext uri="{FF2B5EF4-FFF2-40B4-BE49-F238E27FC236}">
                <a16:creationId xmlns:a16="http://schemas.microsoft.com/office/drawing/2014/main" id="{27B15BF6-07D5-4827-A5CB-F9904AE0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839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3" name="data_6639">
            <a:extLst xmlns:a="http://schemas.openxmlformats.org/drawingml/2006/main">
              <a:ext uri="{FF2B5EF4-FFF2-40B4-BE49-F238E27FC236}">
                <a16:creationId xmlns:a16="http://schemas.microsoft.com/office/drawing/2014/main" id="{6A431238-A678-410F-9C1F-8A54D5CE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284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4" name="data_6640">
            <a:extLst xmlns:a="http://schemas.openxmlformats.org/drawingml/2006/main">
              <a:ext uri="{FF2B5EF4-FFF2-40B4-BE49-F238E27FC236}">
                <a16:creationId xmlns:a16="http://schemas.microsoft.com/office/drawing/2014/main" id="{3F014517-29ED-457C-92F8-D2E28ADB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02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5" name="data_6641">
            <a:extLst xmlns:a="http://schemas.openxmlformats.org/drawingml/2006/main">
              <a:ext uri="{FF2B5EF4-FFF2-40B4-BE49-F238E27FC236}">
                <a16:creationId xmlns:a16="http://schemas.microsoft.com/office/drawing/2014/main" id="{60A36A15-C6A3-45B0-96D1-61F3279F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9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6" name="data_6642">
            <a:extLst xmlns:a="http://schemas.openxmlformats.org/drawingml/2006/main">
              <a:ext uri="{FF2B5EF4-FFF2-40B4-BE49-F238E27FC236}">
                <a16:creationId xmlns:a16="http://schemas.microsoft.com/office/drawing/2014/main" id="{2BF45DD2-CB83-4025-B28E-9E92A85B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8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7" name="data_6643">
            <a:extLst xmlns:a="http://schemas.openxmlformats.org/drawingml/2006/main">
              <a:ext uri="{FF2B5EF4-FFF2-40B4-BE49-F238E27FC236}">
                <a16:creationId xmlns:a16="http://schemas.microsoft.com/office/drawing/2014/main" id="{EF19748A-D1EB-4453-B8C3-00E284F3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66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8" name="data_6644">
            <a:extLst xmlns:a="http://schemas.openxmlformats.org/drawingml/2006/main">
              <a:ext uri="{FF2B5EF4-FFF2-40B4-BE49-F238E27FC236}">
                <a16:creationId xmlns:a16="http://schemas.microsoft.com/office/drawing/2014/main" id="{03D98314-0D44-4BAC-ADE3-8BC87209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854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9" name="data_6645">
            <a:extLst xmlns:a="http://schemas.openxmlformats.org/drawingml/2006/main">
              <a:ext uri="{FF2B5EF4-FFF2-40B4-BE49-F238E27FC236}">
                <a16:creationId xmlns:a16="http://schemas.microsoft.com/office/drawing/2014/main" id="{B2372FE9-F539-48B4-916D-4C3EA70F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457" y="238269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0" name="data_6646">
            <a:extLst xmlns:a="http://schemas.openxmlformats.org/drawingml/2006/main">
              <a:ext uri="{FF2B5EF4-FFF2-40B4-BE49-F238E27FC236}">
                <a16:creationId xmlns:a16="http://schemas.microsoft.com/office/drawing/2014/main" id="{F3007C84-BB12-4EE1-A976-0857E415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1" name="data_6647">
            <a:extLst xmlns:a="http://schemas.openxmlformats.org/drawingml/2006/main">
              <a:ext uri="{FF2B5EF4-FFF2-40B4-BE49-F238E27FC236}">
                <a16:creationId xmlns:a16="http://schemas.microsoft.com/office/drawing/2014/main" id="{BDBBAEC8-6717-4DD1-96E7-2F3CD017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3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2" name="data_6648">
            <a:extLst xmlns:a="http://schemas.openxmlformats.org/drawingml/2006/main">
              <a:ext uri="{FF2B5EF4-FFF2-40B4-BE49-F238E27FC236}">
                <a16:creationId xmlns:a16="http://schemas.microsoft.com/office/drawing/2014/main" id="{1D058C3B-B461-4F93-9771-4301CD8B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5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3" name="data_6649">
            <a:extLst xmlns:a="http://schemas.openxmlformats.org/drawingml/2006/main">
              <a:ext uri="{FF2B5EF4-FFF2-40B4-BE49-F238E27FC236}">
                <a16:creationId xmlns:a16="http://schemas.microsoft.com/office/drawing/2014/main" id="{B4DB225C-C9B2-4479-AFF4-3C1C2DFF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4" name="data_6650">
            <a:extLst xmlns:a="http://schemas.openxmlformats.org/drawingml/2006/main">
              <a:ext uri="{FF2B5EF4-FFF2-40B4-BE49-F238E27FC236}">
                <a16:creationId xmlns:a16="http://schemas.microsoft.com/office/drawing/2014/main" id="{476D01F3-421A-4EEC-8D47-069A37BA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61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5" name="data_6651">
            <a:extLst xmlns:a="http://schemas.openxmlformats.org/drawingml/2006/main">
              <a:ext uri="{FF2B5EF4-FFF2-40B4-BE49-F238E27FC236}">
                <a16:creationId xmlns:a16="http://schemas.microsoft.com/office/drawing/2014/main" id="{3B3B355C-405F-4444-89FB-83EB828C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8085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6" name="data_6652">
            <a:extLst xmlns:a="http://schemas.openxmlformats.org/drawingml/2006/main">
              <a:ext uri="{FF2B5EF4-FFF2-40B4-BE49-F238E27FC236}">
                <a16:creationId xmlns:a16="http://schemas.microsoft.com/office/drawing/2014/main" id="{4A1A4CA9-CD06-478C-8002-A5DE4BAF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54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7" name="data_6653">
            <a:extLst xmlns:a="http://schemas.openxmlformats.org/drawingml/2006/main">
              <a:ext uri="{FF2B5EF4-FFF2-40B4-BE49-F238E27FC236}">
                <a16:creationId xmlns:a16="http://schemas.microsoft.com/office/drawing/2014/main" id="{074725EC-5475-4A3C-8E72-C7BCF871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185" y="28290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8" name="data_6654">
            <a:extLst xmlns:a="http://schemas.openxmlformats.org/drawingml/2006/main">
              <a:ext uri="{FF2B5EF4-FFF2-40B4-BE49-F238E27FC236}">
                <a16:creationId xmlns:a16="http://schemas.microsoft.com/office/drawing/2014/main" id="{FA588D37-E206-4F1D-ABDF-48557B00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38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9" name="data_6655">
            <a:extLst xmlns:a="http://schemas.openxmlformats.org/drawingml/2006/main">
              <a:ext uri="{FF2B5EF4-FFF2-40B4-BE49-F238E27FC236}">
                <a16:creationId xmlns:a16="http://schemas.microsoft.com/office/drawing/2014/main" id="{1F20AFCE-91B3-479A-92F9-3ADC8FEC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7628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0" name="data_6656">
            <a:extLst xmlns:a="http://schemas.openxmlformats.org/drawingml/2006/main">
              <a:ext uri="{FF2B5EF4-FFF2-40B4-BE49-F238E27FC236}">
                <a16:creationId xmlns:a16="http://schemas.microsoft.com/office/drawing/2014/main" id="{556F26E1-465A-4E54-8488-94EC4D75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709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1" name="data_6657">
            <a:extLst xmlns:a="http://schemas.openxmlformats.org/drawingml/2006/main">
              <a:ext uri="{FF2B5EF4-FFF2-40B4-BE49-F238E27FC236}">
                <a16:creationId xmlns:a16="http://schemas.microsoft.com/office/drawing/2014/main" id="{CC492CBE-864E-4A2C-8366-88505846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3623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2" name="data_6658">
            <a:extLst xmlns:a="http://schemas.openxmlformats.org/drawingml/2006/main">
              <a:ext uri="{FF2B5EF4-FFF2-40B4-BE49-F238E27FC236}">
                <a16:creationId xmlns:a16="http://schemas.microsoft.com/office/drawing/2014/main" id="{9ACEB164-403F-4FC1-B7BF-0276FBAB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83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3" name="data_6659">
            <a:extLst xmlns:a="http://schemas.openxmlformats.org/drawingml/2006/main">
              <a:ext uri="{FF2B5EF4-FFF2-40B4-BE49-F238E27FC236}">
                <a16:creationId xmlns:a16="http://schemas.microsoft.com/office/drawing/2014/main" id="{CB8FEC0A-D915-4503-9E6A-B8DEB218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4" name="data_6660">
            <a:extLst xmlns:a="http://schemas.openxmlformats.org/drawingml/2006/main">
              <a:ext uri="{FF2B5EF4-FFF2-40B4-BE49-F238E27FC236}">
                <a16:creationId xmlns:a16="http://schemas.microsoft.com/office/drawing/2014/main" id="{8B4DAFC5-F15A-4562-8012-CB65CC3E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794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5" name="data_6661">
            <a:extLst xmlns:a="http://schemas.openxmlformats.org/drawingml/2006/main">
              <a:ext uri="{FF2B5EF4-FFF2-40B4-BE49-F238E27FC236}">
                <a16:creationId xmlns:a16="http://schemas.microsoft.com/office/drawing/2014/main" id="{F1D63156-46D3-47C4-A682-2C4E01C3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848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6" name="data_6662">
            <a:extLst xmlns:a="http://schemas.openxmlformats.org/drawingml/2006/main">
              <a:ext uri="{FF2B5EF4-FFF2-40B4-BE49-F238E27FC236}">
                <a16:creationId xmlns:a16="http://schemas.microsoft.com/office/drawing/2014/main" id="{43EA7719-053D-458B-8C90-88D49AC3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22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7" name="data_6663">
            <a:extLst xmlns:a="http://schemas.openxmlformats.org/drawingml/2006/main">
              <a:ext uri="{FF2B5EF4-FFF2-40B4-BE49-F238E27FC236}">
                <a16:creationId xmlns:a16="http://schemas.microsoft.com/office/drawing/2014/main" id="{15C7AC39-860D-40DA-A490-D46B5705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8" name="data_6664">
            <a:extLst xmlns:a="http://schemas.openxmlformats.org/drawingml/2006/main">
              <a:ext uri="{FF2B5EF4-FFF2-40B4-BE49-F238E27FC236}">
                <a16:creationId xmlns:a16="http://schemas.microsoft.com/office/drawing/2014/main" id="{E9AF69D9-2CA9-4420-8BD0-D91AFF89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849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9" name="data_6665">
            <a:extLst xmlns:a="http://schemas.openxmlformats.org/drawingml/2006/main">
              <a:ext uri="{FF2B5EF4-FFF2-40B4-BE49-F238E27FC236}">
                <a16:creationId xmlns:a16="http://schemas.microsoft.com/office/drawing/2014/main" id="{03163495-F6AD-4558-A32A-BFC61A53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345" y="298179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0" name="data_6666">
            <a:extLst xmlns:a="http://schemas.openxmlformats.org/drawingml/2006/main">
              <a:ext uri="{FF2B5EF4-FFF2-40B4-BE49-F238E27FC236}">
                <a16:creationId xmlns:a16="http://schemas.microsoft.com/office/drawing/2014/main" id="{44444386-639F-4C33-A866-5BFACADC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239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1" name="data_6667">
            <a:extLst xmlns:a="http://schemas.openxmlformats.org/drawingml/2006/main">
              <a:ext uri="{FF2B5EF4-FFF2-40B4-BE49-F238E27FC236}">
                <a16:creationId xmlns:a16="http://schemas.microsoft.com/office/drawing/2014/main" id="{E7E6C302-486A-4F53-B459-7C374F0B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3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2" name="data_6668">
            <a:extLst xmlns:a="http://schemas.openxmlformats.org/drawingml/2006/main">
              <a:ext uri="{FF2B5EF4-FFF2-40B4-BE49-F238E27FC236}">
                <a16:creationId xmlns:a16="http://schemas.microsoft.com/office/drawing/2014/main" id="{18F84B77-B8A3-4127-AF0C-BF8F285B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92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3" name="data_6669">
            <a:extLst xmlns:a="http://schemas.openxmlformats.org/drawingml/2006/main">
              <a:ext uri="{FF2B5EF4-FFF2-40B4-BE49-F238E27FC236}">
                <a16:creationId xmlns:a16="http://schemas.microsoft.com/office/drawing/2014/main" id="{7C45CFE3-1E13-49E4-B2BC-04F0E21F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07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4" name="data_6670">
            <a:extLst xmlns:a="http://schemas.openxmlformats.org/drawingml/2006/main">
              <a:ext uri="{FF2B5EF4-FFF2-40B4-BE49-F238E27FC236}">
                <a16:creationId xmlns:a16="http://schemas.microsoft.com/office/drawing/2014/main" id="{F363798E-EBEB-4677-AE27-1B69976F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836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5" name="data_6671">
            <a:extLst xmlns:a="http://schemas.openxmlformats.org/drawingml/2006/main">
              <a:ext uri="{FF2B5EF4-FFF2-40B4-BE49-F238E27FC236}">
                <a16:creationId xmlns:a16="http://schemas.microsoft.com/office/drawing/2014/main" id="{D573651D-2435-4B24-A29D-6D5066C0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16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6" name="data_6672">
            <a:extLst xmlns:a="http://schemas.openxmlformats.org/drawingml/2006/main">
              <a:ext uri="{FF2B5EF4-FFF2-40B4-BE49-F238E27FC236}">
                <a16:creationId xmlns:a16="http://schemas.microsoft.com/office/drawing/2014/main" id="{01ADF815-AC71-4F4F-8EED-84A41E21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7" name="data_6673">
            <a:extLst xmlns:a="http://schemas.openxmlformats.org/drawingml/2006/main">
              <a:ext uri="{FF2B5EF4-FFF2-40B4-BE49-F238E27FC236}">
                <a16:creationId xmlns:a16="http://schemas.microsoft.com/office/drawing/2014/main" id="{20954087-BB15-4CF2-817D-098E3034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8" name="data_6674">
            <a:extLst xmlns:a="http://schemas.openxmlformats.org/drawingml/2006/main">
              <a:ext uri="{FF2B5EF4-FFF2-40B4-BE49-F238E27FC236}">
                <a16:creationId xmlns:a16="http://schemas.microsoft.com/office/drawing/2014/main" id="{5E6AA138-484E-44B7-A05E-374CC01F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82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9" name="data_6675">
            <a:extLst xmlns:a="http://schemas.openxmlformats.org/drawingml/2006/main">
              <a:ext uri="{FF2B5EF4-FFF2-40B4-BE49-F238E27FC236}">
                <a16:creationId xmlns:a16="http://schemas.microsoft.com/office/drawing/2014/main" id="{FAFF52FF-7CA5-4F42-9F4F-72FADA3A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0" name="data_6676">
            <a:extLst xmlns:a="http://schemas.openxmlformats.org/drawingml/2006/main">
              <a:ext uri="{FF2B5EF4-FFF2-40B4-BE49-F238E27FC236}">
                <a16:creationId xmlns:a16="http://schemas.microsoft.com/office/drawing/2014/main" id="{137E8E5F-1CDB-4DA5-984B-968B017E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12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1" name="data_6677">
            <a:extLst xmlns:a="http://schemas.openxmlformats.org/drawingml/2006/main">
              <a:ext uri="{FF2B5EF4-FFF2-40B4-BE49-F238E27FC236}">
                <a16:creationId xmlns:a16="http://schemas.microsoft.com/office/drawing/2014/main" id="{6602ABA7-1C0E-4342-A673-AA834BBC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26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2" name="data_6678">
            <a:extLst xmlns:a="http://schemas.openxmlformats.org/drawingml/2006/main">
              <a:ext uri="{FF2B5EF4-FFF2-40B4-BE49-F238E27FC236}">
                <a16:creationId xmlns:a16="http://schemas.microsoft.com/office/drawing/2014/main" id="{CD6C438D-C0D2-4DA5-8240-C44959C0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3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3" name="data_6679">
            <a:extLst xmlns:a="http://schemas.openxmlformats.org/drawingml/2006/main">
              <a:ext uri="{FF2B5EF4-FFF2-40B4-BE49-F238E27FC236}">
                <a16:creationId xmlns:a16="http://schemas.microsoft.com/office/drawing/2014/main" id="{A5BB0FF2-6EE0-43B3-8045-484DD252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16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4" name="data_6680">
            <a:extLst xmlns:a="http://schemas.openxmlformats.org/drawingml/2006/main">
              <a:ext uri="{FF2B5EF4-FFF2-40B4-BE49-F238E27FC236}">
                <a16:creationId xmlns:a16="http://schemas.microsoft.com/office/drawing/2014/main" id="{E1849663-AEDE-47F6-9231-980E6364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5" name="data_6681">
            <a:extLst xmlns:a="http://schemas.openxmlformats.org/drawingml/2006/main">
              <a:ext uri="{FF2B5EF4-FFF2-40B4-BE49-F238E27FC236}">
                <a16:creationId xmlns:a16="http://schemas.microsoft.com/office/drawing/2014/main" id="{009DBDC6-93FC-47F0-8D57-DE816A1A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314" y="2624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6" name="data_6682">
            <a:extLst xmlns:a="http://schemas.openxmlformats.org/drawingml/2006/main">
              <a:ext uri="{FF2B5EF4-FFF2-40B4-BE49-F238E27FC236}">
                <a16:creationId xmlns:a16="http://schemas.microsoft.com/office/drawing/2014/main" id="{777074B3-E2E6-48D6-8403-C7D61B83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3917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7" name="data_6683">
            <a:extLst xmlns:a="http://schemas.openxmlformats.org/drawingml/2006/main">
              <a:ext uri="{FF2B5EF4-FFF2-40B4-BE49-F238E27FC236}">
                <a16:creationId xmlns:a16="http://schemas.microsoft.com/office/drawing/2014/main" id="{272163E5-0366-489C-9785-9F0A5684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66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8" name="data_6684">
            <a:extLst xmlns:a="http://schemas.openxmlformats.org/drawingml/2006/main">
              <a:ext uri="{FF2B5EF4-FFF2-40B4-BE49-F238E27FC236}">
                <a16:creationId xmlns:a16="http://schemas.microsoft.com/office/drawing/2014/main" id="{53EF179D-F95D-4A9A-A503-C63F8FF6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9" name="data_6685">
            <a:extLst xmlns:a="http://schemas.openxmlformats.org/drawingml/2006/main">
              <a:ext uri="{FF2B5EF4-FFF2-40B4-BE49-F238E27FC236}">
                <a16:creationId xmlns:a16="http://schemas.microsoft.com/office/drawing/2014/main" id="{3941F17F-761A-4867-AD99-937B8916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98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0" name="data_6686">
            <a:extLst xmlns:a="http://schemas.openxmlformats.org/drawingml/2006/main">
              <a:ext uri="{FF2B5EF4-FFF2-40B4-BE49-F238E27FC236}">
                <a16:creationId xmlns:a16="http://schemas.microsoft.com/office/drawing/2014/main" id="{7833686A-1EF3-46C8-B97E-4E450550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1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1" name="data_6687">
            <a:extLst xmlns:a="http://schemas.openxmlformats.org/drawingml/2006/main">
              <a:ext uri="{FF2B5EF4-FFF2-40B4-BE49-F238E27FC236}">
                <a16:creationId xmlns:a16="http://schemas.microsoft.com/office/drawing/2014/main" id="{162C0F11-AC92-43E2-B275-D043EE46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824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2" name="data_6688">
            <a:extLst xmlns:a="http://schemas.openxmlformats.org/drawingml/2006/main">
              <a:ext uri="{FF2B5EF4-FFF2-40B4-BE49-F238E27FC236}">
                <a16:creationId xmlns:a16="http://schemas.microsoft.com/office/drawing/2014/main" id="{3CBAF5FC-ACA7-495D-9DBB-72EF5ED8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0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3" name="data_6689">
            <a:extLst xmlns:a="http://schemas.openxmlformats.org/drawingml/2006/main">
              <a:ext uri="{FF2B5EF4-FFF2-40B4-BE49-F238E27FC236}">
                <a16:creationId xmlns:a16="http://schemas.microsoft.com/office/drawing/2014/main" id="{00D51B9F-2D30-4E87-B06C-CCBEA1F7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3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4" name="data_6690">
            <a:extLst xmlns:a="http://schemas.openxmlformats.org/drawingml/2006/main">
              <a:ext uri="{FF2B5EF4-FFF2-40B4-BE49-F238E27FC236}">
                <a16:creationId xmlns:a16="http://schemas.microsoft.com/office/drawing/2014/main" id="{7188D6B1-F9D8-4EB6-A8C1-CA018B70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35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5" name="data_6691">
            <a:extLst xmlns:a="http://schemas.openxmlformats.org/drawingml/2006/main">
              <a:ext uri="{FF2B5EF4-FFF2-40B4-BE49-F238E27FC236}">
                <a16:creationId xmlns:a16="http://schemas.microsoft.com/office/drawing/2014/main" id="{5BFE5612-C453-4F0F-B77A-C1E46874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532" y="224449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6" name="data_6692">
            <a:extLst xmlns:a="http://schemas.openxmlformats.org/drawingml/2006/main">
              <a:ext uri="{FF2B5EF4-FFF2-40B4-BE49-F238E27FC236}">
                <a16:creationId xmlns:a16="http://schemas.microsoft.com/office/drawing/2014/main" id="{D7BF0053-17E2-418A-8960-BEA8718D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6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7" name="data_6693">
            <a:extLst xmlns:a="http://schemas.openxmlformats.org/drawingml/2006/main">
              <a:ext uri="{FF2B5EF4-FFF2-40B4-BE49-F238E27FC236}">
                <a16:creationId xmlns:a16="http://schemas.microsoft.com/office/drawing/2014/main" id="{1803A8F0-BB5D-4D6D-BC10-A0410DF1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75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8" name="data_6694">
            <a:extLst xmlns:a="http://schemas.openxmlformats.org/drawingml/2006/main">
              <a:ext uri="{FF2B5EF4-FFF2-40B4-BE49-F238E27FC236}">
                <a16:creationId xmlns:a16="http://schemas.microsoft.com/office/drawing/2014/main" id="{30FC8642-5668-462C-93E5-D0FCE173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3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9" name="data_6695">
            <a:extLst xmlns:a="http://schemas.openxmlformats.org/drawingml/2006/main">
              <a:ext uri="{FF2B5EF4-FFF2-40B4-BE49-F238E27FC236}">
                <a16:creationId xmlns:a16="http://schemas.microsoft.com/office/drawing/2014/main" id="{90612E62-2B3A-4AD0-8C22-CBDE14A1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2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0" name="data_6696">
            <a:extLst xmlns:a="http://schemas.openxmlformats.org/drawingml/2006/main">
              <a:ext uri="{FF2B5EF4-FFF2-40B4-BE49-F238E27FC236}">
                <a16:creationId xmlns:a16="http://schemas.microsoft.com/office/drawing/2014/main" id="{C47B807A-F671-45C6-A1DF-2C3410EB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279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1" name="data_6697">
            <a:extLst xmlns:a="http://schemas.openxmlformats.org/drawingml/2006/main">
              <a:ext uri="{FF2B5EF4-FFF2-40B4-BE49-F238E27FC236}">
                <a16:creationId xmlns:a16="http://schemas.microsoft.com/office/drawing/2014/main" id="{F8C5FDF1-695B-49E8-82C4-C00E8CF3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834" y="29256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2" name="data_6698">
            <a:extLst xmlns:a="http://schemas.openxmlformats.org/drawingml/2006/main">
              <a:ext uri="{FF2B5EF4-FFF2-40B4-BE49-F238E27FC236}">
                <a16:creationId xmlns:a16="http://schemas.microsoft.com/office/drawing/2014/main" id="{EDF4E438-DB50-4635-9A03-41E65D76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466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3" name="data_6699">
            <a:extLst xmlns:a="http://schemas.openxmlformats.org/drawingml/2006/main">
              <a:ext uri="{FF2B5EF4-FFF2-40B4-BE49-F238E27FC236}">
                <a16:creationId xmlns:a16="http://schemas.microsoft.com/office/drawing/2014/main" id="{2AEF8AC6-AFD1-4F47-AD36-BA1DEEB1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88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4" name="data_6700">
            <a:extLst xmlns:a="http://schemas.openxmlformats.org/drawingml/2006/main">
              <a:ext uri="{FF2B5EF4-FFF2-40B4-BE49-F238E27FC236}">
                <a16:creationId xmlns:a16="http://schemas.microsoft.com/office/drawing/2014/main" id="{C096103E-B2E8-4242-B7AF-2528C95B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5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5" name="data_6701">
            <a:extLst xmlns:a="http://schemas.openxmlformats.org/drawingml/2006/main">
              <a:ext uri="{FF2B5EF4-FFF2-40B4-BE49-F238E27FC236}">
                <a16:creationId xmlns:a16="http://schemas.microsoft.com/office/drawing/2014/main" id="{CEC29B6F-5BFE-4317-9399-9AA08592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1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6" name="data_6702">
            <a:extLst xmlns:a="http://schemas.openxmlformats.org/drawingml/2006/main">
              <a:ext uri="{FF2B5EF4-FFF2-40B4-BE49-F238E27FC236}">
                <a16:creationId xmlns:a16="http://schemas.microsoft.com/office/drawing/2014/main" id="{2D68B72A-08F9-4912-B800-AD1E24A0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3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7" name="data_6703">
            <a:extLst xmlns:a="http://schemas.openxmlformats.org/drawingml/2006/main">
              <a:ext uri="{FF2B5EF4-FFF2-40B4-BE49-F238E27FC236}">
                <a16:creationId xmlns:a16="http://schemas.microsoft.com/office/drawing/2014/main" id="{D6179D41-599B-4016-B9C3-13A4B744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445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8" name="data_6704">
            <a:extLst xmlns:a="http://schemas.openxmlformats.org/drawingml/2006/main">
              <a:ext uri="{FF2B5EF4-FFF2-40B4-BE49-F238E27FC236}">
                <a16:creationId xmlns:a16="http://schemas.microsoft.com/office/drawing/2014/main" id="{DA31039F-402B-440A-B2AD-55A5CA9B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91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9" name="data_6705">
            <a:extLst xmlns:a="http://schemas.openxmlformats.org/drawingml/2006/main">
              <a:ext uri="{FF2B5EF4-FFF2-40B4-BE49-F238E27FC236}">
                <a16:creationId xmlns:a16="http://schemas.microsoft.com/office/drawing/2014/main" id="{01AB95BB-87E6-4B4D-8C4D-2A8E4E9A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199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0" name="data_6706">
            <a:extLst xmlns:a="http://schemas.openxmlformats.org/drawingml/2006/main">
              <a:ext uri="{FF2B5EF4-FFF2-40B4-BE49-F238E27FC236}">
                <a16:creationId xmlns:a16="http://schemas.microsoft.com/office/drawing/2014/main" id="{AB99585C-24E8-48E8-B94C-247667CE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9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1" name="data_6707">
            <a:extLst xmlns:a="http://schemas.openxmlformats.org/drawingml/2006/main">
              <a:ext uri="{FF2B5EF4-FFF2-40B4-BE49-F238E27FC236}">
                <a16:creationId xmlns:a16="http://schemas.microsoft.com/office/drawing/2014/main" id="{319A80B3-4A77-4C50-AC31-0C8FD668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94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2" name="data_6708">
            <a:extLst xmlns:a="http://schemas.openxmlformats.org/drawingml/2006/main">
              <a:ext uri="{FF2B5EF4-FFF2-40B4-BE49-F238E27FC236}">
                <a16:creationId xmlns:a16="http://schemas.microsoft.com/office/drawing/2014/main" id="{ACB11AF4-D347-4EBB-867D-EF1B163E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1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3" name="data_6709">
            <a:extLst xmlns:a="http://schemas.openxmlformats.org/drawingml/2006/main">
              <a:ext uri="{FF2B5EF4-FFF2-40B4-BE49-F238E27FC236}">
                <a16:creationId xmlns:a16="http://schemas.microsoft.com/office/drawing/2014/main" id="{D60259EC-AABE-445F-B4DE-342953AC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97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4" name="data_6710">
            <a:extLst xmlns:a="http://schemas.openxmlformats.org/drawingml/2006/main">
              <a:ext uri="{FF2B5EF4-FFF2-40B4-BE49-F238E27FC236}">
                <a16:creationId xmlns:a16="http://schemas.microsoft.com/office/drawing/2014/main" id="{1761FD07-C0FD-4374-A776-7393D476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23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5" name="data_6711">
            <a:extLst xmlns:a="http://schemas.openxmlformats.org/drawingml/2006/main">
              <a:ext uri="{FF2B5EF4-FFF2-40B4-BE49-F238E27FC236}">
                <a16:creationId xmlns:a16="http://schemas.microsoft.com/office/drawing/2014/main" id="{DBA6792D-1A0D-4CEF-B074-3D6BF56A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6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6" name="data_6712">
            <a:extLst xmlns:a="http://schemas.openxmlformats.org/drawingml/2006/main">
              <a:ext uri="{FF2B5EF4-FFF2-40B4-BE49-F238E27FC236}">
                <a16:creationId xmlns:a16="http://schemas.microsoft.com/office/drawing/2014/main" id="{1AB9662F-FF95-4253-9A24-99545E0E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22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7" name="data_6713">
            <a:extLst xmlns:a="http://schemas.openxmlformats.org/drawingml/2006/main">
              <a:ext uri="{FF2B5EF4-FFF2-40B4-BE49-F238E27FC236}">
                <a16:creationId xmlns:a16="http://schemas.microsoft.com/office/drawing/2014/main" id="{0B3C66E7-E333-4919-A054-E6725CC1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8" name="data_6714">
            <a:extLst xmlns:a="http://schemas.openxmlformats.org/drawingml/2006/main">
              <a:ext uri="{FF2B5EF4-FFF2-40B4-BE49-F238E27FC236}">
                <a16:creationId xmlns:a16="http://schemas.microsoft.com/office/drawing/2014/main" id="{C924A506-4446-4F70-8583-39EBC478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87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9" name="data_6715">
            <a:extLst xmlns:a="http://schemas.openxmlformats.org/drawingml/2006/main">
              <a:ext uri="{FF2B5EF4-FFF2-40B4-BE49-F238E27FC236}">
                <a16:creationId xmlns:a16="http://schemas.microsoft.com/office/drawing/2014/main" id="{7EE68DB0-17FD-4A47-8DEB-E0ED9901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46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0" name="data_6716">
            <a:extLst xmlns:a="http://schemas.openxmlformats.org/drawingml/2006/main">
              <a:ext uri="{FF2B5EF4-FFF2-40B4-BE49-F238E27FC236}">
                <a16:creationId xmlns:a16="http://schemas.microsoft.com/office/drawing/2014/main" id="{6E0FB64E-7827-4C96-8693-86391E1F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1" name="data_6717">
            <a:extLst xmlns:a="http://schemas.openxmlformats.org/drawingml/2006/main">
              <a:ext uri="{FF2B5EF4-FFF2-40B4-BE49-F238E27FC236}">
                <a16:creationId xmlns:a16="http://schemas.microsoft.com/office/drawing/2014/main" id="{B61D4A62-6427-4668-8AE0-9867F661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96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2" name="data_6718">
            <a:extLst xmlns:a="http://schemas.openxmlformats.org/drawingml/2006/main">
              <a:ext uri="{FF2B5EF4-FFF2-40B4-BE49-F238E27FC236}">
                <a16:creationId xmlns:a16="http://schemas.microsoft.com/office/drawing/2014/main" id="{AF90228A-2DB6-482D-A278-B2F53B18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87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3" name="data_6719">
            <a:extLst xmlns:a="http://schemas.openxmlformats.org/drawingml/2006/main">
              <a:ext uri="{FF2B5EF4-FFF2-40B4-BE49-F238E27FC236}">
                <a16:creationId xmlns:a16="http://schemas.microsoft.com/office/drawing/2014/main" id="{E9F8704D-7598-4424-AAC3-D5F9E66C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6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4" name="data_6720">
            <a:extLst xmlns:a="http://schemas.openxmlformats.org/drawingml/2006/main">
              <a:ext uri="{FF2B5EF4-FFF2-40B4-BE49-F238E27FC236}">
                <a16:creationId xmlns:a16="http://schemas.microsoft.com/office/drawing/2014/main" id="{346A577A-358C-4B14-8F0E-71BF2525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5" name="data_6721">
            <a:extLst xmlns:a="http://schemas.openxmlformats.org/drawingml/2006/main">
              <a:ext uri="{FF2B5EF4-FFF2-40B4-BE49-F238E27FC236}">
                <a16:creationId xmlns:a16="http://schemas.microsoft.com/office/drawing/2014/main" id="{ABADB59C-1861-428B-B24A-F053D833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5674" y="22963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6" name="data_6722">
            <a:extLst xmlns:a="http://schemas.openxmlformats.org/drawingml/2006/main">
              <a:ext uri="{FF2B5EF4-FFF2-40B4-BE49-F238E27FC236}">
                <a16:creationId xmlns:a16="http://schemas.microsoft.com/office/drawing/2014/main" id="{17140D48-DD9A-4994-ACAB-F35E1926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0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7" name="data_6723">
            <a:extLst xmlns:a="http://schemas.openxmlformats.org/drawingml/2006/main">
              <a:ext uri="{FF2B5EF4-FFF2-40B4-BE49-F238E27FC236}">
                <a16:creationId xmlns:a16="http://schemas.microsoft.com/office/drawing/2014/main" id="{ED23985C-552F-4354-9995-559696FA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541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8" name="data_6724">
            <a:extLst xmlns:a="http://schemas.openxmlformats.org/drawingml/2006/main">
              <a:ext uri="{FF2B5EF4-FFF2-40B4-BE49-F238E27FC236}">
                <a16:creationId xmlns:a16="http://schemas.microsoft.com/office/drawing/2014/main" id="{D7163B7C-F2DD-46A3-A3CF-DB344957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2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9" name="data_6725">
            <a:extLst xmlns:a="http://schemas.openxmlformats.org/drawingml/2006/main">
              <a:ext uri="{FF2B5EF4-FFF2-40B4-BE49-F238E27FC236}">
                <a16:creationId xmlns:a16="http://schemas.microsoft.com/office/drawing/2014/main" id="{6E476FC1-14EC-4377-93C8-789CA6B6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219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0" name="data_6726">
            <a:extLst xmlns:a="http://schemas.openxmlformats.org/drawingml/2006/main">
              <a:ext uri="{FF2B5EF4-FFF2-40B4-BE49-F238E27FC236}">
                <a16:creationId xmlns:a16="http://schemas.microsoft.com/office/drawing/2014/main" id="{87C495DC-BA55-40CB-9920-D473D569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4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1" name="data_6727">
            <a:extLst xmlns:a="http://schemas.openxmlformats.org/drawingml/2006/main">
              <a:ext uri="{FF2B5EF4-FFF2-40B4-BE49-F238E27FC236}">
                <a16:creationId xmlns:a16="http://schemas.microsoft.com/office/drawing/2014/main" id="{E3776DF3-6666-40E1-8A33-BD589577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31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2" name="data_6728">
            <a:extLst xmlns:a="http://schemas.openxmlformats.org/drawingml/2006/main">
              <a:ext uri="{FF2B5EF4-FFF2-40B4-BE49-F238E27FC236}">
                <a16:creationId xmlns:a16="http://schemas.microsoft.com/office/drawing/2014/main" id="{D6B06CB3-D341-43C9-8923-CA65735D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3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3" name="data_6729">
            <a:extLst xmlns:a="http://schemas.openxmlformats.org/drawingml/2006/main">
              <a:ext uri="{FF2B5EF4-FFF2-40B4-BE49-F238E27FC236}">
                <a16:creationId xmlns:a16="http://schemas.microsoft.com/office/drawing/2014/main" id="{933A3F4B-80FF-4B8C-8ACD-28E24A9B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67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4" name="data_6730">
            <a:extLst xmlns:a="http://schemas.openxmlformats.org/drawingml/2006/main">
              <a:ext uri="{FF2B5EF4-FFF2-40B4-BE49-F238E27FC236}">
                <a16:creationId xmlns:a16="http://schemas.microsoft.com/office/drawing/2014/main" id="{F3136680-F952-4038-A230-8E5C2519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1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5" name="data_6731">
            <a:extLst xmlns:a="http://schemas.openxmlformats.org/drawingml/2006/main">
              <a:ext uri="{FF2B5EF4-FFF2-40B4-BE49-F238E27FC236}">
                <a16:creationId xmlns:a16="http://schemas.microsoft.com/office/drawing/2014/main" id="{38334FA0-9624-4C4A-B249-3E721E88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99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6" name="data_6732">
            <a:extLst xmlns:a="http://schemas.openxmlformats.org/drawingml/2006/main">
              <a:ext uri="{FF2B5EF4-FFF2-40B4-BE49-F238E27FC236}">
                <a16:creationId xmlns:a16="http://schemas.microsoft.com/office/drawing/2014/main" id="{D0484878-27DC-4A63-9BFF-41D4F916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7" name="data_6733">
            <a:extLst xmlns:a="http://schemas.openxmlformats.org/drawingml/2006/main">
              <a:ext uri="{FF2B5EF4-FFF2-40B4-BE49-F238E27FC236}">
                <a16:creationId xmlns:a16="http://schemas.microsoft.com/office/drawing/2014/main" id="{30BEC45C-47AE-417A-A1E6-52E4D712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5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8" name="data_6734">
            <a:extLst xmlns:a="http://schemas.openxmlformats.org/drawingml/2006/main">
              <a:ext uri="{FF2B5EF4-FFF2-40B4-BE49-F238E27FC236}">
                <a16:creationId xmlns:a16="http://schemas.microsoft.com/office/drawing/2014/main" id="{E37C319E-F85E-4A5D-9504-62EAC1E1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177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9" name="data_6735">
            <a:extLst xmlns:a="http://schemas.openxmlformats.org/drawingml/2006/main">
              <a:ext uri="{FF2B5EF4-FFF2-40B4-BE49-F238E27FC236}">
                <a16:creationId xmlns:a16="http://schemas.microsoft.com/office/drawing/2014/main" id="{8B75D114-85B8-4674-B8E8-5A1274DF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36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0" name="data_6736">
            <a:extLst xmlns:a="http://schemas.openxmlformats.org/drawingml/2006/main">
              <a:ext uri="{FF2B5EF4-FFF2-40B4-BE49-F238E27FC236}">
                <a16:creationId xmlns:a16="http://schemas.microsoft.com/office/drawing/2014/main" id="{B9539E62-F841-43D2-B5A9-791377FB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47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1" name="data_6737">
            <a:extLst xmlns:a="http://schemas.openxmlformats.org/drawingml/2006/main">
              <a:ext uri="{FF2B5EF4-FFF2-40B4-BE49-F238E27FC236}">
                <a16:creationId xmlns:a16="http://schemas.microsoft.com/office/drawing/2014/main" id="{2CAD69BF-454C-455D-BF84-A763FB33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7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2" name="data_6738">
            <a:extLst xmlns:a="http://schemas.openxmlformats.org/drawingml/2006/main">
              <a:ext uri="{FF2B5EF4-FFF2-40B4-BE49-F238E27FC236}">
                <a16:creationId xmlns:a16="http://schemas.microsoft.com/office/drawing/2014/main" id="{A540273F-BB26-460C-A304-53B54C67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37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3" name="data_6739">
            <a:extLst xmlns:a="http://schemas.openxmlformats.org/drawingml/2006/main">
              <a:ext uri="{FF2B5EF4-FFF2-40B4-BE49-F238E27FC236}">
                <a16:creationId xmlns:a16="http://schemas.microsoft.com/office/drawing/2014/main" id="{A14D95FB-0643-438C-82F6-98D47203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75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4" name="data_6740">
            <a:extLst xmlns:a="http://schemas.openxmlformats.org/drawingml/2006/main">
              <a:ext uri="{FF2B5EF4-FFF2-40B4-BE49-F238E27FC236}">
                <a16:creationId xmlns:a16="http://schemas.microsoft.com/office/drawing/2014/main" id="{36532C80-32CE-42F8-82B9-3891F498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56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5" name="data_6741">
            <a:extLst xmlns:a="http://schemas.openxmlformats.org/drawingml/2006/main">
              <a:ext uri="{FF2B5EF4-FFF2-40B4-BE49-F238E27FC236}">
                <a16:creationId xmlns:a16="http://schemas.microsoft.com/office/drawing/2014/main" id="{1765910E-0EB5-4185-864A-D78D4FB0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1732" y="289293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6" name="data_6742">
            <a:extLst xmlns:a="http://schemas.openxmlformats.org/drawingml/2006/main">
              <a:ext uri="{FF2B5EF4-FFF2-40B4-BE49-F238E27FC236}">
                <a16:creationId xmlns:a16="http://schemas.microsoft.com/office/drawing/2014/main" id="{07754D43-C220-4663-BD6B-076293DE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83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7" name="data_6743">
            <a:extLst xmlns:a="http://schemas.openxmlformats.org/drawingml/2006/main">
              <a:ext uri="{FF2B5EF4-FFF2-40B4-BE49-F238E27FC236}">
                <a16:creationId xmlns:a16="http://schemas.microsoft.com/office/drawing/2014/main" id="{C39A0E15-9B2B-47BF-BF44-78F50733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8" name="data_6744">
            <a:extLst xmlns:a="http://schemas.openxmlformats.org/drawingml/2006/main">
              <a:ext uri="{FF2B5EF4-FFF2-40B4-BE49-F238E27FC236}">
                <a16:creationId xmlns:a16="http://schemas.microsoft.com/office/drawing/2014/main" id="{3A38E09E-71F9-4EEA-89FE-0BF92693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3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9" name="data_6745">
            <a:extLst xmlns:a="http://schemas.openxmlformats.org/drawingml/2006/main">
              <a:ext uri="{FF2B5EF4-FFF2-40B4-BE49-F238E27FC236}">
                <a16:creationId xmlns:a16="http://schemas.microsoft.com/office/drawing/2014/main" id="{FD897EA2-8980-4B15-B94C-379060E7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6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0" name="data_6746">
            <a:extLst xmlns:a="http://schemas.openxmlformats.org/drawingml/2006/main">
              <a:ext uri="{FF2B5EF4-FFF2-40B4-BE49-F238E27FC236}">
                <a16:creationId xmlns:a16="http://schemas.microsoft.com/office/drawing/2014/main" id="{D35F8505-CF6E-4A14-8B16-30E28E3F9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37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1" name="data_6747">
            <a:extLst xmlns:a="http://schemas.openxmlformats.org/drawingml/2006/main">
              <a:ext uri="{FF2B5EF4-FFF2-40B4-BE49-F238E27FC236}">
                <a16:creationId xmlns:a16="http://schemas.microsoft.com/office/drawing/2014/main" id="{BE782002-275D-44A2-8AE3-4A8C108C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422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2" name="data_6748">
            <a:extLst xmlns:a="http://schemas.openxmlformats.org/drawingml/2006/main">
              <a:ext uri="{FF2B5EF4-FFF2-40B4-BE49-F238E27FC236}">
                <a16:creationId xmlns:a16="http://schemas.microsoft.com/office/drawing/2014/main" id="{C1874B6A-D235-4745-9339-F0BD6006C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0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3" name="data_6749">
            <a:extLst xmlns:a="http://schemas.openxmlformats.org/drawingml/2006/main">
              <a:ext uri="{FF2B5EF4-FFF2-40B4-BE49-F238E27FC236}">
                <a16:creationId xmlns:a16="http://schemas.microsoft.com/office/drawing/2014/main" id="{70DEAD2D-541F-4AA5-88F3-CFF41B34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4" name="data_6750">
            <a:extLst xmlns:a="http://schemas.openxmlformats.org/drawingml/2006/main">
              <a:ext uri="{FF2B5EF4-FFF2-40B4-BE49-F238E27FC236}">
                <a16:creationId xmlns:a16="http://schemas.microsoft.com/office/drawing/2014/main" id="{19B21FA7-9D20-4470-8A5A-D16195BA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79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5" name="data_6751">
            <a:extLst xmlns:a="http://schemas.openxmlformats.org/drawingml/2006/main">
              <a:ext uri="{FF2B5EF4-FFF2-40B4-BE49-F238E27FC236}">
                <a16:creationId xmlns:a16="http://schemas.microsoft.com/office/drawing/2014/main" id="{EB7F6BFC-3932-4726-8790-BF43FA04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189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6" name="data_6752">
            <a:extLst xmlns:a="http://schemas.openxmlformats.org/drawingml/2006/main">
              <a:ext uri="{FF2B5EF4-FFF2-40B4-BE49-F238E27FC236}">
                <a16:creationId xmlns:a16="http://schemas.microsoft.com/office/drawing/2014/main" id="{EB0B65D4-03A4-43F3-9565-1926528B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547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7" name="data_6753">
            <a:extLst xmlns:a="http://schemas.openxmlformats.org/drawingml/2006/main">
              <a:ext uri="{FF2B5EF4-FFF2-40B4-BE49-F238E27FC236}">
                <a16:creationId xmlns:a16="http://schemas.microsoft.com/office/drawing/2014/main" id="{F3050F54-C0D1-4444-BC2B-7E75F96F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353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8" name="data_6754">
            <a:extLst xmlns:a="http://schemas.openxmlformats.org/drawingml/2006/main">
              <a:ext uri="{FF2B5EF4-FFF2-40B4-BE49-F238E27FC236}">
                <a16:creationId xmlns:a16="http://schemas.microsoft.com/office/drawing/2014/main" id="{07324184-9502-41ED-8BD6-981D91F4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07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9" name="data_6755">
            <a:extLst xmlns:a="http://schemas.openxmlformats.org/drawingml/2006/main">
              <a:ext uri="{FF2B5EF4-FFF2-40B4-BE49-F238E27FC236}">
                <a16:creationId xmlns:a16="http://schemas.microsoft.com/office/drawing/2014/main" id="{EC7F2BEB-2F70-44EB-A4D1-7518399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57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0" name="data_6756">
            <a:extLst xmlns:a="http://schemas.openxmlformats.org/drawingml/2006/main">
              <a:ext uri="{FF2B5EF4-FFF2-40B4-BE49-F238E27FC236}">
                <a16:creationId xmlns:a16="http://schemas.microsoft.com/office/drawing/2014/main" id="{156A358A-04F0-4087-B398-B5CE734D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0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1" name="data_6757">
            <a:extLst xmlns:a="http://schemas.openxmlformats.org/drawingml/2006/main">
              <a:ext uri="{FF2B5EF4-FFF2-40B4-BE49-F238E27FC236}">
                <a16:creationId xmlns:a16="http://schemas.microsoft.com/office/drawing/2014/main" id="{DFF5BA3C-9AAC-480C-B42C-BCA6E054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574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2" name="data_6758">
            <a:extLst xmlns:a="http://schemas.openxmlformats.org/drawingml/2006/main">
              <a:ext uri="{FF2B5EF4-FFF2-40B4-BE49-F238E27FC236}">
                <a16:creationId xmlns:a16="http://schemas.microsoft.com/office/drawing/2014/main" id="{A431F1DC-3C62-44BB-B376-31CFE6F1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72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3" name="data_6759">
            <a:extLst xmlns:a="http://schemas.openxmlformats.org/drawingml/2006/main">
              <a:ext uri="{FF2B5EF4-FFF2-40B4-BE49-F238E27FC236}">
                <a16:creationId xmlns:a16="http://schemas.microsoft.com/office/drawing/2014/main" id="{7DA15914-22DE-466A-A0ED-5C9995D4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6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4" name="data_6760">
            <a:extLst xmlns:a="http://schemas.openxmlformats.org/drawingml/2006/main">
              <a:ext uri="{FF2B5EF4-FFF2-40B4-BE49-F238E27FC236}">
                <a16:creationId xmlns:a16="http://schemas.microsoft.com/office/drawing/2014/main" id="{A0423FE7-6FC6-45BB-BB80-2F1D7C4F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4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5" name="data_6761">
            <a:extLst xmlns:a="http://schemas.openxmlformats.org/drawingml/2006/main">
              <a:ext uri="{FF2B5EF4-FFF2-40B4-BE49-F238E27FC236}">
                <a16:creationId xmlns:a16="http://schemas.microsoft.com/office/drawing/2014/main" id="{D295BAEF-ADC3-45E1-8AA4-F54B5D7C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6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6" name="data_6762">
            <a:extLst xmlns:a="http://schemas.openxmlformats.org/drawingml/2006/main">
              <a:ext uri="{FF2B5EF4-FFF2-40B4-BE49-F238E27FC236}">
                <a16:creationId xmlns:a16="http://schemas.microsoft.com/office/drawing/2014/main" id="{598AD0BF-8080-4D99-A393-88E0D502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222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7" name="data_6763">
            <a:extLst xmlns:a="http://schemas.openxmlformats.org/drawingml/2006/main">
              <a:ext uri="{FF2B5EF4-FFF2-40B4-BE49-F238E27FC236}">
                <a16:creationId xmlns:a16="http://schemas.microsoft.com/office/drawing/2014/main" id="{47C6D724-E70A-4754-A225-3B9BC9BF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0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8" name="data_6764">
            <a:extLst xmlns:a="http://schemas.openxmlformats.org/drawingml/2006/main">
              <a:ext uri="{FF2B5EF4-FFF2-40B4-BE49-F238E27FC236}">
                <a16:creationId xmlns:a16="http://schemas.microsoft.com/office/drawing/2014/main" id="{8C2B8F63-5E58-4FAF-A066-B8C7891C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7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9" name="data_6765">
            <a:extLst xmlns:a="http://schemas.openxmlformats.org/drawingml/2006/main">
              <a:ext uri="{FF2B5EF4-FFF2-40B4-BE49-F238E27FC236}">
                <a16:creationId xmlns:a16="http://schemas.microsoft.com/office/drawing/2014/main" id="{028E5472-A071-47A4-8FA9-B2AFC360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9061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0" name="data_6766">
            <a:extLst xmlns:a="http://schemas.openxmlformats.org/drawingml/2006/main">
              <a:ext uri="{FF2B5EF4-FFF2-40B4-BE49-F238E27FC236}">
                <a16:creationId xmlns:a16="http://schemas.microsoft.com/office/drawing/2014/main" id="{3892348D-967E-47C9-8ADD-2FE1901D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577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1" name="data_6767">
            <a:extLst xmlns:a="http://schemas.openxmlformats.org/drawingml/2006/main">
              <a:ext uri="{FF2B5EF4-FFF2-40B4-BE49-F238E27FC236}">
                <a16:creationId xmlns:a16="http://schemas.microsoft.com/office/drawing/2014/main" id="{7C6C2241-D563-4481-AC50-19F4663A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3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2" name="data_6768">
            <a:extLst xmlns:a="http://schemas.openxmlformats.org/drawingml/2006/main">
              <a:ext uri="{FF2B5EF4-FFF2-40B4-BE49-F238E27FC236}">
                <a16:creationId xmlns:a16="http://schemas.microsoft.com/office/drawing/2014/main" id="{93271090-E588-4973-8B1E-1C18B4C2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87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3" name="data_6769">
            <a:extLst xmlns:a="http://schemas.openxmlformats.org/drawingml/2006/main">
              <a:ext uri="{FF2B5EF4-FFF2-40B4-BE49-F238E27FC236}">
                <a16:creationId xmlns:a16="http://schemas.microsoft.com/office/drawing/2014/main" id="{5CBD7EA6-0885-4D2E-BECA-5940833F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965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4" name="data_6770">
            <a:extLst xmlns:a="http://schemas.openxmlformats.org/drawingml/2006/main">
              <a:ext uri="{FF2B5EF4-FFF2-40B4-BE49-F238E27FC236}">
                <a16:creationId xmlns:a16="http://schemas.microsoft.com/office/drawing/2014/main" id="{1F26136E-0FEB-493C-A28F-D458BD09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721" y="278013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5" name="data_6771">
            <a:extLst xmlns:a="http://schemas.openxmlformats.org/drawingml/2006/main">
              <a:ext uri="{FF2B5EF4-FFF2-40B4-BE49-F238E27FC236}">
                <a16:creationId xmlns:a16="http://schemas.microsoft.com/office/drawing/2014/main" id="{84836051-0495-489B-B07A-13F83895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549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6" name="data_6772">
            <a:extLst xmlns:a="http://schemas.openxmlformats.org/drawingml/2006/main">
              <a:ext uri="{FF2B5EF4-FFF2-40B4-BE49-F238E27FC236}">
                <a16:creationId xmlns:a16="http://schemas.microsoft.com/office/drawing/2014/main" id="{046CE9A5-BB80-493C-BB85-AD9DD340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8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7" name="data_6773">
            <a:extLst xmlns:a="http://schemas.openxmlformats.org/drawingml/2006/main">
              <a:ext uri="{FF2B5EF4-FFF2-40B4-BE49-F238E27FC236}">
                <a16:creationId xmlns:a16="http://schemas.microsoft.com/office/drawing/2014/main" id="{72915F51-3A9F-427C-99FD-14608256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551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8" name="data_6774">
            <a:extLst xmlns:a="http://schemas.openxmlformats.org/drawingml/2006/main">
              <a:ext uri="{FF2B5EF4-FFF2-40B4-BE49-F238E27FC236}">
                <a16:creationId xmlns:a16="http://schemas.microsoft.com/office/drawing/2014/main" id="{E53AB260-8832-4CBB-9A3B-4BFABAD0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5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9" name="data_6775">
            <a:extLst xmlns:a="http://schemas.openxmlformats.org/drawingml/2006/main">
              <a:ext uri="{FF2B5EF4-FFF2-40B4-BE49-F238E27FC236}">
                <a16:creationId xmlns:a16="http://schemas.microsoft.com/office/drawing/2014/main" id="{5F835352-6A59-49F4-9BE6-B597D093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293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0" name="data_6776">
            <a:extLst xmlns:a="http://schemas.openxmlformats.org/drawingml/2006/main">
              <a:ext uri="{FF2B5EF4-FFF2-40B4-BE49-F238E27FC236}">
                <a16:creationId xmlns:a16="http://schemas.microsoft.com/office/drawing/2014/main" id="{1004FDBF-0F18-41B1-8FA4-1249CB3F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57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1" name="data_6777">
            <a:extLst xmlns:a="http://schemas.openxmlformats.org/drawingml/2006/main">
              <a:ext uri="{FF2B5EF4-FFF2-40B4-BE49-F238E27FC236}">
                <a16:creationId xmlns:a16="http://schemas.microsoft.com/office/drawing/2014/main" id="{3C5F66C1-1F0F-4884-AD74-91CF30D5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0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2" name="data_6778">
            <a:extLst xmlns:a="http://schemas.openxmlformats.org/drawingml/2006/main">
              <a:ext uri="{FF2B5EF4-FFF2-40B4-BE49-F238E27FC236}">
                <a16:creationId xmlns:a16="http://schemas.microsoft.com/office/drawing/2014/main" id="{6EA14301-8644-4053-94E7-2E8ED6A6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03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3" name="data_6779">
            <a:extLst xmlns:a="http://schemas.openxmlformats.org/drawingml/2006/main">
              <a:ext uri="{FF2B5EF4-FFF2-40B4-BE49-F238E27FC236}">
                <a16:creationId xmlns:a16="http://schemas.microsoft.com/office/drawing/2014/main" id="{5B71E0AC-BA79-4BCB-BFAC-949224F4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25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4" name="data_6780">
            <a:extLst xmlns:a="http://schemas.openxmlformats.org/drawingml/2006/main">
              <a:ext uri="{FF2B5EF4-FFF2-40B4-BE49-F238E27FC236}">
                <a16:creationId xmlns:a16="http://schemas.microsoft.com/office/drawing/2014/main" id="{1B588FF2-04D7-4A01-9B81-85081B18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75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5" name="data_6781">
            <a:extLst xmlns:a="http://schemas.openxmlformats.org/drawingml/2006/main">
              <a:ext uri="{FF2B5EF4-FFF2-40B4-BE49-F238E27FC236}">
                <a16:creationId xmlns:a16="http://schemas.microsoft.com/office/drawing/2014/main" id="{9339B920-B572-4D7A-9766-8BBD92FB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66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6" name="data_6782">
            <a:extLst xmlns:a="http://schemas.openxmlformats.org/drawingml/2006/main">
              <a:ext uri="{FF2B5EF4-FFF2-40B4-BE49-F238E27FC236}">
                <a16:creationId xmlns:a16="http://schemas.microsoft.com/office/drawing/2014/main" id="{C77EE545-32D9-46DD-AAB0-70ACE6D2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62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7" name="data_6783">
            <a:extLst xmlns:a="http://schemas.openxmlformats.org/drawingml/2006/main">
              <a:ext uri="{FF2B5EF4-FFF2-40B4-BE49-F238E27FC236}">
                <a16:creationId xmlns:a16="http://schemas.microsoft.com/office/drawing/2014/main" id="{153A9F04-EED9-4AFF-8951-780260EE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71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8" name="data_6784">
            <a:extLst xmlns:a="http://schemas.openxmlformats.org/drawingml/2006/main">
              <a:ext uri="{FF2B5EF4-FFF2-40B4-BE49-F238E27FC236}">
                <a16:creationId xmlns:a16="http://schemas.microsoft.com/office/drawing/2014/main" id="{3FFC817B-F64C-45ED-B9A7-75C61D5B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59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9" name="data_6785">
            <a:extLst xmlns:a="http://schemas.openxmlformats.org/drawingml/2006/main">
              <a:ext uri="{FF2B5EF4-FFF2-40B4-BE49-F238E27FC236}">
                <a16:creationId xmlns:a16="http://schemas.microsoft.com/office/drawing/2014/main" id="{1922B1B8-B521-4010-A3D7-93B25029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5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0" name="data_6786">
            <a:extLst xmlns:a="http://schemas.openxmlformats.org/drawingml/2006/main">
              <a:ext uri="{FF2B5EF4-FFF2-40B4-BE49-F238E27FC236}">
                <a16:creationId xmlns:a16="http://schemas.microsoft.com/office/drawing/2014/main" id="{640D13CD-DB5C-4004-8882-22742BB1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001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1" name="data_6787">
            <a:extLst xmlns:a="http://schemas.openxmlformats.org/drawingml/2006/main">
              <a:ext uri="{FF2B5EF4-FFF2-40B4-BE49-F238E27FC236}">
                <a16:creationId xmlns:a16="http://schemas.microsoft.com/office/drawing/2014/main" id="{1FBFAF30-BB14-496A-9FE3-8AA2D3E7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65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2" name="data_6788">
            <a:extLst xmlns:a="http://schemas.openxmlformats.org/drawingml/2006/main">
              <a:ext uri="{FF2B5EF4-FFF2-40B4-BE49-F238E27FC236}">
                <a16:creationId xmlns:a16="http://schemas.microsoft.com/office/drawing/2014/main" id="{7612D757-1FC1-430E-8E91-C950EF9A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8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3" name="data_6789">
            <a:extLst xmlns:a="http://schemas.openxmlformats.org/drawingml/2006/main">
              <a:ext uri="{FF2B5EF4-FFF2-40B4-BE49-F238E27FC236}">
                <a16:creationId xmlns:a16="http://schemas.microsoft.com/office/drawing/2014/main" id="{09FE7135-A063-4853-9FF7-B902FD5B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4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4" name="data_6790">
            <a:extLst xmlns:a="http://schemas.openxmlformats.org/drawingml/2006/main">
              <a:ext uri="{FF2B5EF4-FFF2-40B4-BE49-F238E27FC236}">
                <a16:creationId xmlns:a16="http://schemas.microsoft.com/office/drawing/2014/main" id="{58799469-3855-41CE-A912-C079370E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88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5" name="data_6791">
            <a:extLst xmlns:a="http://schemas.openxmlformats.org/drawingml/2006/main">
              <a:ext uri="{FF2B5EF4-FFF2-40B4-BE49-F238E27FC236}">
                <a16:creationId xmlns:a16="http://schemas.microsoft.com/office/drawing/2014/main" id="{71F9937E-74F9-4E0D-94AA-EA8F1926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95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6" name="data_6792">
            <a:extLst xmlns:a="http://schemas.openxmlformats.org/drawingml/2006/main">
              <a:ext uri="{FF2B5EF4-FFF2-40B4-BE49-F238E27FC236}">
                <a16:creationId xmlns:a16="http://schemas.microsoft.com/office/drawing/2014/main" id="{DC8823FD-79EF-4493-94CD-58B0A155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8572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7" name="data_6793">
            <a:extLst xmlns:a="http://schemas.openxmlformats.org/drawingml/2006/main">
              <a:ext uri="{FF2B5EF4-FFF2-40B4-BE49-F238E27FC236}">
                <a16:creationId xmlns:a16="http://schemas.microsoft.com/office/drawing/2014/main" id="{A8AC72B0-32E6-4441-ABBA-C8D4A8D5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2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8" name="data_6794">
            <a:extLst xmlns:a="http://schemas.openxmlformats.org/drawingml/2006/main">
              <a:ext uri="{FF2B5EF4-FFF2-40B4-BE49-F238E27FC236}">
                <a16:creationId xmlns:a16="http://schemas.microsoft.com/office/drawing/2014/main" id="{5A542F0D-ADB0-4A2E-83B9-D37BE453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74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9" name="data_6795">
            <a:extLst xmlns:a="http://schemas.openxmlformats.org/drawingml/2006/main">
              <a:ext uri="{FF2B5EF4-FFF2-40B4-BE49-F238E27FC236}">
                <a16:creationId xmlns:a16="http://schemas.microsoft.com/office/drawing/2014/main" id="{30326A16-7B9B-4C54-8DDD-2FADE2D1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34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0" name="data_6796">
            <a:extLst xmlns:a="http://schemas.openxmlformats.org/drawingml/2006/main">
              <a:ext uri="{FF2B5EF4-FFF2-40B4-BE49-F238E27FC236}">
                <a16:creationId xmlns:a16="http://schemas.microsoft.com/office/drawing/2014/main" id="{8CD246D2-A56B-48C6-8908-ED2EEB33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29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1" name="data_6797">
            <a:extLst xmlns:a="http://schemas.openxmlformats.org/drawingml/2006/main">
              <a:ext uri="{FF2B5EF4-FFF2-40B4-BE49-F238E27FC236}">
                <a16:creationId xmlns:a16="http://schemas.microsoft.com/office/drawing/2014/main" id="{34E10EE7-4E36-48E5-AFD9-15A4365C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6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2" name="data_6798">
            <a:extLst xmlns:a="http://schemas.openxmlformats.org/drawingml/2006/main">
              <a:ext uri="{FF2B5EF4-FFF2-40B4-BE49-F238E27FC236}">
                <a16:creationId xmlns:a16="http://schemas.microsoft.com/office/drawing/2014/main" id="{466A92CB-EA8A-42F6-BA87-85E2E15E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01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3" name="data_6799">
            <a:extLst xmlns:a="http://schemas.openxmlformats.org/drawingml/2006/main">
              <a:ext uri="{FF2B5EF4-FFF2-40B4-BE49-F238E27FC236}">
                <a16:creationId xmlns:a16="http://schemas.microsoft.com/office/drawing/2014/main" id="{61461EA1-F689-4C15-887A-34590E5E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01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4" name="data_6800">
            <a:extLst xmlns:a="http://schemas.openxmlformats.org/drawingml/2006/main">
              <a:ext uri="{FF2B5EF4-FFF2-40B4-BE49-F238E27FC236}">
                <a16:creationId xmlns:a16="http://schemas.microsoft.com/office/drawing/2014/main" id="{A20C05EE-B1BC-4C58-8A68-8C604E82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013" y="24391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5" name="data_6801">
            <a:extLst xmlns:a="http://schemas.openxmlformats.org/drawingml/2006/main">
              <a:ext uri="{FF2B5EF4-FFF2-40B4-BE49-F238E27FC236}">
                <a16:creationId xmlns:a16="http://schemas.microsoft.com/office/drawing/2014/main" id="{02FF050F-730F-445F-8335-45A18A7D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8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6" name="data_6802">
            <a:extLst xmlns:a="http://schemas.openxmlformats.org/drawingml/2006/main">
              <a:ext uri="{FF2B5EF4-FFF2-40B4-BE49-F238E27FC236}">
                <a16:creationId xmlns:a16="http://schemas.microsoft.com/office/drawing/2014/main" id="{261DB48A-D3DA-444E-BEBF-4106B649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55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7" name="data_6803">
            <a:extLst xmlns:a="http://schemas.openxmlformats.org/drawingml/2006/main">
              <a:ext uri="{FF2B5EF4-FFF2-40B4-BE49-F238E27FC236}">
                <a16:creationId xmlns:a16="http://schemas.microsoft.com/office/drawing/2014/main" id="{38016A27-01CE-44B7-A951-3496616F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319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8" name="data_6804">
            <a:extLst xmlns:a="http://schemas.openxmlformats.org/drawingml/2006/main">
              <a:ext uri="{FF2B5EF4-FFF2-40B4-BE49-F238E27FC236}">
                <a16:creationId xmlns:a16="http://schemas.microsoft.com/office/drawing/2014/main" id="{AE85C8FE-967D-434C-8D19-A87CB499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3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9" name="data_6805">
            <a:extLst xmlns:a="http://schemas.openxmlformats.org/drawingml/2006/main">
              <a:ext uri="{FF2B5EF4-FFF2-40B4-BE49-F238E27FC236}">
                <a16:creationId xmlns:a16="http://schemas.microsoft.com/office/drawing/2014/main" id="{A81403C2-6D1F-4FD7-8384-85D773A2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2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0" name="data_6806">
            <a:extLst xmlns:a="http://schemas.openxmlformats.org/drawingml/2006/main">
              <a:ext uri="{FF2B5EF4-FFF2-40B4-BE49-F238E27FC236}">
                <a16:creationId xmlns:a16="http://schemas.microsoft.com/office/drawing/2014/main" id="{6AFB9322-A265-407C-9679-B59FBA1E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9648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1" name="data_6807">
            <a:extLst xmlns:a="http://schemas.openxmlformats.org/drawingml/2006/main">
              <a:ext uri="{FF2B5EF4-FFF2-40B4-BE49-F238E27FC236}">
                <a16:creationId xmlns:a16="http://schemas.microsoft.com/office/drawing/2014/main" id="{1E5619D7-6525-48A6-ABC9-E6BC9D04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4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2" name="data_6808">
            <a:extLst xmlns:a="http://schemas.openxmlformats.org/drawingml/2006/main">
              <a:ext uri="{FF2B5EF4-FFF2-40B4-BE49-F238E27FC236}">
                <a16:creationId xmlns:a16="http://schemas.microsoft.com/office/drawing/2014/main" id="{3AF0A40C-CE56-48EA-ABF3-7E2AFF44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0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3" name="data_6809">
            <a:extLst xmlns:a="http://schemas.openxmlformats.org/drawingml/2006/main">
              <a:ext uri="{FF2B5EF4-FFF2-40B4-BE49-F238E27FC236}">
                <a16:creationId xmlns:a16="http://schemas.microsoft.com/office/drawing/2014/main" id="{76A31345-188D-4153-900C-0A8669FC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28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4" name="data_6810">
            <a:extLst xmlns:a="http://schemas.openxmlformats.org/drawingml/2006/main">
              <a:ext uri="{FF2B5EF4-FFF2-40B4-BE49-F238E27FC236}">
                <a16:creationId xmlns:a16="http://schemas.microsoft.com/office/drawing/2014/main" id="{6B2F87FE-023F-47B0-98D7-EEECF9B0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8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5" name="data_6811">
            <a:extLst xmlns:a="http://schemas.openxmlformats.org/drawingml/2006/main">
              <a:ext uri="{FF2B5EF4-FFF2-40B4-BE49-F238E27FC236}">
                <a16:creationId xmlns:a16="http://schemas.microsoft.com/office/drawing/2014/main" id="{948246BF-FDF0-4C4F-A947-2042AD82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88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6" name="data_6812">
            <a:extLst xmlns:a="http://schemas.openxmlformats.org/drawingml/2006/main">
              <a:ext uri="{FF2B5EF4-FFF2-40B4-BE49-F238E27FC236}">
                <a16:creationId xmlns:a16="http://schemas.microsoft.com/office/drawing/2014/main" id="{32638ADF-08D9-4AB9-9059-D50BB9AD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9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7" name="data_6813">
            <a:extLst xmlns:a="http://schemas.openxmlformats.org/drawingml/2006/main">
              <a:ext uri="{FF2B5EF4-FFF2-40B4-BE49-F238E27FC236}">
                <a16:creationId xmlns:a16="http://schemas.microsoft.com/office/drawing/2014/main" id="{D779CFDA-99B4-4F73-BD8C-EE1FB33B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2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8" name="data_6814">
            <a:extLst xmlns:a="http://schemas.openxmlformats.org/drawingml/2006/main">
              <a:ext uri="{FF2B5EF4-FFF2-40B4-BE49-F238E27FC236}">
                <a16:creationId xmlns:a16="http://schemas.microsoft.com/office/drawing/2014/main" id="{9B97AB12-6793-41AA-864E-52E26FC7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42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9" name="data_6815">
            <a:extLst xmlns:a="http://schemas.openxmlformats.org/drawingml/2006/main">
              <a:ext uri="{FF2B5EF4-FFF2-40B4-BE49-F238E27FC236}">
                <a16:creationId xmlns:a16="http://schemas.microsoft.com/office/drawing/2014/main" id="{162D6892-148E-449F-9955-74031014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067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0" name="data_6816">
            <a:extLst xmlns:a="http://schemas.openxmlformats.org/drawingml/2006/main">
              <a:ext uri="{FF2B5EF4-FFF2-40B4-BE49-F238E27FC236}">
                <a16:creationId xmlns:a16="http://schemas.microsoft.com/office/drawing/2014/main" id="{F34D0995-11F2-4470-BA3F-38A8D6EA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222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1" name="data_6817">
            <a:extLst xmlns:a="http://schemas.openxmlformats.org/drawingml/2006/main">
              <a:ext uri="{FF2B5EF4-FFF2-40B4-BE49-F238E27FC236}">
                <a16:creationId xmlns:a16="http://schemas.microsoft.com/office/drawing/2014/main" id="{64B7424D-9923-47CA-9598-848938E8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867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2" name="data_6818">
            <a:extLst xmlns:a="http://schemas.openxmlformats.org/drawingml/2006/main">
              <a:ext uri="{FF2B5EF4-FFF2-40B4-BE49-F238E27FC236}">
                <a16:creationId xmlns:a16="http://schemas.microsoft.com/office/drawing/2014/main" id="{63C1C459-0003-499A-9B4D-48CE31F3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586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3" name="data_6819">
            <a:extLst xmlns:a="http://schemas.openxmlformats.org/drawingml/2006/main">
              <a:ext uri="{FF2B5EF4-FFF2-40B4-BE49-F238E27FC236}">
                <a16:creationId xmlns:a16="http://schemas.microsoft.com/office/drawing/2014/main" id="{8AB3BCD0-F994-4839-B4A9-E7435A43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0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4" name="data_6820">
            <a:extLst xmlns:a="http://schemas.openxmlformats.org/drawingml/2006/main">
              <a:ext uri="{FF2B5EF4-FFF2-40B4-BE49-F238E27FC236}">
                <a16:creationId xmlns:a16="http://schemas.microsoft.com/office/drawing/2014/main" id="{9DBD51E9-87F7-47B6-B55B-99D40EC8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0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5" name="data_6821">
            <a:extLst xmlns:a="http://schemas.openxmlformats.org/drawingml/2006/main">
              <a:ext uri="{FF2B5EF4-FFF2-40B4-BE49-F238E27FC236}">
                <a16:creationId xmlns:a16="http://schemas.microsoft.com/office/drawing/2014/main" id="{292DBD03-D5E3-44D8-B754-B30367DB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8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6" name="data_6822">
            <a:extLst xmlns:a="http://schemas.openxmlformats.org/drawingml/2006/main">
              <a:ext uri="{FF2B5EF4-FFF2-40B4-BE49-F238E27FC236}">
                <a16:creationId xmlns:a16="http://schemas.microsoft.com/office/drawing/2014/main" id="{C3DCE19F-C02E-49E3-AA17-35E339B9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769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7" name="data_6823">
            <a:extLst xmlns:a="http://schemas.openxmlformats.org/drawingml/2006/main">
              <a:ext uri="{FF2B5EF4-FFF2-40B4-BE49-F238E27FC236}">
                <a16:creationId xmlns:a16="http://schemas.microsoft.com/office/drawing/2014/main" id="{914A7C46-CD2B-40FB-8A18-A7FCE986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882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8" name="data_6824">
            <a:extLst xmlns:a="http://schemas.openxmlformats.org/drawingml/2006/main">
              <a:ext uri="{FF2B5EF4-FFF2-40B4-BE49-F238E27FC236}">
                <a16:creationId xmlns:a16="http://schemas.microsoft.com/office/drawing/2014/main" id="{5B14A76E-BBE2-4A9F-B1A2-66E1459D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485" y="238269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9" name="data_6825">
            <a:extLst xmlns:a="http://schemas.openxmlformats.org/drawingml/2006/main">
              <a:ext uri="{FF2B5EF4-FFF2-40B4-BE49-F238E27FC236}">
                <a16:creationId xmlns:a16="http://schemas.microsoft.com/office/drawing/2014/main" id="{27B36C67-760B-481C-B6AC-F7AD4345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0" name="data_6826">
            <a:extLst xmlns:a="http://schemas.openxmlformats.org/drawingml/2006/main">
              <a:ext uri="{FF2B5EF4-FFF2-40B4-BE49-F238E27FC236}">
                <a16:creationId xmlns:a16="http://schemas.microsoft.com/office/drawing/2014/main" id="{CB3317EE-8C08-4F5B-94F4-63C0F17B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3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1" name="data_6827">
            <a:extLst xmlns:a="http://schemas.openxmlformats.org/drawingml/2006/main">
              <a:ext uri="{FF2B5EF4-FFF2-40B4-BE49-F238E27FC236}">
                <a16:creationId xmlns:a16="http://schemas.microsoft.com/office/drawing/2014/main" id="{A41A9AF5-D335-4CCC-BAE9-4D3182B9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5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2" name="data_6828">
            <a:extLst xmlns:a="http://schemas.openxmlformats.org/drawingml/2006/main">
              <a:ext uri="{FF2B5EF4-FFF2-40B4-BE49-F238E27FC236}">
                <a16:creationId xmlns:a16="http://schemas.microsoft.com/office/drawing/2014/main" id="{870C3702-0F4A-4CFD-99E9-378AB1B5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9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3" name="data_6829">
            <a:extLst xmlns:a="http://schemas.openxmlformats.org/drawingml/2006/main">
              <a:ext uri="{FF2B5EF4-FFF2-40B4-BE49-F238E27FC236}">
                <a16:creationId xmlns:a16="http://schemas.microsoft.com/office/drawing/2014/main" id="{885065A8-A3C7-49C4-81A7-AB0B9370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2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4" name="data_6830">
            <a:extLst xmlns:a="http://schemas.openxmlformats.org/drawingml/2006/main">
              <a:ext uri="{FF2B5EF4-FFF2-40B4-BE49-F238E27FC236}">
                <a16:creationId xmlns:a16="http://schemas.microsoft.com/office/drawing/2014/main" id="{B4441ED6-9785-4EBE-B41B-AA325EEE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1113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5" name="data_6831">
            <a:extLst xmlns:a="http://schemas.openxmlformats.org/drawingml/2006/main">
              <a:ext uri="{FF2B5EF4-FFF2-40B4-BE49-F238E27FC236}">
                <a16:creationId xmlns:a16="http://schemas.microsoft.com/office/drawing/2014/main" id="{7E065431-68B5-4520-8787-62786FA0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5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6" name="data_6832">
            <a:extLst xmlns:a="http://schemas.openxmlformats.org/drawingml/2006/main">
              <a:ext uri="{FF2B5EF4-FFF2-40B4-BE49-F238E27FC236}">
                <a16:creationId xmlns:a16="http://schemas.microsoft.com/office/drawing/2014/main" id="{CC9DDAA4-3EBA-4918-B702-A7D4CCC0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212" y="28290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7" name="data_6833">
            <a:extLst xmlns:a="http://schemas.openxmlformats.org/drawingml/2006/main">
              <a:ext uri="{FF2B5EF4-FFF2-40B4-BE49-F238E27FC236}">
                <a16:creationId xmlns:a16="http://schemas.microsoft.com/office/drawing/2014/main" id="{5508C91C-A69E-4E29-91EC-881F76B7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8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8" name="data_6834">
            <a:extLst xmlns:a="http://schemas.openxmlformats.org/drawingml/2006/main">
              <a:ext uri="{FF2B5EF4-FFF2-40B4-BE49-F238E27FC236}">
                <a16:creationId xmlns:a16="http://schemas.microsoft.com/office/drawing/2014/main" id="{EFD49817-7012-4A60-A70D-48E1607D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0655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9" name="data_6835">
            <a:extLst xmlns:a="http://schemas.openxmlformats.org/drawingml/2006/main">
              <a:ext uri="{FF2B5EF4-FFF2-40B4-BE49-F238E27FC236}">
                <a16:creationId xmlns:a16="http://schemas.microsoft.com/office/drawing/2014/main" id="{A1B27516-01BF-49CA-AA87-C74F9BBA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737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0" name="data_6836">
            <a:extLst xmlns:a="http://schemas.openxmlformats.org/drawingml/2006/main">
              <a:ext uri="{FF2B5EF4-FFF2-40B4-BE49-F238E27FC236}">
                <a16:creationId xmlns:a16="http://schemas.microsoft.com/office/drawing/2014/main" id="{FC7C4ED1-3CF5-4F06-9FAF-A081B828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651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1" name="data_6837">
            <a:extLst xmlns:a="http://schemas.openxmlformats.org/drawingml/2006/main">
              <a:ext uri="{FF2B5EF4-FFF2-40B4-BE49-F238E27FC236}">
                <a16:creationId xmlns:a16="http://schemas.microsoft.com/office/drawing/2014/main" id="{1C274112-CC9D-49C9-BEBE-75E9212A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4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2" name="data_6838">
            <a:extLst xmlns:a="http://schemas.openxmlformats.org/drawingml/2006/main">
              <a:ext uri="{FF2B5EF4-FFF2-40B4-BE49-F238E27FC236}">
                <a16:creationId xmlns:a16="http://schemas.microsoft.com/office/drawing/2014/main" id="{44F1F5CF-F849-4F51-954C-551E2117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92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3" name="data_6839">
            <a:extLst xmlns:a="http://schemas.openxmlformats.org/drawingml/2006/main">
              <a:ext uri="{FF2B5EF4-FFF2-40B4-BE49-F238E27FC236}">
                <a16:creationId xmlns:a16="http://schemas.microsoft.com/office/drawing/2014/main" id="{34FF3928-DAEF-435A-9C8C-65C4F544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821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4" name="data_6840">
            <a:extLst xmlns:a="http://schemas.openxmlformats.org/drawingml/2006/main">
              <a:ext uri="{FF2B5EF4-FFF2-40B4-BE49-F238E27FC236}">
                <a16:creationId xmlns:a16="http://schemas.microsoft.com/office/drawing/2014/main" id="{06752227-8235-4A57-B48C-3A002961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875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5" name="data_6841">
            <a:extLst xmlns:a="http://schemas.openxmlformats.org/drawingml/2006/main">
              <a:ext uri="{FF2B5EF4-FFF2-40B4-BE49-F238E27FC236}">
                <a16:creationId xmlns:a16="http://schemas.microsoft.com/office/drawing/2014/main" id="{A977383E-F8BB-467C-8A2B-19E5A68D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24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6" name="data_6842">
            <a:extLst xmlns:a="http://schemas.openxmlformats.org/drawingml/2006/main">
              <a:ext uri="{FF2B5EF4-FFF2-40B4-BE49-F238E27FC236}">
                <a16:creationId xmlns:a16="http://schemas.microsoft.com/office/drawing/2014/main" id="{0A380E81-DAB9-4963-9379-BA51C28A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7" name="data_6843">
            <a:extLst xmlns:a="http://schemas.openxmlformats.org/drawingml/2006/main">
              <a:ext uri="{FF2B5EF4-FFF2-40B4-BE49-F238E27FC236}">
                <a16:creationId xmlns:a16="http://schemas.microsoft.com/office/drawing/2014/main" id="{EC1C4669-46E5-4FC8-988F-09388892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877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8" name="data_6844">
            <a:extLst xmlns:a="http://schemas.openxmlformats.org/drawingml/2006/main">
              <a:ext uri="{FF2B5EF4-FFF2-40B4-BE49-F238E27FC236}">
                <a16:creationId xmlns:a16="http://schemas.microsoft.com/office/drawing/2014/main" id="{15D8B04E-A169-4F2F-A305-E2DF3ECC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1372" y="298179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9" name="data_6845">
            <a:extLst xmlns:a="http://schemas.openxmlformats.org/drawingml/2006/main">
              <a:ext uri="{FF2B5EF4-FFF2-40B4-BE49-F238E27FC236}">
                <a16:creationId xmlns:a16="http://schemas.microsoft.com/office/drawing/2014/main" id="{C2DA4417-E9CE-4DAB-9888-83ABE664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266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0" name="data_6846">
            <a:extLst xmlns:a="http://schemas.openxmlformats.org/drawingml/2006/main">
              <a:ext uri="{FF2B5EF4-FFF2-40B4-BE49-F238E27FC236}">
                <a16:creationId xmlns:a16="http://schemas.microsoft.com/office/drawing/2014/main" id="{25716B1D-6257-412B-9166-D315CEC2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39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1" name="data_6847">
            <a:extLst xmlns:a="http://schemas.openxmlformats.org/drawingml/2006/main">
              <a:ext uri="{FF2B5EF4-FFF2-40B4-BE49-F238E27FC236}">
                <a16:creationId xmlns:a16="http://schemas.microsoft.com/office/drawing/2014/main" id="{671BEFA5-1BC2-46EC-9E7A-8A0CC3FD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3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2" name="data_6848">
            <a:extLst xmlns:a="http://schemas.openxmlformats.org/drawingml/2006/main">
              <a:ext uri="{FF2B5EF4-FFF2-40B4-BE49-F238E27FC236}">
                <a16:creationId xmlns:a16="http://schemas.microsoft.com/office/drawing/2014/main" id="{1336F1EE-B550-46B9-A1B7-840DC0C1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37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3" name="data_6849">
            <a:extLst xmlns:a="http://schemas.openxmlformats.org/drawingml/2006/main">
              <a:ext uri="{FF2B5EF4-FFF2-40B4-BE49-F238E27FC236}">
                <a16:creationId xmlns:a16="http://schemas.microsoft.com/office/drawing/2014/main" id="{9A85D0A3-A173-4A20-846E-B7C9B711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864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4" name="data_6850">
            <a:extLst xmlns:a="http://schemas.openxmlformats.org/drawingml/2006/main">
              <a:ext uri="{FF2B5EF4-FFF2-40B4-BE49-F238E27FC236}">
                <a16:creationId xmlns:a16="http://schemas.microsoft.com/office/drawing/2014/main" id="{D5889070-0ED2-444F-9E42-2488304C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1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5" name="data_6851">
            <a:extLst xmlns:a="http://schemas.openxmlformats.org/drawingml/2006/main">
              <a:ext uri="{FF2B5EF4-FFF2-40B4-BE49-F238E27FC236}">
                <a16:creationId xmlns:a16="http://schemas.microsoft.com/office/drawing/2014/main" id="{49C7CC52-9A49-4A0E-ABD4-AE965E51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0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6" name="data_6852">
            <a:extLst xmlns:a="http://schemas.openxmlformats.org/drawingml/2006/main">
              <a:ext uri="{FF2B5EF4-FFF2-40B4-BE49-F238E27FC236}">
                <a16:creationId xmlns:a16="http://schemas.microsoft.com/office/drawing/2014/main" id="{9867E520-FF7C-4AEA-8515-AD42BBC3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0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7" name="data_6853">
            <a:extLst xmlns:a="http://schemas.openxmlformats.org/drawingml/2006/main">
              <a:ext uri="{FF2B5EF4-FFF2-40B4-BE49-F238E27FC236}">
                <a16:creationId xmlns:a16="http://schemas.microsoft.com/office/drawing/2014/main" id="{E4B0B71A-3C30-4006-BF4B-4AF4BABE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2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8" name="data_6854">
            <a:extLst xmlns:a="http://schemas.openxmlformats.org/drawingml/2006/main">
              <a:ext uri="{FF2B5EF4-FFF2-40B4-BE49-F238E27FC236}">
                <a16:creationId xmlns:a16="http://schemas.microsoft.com/office/drawing/2014/main" id="{58638894-3CE8-4C3F-A512-CC618931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9" name="data_6855">
            <a:extLst xmlns:a="http://schemas.openxmlformats.org/drawingml/2006/main">
              <a:ext uri="{FF2B5EF4-FFF2-40B4-BE49-F238E27FC236}">
                <a16:creationId xmlns:a16="http://schemas.microsoft.com/office/drawing/2014/main" id="{9683E7F3-B21A-4D55-A685-474BCCBF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2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0" name="data_6856">
            <a:extLst xmlns:a="http://schemas.openxmlformats.org/drawingml/2006/main">
              <a:ext uri="{FF2B5EF4-FFF2-40B4-BE49-F238E27FC236}">
                <a16:creationId xmlns:a16="http://schemas.microsoft.com/office/drawing/2014/main" id="{932BDF58-FC11-40FD-8740-B5281F8C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2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1" name="data_6857">
            <a:extLst xmlns:a="http://schemas.openxmlformats.org/drawingml/2006/main">
              <a:ext uri="{FF2B5EF4-FFF2-40B4-BE49-F238E27FC236}">
                <a16:creationId xmlns:a16="http://schemas.microsoft.com/office/drawing/2014/main" id="{6A969550-4BFC-4D98-A0CD-CE5AFBBB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36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2" name="data_6858">
            <a:extLst xmlns:a="http://schemas.openxmlformats.org/drawingml/2006/main">
              <a:ext uri="{FF2B5EF4-FFF2-40B4-BE49-F238E27FC236}">
                <a16:creationId xmlns:a16="http://schemas.microsoft.com/office/drawing/2014/main" id="{63FAF246-7995-469F-B268-5D5708BB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1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3" name="data_6859">
            <a:extLst xmlns:a="http://schemas.openxmlformats.org/drawingml/2006/main">
              <a:ext uri="{FF2B5EF4-FFF2-40B4-BE49-F238E27FC236}">
                <a16:creationId xmlns:a16="http://schemas.microsoft.com/office/drawing/2014/main" id="{BF669D2B-6957-4A5E-841F-FA52AFC9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4" name="data_6860">
            <a:extLst xmlns:a="http://schemas.openxmlformats.org/drawingml/2006/main">
              <a:ext uri="{FF2B5EF4-FFF2-40B4-BE49-F238E27FC236}">
                <a16:creationId xmlns:a16="http://schemas.microsoft.com/office/drawing/2014/main" id="{62D7359A-746F-4C0D-A9A1-23FFEBDD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341" y="2624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5" name="data_6861">
            <a:extLst xmlns:a="http://schemas.openxmlformats.org/drawingml/2006/main">
              <a:ext uri="{FF2B5EF4-FFF2-40B4-BE49-F238E27FC236}">
                <a16:creationId xmlns:a16="http://schemas.microsoft.com/office/drawing/2014/main" id="{2739DD0A-41DB-497B-AC6C-7B5ECA11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944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6" name="data_6862">
            <a:extLst xmlns:a="http://schemas.openxmlformats.org/drawingml/2006/main">
              <a:ext uri="{FF2B5EF4-FFF2-40B4-BE49-F238E27FC236}">
                <a16:creationId xmlns:a16="http://schemas.microsoft.com/office/drawing/2014/main" id="{1839AD90-2BB3-422C-8DCC-9B1570C0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6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7" name="data_6863">
            <a:extLst xmlns:a="http://schemas.openxmlformats.org/drawingml/2006/main">
              <a:ext uri="{FF2B5EF4-FFF2-40B4-BE49-F238E27FC236}">
                <a16:creationId xmlns:a16="http://schemas.microsoft.com/office/drawing/2014/main" id="{E555D329-6FD8-4DF2-B65D-D7479307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8" name="data_6864">
            <a:extLst xmlns:a="http://schemas.openxmlformats.org/drawingml/2006/main">
              <a:ext uri="{FF2B5EF4-FFF2-40B4-BE49-F238E27FC236}">
                <a16:creationId xmlns:a16="http://schemas.microsoft.com/office/drawing/2014/main" id="{4B00EBE5-AA3A-4BAF-A4CD-DE46CA5E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0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9" name="data_6865">
            <a:extLst xmlns:a="http://schemas.openxmlformats.org/drawingml/2006/main">
              <a:ext uri="{FF2B5EF4-FFF2-40B4-BE49-F238E27FC236}">
                <a16:creationId xmlns:a16="http://schemas.microsoft.com/office/drawing/2014/main" id="{8DCA4B28-6888-4A86-83BB-D881B298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7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0" name="data_6866">
            <a:extLst xmlns:a="http://schemas.openxmlformats.org/drawingml/2006/main">
              <a:ext uri="{FF2B5EF4-FFF2-40B4-BE49-F238E27FC236}">
                <a16:creationId xmlns:a16="http://schemas.microsoft.com/office/drawing/2014/main" id="{3B925B5E-3DBB-4345-9840-E3071474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1276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1" name="data_6867">
            <a:extLst xmlns:a="http://schemas.openxmlformats.org/drawingml/2006/main">
              <a:ext uri="{FF2B5EF4-FFF2-40B4-BE49-F238E27FC236}">
                <a16:creationId xmlns:a16="http://schemas.microsoft.com/office/drawing/2014/main" id="{B3225230-E1CA-46BC-B7A9-BF0C7E9F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006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2" name="data_6868">
            <a:extLst xmlns:a="http://schemas.openxmlformats.org/drawingml/2006/main">
              <a:ext uri="{FF2B5EF4-FFF2-40B4-BE49-F238E27FC236}">
                <a16:creationId xmlns:a16="http://schemas.microsoft.com/office/drawing/2014/main" id="{1A0F7A2E-DB3B-46F9-AA4A-B63EAA90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53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3" name="data_6869">
            <a:extLst xmlns:a="http://schemas.openxmlformats.org/drawingml/2006/main">
              <a:ext uri="{FF2B5EF4-FFF2-40B4-BE49-F238E27FC236}">
                <a16:creationId xmlns:a16="http://schemas.microsoft.com/office/drawing/2014/main" id="{F4D9D163-5F64-4461-BD2F-C8D19FB7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38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4" name="data_6870">
            <a:extLst xmlns:a="http://schemas.openxmlformats.org/drawingml/2006/main">
              <a:ext uri="{FF2B5EF4-FFF2-40B4-BE49-F238E27FC236}">
                <a16:creationId xmlns:a16="http://schemas.microsoft.com/office/drawing/2014/main" id="{CF09F2A4-0443-48FF-A0B9-C15B84A3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5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5" name="data_6871">
            <a:extLst xmlns:a="http://schemas.openxmlformats.org/drawingml/2006/main">
              <a:ext uri="{FF2B5EF4-FFF2-40B4-BE49-F238E27FC236}">
                <a16:creationId xmlns:a16="http://schemas.microsoft.com/office/drawing/2014/main" id="{7978B904-949A-44DF-B21F-92AE332A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96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6" name="data_6872">
            <a:extLst xmlns:a="http://schemas.openxmlformats.org/drawingml/2006/main">
              <a:ext uri="{FF2B5EF4-FFF2-40B4-BE49-F238E27FC236}">
                <a16:creationId xmlns:a16="http://schemas.microsoft.com/office/drawing/2014/main" id="{EBCD6924-EC10-41CA-92E7-ECB58387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5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7" name="data_6873">
            <a:extLst xmlns:a="http://schemas.openxmlformats.org/drawingml/2006/main">
              <a:ext uri="{FF2B5EF4-FFF2-40B4-BE49-F238E27FC236}">
                <a16:creationId xmlns:a16="http://schemas.microsoft.com/office/drawing/2014/main" id="{CBC63EDE-4F1D-40AF-8A67-47F2E2904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24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8" name="data_6874">
            <a:extLst xmlns:a="http://schemas.openxmlformats.org/drawingml/2006/main">
              <a:ext uri="{FF2B5EF4-FFF2-40B4-BE49-F238E27FC236}">
                <a16:creationId xmlns:a16="http://schemas.microsoft.com/office/drawing/2014/main" id="{5FE35713-C6D2-47E4-A63B-80D7A417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33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9" name="data_6875">
            <a:extLst xmlns:a="http://schemas.openxmlformats.org/drawingml/2006/main">
              <a:ext uri="{FF2B5EF4-FFF2-40B4-BE49-F238E27FC236}">
                <a16:creationId xmlns:a16="http://schemas.microsoft.com/office/drawing/2014/main" id="{4804FD91-19C5-4BB8-93A2-DE204866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307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0" name="data_6876">
            <a:extLst xmlns:a="http://schemas.openxmlformats.org/drawingml/2006/main">
              <a:ext uri="{FF2B5EF4-FFF2-40B4-BE49-F238E27FC236}">
                <a16:creationId xmlns:a16="http://schemas.microsoft.com/office/drawing/2014/main" id="{75658F26-5896-47FD-9762-DC144BE4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1862" y="29256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1" name="data_6877">
            <a:extLst xmlns:a="http://schemas.openxmlformats.org/drawingml/2006/main">
              <a:ext uri="{FF2B5EF4-FFF2-40B4-BE49-F238E27FC236}">
                <a16:creationId xmlns:a16="http://schemas.microsoft.com/office/drawing/2014/main" id="{A99DAFB5-7B69-49E1-822C-1BB1C910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769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2" name="data_6878">
            <a:extLst xmlns:a="http://schemas.openxmlformats.org/drawingml/2006/main">
              <a:ext uri="{FF2B5EF4-FFF2-40B4-BE49-F238E27FC236}">
                <a16:creationId xmlns:a16="http://schemas.microsoft.com/office/drawing/2014/main" id="{7B2E382E-9033-4CF9-B153-2DFC0F4B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9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3" name="data_6879">
            <a:extLst xmlns:a="http://schemas.openxmlformats.org/drawingml/2006/main">
              <a:ext uri="{FF2B5EF4-FFF2-40B4-BE49-F238E27FC236}">
                <a16:creationId xmlns:a16="http://schemas.microsoft.com/office/drawing/2014/main" id="{F1E6CF56-67F1-4B84-A787-2343B84D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5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4" name="data_6880">
            <a:extLst xmlns:a="http://schemas.openxmlformats.org/drawingml/2006/main">
              <a:ext uri="{FF2B5EF4-FFF2-40B4-BE49-F238E27FC236}">
                <a16:creationId xmlns:a16="http://schemas.microsoft.com/office/drawing/2014/main" id="{E64DE371-80EE-4E8D-B959-06E1E58F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1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5" name="data_6881">
            <a:extLst xmlns:a="http://schemas.openxmlformats.org/drawingml/2006/main">
              <a:ext uri="{FF2B5EF4-FFF2-40B4-BE49-F238E27FC236}">
                <a16:creationId xmlns:a16="http://schemas.microsoft.com/office/drawing/2014/main" id="{0822BAD2-699B-4808-A442-58F4DB4F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63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6" name="data_6882">
            <a:extLst xmlns:a="http://schemas.openxmlformats.org/drawingml/2006/main">
              <a:ext uri="{FF2B5EF4-FFF2-40B4-BE49-F238E27FC236}">
                <a16:creationId xmlns:a16="http://schemas.microsoft.com/office/drawing/2014/main" id="{D0C34926-4AAB-4CEF-A600-14AAE910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473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7" name="data_6883">
            <a:extLst xmlns:a="http://schemas.openxmlformats.org/drawingml/2006/main">
              <a:ext uri="{FF2B5EF4-FFF2-40B4-BE49-F238E27FC236}">
                <a16:creationId xmlns:a16="http://schemas.microsoft.com/office/drawing/2014/main" id="{AC53BB51-CF84-4268-B8DB-678E5C29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993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8" name="data_6884">
            <a:extLst xmlns:a="http://schemas.openxmlformats.org/drawingml/2006/main">
              <a:ext uri="{FF2B5EF4-FFF2-40B4-BE49-F238E27FC236}">
                <a16:creationId xmlns:a16="http://schemas.microsoft.com/office/drawing/2014/main" id="{751CEEC2-AE77-4431-B5DA-51F66DB7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227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9" name="data_6885">
            <a:extLst xmlns:a="http://schemas.openxmlformats.org/drawingml/2006/main">
              <a:ext uri="{FF2B5EF4-FFF2-40B4-BE49-F238E27FC236}">
                <a16:creationId xmlns:a16="http://schemas.microsoft.com/office/drawing/2014/main" id="{7BD15AAC-D177-4740-B648-E87DC9B9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9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0" name="data_6886">
            <a:extLst xmlns:a="http://schemas.openxmlformats.org/drawingml/2006/main">
              <a:ext uri="{FF2B5EF4-FFF2-40B4-BE49-F238E27FC236}">
                <a16:creationId xmlns:a16="http://schemas.microsoft.com/office/drawing/2014/main" id="{A5285DEE-FBE8-436F-BF63-857D4225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9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1" name="data_6887">
            <a:extLst xmlns:a="http://schemas.openxmlformats.org/drawingml/2006/main">
              <a:ext uri="{FF2B5EF4-FFF2-40B4-BE49-F238E27FC236}">
                <a16:creationId xmlns:a16="http://schemas.microsoft.com/office/drawing/2014/main" id="{B95789E5-970E-4E6F-8FB6-9BDDC68F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1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2" name="data_6888">
            <a:extLst xmlns:a="http://schemas.openxmlformats.org/drawingml/2006/main">
              <a:ext uri="{FF2B5EF4-FFF2-40B4-BE49-F238E27FC236}">
                <a16:creationId xmlns:a16="http://schemas.microsoft.com/office/drawing/2014/main" id="{C324D9EC-0414-4A0D-B4A1-A0B44DD0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0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3" name="data_6889">
            <a:extLst xmlns:a="http://schemas.openxmlformats.org/drawingml/2006/main">
              <a:ext uri="{FF2B5EF4-FFF2-40B4-BE49-F238E27FC236}">
                <a16:creationId xmlns:a16="http://schemas.microsoft.com/office/drawing/2014/main" id="{4460EEF4-9982-4CEF-8253-593C6B03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534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4" name="data_6890">
            <a:extLst xmlns:a="http://schemas.openxmlformats.org/drawingml/2006/main">
              <a:ext uri="{FF2B5EF4-FFF2-40B4-BE49-F238E27FC236}">
                <a16:creationId xmlns:a16="http://schemas.microsoft.com/office/drawing/2014/main" id="{171943E9-AC6F-433D-A56D-0EBD5D70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6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5" name="data_6891">
            <a:extLst xmlns:a="http://schemas.openxmlformats.org/drawingml/2006/main">
              <a:ext uri="{FF2B5EF4-FFF2-40B4-BE49-F238E27FC236}">
                <a16:creationId xmlns:a16="http://schemas.microsoft.com/office/drawing/2014/main" id="{9320CED5-8501-4019-A934-63DDF993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52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6" name="data_6892">
            <a:extLst xmlns:a="http://schemas.openxmlformats.org/drawingml/2006/main">
              <a:ext uri="{FF2B5EF4-FFF2-40B4-BE49-F238E27FC236}">
                <a16:creationId xmlns:a16="http://schemas.microsoft.com/office/drawing/2014/main" id="{C93CEF34-1C20-4BF4-80B7-3B78D6C8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7" name="data_6893">
            <a:extLst xmlns:a="http://schemas.openxmlformats.org/drawingml/2006/main">
              <a:ext uri="{FF2B5EF4-FFF2-40B4-BE49-F238E27FC236}">
                <a16:creationId xmlns:a16="http://schemas.microsoft.com/office/drawing/2014/main" id="{33ED629A-F0ED-4490-9C01-464F42C4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90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8" name="data_6894">
            <a:extLst xmlns:a="http://schemas.openxmlformats.org/drawingml/2006/main">
              <a:ext uri="{FF2B5EF4-FFF2-40B4-BE49-F238E27FC236}">
                <a16:creationId xmlns:a16="http://schemas.microsoft.com/office/drawing/2014/main" id="{FACE53A6-8202-477D-90FF-9A321242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7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9" name="data_6895">
            <a:extLst xmlns:a="http://schemas.openxmlformats.org/drawingml/2006/main">
              <a:ext uri="{FF2B5EF4-FFF2-40B4-BE49-F238E27FC236}">
                <a16:creationId xmlns:a16="http://schemas.microsoft.com/office/drawing/2014/main" id="{9002372F-785A-4DE1-93C2-19D65408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0" name="data_6896">
            <a:extLst xmlns:a="http://schemas.openxmlformats.org/drawingml/2006/main">
              <a:ext uri="{FF2B5EF4-FFF2-40B4-BE49-F238E27FC236}">
                <a16:creationId xmlns:a16="http://schemas.microsoft.com/office/drawing/2014/main" id="{1C56934F-7F36-4253-90F0-D78E84EE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7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1" name="data_6897">
            <a:extLst xmlns:a="http://schemas.openxmlformats.org/drawingml/2006/main">
              <a:ext uri="{FF2B5EF4-FFF2-40B4-BE49-F238E27FC236}">
                <a16:creationId xmlns:a16="http://schemas.microsoft.com/office/drawing/2014/main" id="{9992A126-7CCE-4496-9513-D109CEF4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898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2" name="data_6898">
            <a:extLst xmlns:a="http://schemas.openxmlformats.org/drawingml/2006/main">
              <a:ext uri="{FF2B5EF4-FFF2-40B4-BE49-F238E27FC236}">
                <a16:creationId xmlns:a16="http://schemas.microsoft.com/office/drawing/2014/main" id="{820CBA06-F406-4B94-8617-61EA646D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7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3" name="data_6899">
            <a:extLst xmlns:a="http://schemas.openxmlformats.org/drawingml/2006/main">
              <a:ext uri="{FF2B5EF4-FFF2-40B4-BE49-F238E27FC236}">
                <a16:creationId xmlns:a16="http://schemas.microsoft.com/office/drawing/2014/main" id="{8A171EC5-0F09-415B-A714-E4DEBC74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4" name="data_6900">
            <a:extLst xmlns:a="http://schemas.openxmlformats.org/drawingml/2006/main">
              <a:ext uri="{FF2B5EF4-FFF2-40B4-BE49-F238E27FC236}">
                <a16:creationId xmlns:a16="http://schemas.microsoft.com/office/drawing/2014/main" id="{7E64018A-A656-4198-99BB-E7B3BA6D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7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5" name="data_6901">
            <a:extLst xmlns:a="http://schemas.openxmlformats.org/drawingml/2006/main">
              <a:ext uri="{FF2B5EF4-FFF2-40B4-BE49-F238E27FC236}">
                <a16:creationId xmlns:a16="http://schemas.microsoft.com/office/drawing/2014/main" id="{3A6F9F1C-C389-47C4-A3A1-4840BFC9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07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6" name="data_6902">
            <a:extLst xmlns:a="http://schemas.openxmlformats.org/drawingml/2006/main">
              <a:ext uri="{FF2B5EF4-FFF2-40B4-BE49-F238E27FC236}">
                <a16:creationId xmlns:a16="http://schemas.microsoft.com/office/drawing/2014/main" id="{518B7CAA-49EA-4CFD-9D1E-FF42780D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44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7" name="data_6903">
            <a:extLst xmlns:a="http://schemas.openxmlformats.org/drawingml/2006/main">
              <a:ext uri="{FF2B5EF4-FFF2-40B4-BE49-F238E27FC236}">
                <a16:creationId xmlns:a16="http://schemas.microsoft.com/office/drawing/2014/main" id="{4DAFD598-AABF-4FAB-A23B-8D60A922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2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8" name="data_6904">
            <a:extLst xmlns:a="http://schemas.openxmlformats.org/drawingml/2006/main">
              <a:ext uri="{FF2B5EF4-FFF2-40B4-BE49-F238E27FC236}">
                <a16:creationId xmlns:a16="http://schemas.microsoft.com/office/drawing/2014/main" id="{3B459E1B-4FD3-4749-BCEE-3CCC57D8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246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9" name="data_6905">
            <a:extLst xmlns:a="http://schemas.openxmlformats.org/drawingml/2006/main">
              <a:ext uri="{FF2B5EF4-FFF2-40B4-BE49-F238E27FC236}">
                <a16:creationId xmlns:a16="http://schemas.microsoft.com/office/drawing/2014/main" id="{0060DD30-80A1-4AB4-90A3-990E1BEA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4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0" name="data_6906">
            <a:extLst xmlns:a="http://schemas.openxmlformats.org/drawingml/2006/main">
              <a:ext uri="{FF2B5EF4-FFF2-40B4-BE49-F238E27FC236}">
                <a16:creationId xmlns:a16="http://schemas.microsoft.com/office/drawing/2014/main" id="{461199E7-1D72-45A9-AB19-4A302D7A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19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1" name="data_6907">
            <a:extLst xmlns:a="http://schemas.openxmlformats.org/drawingml/2006/main">
              <a:ext uri="{FF2B5EF4-FFF2-40B4-BE49-F238E27FC236}">
                <a16:creationId xmlns:a16="http://schemas.microsoft.com/office/drawing/2014/main" id="{C00B21FF-1014-46EE-A9D7-8DD71CC2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41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2" name="data_6908">
            <a:extLst xmlns:a="http://schemas.openxmlformats.org/drawingml/2006/main">
              <a:ext uri="{FF2B5EF4-FFF2-40B4-BE49-F238E27FC236}">
                <a16:creationId xmlns:a16="http://schemas.microsoft.com/office/drawing/2014/main" id="{F9B23E1A-1AC8-4A72-89F2-44090DC4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70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3" name="data_6909">
            <a:extLst xmlns:a="http://schemas.openxmlformats.org/drawingml/2006/main">
              <a:ext uri="{FF2B5EF4-FFF2-40B4-BE49-F238E27FC236}">
                <a16:creationId xmlns:a16="http://schemas.microsoft.com/office/drawing/2014/main" id="{D97077F6-66A4-471C-AE58-9EB6A82C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84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4" name="data_6910">
            <a:extLst xmlns:a="http://schemas.openxmlformats.org/drawingml/2006/main">
              <a:ext uri="{FF2B5EF4-FFF2-40B4-BE49-F238E27FC236}">
                <a16:creationId xmlns:a16="http://schemas.microsoft.com/office/drawing/2014/main" id="{F6FCB757-F7E0-4447-95C0-7DBB4268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93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5" name="data_6911">
            <a:extLst xmlns:a="http://schemas.openxmlformats.org/drawingml/2006/main">
              <a:ext uri="{FF2B5EF4-FFF2-40B4-BE49-F238E27FC236}">
                <a16:creationId xmlns:a16="http://schemas.microsoft.com/office/drawing/2014/main" id="{B0EF12A4-3101-4DEB-B870-0B289B5F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6" name="data_6912">
            <a:extLst xmlns:a="http://schemas.openxmlformats.org/drawingml/2006/main">
              <a:ext uri="{FF2B5EF4-FFF2-40B4-BE49-F238E27FC236}">
                <a16:creationId xmlns:a16="http://schemas.microsoft.com/office/drawing/2014/main" id="{38CCEEF8-DB7D-408D-A3B3-CB421292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6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7" name="data_6913">
            <a:extLst xmlns:a="http://schemas.openxmlformats.org/drawingml/2006/main">
              <a:ext uri="{FF2B5EF4-FFF2-40B4-BE49-F238E27FC236}">
                <a16:creationId xmlns:a16="http://schemas.microsoft.com/office/drawing/2014/main" id="{5DD1F773-E5AE-43FA-9D79-8ABEB8DE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7205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8" name="data_6914">
            <a:extLst xmlns:a="http://schemas.openxmlformats.org/drawingml/2006/main">
              <a:ext uri="{FF2B5EF4-FFF2-40B4-BE49-F238E27FC236}">
                <a16:creationId xmlns:a16="http://schemas.microsoft.com/office/drawing/2014/main" id="{5CC2F165-C0F6-47D5-A88F-49A4030B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6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9" name="data_6915">
            <a:extLst xmlns:a="http://schemas.openxmlformats.org/drawingml/2006/main">
              <a:ext uri="{FF2B5EF4-FFF2-40B4-BE49-F238E27FC236}">
                <a16:creationId xmlns:a16="http://schemas.microsoft.com/office/drawing/2014/main" id="{7B3A199B-1643-4B60-A82A-66CD783E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450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0" name="data_6916">
            <a:extLst xmlns:a="http://schemas.openxmlformats.org/drawingml/2006/main">
              <a:ext uri="{FF2B5EF4-FFF2-40B4-BE49-F238E27FC236}">
                <a16:creationId xmlns:a16="http://schemas.microsoft.com/office/drawing/2014/main" id="{00B05E7A-A4BD-4952-B31C-CB2B4263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97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1" name="data_6917">
            <a:extLst xmlns:a="http://schemas.openxmlformats.org/drawingml/2006/main">
              <a:ext uri="{FF2B5EF4-FFF2-40B4-BE49-F238E27FC236}">
                <a16:creationId xmlns:a16="http://schemas.microsoft.com/office/drawing/2014/main" id="{0931E7FF-E3BB-43A8-A2BB-5B73E951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40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2" name="data_6918">
            <a:extLst xmlns:a="http://schemas.openxmlformats.org/drawingml/2006/main">
              <a:ext uri="{FF2B5EF4-FFF2-40B4-BE49-F238E27FC236}">
                <a16:creationId xmlns:a16="http://schemas.microsoft.com/office/drawing/2014/main" id="{7D25731B-C314-4A76-9F6D-219E4F75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5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3" name="data_6919">
            <a:extLst xmlns:a="http://schemas.openxmlformats.org/drawingml/2006/main">
              <a:ext uri="{FF2B5EF4-FFF2-40B4-BE49-F238E27FC236}">
                <a16:creationId xmlns:a16="http://schemas.microsoft.com/office/drawing/2014/main" id="{DD57340E-86EA-4C41-9BF1-045D8A57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8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4" name="data_6920">
            <a:extLst xmlns:a="http://schemas.openxmlformats.org/drawingml/2006/main">
              <a:ext uri="{FF2B5EF4-FFF2-40B4-BE49-F238E27FC236}">
                <a16:creationId xmlns:a16="http://schemas.microsoft.com/office/drawing/2014/main" id="{C168E081-B8C9-4137-88DA-9338B3C8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760" y="289293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5" name="data_6921">
            <a:extLst xmlns:a="http://schemas.openxmlformats.org/drawingml/2006/main">
              <a:ext uri="{FF2B5EF4-FFF2-40B4-BE49-F238E27FC236}">
                <a16:creationId xmlns:a16="http://schemas.microsoft.com/office/drawing/2014/main" id="{E7972BB7-AA93-4796-8B56-1BCCE83B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3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6" name="data_6922">
            <a:extLst xmlns:a="http://schemas.openxmlformats.org/drawingml/2006/main">
              <a:ext uri="{FF2B5EF4-FFF2-40B4-BE49-F238E27FC236}">
                <a16:creationId xmlns:a16="http://schemas.microsoft.com/office/drawing/2014/main" id="{7445969B-E23E-4262-8176-79A5935A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1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7" name="data_6923">
            <a:extLst xmlns:a="http://schemas.openxmlformats.org/drawingml/2006/main">
              <a:ext uri="{FF2B5EF4-FFF2-40B4-BE49-F238E27FC236}">
                <a16:creationId xmlns:a16="http://schemas.microsoft.com/office/drawing/2014/main" id="{189C78D5-91C4-4451-A66E-491BE64B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35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8" name="data_6924">
            <a:extLst xmlns:a="http://schemas.openxmlformats.org/drawingml/2006/main">
              <a:ext uri="{FF2B5EF4-FFF2-40B4-BE49-F238E27FC236}">
                <a16:creationId xmlns:a16="http://schemas.microsoft.com/office/drawing/2014/main" id="{E03B3B9B-136D-4C9F-9711-AB97232E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66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9" name="data_6925">
            <a:extLst xmlns:a="http://schemas.openxmlformats.org/drawingml/2006/main">
              <a:ext uri="{FF2B5EF4-FFF2-40B4-BE49-F238E27FC236}">
                <a16:creationId xmlns:a16="http://schemas.microsoft.com/office/drawing/2014/main" id="{BEE7D36B-4793-487A-92F0-7BFB6CBD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68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0" name="data_6926">
            <a:extLst xmlns:a="http://schemas.openxmlformats.org/drawingml/2006/main">
              <a:ext uri="{FF2B5EF4-FFF2-40B4-BE49-F238E27FC236}">
                <a16:creationId xmlns:a16="http://schemas.microsoft.com/office/drawing/2014/main" id="{C7783A58-9E38-4155-8866-C4F5E567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450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1" name="data_6927">
            <a:extLst xmlns:a="http://schemas.openxmlformats.org/drawingml/2006/main">
              <a:ext uri="{FF2B5EF4-FFF2-40B4-BE49-F238E27FC236}">
                <a16:creationId xmlns:a16="http://schemas.microsoft.com/office/drawing/2014/main" id="{CEE35055-323D-46BF-BDEF-936725A5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20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2" name="data_6928">
            <a:extLst xmlns:a="http://schemas.openxmlformats.org/drawingml/2006/main">
              <a:ext uri="{FF2B5EF4-FFF2-40B4-BE49-F238E27FC236}">
                <a16:creationId xmlns:a16="http://schemas.microsoft.com/office/drawing/2014/main" id="{781DCA7A-9F13-4531-BFDD-195F0DA9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3" name="data_6929">
            <a:extLst xmlns:a="http://schemas.openxmlformats.org/drawingml/2006/main">
              <a:ext uri="{FF2B5EF4-FFF2-40B4-BE49-F238E27FC236}">
                <a16:creationId xmlns:a16="http://schemas.microsoft.com/office/drawing/2014/main" id="{A509FA3B-58D8-46BB-ACC6-01399251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82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4" name="data_6930">
            <a:extLst xmlns:a="http://schemas.openxmlformats.org/drawingml/2006/main">
              <a:ext uri="{FF2B5EF4-FFF2-40B4-BE49-F238E27FC236}">
                <a16:creationId xmlns:a16="http://schemas.microsoft.com/office/drawing/2014/main" id="{63995D7A-3E5F-496E-BD16-079445C5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92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5" name="data_6931">
            <a:extLst xmlns:a="http://schemas.openxmlformats.org/drawingml/2006/main">
              <a:ext uri="{FF2B5EF4-FFF2-40B4-BE49-F238E27FC236}">
                <a16:creationId xmlns:a16="http://schemas.microsoft.com/office/drawing/2014/main" id="{DD1C2A2D-1490-4AE6-8CED-96E61E06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50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6" name="data_6932">
            <a:extLst xmlns:a="http://schemas.openxmlformats.org/drawingml/2006/main">
              <a:ext uri="{FF2B5EF4-FFF2-40B4-BE49-F238E27FC236}">
                <a16:creationId xmlns:a16="http://schemas.microsoft.com/office/drawing/2014/main" id="{3C4CBDB8-692C-4517-B63F-5F408E92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381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7" name="data_6933">
            <a:extLst xmlns:a="http://schemas.openxmlformats.org/drawingml/2006/main">
              <a:ext uri="{FF2B5EF4-FFF2-40B4-BE49-F238E27FC236}">
                <a16:creationId xmlns:a16="http://schemas.microsoft.com/office/drawing/2014/main" id="{6FBE7ABD-ED32-466C-91F6-49FCC150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2116243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488" name="data_6934">
            <a:extLst xmlns:a="http://schemas.openxmlformats.org/drawingml/2006/main">
              <a:ext uri="{FF2B5EF4-FFF2-40B4-BE49-F238E27FC236}">
                <a16:creationId xmlns:a16="http://schemas.microsoft.com/office/drawing/2014/main" id="{E7989ECB-6577-44A7-86EE-8DFA2B8F0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407082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489" name="text_6935">
            <a:extLst xmlns:a="http://schemas.openxmlformats.org/drawingml/2006/main">
              <a:ext uri="{FF2B5EF4-FFF2-40B4-BE49-F238E27FC236}">
                <a16:creationId xmlns:a16="http://schemas.microsoft.com/office/drawing/2014/main" id="{6CFFB772-81CC-4AB9-BCA2-73556FC8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2544" y="1802843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90" name="text_6936">
            <a:extLst xmlns:a="http://schemas.openxmlformats.org/drawingml/2006/main">
              <a:ext uri="{FF2B5EF4-FFF2-40B4-BE49-F238E27FC236}">
                <a16:creationId xmlns:a16="http://schemas.microsoft.com/office/drawing/2014/main" id="{99AF03A3-4E25-4036-BC39-154349E5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2701" y="1837547"/>
            <a:ext cx="945130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CA2</a:t>
            </a:r>
          </a:p>
        </p:txBody>
      </p:sp>
      <p:sp>
        <p:nvSpPr>
          <p:cNvPr id="1491" name="data_6937">
            <a:extLst xmlns:a="http://schemas.openxmlformats.org/drawingml/2006/main">
              <a:ext uri="{FF2B5EF4-FFF2-40B4-BE49-F238E27FC236}">
                <a16:creationId xmlns:a16="http://schemas.microsoft.com/office/drawing/2014/main" id="{0349AC93-F679-4C88-A906-367571A9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2857347"/>
            <a:ext cx="2049083" cy="1124630"/>
          </a:xfrm>
          <a:custGeom xmlns:a="http://schemas.openxmlformats.org/drawingml/2006/main">
            <a:pathLst>
              <a:path w="2049083" h="1124630">
                <a:moveTo>
                  <a:pt x="0" y="1124630"/>
                </a:moveTo>
                <a:lnTo>
                  <a:pt x="19798" y="1122700"/>
                </a:lnTo>
                <a:lnTo>
                  <a:pt x="20788" y="1122491"/>
                </a:lnTo>
                <a:lnTo>
                  <a:pt x="26270" y="1121377"/>
                </a:lnTo>
                <a:lnTo>
                  <a:pt x="28212" y="1119255"/>
                </a:lnTo>
                <a:lnTo>
                  <a:pt x="34151" y="1117829"/>
                </a:lnTo>
                <a:lnTo>
                  <a:pt x="35949" y="1115935"/>
                </a:lnTo>
                <a:lnTo>
                  <a:pt x="37946" y="1115807"/>
                </a:lnTo>
                <a:lnTo>
                  <a:pt x="39596" y="1112525"/>
                </a:lnTo>
                <a:lnTo>
                  <a:pt x="43784" y="1110556"/>
                </a:lnTo>
                <a:lnTo>
                  <a:pt x="45535" y="1108937"/>
                </a:lnTo>
                <a:lnTo>
                  <a:pt x="48788" y="1108894"/>
                </a:lnTo>
                <a:lnTo>
                  <a:pt x="50485" y="1105473"/>
                </a:lnTo>
                <a:lnTo>
                  <a:pt x="55986" y="1103604"/>
                </a:lnTo>
                <a:lnTo>
                  <a:pt x="57909" y="1096774"/>
                </a:lnTo>
                <a:lnTo>
                  <a:pt x="66099" y="1094827"/>
                </a:lnTo>
                <a:lnTo>
                  <a:pt x="67183" y="1094536"/>
                </a:lnTo>
                <a:lnTo>
                  <a:pt x="68303" y="1094536"/>
                </a:lnTo>
                <a:lnTo>
                  <a:pt x="70054" y="1092258"/>
                </a:lnTo>
                <a:lnTo>
                  <a:pt x="75892" y="1090825"/>
                </a:lnTo>
                <a:lnTo>
                  <a:pt x="77212" y="1086115"/>
                </a:lnTo>
                <a:lnTo>
                  <a:pt x="85378" y="1084855"/>
                </a:lnTo>
                <a:lnTo>
                  <a:pt x="86121" y="1071348"/>
                </a:lnTo>
                <a:lnTo>
                  <a:pt x="94211" y="1069499"/>
                </a:lnTo>
                <a:lnTo>
                  <a:pt x="95030" y="1068859"/>
                </a:lnTo>
                <a:lnTo>
                  <a:pt x="97575" y="1068710"/>
                </a:lnTo>
                <a:lnTo>
                  <a:pt x="99484" y="1059853"/>
                </a:lnTo>
                <a:lnTo>
                  <a:pt x="105081" y="1057907"/>
                </a:lnTo>
                <a:lnTo>
                  <a:pt x="106909" y="1055828"/>
                </a:lnTo>
                <a:lnTo>
                  <a:pt x="113838" y="1054869"/>
                </a:lnTo>
                <a:lnTo>
                  <a:pt x="114333" y="1028773"/>
                </a:lnTo>
                <a:lnTo>
                  <a:pt x="124187" y="1027529"/>
                </a:lnTo>
                <a:lnTo>
                  <a:pt x="125222" y="1026289"/>
                </a:lnTo>
                <a:lnTo>
                  <a:pt x="131351" y="1024923"/>
                </a:lnTo>
                <a:lnTo>
                  <a:pt x="132811" y="1023246"/>
                </a:lnTo>
                <a:lnTo>
                  <a:pt x="136606" y="1022997"/>
                </a:lnTo>
                <a:lnTo>
                  <a:pt x="138090" y="1008561"/>
                </a:lnTo>
                <a:lnTo>
                  <a:pt x="146363" y="1006698"/>
                </a:lnTo>
                <a:lnTo>
                  <a:pt x="147989" y="1003568"/>
                </a:lnTo>
                <a:lnTo>
                  <a:pt x="151784" y="1003253"/>
                </a:lnTo>
                <a:lnTo>
                  <a:pt x="151784" y="998566"/>
                </a:lnTo>
                <a:lnTo>
                  <a:pt x="157622" y="998351"/>
                </a:lnTo>
                <a:lnTo>
                  <a:pt x="158878" y="996150"/>
                </a:lnTo>
                <a:lnTo>
                  <a:pt x="170757" y="994998"/>
                </a:lnTo>
                <a:lnTo>
                  <a:pt x="172242" y="945517"/>
                </a:lnTo>
                <a:lnTo>
                  <a:pt x="183610" y="943553"/>
                </a:lnTo>
                <a:lnTo>
                  <a:pt x="183892" y="941410"/>
                </a:lnTo>
                <a:lnTo>
                  <a:pt x="189730" y="940014"/>
                </a:lnTo>
                <a:lnTo>
                  <a:pt x="191545" y="937404"/>
                </a:lnTo>
                <a:lnTo>
                  <a:pt x="195151" y="937025"/>
                </a:lnTo>
                <a:lnTo>
                  <a:pt x="195999" y="928334"/>
                </a:lnTo>
                <a:lnTo>
                  <a:pt x="204908" y="927349"/>
                </a:lnTo>
                <a:lnTo>
                  <a:pt x="206393" y="926041"/>
                </a:lnTo>
                <a:lnTo>
                  <a:pt x="210162" y="925679"/>
                </a:lnTo>
                <a:lnTo>
                  <a:pt x="211974" y="923660"/>
                </a:lnTo>
                <a:lnTo>
                  <a:pt x="213446" y="923489"/>
                </a:lnTo>
                <a:lnTo>
                  <a:pt x="215302" y="921585"/>
                </a:lnTo>
                <a:lnTo>
                  <a:pt x="227676" y="920404"/>
                </a:lnTo>
                <a:lnTo>
                  <a:pt x="228666" y="867389"/>
                </a:lnTo>
                <a:lnTo>
                  <a:pt x="236433" y="866789"/>
                </a:lnTo>
                <a:lnTo>
                  <a:pt x="237575" y="864927"/>
                </a:lnTo>
                <a:lnTo>
                  <a:pt x="243938" y="863554"/>
                </a:lnTo>
                <a:lnTo>
                  <a:pt x="245189" y="861278"/>
                </a:lnTo>
                <a:lnTo>
                  <a:pt x="256135" y="860162"/>
                </a:lnTo>
                <a:lnTo>
                  <a:pt x="257373" y="848266"/>
                </a:lnTo>
                <a:lnTo>
                  <a:pt x="262703" y="847178"/>
                </a:lnTo>
                <a:lnTo>
                  <a:pt x="264302" y="845883"/>
                </a:lnTo>
                <a:lnTo>
                  <a:pt x="273211" y="844209"/>
                </a:lnTo>
                <a:lnTo>
                  <a:pt x="274985" y="829564"/>
                </a:lnTo>
                <a:lnTo>
                  <a:pt x="284595" y="828628"/>
                </a:lnTo>
                <a:lnTo>
                  <a:pt x="286431" y="822709"/>
                </a:lnTo>
                <a:lnTo>
                  <a:pt x="288973" y="821978"/>
                </a:lnTo>
                <a:lnTo>
                  <a:pt x="289769" y="819899"/>
                </a:lnTo>
                <a:lnTo>
                  <a:pt x="292726" y="819877"/>
                </a:lnTo>
                <a:lnTo>
                  <a:pt x="293999" y="812895"/>
                </a:lnTo>
                <a:lnTo>
                  <a:pt x="303568" y="812244"/>
                </a:lnTo>
                <a:lnTo>
                  <a:pt x="303568" y="808935"/>
                </a:lnTo>
                <a:lnTo>
                  <a:pt x="310332" y="806971"/>
                </a:lnTo>
                <a:lnTo>
                  <a:pt x="311817" y="806025"/>
                </a:lnTo>
                <a:lnTo>
                  <a:pt x="316766" y="804167"/>
                </a:lnTo>
                <a:lnTo>
                  <a:pt x="316766" y="804023"/>
                </a:lnTo>
                <a:lnTo>
                  <a:pt x="329737" y="802226"/>
                </a:lnTo>
                <a:lnTo>
                  <a:pt x="331165" y="801547"/>
                </a:lnTo>
                <a:lnTo>
                  <a:pt x="341514" y="801018"/>
                </a:lnTo>
                <a:lnTo>
                  <a:pt x="342999" y="622360"/>
                </a:lnTo>
                <a:lnTo>
                  <a:pt x="357847" y="620407"/>
                </a:lnTo>
                <a:lnTo>
                  <a:pt x="359488" y="619714"/>
                </a:lnTo>
                <a:lnTo>
                  <a:pt x="367784" y="619041"/>
                </a:lnTo>
                <a:lnTo>
                  <a:pt x="369726" y="616961"/>
                </a:lnTo>
                <a:lnTo>
                  <a:pt x="375665" y="615495"/>
                </a:lnTo>
                <a:lnTo>
                  <a:pt x="376843" y="613867"/>
                </a:lnTo>
                <a:lnTo>
                  <a:pt x="379460" y="613846"/>
                </a:lnTo>
                <a:lnTo>
                  <a:pt x="379460" y="609986"/>
                </a:lnTo>
                <a:lnTo>
                  <a:pt x="390302" y="608794"/>
                </a:lnTo>
                <a:lnTo>
                  <a:pt x="391998" y="605442"/>
                </a:lnTo>
                <a:lnTo>
                  <a:pt x="398433" y="603811"/>
                </a:lnTo>
                <a:lnTo>
                  <a:pt x="400396" y="598854"/>
                </a:lnTo>
                <a:lnTo>
                  <a:pt x="409817" y="598261"/>
                </a:lnTo>
                <a:lnTo>
                  <a:pt x="411568" y="590086"/>
                </a:lnTo>
                <a:lnTo>
                  <a:pt x="417406" y="589770"/>
                </a:lnTo>
                <a:lnTo>
                  <a:pt x="418726" y="587987"/>
                </a:lnTo>
                <a:lnTo>
                  <a:pt x="426892" y="586078"/>
                </a:lnTo>
                <a:lnTo>
                  <a:pt x="428740" y="579809"/>
                </a:lnTo>
                <a:lnTo>
                  <a:pt x="439089" y="578064"/>
                </a:lnTo>
                <a:lnTo>
                  <a:pt x="440998" y="576453"/>
                </a:lnTo>
                <a:lnTo>
                  <a:pt x="447501" y="574814"/>
                </a:lnTo>
                <a:lnTo>
                  <a:pt x="449438" y="574322"/>
                </a:lnTo>
                <a:lnTo>
                  <a:pt x="455352" y="574215"/>
                </a:lnTo>
                <a:lnTo>
                  <a:pt x="455352" y="513660"/>
                </a:lnTo>
                <a:lnTo>
                  <a:pt x="472865" y="512272"/>
                </a:lnTo>
                <a:lnTo>
                  <a:pt x="473665" y="511360"/>
                </a:lnTo>
                <a:lnTo>
                  <a:pt x="487877" y="510559"/>
                </a:lnTo>
                <a:lnTo>
                  <a:pt x="489503" y="504184"/>
                </a:lnTo>
                <a:lnTo>
                  <a:pt x="496747" y="502617"/>
                </a:lnTo>
                <a:lnTo>
                  <a:pt x="497422" y="501650"/>
                </a:lnTo>
                <a:lnTo>
                  <a:pt x="512271" y="500483"/>
                </a:lnTo>
                <a:lnTo>
                  <a:pt x="514107" y="476613"/>
                </a:lnTo>
                <a:lnTo>
                  <a:pt x="531244" y="475145"/>
                </a:lnTo>
                <a:lnTo>
                  <a:pt x="533059" y="473998"/>
                </a:lnTo>
                <a:lnTo>
                  <a:pt x="542919" y="472030"/>
                </a:lnTo>
                <a:lnTo>
                  <a:pt x="544057" y="471732"/>
                </a:lnTo>
                <a:lnTo>
                  <a:pt x="546422" y="471732"/>
                </a:lnTo>
                <a:lnTo>
                  <a:pt x="547907" y="464078"/>
                </a:lnTo>
                <a:lnTo>
                  <a:pt x="558841" y="462951"/>
                </a:lnTo>
                <a:lnTo>
                  <a:pt x="560433" y="461921"/>
                </a:lnTo>
                <a:lnTo>
                  <a:pt x="569190" y="461750"/>
                </a:lnTo>
                <a:lnTo>
                  <a:pt x="570668" y="446965"/>
                </a:lnTo>
                <a:lnTo>
                  <a:pt x="585452" y="445176"/>
                </a:lnTo>
                <a:lnTo>
                  <a:pt x="586703" y="443630"/>
                </a:lnTo>
                <a:lnTo>
                  <a:pt x="597649" y="443273"/>
                </a:lnTo>
                <a:lnTo>
                  <a:pt x="597649" y="440791"/>
                </a:lnTo>
                <a:lnTo>
                  <a:pt x="620934" y="439558"/>
                </a:lnTo>
                <a:lnTo>
                  <a:pt x="621730" y="438485"/>
                </a:lnTo>
                <a:lnTo>
                  <a:pt x="626109" y="438485"/>
                </a:lnTo>
                <a:lnTo>
                  <a:pt x="626848" y="434968"/>
                </a:lnTo>
                <a:lnTo>
                  <a:pt x="634240" y="434373"/>
                </a:lnTo>
                <a:lnTo>
                  <a:pt x="635718" y="432911"/>
                </a:lnTo>
                <a:lnTo>
                  <a:pt x="656757" y="431174"/>
                </a:lnTo>
                <a:lnTo>
                  <a:pt x="656757" y="430665"/>
                </a:lnTo>
                <a:lnTo>
                  <a:pt x="683028" y="430238"/>
                </a:lnTo>
                <a:lnTo>
                  <a:pt x="683028" y="137467"/>
                </a:lnTo>
                <a:lnTo>
                  <a:pt x="739947" y="136078"/>
                </a:lnTo>
                <a:lnTo>
                  <a:pt x="739947" y="135250"/>
                </a:lnTo>
                <a:lnTo>
                  <a:pt x="796866" y="133728"/>
                </a:lnTo>
                <a:lnTo>
                  <a:pt x="796866" y="121981"/>
                </a:lnTo>
                <a:lnTo>
                  <a:pt x="819633" y="121195"/>
                </a:lnTo>
                <a:lnTo>
                  <a:pt x="819633" y="117059"/>
                </a:lnTo>
                <a:lnTo>
                  <a:pt x="853785" y="116893"/>
                </a:lnTo>
                <a:lnTo>
                  <a:pt x="853785" y="107173"/>
                </a:lnTo>
                <a:lnTo>
                  <a:pt x="910704" y="106057"/>
                </a:lnTo>
                <a:lnTo>
                  <a:pt x="910704" y="93483"/>
                </a:lnTo>
                <a:lnTo>
                  <a:pt x="956239" y="91622"/>
                </a:lnTo>
                <a:lnTo>
                  <a:pt x="956239" y="91456"/>
                </a:lnTo>
                <a:lnTo>
                  <a:pt x="975754" y="90629"/>
                </a:lnTo>
                <a:lnTo>
                  <a:pt x="975754" y="89211"/>
                </a:lnTo>
                <a:lnTo>
                  <a:pt x="1024541" y="88425"/>
                </a:lnTo>
                <a:lnTo>
                  <a:pt x="1024541" y="54509"/>
                </a:lnTo>
                <a:lnTo>
                  <a:pt x="1073329" y="54343"/>
                </a:lnTo>
                <a:lnTo>
                  <a:pt x="1073329" y="51507"/>
                </a:lnTo>
                <a:lnTo>
                  <a:pt x="1195298" y="50845"/>
                </a:lnTo>
                <a:lnTo>
                  <a:pt x="1195298" y="47536"/>
                </a:lnTo>
                <a:lnTo>
                  <a:pt x="1309136" y="45716"/>
                </a:lnTo>
                <a:lnTo>
                  <a:pt x="1309136" y="45551"/>
                </a:lnTo>
                <a:lnTo>
                  <a:pt x="1366055" y="45385"/>
                </a:lnTo>
                <a:lnTo>
                  <a:pt x="1366055" y="23877"/>
                </a:lnTo>
                <a:lnTo>
                  <a:pt x="1479893" y="22128"/>
                </a:lnTo>
                <a:lnTo>
                  <a:pt x="1479893" y="20474"/>
                </a:lnTo>
                <a:lnTo>
                  <a:pt x="1536812" y="20474"/>
                </a:lnTo>
                <a:lnTo>
                  <a:pt x="1536812" y="17992"/>
                </a:lnTo>
                <a:lnTo>
                  <a:pt x="2049083" y="17372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1492" name="data_6938">
            <a:extLst xmlns:a="http://schemas.openxmlformats.org/drawingml/2006/main">
              <a:ext uri="{FF2B5EF4-FFF2-40B4-BE49-F238E27FC236}">
                <a16:creationId xmlns:a16="http://schemas.microsoft.com/office/drawing/2014/main" id="{488F05E7-CCBF-4A48-942D-E9ED1F20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2797384"/>
            <a:ext cx="2049083" cy="1184593"/>
          </a:xfrm>
          <a:custGeom xmlns:a="http://schemas.openxmlformats.org/drawingml/2006/main">
            <a:pathLst>
              <a:path w="2049083" h="1184593">
                <a:moveTo>
                  <a:pt x="0" y="1184593"/>
                </a:moveTo>
                <a:lnTo>
                  <a:pt x="195151" y="1184593"/>
                </a:lnTo>
                <a:lnTo>
                  <a:pt x="195151" y="1121132"/>
                </a:lnTo>
                <a:lnTo>
                  <a:pt x="195999" y="1121132"/>
                </a:lnTo>
                <a:lnTo>
                  <a:pt x="227676" y="1121132"/>
                </a:lnTo>
                <a:lnTo>
                  <a:pt x="227676" y="888444"/>
                </a:lnTo>
                <a:lnTo>
                  <a:pt x="228666" y="888444"/>
                </a:lnTo>
                <a:lnTo>
                  <a:pt x="341514" y="888444"/>
                </a:lnTo>
                <a:lnTo>
                  <a:pt x="341514" y="592296"/>
                </a:lnTo>
                <a:lnTo>
                  <a:pt x="342999" y="592296"/>
                </a:lnTo>
                <a:lnTo>
                  <a:pt x="455352" y="592296"/>
                </a:lnTo>
                <a:lnTo>
                  <a:pt x="455352" y="423069"/>
                </a:lnTo>
                <a:lnTo>
                  <a:pt x="512271" y="423069"/>
                </a:lnTo>
                <a:lnTo>
                  <a:pt x="512271" y="376916"/>
                </a:lnTo>
                <a:lnTo>
                  <a:pt x="514107" y="376916"/>
                </a:lnTo>
                <a:lnTo>
                  <a:pt x="517445" y="376916"/>
                </a:lnTo>
                <a:lnTo>
                  <a:pt x="517445" y="369224"/>
                </a:lnTo>
                <a:lnTo>
                  <a:pt x="526316" y="369224"/>
                </a:lnTo>
                <a:lnTo>
                  <a:pt x="526316" y="361532"/>
                </a:lnTo>
                <a:lnTo>
                  <a:pt x="535186" y="361532"/>
                </a:lnTo>
                <a:lnTo>
                  <a:pt x="536140" y="353839"/>
                </a:lnTo>
                <a:lnTo>
                  <a:pt x="536665" y="353839"/>
                </a:lnTo>
                <a:lnTo>
                  <a:pt x="538143" y="353839"/>
                </a:lnTo>
                <a:lnTo>
                  <a:pt x="538143" y="346147"/>
                </a:lnTo>
                <a:lnTo>
                  <a:pt x="538998" y="346147"/>
                </a:lnTo>
                <a:lnTo>
                  <a:pt x="544057" y="346147"/>
                </a:lnTo>
                <a:lnTo>
                  <a:pt x="544057" y="338455"/>
                </a:lnTo>
                <a:lnTo>
                  <a:pt x="546422" y="338455"/>
                </a:lnTo>
                <a:lnTo>
                  <a:pt x="546422" y="296148"/>
                </a:lnTo>
                <a:lnTo>
                  <a:pt x="547907" y="296148"/>
                </a:lnTo>
                <a:lnTo>
                  <a:pt x="910704" y="296148"/>
                </a:lnTo>
                <a:lnTo>
                  <a:pt x="910704" y="204240"/>
                </a:lnTo>
                <a:lnTo>
                  <a:pt x="1024541" y="204240"/>
                </a:lnTo>
                <a:lnTo>
                  <a:pt x="1024541" y="2575"/>
                </a:lnTo>
                <a:lnTo>
                  <a:pt x="1252217" y="2575"/>
                </a:lnTo>
                <a:lnTo>
                  <a:pt x="1252217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1493" name="data_6939">
            <a:extLst xmlns:a="http://schemas.openxmlformats.org/drawingml/2006/main">
              <a:ext uri="{FF2B5EF4-FFF2-40B4-BE49-F238E27FC236}">
                <a16:creationId xmlns:a16="http://schemas.microsoft.com/office/drawing/2014/main" id="{FCA30547-BC8A-4427-8D29-CDCA7358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4558" y="3449581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4" name="data_6940">
            <a:extLst xmlns:a="http://schemas.openxmlformats.org/drawingml/2006/main">
              <a:ext uri="{FF2B5EF4-FFF2-40B4-BE49-F238E27FC236}">
                <a16:creationId xmlns:a16="http://schemas.microsoft.com/office/drawing/2014/main" id="{55F4C9AA-7D04-4858-BCC1-0CD781C7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6071" y="2964665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5" name="data_6941">
            <a:extLst xmlns:a="http://schemas.openxmlformats.org/drawingml/2006/main">
              <a:ext uri="{FF2B5EF4-FFF2-40B4-BE49-F238E27FC236}">
                <a16:creationId xmlns:a16="http://schemas.microsoft.com/office/drawing/2014/main" id="{2C0DAF07-68AB-4FAD-9FCE-BDEAA84E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9099" y="285107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6" name="data_6942">
            <a:extLst xmlns:a="http://schemas.openxmlformats.org/drawingml/2006/main">
              <a:ext uri="{FF2B5EF4-FFF2-40B4-BE49-F238E27FC236}">
                <a16:creationId xmlns:a16="http://schemas.microsoft.com/office/drawing/2014/main" id="{003CB97B-0EC7-4536-9D5E-8F8650F4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2127" y="2827199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7" name="data_6943">
            <a:extLst xmlns:a="http://schemas.openxmlformats.org/drawingml/2006/main">
              <a:ext uri="{FF2B5EF4-FFF2-40B4-BE49-F238E27FC236}">
                <a16:creationId xmlns:a16="http://schemas.microsoft.com/office/drawing/2014/main" id="{C4BA7A1A-8C1C-4433-84EE-6900B24B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546" y="333952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498" name="data_6944">
            <a:extLst xmlns:a="http://schemas.openxmlformats.org/drawingml/2006/main">
              <a:ext uri="{FF2B5EF4-FFF2-40B4-BE49-F238E27FC236}">
                <a16:creationId xmlns:a16="http://schemas.microsoft.com/office/drawing/2014/main" id="{9982FFB6-1CEF-4F92-97C2-E2327EC4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59" y="304337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499" name="data_6945">
            <a:extLst xmlns:a="http://schemas.openxmlformats.org/drawingml/2006/main">
              <a:ext uri="{FF2B5EF4-FFF2-40B4-BE49-F238E27FC236}">
                <a16:creationId xmlns:a16="http://schemas.microsoft.com/office/drawing/2014/main" id="{15AB3296-2EDB-4E7A-A8F1-D3D145C5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087" y="274722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500" name="data_6946">
            <a:extLst xmlns:a="http://schemas.openxmlformats.org/drawingml/2006/main">
              <a:ext uri="{FF2B5EF4-FFF2-40B4-BE49-F238E27FC236}">
                <a16:creationId xmlns:a16="http://schemas.microsoft.com/office/drawing/2014/main" id="{AF746C0C-71AE-4147-AC12-EDC6B28B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2115" y="274722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501" name="data_6947">
            <a:extLst xmlns:a="http://schemas.openxmlformats.org/drawingml/2006/main">
              <a:ext uri="{FF2B5EF4-FFF2-40B4-BE49-F238E27FC236}">
                <a16:creationId xmlns:a16="http://schemas.microsoft.com/office/drawing/2014/main" id="{502547D9-1190-44CB-9E1A-9EB28465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2116243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2" name="data_6948">
            <a:extLst xmlns:a="http://schemas.openxmlformats.org/drawingml/2006/main">
              <a:ext uri="{FF2B5EF4-FFF2-40B4-BE49-F238E27FC236}">
                <a16:creationId xmlns:a16="http://schemas.microsoft.com/office/drawing/2014/main" id="{B330709E-83ED-40E1-965C-0A2022C0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1345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4" y="1747274"/>
                </a:lnTo>
                <a:lnTo>
                  <a:pt x="8471" y="1732467"/>
                </a:lnTo>
                <a:lnTo>
                  <a:pt x="14472" y="1717659"/>
                </a:lnTo>
                <a:lnTo>
                  <a:pt x="21503" y="1702852"/>
                </a:lnTo>
                <a:lnTo>
                  <a:pt x="29152" y="1688045"/>
                </a:lnTo>
                <a:lnTo>
                  <a:pt x="37011" y="1673237"/>
                </a:lnTo>
                <a:lnTo>
                  <a:pt x="44710" y="1658430"/>
                </a:lnTo>
                <a:lnTo>
                  <a:pt x="51946" y="1643622"/>
                </a:lnTo>
                <a:lnTo>
                  <a:pt x="58492" y="1628815"/>
                </a:lnTo>
                <a:lnTo>
                  <a:pt x="64209" y="1614007"/>
                </a:lnTo>
                <a:lnTo>
                  <a:pt x="69037" y="1599200"/>
                </a:lnTo>
                <a:lnTo>
                  <a:pt x="72984" y="1584393"/>
                </a:lnTo>
                <a:lnTo>
                  <a:pt x="76112" y="1569585"/>
                </a:lnTo>
                <a:lnTo>
                  <a:pt x="78516" y="1554778"/>
                </a:lnTo>
                <a:lnTo>
                  <a:pt x="80310" y="1539970"/>
                </a:lnTo>
                <a:lnTo>
                  <a:pt x="81610" y="1525163"/>
                </a:lnTo>
                <a:lnTo>
                  <a:pt x="82527" y="1510356"/>
                </a:lnTo>
                <a:lnTo>
                  <a:pt x="83156" y="1495548"/>
                </a:lnTo>
                <a:lnTo>
                  <a:pt x="83576" y="1480741"/>
                </a:lnTo>
                <a:lnTo>
                  <a:pt x="83846" y="1465933"/>
                </a:lnTo>
                <a:lnTo>
                  <a:pt x="84010" y="1451126"/>
                </a:lnTo>
                <a:lnTo>
                  <a:pt x="84098" y="1436319"/>
                </a:lnTo>
                <a:lnTo>
                  <a:pt x="84125" y="1421511"/>
                </a:lnTo>
                <a:lnTo>
                  <a:pt x="84102" y="1406704"/>
                </a:lnTo>
                <a:lnTo>
                  <a:pt x="84032" y="1391896"/>
                </a:lnTo>
                <a:lnTo>
                  <a:pt x="83916" y="1377089"/>
                </a:lnTo>
                <a:lnTo>
                  <a:pt x="83754" y="1362282"/>
                </a:lnTo>
                <a:lnTo>
                  <a:pt x="83546" y="1347474"/>
                </a:lnTo>
                <a:lnTo>
                  <a:pt x="83293" y="1332667"/>
                </a:lnTo>
                <a:lnTo>
                  <a:pt x="82999" y="1317859"/>
                </a:lnTo>
                <a:lnTo>
                  <a:pt x="82668" y="1303052"/>
                </a:lnTo>
                <a:lnTo>
                  <a:pt x="82309" y="1288245"/>
                </a:lnTo>
                <a:lnTo>
                  <a:pt x="81932" y="1273437"/>
                </a:lnTo>
                <a:lnTo>
                  <a:pt x="81546" y="1258630"/>
                </a:lnTo>
                <a:lnTo>
                  <a:pt x="81163" y="1243822"/>
                </a:lnTo>
                <a:lnTo>
                  <a:pt x="80795" y="1229015"/>
                </a:lnTo>
                <a:lnTo>
                  <a:pt x="80451" y="1214207"/>
                </a:lnTo>
                <a:lnTo>
                  <a:pt x="80138" y="1199400"/>
                </a:lnTo>
                <a:lnTo>
                  <a:pt x="79860" y="1184593"/>
                </a:lnTo>
                <a:lnTo>
                  <a:pt x="79615" y="1169785"/>
                </a:lnTo>
                <a:lnTo>
                  <a:pt x="79398" y="1154978"/>
                </a:lnTo>
                <a:lnTo>
                  <a:pt x="79201" y="1140170"/>
                </a:lnTo>
                <a:lnTo>
                  <a:pt x="79009" y="1125363"/>
                </a:lnTo>
                <a:lnTo>
                  <a:pt x="78808" y="1110556"/>
                </a:lnTo>
                <a:lnTo>
                  <a:pt x="78581" y="1095748"/>
                </a:lnTo>
                <a:lnTo>
                  <a:pt x="78313" y="1080941"/>
                </a:lnTo>
                <a:lnTo>
                  <a:pt x="77992" y="1066133"/>
                </a:lnTo>
                <a:lnTo>
                  <a:pt x="77610" y="1051326"/>
                </a:lnTo>
                <a:lnTo>
                  <a:pt x="77164" y="1036519"/>
                </a:lnTo>
                <a:lnTo>
                  <a:pt x="76662" y="1021711"/>
                </a:lnTo>
                <a:lnTo>
                  <a:pt x="76120" y="1006904"/>
                </a:lnTo>
                <a:lnTo>
                  <a:pt x="75562" y="992096"/>
                </a:lnTo>
                <a:lnTo>
                  <a:pt x="75022" y="977289"/>
                </a:lnTo>
                <a:lnTo>
                  <a:pt x="74539" y="962482"/>
                </a:lnTo>
                <a:lnTo>
                  <a:pt x="74156" y="947674"/>
                </a:lnTo>
                <a:lnTo>
                  <a:pt x="73917" y="932867"/>
                </a:lnTo>
                <a:lnTo>
                  <a:pt x="73859" y="918059"/>
                </a:lnTo>
                <a:lnTo>
                  <a:pt x="74010" y="903252"/>
                </a:lnTo>
                <a:lnTo>
                  <a:pt x="74385" y="888444"/>
                </a:lnTo>
                <a:lnTo>
                  <a:pt x="74986" y="873637"/>
                </a:lnTo>
                <a:lnTo>
                  <a:pt x="75797" y="858830"/>
                </a:lnTo>
                <a:lnTo>
                  <a:pt x="76788" y="844022"/>
                </a:lnTo>
                <a:lnTo>
                  <a:pt x="77919" y="829215"/>
                </a:lnTo>
                <a:lnTo>
                  <a:pt x="79139" y="814407"/>
                </a:lnTo>
                <a:lnTo>
                  <a:pt x="80397" y="799600"/>
                </a:lnTo>
                <a:lnTo>
                  <a:pt x="81644" y="784793"/>
                </a:lnTo>
                <a:lnTo>
                  <a:pt x="82833" y="769985"/>
                </a:lnTo>
                <a:lnTo>
                  <a:pt x="83932" y="755178"/>
                </a:lnTo>
                <a:lnTo>
                  <a:pt x="84913" y="740370"/>
                </a:lnTo>
                <a:lnTo>
                  <a:pt x="85764" y="725563"/>
                </a:lnTo>
                <a:lnTo>
                  <a:pt x="86480" y="710756"/>
                </a:lnTo>
                <a:lnTo>
                  <a:pt x="87066" y="695948"/>
                </a:lnTo>
                <a:lnTo>
                  <a:pt x="87532" y="681141"/>
                </a:lnTo>
                <a:lnTo>
                  <a:pt x="87893" y="666333"/>
                </a:lnTo>
                <a:lnTo>
                  <a:pt x="88165" y="651526"/>
                </a:lnTo>
                <a:lnTo>
                  <a:pt x="88364" y="636719"/>
                </a:lnTo>
                <a:lnTo>
                  <a:pt x="88507" y="621911"/>
                </a:lnTo>
                <a:lnTo>
                  <a:pt x="88607" y="607104"/>
                </a:lnTo>
                <a:lnTo>
                  <a:pt x="88674" y="592296"/>
                </a:lnTo>
                <a:lnTo>
                  <a:pt x="88719" y="577489"/>
                </a:lnTo>
                <a:lnTo>
                  <a:pt x="88748" y="562682"/>
                </a:lnTo>
                <a:lnTo>
                  <a:pt x="88767" y="547874"/>
                </a:lnTo>
                <a:lnTo>
                  <a:pt x="88778" y="533067"/>
                </a:lnTo>
                <a:lnTo>
                  <a:pt x="88785" y="518259"/>
                </a:lnTo>
                <a:lnTo>
                  <a:pt x="88789" y="503452"/>
                </a:lnTo>
                <a:lnTo>
                  <a:pt x="88791" y="488644"/>
                </a:lnTo>
                <a:lnTo>
                  <a:pt x="88792" y="473837"/>
                </a:lnTo>
                <a:lnTo>
                  <a:pt x="88793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4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4" y="459030"/>
                </a:lnTo>
                <a:lnTo>
                  <a:pt x="88795" y="473837"/>
                </a:lnTo>
                <a:lnTo>
                  <a:pt x="88796" y="488644"/>
                </a:lnTo>
                <a:lnTo>
                  <a:pt x="88799" y="503452"/>
                </a:lnTo>
                <a:lnTo>
                  <a:pt x="88803" y="518259"/>
                </a:lnTo>
                <a:lnTo>
                  <a:pt x="88809" y="533067"/>
                </a:lnTo>
                <a:lnTo>
                  <a:pt x="88821" y="547874"/>
                </a:lnTo>
                <a:lnTo>
                  <a:pt x="88839" y="562682"/>
                </a:lnTo>
                <a:lnTo>
                  <a:pt x="88868" y="577489"/>
                </a:lnTo>
                <a:lnTo>
                  <a:pt x="88913" y="592296"/>
                </a:lnTo>
                <a:lnTo>
                  <a:pt x="88980" y="607104"/>
                </a:lnTo>
                <a:lnTo>
                  <a:pt x="89080" y="621911"/>
                </a:lnTo>
                <a:lnTo>
                  <a:pt x="89223" y="636719"/>
                </a:lnTo>
                <a:lnTo>
                  <a:pt x="89423" y="651526"/>
                </a:lnTo>
                <a:lnTo>
                  <a:pt x="89694" y="666333"/>
                </a:lnTo>
                <a:lnTo>
                  <a:pt x="90055" y="681141"/>
                </a:lnTo>
                <a:lnTo>
                  <a:pt x="90521" y="695948"/>
                </a:lnTo>
                <a:lnTo>
                  <a:pt x="91107" y="710756"/>
                </a:lnTo>
                <a:lnTo>
                  <a:pt x="91823" y="725563"/>
                </a:lnTo>
                <a:lnTo>
                  <a:pt x="92674" y="740370"/>
                </a:lnTo>
                <a:lnTo>
                  <a:pt x="93656" y="755178"/>
                </a:lnTo>
                <a:lnTo>
                  <a:pt x="94754" y="769985"/>
                </a:lnTo>
                <a:lnTo>
                  <a:pt x="95944" y="784793"/>
                </a:lnTo>
                <a:lnTo>
                  <a:pt x="97190" y="799600"/>
                </a:lnTo>
                <a:lnTo>
                  <a:pt x="98448" y="814407"/>
                </a:lnTo>
                <a:lnTo>
                  <a:pt x="99669" y="829215"/>
                </a:lnTo>
                <a:lnTo>
                  <a:pt x="100799" y="844022"/>
                </a:lnTo>
                <a:lnTo>
                  <a:pt x="101790" y="858830"/>
                </a:lnTo>
                <a:lnTo>
                  <a:pt x="102601" y="873637"/>
                </a:lnTo>
                <a:lnTo>
                  <a:pt x="103202" y="888444"/>
                </a:lnTo>
                <a:lnTo>
                  <a:pt x="103577" y="903252"/>
                </a:lnTo>
                <a:lnTo>
                  <a:pt x="103728" y="918059"/>
                </a:lnTo>
                <a:lnTo>
                  <a:pt x="103670" y="932867"/>
                </a:lnTo>
                <a:lnTo>
                  <a:pt x="103431" y="947674"/>
                </a:lnTo>
                <a:lnTo>
                  <a:pt x="103048" y="962482"/>
                </a:lnTo>
                <a:lnTo>
                  <a:pt x="102566" y="977289"/>
                </a:lnTo>
                <a:lnTo>
                  <a:pt x="102025" y="992096"/>
                </a:lnTo>
                <a:lnTo>
                  <a:pt x="101467" y="1006904"/>
                </a:lnTo>
                <a:lnTo>
                  <a:pt x="100925" y="1021711"/>
                </a:lnTo>
                <a:lnTo>
                  <a:pt x="100423" y="1036519"/>
                </a:lnTo>
                <a:lnTo>
                  <a:pt x="99977" y="1051326"/>
                </a:lnTo>
                <a:lnTo>
                  <a:pt x="99595" y="1066133"/>
                </a:lnTo>
                <a:lnTo>
                  <a:pt x="99274" y="1080941"/>
                </a:lnTo>
                <a:lnTo>
                  <a:pt x="99006" y="1095748"/>
                </a:lnTo>
                <a:lnTo>
                  <a:pt x="98780" y="1110556"/>
                </a:lnTo>
                <a:lnTo>
                  <a:pt x="98578" y="1125363"/>
                </a:lnTo>
                <a:lnTo>
                  <a:pt x="98387" y="1140170"/>
                </a:lnTo>
                <a:lnTo>
                  <a:pt x="98189" y="1154978"/>
                </a:lnTo>
                <a:lnTo>
                  <a:pt x="97972" y="1169785"/>
                </a:lnTo>
                <a:lnTo>
                  <a:pt x="97727" y="1184593"/>
                </a:lnTo>
                <a:lnTo>
                  <a:pt x="97449" y="1199400"/>
                </a:lnTo>
                <a:lnTo>
                  <a:pt x="97136" y="1214207"/>
                </a:lnTo>
                <a:lnTo>
                  <a:pt x="96792" y="1229015"/>
                </a:lnTo>
                <a:lnTo>
                  <a:pt x="96424" y="1243822"/>
                </a:lnTo>
                <a:lnTo>
                  <a:pt x="96042" y="1258630"/>
                </a:lnTo>
                <a:lnTo>
                  <a:pt x="95656" y="1273437"/>
                </a:lnTo>
                <a:lnTo>
                  <a:pt x="95278" y="1288245"/>
                </a:lnTo>
                <a:lnTo>
                  <a:pt x="94919" y="1303052"/>
                </a:lnTo>
                <a:lnTo>
                  <a:pt x="94588" y="1317859"/>
                </a:lnTo>
                <a:lnTo>
                  <a:pt x="94294" y="1332667"/>
                </a:lnTo>
                <a:lnTo>
                  <a:pt x="94041" y="1347474"/>
                </a:lnTo>
                <a:lnTo>
                  <a:pt x="93833" y="1362282"/>
                </a:lnTo>
                <a:lnTo>
                  <a:pt x="93671" y="1377089"/>
                </a:lnTo>
                <a:lnTo>
                  <a:pt x="93555" y="1391896"/>
                </a:lnTo>
                <a:lnTo>
                  <a:pt x="93485" y="1406704"/>
                </a:lnTo>
                <a:lnTo>
                  <a:pt x="93462" y="1421511"/>
                </a:lnTo>
                <a:lnTo>
                  <a:pt x="93490" y="1436319"/>
                </a:lnTo>
                <a:lnTo>
                  <a:pt x="93577" y="1451126"/>
                </a:lnTo>
                <a:lnTo>
                  <a:pt x="93741" y="1465933"/>
                </a:lnTo>
                <a:lnTo>
                  <a:pt x="94012" y="1480741"/>
                </a:lnTo>
                <a:lnTo>
                  <a:pt x="94431" y="1495548"/>
                </a:lnTo>
                <a:lnTo>
                  <a:pt x="95060" y="1510356"/>
                </a:lnTo>
                <a:lnTo>
                  <a:pt x="95977" y="1525163"/>
                </a:lnTo>
                <a:lnTo>
                  <a:pt x="97277" y="1539970"/>
                </a:lnTo>
                <a:lnTo>
                  <a:pt x="99071" y="1554778"/>
                </a:lnTo>
                <a:lnTo>
                  <a:pt x="101475" y="1569585"/>
                </a:lnTo>
                <a:lnTo>
                  <a:pt x="104603" y="1584393"/>
                </a:lnTo>
                <a:lnTo>
                  <a:pt x="108551" y="1599200"/>
                </a:lnTo>
                <a:lnTo>
                  <a:pt x="113378" y="1614007"/>
                </a:lnTo>
                <a:lnTo>
                  <a:pt x="119095" y="1628815"/>
                </a:lnTo>
                <a:lnTo>
                  <a:pt x="125641" y="1643622"/>
                </a:lnTo>
                <a:lnTo>
                  <a:pt x="132877" y="1658430"/>
                </a:lnTo>
                <a:lnTo>
                  <a:pt x="140577" y="1673237"/>
                </a:lnTo>
                <a:lnTo>
                  <a:pt x="148436" y="1688045"/>
                </a:lnTo>
                <a:lnTo>
                  <a:pt x="156084" y="1702852"/>
                </a:lnTo>
                <a:lnTo>
                  <a:pt x="163115" y="1717659"/>
                </a:lnTo>
                <a:lnTo>
                  <a:pt x="169116" y="1732467"/>
                </a:lnTo>
                <a:lnTo>
                  <a:pt x="173713" y="1747274"/>
                </a:lnTo>
                <a:lnTo>
                  <a:pt x="17660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3" name="data_6949">
            <a:extLst xmlns:a="http://schemas.openxmlformats.org/drawingml/2006/main">
              <a:ext uri="{FF2B5EF4-FFF2-40B4-BE49-F238E27FC236}">
                <a16:creationId xmlns:a16="http://schemas.microsoft.com/office/drawing/2014/main" id="{72B0EB94-7DB6-4C15-9613-0F1B39D8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859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9" y="1762082"/>
                </a:lnTo>
                <a:lnTo>
                  <a:pt x="3888" y="1747274"/>
                </a:lnTo>
                <a:lnTo>
                  <a:pt x="8500" y="1732467"/>
                </a:lnTo>
                <a:lnTo>
                  <a:pt x="14521" y="1717659"/>
                </a:lnTo>
                <a:lnTo>
                  <a:pt x="21572" y="1702852"/>
                </a:lnTo>
                <a:lnTo>
                  <a:pt x="29240" y="1688045"/>
                </a:lnTo>
                <a:lnTo>
                  <a:pt x="37114" y="1673237"/>
                </a:lnTo>
                <a:lnTo>
                  <a:pt x="44823" y="1658430"/>
                </a:lnTo>
                <a:lnTo>
                  <a:pt x="52059" y="1643622"/>
                </a:lnTo>
                <a:lnTo>
                  <a:pt x="58598" y="1628815"/>
                </a:lnTo>
                <a:lnTo>
                  <a:pt x="64298" y="1614007"/>
                </a:lnTo>
                <a:lnTo>
                  <a:pt x="69101" y="1599200"/>
                </a:lnTo>
                <a:lnTo>
                  <a:pt x="73017" y="1584393"/>
                </a:lnTo>
                <a:lnTo>
                  <a:pt x="76109" y="1569585"/>
                </a:lnTo>
                <a:lnTo>
                  <a:pt x="78476" y="1554778"/>
                </a:lnTo>
                <a:lnTo>
                  <a:pt x="80232" y="1539970"/>
                </a:lnTo>
                <a:lnTo>
                  <a:pt x="81498" y="1525163"/>
                </a:lnTo>
                <a:lnTo>
                  <a:pt x="82387" y="1510356"/>
                </a:lnTo>
                <a:lnTo>
                  <a:pt x="82994" y="1495548"/>
                </a:lnTo>
                <a:lnTo>
                  <a:pt x="83401" y="1480741"/>
                </a:lnTo>
                <a:lnTo>
                  <a:pt x="83667" y="1465933"/>
                </a:lnTo>
                <a:lnTo>
                  <a:pt x="83835" y="1451126"/>
                </a:lnTo>
                <a:lnTo>
                  <a:pt x="83932" y="1436319"/>
                </a:lnTo>
                <a:lnTo>
                  <a:pt x="83975" y="1421511"/>
                </a:lnTo>
                <a:lnTo>
                  <a:pt x="83972" y="1406704"/>
                </a:lnTo>
                <a:lnTo>
                  <a:pt x="83925" y="1391896"/>
                </a:lnTo>
                <a:lnTo>
                  <a:pt x="83833" y="1377089"/>
                </a:lnTo>
                <a:lnTo>
                  <a:pt x="83697" y="1362282"/>
                </a:lnTo>
                <a:lnTo>
                  <a:pt x="83516" y="1347474"/>
                </a:lnTo>
                <a:lnTo>
                  <a:pt x="83292" y="1332667"/>
                </a:lnTo>
                <a:lnTo>
                  <a:pt x="83029" y="1317859"/>
                </a:lnTo>
                <a:lnTo>
                  <a:pt x="82734" y="1303052"/>
                </a:lnTo>
                <a:lnTo>
                  <a:pt x="82418" y="1288245"/>
                </a:lnTo>
                <a:lnTo>
                  <a:pt x="82092" y="1273437"/>
                </a:lnTo>
                <a:lnTo>
                  <a:pt x="81771" y="1258630"/>
                </a:lnTo>
                <a:lnTo>
                  <a:pt x="81470" y="1243822"/>
                </a:lnTo>
                <a:lnTo>
                  <a:pt x="81205" y="1229015"/>
                </a:lnTo>
                <a:lnTo>
                  <a:pt x="80990" y="1214207"/>
                </a:lnTo>
                <a:lnTo>
                  <a:pt x="80834" y="1199400"/>
                </a:lnTo>
                <a:lnTo>
                  <a:pt x="80745" y="1184593"/>
                </a:lnTo>
                <a:lnTo>
                  <a:pt x="80722" y="1169785"/>
                </a:lnTo>
                <a:lnTo>
                  <a:pt x="80760" y="1154978"/>
                </a:lnTo>
                <a:lnTo>
                  <a:pt x="80844" y="1140170"/>
                </a:lnTo>
                <a:lnTo>
                  <a:pt x="80957" y="1125363"/>
                </a:lnTo>
                <a:lnTo>
                  <a:pt x="81072" y="1110556"/>
                </a:lnTo>
                <a:lnTo>
                  <a:pt x="81164" y="1095748"/>
                </a:lnTo>
                <a:lnTo>
                  <a:pt x="81203" y="1080941"/>
                </a:lnTo>
                <a:lnTo>
                  <a:pt x="81163" y="1066133"/>
                </a:lnTo>
                <a:lnTo>
                  <a:pt x="81024" y="1051326"/>
                </a:lnTo>
                <a:lnTo>
                  <a:pt x="80772" y="1036519"/>
                </a:lnTo>
                <a:lnTo>
                  <a:pt x="80403" y="1021711"/>
                </a:lnTo>
                <a:lnTo>
                  <a:pt x="79925" y="1006904"/>
                </a:lnTo>
                <a:lnTo>
                  <a:pt x="79359" y="992096"/>
                </a:lnTo>
                <a:lnTo>
                  <a:pt x="78735" y="977289"/>
                </a:lnTo>
                <a:lnTo>
                  <a:pt x="78093" y="962482"/>
                </a:lnTo>
                <a:lnTo>
                  <a:pt x="77478" y="947674"/>
                </a:lnTo>
                <a:lnTo>
                  <a:pt x="76937" y="932867"/>
                </a:lnTo>
                <a:lnTo>
                  <a:pt x="76515" y="918059"/>
                </a:lnTo>
                <a:lnTo>
                  <a:pt x="76248" y="903252"/>
                </a:lnTo>
                <a:lnTo>
                  <a:pt x="76159" y="888444"/>
                </a:lnTo>
                <a:lnTo>
                  <a:pt x="76259" y="873637"/>
                </a:lnTo>
                <a:lnTo>
                  <a:pt x="76543" y="858830"/>
                </a:lnTo>
                <a:lnTo>
                  <a:pt x="76992" y="844022"/>
                </a:lnTo>
                <a:lnTo>
                  <a:pt x="77574" y="829215"/>
                </a:lnTo>
                <a:lnTo>
                  <a:pt x="78252" y="814407"/>
                </a:lnTo>
                <a:lnTo>
                  <a:pt x="78981" y="799600"/>
                </a:lnTo>
                <a:lnTo>
                  <a:pt x="79722" y="784793"/>
                </a:lnTo>
                <a:lnTo>
                  <a:pt x="80438" y="769985"/>
                </a:lnTo>
                <a:lnTo>
                  <a:pt x="81099" y="755178"/>
                </a:lnTo>
                <a:lnTo>
                  <a:pt x="81686" y="740370"/>
                </a:lnTo>
                <a:lnTo>
                  <a:pt x="82190" y="725563"/>
                </a:lnTo>
                <a:lnTo>
                  <a:pt x="82607" y="710756"/>
                </a:lnTo>
                <a:lnTo>
                  <a:pt x="82942" y="695948"/>
                </a:lnTo>
                <a:lnTo>
                  <a:pt x="83206" y="681141"/>
                </a:lnTo>
                <a:lnTo>
                  <a:pt x="83410" y="666333"/>
                </a:lnTo>
                <a:lnTo>
                  <a:pt x="83566" y="651526"/>
                </a:lnTo>
                <a:lnTo>
                  <a:pt x="83686" y="636719"/>
                </a:lnTo>
                <a:lnTo>
                  <a:pt x="83779" y="621911"/>
                </a:lnTo>
                <a:lnTo>
                  <a:pt x="83853" y="607104"/>
                </a:lnTo>
                <a:lnTo>
                  <a:pt x="83914" y="592296"/>
                </a:lnTo>
                <a:lnTo>
                  <a:pt x="83965" y="577489"/>
                </a:lnTo>
                <a:lnTo>
                  <a:pt x="84011" y="562682"/>
                </a:lnTo>
                <a:lnTo>
                  <a:pt x="84054" y="547874"/>
                </a:lnTo>
                <a:lnTo>
                  <a:pt x="84099" y="533067"/>
                </a:lnTo>
                <a:lnTo>
                  <a:pt x="84148" y="518259"/>
                </a:lnTo>
                <a:lnTo>
                  <a:pt x="84208" y="503452"/>
                </a:lnTo>
                <a:lnTo>
                  <a:pt x="84283" y="488644"/>
                </a:lnTo>
                <a:lnTo>
                  <a:pt x="84379" y="473837"/>
                </a:lnTo>
                <a:lnTo>
                  <a:pt x="84500" y="459030"/>
                </a:lnTo>
                <a:lnTo>
                  <a:pt x="84650" y="444222"/>
                </a:lnTo>
                <a:lnTo>
                  <a:pt x="84831" y="429415"/>
                </a:lnTo>
                <a:lnTo>
                  <a:pt x="85043" y="414607"/>
                </a:lnTo>
                <a:lnTo>
                  <a:pt x="85283" y="399800"/>
                </a:lnTo>
                <a:lnTo>
                  <a:pt x="85546" y="384993"/>
                </a:lnTo>
                <a:lnTo>
                  <a:pt x="85826" y="370185"/>
                </a:lnTo>
                <a:lnTo>
                  <a:pt x="86115" y="355378"/>
                </a:lnTo>
                <a:lnTo>
                  <a:pt x="86403" y="340570"/>
                </a:lnTo>
                <a:lnTo>
                  <a:pt x="86680" y="325763"/>
                </a:lnTo>
                <a:lnTo>
                  <a:pt x="86936" y="310956"/>
                </a:lnTo>
                <a:lnTo>
                  <a:pt x="87159" y="296148"/>
                </a:lnTo>
                <a:lnTo>
                  <a:pt x="87337" y="281341"/>
                </a:lnTo>
                <a:lnTo>
                  <a:pt x="87456" y="266533"/>
                </a:lnTo>
                <a:lnTo>
                  <a:pt x="87505" y="251726"/>
                </a:lnTo>
                <a:lnTo>
                  <a:pt x="87468" y="236919"/>
                </a:lnTo>
                <a:lnTo>
                  <a:pt x="87330" y="222111"/>
                </a:lnTo>
                <a:lnTo>
                  <a:pt x="87078" y="207304"/>
                </a:lnTo>
                <a:lnTo>
                  <a:pt x="86698" y="192496"/>
                </a:lnTo>
                <a:lnTo>
                  <a:pt x="86179" y="177689"/>
                </a:lnTo>
                <a:lnTo>
                  <a:pt x="85517" y="162881"/>
                </a:lnTo>
                <a:lnTo>
                  <a:pt x="84715" y="148074"/>
                </a:lnTo>
                <a:lnTo>
                  <a:pt x="83784" y="133267"/>
                </a:lnTo>
                <a:lnTo>
                  <a:pt x="82747" y="118459"/>
                </a:lnTo>
                <a:lnTo>
                  <a:pt x="81640" y="103652"/>
                </a:lnTo>
                <a:lnTo>
                  <a:pt x="80507" y="88844"/>
                </a:lnTo>
                <a:lnTo>
                  <a:pt x="79404" y="74037"/>
                </a:lnTo>
                <a:lnTo>
                  <a:pt x="78390" y="59230"/>
                </a:lnTo>
                <a:lnTo>
                  <a:pt x="77524" y="44422"/>
                </a:lnTo>
                <a:lnTo>
                  <a:pt x="76861" y="29615"/>
                </a:lnTo>
                <a:lnTo>
                  <a:pt x="76445" y="14807"/>
                </a:lnTo>
                <a:lnTo>
                  <a:pt x="76302" y="0"/>
                </a:lnTo>
                <a:lnTo>
                  <a:pt x="101285" y="0"/>
                </a:lnTo>
                <a:lnTo>
                  <a:pt x="101285" y="0"/>
                </a:lnTo>
                <a:lnTo>
                  <a:pt x="101143" y="14807"/>
                </a:lnTo>
                <a:lnTo>
                  <a:pt x="100726" y="29615"/>
                </a:lnTo>
                <a:lnTo>
                  <a:pt x="100063" y="44422"/>
                </a:lnTo>
                <a:lnTo>
                  <a:pt x="99197" y="59230"/>
                </a:lnTo>
                <a:lnTo>
                  <a:pt x="98183" y="74037"/>
                </a:lnTo>
                <a:lnTo>
                  <a:pt x="97080" y="88844"/>
                </a:lnTo>
                <a:lnTo>
                  <a:pt x="95947" y="103652"/>
                </a:lnTo>
                <a:lnTo>
                  <a:pt x="94840" y="118459"/>
                </a:lnTo>
                <a:lnTo>
                  <a:pt x="93804" y="133267"/>
                </a:lnTo>
                <a:lnTo>
                  <a:pt x="92873" y="148074"/>
                </a:lnTo>
                <a:lnTo>
                  <a:pt x="92070" y="162881"/>
                </a:lnTo>
                <a:lnTo>
                  <a:pt x="91408" y="177689"/>
                </a:lnTo>
                <a:lnTo>
                  <a:pt x="90890" y="192496"/>
                </a:lnTo>
                <a:lnTo>
                  <a:pt x="90509" y="207304"/>
                </a:lnTo>
                <a:lnTo>
                  <a:pt x="90257" y="222111"/>
                </a:lnTo>
                <a:lnTo>
                  <a:pt x="90119" y="236919"/>
                </a:lnTo>
                <a:lnTo>
                  <a:pt x="90082" y="251726"/>
                </a:lnTo>
                <a:lnTo>
                  <a:pt x="90131" y="266533"/>
                </a:lnTo>
                <a:lnTo>
                  <a:pt x="90251" y="281341"/>
                </a:lnTo>
                <a:lnTo>
                  <a:pt x="90428" y="296148"/>
                </a:lnTo>
                <a:lnTo>
                  <a:pt x="90651" y="310956"/>
                </a:lnTo>
                <a:lnTo>
                  <a:pt x="90907" y="325763"/>
                </a:lnTo>
                <a:lnTo>
                  <a:pt x="91184" y="340570"/>
                </a:lnTo>
                <a:lnTo>
                  <a:pt x="91473" y="355378"/>
                </a:lnTo>
                <a:lnTo>
                  <a:pt x="91761" y="370185"/>
                </a:lnTo>
                <a:lnTo>
                  <a:pt x="92041" y="384993"/>
                </a:lnTo>
                <a:lnTo>
                  <a:pt x="92305" y="399800"/>
                </a:lnTo>
                <a:lnTo>
                  <a:pt x="92544" y="414607"/>
                </a:lnTo>
                <a:lnTo>
                  <a:pt x="92756" y="429415"/>
                </a:lnTo>
                <a:lnTo>
                  <a:pt x="92937" y="444222"/>
                </a:lnTo>
                <a:lnTo>
                  <a:pt x="93087" y="459030"/>
                </a:lnTo>
                <a:lnTo>
                  <a:pt x="93208" y="473837"/>
                </a:lnTo>
                <a:lnTo>
                  <a:pt x="93304" y="488644"/>
                </a:lnTo>
                <a:lnTo>
                  <a:pt x="93379" y="503452"/>
                </a:lnTo>
                <a:lnTo>
                  <a:pt x="93439" y="518259"/>
                </a:lnTo>
                <a:lnTo>
                  <a:pt x="93488" y="533067"/>
                </a:lnTo>
                <a:lnTo>
                  <a:pt x="93533" y="547874"/>
                </a:lnTo>
                <a:lnTo>
                  <a:pt x="93576" y="562682"/>
                </a:lnTo>
                <a:lnTo>
                  <a:pt x="93622" y="577489"/>
                </a:lnTo>
                <a:lnTo>
                  <a:pt x="93673" y="592296"/>
                </a:lnTo>
                <a:lnTo>
                  <a:pt x="93734" y="607104"/>
                </a:lnTo>
                <a:lnTo>
                  <a:pt x="93808" y="621911"/>
                </a:lnTo>
                <a:lnTo>
                  <a:pt x="93901" y="636719"/>
                </a:lnTo>
                <a:lnTo>
                  <a:pt x="94021" y="651526"/>
                </a:lnTo>
                <a:lnTo>
                  <a:pt x="94177" y="666333"/>
                </a:lnTo>
                <a:lnTo>
                  <a:pt x="94381" y="681141"/>
                </a:lnTo>
                <a:lnTo>
                  <a:pt x="94645" y="695948"/>
                </a:lnTo>
                <a:lnTo>
                  <a:pt x="94981" y="710756"/>
                </a:lnTo>
                <a:lnTo>
                  <a:pt x="95398" y="725563"/>
                </a:lnTo>
                <a:lnTo>
                  <a:pt x="95901" y="740370"/>
                </a:lnTo>
                <a:lnTo>
                  <a:pt x="96488" y="755178"/>
                </a:lnTo>
                <a:lnTo>
                  <a:pt x="97149" y="769985"/>
                </a:lnTo>
                <a:lnTo>
                  <a:pt x="97865" y="784793"/>
                </a:lnTo>
                <a:lnTo>
                  <a:pt x="98606" y="799600"/>
                </a:lnTo>
                <a:lnTo>
                  <a:pt x="99335" y="814407"/>
                </a:lnTo>
                <a:lnTo>
                  <a:pt x="100013" y="829215"/>
                </a:lnTo>
                <a:lnTo>
                  <a:pt x="100595" y="844022"/>
                </a:lnTo>
                <a:lnTo>
                  <a:pt x="101044" y="858830"/>
                </a:lnTo>
                <a:lnTo>
                  <a:pt x="101328" y="873637"/>
                </a:lnTo>
                <a:lnTo>
                  <a:pt x="101428" y="888444"/>
                </a:lnTo>
                <a:lnTo>
                  <a:pt x="101339" y="903252"/>
                </a:lnTo>
                <a:lnTo>
                  <a:pt x="101072" y="918059"/>
                </a:lnTo>
                <a:lnTo>
                  <a:pt x="100650" y="932867"/>
                </a:lnTo>
                <a:lnTo>
                  <a:pt x="100110" y="947674"/>
                </a:lnTo>
                <a:lnTo>
                  <a:pt x="99495" y="962482"/>
                </a:lnTo>
                <a:lnTo>
                  <a:pt x="98852" y="977289"/>
                </a:lnTo>
                <a:lnTo>
                  <a:pt x="98228" y="992096"/>
                </a:lnTo>
                <a:lnTo>
                  <a:pt x="97662" y="1006904"/>
                </a:lnTo>
                <a:lnTo>
                  <a:pt x="97184" y="1021711"/>
                </a:lnTo>
                <a:lnTo>
                  <a:pt x="96816" y="1036519"/>
                </a:lnTo>
                <a:lnTo>
                  <a:pt x="96563" y="1051326"/>
                </a:lnTo>
                <a:lnTo>
                  <a:pt x="96424" y="1066133"/>
                </a:lnTo>
                <a:lnTo>
                  <a:pt x="96385" y="1080941"/>
                </a:lnTo>
                <a:lnTo>
                  <a:pt x="96424" y="1095748"/>
                </a:lnTo>
                <a:lnTo>
                  <a:pt x="96515" y="1110556"/>
                </a:lnTo>
                <a:lnTo>
                  <a:pt x="96631" y="1125363"/>
                </a:lnTo>
                <a:lnTo>
                  <a:pt x="96743" y="1140170"/>
                </a:lnTo>
                <a:lnTo>
                  <a:pt x="96828" y="1154978"/>
                </a:lnTo>
                <a:lnTo>
                  <a:pt x="96865" y="1169785"/>
                </a:lnTo>
                <a:lnTo>
                  <a:pt x="96842" y="1184593"/>
                </a:lnTo>
                <a:lnTo>
                  <a:pt x="96753" y="1199400"/>
                </a:lnTo>
                <a:lnTo>
                  <a:pt x="96598" y="1214207"/>
                </a:lnTo>
                <a:lnTo>
                  <a:pt x="96382" y="1229015"/>
                </a:lnTo>
                <a:lnTo>
                  <a:pt x="96117" y="1243822"/>
                </a:lnTo>
                <a:lnTo>
                  <a:pt x="95816" y="1258630"/>
                </a:lnTo>
                <a:lnTo>
                  <a:pt x="95495" y="1273437"/>
                </a:lnTo>
                <a:lnTo>
                  <a:pt x="95170" y="1288245"/>
                </a:lnTo>
                <a:lnTo>
                  <a:pt x="94853" y="1303052"/>
                </a:lnTo>
                <a:lnTo>
                  <a:pt x="94559" y="1317859"/>
                </a:lnTo>
                <a:lnTo>
                  <a:pt x="94296" y="1332667"/>
                </a:lnTo>
                <a:lnTo>
                  <a:pt x="94071" y="1347474"/>
                </a:lnTo>
                <a:lnTo>
                  <a:pt x="93890" y="1362282"/>
                </a:lnTo>
                <a:lnTo>
                  <a:pt x="93754" y="1377089"/>
                </a:lnTo>
                <a:lnTo>
                  <a:pt x="93662" y="1391896"/>
                </a:lnTo>
                <a:lnTo>
                  <a:pt x="93615" y="1406704"/>
                </a:lnTo>
                <a:lnTo>
                  <a:pt x="93612" y="1421511"/>
                </a:lnTo>
                <a:lnTo>
                  <a:pt x="93655" y="1436319"/>
                </a:lnTo>
                <a:lnTo>
                  <a:pt x="93753" y="1451126"/>
                </a:lnTo>
                <a:lnTo>
                  <a:pt x="93920" y="1465933"/>
                </a:lnTo>
                <a:lnTo>
                  <a:pt x="94186" y="1480741"/>
                </a:lnTo>
                <a:lnTo>
                  <a:pt x="94593" y="1495548"/>
                </a:lnTo>
                <a:lnTo>
                  <a:pt x="95200" y="1510356"/>
                </a:lnTo>
                <a:lnTo>
                  <a:pt x="96089" y="1525163"/>
                </a:lnTo>
                <a:lnTo>
                  <a:pt x="97355" y="1539970"/>
                </a:lnTo>
                <a:lnTo>
                  <a:pt x="99111" y="1554778"/>
                </a:lnTo>
                <a:lnTo>
                  <a:pt x="101478" y="1569585"/>
                </a:lnTo>
                <a:lnTo>
                  <a:pt x="104570" y="1584393"/>
                </a:lnTo>
                <a:lnTo>
                  <a:pt x="108486" y="1599200"/>
                </a:lnTo>
                <a:lnTo>
                  <a:pt x="113289" y="1614007"/>
                </a:lnTo>
                <a:lnTo>
                  <a:pt x="118989" y="1628815"/>
                </a:lnTo>
                <a:lnTo>
                  <a:pt x="125528" y="1643622"/>
                </a:lnTo>
                <a:lnTo>
                  <a:pt x="132765" y="1658430"/>
                </a:lnTo>
                <a:lnTo>
                  <a:pt x="140473" y="1673237"/>
                </a:lnTo>
                <a:lnTo>
                  <a:pt x="148347" y="1688045"/>
                </a:lnTo>
                <a:lnTo>
                  <a:pt x="156015" y="1702852"/>
                </a:lnTo>
                <a:lnTo>
                  <a:pt x="163066" y="1717659"/>
                </a:lnTo>
                <a:lnTo>
                  <a:pt x="169087" y="1732467"/>
                </a:lnTo>
                <a:lnTo>
                  <a:pt x="173699" y="1747274"/>
                </a:lnTo>
                <a:lnTo>
                  <a:pt x="176598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4" name="data_6950">
            <a:extLst xmlns:a="http://schemas.openxmlformats.org/drawingml/2006/main">
              <a:ext uri="{FF2B5EF4-FFF2-40B4-BE49-F238E27FC236}">
                <a16:creationId xmlns:a16="http://schemas.microsoft.com/office/drawing/2014/main" id="{01D0703A-53A3-44AE-B61F-1CA34B13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887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7" y="1762082"/>
                </a:lnTo>
                <a:lnTo>
                  <a:pt x="3879" y="1747274"/>
                </a:lnTo>
                <a:lnTo>
                  <a:pt x="8481" y="1732467"/>
                </a:lnTo>
                <a:lnTo>
                  <a:pt x="14491" y="1717659"/>
                </a:lnTo>
                <a:lnTo>
                  <a:pt x="21531" y="1702852"/>
                </a:lnTo>
                <a:lnTo>
                  <a:pt x="29192" y="1688045"/>
                </a:lnTo>
                <a:lnTo>
                  <a:pt x="37065" y="1673237"/>
                </a:lnTo>
                <a:lnTo>
                  <a:pt x="44779" y="1658430"/>
                </a:lnTo>
                <a:lnTo>
                  <a:pt x="52030" y="1643622"/>
                </a:lnTo>
                <a:lnTo>
                  <a:pt x="58590" y="1628815"/>
                </a:lnTo>
                <a:lnTo>
                  <a:pt x="64320" y="1614007"/>
                </a:lnTo>
                <a:lnTo>
                  <a:pt x="69158" y="1599200"/>
                </a:lnTo>
                <a:lnTo>
                  <a:pt x="73113" y="1584393"/>
                </a:lnTo>
                <a:lnTo>
                  <a:pt x="76244" y="1569585"/>
                </a:lnTo>
                <a:lnTo>
                  <a:pt x="78646" y="1554778"/>
                </a:lnTo>
                <a:lnTo>
                  <a:pt x="80432" y="1539970"/>
                </a:lnTo>
                <a:lnTo>
                  <a:pt x="81717" y="1525163"/>
                </a:lnTo>
                <a:lnTo>
                  <a:pt x="82613" y="1510356"/>
                </a:lnTo>
                <a:lnTo>
                  <a:pt x="83214" y="1495548"/>
                </a:lnTo>
                <a:lnTo>
                  <a:pt x="83599" y="1480741"/>
                </a:lnTo>
                <a:lnTo>
                  <a:pt x="83830" y="1465933"/>
                </a:lnTo>
                <a:lnTo>
                  <a:pt x="83952" y="1451126"/>
                </a:lnTo>
                <a:lnTo>
                  <a:pt x="83995" y="1436319"/>
                </a:lnTo>
                <a:lnTo>
                  <a:pt x="83981" y="1421511"/>
                </a:lnTo>
                <a:lnTo>
                  <a:pt x="83920" y="1406704"/>
                </a:lnTo>
                <a:lnTo>
                  <a:pt x="83820" y="1391896"/>
                </a:lnTo>
                <a:lnTo>
                  <a:pt x="83683" y="1377089"/>
                </a:lnTo>
                <a:lnTo>
                  <a:pt x="83511" y="1362282"/>
                </a:lnTo>
                <a:lnTo>
                  <a:pt x="83304" y="1347474"/>
                </a:lnTo>
                <a:lnTo>
                  <a:pt x="83064" y="1332667"/>
                </a:lnTo>
                <a:lnTo>
                  <a:pt x="82795" y="1317859"/>
                </a:lnTo>
                <a:lnTo>
                  <a:pt x="82501" y="1303052"/>
                </a:lnTo>
                <a:lnTo>
                  <a:pt x="82191" y="1288245"/>
                </a:lnTo>
                <a:lnTo>
                  <a:pt x="81877" y="1273437"/>
                </a:lnTo>
                <a:lnTo>
                  <a:pt x="81573" y="1258630"/>
                </a:lnTo>
                <a:lnTo>
                  <a:pt x="81293" y="1243822"/>
                </a:lnTo>
                <a:lnTo>
                  <a:pt x="81054" y="1229015"/>
                </a:lnTo>
                <a:lnTo>
                  <a:pt x="80871" y="1214207"/>
                </a:lnTo>
                <a:lnTo>
                  <a:pt x="80755" y="1199400"/>
                </a:lnTo>
                <a:lnTo>
                  <a:pt x="80713" y="1184593"/>
                </a:lnTo>
                <a:lnTo>
                  <a:pt x="80743" y="1169785"/>
                </a:lnTo>
                <a:lnTo>
                  <a:pt x="80839" y="1154978"/>
                </a:lnTo>
                <a:lnTo>
                  <a:pt x="80984" y="1140170"/>
                </a:lnTo>
                <a:lnTo>
                  <a:pt x="81158" y="1125363"/>
                </a:lnTo>
                <a:lnTo>
                  <a:pt x="81334" y="1110556"/>
                </a:lnTo>
                <a:lnTo>
                  <a:pt x="81485" y="1095748"/>
                </a:lnTo>
                <a:lnTo>
                  <a:pt x="81582" y="1080941"/>
                </a:lnTo>
                <a:lnTo>
                  <a:pt x="81602" y="1066133"/>
                </a:lnTo>
                <a:lnTo>
                  <a:pt x="81526" y="1051326"/>
                </a:lnTo>
                <a:lnTo>
                  <a:pt x="81345" y="1036519"/>
                </a:lnTo>
                <a:lnTo>
                  <a:pt x="81061" y="1021711"/>
                </a:lnTo>
                <a:lnTo>
                  <a:pt x="80683" y="1006904"/>
                </a:lnTo>
                <a:lnTo>
                  <a:pt x="80234" y="992096"/>
                </a:lnTo>
                <a:lnTo>
                  <a:pt x="79744" y="977289"/>
                </a:lnTo>
                <a:lnTo>
                  <a:pt x="79251" y="962482"/>
                </a:lnTo>
                <a:lnTo>
                  <a:pt x="78793" y="947674"/>
                </a:lnTo>
                <a:lnTo>
                  <a:pt x="78411" y="932867"/>
                </a:lnTo>
                <a:lnTo>
                  <a:pt x="78139" y="918059"/>
                </a:lnTo>
                <a:lnTo>
                  <a:pt x="78003" y="903252"/>
                </a:lnTo>
                <a:lnTo>
                  <a:pt x="78018" y="888444"/>
                </a:lnTo>
                <a:lnTo>
                  <a:pt x="78187" y="873637"/>
                </a:lnTo>
                <a:lnTo>
                  <a:pt x="78499" y="858830"/>
                </a:lnTo>
                <a:lnTo>
                  <a:pt x="78932" y="844022"/>
                </a:lnTo>
                <a:lnTo>
                  <a:pt x="79455" y="829215"/>
                </a:lnTo>
                <a:lnTo>
                  <a:pt x="80031" y="814407"/>
                </a:lnTo>
                <a:lnTo>
                  <a:pt x="80623" y="799600"/>
                </a:lnTo>
                <a:lnTo>
                  <a:pt x="81196" y="784793"/>
                </a:lnTo>
                <a:lnTo>
                  <a:pt x="81721" y="769985"/>
                </a:lnTo>
                <a:lnTo>
                  <a:pt x="82176" y="755178"/>
                </a:lnTo>
                <a:lnTo>
                  <a:pt x="82549" y="740370"/>
                </a:lnTo>
                <a:lnTo>
                  <a:pt x="82836" y="725563"/>
                </a:lnTo>
                <a:lnTo>
                  <a:pt x="83040" y="710756"/>
                </a:lnTo>
                <a:lnTo>
                  <a:pt x="83170" y="695948"/>
                </a:lnTo>
                <a:lnTo>
                  <a:pt x="83239" y="681141"/>
                </a:lnTo>
                <a:lnTo>
                  <a:pt x="83261" y="666333"/>
                </a:lnTo>
                <a:lnTo>
                  <a:pt x="83248" y="651526"/>
                </a:lnTo>
                <a:lnTo>
                  <a:pt x="83213" y="636719"/>
                </a:lnTo>
                <a:lnTo>
                  <a:pt x="83166" y="621911"/>
                </a:lnTo>
                <a:lnTo>
                  <a:pt x="83114" y="607104"/>
                </a:lnTo>
                <a:lnTo>
                  <a:pt x="83062" y="592296"/>
                </a:lnTo>
                <a:lnTo>
                  <a:pt x="83016" y="577489"/>
                </a:lnTo>
                <a:lnTo>
                  <a:pt x="82977" y="562682"/>
                </a:lnTo>
                <a:lnTo>
                  <a:pt x="82950" y="547874"/>
                </a:lnTo>
                <a:lnTo>
                  <a:pt x="82938" y="533067"/>
                </a:lnTo>
                <a:lnTo>
                  <a:pt x="82944" y="518259"/>
                </a:lnTo>
                <a:lnTo>
                  <a:pt x="82973" y="503452"/>
                </a:lnTo>
                <a:lnTo>
                  <a:pt x="83030" y="488644"/>
                </a:lnTo>
                <a:lnTo>
                  <a:pt x="83117" y="473837"/>
                </a:lnTo>
                <a:lnTo>
                  <a:pt x="83239" y="459030"/>
                </a:lnTo>
                <a:lnTo>
                  <a:pt x="83396" y="444222"/>
                </a:lnTo>
                <a:lnTo>
                  <a:pt x="83587" y="429415"/>
                </a:lnTo>
                <a:lnTo>
                  <a:pt x="83811" y="414607"/>
                </a:lnTo>
                <a:lnTo>
                  <a:pt x="84062" y="399800"/>
                </a:lnTo>
                <a:lnTo>
                  <a:pt x="84334" y="384993"/>
                </a:lnTo>
                <a:lnTo>
                  <a:pt x="84620" y="370185"/>
                </a:lnTo>
                <a:lnTo>
                  <a:pt x="84911" y="355378"/>
                </a:lnTo>
                <a:lnTo>
                  <a:pt x="85199" y="340570"/>
                </a:lnTo>
                <a:lnTo>
                  <a:pt x="85474" y="325763"/>
                </a:lnTo>
                <a:lnTo>
                  <a:pt x="85727" y="310956"/>
                </a:lnTo>
                <a:lnTo>
                  <a:pt x="85947" y="296148"/>
                </a:lnTo>
                <a:lnTo>
                  <a:pt x="86120" y="281341"/>
                </a:lnTo>
                <a:lnTo>
                  <a:pt x="86234" y="266533"/>
                </a:lnTo>
                <a:lnTo>
                  <a:pt x="86269" y="251726"/>
                </a:lnTo>
                <a:lnTo>
                  <a:pt x="86206" y="236919"/>
                </a:lnTo>
                <a:lnTo>
                  <a:pt x="86022" y="222111"/>
                </a:lnTo>
                <a:lnTo>
                  <a:pt x="85693" y="207304"/>
                </a:lnTo>
                <a:lnTo>
                  <a:pt x="85196" y="192496"/>
                </a:lnTo>
                <a:lnTo>
                  <a:pt x="84513" y="177689"/>
                </a:lnTo>
                <a:lnTo>
                  <a:pt x="83631" y="162881"/>
                </a:lnTo>
                <a:lnTo>
                  <a:pt x="82549" y="148074"/>
                </a:lnTo>
                <a:lnTo>
                  <a:pt x="81282" y="133267"/>
                </a:lnTo>
                <a:lnTo>
                  <a:pt x="79859" y="118459"/>
                </a:lnTo>
                <a:lnTo>
                  <a:pt x="78328" y="103652"/>
                </a:lnTo>
                <a:lnTo>
                  <a:pt x="76753" y="88844"/>
                </a:lnTo>
                <a:lnTo>
                  <a:pt x="75212" y="74037"/>
                </a:lnTo>
                <a:lnTo>
                  <a:pt x="73790" y="59230"/>
                </a:lnTo>
                <a:lnTo>
                  <a:pt x="72572" y="44422"/>
                </a:lnTo>
                <a:lnTo>
                  <a:pt x="71639" y="29615"/>
                </a:lnTo>
                <a:lnTo>
                  <a:pt x="71051" y="14807"/>
                </a:lnTo>
                <a:lnTo>
                  <a:pt x="70850" y="0"/>
                </a:lnTo>
                <a:lnTo>
                  <a:pt x="106737" y="0"/>
                </a:lnTo>
                <a:lnTo>
                  <a:pt x="106737" y="0"/>
                </a:lnTo>
                <a:lnTo>
                  <a:pt x="106536" y="14807"/>
                </a:lnTo>
                <a:lnTo>
                  <a:pt x="105949" y="29615"/>
                </a:lnTo>
                <a:lnTo>
                  <a:pt x="105015" y="44422"/>
                </a:lnTo>
                <a:lnTo>
                  <a:pt x="103797" y="59230"/>
                </a:lnTo>
                <a:lnTo>
                  <a:pt x="102375" y="74037"/>
                </a:lnTo>
                <a:lnTo>
                  <a:pt x="100834" y="88844"/>
                </a:lnTo>
                <a:lnTo>
                  <a:pt x="99259" y="103652"/>
                </a:lnTo>
                <a:lnTo>
                  <a:pt x="97728" y="118459"/>
                </a:lnTo>
                <a:lnTo>
                  <a:pt x="96305" y="133267"/>
                </a:lnTo>
                <a:lnTo>
                  <a:pt x="95038" y="148074"/>
                </a:lnTo>
                <a:lnTo>
                  <a:pt x="93956" y="162881"/>
                </a:lnTo>
                <a:lnTo>
                  <a:pt x="93074" y="177689"/>
                </a:lnTo>
                <a:lnTo>
                  <a:pt x="92391" y="192496"/>
                </a:lnTo>
                <a:lnTo>
                  <a:pt x="91894" y="207304"/>
                </a:lnTo>
                <a:lnTo>
                  <a:pt x="91565" y="222111"/>
                </a:lnTo>
                <a:lnTo>
                  <a:pt x="91381" y="236919"/>
                </a:lnTo>
                <a:lnTo>
                  <a:pt x="91318" y="251726"/>
                </a:lnTo>
                <a:lnTo>
                  <a:pt x="91353" y="266533"/>
                </a:lnTo>
                <a:lnTo>
                  <a:pt x="91467" y="281341"/>
                </a:lnTo>
                <a:lnTo>
                  <a:pt x="91641" y="296148"/>
                </a:lnTo>
                <a:lnTo>
                  <a:pt x="91860" y="310956"/>
                </a:lnTo>
                <a:lnTo>
                  <a:pt x="92113" y="325763"/>
                </a:lnTo>
                <a:lnTo>
                  <a:pt x="92388" y="340570"/>
                </a:lnTo>
                <a:lnTo>
                  <a:pt x="92676" y="355378"/>
                </a:lnTo>
                <a:lnTo>
                  <a:pt x="92967" y="370185"/>
                </a:lnTo>
                <a:lnTo>
                  <a:pt x="93253" y="384993"/>
                </a:lnTo>
                <a:lnTo>
                  <a:pt x="93525" y="399800"/>
                </a:lnTo>
                <a:lnTo>
                  <a:pt x="93776" y="414607"/>
                </a:lnTo>
                <a:lnTo>
                  <a:pt x="94000" y="429415"/>
                </a:lnTo>
                <a:lnTo>
                  <a:pt x="94191" y="444222"/>
                </a:lnTo>
                <a:lnTo>
                  <a:pt x="94348" y="459030"/>
                </a:lnTo>
                <a:lnTo>
                  <a:pt x="94470" y="473837"/>
                </a:lnTo>
                <a:lnTo>
                  <a:pt x="94558" y="488644"/>
                </a:lnTo>
                <a:lnTo>
                  <a:pt x="94614" y="503452"/>
                </a:lnTo>
                <a:lnTo>
                  <a:pt x="94643" y="518259"/>
                </a:lnTo>
                <a:lnTo>
                  <a:pt x="94649" y="533067"/>
                </a:lnTo>
                <a:lnTo>
                  <a:pt x="94637" y="547874"/>
                </a:lnTo>
                <a:lnTo>
                  <a:pt x="94610" y="562682"/>
                </a:lnTo>
                <a:lnTo>
                  <a:pt x="94571" y="577489"/>
                </a:lnTo>
                <a:lnTo>
                  <a:pt x="94525" y="592296"/>
                </a:lnTo>
                <a:lnTo>
                  <a:pt x="94474" y="607104"/>
                </a:lnTo>
                <a:lnTo>
                  <a:pt x="94422" y="621911"/>
                </a:lnTo>
                <a:lnTo>
                  <a:pt x="94374" y="636719"/>
                </a:lnTo>
                <a:lnTo>
                  <a:pt x="94339" y="651526"/>
                </a:lnTo>
                <a:lnTo>
                  <a:pt x="94327" y="666333"/>
                </a:lnTo>
                <a:lnTo>
                  <a:pt x="94348" y="681141"/>
                </a:lnTo>
                <a:lnTo>
                  <a:pt x="94417" y="695948"/>
                </a:lnTo>
                <a:lnTo>
                  <a:pt x="94547" y="710756"/>
                </a:lnTo>
                <a:lnTo>
                  <a:pt x="94751" y="725563"/>
                </a:lnTo>
                <a:lnTo>
                  <a:pt x="95038" y="740370"/>
                </a:lnTo>
                <a:lnTo>
                  <a:pt x="95411" y="755178"/>
                </a:lnTo>
                <a:lnTo>
                  <a:pt x="95867" y="769985"/>
                </a:lnTo>
                <a:lnTo>
                  <a:pt x="96391" y="784793"/>
                </a:lnTo>
                <a:lnTo>
                  <a:pt x="96964" y="799600"/>
                </a:lnTo>
                <a:lnTo>
                  <a:pt x="97557" y="814407"/>
                </a:lnTo>
                <a:lnTo>
                  <a:pt x="98133" y="829215"/>
                </a:lnTo>
                <a:lnTo>
                  <a:pt x="98655" y="844022"/>
                </a:lnTo>
                <a:lnTo>
                  <a:pt x="99088" y="858830"/>
                </a:lnTo>
                <a:lnTo>
                  <a:pt x="99400" y="873637"/>
                </a:lnTo>
                <a:lnTo>
                  <a:pt x="99569" y="888444"/>
                </a:lnTo>
                <a:lnTo>
                  <a:pt x="99584" y="903252"/>
                </a:lnTo>
                <a:lnTo>
                  <a:pt x="99448" y="918059"/>
                </a:lnTo>
                <a:lnTo>
                  <a:pt x="99176" y="932867"/>
                </a:lnTo>
                <a:lnTo>
                  <a:pt x="98794" y="947674"/>
                </a:lnTo>
                <a:lnTo>
                  <a:pt x="98336" y="962482"/>
                </a:lnTo>
                <a:lnTo>
                  <a:pt x="97843" y="977289"/>
                </a:lnTo>
                <a:lnTo>
                  <a:pt x="97353" y="992096"/>
                </a:lnTo>
                <a:lnTo>
                  <a:pt x="96904" y="1006904"/>
                </a:lnTo>
                <a:lnTo>
                  <a:pt x="96527" y="1021711"/>
                </a:lnTo>
                <a:lnTo>
                  <a:pt x="96242" y="1036519"/>
                </a:lnTo>
                <a:lnTo>
                  <a:pt x="96061" y="1051326"/>
                </a:lnTo>
                <a:lnTo>
                  <a:pt x="95986" y="1066133"/>
                </a:lnTo>
                <a:lnTo>
                  <a:pt x="96005" y="1080941"/>
                </a:lnTo>
                <a:lnTo>
                  <a:pt x="96102" y="1095748"/>
                </a:lnTo>
                <a:lnTo>
                  <a:pt x="96253" y="1110556"/>
                </a:lnTo>
                <a:lnTo>
                  <a:pt x="96429" y="1125363"/>
                </a:lnTo>
                <a:lnTo>
                  <a:pt x="96603" y="1140170"/>
                </a:lnTo>
                <a:lnTo>
                  <a:pt x="96748" y="1154978"/>
                </a:lnTo>
                <a:lnTo>
                  <a:pt x="96844" y="1169785"/>
                </a:lnTo>
                <a:lnTo>
                  <a:pt x="96874" y="1184593"/>
                </a:lnTo>
                <a:lnTo>
                  <a:pt x="96832" y="1199400"/>
                </a:lnTo>
                <a:lnTo>
                  <a:pt x="96716" y="1214207"/>
                </a:lnTo>
                <a:lnTo>
                  <a:pt x="96533" y="1229015"/>
                </a:lnTo>
                <a:lnTo>
                  <a:pt x="96294" y="1243822"/>
                </a:lnTo>
                <a:lnTo>
                  <a:pt x="96015" y="1258630"/>
                </a:lnTo>
                <a:lnTo>
                  <a:pt x="95710" y="1273437"/>
                </a:lnTo>
                <a:lnTo>
                  <a:pt x="95396" y="1288245"/>
                </a:lnTo>
                <a:lnTo>
                  <a:pt x="95086" y="1303052"/>
                </a:lnTo>
                <a:lnTo>
                  <a:pt x="94793" y="1317859"/>
                </a:lnTo>
                <a:lnTo>
                  <a:pt x="94523" y="1332667"/>
                </a:lnTo>
                <a:lnTo>
                  <a:pt x="94283" y="1347474"/>
                </a:lnTo>
                <a:lnTo>
                  <a:pt x="94077" y="1362282"/>
                </a:lnTo>
                <a:lnTo>
                  <a:pt x="93904" y="1377089"/>
                </a:lnTo>
                <a:lnTo>
                  <a:pt x="93767" y="1391896"/>
                </a:lnTo>
                <a:lnTo>
                  <a:pt x="93667" y="1406704"/>
                </a:lnTo>
                <a:lnTo>
                  <a:pt x="93607" y="1421511"/>
                </a:lnTo>
                <a:lnTo>
                  <a:pt x="93592" y="1436319"/>
                </a:lnTo>
                <a:lnTo>
                  <a:pt x="93636" y="1451126"/>
                </a:lnTo>
                <a:lnTo>
                  <a:pt x="93757" y="1465933"/>
                </a:lnTo>
                <a:lnTo>
                  <a:pt x="93988" y="1480741"/>
                </a:lnTo>
                <a:lnTo>
                  <a:pt x="94374" y="1495548"/>
                </a:lnTo>
                <a:lnTo>
                  <a:pt x="94974" y="1510356"/>
                </a:lnTo>
                <a:lnTo>
                  <a:pt x="95870" y="1525163"/>
                </a:lnTo>
                <a:lnTo>
                  <a:pt x="97156" y="1539970"/>
                </a:lnTo>
                <a:lnTo>
                  <a:pt x="98941" y="1554778"/>
                </a:lnTo>
                <a:lnTo>
                  <a:pt x="101343" y="1569585"/>
                </a:lnTo>
                <a:lnTo>
                  <a:pt x="104474" y="1584393"/>
                </a:lnTo>
                <a:lnTo>
                  <a:pt x="108429" y="1599200"/>
                </a:lnTo>
                <a:lnTo>
                  <a:pt x="113267" y="1614007"/>
                </a:lnTo>
                <a:lnTo>
                  <a:pt x="118997" y="1628815"/>
                </a:lnTo>
                <a:lnTo>
                  <a:pt x="125557" y="1643622"/>
                </a:lnTo>
                <a:lnTo>
                  <a:pt x="132808" y="1658430"/>
                </a:lnTo>
                <a:lnTo>
                  <a:pt x="140522" y="1673237"/>
                </a:lnTo>
                <a:lnTo>
                  <a:pt x="148395" y="1688045"/>
                </a:lnTo>
                <a:lnTo>
                  <a:pt x="156056" y="1702852"/>
                </a:lnTo>
                <a:lnTo>
                  <a:pt x="163097" y="1717659"/>
                </a:lnTo>
                <a:lnTo>
                  <a:pt x="169106" y="1732467"/>
                </a:lnTo>
                <a:lnTo>
                  <a:pt x="173708" y="1747274"/>
                </a:lnTo>
                <a:lnTo>
                  <a:pt x="176600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5" name="data_6951">
            <a:extLst xmlns:a="http://schemas.openxmlformats.org/drawingml/2006/main">
              <a:ext uri="{FF2B5EF4-FFF2-40B4-BE49-F238E27FC236}">
                <a16:creationId xmlns:a16="http://schemas.microsoft.com/office/drawing/2014/main" id="{671D5BA8-E129-4E5A-B46A-870D12E4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8914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8" y="1747274"/>
                </a:lnTo>
                <a:lnTo>
                  <a:pt x="8478" y="1732467"/>
                </a:lnTo>
                <a:lnTo>
                  <a:pt x="14486" y="1717659"/>
                </a:lnTo>
                <a:lnTo>
                  <a:pt x="21525" y="1702852"/>
                </a:lnTo>
                <a:lnTo>
                  <a:pt x="29183" y="1688045"/>
                </a:lnTo>
                <a:lnTo>
                  <a:pt x="37053" y="1673237"/>
                </a:lnTo>
                <a:lnTo>
                  <a:pt x="44765" y="1658430"/>
                </a:lnTo>
                <a:lnTo>
                  <a:pt x="52013" y="1643622"/>
                </a:lnTo>
                <a:lnTo>
                  <a:pt x="58572" y="1628815"/>
                </a:lnTo>
                <a:lnTo>
                  <a:pt x="64302" y="1614007"/>
                </a:lnTo>
                <a:lnTo>
                  <a:pt x="69141" y="1599200"/>
                </a:lnTo>
                <a:lnTo>
                  <a:pt x="73098" y="1584393"/>
                </a:lnTo>
                <a:lnTo>
                  <a:pt x="76235" y="1569585"/>
                </a:lnTo>
                <a:lnTo>
                  <a:pt x="78645" y="1554778"/>
                </a:lnTo>
                <a:lnTo>
                  <a:pt x="80444" y="1539970"/>
                </a:lnTo>
                <a:lnTo>
                  <a:pt x="81747" y="1525163"/>
                </a:lnTo>
                <a:lnTo>
                  <a:pt x="82665" y="1510356"/>
                </a:lnTo>
                <a:lnTo>
                  <a:pt x="83295" y="1495548"/>
                </a:lnTo>
                <a:lnTo>
                  <a:pt x="83715" y="1480741"/>
                </a:lnTo>
                <a:lnTo>
                  <a:pt x="83986" y="1465933"/>
                </a:lnTo>
                <a:lnTo>
                  <a:pt x="84154" y="1451126"/>
                </a:lnTo>
                <a:lnTo>
                  <a:pt x="84248" y="1436319"/>
                </a:lnTo>
                <a:lnTo>
                  <a:pt x="84287" y="1421511"/>
                </a:lnTo>
                <a:lnTo>
                  <a:pt x="84281" y="1406704"/>
                </a:lnTo>
                <a:lnTo>
                  <a:pt x="84235" y="1391896"/>
                </a:lnTo>
                <a:lnTo>
                  <a:pt x="84151" y="1377089"/>
                </a:lnTo>
                <a:lnTo>
                  <a:pt x="84027" y="1362282"/>
                </a:lnTo>
                <a:lnTo>
                  <a:pt x="83864" y="1347474"/>
                </a:lnTo>
                <a:lnTo>
                  <a:pt x="83661" y="1332667"/>
                </a:lnTo>
                <a:lnTo>
                  <a:pt x="83422" y="1317859"/>
                </a:lnTo>
                <a:lnTo>
                  <a:pt x="83151" y="1303052"/>
                </a:lnTo>
                <a:lnTo>
                  <a:pt x="82856" y="1288245"/>
                </a:lnTo>
                <a:lnTo>
                  <a:pt x="82550" y="1273437"/>
                </a:lnTo>
                <a:lnTo>
                  <a:pt x="82245" y="1258630"/>
                </a:lnTo>
                <a:lnTo>
                  <a:pt x="81958" y="1243822"/>
                </a:lnTo>
                <a:lnTo>
                  <a:pt x="81705" y="1229015"/>
                </a:lnTo>
                <a:lnTo>
                  <a:pt x="81501" y="1214207"/>
                </a:lnTo>
                <a:lnTo>
                  <a:pt x="81357" y="1199400"/>
                </a:lnTo>
                <a:lnTo>
                  <a:pt x="81279" y="1184593"/>
                </a:lnTo>
                <a:lnTo>
                  <a:pt x="81267" y="1169785"/>
                </a:lnTo>
                <a:lnTo>
                  <a:pt x="81313" y="1154978"/>
                </a:lnTo>
                <a:lnTo>
                  <a:pt x="81403" y="1140170"/>
                </a:lnTo>
                <a:lnTo>
                  <a:pt x="81516" y="1125363"/>
                </a:lnTo>
                <a:lnTo>
                  <a:pt x="81627" y="1110556"/>
                </a:lnTo>
                <a:lnTo>
                  <a:pt x="81708" y="1095748"/>
                </a:lnTo>
                <a:lnTo>
                  <a:pt x="81733" y="1080941"/>
                </a:lnTo>
                <a:lnTo>
                  <a:pt x="81677" y="1066133"/>
                </a:lnTo>
                <a:lnTo>
                  <a:pt x="81525" y="1051326"/>
                </a:lnTo>
                <a:lnTo>
                  <a:pt x="81266" y="1036519"/>
                </a:lnTo>
                <a:lnTo>
                  <a:pt x="80904" y="1021711"/>
                </a:lnTo>
                <a:lnTo>
                  <a:pt x="80449" y="1006904"/>
                </a:lnTo>
                <a:lnTo>
                  <a:pt x="79926" y="992096"/>
                </a:lnTo>
                <a:lnTo>
                  <a:pt x="79365" y="977289"/>
                </a:lnTo>
                <a:lnTo>
                  <a:pt x="78807" y="962482"/>
                </a:lnTo>
                <a:lnTo>
                  <a:pt x="78294" y="947674"/>
                </a:lnTo>
                <a:lnTo>
                  <a:pt x="77867" y="932867"/>
                </a:lnTo>
                <a:lnTo>
                  <a:pt x="77563" y="918059"/>
                </a:lnTo>
                <a:lnTo>
                  <a:pt x="77411" y="903252"/>
                </a:lnTo>
                <a:lnTo>
                  <a:pt x="77426" y="888444"/>
                </a:lnTo>
                <a:lnTo>
                  <a:pt x="77611" y="873637"/>
                </a:lnTo>
                <a:lnTo>
                  <a:pt x="77956" y="858830"/>
                </a:lnTo>
                <a:lnTo>
                  <a:pt x="78438" y="844022"/>
                </a:lnTo>
                <a:lnTo>
                  <a:pt x="79023" y="829215"/>
                </a:lnTo>
                <a:lnTo>
                  <a:pt x="79672" y="814407"/>
                </a:lnTo>
                <a:lnTo>
                  <a:pt x="80347" y="799600"/>
                </a:lnTo>
                <a:lnTo>
                  <a:pt x="81009" y="784793"/>
                </a:lnTo>
                <a:lnTo>
                  <a:pt x="81626" y="769985"/>
                </a:lnTo>
                <a:lnTo>
                  <a:pt x="82174" y="755178"/>
                </a:lnTo>
                <a:lnTo>
                  <a:pt x="82639" y="740370"/>
                </a:lnTo>
                <a:lnTo>
                  <a:pt x="83016" y="725563"/>
                </a:lnTo>
                <a:lnTo>
                  <a:pt x="83305" y="710756"/>
                </a:lnTo>
                <a:lnTo>
                  <a:pt x="83516" y="695948"/>
                </a:lnTo>
                <a:lnTo>
                  <a:pt x="83660" y="681141"/>
                </a:lnTo>
                <a:lnTo>
                  <a:pt x="83749" y="666333"/>
                </a:lnTo>
                <a:lnTo>
                  <a:pt x="83796" y="651526"/>
                </a:lnTo>
                <a:lnTo>
                  <a:pt x="83812" y="636719"/>
                </a:lnTo>
                <a:lnTo>
                  <a:pt x="83804" y="621911"/>
                </a:lnTo>
                <a:lnTo>
                  <a:pt x="83779" y="607104"/>
                </a:lnTo>
                <a:lnTo>
                  <a:pt x="83740" y="592296"/>
                </a:lnTo>
                <a:lnTo>
                  <a:pt x="83689" y="577489"/>
                </a:lnTo>
                <a:lnTo>
                  <a:pt x="83627" y="562682"/>
                </a:lnTo>
                <a:lnTo>
                  <a:pt x="83556" y="547874"/>
                </a:lnTo>
                <a:lnTo>
                  <a:pt x="83478" y="533067"/>
                </a:lnTo>
                <a:lnTo>
                  <a:pt x="83398" y="518259"/>
                </a:lnTo>
                <a:lnTo>
                  <a:pt x="83321" y="503452"/>
                </a:lnTo>
                <a:lnTo>
                  <a:pt x="83254" y="488644"/>
                </a:lnTo>
                <a:lnTo>
                  <a:pt x="83204" y="473837"/>
                </a:lnTo>
                <a:lnTo>
                  <a:pt x="83177" y="459030"/>
                </a:lnTo>
                <a:lnTo>
                  <a:pt x="83181" y="444222"/>
                </a:lnTo>
                <a:lnTo>
                  <a:pt x="83218" y="429415"/>
                </a:lnTo>
                <a:lnTo>
                  <a:pt x="83292" y="414607"/>
                </a:lnTo>
                <a:lnTo>
                  <a:pt x="83400" y="399800"/>
                </a:lnTo>
                <a:lnTo>
                  <a:pt x="83542" y="384993"/>
                </a:lnTo>
                <a:lnTo>
                  <a:pt x="83712" y="370185"/>
                </a:lnTo>
                <a:lnTo>
                  <a:pt x="83904" y="355378"/>
                </a:lnTo>
                <a:lnTo>
                  <a:pt x="84112" y="340570"/>
                </a:lnTo>
                <a:lnTo>
                  <a:pt x="84327" y="325763"/>
                </a:lnTo>
                <a:lnTo>
                  <a:pt x="84538" y="310956"/>
                </a:lnTo>
                <a:lnTo>
                  <a:pt x="84735" y="296148"/>
                </a:lnTo>
                <a:lnTo>
                  <a:pt x="84905" y="281341"/>
                </a:lnTo>
                <a:lnTo>
                  <a:pt x="85029" y="266533"/>
                </a:lnTo>
                <a:lnTo>
                  <a:pt x="85089" y="251726"/>
                </a:lnTo>
                <a:lnTo>
                  <a:pt x="85061" y="236919"/>
                </a:lnTo>
                <a:lnTo>
                  <a:pt x="84918" y="222111"/>
                </a:lnTo>
                <a:lnTo>
                  <a:pt x="84633" y="207304"/>
                </a:lnTo>
                <a:lnTo>
                  <a:pt x="84177" y="192496"/>
                </a:lnTo>
                <a:lnTo>
                  <a:pt x="83528" y="177689"/>
                </a:lnTo>
                <a:lnTo>
                  <a:pt x="82669" y="162881"/>
                </a:lnTo>
                <a:lnTo>
                  <a:pt x="81598" y="148074"/>
                </a:lnTo>
                <a:lnTo>
                  <a:pt x="80325" y="133267"/>
                </a:lnTo>
                <a:lnTo>
                  <a:pt x="78880" y="118459"/>
                </a:lnTo>
                <a:lnTo>
                  <a:pt x="77314" y="103652"/>
                </a:lnTo>
                <a:lnTo>
                  <a:pt x="75692" y="88844"/>
                </a:lnTo>
                <a:lnTo>
                  <a:pt x="74097" y="74037"/>
                </a:lnTo>
                <a:lnTo>
                  <a:pt x="72621" y="59230"/>
                </a:lnTo>
                <a:lnTo>
                  <a:pt x="71353" y="44422"/>
                </a:lnTo>
                <a:lnTo>
                  <a:pt x="70379" y="29615"/>
                </a:lnTo>
                <a:lnTo>
                  <a:pt x="69765" y="14807"/>
                </a:lnTo>
                <a:lnTo>
                  <a:pt x="69555" y="0"/>
                </a:lnTo>
                <a:lnTo>
                  <a:pt x="108032" y="0"/>
                </a:lnTo>
                <a:lnTo>
                  <a:pt x="108032" y="0"/>
                </a:lnTo>
                <a:lnTo>
                  <a:pt x="107823" y="14807"/>
                </a:lnTo>
                <a:lnTo>
                  <a:pt x="107209" y="29615"/>
                </a:lnTo>
                <a:lnTo>
                  <a:pt x="106234" y="44422"/>
                </a:lnTo>
                <a:lnTo>
                  <a:pt x="104967" y="59230"/>
                </a:lnTo>
                <a:lnTo>
                  <a:pt x="103490" y="74037"/>
                </a:lnTo>
                <a:lnTo>
                  <a:pt x="101895" y="88844"/>
                </a:lnTo>
                <a:lnTo>
                  <a:pt x="100274" y="103652"/>
                </a:lnTo>
                <a:lnTo>
                  <a:pt x="98707" y="118459"/>
                </a:lnTo>
                <a:lnTo>
                  <a:pt x="97263" y="133267"/>
                </a:lnTo>
                <a:lnTo>
                  <a:pt x="95990" y="148074"/>
                </a:lnTo>
                <a:lnTo>
                  <a:pt x="94918" y="162881"/>
                </a:lnTo>
                <a:lnTo>
                  <a:pt x="94060" y="177689"/>
                </a:lnTo>
                <a:lnTo>
                  <a:pt x="93410" y="192496"/>
                </a:lnTo>
                <a:lnTo>
                  <a:pt x="92954" y="207304"/>
                </a:lnTo>
                <a:lnTo>
                  <a:pt x="92669" y="222111"/>
                </a:lnTo>
                <a:lnTo>
                  <a:pt x="92526" y="236919"/>
                </a:lnTo>
                <a:lnTo>
                  <a:pt x="92498" y="251726"/>
                </a:lnTo>
                <a:lnTo>
                  <a:pt x="92558" y="266533"/>
                </a:lnTo>
                <a:lnTo>
                  <a:pt x="92682" y="281341"/>
                </a:lnTo>
                <a:lnTo>
                  <a:pt x="92852" y="296148"/>
                </a:lnTo>
                <a:lnTo>
                  <a:pt x="93049" y="310956"/>
                </a:lnTo>
                <a:lnTo>
                  <a:pt x="93261" y="325763"/>
                </a:lnTo>
                <a:lnTo>
                  <a:pt x="93475" y="340570"/>
                </a:lnTo>
                <a:lnTo>
                  <a:pt x="93683" y="355378"/>
                </a:lnTo>
                <a:lnTo>
                  <a:pt x="93875" y="370185"/>
                </a:lnTo>
                <a:lnTo>
                  <a:pt x="94045" y="384993"/>
                </a:lnTo>
                <a:lnTo>
                  <a:pt x="94187" y="399800"/>
                </a:lnTo>
                <a:lnTo>
                  <a:pt x="94296" y="414607"/>
                </a:lnTo>
                <a:lnTo>
                  <a:pt x="94369" y="429415"/>
                </a:lnTo>
                <a:lnTo>
                  <a:pt x="94406" y="444222"/>
                </a:lnTo>
                <a:lnTo>
                  <a:pt x="94410" y="459030"/>
                </a:lnTo>
                <a:lnTo>
                  <a:pt x="94384" y="473837"/>
                </a:lnTo>
                <a:lnTo>
                  <a:pt x="94334" y="488644"/>
                </a:lnTo>
                <a:lnTo>
                  <a:pt x="94267" y="503452"/>
                </a:lnTo>
                <a:lnTo>
                  <a:pt x="94190" y="518259"/>
                </a:lnTo>
                <a:lnTo>
                  <a:pt x="94109" y="533067"/>
                </a:lnTo>
                <a:lnTo>
                  <a:pt x="94032" y="547874"/>
                </a:lnTo>
                <a:lnTo>
                  <a:pt x="93960" y="562682"/>
                </a:lnTo>
                <a:lnTo>
                  <a:pt x="93898" y="577489"/>
                </a:lnTo>
                <a:lnTo>
                  <a:pt x="93847" y="592296"/>
                </a:lnTo>
                <a:lnTo>
                  <a:pt x="93808" y="607104"/>
                </a:lnTo>
                <a:lnTo>
                  <a:pt x="93783" y="621911"/>
                </a:lnTo>
                <a:lnTo>
                  <a:pt x="93776" y="636719"/>
                </a:lnTo>
                <a:lnTo>
                  <a:pt x="93791" y="651526"/>
                </a:lnTo>
                <a:lnTo>
                  <a:pt x="93839" y="666333"/>
                </a:lnTo>
                <a:lnTo>
                  <a:pt x="93928" y="681141"/>
                </a:lnTo>
                <a:lnTo>
                  <a:pt x="94071" y="695948"/>
                </a:lnTo>
                <a:lnTo>
                  <a:pt x="94282" y="710756"/>
                </a:lnTo>
                <a:lnTo>
                  <a:pt x="94572" y="725563"/>
                </a:lnTo>
                <a:lnTo>
                  <a:pt x="94948" y="740370"/>
                </a:lnTo>
                <a:lnTo>
                  <a:pt x="95413" y="755178"/>
                </a:lnTo>
                <a:lnTo>
                  <a:pt x="95961" y="769985"/>
                </a:lnTo>
                <a:lnTo>
                  <a:pt x="96578" y="784793"/>
                </a:lnTo>
                <a:lnTo>
                  <a:pt x="97240" y="799600"/>
                </a:lnTo>
                <a:lnTo>
                  <a:pt x="97915" y="814407"/>
                </a:lnTo>
                <a:lnTo>
                  <a:pt x="98565" y="829215"/>
                </a:lnTo>
                <a:lnTo>
                  <a:pt x="99150" y="844022"/>
                </a:lnTo>
                <a:lnTo>
                  <a:pt x="99631" y="858830"/>
                </a:lnTo>
                <a:lnTo>
                  <a:pt x="99976" y="873637"/>
                </a:lnTo>
                <a:lnTo>
                  <a:pt x="100162" y="888444"/>
                </a:lnTo>
                <a:lnTo>
                  <a:pt x="100177" y="903252"/>
                </a:lnTo>
                <a:lnTo>
                  <a:pt x="100024" y="918059"/>
                </a:lnTo>
                <a:lnTo>
                  <a:pt x="99720" y="932867"/>
                </a:lnTo>
                <a:lnTo>
                  <a:pt x="99293" y="947674"/>
                </a:lnTo>
                <a:lnTo>
                  <a:pt x="98780" y="962482"/>
                </a:lnTo>
                <a:lnTo>
                  <a:pt x="98222" y="977289"/>
                </a:lnTo>
                <a:lnTo>
                  <a:pt x="97662" y="992096"/>
                </a:lnTo>
                <a:lnTo>
                  <a:pt x="97138" y="1006904"/>
                </a:lnTo>
                <a:lnTo>
                  <a:pt x="96684" y="1021711"/>
                </a:lnTo>
                <a:lnTo>
                  <a:pt x="96321" y="1036519"/>
                </a:lnTo>
                <a:lnTo>
                  <a:pt x="96063" y="1051326"/>
                </a:lnTo>
                <a:lnTo>
                  <a:pt x="95910" y="1066133"/>
                </a:lnTo>
                <a:lnTo>
                  <a:pt x="95854" y="1080941"/>
                </a:lnTo>
                <a:lnTo>
                  <a:pt x="95879" y="1095748"/>
                </a:lnTo>
                <a:lnTo>
                  <a:pt x="95960" y="1110556"/>
                </a:lnTo>
                <a:lnTo>
                  <a:pt x="96071" y="1125363"/>
                </a:lnTo>
                <a:lnTo>
                  <a:pt x="96184" y="1140170"/>
                </a:lnTo>
                <a:lnTo>
                  <a:pt x="96274" y="1154978"/>
                </a:lnTo>
                <a:lnTo>
                  <a:pt x="96321" y="1169785"/>
                </a:lnTo>
                <a:lnTo>
                  <a:pt x="96309" y="1184593"/>
                </a:lnTo>
                <a:lnTo>
                  <a:pt x="96230" y="1199400"/>
                </a:lnTo>
                <a:lnTo>
                  <a:pt x="96086" y="1214207"/>
                </a:lnTo>
                <a:lnTo>
                  <a:pt x="95882" y="1229015"/>
                </a:lnTo>
                <a:lnTo>
                  <a:pt x="95629" y="1243822"/>
                </a:lnTo>
                <a:lnTo>
                  <a:pt x="95342" y="1258630"/>
                </a:lnTo>
                <a:lnTo>
                  <a:pt x="95037" y="1273437"/>
                </a:lnTo>
                <a:lnTo>
                  <a:pt x="94731" y="1288245"/>
                </a:lnTo>
                <a:lnTo>
                  <a:pt x="94436" y="1303052"/>
                </a:lnTo>
                <a:lnTo>
                  <a:pt x="94165" y="1317859"/>
                </a:lnTo>
                <a:lnTo>
                  <a:pt x="93926" y="1332667"/>
                </a:lnTo>
                <a:lnTo>
                  <a:pt x="93723" y="1347474"/>
                </a:lnTo>
                <a:lnTo>
                  <a:pt x="93560" y="1362282"/>
                </a:lnTo>
                <a:lnTo>
                  <a:pt x="93436" y="1377089"/>
                </a:lnTo>
                <a:lnTo>
                  <a:pt x="93352" y="1391896"/>
                </a:lnTo>
                <a:lnTo>
                  <a:pt x="93306" y="1406704"/>
                </a:lnTo>
                <a:lnTo>
                  <a:pt x="93300" y="1421511"/>
                </a:lnTo>
                <a:lnTo>
                  <a:pt x="93339" y="1436319"/>
                </a:lnTo>
                <a:lnTo>
                  <a:pt x="93433" y="1451126"/>
                </a:lnTo>
                <a:lnTo>
                  <a:pt x="93601" y="1465933"/>
                </a:lnTo>
                <a:lnTo>
                  <a:pt x="93872" y="1480741"/>
                </a:lnTo>
                <a:lnTo>
                  <a:pt x="94292" y="1495548"/>
                </a:lnTo>
                <a:lnTo>
                  <a:pt x="94922" y="1510356"/>
                </a:lnTo>
                <a:lnTo>
                  <a:pt x="95840" y="1525163"/>
                </a:lnTo>
                <a:lnTo>
                  <a:pt x="97143" y="1539970"/>
                </a:lnTo>
                <a:lnTo>
                  <a:pt x="98942" y="1554778"/>
                </a:lnTo>
                <a:lnTo>
                  <a:pt x="101353" y="1569585"/>
                </a:lnTo>
                <a:lnTo>
                  <a:pt x="104489" y="1584393"/>
                </a:lnTo>
                <a:lnTo>
                  <a:pt x="108446" y="1599200"/>
                </a:lnTo>
                <a:lnTo>
                  <a:pt x="113286" y="1614007"/>
                </a:lnTo>
                <a:lnTo>
                  <a:pt x="119015" y="1628815"/>
                </a:lnTo>
                <a:lnTo>
                  <a:pt x="125574" y="1643622"/>
                </a:lnTo>
                <a:lnTo>
                  <a:pt x="132822" y="1658430"/>
                </a:lnTo>
                <a:lnTo>
                  <a:pt x="140534" y="1673237"/>
                </a:lnTo>
                <a:lnTo>
                  <a:pt x="148404" y="1688045"/>
                </a:lnTo>
                <a:lnTo>
                  <a:pt x="156062" y="1702852"/>
                </a:lnTo>
                <a:lnTo>
                  <a:pt x="163101" y="1717659"/>
                </a:lnTo>
                <a:lnTo>
                  <a:pt x="169109" y="1732467"/>
                </a:lnTo>
                <a:lnTo>
                  <a:pt x="173709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6" name="data_6952">
            <a:extLst xmlns:a="http://schemas.openxmlformats.org/drawingml/2006/main">
              <a:ext uri="{FF2B5EF4-FFF2-40B4-BE49-F238E27FC236}">
                <a16:creationId xmlns:a16="http://schemas.microsoft.com/office/drawing/2014/main" id="{B1421BFB-E269-47A3-9640-8B8B5269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07" name="data_6953">
            <a:extLst xmlns:a="http://schemas.openxmlformats.org/drawingml/2006/main">
              <a:ext uri="{FF2B5EF4-FFF2-40B4-BE49-F238E27FC236}">
                <a16:creationId xmlns:a16="http://schemas.microsoft.com/office/drawing/2014/main" id="{BC35F467-DD5E-4213-86B7-696FB2A6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139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08" name="data_6954">
            <a:extLst xmlns:a="http://schemas.openxmlformats.org/drawingml/2006/main">
              <a:ext uri="{FF2B5EF4-FFF2-40B4-BE49-F238E27FC236}">
                <a16:creationId xmlns:a16="http://schemas.microsoft.com/office/drawing/2014/main" id="{396CA433-0009-4C7C-8E15-AB700ADB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653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09" name="data_6955">
            <a:extLst xmlns:a="http://schemas.openxmlformats.org/drawingml/2006/main">
              <a:ext uri="{FF2B5EF4-FFF2-40B4-BE49-F238E27FC236}">
                <a16:creationId xmlns:a16="http://schemas.microsoft.com/office/drawing/2014/main" id="{C88F666E-06B5-4241-A3BD-98AA94EE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680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0" name="data_6956">
            <a:extLst xmlns:a="http://schemas.openxmlformats.org/drawingml/2006/main">
              <a:ext uri="{FF2B5EF4-FFF2-40B4-BE49-F238E27FC236}">
                <a16:creationId xmlns:a16="http://schemas.microsoft.com/office/drawing/2014/main" id="{5A2F1F5B-367D-4A5D-9E5C-C015E735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708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1" name="data_6957">
            <a:extLst xmlns:a="http://schemas.openxmlformats.org/drawingml/2006/main">
              <a:ext uri="{FF2B5EF4-FFF2-40B4-BE49-F238E27FC236}">
                <a16:creationId xmlns:a16="http://schemas.microsoft.com/office/drawing/2014/main" id="{FED2DE12-5323-4AE6-B6EF-AD715BA1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3981977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512" name="data_6958">
            <a:extLst xmlns:a="http://schemas.openxmlformats.org/drawingml/2006/main">
              <a:ext uri="{FF2B5EF4-FFF2-40B4-BE49-F238E27FC236}">
                <a16:creationId xmlns:a16="http://schemas.microsoft.com/office/drawing/2014/main" id="{7223828E-9E51-4C6A-BD3A-AE1B1B4C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3981977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3" name="text_6959">
            <a:extLst xmlns:a="http://schemas.openxmlformats.org/drawingml/2006/main">
              <a:ext uri="{FF2B5EF4-FFF2-40B4-BE49-F238E27FC236}">
                <a16:creationId xmlns:a16="http://schemas.microsoft.com/office/drawing/2014/main" id="{D7B2C006-A349-4E66-B466-65C60EAA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6091" y="3923729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14" name="data_6960">
            <a:extLst xmlns:a="http://schemas.openxmlformats.org/drawingml/2006/main">
              <a:ext uri="{FF2B5EF4-FFF2-40B4-BE49-F238E27FC236}">
                <a16:creationId xmlns:a16="http://schemas.microsoft.com/office/drawing/2014/main" id="{1B40A0C8-DD8B-46CC-9CD5-AB77D3E7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3093532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515" name="data_6961">
            <a:extLst xmlns:a="http://schemas.openxmlformats.org/drawingml/2006/main">
              <a:ext uri="{FF2B5EF4-FFF2-40B4-BE49-F238E27FC236}">
                <a16:creationId xmlns:a16="http://schemas.microsoft.com/office/drawing/2014/main" id="{9D3E2E91-A4D6-4822-A801-8F6DBA80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3093532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6" name="text_6962">
            <a:extLst xmlns:a="http://schemas.openxmlformats.org/drawingml/2006/main">
              <a:ext uri="{FF2B5EF4-FFF2-40B4-BE49-F238E27FC236}">
                <a16:creationId xmlns:a16="http://schemas.microsoft.com/office/drawing/2014/main" id="{8A08C1E5-7F31-4D60-B918-A11E8B69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0454" y="3035285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517" name="data_6963">
            <a:extLst xmlns:a="http://schemas.openxmlformats.org/drawingml/2006/main">
              <a:ext uri="{FF2B5EF4-FFF2-40B4-BE49-F238E27FC236}">
                <a16:creationId xmlns:a16="http://schemas.microsoft.com/office/drawing/2014/main" id="{013B3B82-D1ED-4B36-9AA7-FAC0A7F6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2205088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518" name="data_6964">
            <a:extLst xmlns:a="http://schemas.openxmlformats.org/drawingml/2006/main">
              <a:ext uri="{FF2B5EF4-FFF2-40B4-BE49-F238E27FC236}">
                <a16:creationId xmlns:a16="http://schemas.microsoft.com/office/drawing/2014/main" id="{336F655F-EA03-4FFD-94CF-3472D91B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2205088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9" name="text_6965">
            <a:extLst xmlns:a="http://schemas.openxmlformats.org/drawingml/2006/main">
              <a:ext uri="{FF2B5EF4-FFF2-40B4-BE49-F238E27FC236}">
                <a16:creationId xmlns:a16="http://schemas.microsoft.com/office/drawing/2014/main" id="{DA3FE461-9490-4DC0-9D81-D42C6CF7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4817" y="2146840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520" name="data_6966">
            <a:extLst xmlns:a="http://schemas.openxmlformats.org/drawingml/2006/main">
              <a:ext uri="{FF2B5EF4-FFF2-40B4-BE49-F238E27FC236}">
                <a16:creationId xmlns:a16="http://schemas.microsoft.com/office/drawing/2014/main" id="{EB5AAA01-F965-49D9-BF8A-893BF5BA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64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1" name="data_6967">
            <a:extLst xmlns:a="http://schemas.openxmlformats.org/drawingml/2006/main">
              <a:ext uri="{FF2B5EF4-FFF2-40B4-BE49-F238E27FC236}">
                <a16:creationId xmlns:a16="http://schemas.microsoft.com/office/drawing/2014/main" id="{8CF8B516-E40F-4304-BADF-0DCCAA80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632" y="381407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2" name="data_6968">
            <a:extLst xmlns:a="http://schemas.openxmlformats.org/drawingml/2006/main">
              <a:ext uri="{FF2B5EF4-FFF2-40B4-BE49-F238E27FC236}">
                <a16:creationId xmlns:a16="http://schemas.microsoft.com/office/drawing/2014/main" id="{6572E0EC-0D58-419A-BEE2-6AE2A46D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9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3" name="data_6969">
            <a:extLst xmlns:a="http://schemas.openxmlformats.org/drawingml/2006/main">
              <a:ext uri="{FF2B5EF4-FFF2-40B4-BE49-F238E27FC236}">
                <a16:creationId xmlns:a16="http://schemas.microsoft.com/office/drawing/2014/main" id="{1D26AFEE-DDC1-4F77-866A-BB5E6331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437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4" name="data_6970">
            <a:extLst xmlns:a="http://schemas.openxmlformats.org/drawingml/2006/main">
              <a:ext uri="{FF2B5EF4-FFF2-40B4-BE49-F238E27FC236}">
                <a16:creationId xmlns:a16="http://schemas.microsoft.com/office/drawing/2014/main" id="{579B7081-0279-437D-B384-7FB8A71E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58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5" name="data_6971">
            <a:extLst xmlns:a="http://schemas.openxmlformats.org/drawingml/2006/main">
              <a:ext uri="{FF2B5EF4-FFF2-40B4-BE49-F238E27FC236}">
                <a16:creationId xmlns:a16="http://schemas.microsoft.com/office/drawing/2014/main" id="{7F6B07C5-6C76-471D-AF37-F02A435E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5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6" name="data_6972">
            <a:extLst xmlns:a="http://schemas.openxmlformats.org/drawingml/2006/main">
              <a:ext uri="{FF2B5EF4-FFF2-40B4-BE49-F238E27FC236}">
                <a16:creationId xmlns:a16="http://schemas.microsoft.com/office/drawing/2014/main" id="{9D43D6CC-EEA8-47D6-9F05-D89EEA74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348" y="323316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7" name="data_6973">
            <a:extLst xmlns:a="http://schemas.openxmlformats.org/drawingml/2006/main">
              <a:ext uri="{FF2B5EF4-FFF2-40B4-BE49-F238E27FC236}">
                <a16:creationId xmlns:a16="http://schemas.microsoft.com/office/drawing/2014/main" id="{3E62036D-E018-48CB-81F7-B96E415DF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5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8" name="data_6974">
            <a:extLst xmlns:a="http://schemas.openxmlformats.org/drawingml/2006/main">
              <a:ext uri="{FF2B5EF4-FFF2-40B4-BE49-F238E27FC236}">
                <a16:creationId xmlns:a16="http://schemas.microsoft.com/office/drawing/2014/main" id="{AEE87911-39FC-45B6-B2F7-AA87D9F1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0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9" name="data_6975">
            <a:extLst xmlns:a="http://schemas.openxmlformats.org/drawingml/2006/main">
              <a:ext uri="{FF2B5EF4-FFF2-40B4-BE49-F238E27FC236}">
                <a16:creationId xmlns:a16="http://schemas.microsoft.com/office/drawing/2014/main" id="{20F3256C-6648-40AC-88A8-D22814C9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9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0" name="data_6976">
            <a:extLst xmlns:a="http://schemas.openxmlformats.org/drawingml/2006/main">
              <a:ext uri="{FF2B5EF4-FFF2-40B4-BE49-F238E27FC236}">
                <a16:creationId xmlns:a16="http://schemas.microsoft.com/office/drawing/2014/main" id="{784FE551-B0F5-4F34-ABE5-A8471C51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5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1" name="data_6977">
            <a:extLst xmlns:a="http://schemas.openxmlformats.org/drawingml/2006/main">
              <a:ext uri="{FF2B5EF4-FFF2-40B4-BE49-F238E27FC236}">
                <a16:creationId xmlns:a16="http://schemas.microsoft.com/office/drawing/2014/main" id="{C97BF2FE-110D-45F7-B6F7-D2EC4254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924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2" name="data_6978">
            <a:extLst xmlns:a="http://schemas.openxmlformats.org/drawingml/2006/main">
              <a:ext uri="{FF2B5EF4-FFF2-40B4-BE49-F238E27FC236}">
                <a16:creationId xmlns:a16="http://schemas.microsoft.com/office/drawing/2014/main" id="{AABFC883-2447-4609-BA38-B6060348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6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3" name="data_6979">
            <a:extLst xmlns:a="http://schemas.openxmlformats.org/drawingml/2006/main">
              <a:ext uri="{FF2B5EF4-FFF2-40B4-BE49-F238E27FC236}">
                <a16:creationId xmlns:a16="http://schemas.microsoft.com/office/drawing/2014/main" id="{7BB6E45C-43FD-403C-96E5-7A5E9684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1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4" name="data_6980">
            <a:extLst xmlns:a="http://schemas.openxmlformats.org/drawingml/2006/main">
              <a:ext uri="{FF2B5EF4-FFF2-40B4-BE49-F238E27FC236}">
                <a16:creationId xmlns:a16="http://schemas.microsoft.com/office/drawing/2014/main" id="{B931458E-53A2-4B28-8BB3-E72806E3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5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5" name="data_6981">
            <a:extLst xmlns:a="http://schemas.openxmlformats.org/drawingml/2006/main">
              <a:ext uri="{FF2B5EF4-FFF2-40B4-BE49-F238E27FC236}">
                <a16:creationId xmlns:a16="http://schemas.microsoft.com/office/drawing/2014/main" id="{47C88EF2-476C-4135-B59E-B25026DD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82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6" name="data_6982">
            <a:extLst xmlns:a="http://schemas.openxmlformats.org/drawingml/2006/main">
              <a:ext uri="{FF2B5EF4-FFF2-40B4-BE49-F238E27FC236}">
                <a16:creationId xmlns:a16="http://schemas.microsoft.com/office/drawing/2014/main" id="{93BE890C-AE89-4786-A1AC-647AB747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85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7" name="data_6983">
            <a:extLst xmlns:a="http://schemas.openxmlformats.org/drawingml/2006/main">
              <a:ext uri="{FF2B5EF4-FFF2-40B4-BE49-F238E27FC236}">
                <a16:creationId xmlns:a16="http://schemas.microsoft.com/office/drawing/2014/main" id="{597F2E69-B79C-45FB-85A9-D0579D83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413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8" name="data_6984">
            <a:extLst xmlns:a="http://schemas.openxmlformats.org/drawingml/2006/main">
              <a:ext uri="{FF2B5EF4-FFF2-40B4-BE49-F238E27FC236}">
                <a16:creationId xmlns:a16="http://schemas.microsoft.com/office/drawing/2014/main" id="{004E549A-576A-4999-99FF-F9718909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7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9" name="data_6985">
            <a:extLst xmlns:a="http://schemas.openxmlformats.org/drawingml/2006/main">
              <a:ext uri="{FF2B5EF4-FFF2-40B4-BE49-F238E27FC236}">
                <a16:creationId xmlns:a16="http://schemas.microsoft.com/office/drawing/2014/main" id="{1E9C7E00-FA7B-4587-AF2D-4139BB4D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3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0" name="data_6986">
            <a:extLst xmlns:a="http://schemas.openxmlformats.org/drawingml/2006/main">
              <a:ext uri="{FF2B5EF4-FFF2-40B4-BE49-F238E27FC236}">
                <a16:creationId xmlns:a16="http://schemas.microsoft.com/office/drawing/2014/main" id="{C2F82BEB-16B4-48E1-9BF8-8B7E6EA4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84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1" name="data_6987">
            <a:extLst xmlns:a="http://schemas.openxmlformats.org/drawingml/2006/main">
              <a:ext uri="{FF2B5EF4-FFF2-40B4-BE49-F238E27FC236}">
                <a16:creationId xmlns:a16="http://schemas.microsoft.com/office/drawing/2014/main" id="{A9A1A545-1F71-4329-AB58-45EDC916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1157" y="32139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2" name="data_6988">
            <a:extLst xmlns:a="http://schemas.openxmlformats.org/drawingml/2006/main">
              <a:ext uri="{FF2B5EF4-FFF2-40B4-BE49-F238E27FC236}">
                <a16:creationId xmlns:a16="http://schemas.microsoft.com/office/drawing/2014/main" id="{23F16003-D969-4759-AB3D-FBCFE673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3" name="data_6989">
            <a:extLst xmlns:a="http://schemas.openxmlformats.org/drawingml/2006/main">
              <a:ext uri="{FF2B5EF4-FFF2-40B4-BE49-F238E27FC236}">
                <a16:creationId xmlns:a16="http://schemas.microsoft.com/office/drawing/2014/main" id="{87789C74-F5F4-4223-8429-772C5370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9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4" name="data_6990">
            <a:extLst xmlns:a="http://schemas.openxmlformats.org/drawingml/2006/main">
              <a:ext uri="{FF2B5EF4-FFF2-40B4-BE49-F238E27FC236}">
                <a16:creationId xmlns:a16="http://schemas.microsoft.com/office/drawing/2014/main" id="{E59FE385-8E29-46E0-AFE2-DEB470FF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8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5" name="data_6991">
            <a:extLst xmlns:a="http://schemas.openxmlformats.org/drawingml/2006/main">
              <a:ext uri="{FF2B5EF4-FFF2-40B4-BE49-F238E27FC236}">
                <a16:creationId xmlns:a16="http://schemas.microsoft.com/office/drawing/2014/main" id="{21C9D5C1-FDE5-41B3-AAE1-076CAB54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114" y="36067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6" name="data_6992">
            <a:extLst xmlns:a="http://schemas.openxmlformats.org/drawingml/2006/main">
              <a:ext uri="{FF2B5EF4-FFF2-40B4-BE49-F238E27FC236}">
                <a16:creationId xmlns:a16="http://schemas.microsoft.com/office/drawing/2014/main" id="{E919883C-AAE7-4118-9926-5E4ACC1C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53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7" name="data_6993">
            <a:extLst xmlns:a="http://schemas.openxmlformats.org/drawingml/2006/main">
              <a:ext uri="{FF2B5EF4-FFF2-40B4-BE49-F238E27FC236}">
                <a16:creationId xmlns:a16="http://schemas.microsoft.com/office/drawing/2014/main" id="{3FBA2434-8FD8-4B3E-BF87-C426B561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45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8" name="data_6994">
            <a:extLst xmlns:a="http://schemas.openxmlformats.org/drawingml/2006/main">
              <a:ext uri="{FF2B5EF4-FFF2-40B4-BE49-F238E27FC236}">
                <a16:creationId xmlns:a16="http://schemas.microsoft.com/office/drawing/2014/main" id="{4DFD23FE-1694-404B-8E38-BA443022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4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9" name="data_6995">
            <a:extLst xmlns:a="http://schemas.openxmlformats.org/drawingml/2006/main">
              <a:ext uri="{FF2B5EF4-FFF2-40B4-BE49-F238E27FC236}">
                <a16:creationId xmlns:a16="http://schemas.microsoft.com/office/drawing/2014/main" id="{389599FF-11B9-4AB1-A0AB-CB68EA42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5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0" name="data_6996">
            <a:extLst xmlns:a="http://schemas.openxmlformats.org/drawingml/2006/main">
              <a:ext uri="{FF2B5EF4-FFF2-40B4-BE49-F238E27FC236}">
                <a16:creationId xmlns:a16="http://schemas.microsoft.com/office/drawing/2014/main" id="{A25B23D4-E04C-4778-BEF4-9424F5A6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37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1" name="data_6997">
            <a:extLst xmlns:a="http://schemas.openxmlformats.org/drawingml/2006/main">
              <a:ext uri="{FF2B5EF4-FFF2-40B4-BE49-F238E27FC236}">
                <a16:creationId xmlns:a16="http://schemas.microsoft.com/office/drawing/2014/main" id="{0E01671B-5AA3-46BA-AA72-30FBA5FA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3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2" name="data_6998">
            <a:extLst xmlns:a="http://schemas.openxmlformats.org/drawingml/2006/main">
              <a:ext uri="{FF2B5EF4-FFF2-40B4-BE49-F238E27FC236}">
                <a16:creationId xmlns:a16="http://schemas.microsoft.com/office/drawing/2014/main" id="{9ACA1177-ECDC-43EB-A74D-D3CB0713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864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3" name="data_6999">
            <a:extLst xmlns:a="http://schemas.openxmlformats.org/drawingml/2006/main">
              <a:ext uri="{FF2B5EF4-FFF2-40B4-BE49-F238E27FC236}">
                <a16:creationId xmlns:a16="http://schemas.microsoft.com/office/drawing/2014/main" id="{09755116-A4B6-499E-A57C-F5DFEBE5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4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4" name="data_7000">
            <a:extLst xmlns:a="http://schemas.openxmlformats.org/drawingml/2006/main">
              <a:ext uri="{FF2B5EF4-FFF2-40B4-BE49-F238E27FC236}">
                <a16:creationId xmlns:a16="http://schemas.microsoft.com/office/drawing/2014/main" id="{77B708E6-BA9E-4494-8BE5-37585FA7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6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5" name="data_7001">
            <a:extLst xmlns:a="http://schemas.openxmlformats.org/drawingml/2006/main">
              <a:ext uri="{FF2B5EF4-FFF2-40B4-BE49-F238E27FC236}">
                <a16:creationId xmlns:a16="http://schemas.microsoft.com/office/drawing/2014/main" id="{D8CAC443-FCC2-43DD-95ED-FDD5AA6B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5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6" name="data_7002">
            <a:extLst xmlns:a="http://schemas.openxmlformats.org/drawingml/2006/main">
              <a:ext uri="{FF2B5EF4-FFF2-40B4-BE49-F238E27FC236}">
                <a16:creationId xmlns:a16="http://schemas.microsoft.com/office/drawing/2014/main" id="{4729DB3C-7810-4C65-A310-955732B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7" name="data_7003">
            <a:extLst xmlns:a="http://schemas.openxmlformats.org/drawingml/2006/main">
              <a:ext uri="{FF2B5EF4-FFF2-40B4-BE49-F238E27FC236}">
                <a16:creationId xmlns:a16="http://schemas.microsoft.com/office/drawing/2014/main" id="{D5157AA4-5C18-4EC2-9061-53B9F15F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3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8" name="data_7004">
            <a:extLst xmlns:a="http://schemas.openxmlformats.org/drawingml/2006/main">
              <a:ext uri="{FF2B5EF4-FFF2-40B4-BE49-F238E27FC236}">
                <a16:creationId xmlns:a16="http://schemas.microsoft.com/office/drawing/2014/main" id="{36A66EC0-7364-4C23-8259-5ECA2480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4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9" name="data_7005">
            <a:extLst xmlns:a="http://schemas.openxmlformats.org/drawingml/2006/main">
              <a:ext uri="{FF2B5EF4-FFF2-40B4-BE49-F238E27FC236}">
                <a16:creationId xmlns:a16="http://schemas.microsoft.com/office/drawing/2014/main" id="{AFA8E730-618B-4CE2-8EAE-621DAF50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0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0" name="data_7006">
            <a:extLst xmlns:a="http://schemas.openxmlformats.org/drawingml/2006/main">
              <a:ext uri="{FF2B5EF4-FFF2-40B4-BE49-F238E27FC236}">
                <a16:creationId xmlns:a16="http://schemas.microsoft.com/office/drawing/2014/main" id="{A5BDA9B5-4CDB-42F2-8C1F-7C3F7548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529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1" name="data_7007">
            <a:extLst xmlns:a="http://schemas.openxmlformats.org/drawingml/2006/main">
              <a:ext uri="{FF2B5EF4-FFF2-40B4-BE49-F238E27FC236}">
                <a16:creationId xmlns:a16="http://schemas.microsoft.com/office/drawing/2014/main" id="{1DFA1757-888C-4507-A977-11C90590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2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2" name="data_7008">
            <a:extLst xmlns:a="http://schemas.openxmlformats.org/drawingml/2006/main">
              <a:ext uri="{FF2B5EF4-FFF2-40B4-BE49-F238E27FC236}">
                <a16:creationId xmlns:a16="http://schemas.microsoft.com/office/drawing/2014/main" id="{8BEC6BAB-7F50-4262-BCE9-09663334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8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3" name="data_7009">
            <a:extLst xmlns:a="http://schemas.openxmlformats.org/drawingml/2006/main">
              <a:ext uri="{FF2B5EF4-FFF2-40B4-BE49-F238E27FC236}">
                <a16:creationId xmlns:a16="http://schemas.microsoft.com/office/drawing/2014/main" id="{2E09C3DB-E553-4781-8101-600187C9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4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4" name="data_7010">
            <a:extLst xmlns:a="http://schemas.openxmlformats.org/drawingml/2006/main">
              <a:ext uri="{FF2B5EF4-FFF2-40B4-BE49-F238E27FC236}">
                <a16:creationId xmlns:a16="http://schemas.microsoft.com/office/drawing/2014/main" id="{00209B6A-95A3-44D4-AF0B-7A34492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9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5" name="data_7011">
            <a:extLst xmlns:a="http://schemas.openxmlformats.org/drawingml/2006/main">
              <a:ext uri="{FF2B5EF4-FFF2-40B4-BE49-F238E27FC236}">
                <a16:creationId xmlns:a16="http://schemas.microsoft.com/office/drawing/2014/main" id="{547E33F3-DE20-409E-9243-2BACBECC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9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6" name="data_7012">
            <a:extLst xmlns:a="http://schemas.openxmlformats.org/drawingml/2006/main">
              <a:ext uri="{FF2B5EF4-FFF2-40B4-BE49-F238E27FC236}">
                <a16:creationId xmlns:a16="http://schemas.microsoft.com/office/drawing/2014/main" id="{BF7FF514-5AE0-4217-A13B-2591E49E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8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7" name="data_7013">
            <a:extLst xmlns:a="http://schemas.openxmlformats.org/drawingml/2006/main">
              <a:ext uri="{FF2B5EF4-FFF2-40B4-BE49-F238E27FC236}">
                <a16:creationId xmlns:a16="http://schemas.microsoft.com/office/drawing/2014/main" id="{2DA8574E-990F-4FA0-838E-BB50F62E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96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8" name="data_7014">
            <a:extLst xmlns:a="http://schemas.openxmlformats.org/drawingml/2006/main">
              <a:ext uri="{FF2B5EF4-FFF2-40B4-BE49-F238E27FC236}">
                <a16:creationId xmlns:a16="http://schemas.microsoft.com/office/drawing/2014/main" id="{826D593D-56E5-4755-8BD3-8E1C1587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4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9" name="data_7015">
            <a:extLst xmlns:a="http://schemas.openxmlformats.org/drawingml/2006/main">
              <a:ext uri="{FF2B5EF4-FFF2-40B4-BE49-F238E27FC236}">
                <a16:creationId xmlns:a16="http://schemas.microsoft.com/office/drawing/2014/main" id="{8AEB09B1-7D9A-475F-B99E-3728AB37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0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0" name="data_7016">
            <a:extLst xmlns:a="http://schemas.openxmlformats.org/drawingml/2006/main">
              <a:ext uri="{FF2B5EF4-FFF2-40B4-BE49-F238E27FC236}">
                <a16:creationId xmlns:a16="http://schemas.microsoft.com/office/drawing/2014/main" id="{EAFB8537-261C-426F-9616-E3C10158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2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1" name="data_7017">
            <a:extLst xmlns:a="http://schemas.openxmlformats.org/drawingml/2006/main">
              <a:ext uri="{FF2B5EF4-FFF2-40B4-BE49-F238E27FC236}">
                <a16:creationId xmlns:a16="http://schemas.microsoft.com/office/drawing/2014/main" id="{35ED83D7-404D-40DC-ABE7-51CC63FC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1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2" name="data_7018">
            <a:extLst xmlns:a="http://schemas.openxmlformats.org/drawingml/2006/main">
              <a:ext uri="{FF2B5EF4-FFF2-40B4-BE49-F238E27FC236}">
                <a16:creationId xmlns:a16="http://schemas.microsoft.com/office/drawing/2014/main" id="{2960A6DD-1306-4937-96A9-5D06A729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75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3" name="data_7019">
            <a:extLst xmlns:a="http://schemas.openxmlformats.org/drawingml/2006/main">
              <a:ext uri="{FF2B5EF4-FFF2-40B4-BE49-F238E27FC236}">
                <a16:creationId xmlns:a16="http://schemas.microsoft.com/office/drawing/2014/main" id="{A553C7E4-0F1C-4072-A4C9-CE0C5B82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23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4" name="data_7020">
            <a:extLst xmlns:a="http://schemas.openxmlformats.org/drawingml/2006/main">
              <a:ext uri="{FF2B5EF4-FFF2-40B4-BE49-F238E27FC236}">
                <a16:creationId xmlns:a16="http://schemas.microsoft.com/office/drawing/2014/main" id="{638DA25A-DD44-47D2-B0F7-5DAFB51A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86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5" name="data_7021">
            <a:extLst xmlns:a="http://schemas.openxmlformats.org/drawingml/2006/main">
              <a:ext uri="{FF2B5EF4-FFF2-40B4-BE49-F238E27FC236}">
                <a16:creationId xmlns:a16="http://schemas.microsoft.com/office/drawing/2014/main" id="{928B0AC6-D30D-4C03-911A-347F6543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67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6" name="data_7022">
            <a:extLst xmlns:a="http://schemas.openxmlformats.org/drawingml/2006/main">
              <a:ext uri="{FF2B5EF4-FFF2-40B4-BE49-F238E27FC236}">
                <a16:creationId xmlns:a16="http://schemas.microsoft.com/office/drawing/2014/main" id="{9F4672BC-4151-463D-8DC9-FE79698A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7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7" name="data_7023">
            <a:extLst xmlns:a="http://schemas.openxmlformats.org/drawingml/2006/main">
              <a:ext uri="{FF2B5EF4-FFF2-40B4-BE49-F238E27FC236}">
                <a16:creationId xmlns:a16="http://schemas.microsoft.com/office/drawing/2014/main" id="{C40CCC38-8F82-4BF3-958E-D17D243E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7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8" name="data_7024">
            <a:extLst xmlns:a="http://schemas.openxmlformats.org/drawingml/2006/main">
              <a:ext uri="{FF2B5EF4-FFF2-40B4-BE49-F238E27FC236}">
                <a16:creationId xmlns:a16="http://schemas.microsoft.com/office/drawing/2014/main" id="{AD2527F5-CD4F-41D5-A8E2-BD271578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8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9" name="data_7025">
            <a:extLst xmlns:a="http://schemas.openxmlformats.org/drawingml/2006/main">
              <a:ext uri="{FF2B5EF4-FFF2-40B4-BE49-F238E27FC236}">
                <a16:creationId xmlns:a16="http://schemas.microsoft.com/office/drawing/2014/main" id="{FAC9A97D-5D1A-4D87-A4CE-9115B12D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20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0" name="data_7026">
            <a:extLst xmlns:a="http://schemas.openxmlformats.org/drawingml/2006/main">
              <a:ext uri="{FF2B5EF4-FFF2-40B4-BE49-F238E27FC236}">
                <a16:creationId xmlns:a16="http://schemas.microsoft.com/office/drawing/2014/main" id="{7B4C7DD1-550C-46FE-969E-265D509E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1" name="data_7027">
            <a:extLst xmlns:a="http://schemas.openxmlformats.org/drawingml/2006/main">
              <a:ext uri="{FF2B5EF4-FFF2-40B4-BE49-F238E27FC236}">
                <a16:creationId xmlns:a16="http://schemas.microsoft.com/office/drawing/2014/main" id="{C230E0CB-CB46-4889-B62F-0321FC9C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9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2" name="data_7028">
            <a:extLst xmlns:a="http://schemas.openxmlformats.org/drawingml/2006/main">
              <a:ext uri="{FF2B5EF4-FFF2-40B4-BE49-F238E27FC236}">
                <a16:creationId xmlns:a16="http://schemas.microsoft.com/office/drawing/2014/main" id="{B5A0F2C4-30DB-447E-A734-51B835B0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0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3" name="data_7029">
            <a:extLst xmlns:a="http://schemas.openxmlformats.org/drawingml/2006/main">
              <a:ext uri="{FF2B5EF4-FFF2-40B4-BE49-F238E27FC236}">
                <a16:creationId xmlns:a16="http://schemas.microsoft.com/office/drawing/2014/main" id="{375672F7-CEE5-4EAE-A4D1-EA90DA76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73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4" name="data_7030">
            <a:extLst xmlns:a="http://schemas.openxmlformats.org/drawingml/2006/main">
              <a:ext uri="{FF2B5EF4-FFF2-40B4-BE49-F238E27FC236}">
                <a16:creationId xmlns:a16="http://schemas.microsoft.com/office/drawing/2014/main" id="{E83C4260-52C8-4142-9AD5-573DAB7D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7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5" name="data_7031">
            <a:extLst xmlns:a="http://schemas.openxmlformats.org/drawingml/2006/main">
              <a:ext uri="{FF2B5EF4-FFF2-40B4-BE49-F238E27FC236}">
                <a16:creationId xmlns:a16="http://schemas.microsoft.com/office/drawing/2014/main" id="{40E429EE-29B6-4585-9F7B-A18090EF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91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6" name="data_7032">
            <a:extLst xmlns:a="http://schemas.openxmlformats.org/drawingml/2006/main">
              <a:ext uri="{FF2B5EF4-FFF2-40B4-BE49-F238E27FC236}">
                <a16:creationId xmlns:a16="http://schemas.microsoft.com/office/drawing/2014/main" id="{C2B21785-6BDB-4DD4-A4D1-7385884F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8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7" name="data_7033">
            <a:extLst xmlns:a="http://schemas.openxmlformats.org/drawingml/2006/main">
              <a:ext uri="{FF2B5EF4-FFF2-40B4-BE49-F238E27FC236}">
                <a16:creationId xmlns:a16="http://schemas.microsoft.com/office/drawing/2014/main" id="{0B04F690-6135-48F1-A321-95CB01CD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8" name="data_7034">
            <a:extLst xmlns:a="http://schemas.openxmlformats.org/drawingml/2006/main">
              <a:ext uri="{FF2B5EF4-FFF2-40B4-BE49-F238E27FC236}">
                <a16:creationId xmlns:a16="http://schemas.microsoft.com/office/drawing/2014/main" id="{2FBEB8B1-34D7-495C-BF04-26953E43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557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9" name="data_7035">
            <a:extLst xmlns:a="http://schemas.openxmlformats.org/drawingml/2006/main">
              <a:ext uri="{FF2B5EF4-FFF2-40B4-BE49-F238E27FC236}">
                <a16:creationId xmlns:a16="http://schemas.microsoft.com/office/drawing/2014/main" id="{17C2F566-06B2-46B1-8722-6136BA89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7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0" name="data_7036">
            <a:extLst xmlns:a="http://schemas.openxmlformats.org/drawingml/2006/main">
              <a:ext uri="{FF2B5EF4-FFF2-40B4-BE49-F238E27FC236}">
                <a16:creationId xmlns:a16="http://schemas.microsoft.com/office/drawing/2014/main" id="{B8B59B35-39BB-4E34-B0F0-469D0355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3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1" name="data_7037">
            <a:extLst xmlns:a="http://schemas.openxmlformats.org/drawingml/2006/main">
              <a:ext uri="{FF2B5EF4-FFF2-40B4-BE49-F238E27FC236}">
                <a16:creationId xmlns:a16="http://schemas.microsoft.com/office/drawing/2014/main" id="{9C617300-B509-408A-84D2-0CC2EB01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33160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2" name="data_7038">
            <a:extLst xmlns:a="http://schemas.openxmlformats.org/drawingml/2006/main">
              <a:ext uri="{FF2B5EF4-FFF2-40B4-BE49-F238E27FC236}">
                <a16:creationId xmlns:a16="http://schemas.microsoft.com/office/drawing/2014/main" id="{3265AD53-33C3-4F66-9661-2B6B117A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2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3" name="data_7039">
            <a:extLst xmlns:a="http://schemas.openxmlformats.org/drawingml/2006/main">
              <a:ext uri="{FF2B5EF4-FFF2-40B4-BE49-F238E27FC236}">
                <a16:creationId xmlns:a16="http://schemas.microsoft.com/office/drawing/2014/main" id="{E0218C26-BBD6-4252-9852-DB102153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43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4" name="data_7040">
            <a:extLst xmlns:a="http://schemas.openxmlformats.org/drawingml/2006/main">
              <a:ext uri="{FF2B5EF4-FFF2-40B4-BE49-F238E27FC236}">
                <a16:creationId xmlns:a16="http://schemas.microsoft.com/office/drawing/2014/main" id="{9F966AB8-4538-4EB7-A001-92593532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5" name="data_7041">
            <a:extLst xmlns:a="http://schemas.openxmlformats.org/drawingml/2006/main">
              <a:ext uri="{FF2B5EF4-FFF2-40B4-BE49-F238E27FC236}">
                <a16:creationId xmlns:a16="http://schemas.microsoft.com/office/drawing/2014/main" id="{615B1845-150E-4DC5-87D4-1BEBA9B4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708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6" name="data_7042">
            <a:extLst xmlns:a="http://schemas.openxmlformats.org/drawingml/2006/main">
              <a:ext uri="{FF2B5EF4-FFF2-40B4-BE49-F238E27FC236}">
                <a16:creationId xmlns:a16="http://schemas.microsoft.com/office/drawing/2014/main" id="{B1F6C867-CFC5-41B5-A1B4-187ED7D8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976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7" name="data_7043">
            <a:extLst xmlns:a="http://schemas.openxmlformats.org/drawingml/2006/main">
              <a:ext uri="{FF2B5EF4-FFF2-40B4-BE49-F238E27FC236}">
                <a16:creationId xmlns:a16="http://schemas.microsoft.com/office/drawing/2014/main" id="{ED0D3B02-BCF2-4055-98BA-43655DFC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4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8" name="data_7044">
            <a:extLst xmlns:a="http://schemas.openxmlformats.org/drawingml/2006/main">
              <a:ext uri="{FF2B5EF4-FFF2-40B4-BE49-F238E27FC236}">
                <a16:creationId xmlns:a16="http://schemas.microsoft.com/office/drawing/2014/main" id="{B72A86E4-EC1A-4C8C-93F2-73D3DC6F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076" y="32410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9" name="data_7045">
            <a:extLst xmlns:a="http://schemas.openxmlformats.org/drawingml/2006/main">
              <a:ext uri="{FF2B5EF4-FFF2-40B4-BE49-F238E27FC236}">
                <a16:creationId xmlns:a16="http://schemas.microsoft.com/office/drawing/2014/main" id="{2D2079C1-4FF2-4924-9D7D-4191EDF3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47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0" name="data_7046">
            <a:extLst xmlns:a="http://schemas.openxmlformats.org/drawingml/2006/main">
              <a:ext uri="{FF2B5EF4-FFF2-40B4-BE49-F238E27FC236}">
                <a16:creationId xmlns:a16="http://schemas.microsoft.com/office/drawing/2014/main" id="{69BFD6CA-4B8A-48AE-807F-DFF10B24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1" name="data_7047">
            <a:extLst xmlns:a="http://schemas.openxmlformats.org/drawingml/2006/main">
              <a:ext uri="{FF2B5EF4-FFF2-40B4-BE49-F238E27FC236}">
                <a16:creationId xmlns:a16="http://schemas.microsoft.com/office/drawing/2014/main" id="{3752018C-747D-4D2B-8694-88375B4E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60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2" name="data_7048">
            <a:extLst xmlns:a="http://schemas.openxmlformats.org/drawingml/2006/main">
              <a:ext uri="{FF2B5EF4-FFF2-40B4-BE49-F238E27FC236}">
                <a16:creationId xmlns:a16="http://schemas.microsoft.com/office/drawing/2014/main" id="{2F9D79FE-4998-4B14-9AF3-5CF4A908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5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3" name="data_7049">
            <a:extLst xmlns:a="http://schemas.openxmlformats.org/drawingml/2006/main">
              <a:ext uri="{FF2B5EF4-FFF2-40B4-BE49-F238E27FC236}">
                <a16:creationId xmlns:a16="http://schemas.microsoft.com/office/drawing/2014/main" id="{0849EC79-A8C2-4485-8ABA-3FD8026C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26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4" name="data_7050">
            <a:extLst xmlns:a="http://schemas.openxmlformats.org/drawingml/2006/main">
              <a:ext uri="{FF2B5EF4-FFF2-40B4-BE49-F238E27FC236}">
                <a16:creationId xmlns:a16="http://schemas.microsoft.com/office/drawing/2014/main" id="{0F706A73-5EFB-4CE0-AA62-FD07D8F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5" name="data_7051">
            <a:extLst xmlns:a="http://schemas.openxmlformats.org/drawingml/2006/main">
              <a:ext uri="{FF2B5EF4-FFF2-40B4-BE49-F238E27FC236}">
                <a16:creationId xmlns:a16="http://schemas.microsoft.com/office/drawing/2014/main" id="{92EEFCBE-FF23-44AE-8838-AB17C21E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68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6" name="data_7052">
            <a:extLst xmlns:a="http://schemas.openxmlformats.org/drawingml/2006/main">
              <a:ext uri="{FF2B5EF4-FFF2-40B4-BE49-F238E27FC236}">
                <a16:creationId xmlns:a16="http://schemas.microsoft.com/office/drawing/2014/main" id="{CA0E47BA-CBB8-45AA-A4BA-433851A8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739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7" name="data_7053">
            <a:extLst xmlns:a="http://schemas.openxmlformats.org/drawingml/2006/main">
              <a:ext uri="{FF2B5EF4-FFF2-40B4-BE49-F238E27FC236}">
                <a16:creationId xmlns:a16="http://schemas.microsoft.com/office/drawing/2014/main" id="{CD01B776-D401-41F5-806E-CBC55CAA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1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8" name="data_7054">
            <a:extLst xmlns:a="http://schemas.openxmlformats.org/drawingml/2006/main">
              <a:ext uri="{FF2B5EF4-FFF2-40B4-BE49-F238E27FC236}">
                <a16:creationId xmlns:a16="http://schemas.microsoft.com/office/drawing/2014/main" id="{14683407-260A-4D06-9A55-107B41C8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9" name="data_7055">
            <a:extLst xmlns:a="http://schemas.openxmlformats.org/drawingml/2006/main">
              <a:ext uri="{FF2B5EF4-FFF2-40B4-BE49-F238E27FC236}">
                <a16:creationId xmlns:a16="http://schemas.microsoft.com/office/drawing/2014/main" id="{97F6E0BD-1D59-4F30-B49D-35327253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0" name="data_7056">
            <a:extLst xmlns:a="http://schemas.openxmlformats.org/drawingml/2006/main">
              <a:ext uri="{FF2B5EF4-FFF2-40B4-BE49-F238E27FC236}">
                <a16:creationId xmlns:a16="http://schemas.microsoft.com/office/drawing/2014/main" id="{654A0F5E-DE7A-4A8B-8D81-5FB065A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236" y="371706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1" name="data_7057">
            <a:extLst xmlns:a="http://schemas.openxmlformats.org/drawingml/2006/main">
              <a:ext uri="{FF2B5EF4-FFF2-40B4-BE49-F238E27FC236}">
                <a16:creationId xmlns:a16="http://schemas.microsoft.com/office/drawing/2014/main" id="{8AA9B3DC-6728-4981-B494-28507275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130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2" name="data_7058">
            <a:extLst xmlns:a="http://schemas.openxmlformats.org/drawingml/2006/main">
              <a:ext uri="{FF2B5EF4-FFF2-40B4-BE49-F238E27FC236}">
                <a16:creationId xmlns:a16="http://schemas.microsoft.com/office/drawing/2014/main" id="{0EBE38D1-2291-46DD-B01C-A3CE0DE0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26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3" name="data_7059">
            <a:extLst xmlns:a="http://schemas.openxmlformats.org/drawingml/2006/main">
              <a:ext uri="{FF2B5EF4-FFF2-40B4-BE49-F238E27FC236}">
                <a16:creationId xmlns:a16="http://schemas.microsoft.com/office/drawing/2014/main" id="{F27CAA50-885A-4ADB-A457-388B268D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01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4" name="data_7060">
            <a:extLst xmlns:a="http://schemas.openxmlformats.org/drawingml/2006/main">
              <a:ext uri="{FF2B5EF4-FFF2-40B4-BE49-F238E27FC236}">
                <a16:creationId xmlns:a16="http://schemas.microsoft.com/office/drawing/2014/main" id="{2DB9282C-999E-4460-A8CB-1B20D27F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164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5" name="data_7061">
            <a:extLst xmlns:a="http://schemas.openxmlformats.org/drawingml/2006/main">
              <a:ext uri="{FF2B5EF4-FFF2-40B4-BE49-F238E27FC236}">
                <a16:creationId xmlns:a16="http://schemas.microsoft.com/office/drawing/2014/main" id="{B96EF29E-30D0-41A2-B81B-44D97608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72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6" name="data_7062">
            <a:extLst xmlns:a="http://schemas.openxmlformats.org/drawingml/2006/main">
              <a:ext uri="{FF2B5EF4-FFF2-40B4-BE49-F238E27FC236}">
                <a16:creationId xmlns:a16="http://schemas.microsoft.com/office/drawing/2014/main" id="{9A6CDDFF-77F3-4025-9B3F-FB61CE1D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0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7" name="data_7063">
            <a:extLst xmlns:a="http://schemas.openxmlformats.org/drawingml/2006/main">
              <a:ext uri="{FF2B5EF4-FFF2-40B4-BE49-F238E27FC236}">
                <a16:creationId xmlns:a16="http://schemas.microsoft.com/office/drawing/2014/main" id="{AD374B7B-DC3C-42DD-96B8-4BB232EA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8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8" name="data_7064">
            <a:extLst xmlns:a="http://schemas.openxmlformats.org/drawingml/2006/main">
              <a:ext uri="{FF2B5EF4-FFF2-40B4-BE49-F238E27FC236}">
                <a16:creationId xmlns:a16="http://schemas.microsoft.com/office/drawing/2014/main" id="{0EEEF1C7-639E-43B6-8253-23A8191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9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9" name="data_7065">
            <a:extLst xmlns:a="http://schemas.openxmlformats.org/drawingml/2006/main">
              <a:ext uri="{FF2B5EF4-FFF2-40B4-BE49-F238E27FC236}">
                <a16:creationId xmlns:a16="http://schemas.microsoft.com/office/drawing/2014/main" id="{D61F539E-3ABA-4422-9ED7-69DBBD7B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1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0" name="data_7066">
            <a:extLst xmlns:a="http://schemas.openxmlformats.org/drawingml/2006/main">
              <a:ext uri="{FF2B5EF4-FFF2-40B4-BE49-F238E27FC236}">
                <a16:creationId xmlns:a16="http://schemas.microsoft.com/office/drawing/2014/main" id="{7132CF4F-B5A5-4E9C-AC96-42CA400A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1" name="data_7067">
            <a:extLst xmlns:a="http://schemas.openxmlformats.org/drawingml/2006/main">
              <a:ext uri="{FF2B5EF4-FFF2-40B4-BE49-F238E27FC236}">
                <a16:creationId xmlns:a16="http://schemas.microsoft.com/office/drawing/2014/main" id="{F18FF195-E632-404C-8F90-B27C56AF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1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2" name="data_7068">
            <a:extLst xmlns:a="http://schemas.openxmlformats.org/drawingml/2006/main">
              <a:ext uri="{FF2B5EF4-FFF2-40B4-BE49-F238E27FC236}">
                <a16:creationId xmlns:a16="http://schemas.microsoft.com/office/drawing/2014/main" id="{73F770E7-8113-41A5-BF98-3A127B64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16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3" name="data_7069">
            <a:extLst xmlns:a="http://schemas.openxmlformats.org/drawingml/2006/main">
              <a:ext uri="{FF2B5EF4-FFF2-40B4-BE49-F238E27FC236}">
                <a16:creationId xmlns:a16="http://schemas.microsoft.com/office/drawing/2014/main" id="{D5C09B6E-0A38-4B96-B927-38862ABA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22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4" name="data_7070">
            <a:extLst xmlns:a="http://schemas.openxmlformats.org/drawingml/2006/main">
              <a:ext uri="{FF2B5EF4-FFF2-40B4-BE49-F238E27FC236}">
                <a16:creationId xmlns:a16="http://schemas.microsoft.com/office/drawing/2014/main" id="{C76E477B-8D1E-41AF-AB46-20999820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0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5" name="data_7071">
            <a:extLst xmlns:a="http://schemas.openxmlformats.org/drawingml/2006/main">
              <a:ext uri="{FF2B5EF4-FFF2-40B4-BE49-F238E27FC236}">
                <a16:creationId xmlns:a16="http://schemas.microsoft.com/office/drawing/2014/main" id="{52605D9A-7EA9-419A-8EDA-AD35D3AD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6" name="data_7072">
            <a:extLst xmlns:a="http://schemas.openxmlformats.org/drawingml/2006/main">
              <a:ext uri="{FF2B5EF4-FFF2-40B4-BE49-F238E27FC236}">
                <a16:creationId xmlns:a16="http://schemas.microsoft.com/office/drawing/2014/main" id="{1E271A59-41FC-4F74-B61D-F108C59A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205" y="31023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7" name="data_7073">
            <a:extLst xmlns:a="http://schemas.openxmlformats.org/drawingml/2006/main">
              <a:ext uri="{FF2B5EF4-FFF2-40B4-BE49-F238E27FC236}">
                <a16:creationId xmlns:a16="http://schemas.microsoft.com/office/drawing/2014/main" id="{9D011982-9D08-4418-8A4F-28A5EA2D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80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8" name="data_7074">
            <a:extLst xmlns:a="http://schemas.openxmlformats.org/drawingml/2006/main">
              <a:ext uri="{FF2B5EF4-FFF2-40B4-BE49-F238E27FC236}">
                <a16:creationId xmlns:a16="http://schemas.microsoft.com/office/drawing/2014/main" id="{774E6D8F-6975-4839-9117-865596DD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5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9" name="data_7075">
            <a:extLst xmlns:a="http://schemas.openxmlformats.org/drawingml/2006/main">
              <a:ext uri="{FF2B5EF4-FFF2-40B4-BE49-F238E27FC236}">
                <a16:creationId xmlns:a16="http://schemas.microsoft.com/office/drawing/2014/main" id="{1336CCDD-3441-424B-A43C-DB237B0C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0" name="data_7076">
            <a:extLst xmlns:a="http://schemas.openxmlformats.org/drawingml/2006/main">
              <a:ext uri="{FF2B5EF4-FFF2-40B4-BE49-F238E27FC236}">
                <a16:creationId xmlns:a16="http://schemas.microsoft.com/office/drawing/2014/main" id="{47025CFC-59F8-4FF4-ADEE-9FF235BF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880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1" name="data_7077">
            <a:extLst xmlns:a="http://schemas.openxmlformats.org/drawingml/2006/main">
              <a:ext uri="{FF2B5EF4-FFF2-40B4-BE49-F238E27FC236}">
                <a16:creationId xmlns:a16="http://schemas.microsoft.com/office/drawing/2014/main" id="{06FAA91B-8488-4DF7-B828-4027BE72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6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2" name="data_7078">
            <a:extLst xmlns:a="http://schemas.openxmlformats.org/drawingml/2006/main">
              <a:ext uri="{FF2B5EF4-FFF2-40B4-BE49-F238E27FC236}">
                <a16:creationId xmlns:a16="http://schemas.microsoft.com/office/drawing/2014/main" id="{A8EBCCFD-48A7-4802-B27F-C695CFDF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1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3" name="data_7079">
            <a:extLst xmlns:a="http://schemas.openxmlformats.org/drawingml/2006/main">
              <a:ext uri="{FF2B5EF4-FFF2-40B4-BE49-F238E27FC236}">
                <a16:creationId xmlns:a16="http://schemas.microsoft.com/office/drawing/2014/main" id="{7081FC60-E95A-42CD-B640-442188ED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93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4" name="data_7080">
            <a:extLst xmlns:a="http://schemas.openxmlformats.org/drawingml/2006/main">
              <a:ext uri="{FF2B5EF4-FFF2-40B4-BE49-F238E27FC236}">
                <a16:creationId xmlns:a16="http://schemas.microsoft.com/office/drawing/2014/main" id="{6DF7CC13-FA2B-4D20-AF8F-731E1FF9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2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5" name="data_7081">
            <a:extLst xmlns:a="http://schemas.openxmlformats.org/drawingml/2006/main">
              <a:ext uri="{FF2B5EF4-FFF2-40B4-BE49-F238E27FC236}">
                <a16:creationId xmlns:a16="http://schemas.microsoft.com/office/drawing/2014/main" id="{21F714EE-EB37-4AE9-89C9-E591B75D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2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6" name="data_7082">
            <a:extLst xmlns:a="http://schemas.openxmlformats.org/drawingml/2006/main">
              <a:ext uri="{FF2B5EF4-FFF2-40B4-BE49-F238E27FC236}">
                <a16:creationId xmlns:a16="http://schemas.microsoft.com/office/drawing/2014/main" id="{99326E54-FEA9-4DCB-981D-D42B64C4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423" y="31033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7" name="data_7083">
            <a:extLst xmlns:a="http://schemas.openxmlformats.org/drawingml/2006/main">
              <a:ext uri="{FF2B5EF4-FFF2-40B4-BE49-F238E27FC236}">
                <a16:creationId xmlns:a16="http://schemas.microsoft.com/office/drawing/2014/main" id="{6C517C4E-4F71-47CC-B57E-0D704F1F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5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8" name="data_7084">
            <a:extLst xmlns:a="http://schemas.openxmlformats.org/drawingml/2006/main">
              <a:ext uri="{FF2B5EF4-FFF2-40B4-BE49-F238E27FC236}">
                <a16:creationId xmlns:a16="http://schemas.microsoft.com/office/drawing/2014/main" id="{D2E0D5B0-6575-4D97-BC97-640EA800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84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9" name="data_7085">
            <a:extLst xmlns:a="http://schemas.openxmlformats.org/drawingml/2006/main">
              <a:ext uri="{FF2B5EF4-FFF2-40B4-BE49-F238E27FC236}">
                <a16:creationId xmlns:a16="http://schemas.microsoft.com/office/drawing/2014/main" id="{3B8AFE51-88CF-4C44-BFED-DEDD9A21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2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0" name="data_7086">
            <a:extLst xmlns:a="http://schemas.openxmlformats.org/drawingml/2006/main">
              <a:ext uri="{FF2B5EF4-FFF2-40B4-BE49-F238E27FC236}">
                <a16:creationId xmlns:a16="http://schemas.microsoft.com/office/drawing/2014/main" id="{EBBF2410-D55D-4FEF-874D-7B271B00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1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1" name="data_7087">
            <a:extLst xmlns:a="http://schemas.openxmlformats.org/drawingml/2006/main">
              <a:ext uri="{FF2B5EF4-FFF2-40B4-BE49-F238E27FC236}">
                <a16:creationId xmlns:a16="http://schemas.microsoft.com/office/drawing/2014/main" id="{B1591174-DE91-43B6-BAE0-45089BC0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1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2" name="data_7088">
            <a:extLst xmlns:a="http://schemas.openxmlformats.org/drawingml/2006/main">
              <a:ext uri="{FF2B5EF4-FFF2-40B4-BE49-F238E27FC236}">
                <a16:creationId xmlns:a16="http://schemas.microsoft.com/office/drawing/2014/main" id="{204DB900-7658-4C82-88A2-9AC3662D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7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3" name="data_7089">
            <a:extLst xmlns:a="http://schemas.openxmlformats.org/drawingml/2006/main">
              <a:ext uri="{FF2B5EF4-FFF2-40B4-BE49-F238E27FC236}">
                <a16:creationId xmlns:a16="http://schemas.microsoft.com/office/drawing/2014/main" id="{28622060-40A5-4138-8FBC-9C8BE34D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55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4" name="data_7090">
            <a:extLst xmlns:a="http://schemas.openxmlformats.org/drawingml/2006/main">
              <a:ext uri="{FF2B5EF4-FFF2-40B4-BE49-F238E27FC236}">
                <a16:creationId xmlns:a16="http://schemas.microsoft.com/office/drawing/2014/main" id="{1A18E46E-CAE9-4833-913B-4F403A4F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7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5" name="data_7091">
            <a:extLst xmlns:a="http://schemas.openxmlformats.org/drawingml/2006/main">
              <a:ext uri="{FF2B5EF4-FFF2-40B4-BE49-F238E27FC236}">
                <a16:creationId xmlns:a16="http://schemas.microsoft.com/office/drawing/2014/main" id="{5E1D875F-481E-4D0F-9CF9-1EC1CA9C5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4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6" name="data_7092">
            <a:extLst xmlns:a="http://schemas.openxmlformats.org/drawingml/2006/main">
              <a:ext uri="{FF2B5EF4-FFF2-40B4-BE49-F238E27FC236}">
                <a16:creationId xmlns:a16="http://schemas.microsoft.com/office/drawing/2014/main" id="{B2D70835-B41E-4D8F-A22A-8BE3C584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0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7" name="data_7093">
            <a:extLst xmlns:a="http://schemas.openxmlformats.org/drawingml/2006/main">
              <a:ext uri="{FF2B5EF4-FFF2-40B4-BE49-F238E27FC236}">
                <a16:creationId xmlns:a16="http://schemas.microsoft.com/office/drawing/2014/main" id="{6BB86359-B5AB-420B-8888-C1FD2A02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4220" y="32217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8" name="data_7094">
            <a:extLst xmlns:a="http://schemas.openxmlformats.org/drawingml/2006/main">
              <a:ext uri="{FF2B5EF4-FFF2-40B4-BE49-F238E27FC236}">
                <a16:creationId xmlns:a16="http://schemas.microsoft.com/office/drawing/2014/main" id="{2509FBE7-FE58-4844-9EE6-267F31DA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33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9" name="data_7095">
            <a:extLst xmlns:a="http://schemas.openxmlformats.org/drawingml/2006/main">
              <a:ext uri="{FF2B5EF4-FFF2-40B4-BE49-F238E27FC236}">
                <a16:creationId xmlns:a16="http://schemas.microsoft.com/office/drawing/2014/main" id="{C934855E-BAB5-4EE8-96BA-3C284E9B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803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0" name="data_7096">
            <a:extLst xmlns:a="http://schemas.openxmlformats.org/drawingml/2006/main">
              <a:ext uri="{FF2B5EF4-FFF2-40B4-BE49-F238E27FC236}">
                <a16:creationId xmlns:a16="http://schemas.microsoft.com/office/drawing/2014/main" id="{B87A220D-C643-425B-93AC-8A5942E5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091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1" name="data_7097">
            <a:extLst xmlns:a="http://schemas.openxmlformats.org/drawingml/2006/main">
              <a:ext uri="{FF2B5EF4-FFF2-40B4-BE49-F238E27FC236}">
                <a16:creationId xmlns:a16="http://schemas.microsoft.com/office/drawing/2014/main" id="{4DFB63AF-858E-4DA0-AA92-7464FED6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1841" y="31625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2" name="data_7098">
            <a:extLst xmlns:a="http://schemas.openxmlformats.org/drawingml/2006/main">
              <a:ext uri="{FF2B5EF4-FFF2-40B4-BE49-F238E27FC236}">
                <a16:creationId xmlns:a16="http://schemas.microsoft.com/office/drawing/2014/main" id="{17AC50A5-0B80-4E70-AA9B-3F1BA61E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8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3" name="data_7099">
            <a:extLst xmlns:a="http://schemas.openxmlformats.org/drawingml/2006/main">
              <a:ext uri="{FF2B5EF4-FFF2-40B4-BE49-F238E27FC236}">
                <a16:creationId xmlns:a16="http://schemas.microsoft.com/office/drawing/2014/main" id="{073E2870-4307-4D57-9396-029B40A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0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4" name="data_7100">
            <a:extLst xmlns:a="http://schemas.openxmlformats.org/drawingml/2006/main">
              <a:ext uri="{FF2B5EF4-FFF2-40B4-BE49-F238E27FC236}">
                <a16:creationId xmlns:a16="http://schemas.microsoft.com/office/drawing/2014/main" id="{B5BE8A3B-5475-4B6A-8A42-E0A57CF0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86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5" name="data_7101">
            <a:extLst xmlns:a="http://schemas.openxmlformats.org/drawingml/2006/main">
              <a:ext uri="{FF2B5EF4-FFF2-40B4-BE49-F238E27FC236}">
                <a16:creationId xmlns:a16="http://schemas.microsoft.com/office/drawing/2014/main" id="{F91D3EB7-3E6B-4299-BA72-415D740C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2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6" name="data_7102">
            <a:extLst xmlns:a="http://schemas.openxmlformats.org/drawingml/2006/main">
              <a:ext uri="{FF2B5EF4-FFF2-40B4-BE49-F238E27FC236}">
                <a16:creationId xmlns:a16="http://schemas.microsoft.com/office/drawing/2014/main" id="{CF52C31A-478A-4A8C-862A-648F2962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5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7" name="data_7103">
            <a:extLst xmlns:a="http://schemas.openxmlformats.org/drawingml/2006/main">
              <a:ext uri="{FF2B5EF4-FFF2-40B4-BE49-F238E27FC236}">
                <a16:creationId xmlns:a16="http://schemas.microsoft.com/office/drawing/2014/main" id="{868AC1A3-CAA1-4168-8457-D16FB94B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31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8" name="data_7104">
            <a:extLst xmlns:a="http://schemas.openxmlformats.org/drawingml/2006/main">
              <a:ext uri="{FF2B5EF4-FFF2-40B4-BE49-F238E27FC236}">
                <a16:creationId xmlns:a16="http://schemas.microsoft.com/office/drawing/2014/main" id="{37CF68F0-8DFC-425A-9717-6DFF4A36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9" name="data_7105">
            <a:extLst xmlns:a="http://schemas.openxmlformats.org/drawingml/2006/main">
              <a:ext uri="{FF2B5EF4-FFF2-40B4-BE49-F238E27FC236}">
                <a16:creationId xmlns:a16="http://schemas.microsoft.com/office/drawing/2014/main" id="{6D0C5DBC-0743-48C3-983B-E536FFF8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7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0" name="data_7106">
            <a:extLst xmlns:a="http://schemas.openxmlformats.org/drawingml/2006/main">
              <a:ext uri="{FF2B5EF4-FFF2-40B4-BE49-F238E27FC236}">
                <a16:creationId xmlns:a16="http://schemas.microsoft.com/office/drawing/2014/main" id="{FCAEB914-21BC-434C-BF9A-121C03A8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55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1" name="data_7107">
            <a:extLst xmlns:a="http://schemas.openxmlformats.org/drawingml/2006/main">
              <a:ext uri="{FF2B5EF4-FFF2-40B4-BE49-F238E27FC236}">
                <a16:creationId xmlns:a16="http://schemas.microsoft.com/office/drawing/2014/main" id="{63B09570-F114-43DA-9AC2-542F24FC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2" name="data_7108">
            <a:extLst xmlns:a="http://schemas.openxmlformats.org/drawingml/2006/main">
              <a:ext uri="{FF2B5EF4-FFF2-40B4-BE49-F238E27FC236}">
                <a16:creationId xmlns:a16="http://schemas.microsoft.com/office/drawing/2014/main" id="{09E398DF-9F2A-41D5-870B-552AD1E4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05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3" name="data_7109">
            <a:extLst xmlns:a="http://schemas.openxmlformats.org/drawingml/2006/main">
              <a:ext uri="{FF2B5EF4-FFF2-40B4-BE49-F238E27FC236}">
                <a16:creationId xmlns:a16="http://schemas.microsoft.com/office/drawing/2014/main" id="{903D7213-C255-4CD1-8E39-A97526CE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76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4" name="data_7110">
            <a:extLst xmlns:a="http://schemas.openxmlformats.org/drawingml/2006/main">
              <a:ext uri="{FF2B5EF4-FFF2-40B4-BE49-F238E27FC236}">
                <a16:creationId xmlns:a16="http://schemas.microsoft.com/office/drawing/2014/main" id="{029F1FF6-02A5-42F8-A9CD-7B9BCA5A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5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5" name="data_7111">
            <a:extLst xmlns:a="http://schemas.openxmlformats.org/drawingml/2006/main">
              <a:ext uri="{FF2B5EF4-FFF2-40B4-BE49-F238E27FC236}">
                <a16:creationId xmlns:a16="http://schemas.microsoft.com/office/drawing/2014/main" id="{F790DDDE-8056-4D99-9A38-BE9A6ED0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6" name="data_7112">
            <a:extLst xmlns:a="http://schemas.openxmlformats.org/drawingml/2006/main">
              <a:ext uri="{FF2B5EF4-FFF2-40B4-BE49-F238E27FC236}">
                <a16:creationId xmlns:a16="http://schemas.microsoft.com/office/drawing/2014/main" id="{1C3AFBBF-6142-494E-81A4-71208741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7" name="data_7113">
            <a:extLst xmlns:a="http://schemas.openxmlformats.org/drawingml/2006/main">
              <a:ext uri="{FF2B5EF4-FFF2-40B4-BE49-F238E27FC236}">
                <a16:creationId xmlns:a16="http://schemas.microsoft.com/office/drawing/2014/main" id="{133ACD1A-43E6-4D17-B9FB-0744BF2F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894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8" name="data_7114">
            <a:extLst xmlns:a="http://schemas.openxmlformats.org/drawingml/2006/main">
              <a:ext uri="{FF2B5EF4-FFF2-40B4-BE49-F238E27FC236}">
                <a16:creationId xmlns:a16="http://schemas.microsoft.com/office/drawing/2014/main" id="{9F2C93E1-7E20-4E5E-8ACE-083561DB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9" name="data_7115">
            <a:extLst xmlns:a="http://schemas.openxmlformats.org/drawingml/2006/main">
              <a:ext uri="{FF2B5EF4-FFF2-40B4-BE49-F238E27FC236}">
                <a16:creationId xmlns:a16="http://schemas.microsoft.com/office/drawing/2014/main" id="{8C22A13E-AAA4-4E8A-BD77-E1844FE9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1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0" name="data_7116">
            <a:extLst xmlns:a="http://schemas.openxmlformats.org/drawingml/2006/main">
              <a:ext uri="{FF2B5EF4-FFF2-40B4-BE49-F238E27FC236}">
                <a16:creationId xmlns:a16="http://schemas.microsoft.com/office/drawing/2014/main" id="{2BBD1C88-A7B0-4372-A52F-D0790F1A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110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1" name="data_7117">
            <a:extLst xmlns:a="http://schemas.openxmlformats.org/drawingml/2006/main">
              <a:ext uri="{FF2B5EF4-FFF2-40B4-BE49-F238E27FC236}">
                <a16:creationId xmlns:a16="http://schemas.microsoft.com/office/drawing/2014/main" id="{3DFB8BFF-AC9B-40FD-A07C-8131EF87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3309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2" name="data_7118">
            <a:extLst xmlns:a="http://schemas.openxmlformats.org/drawingml/2006/main">
              <a:ext uri="{FF2B5EF4-FFF2-40B4-BE49-F238E27FC236}">
                <a16:creationId xmlns:a16="http://schemas.microsoft.com/office/drawing/2014/main" id="{33FABC38-558E-4518-96B3-420386B5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40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3" name="data_7119">
            <a:extLst xmlns:a="http://schemas.openxmlformats.org/drawingml/2006/main">
              <a:ext uri="{FF2B5EF4-FFF2-40B4-BE49-F238E27FC236}">
                <a16:creationId xmlns:a16="http://schemas.microsoft.com/office/drawing/2014/main" id="{2A61C188-69C9-41E4-9DD7-32259839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283" y="314204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4" name="data_7120">
            <a:extLst xmlns:a="http://schemas.openxmlformats.org/drawingml/2006/main">
              <a:ext uri="{FF2B5EF4-FFF2-40B4-BE49-F238E27FC236}">
                <a16:creationId xmlns:a16="http://schemas.microsoft.com/office/drawing/2014/main" id="{F6EBD7B3-99C5-4F05-A38A-04C9C03B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57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5" name="data_7121">
            <a:extLst xmlns:a="http://schemas.openxmlformats.org/drawingml/2006/main">
              <a:ext uri="{FF2B5EF4-FFF2-40B4-BE49-F238E27FC236}">
                <a16:creationId xmlns:a16="http://schemas.microsoft.com/office/drawing/2014/main" id="{18240611-DC64-4596-80E4-013F41D4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3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6" name="data_7122">
            <a:extLst xmlns:a="http://schemas.openxmlformats.org/drawingml/2006/main">
              <a:ext uri="{FF2B5EF4-FFF2-40B4-BE49-F238E27FC236}">
                <a16:creationId xmlns:a16="http://schemas.microsoft.com/office/drawing/2014/main" id="{CB48C7D6-5C73-4711-A537-332BB11B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7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7" name="data_7123">
            <a:extLst xmlns:a="http://schemas.openxmlformats.org/drawingml/2006/main">
              <a:ext uri="{FF2B5EF4-FFF2-40B4-BE49-F238E27FC236}">
                <a16:creationId xmlns:a16="http://schemas.microsoft.com/office/drawing/2014/main" id="{106F66E4-AE12-4D8E-BA7C-553BBCA5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8" name="data_7124">
            <a:extLst xmlns:a="http://schemas.openxmlformats.org/drawingml/2006/main">
              <a:ext uri="{FF2B5EF4-FFF2-40B4-BE49-F238E27FC236}">
                <a16:creationId xmlns:a16="http://schemas.microsoft.com/office/drawing/2014/main" id="{9BC4CF73-9AF3-4321-BB7E-EF506DA6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466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9" name="data_7125">
            <a:extLst xmlns:a="http://schemas.openxmlformats.org/drawingml/2006/main">
              <a:ext uri="{FF2B5EF4-FFF2-40B4-BE49-F238E27FC236}">
                <a16:creationId xmlns:a16="http://schemas.microsoft.com/office/drawing/2014/main" id="{240838C9-1B64-49C9-BDC0-98C2B3D4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069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0" name="data_7126">
            <a:extLst xmlns:a="http://schemas.openxmlformats.org/drawingml/2006/main">
              <a:ext uri="{FF2B5EF4-FFF2-40B4-BE49-F238E27FC236}">
                <a16:creationId xmlns:a16="http://schemas.microsoft.com/office/drawing/2014/main" id="{C3CA1C65-0B95-49FF-8362-A7CAA26E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45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1" name="data_7127">
            <a:extLst xmlns:a="http://schemas.openxmlformats.org/drawingml/2006/main">
              <a:ext uri="{FF2B5EF4-FFF2-40B4-BE49-F238E27FC236}">
                <a16:creationId xmlns:a16="http://schemas.microsoft.com/office/drawing/2014/main" id="{452A83B1-A0EF-43BC-94DA-2C5451B3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3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2" name="data_7128">
            <a:extLst xmlns:a="http://schemas.openxmlformats.org/drawingml/2006/main">
              <a:ext uri="{FF2B5EF4-FFF2-40B4-BE49-F238E27FC236}">
                <a16:creationId xmlns:a16="http://schemas.microsoft.com/office/drawing/2014/main" id="{4C391A0E-C025-49F9-B522-6FF375B7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76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3" name="data_7129">
            <a:extLst xmlns:a="http://schemas.openxmlformats.org/drawingml/2006/main">
              <a:ext uri="{FF2B5EF4-FFF2-40B4-BE49-F238E27FC236}">
                <a16:creationId xmlns:a16="http://schemas.microsoft.com/office/drawing/2014/main" id="{99C3F1B4-26BB-4A6D-9F11-82393A56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26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4" name="data_7130">
            <a:extLst xmlns:a="http://schemas.openxmlformats.org/drawingml/2006/main">
              <a:ext uri="{FF2B5EF4-FFF2-40B4-BE49-F238E27FC236}">
                <a16:creationId xmlns:a16="http://schemas.microsoft.com/office/drawing/2014/main" id="{0BCD11B9-3D38-489A-85B5-F024F01D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4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5" name="data_7131">
            <a:extLst xmlns:a="http://schemas.openxmlformats.org/drawingml/2006/main">
              <a:ext uri="{FF2B5EF4-FFF2-40B4-BE49-F238E27FC236}">
                <a16:creationId xmlns:a16="http://schemas.microsoft.com/office/drawing/2014/main" id="{9902911E-22D5-42ED-BE4B-5D2B0382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65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6" name="data_7132">
            <a:extLst xmlns:a="http://schemas.openxmlformats.org/drawingml/2006/main">
              <a:ext uri="{FF2B5EF4-FFF2-40B4-BE49-F238E27FC236}">
                <a16:creationId xmlns:a16="http://schemas.microsoft.com/office/drawing/2014/main" id="{1995D7AE-C519-4B1D-838E-EE90E1E4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624" y="34160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7" name="data_7133">
            <a:extLst xmlns:a="http://schemas.openxmlformats.org/drawingml/2006/main">
              <a:ext uri="{FF2B5EF4-FFF2-40B4-BE49-F238E27FC236}">
                <a16:creationId xmlns:a16="http://schemas.microsoft.com/office/drawing/2014/main" id="{70D33E14-863D-4659-9502-71B08AD0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2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8" name="data_7134">
            <a:extLst xmlns:a="http://schemas.openxmlformats.org/drawingml/2006/main">
              <a:ext uri="{FF2B5EF4-FFF2-40B4-BE49-F238E27FC236}">
                <a16:creationId xmlns:a16="http://schemas.microsoft.com/office/drawing/2014/main" id="{FBD6E377-BE5F-4ED3-AC8D-ED0114B7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9" name="data_7135">
            <a:extLst xmlns:a="http://schemas.openxmlformats.org/drawingml/2006/main">
              <a:ext uri="{FF2B5EF4-FFF2-40B4-BE49-F238E27FC236}">
                <a16:creationId xmlns:a16="http://schemas.microsoft.com/office/drawing/2014/main" id="{B5591056-46EC-4BF4-BB68-50B71D61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2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0" name="data_7136">
            <a:extLst xmlns:a="http://schemas.openxmlformats.org/drawingml/2006/main">
              <a:ext uri="{FF2B5EF4-FFF2-40B4-BE49-F238E27FC236}">
                <a16:creationId xmlns:a16="http://schemas.microsoft.com/office/drawing/2014/main" id="{4F52D80B-8FC3-4572-B91F-43E481D4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5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1" name="data_7137">
            <a:extLst xmlns:a="http://schemas.openxmlformats.org/drawingml/2006/main">
              <a:ext uri="{FF2B5EF4-FFF2-40B4-BE49-F238E27FC236}">
                <a16:creationId xmlns:a16="http://schemas.microsoft.com/office/drawing/2014/main" id="{1DD20844-E6E9-4AEB-A85C-7B020963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46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2" name="data_7138">
            <a:extLst xmlns:a="http://schemas.openxmlformats.org/drawingml/2006/main">
              <a:ext uri="{FF2B5EF4-FFF2-40B4-BE49-F238E27FC236}">
                <a16:creationId xmlns:a16="http://schemas.microsoft.com/office/drawing/2014/main" id="{0777A966-4A26-4BA3-99D9-3E39D381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3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3" name="data_7139">
            <a:extLst xmlns:a="http://schemas.openxmlformats.org/drawingml/2006/main">
              <a:ext uri="{FF2B5EF4-FFF2-40B4-BE49-F238E27FC236}">
                <a16:creationId xmlns:a16="http://schemas.microsoft.com/office/drawing/2014/main" id="{68D8470B-A3CF-4E1B-AC20-2C87982D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9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4" name="data_7140">
            <a:extLst xmlns:a="http://schemas.openxmlformats.org/drawingml/2006/main">
              <a:ext uri="{FF2B5EF4-FFF2-40B4-BE49-F238E27FC236}">
                <a16:creationId xmlns:a16="http://schemas.microsoft.com/office/drawing/2014/main" id="{2E8EFBC5-B663-4A01-995E-6C7CDB02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5" name="data_7141">
            <a:extLst xmlns:a="http://schemas.openxmlformats.org/drawingml/2006/main">
              <a:ext uri="{FF2B5EF4-FFF2-40B4-BE49-F238E27FC236}">
                <a16:creationId xmlns:a16="http://schemas.microsoft.com/office/drawing/2014/main" id="{D1BE9EB4-3A74-4DD1-8303-89016418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6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6" name="data_7142">
            <a:extLst xmlns:a="http://schemas.openxmlformats.org/drawingml/2006/main">
              <a:ext uri="{FF2B5EF4-FFF2-40B4-BE49-F238E27FC236}">
                <a16:creationId xmlns:a16="http://schemas.microsoft.com/office/drawing/2014/main" id="{27D1F48F-E578-487D-9149-7E4CF15E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78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7" name="data_7143">
            <a:extLst xmlns:a="http://schemas.openxmlformats.org/drawingml/2006/main">
              <a:ext uri="{FF2B5EF4-FFF2-40B4-BE49-F238E27FC236}">
                <a16:creationId xmlns:a16="http://schemas.microsoft.com/office/drawing/2014/main" id="{40D2D995-1783-428A-B7A4-2765F9D8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3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8" name="data_7144">
            <a:extLst xmlns:a="http://schemas.openxmlformats.org/drawingml/2006/main">
              <a:ext uri="{FF2B5EF4-FFF2-40B4-BE49-F238E27FC236}">
                <a16:creationId xmlns:a16="http://schemas.microsoft.com/office/drawing/2014/main" id="{ADE30917-F003-49A6-A74E-643CC09B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2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9" name="data_7145">
            <a:extLst xmlns:a="http://schemas.openxmlformats.org/drawingml/2006/main">
              <a:ext uri="{FF2B5EF4-FFF2-40B4-BE49-F238E27FC236}">
                <a16:creationId xmlns:a16="http://schemas.microsoft.com/office/drawing/2014/main" id="{562A8E01-24AE-4CBE-AD3C-3663C49D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1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0" name="data_7146">
            <a:extLst xmlns:a="http://schemas.openxmlformats.org/drawingml/2006/main">
              <a:ext uri="{FF2B5EF4-FFF2-40B4-BE49-F238E27FC236}">
                <a16:creationId xmlns:a16="http://schemas.microsoft.com/office/drawing/2014/main" id="{88FDA25C-FDBE-484C-92AF-1F4A6541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146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1" name="data_7147">
            <a:extLst xmlns:a="http://schemas.openxmlformats.org/drawingml/2006/main">
              <a:ext uri="{FF2B5EF4-FFF2-40B4-BE49-F238E27FC236}">
                <a16:creationId xmlns:a16="http://schemas.microsoft.com/office/drawing/2014/main" id="{8F67EF32-F1E6-48DD-AB7E-DDB794E9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4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2" name="data_7148">
            <a:extLst xmlns:a="http://schemas.openxmlformats.org/drawingml/2006/main">
              <a:ext uri="{FF2B5EF4-FFF2-40B4-BE49-F238E27FC236}">
                <a16:creationId xmlns:a16="http://schemas.microsoft.com/office/drawing/2014/main" id="{3B4DA4E2-3A44-47E3-A9D2-7B99DECE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95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3" name="data_7149">
            <a:extLst xmlns:a="http://schemas.openxmlformats.org/drawingml/2006/main">
              <a:ext uri="{FF2B5EF4-FFF2-40B4-BE49-F238E27FC236}">
                <a16:creationId xmlns:a16="http://schemas.microsoft.com/office/drawing/2014/main" id="{73D4DD7A-83C4-4AAA-9D9E-A62677DE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10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4" name="data_7150">
            <a:extLst xmlns:a="http://schemas.openxmlformats.org/drawingml/2006/main">
              <a:ext uri="{FF2B5EF4-FFF2-40B4-BE49-F238E27FC236}">
                <a16:creationId xmlns:a16="http://schemas.microsoft.com/office/drawing/2014/main" id="{EC08388F-0CAE-49A6-B1CF-9B9E4888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01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5" name="data_7151">
            <a:extLst xmlns:a="http://schemas.openxmlformats.org/drawingml/2006/main">
              <a:ext uri="{FF2B5EF4-FFF2-40B4-BE49-F238E27FC236}">
                <a16:creationId xmlns:a16="http://schemas.microsoft.com/office/drawing/2014/main" id="{CF7CD92B-E8C7-4997-BE50-46626FB1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862" y="30281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6" name="data_7152">
            <a:extLst xmlns:a="http://schemas.openxmlformats.org/drawingml/2006/main">
              <a:ext uri="{FF2B5EF4-FFF2-40B4-BE49-F238E27FC236}">
                <a16:creationId xmlns:a16="http://schemas.microsoft.com/office/drawing/2014/main" id="{1859A86C-1E1A-4211-A7F9-3D93AE07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0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7" name="data_7153">
            <a:extLst xmlns:a="http://schemas.openxmlformats.org/drawingml/2006/main">
              <a:ext uri="{FF2B5EF4-FFF2-40B4-BE49-F238E27FC236}">
                <a16:creationId xmlns:a16="http://schemas.microsoft.com/office/drawing/2014/main" id="{CFA4542C-D10E-458B-A5E2-A9E63488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5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8" name="data_7154">
            <a:extLst xmlns:a="http://schemas.openxmlformats.org/drawingml/2006/main">
              <a:ext uri="{FF2B5EF4-FFF2-40B4-BE49-F238E27FC236}">
                <a16:creationId xmlns:a16="http://schemas.microsoft.com/office/drawing/2014/main" id="{9CFA2AE1-C8B8-4D9F-B66B-A5C26FED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4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9" name="data_7155">
            <a:extLst xmlns:a="http://schemas.openxmlformats.org/drawingml/2006/main">
              <a:ext uri="{FF2B5EF4-FFF2-40B4-BE49-F238E27FC236}">
                <a16:creationId xmlns:a16="http://schemas.microsoft.com/office/drawing/2014/main" id="{A4B5E772-F064-4184-B69A-566957AE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1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0" name="data_7156">
            <a:extLst xmlns:a="http://schemas.openxmlformats.org/drawingml/2006/main">
              <a:ext uri="{FF2B5EF4-FFF2-40B4-BE49-F238E27FC236}">
                <a16:creationId xmlns:a16="http://schemas.microsoft.com/office/drawing/2014/main" id="{E929DE18-2C8E-4AA6-9B7E-7382D59D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4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1" name="data_7157">
            <a:extLst xmlns:a="http://schemas.openxmlformats.org/drawingml/2006/main">
              <a:ext uri="{FF2B5EF4-FFF2-40B4-BE49-F238E27FC236}">
                <a16:creationId xmlns:a16="http://schemas.microsoft.com/office/drawing/2014/main" id="{7D56EFB3-01B9-4280-86E5-C42777E0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51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2" name="data_7158">
            <a:extLst xmlns:a="http://schemas.openxmlformats.org/drawingml/2006/main">
              <a:ext uri="{FF2B5EF4-FFF2-40B4-BE49-F238E27FC236}">
                <a16:creationId xmlns:a16="http://schemas.microsoft.com/office/drawing/2014/main" id="{4813B5A6-740B-4705-982F-087A6722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7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3" name="data_7159">
            <a:extLst xmlns:a="http://schemas.openxmlformats.org/drawingml/2006/main">
              <a:ext uri="{FF2B5EF4-FFF2-40B4-BE49-F238E27FC236}">
                <a16:creationId xmlns:a16="http://schemas.microsoft.com/office/drawing/2014/main" id="{0B0F7B09-C1AE-49C7-97E9-D416EA43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81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4" name="data_7160">
            <a:extLst xmlns:a="http://schemas.openxmlformats.org/drawingml/2006/main">
              <a:ext uri="{FF2B5EF4-FFF2-40B4-BE49-F238E27FC236}">
                <a16:creationId xmlns:a16="http://schemas.microsoft.com/office/drawing/2014/main" id="{D3C3B3FF-B0ED-48E8-B1E9-A6186FC8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34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5" name="data_7161">
            <a:extLst xmlns:a="http://schemas.openxmlformats.org/drawingml/2006/main">
              <a:ext uri="{FF2B5EF4-FFF2-40B4-BE49-F238E27FC236}">
                <a16:creationId xmlns:a16="http://schemas.microsoft.com/office/drawing/2014/main" id="{94197F18-22FC-4CB6-BFDA-02BD30EB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0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6" name="data_7162">
            <a:extLst xmlns:a="http://schemas.openxmlformats.org/drawingml/2006/main">
              <a:ext uri="{FF2B5EF4-FFF2-40B4-BE49-F238E27FC236}">
                <a16:creationId xmlns:a16="http://schemas.microsoft.com/office/drawing/2014/main" id="{C32DCFF8-9B16-4915-B0C4-2DF141DC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927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7" name="data_7163">
            <a:extLst xmlns:a="http://schemas.openxmlformats.org/drawingml/2006/main">
              <a:ext uri="{FF2B5EF4-FFF2-40B4-BE49-F238E27FC236}">
                <a16:creationId xmlns:a16="http://schemas.microsoft.com/office/drawing/2014/main" id="{DD8CAB68-6B5E-43A6-ADC2-B0DDE398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225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8" name="data_7164">
            <a:extLst xmlns:a="http://schemas.openxmlformats.org/drawingml/2006/main">
              <a:ext uri="{FF2B5EF4-FFF2-40B4-BE49-F238E27FC236}">
                <a16:creationId xmlns:a16="http://schemas.microsoft.com/office/drawing/2014/main" id="{1FC9681B-794C-43EF-9EE5-EFCC79BF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48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9" name="data_7165">
            <a:extLst xmlns:a="http://schemas.openxmlformats.org/drawingml/2006/main">
              <a:ext uri="{FF2B5EF4-FFF2-40B4-BE49-F238E27FC236}">
                <a16:creationId xmlns:a16="http://schemas.microsoft.com/office/drawing/2014/main" id="{46B658DE-44BC-4107-8C75-4107B0E9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9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0" name="data_7166">
            <a:extLst xmlns:a="http://schemas.openxmlformats.org/drawingml/2006/main">
              <a:ext uri="{FF2B5EF4-FFF2-40B4-BE49-F238E27FC236}">
                <a16:creationId xmlns:a16="http://schemas.microsoft.com/office/drawing/2014/main" id="{3A087F56-5DA7-4EDF-BDFF-D1539C53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670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1" name="data_7167">
            <a:extLst xmlns:a="http://schemas.openxmlformats.org/drawingml/2006/main">
              <a:ext uri="{FF2B5EF4-FFF2-40B4-BE49-F238E27FC236}">
                <a16:creationId xmlns:a16="http://schemas.microsoft.com/office/drawing/2014/main" id="{3961A729-42B5-465C-A1C4-0F283FAB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2" name="data_7168">
            <a:extLst xmlns:a="http://schemas.openxmlformats.org/drawingml/2006/main">
              <a:ext uri="{FF2B5EF4-FFF2-40B4-BE49-F238E27FC236}">
                <a16:creationId xmlns:a16="http://schemas.microsoft.com/office/drawing/2014/main" id="{851AD4FD-BC3B-4A4C-AEC0-A76DEC50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4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3" name="data_7169">
            <a:extLst xmlns:a="http://schemas.openxmlformats.org/drawingml/2006/main">
              <a:ext uri="{FF2B5EF4-FFF2-40B4-BE49-F238E27FC236}">
                <a16:creationId xmlns:a16="http://schemas.microsoft.com/office/drawing/2014/main" id="{3D77A511-130E-4989-96E1-0526A0D7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4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4" name="data_7170">
            <a:extLst xmlns:a="http://schemas.openxmlformats.org/drawingml/2006/main">
              <a:ext uri="{FF2B5EF4-FFF2-40B4-BE49-F238E27FC236}">
                <a16:creationId xmlns:a16="http://schemas.microsoft.com/office/drawing/2014/main" id="{8BA5D88B-38BF-4653-9FA2-B190365C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162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5" name="data_7171">
            <a:extLst xmlns:a="http://schemas.openxmlformats.org/drawingml/2006/main">
              <a:ext uri="{FF2B5EF4-FFF2-40B4-BE49-F238E27FC236}">
                <a16:creationId xmlns:a16="http://schemas.microsoft.com/office/drawing/2014/main" id="{7EA58818-2F9F-47C9-907F-8C35D70F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690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6" name="data_7172">
            <a:extLst xmlns:a="http://schemas.openxmlformats.org/drawingml/2006/main">
              <a:ext uri="{FF2B5EF4-FFF2-40B4-BE49-F238E27FC236}">
                <a16:creationId xmlns:a16="http://schemas.microsoft.com/office/drawing/2014/main" id="{A4AA26FE-15A2-46E4-A00B-74F2F7C6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02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7" name="data_7173">
            <a:extLst xmlns:a="http://schemas.openxmlformats.org/drawingml/2006/main">
              <a:ext uri="{FF2B5EF4-FFF2-40B4-BE49-F238E27FC236}">
                <a16:creationId xmlns:a16="http://schemas.microsoft.com/office/drawing/2014/main" id="{53BCAE84-5033-42E2-AEB9-14388002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0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8" name="data_7174">
            <a:extLst xmlns:a="http://schemas.openxmlformats.org/drawingml/2006/main">
              <a:ext uri="{FF2B5EF4-FFF2-40B4-BE49-F238E27FC236}">
                <a16:creationId xmlns:a16="http://schemas.microsoft.com/office/drawing/2014/main" id="{D75CB201-26DB-4491-97C3-07F5562F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0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9" name="data_7175">
            <a:extLst xmlns:a="http://schemas.openxmlformats.org/drawingml/2006/main">
              <a:ext uri="{FF2B5EF4-FFF2-40B4-BE49-F238E27FC236}">
                <a16:creationId xmlns:a16="http://schemas.microsoft.com/office/drawing/2014/main" id="{45548B99-7B74-4021-A523-F45685BE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2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0" name="data_7176">
            <a:extLst xmlns:a="http://schemas.openxmlformats.org/drawingml/2006/main">
              <a:ext uri="{FF2B5EF4-FFF2-40B4-BE49-F238E27FC236}">
                <a16:creationId xmlns:a16="http://schemas.microsoft.com/office/drawing/2014/main" id="{4D0EBC34-84D9-4F45-A709-3AF6A627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9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1" name="data_7177">
            <a:extLst xmlns:a="http://schemas.openxmlformats.org/drawingml/2006/main">
              <a:ext uri="{FF2B5EF4-FFF2-40B4-BE49-F238E27FC236}">
                <a16:creationId xmlns:a16="http://schemas.microsoft.com/office/drawing/2014/main" id="{CA74656E-3CB1-4D3B-8293-653E5230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378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2" name="data_7178">
            <a:extLst xmlns:a="http://schemas.openxmlformats.org/drawingml/2006/main">
              <a:ext uri="{FF2B5EF4-FFF2-40B4-BE49-F238E27FC236}">
                <a16:creationId xmlns:a16="http://schemas.microsoft.com/office/drawing/2014/main" id="{F8331192-D1E0-4A2B-8E40-D1DF815B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93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3" name="data_7179">
            <a:extLst xmlns:a="http://schemas.openxmlformats.org/drawingml/2006/main">
              <a:ext uri="{FF2B5EF4-FFF2-40B4-BE49-F238E27FC236}">
                <a16:creationId xmlns:a16="http://schemas.microsoft.com/office/drawing/2014/main" id="{85542608-5031-4C87-8AC5-3A45154C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1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4" name="data_7180">
            <a:extLst xmlns:a="http://schemas.openxmlformats.org/drawingml/2006/main">
              <a:ext uri="{FF2B5EF4-FFF2-40B4-BE49-F238E27FC236}">
                <a16:creationId xmlns:a16="http://schemas.microsoft.com/office/drawing/2014/main" id="{F0E0A776-A24F-469D-B290-3ECB1B9E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1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5" name="data_7181">
            <a:extLst xmlns:a="http://schemas.openxmlformats.org/drawingml/2006/main">
              <a:ext uri="{FF2B5EF4-FFF2-40B4-BE49-F238E27FC236}">
                <a16:creationId xmlns:a16="http://schemas.microsoft.com/office/drawing/2014/main" id="{F1B549E6-5FDC-483D-8584-9F103CD1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2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6" name="data_7182">
            <a:extLst xmlns:a="http://schemas.openxmlformats.org/drawingml/2006/main">
              <a:ext uri="{FF2B5EF4-FFF2-40B4-BE49-F238E27FC236}">
                <a16:creationId xmlns:a16="http://schemas.microsoft.com/office/drawing/2014/main" id="{78707CB3-E5A8-42EA-BD3C-3C86012A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8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7" name="data_7183">
            <a:extLst xmlns:a="http://schemas.openxmlformats.org/drawingml/2006/main">
              <a:ext uri="{FF2B5EF4-FFF2-40B4-BE49-F238E27FC236}">
                <a16:creationId xmlns:a16="http://schemas.microsoft.com/office/drawing/2014/main" id="{498E79D1-C05D-4869-8039-F8EF1162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95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8" name="data_7184">
            <a:extLst xmlns:a="http://schemas.openxmlformats.org/drawingml/2006/main">
              <a:ext uri="{FF2B5EF4-FFF2-40B4-BE49-F238E27FC236}">
                <a16:creationId xmlns:a16="http://schemas.microsoft.com/office/drawing/2014/main" id="{84BEE0C9-923A-4848-B5F6-27B0FF22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5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9" name="data_7185">
            <a:extLst xmlns:a="http://schemas.openxmlformats.org/drawingml/2006/main">
              <a:ext uri="{FF2B5EF4-FFF2-40B4-BE49-F238E27FC236}">
                <a16:creationId xmlns:a16="http://schemas.microsoft.com/office/drawing/2014/main" id="{94ED0162-85A8-48B8-8902-0FBB2AA5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8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0" name="data_7186">
            <a:extLst xmlns:a="http://schemas.openxmlformats.org/drawingml/2006/main">
              <a:ext uri="{FF2B5EF4-FFF2-40B4-BE49-F238E27FC236}">
                <a16:creationId xmlns:a16="http://schemas.microsoft.com/office/drawing/2014/main" id="{8B3CF868-D03E-4A9C-8673-858A81CA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72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1" name="data_7187">
            <a:extLst xmlns:a="http://schemas.openxmlformats.org/drawingml/2006/main">
              <a:ext uri="{FF2B5EF4-FFF2-40B4-BE49-F238E27FC236}">
                <a16:creationId xmlns:a16="http://schemas.microsoft.com/office/drawing/2014/main" id="{28B6A9E6-86EF-4F4F-BD6A-0DC0663D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3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2" name="data_7188">
            <a:extLst xmlns:a="http://schemas.openxmlformats.org/drawingml/2006/main">
              <a:ext uri="{FF2B5EF4-FFF2-40B4-BE49-F238E27FC236}">
                <a16:creationId xmlns:a16="http://schemas.microsoft.com/office/drawing/2014/main" id="{BA588C24-2425-44DC-8F6D-1A26225E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9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3" name="data_7189">
            <a:extLst xmlns:a="http://schemas.openxmlformats.org/drawingml/2006/main">
              <a:ext uri="{FF2B5EF4-FFF2-40B4-BE49-F238E27FC236}">
                <a16:creationId xmlns:a16="http://schemas.microsoft.com/office/drawing/2014/main" id="{3EFFFE8E-D89F-49D4-B0DB-085E2B0E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4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4" name="data_7190">
            <a:extLst xmlns:a="http://schemas.openxmlformats.org/drawingml/2006/main">
              <a:ext uri="{FF2B5EF4-FFF2-40B4-BE49-F238E27FC236}">
                <a16:creationId xmlns:a16="http://schemas.microsoft.com/office/drawing/2014/main" id="{166DEFD0-01BE-4D6A-B3B1-20AE202C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4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5" name="data_7191">
            <a:extLst xmlns:a="http://schemas.openxmlformats.org/drawingml/2006/main">
              <a:ext uri="{FF2B5EF4-FFF2-40B4-BE49-F238E27FC236}">
                <a16:creationId xmlns:a16="http://schemas.microsoft.com/office/drawing/2014/main" id="{D5314E2D-EE91-41FC-B797-41A61453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6" name="data_7192">
            <a:extLst xmlns:a="http://schemas.openxmlformats.org/drawingml/2006/main">
              <a:ext uri="{FF2B5EF4-FFF2-40B4-BE49-F238E27FC236}">
                <a16:creationId xmlns:a16="http://schemas.microsoft.com/office/drawing/2014/main" id="{E0A85C94-5B0D-4B92-993A-14AB553F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2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7" name="data_7193">
            <a:extLst xmlns:a="http://schemas.openxmlformats.org/drawingml/2006/main">
              <a:ext uri="{FF2B5EF4-FFF2-40B4-BE49-F238E27FC236}">
                <a16:creationId xmlns:a16="http://schemas.microsoft.com/office/drawing/2014/main" id="{0AC8D4DC-207F-4892-9B41-7ACF4C5A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99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8" name="data_7194">
            <a:extLst xmlns:a="http://schemas.openxmlformats.org/drawingml/2006/main">
              <a:ext uri="{FF2B5EF4-FFF2-40B4-BE49-F238E27FC236}">
                <a16:creationId xmlns:a16="http://schemas.microsoft.com/office/drawing/2014/main" id="{5DFCB96A-6AB0-4F8B-ACC6-80C7AE72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5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9" name="data_7195">
            <a:extLst xmlns:a="http://schemas.openxmlformats.org/drawingml/2006/main">
              <a:ext uri="{FF2B5EF4-FFF2-40B4-BE49-F238E27FC236}">
                <a16:creationId xmlns:a16="http://schemas.microsoft.com/office/drawing/2014/main" id="{35B6845A-D836-4B1E-80DB-36511430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37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0" name="data_7196">
            <a:extLst xmlns:a="http://schemas.openxmlformats.org/drawingml/2006/main">
              <a:ext uri="{FF2B5EF4-FFF2-40B4-BE49-F238E27FC236}">
                <a16:creationId xmlns:a16="http://schemas.microsoft.com/office/drawing/2014/main" id="{87BCE1E3-4196-4CE9-97D0-BE146D06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6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1" name="data_7197">
            <a:extLst xmlns:a="http://schemas.openxmlformats.org/drawingml/2006/main">
              <a:ext uri="{FF2B5EF4-FFF2-40B4-BE49-F238E27FC236}">
                <a16:creationId xmlns:a16="http://schemas.microsoft.com/office/drawing/2014/main" id="{00B22295-6367-4F72-9226-1EAF5552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0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2" name="data_7198">
            <a:extLst xmlns:a="http://schemas.openxmlformats.org/drawingml/2006/main">
              <a:ext uri="{FF2B5EF4-FFF2-40B4-BE49-F238E27FC236}">
                <a16:creationId xmlns:a16="http://schemas.microsoft.com/office/drawing/2014/main" id="{E9E88EF0-0228-42A5-8436-EC321B8D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3843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3" name="data_7199">
            <a:extLst xmlns:a="http://schemas.openxmlformats.org/drawingml/2006/main">
              <a:ext uri="{FF2B5EF4-FFF2-40B4-BE49-F238E27FC236}">
                <a16:creationId xmlns:a16="http://schemas.microsoft.com/office/drawing/2014/main" id="{10F0BB5A-5B82-4A1A-A98B-C45143E8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3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4" name="data_7200">
            <a:extLst xmlns:a="http://schemas.openxmlformats.org/drawingml/2006/main">
              <a:ext uri="{FF2B5EF4-FFF2-40B4-BE49-F238E27FC236}">
                <a16:creationId xmlns:a16="http://schemas.microsoft.com/office/drawing/2014/main" id="{FBE925D3-3C39-4C92-899B-6FD12AF2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184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5" name="data_7201">
            <a:extLst xmlns:a="http://schemas.openxmlformats.org/drawingml/2006/main">
              <a:ext uri="{FF2B5EF4-FFF2-40B4-BE49-F238E27FC236}">
                <a16:creationId xmlns:a16="http://schemas.microsoft.com/office/drawing/2014/main" id="{EF31EB24-0EB3-4478-9BF7-A69E701E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2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6" name="data_7202">
            <a:extLst xmlns:a="http://schemas.openxmlformats.org/drawingml/2006/main">
              <a:ext uri="{FF2B5EF4-FFF2-40B4-BE49-F238E27FC236}">
                <a16:creationId xmlns:a16="http://schemas.microsoft.com/office/drawing/2014/main" id="{3570B8EF-CCA8-4EAD-9C94-E604D301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2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7" name="data_7203">
            <a:extLst xmlns:a="http://schemas.openxmlformats.org/drawingml/2006/main">
              <a:ext uri="{FF2B5EF4-FFF2-40B4-BE49-F238E27FC236}">
                <a16:creationId xmlns:a16="http://schemas.microsoft.com/office/drawing/2014/main" id="{1EACEA86-D4BC-471D-BF69-C1065E99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436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8" name="data_7204">
            <a:extLst xmlns:a="http://schemas.openxmlformats.org/drawingml/2006/main">
              <a:ext uri="{FF2B5EF4-FFF2-40B4-BE49-F238E27FC236}">
                <a16:creationId xmlns:a16="http://schemas.microsoft.com/office/drawing/2014/main" id="{D0990F34-139E-44B9-9ED8-8A1646F2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358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9" name="data_7205">
            <a:extLst xmlns:a="http://schemas.openxmlformats.org/drawingml/2006/main">
              <a:ext uri="{FF2B5EF4-FFF2-40B4-BE49-F238E27FC236}">
                <a16:creationId xmlns:a16="http://schemas.microsoft.com/office/drawing/2014/main" id="{D229AFCA-5D60-4E77-9E57-ECEC4A77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61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0" name="data_7206">
            <a:extLst xmlns:a="http://schemas.openxmlformats.org/drawingml/2006/main">
              <a:ext uri="{FF2B5EF4-FFF2-40B4-BE49-F238E27FC236}">
                <a16:creationId xmlns:a16="http://schemas.microsoft.com/office/drawing/2014/main" id="{7D165023-AC9B-4F09-BD08-71493CCC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4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1" name="data_7207">
            <a:extLst xmlns:a="http://schemas.openxmlformats.org/drawingml/2006/main">
              <a:ext uri="{FF2B5EF4-FFF2-40B4-BE49-F238E27FC236}">
                <a16:creationId xmlns:a16="http://schemas.microsoft.com/office/drawing/2014/main" id="{900919B9-6099-41C1-B4DD-7E88702C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5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2" name="data_7208">
            <a:extLst xmlns:a="http://schemas.openxmlformats.org/drawingml/2006/main">
              <a:ext uri="{FF2B5EF4-FFF2-40B4-BE49-F238E27FC236}">
                <a16:creationId xmlns:a16="http://schemas.microsoft.com/office/drawing/2014/main" id="{CF18BF82-DFBB-4228-B4BD-7E615620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24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3" name="data_7209">
            <a:extLst xmlns:a="http://schemas.openxmlformats.org/drawingml/2006/main">
              <a:ext uri="{FF2B5EF4-FFF2-40B4-BE49-F238E27FC236}">
                <a16:creationId xmlns:a16="http://schemas.microsoft.com/office/drawing/2014/main" id="{56286089-F610-452C-A93E-A588756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52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4" name="data_7210">
            <a:extLst xmlns:a="http://schemas.openxmlformats.org/drawingml/2006/main">
              <a:ext uri="{FF2B5EF4-FFF2-40B4-BE49-F238E27FC236}">
                <a16:creationId xmlns:a16="http://schemas.microsoft.com/office/drawing/2014/main" id="{78188720-BEC1-4D17-AED9-F763C749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4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5" name="data_7211">
            <a:extLst xmlns:a="http://schemas.openxmlformats.org/drawingml/2006/main">
              <a:ext uri="{FF2B5EF4-FFF2-40B4-BE49-F238E27FC236}">
                <a16:creationId xmlns:a16="http://schemas.microsoft.com/office/drawing/2014/main" id="{BEA04B5E-0608-4B8E-AA16-EBAA5419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6" name="data_7212">
            <a:extLst xmlns:a="http://schemas.openxmlformats.org/drawingml/2006/main">
              <a:ext uri="{FF2B5EF4-FFF2-40B4-BE49-F238E27FC236}">
                <a16:creationId xmlns:a16="http://schemas.microsoft.com/office/drawing/2014/main" id="{4EF81658-E3A4-4A9A-BE66-66615D27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62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7" name="data_7213">
            <a:extLst xmlns:a="http://schemas.openxmlformats.org/drawingml/2006/main">
              <a:ext uri="{FF2B5EF4-FFF2-40B4-BE49-F238E27FC236}">
                <a16:creationId xmlns:a16="http://schemas.microsoft.com/office/drawing/2014/main" id="{E2835F30-B63C-4D9D-A174-2815B741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0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8" name="data_7214">
            <a:extLst xmlns:a="http://schemas.openxmlformats.org/drawingml/2006/main">
              <a:ext uri="{FF2B5EF4-FFF2-40B4-BE49-F238E27FC236}">
                <a16:creationId xmlns:a16="http://schemas.microsoft.com/office/drawing/2014/main" id="{3425248D-1D3F-442D-A7FC-641A80EB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32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9" name="data_7215">
            <a:extLst xmlns:a="http://schemas.openxmlformats.org/drawingml/2006/main">
              <a:ext uri="{FF2B5EF4-FFF2-40B4-BE49-F238E27FC236}">
                <a16:creationId xmlns:a16="http://schemas.microsoft.com/office/drawing/2014/main" id="{2FE9A001-BE64-4BEE-B519-FEB5F4BB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86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0" name="data_7216">
            <a:extLst xmlns:a="http://schemas.openxmlformats.org/drawingml/2006/main">
              <a:ext uri="{FF2B5EF4-FFF2-40B4-BE49-F238E27FC236}">
                <a16:creationId xmlns:a16="http://schemas.microsoft.com/office/drawing/2014/main" id="{D36719A6-B15B-40E1-AF57-65104FDD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26698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1" name="data_7217">
            <a:extLst xmlns:a="http://schemas.openxmlformats.org/drawingml/2006/main">
              <a:ext uri="{FF2B5EF4-FFF2-40B4-BE49-F238E27FC236}">
                <a16:creationId xmlns:a16="http://schemas.microsoft.com/office/drawing/2014/main" id="{958C82BC-BE38-45AA-86AB-E03E2A88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7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2" name="data_7218">
            <a:extLst xmlns:a="http://schemas.openxmlformats.org/drawingml/2006/main">
              <a:ext uri="{FF2B5EF4-FFF2-40B4-BE49-F238E27FC236}">
                <a16:creationId xmlns:a16="http://schemas.microsoft.com/office/drawing/2014/main" id="{B4C540E8-2B19-46CA-8A29-8AC4B07F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9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3" name="data_7219">
            <a:extLst xmlns:a="http://schemas.openxmlformats.org/drawingml/2006/main">
              <a:ext uri="{FF2B5EF4-FFF2-40B4-BE49-F238E27FC236}">
                <a16:creationId xmlns:a16="http://schemas.microsoft.com/office/drawing/2014/main" id="{E223F32F-CF45-40B4-BF4E-B4FA8795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3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4" name="data_7220">
            <a:extLst xmlns:a="http://schemas.openxmlformats.org/drawingml/2006/main">
              <a:ext uri="{FF2B5EF4-FFF2-40B4-BE49-F238E27FC236}">
                <a16:creationId xmlns:a16="http://schemas.microsoft.com/office/drawing/2014/main" id="{2049A867-882E-43FB-8905-9375F98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85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5" name="data_7221">
            <a:extLst xmlns:a="http://schemas.openxmlformats.org/drawingml/2006/main">
              <a:ext uri="{FF2B5EF4-FFF2-40B4-BE49-F238E27FC236}">
                <a16:creationId xmlns:a16="http://schemas.microsoft.com/office/drawing/2014/main" id="{E6240717-A0E7-4432-B19F-C4708B60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90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6" name="data_7222">
            <a:extLst xmlns:a="http://schemas.openxmlformats.org/drawingml/2006/main">
              <a:ext uri="{FF2B5EF4-FFF2-40B4-BE49-F238E27FC236}">
                <a16:creationId xmlns:a16="http://schemas.microsoft.com/office/drawing/2014/main" id="{3698E443-BDF8-4379-9AC0-E409CBC2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9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7" name="data_7223">
            <a:extLst xmlns:a="http://schemas.openxmlformats.org/drawingml/2006/main">
              <a:ext uri="{FF2B5EF4-FFF2-40B4-BE49-F238E27FC236}">
                <a16:creationId xmlns:a16="http://schemas.microsoft.com/office/drawing/2014/main" id="{A46B781C-8A96-4E17-A075-F264BAD2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590" y="29320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8" name="data_7224">
            <a:extLst xmlns:a="http://schemas.openxmlformats.org/drawingml/2006/main">
              <a:ext uri="{FF2B5EF4-FFF2-40B4-BE49-F238E27FC236}">
                <a16:creationId xmlns:a16="http://schemas.microsoft.com/office/drawing/2014/main" id="{8C2432C2-7697-4DD7-9DB8-CB5EC7CB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62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9" name="data_7225">
            <a:extLst xmlns:a="http://schemas.openxmlformats.org/drawingml/2006/main">
              <a:ext uri="{FF2B5EF4-FFF2-40B4-BE49-F238E27FC236}">
                <a16:creationId xmlns:a16="http://schemas.microsoft.com/office/drawing/2014/main" id="{CD31A9AE-91E4-422C-ADF5-2A5916D8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0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0" name="data_7226">
            <a:extLst xmlns:a="http://schemas.openxmlformats.org/drawingml/2006/main">
              <a:ext uri="{FF2B5EF4-FFF2-40B4-BE49-F238E27FC236}">
                <a16:creationId xmlns:a16="http://schemas.microsoft.com/office/drawing/2014/main" id="{B6F36F24-AAAF-4170-8C33-DC9B7587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114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1" name="data_7227">
            <a:extLst xmlns:a="http://schemas.openxmlformats.org/drawingml/2006/main">
              <a:ext uri="{FF2B5EF4-FFF2-40B4-BE49-F238E27FC236}">
                <a16:creationId xmlns:a16="http://schemas.microsoft.com/office/drawing/2014/main" id="{4A4FAB6A-05E3-4025-97E4-B757D76C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60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2" name="data_7228">
            <a:extLst xmlns:a="http://schemas.openxmlformats.org/drawingml/2006/main">
              <a:ext uri="{FF2B5EF4-FFF2-40B4-BE49-F238E27FC236}">
                <a16:creationId xmlns:a16="http://schemas.microsoft.com/office/drawing/2014/main" id="{AE2C4935-3680-4861-A5EB-AE248C17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7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3" name="data_7229">
            <a:extLst xmlns:a="http://schemas.openxmlformats.org/drawingml/2006/main">
              <a:ext uri="{FF2B5EF4-FFF2-40B4-BE49-F238E27FC236}">
                <a16:creationId xmlns:a16="http://schemas.microsoft.com/office/drawing/2014/main" id="{FA231BAA-DFCB-47ED-BEED-E8F05629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3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4" name="data_7230">
            <a:extLst xmlns:a="http://schemas.openxmlformats.org/drawingml/2006/main">
              <a:ext uri="{FF2B5EF4-FFF2-40B4-BE49-F238E27FC236}">
                <a16:creationId xmlns:a16="http://schemas.microsoft.com/office/drawing/2014/main" id="{016D6A62-5AD2-4F56-BD2F-45963602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19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5" name="data_7231">
            <a:extLst xmlns:a="http://schemas.openxmlformats.org/drawingml/2006/main">
              <a:ext uri="{FF2B5EF4-FFF2-40B4-BE49-F238E27FC236}">
                <a16:creationId xmlns:a16="http://schemas.microsoft.com/office/drawing/2014/main" id="{07F39A8D-D48E-4973-86B8-00F4B1F0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253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6" name="data_7232">
            <a:extLst xmlns:a="http://schemas.openxmlformats.org/drawingml/2006/main">
              <a:ext uri="{FF2B5EF4-FFF2-40B4-BE49-F238E27FC236}">
                <a16:creationId xmlns:a16="http://schemas.microsoft.com/office/drawing/2014/main" id="{EED3D28E-4C4D-47A6-BC0D-7DECD3FC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6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7" name="data_7233">
            <a:extLst xmlns:a="http://schemas.openxmlformats.org/drawingml/2006/main">
              <a:ext uri="{FF2B5EF4-FFF2-40B4-BE49-F238E27FC236}">
                <a16:creationId xmlns:a16="http://schemas.microsoft.com/office/drawing/2014/main" id="{B604A89A-3FB8-4897-AB0E-4DA5E19C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8" name="data_7234">
            <a:extLst xmlns:a="http://schemas.openxmlformats.org/drawingml/2006/main">
              <a:ext uri="{FF2B5EF4-FFF2-40B4-BE49-F238E27FC236}">
                <a16:creationId xmlns:a16="http://schemas.microsoft.com/office/drawing/2014/main" id="{B2625AD7-A810-48C3-8D3A-2EF2BA50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62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9" name="data_7235">
            <a:extLst xmlns:a="http://schemas.openxmlformats.org/drawingml/2006/main">
              <a:ext uri="{FF2B5EF4-FFF2-40B4-BE49-F238E27FC236}">
                <a16:creationId xmlns:a16="http://schemas.microsoft.com/office/drawing/2014/main" id="{93B8B2D1-B488-4DC2-A991-0994A229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750" y="36557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0" name="data_7236">
            <a:extLst xmlns:a="http://schemas.openxmlformats.org/drawingml/2006/main">
              <a:ext uri="{FF2B5EF4-FFF2-40B4-BE49-F238E27FC236}">
                <a16:creationId xmlns:a16="http://schemas.microsoft.com/office/drawing/2014/main" id="{BA97BC30-7252-4258-BD12-AF727C24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644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1" name="data_7237">
            <a:extLst xmlns:a="http://schemas.openxmlformats.org/drawingml/2006/main">
              <a:ext uri="{FF2B5EF4-FFF2-40B4-BE49-F238E27FC236}">
                <a16:creationId xmlns:a16="http://schemas.microsoft.com/office/drawing/2014/main" id="{17D653B2-FFAA-4D30-A713-6E62CADF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77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2" name="data_7238">
            <a:extLst xmlns:a="http://schemas.openxmlformats.org/drawingml/2006/main">
              <a:ext uri="{FF2B5EF4-FFF2-40B4-BE49-F238E27FC236}">
                <a16:creationId xmlns:a16="http://schemas.microsoft.com/office/drawing/2014/main" id="{66A9EBE6-3D82-4265-BC03-130E6342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6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3" name="data_7239">
            <a:extLst xmlns:a="http://schemas.openxmlformats.org/drawingml/2006/main">
              <a:ext uri="{FF2B5EF4-FFF2-40B4-BE49-F238E27FC236}">
                <a16:creationId xmlns:a16="http://schemas.microsoft.com/office/drawing/2014/main" id="{091E96C6-6E0E-4640-882B-A05DF001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162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4" name="data_7240">
            <a:extLst xmlns:a="http://schemas.openxmlformats.org/drawingml/2006/main">
              <a:ext uri="{FF2B5EF4-FFF2-40B4-BE49-F238E27FC236}">
                <a16:creationId xmlns:a16="http://schemas.microsoft.com/office/drawing/2014/main" id="{D5D2D444-8B6A-4EC3-AA99-495B3222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241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5" name="data_7241">
            <a:extLst xmlns:a="http://schemas.openxmlformats.org/drawingml/2006/main">
              <a:ext uri="{FF2B5EF4-FFF2-40B4-BE49-F238E27FC236}">
                <a16:creationId xmlns:a16="http://schemas.microsoft.com/office/drawing/2014/main" id="{5CFC2B0C-1574-412E-9A18-4B1C3DE0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5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6" name="data_7242">
            <a:extLst xmlns:a="http://schemas.openxmlformats.org/drawingml/2006/main">
              <a:ext uri="{FF2B5EF4-FFF2-40B4-BE49-F238E27FC236}">
                <a16:creationId xmlns:a16="http://schemas.microsoft.com/office/drawing/2014/main" id="{54112659-862A-499D-A36C-FD73CFDA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43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7" name="data_7243">
            <a:extLst xmlns:a="http://schemas.openxmlformats.org/drawingml/2006/main">
              <a:ext uri="{FF2B5EF4-FFF2-40B4-BE49-F238E27FC236}">
                <a16:creationId xmlns:a16="http://schemas.microsoft.com/office/drawing/2014/main" id="{6480C5E7-E46B-471E-B278-3C1A0C98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4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8" name="data_7244">
            <a:extLst xmlns:a="http://schemas.openxmlformats.org/drawingml/2006/main">
              <a:ext uri="{FF2B5EF4-FFF2-40B4-BE49-F238E27FC236}">
                <a16:creationId xmlns:a16="http://schemas.microsoft.com/office/drawing/2014/main" id="{5C919A0A-91E1-4EF9-9BC6-3D6DB85D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6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9" name="data_7245">
            <a:extLst xmlns:a="http://schemas.openxmlformats.org/drawingml/2006/main">
              <a:ext uri="{FF2B5EF4-FFF2-40B4-BE49-F238E27FC236}">
                <a16:creationId xmlns:a16="http://schemas.microsoft.com/office/drawing/2014/main" id="{D9615EE1-2A23-4B36-8AC1-042682B9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0" name="data_7246">
            <a:extLst xmlns:a="http://schemas.openxmlformats.org/drawingml/2006/main">
              <a:ext uri="{FF2B5EF4-FFF2-40B4-BE49-F238E27FC236}">
                <a16:creationId xmlns:a16="http://schemas.microsoft.com/office/drawing/2014/main" id="{247FADA1-290C-4D5E-A7F1-EAF8EBAC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6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1" name="data_7247">
            <a:extLst xmlns:a="http://schemas.openxmlformats.org/drawingml/2006/main">
              <a:ext uri="{FF2B5EF4-FFF2-40B4-BE49-F238E27FC236}">
                <a16:creationId xmlns:a16="http://schemas.microsoft.com/office/drawing/2014/main" id="{E6C9DEB2-B6CE-4B21-AF5E-06101B88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67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2" name="data_7248">
            <a:extLst xmlns:a="http://schemas.openxmlformats.org/drawingml/2006/main">
              <a:ext uri="{FF2B5EF4-FFF2-40B4-BE49-F238E27FC236}">
                <a16:creationId xmlns:a16="http://schemas.microsoft.com/office/drawing/2014/main" id="{28912109-C6B6-4EED-825C-E5B3A044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7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3" name="data_7249">
            <a:extLst xmlns:a="http://schemas.openxmlformats.org/drawingml/2006/main">
              <a:ext uri="{FF2B5EF4-FFF2-40B4-BE49-F238E27FC236}">
                <a16:creationId xmlns:a16="http://schemas.microsoft.com/office/drawing/2014/main" id="{88BE2EB5-65E0-4534-9369-1F4D5750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557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4" name="data_7250">
            <a:extLst xmlns:a="http://schemas.openxmlformats.org/drawingml/2006/main">
              <a:ext uri="{FF2B5EF4-FFF2-40B4-BE49-F238E27FC236}">
                <a16:creationId xmlns:a16="http://schemas.microsoft.com/office/drawing/2014/main" id="{DA70DB23-FE5F-41C0-B716-599C0803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5" name="data_7251">
            <a:extLst xmlns:a="http://schemas.openxmlformats.org/drawingml/2006/main">
              <a:ext uri="{FF2B5EF4-FFF2-40B4-BE49-F238E27FC236}">
                <a16:creationId xmlns:a16="http://schemas.microsoft.com/office/drawing/2014/main" id="{9B00202A-A8E6-4BA2-B979-F478AA2C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719" y="25673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6" name="data_7252">
            <a:extLst xmlns:a="http://schemas.openxmlformats.org/drawingml/2006/main">
              <a:ext uri="{FF2B5EF4-FFF2-40B4-BE49-F238E27FC236}">
                <a16:creationId xmlns:a16="http://schemas.microsoft.com/office/drawing/2014/main" id="{1604BB39-CD55-4B5B-BABE-FCCF534D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322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7" name="data_7253">
            <a:extLst xmlns:a="http://schemas.openxmlformats.org/drawingml/2006/main">
              <a:ext uri="{FF2B5EF4-FFF2-40B4-BE49-F238E27FC236}">
                <a16:creationId xmlns:a16="http://schemas.microsoft.com/office/drawing/2014/main" id="{F1F4DFE5-73FB-4DA0-8157-08959244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8" name="data_7254">
            <a:extLst xmlns:a="http://schemas.openxmlformats.org/drawingml/2006/main">
              <a:ext uri="{FF2B5EF4-FFF2-40B4-BE49-F238E27FC236}">
                <a16:creationId xmlns:a16="http://schemas.microsoft.com/office/drawing/2014/main" id="{8FAC06B7-C220-4755-98A1-0C21DF45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9" name="data_7255">
            <a:extLst xmlns:a="http://schemas.openxmlformats.org/drawingml/2006/main">
              <a:ext uri="{FF2B5EF4-FFF2-40B4-BE49-F238E27FC236}">
                <a16:creationId xmlns:a16="http://schemas.microsoft.com/office/drawing/2014/main" id="{DAA34732-261F-4EB7-B6EC-591E6087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7394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0" name="data_7256">
            <a:extLst xmlns:a="http://schemas.openxmlformats.org/drawingml/2006/main">
              <a:ext uri="{FF2B5EF4-FFF2-40B4-BE49-F238E27FC236}">
                <a16:creationId xmlns:a16="http://schemas.microsoft.com/office/drawing/2014/main" id="{7C7BB897-F041-42D7-837F-29386A32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41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1" name="data_7257">
            <a:extLst xmlns:a="http://schemas.openxmlformats.org/drawingml/2006/main">
              <a:ext uri="{FF2B5EF4-FFF2-40B4-BE49-F238E27FC236}">
                <a16:creationId xmlns:a16="http://schemas.microsoft.com/office/drawing/2014/main" id="{767DDFAC-DA33-4ED6-BF4B-D644DE98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06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2" name="data_7258">
            <a:extLst xmlns:a="http://schemas.openxmlformats.org/drawingml/2006/main">
              <a:ext uri="{FF2B5EF4-FFF2-40B4-BE49-F238E27FC236}">
                <a16:creationId xmlns:a16="http://schemas.microsoft.com/office/drawing/2014/main" id="{71ADA14C-17BD-4F6D-B856-3E05C9C0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9446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3" name="data_7259">
            <a:extLst xmlns:a="http://schemas.openxmlformats.org/drawingml/2006/main">
              <a:ext uri="{FF2B5EF4-FFF2-40B4-BE49-F238E27FC236}">
                <a16:creationId xmlns:a16="http://schemas.microsoft.com/office/drawing/2014/main" id="{1C31F933-BD34-4D10-A2F5-CB39B165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47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4" name="data_7260">
            <a:extLst xmlns:a="http://schemas.openxmlformats.org/drawingml/2006/main">
              <a:ext uri="{FF2B5EF4-FFF2-40B4-BE49-F238E27FC236}">
                <a16:creationId xmlns:a16="http://schemas.microsoft.com/office/drawing/2014/main" id="{BB93C3A7-F318-4EC8-8699-29AA40A7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760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5" name="data_7261">
            <a:extLst xmlns:a="http://schemas.openxmlformats.org/drawingml/2006/main">
              <a:ext uri="{FF2B5EF4-FFF2-40B4-BE49-F238E27FC236}">
                <a16:creationId xmlns:a16="http://schemas.microsoft.com/office/drawing/2014/main" id="{BE0FFBDA-A38C-41C2-AF56-B9A83968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93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6" name="data_7262">
            <a:extLst xmlns:a="http://schemas.openxmlformats.org/drawingml/2006/main">
              <a:ext uri="{FF2B5EF4-FFF2-40B4-BE49-F238E27FC236}">
                <a16:creationId xmlns:a16="http://schemas.microsoft.com/office/drawing/2014/main" id="{21B849D9-E8CC-42BF-9D6B-F37CEB28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0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7" name="data_7263">
            <a:extLst xmlns:a="http://schemas.openxmlformats.org/drawingml/2006/main">
              <a:ext uri="{FF2B5EF4-FFF2-40B4-BE49-F238E27FC236}">
                <a16:creationId xmlns:a16="http://schemas.microsoft.com/office/drawing/2014/main" id="{BC422247-34D0-48A8-8051-FE29A058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96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8" name="data_7264">
            <a:extLst xmlns:a="http://schemas.openxmlformats.org/drawingml/2006/main">
              <a:ext uri="{FF2B5EF4-FFF2-40B4-BE49-F238E27FC236}">
                <a16:creationId xmlns:a16="http://schemas.microsoft.com/office/drawing/2014/main" id="{61EC35E6-AE41-4228-9C12-F6118090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17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9" name="data_7265">
            <a:extLst xmlns:a="http://schemas.openxmlformats.org/drawingml/2006/main">
              <a:ext uri="{FF2B5EF4-FFF2-40B4-BE49-F238E27FC236}">
                <a16:creationId xmlns:a16="http://schemas.microsoft.com/office/drawing/2014/main" id="{3E3E10F5-77E6-42F2-9787-537E402E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7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0" name="data_7266">
            <a:extLst xmlns:a="http://schemas.openxmlformats.org/drawingml/2006/main">
              <a:ext uri="{FF2B5EF4-FFF2-40B4-BE49-F238E27FC236}">
                <a16:creationId xmlns:a16="http://schemas.microsoft.com/office/drawing/2014/main" id="{50884C8D-F06A-4526-AD1C-198D2308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68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1" name="data_7267">
            <a:extLst xmlns:a="http://schemas.openxmlformats.org/drawingml/2006/main">
              <a:ext uri="{FF2B5EF4-FFF2-40B4-BE49-F238E27FC236}">
                <a16:creationId xmlns:a16="http://schemas.microsoft.com/office/drawing/2014/main" id="{74CF3E7E-5739-4A55-9F38-6238722C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23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2" name="data_7268">
            <a:extLst xmlns:a="http://schemas.openxmlformats.org/drawingml/2006/main">
              <a:ext uri="{FF2B5EF4-FFF2-40B4-BE49-F238E27FC236}">
                <a16:creationId xmlns:a16="http://schemas.microsoft.com/office/drawing/2014/main" id="{B6CAF63F-90D3-46B0-AD08-6EB93A64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70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3" name="data_7269">
            <a:extLst xmlns:a="http://schemas.openxmlformats.org/drawingml/2006/main">
              <a:ext uri="{FF2B5EF4-FFF2-40B4-BE49-F238E27FC236}">
                <a16:creationId xmlns:a16="http://schemas.microsoft.com/office/drawing/2014/main" id="{6B3657DA-61DF-4894-9B95-269928D9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3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4" name="data_7270">
            <a:extLst xmlns:a="http://schemas.openxmlformats.org/drawingml/2006/main">
              <a:ext uri="{FF2B5EF4-FFF2-40B4-BE49-F238E27FC236}">
                <a16:creationId xmlns:a16="http://schemas.microsoft.com/office/drawing/2014/main" id="{B68F6FD6-AF41-4F18-9345-37C2A691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39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5" name="data_7271">
            <a:extLst xmlns:a="http://schemas.openxmlformats.org/drawingml/2006/main">
              <a:ext uri="{FF2B5EF4-FFF2-40B4-BE49-F238E27FC236}">
                <a16:creationId xmlns:a16="http://schemas.microsoft.com/office/drawing/2014/main" id="{BFAD4D0C-C727-4EED-8F92-22D0BE4A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5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6" name="data_7272">
            <a:extLst xmlns:a="http://schemas.openxmlformats.org/drawingml/2006/main">
              <a:ext uri="{FF2B5EF4-FFF2-40B4-BE49-F238E27FC236}">
                <a16:creationId xmlns:a16="http://schemas.microsoft.com/office/drawing/2014/main" id="{F48767DD-214A-4D8C-A21B-4E86B4FB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573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7" name="data_7273">
            <a:extLst xmlns:a="http://schemas.openxmlformats.org/drawingml/2006/main">
              <a:ext uri="{FF2B5EF4-FFF2-40B4-BE49-F238E27FC236}">
                <a16:creationId xmlns:a16="http://schemas.microsoft.com/office/drawing/2014/main" id="{186F45F3-A7B8-4258-8DE3-CCE6247F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850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8" name="data_7274">
            <a:extLst xmlns:a="http://schemas.openxmlformats.org/drawingml/2006/main">
              <a:ext uri="{FF2B5EF4-FFF2-40B4-BE49-F238E27FC236}">
                <a16:creationId xmlns:a16="http://schemas.microsoft.com/office/drawing/2014/main" id="{3831F9BE-B753-4BA2-A0CA-80A12211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317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9" name="data_7275">
            <a:extLst xmlns:a="http://schemas.openxmlformats.org/drawingml/2006/main">
              <a:ext uri="{FF2B5EF4-FFF2-40B4-BE49-F238E27FC236}">
                <a16:creationId xmlns:a16="http://schemas.microsoft.com/office/drawing/2014/main" id="{4367AD93-DB7C-43DE-A3CF-B1DC5485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60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0" name="data_7276">
            <a:extLst xmlns:a="http://schemas.openxmlformats.org/drawingml/2006/main">
              <a:ext uri="{FF2B5EF4-FFF2-40B4-BE49-F238E27FC236}">
                <a16:creationId xmlns:a16="http://schemas.microsoft.com/office/drawing/2014/main" id="{0F968B45-0797-4614-9D94-B6564D3E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3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1" name="data_7277">
            <a:extLst xmlns:a="http://schemas.openxmlformats.org/drawingml/2006/main">
              <a:ext uri="{FF2B5EF4-FFF2-40B4-BE49-F238E27FC236}">
                <a16:creationId xmlns:a16="http://schemas.microsoft.com/office/drawing/2014/main" id="{60C22F16-E978-4664-92A0-1A538D4A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3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2" name="data_7278">
            <a:extLst xmlns:a="http://schemas.openxmlformats.org/drawingml/2006/main">
              <a:ext uri="{FF2B5EF4-FFF2-40B4-BE49-F238E27FC236}">
                <a16:creationId xmlns:a16="http://schemas.microsoft.com/office/drawing/2014/main" id="{FD35B5C7-512B-4C77-AD19-85930D8B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35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3" name="data_7279">
            <a:extLst xmlns:a="http://schemas.openxmlformats.org/drawingml/2006/main">
              <a:ext uri="{FF2B5EF4-FFF2-40B4-BE49-F238E27FC236}">
                <a16:creationId xmlns:a16="http://schemas.microsoft.com/office/drawing/2014/main" id="{E4CCDBFF-A62A-4BCB-8FC2-B2553B6E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3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4" name="data_7280">
            <a:extLst xmlns:a="http://schemas.openxmlformats.org/drawingml/2006/main">
              <a:ext uri="{FF2B5EF4-FFF2-40B4-BE49-F238E27FC236}">
                <a16:creationId xmlns:a16="http://schemas.microsoft.com/office/drawing/2014/main" id="{4192F302-7DB2-4CF0-99A8-F63AE9A7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72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5" name="data_7281">
            <a:extLst xmlns:a="http://schemas.openxmlformats.org/drawingml/2006/main">
              <a:ext uri="{FF2B5EF4-FFF2-40B4-BE49-F238E27FC236}">
                <a16:creationId xmlns:a16="http://schemas.microsoft.com/office/drawing/2014/main" id="{EC70C938-657A-4407-89C8-F6A44847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50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6" name="data_7282">
            <a:extLst xmlns:a="http://schemas.openxmlformats.org/drawingml/2006/main">
              <a:ext uri="{FF2B5EF4-FFF2-40B4-BE49-F238E27FC236}">
                <a16:creationId xmlns:a16="http://schemas.microsoft.com/office/drawing/2014/main" id="{9C470227-9A36-4B42-A2C8-181A8390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46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7" name="data_7283">
            <a:extLst xmlns:a="http://schemas.openxmlformats.org/drawingml/2006/main">
              <a:ext uri="{FF2B5EF4-FFF2-40B4-BE49-F238E27FC236}">
                <a16:creationId xmlns:a16="http://schemas.microsoft.com/office/drawing/2014/main" id="{A3DA5B1A-5B0B-4019-B2A1-A5785E64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8" name="data_7284">
            <a:extLst xmlns:a="http://schemas.openxmlformats.org/drawingml/2006/main">
              <a:ext uri="{FF2B5EF4-FFF2-40B4-BE49-F238E27FC236}">
                <a16:creationId xmlns:a16="http://schemas.microsoft.com/office/drawing/2014/main" id="{985F5329-EEDB-492E-89E6-FD6825E8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2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9" name="data_7285">
            <a:extLst xmlns:a="http://schemas.openxmlformats.org/drawingml/2006/main">
              <a:ext uri="{FF2B5EF4-FFF2-40B4-BE49-F238E27FC236}">
                <a16:creationId xmlns:a16="http://schemas.microsoft.com/office/drawing/2014/main" id="{EF3E35B6-3875-44B7-AC0A-E9E9271B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71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0" name="data_7286">
            <a:extLst xmlns:a="http://schemas.openxmlformats.org/drawingml/2006/main">
              <a:ext uri="{FF2B5EF4-FFF2-40B4-BE49-F238E27FC236}">
                <a16:creationId xmlns:a16="http://schemas.microsoft.com/office/drawing/2014/main" id="{E3A08698-DFBD-414A-891D-B2C7D826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1" name="data_7287">
            <a:extLst xmlns:a="http://schemas.openxmlformats.org/drawingml/2006/main">
              <a:ext uri="{FF2B5EF4-FFF2-40B4-BE49-F238E27FC236}">
                <a16:creationId xmlns:a16="http://schemas.microsoft.com/office/drawing/2014/main" id="{CFC045FB-68A9-44D5-A2FB-2FD8C9BA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0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2" name="data_7288">
            <a:extLst xmlns:a="http://schemas.openxmlformats.org/drawingml/2006/main">
              <a:ext uri="{FF2B5EF4-FFF2-40B4-BE49-F238E27FC236}">
                <a16:creationId xmlns:a16="http://schemas.microsoft.com/office/drawing/2014/main" id="{D02ACCE4-E87F-4C98-B782-05EF8739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275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3" name="data_7289">
            <a:extLst xmlns:a="http://schemas.openxmlformats.org/drawingml/2006/main">
              <a:ext uri="{FF2B5EF4-FFF2-40B4-BE49-F238E27FC236}">
                <a16:creationId xmlns:a16="http://schemas.microsoft.com/office/drawing/2014/main" id="{104EB580-5544-4E73-811E-219C11E9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1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4" name="data_7290">
            <a:extLst xmlns:a="http://schemas.openxmlformats.org/drawingml/2006/main">
              <a:ext uri="{FF2B5EF4-FFF2-40B4-BE49-F238E27FC236}">
                <a16:creationId xmlns:a16="http://schemas.microsoft.com/office/drawing/2014/main" id="{41979592-8D21-4A93-BE16-842E4858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5" name="data_7291">
            <a:extLst xmlns:a="http://schemas.openxmlformats.org/drawingml/2006/main">
              <a:ext uri="{FF2B5EF4-FFF2-40B4-BE49-F238E27FC236}">
                <a16:creationId xmlns:a16="http://schemas.microsoft.com/office/drawing/2014/main" id="{930946BB-6761-4239-A6FD-E9B3874D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0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6" name="data_7292">
            <a:extLst xmlns:a="http://schemas.openxmlformats.org/drawingml/2006/main">
              <a:ext uri="{FF2B5EF4-FFF2-40B4-BE49-F238E27FC236}">
                <a16:creationId xmlns:a16="http://schemas.microsoft.com/office/drawing/2014/main" id="{CB6E7581-273D-456D-8C95-26B190AD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04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7" name="data_7293">
            <a:extLst xmlns:a="http://schemas.openxmlformats.org/drawingml/2006/main">
              <a:ext uri="{FF2B5EF4-FFF2-40B4-BE49-F238E27FC236}">
                <a16:creationId xmlns:a16="http://schemas.microsoft.com/office/drawing/2014/main" id="{862BBE3C-22EA-4B06-AA57-1CC52876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78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8" name="data_7294">
            <a:extLst xmlns:a="http://schemas.openxmlformats.org/drawingml/2006/main">
              <a:ext uri="{FF2B5EF4-FFF2-40B4-BE49-F238E27FC236}">
                <a16:creationId xmlns:a16="http://schemas.microsoft.com/office/drawing/2014/main" id="{23DC97C4-57CA-44B7-9711-D474DBAC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76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9" name="data_7295">
            <a:extLst xmlns:a="http://schemas.openxmlformats.org/drawingml/2006/main">
              <a:ext uri="{FF2B5EF4-FFF2-40B4-BE49-F238E27FC236}">
                <a16:creationId xmlns:a16="http://schemas.microsoft.com/office/drawing/2014/main" id="{62954211-5991-4E5D-9C71-531D72D6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624" y="36204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0" name="data_7296">
            <a:extLst xmlns:a="http://schemas.openxmlformats.org/drawingml/2006/main">
              <a:ext uri="{FF2B5EF4-FFF2-40B4-BE49-F238E27FC236}">
                <a16:creationId xmlns:a16="http://schemas.microsoft.com/office/drawing/2014/main" id="{75DC43B3-CA1D-4193-9817-1D9C555D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823" y="346856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1" name="data_7297">
            <a:extLst xmlns:a="http://schemas.openxmlformats.org/drawingml/2006/main">
              <a:ext uri="{FF2B5EF4-FFF2-40B4-BE49-F238E27FC236}">
                <a16:creationId xmlns:a16="http://schemas.microsoft.com/office/drawing/2014/main" id="{88E0AFEF-A22A-4C04-999E-F473B6D7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2" name="data_7298">
            <a:extLst xmlns:a="http://schemas.openxmlformats.org/drawingml/2006/main">
              <a:ext uri="{FF2B5EF4-FFF2-40B4-BE49-F238E27FC236}">
                <a16:creationId xmlns:a16="http://schemas.microsoft.com/office/drawing/2014/main" id="{4E96829D-8386-4F73-9616-11DA5CF3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796" y="252696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3" name="data_7299">
            <a:extLst xmlns:a="http://schemas.openxmlformats.org/drawingml/2006/main">
              <a:ext uri="{FF2B5EF4-FFF2-40B4-BE49-F238E27FC236}">
                <a16:creationId xmlns:a16="http://schemas.microsoft.com/office/drawing/2014/main" id="{1988C579-EDC4-4D83-9850-E8A7016F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208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4" name="data_7300">
            <a:extLst xmlns:a="http://schemas.openxmlformats.org/drawingml/2006/main">
              <a:ext uri="{FF2B5EF4-FFF2-40B4-BE49-F238E27FC236}">
                <a16:creationId xmlns:a16="http://schemas.microsoft.com/office/drawing/2014/main" id="{30D8956C-4B93-49F3-BC85-4F530259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8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5" name="data_7301">
            <a:extLst xmlns:a="http://schemas.openxmlformats.org/drawingml/2006/main">
              <a:ext uri="{FF2B5EF4-FFF2-40B4-BE49-F238E27FC236}">
                <a16:creationId xmlns:a16="http://schemas.microsoft.com/office/drawing/2014/main" id="{28EADBE0-2ABC-4AA1-9F24-1E4DAB1A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6" name="data_7302">
            <a:extLst xmlns:a="http://schemas.openxmlformats.org/drawingml/2006/main">
              <a:ext uri="{FF2B5EF4-FFF2-40B4-BE49-F238E27FC236}">
                <a16:creationId xmlns:a16="http://schemas.microsoft.com/office/drawing/2014/main" id="{9D4BB5AD-10CB-4A94-9648-E1F1F3CE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7" name="data_7303">
            <a:extLst xmlns:a="http://schemas.openxmlformats.org/drawingml/2006/main">
              <a:ext uri="{FF2B5EF4-FFF2-40B4-BE49-F238E27FC236}">
                <a16:creationId xmlns:a16="http://schemas.microsoft.com/office/drawing/2014/main" id="{FC998759-5882-4496-9C73-6BCBADE7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80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8" name="data_7304">
            <a:extLst xmlns:a="http://schemas.openxmlformats.org/drawingml/2006/main">
              <a:ext uri="{FF2B5EF4-FFF2-40B4-BE49-F238E27FC236}">
                <a16:creationId xmlns:a16="http://schemas.microsoft.com/office/drawing/2014/main" id="{4DD9FB62-CB6D-447D-B0F2-D3C249A7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58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9" name="data_7305">
            <a:extLst xmlns:a="http://schemas.openxmlformats.org/drawingml/2006/main">
              <a:ext uri="{FF2B5EF4-FFF2-40B4-BE49-F238E27FC236}">
                <a16:creationId xmlns:a16="http://schemas.microsoft.com/office/drawing/2014/main" id="{156C925F-E778-4C84-B708-7A9F1BFD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0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0" name="data_7306">
            <a:extLst xmlns:a="http://schemas.openxmlformats.org/drawingml/2006/main">
              <a:ext uri="{FF2B5EF4-FFF2-40B4-BE49-F238E27FC236}">
                <a16:creationId xmlns:a16="http://schemas.microsoft.com/office/drawing/2014/main" id="{368C2DF0-B8CA-4776-BFB3-5D8253DC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87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1" name="data_7307">
            <a:extLst xmlns:a="http://schemas.openxmlformats.org/drawingml/2006/main">
              <a:ext uri="{FF2B5EF4-FFF2-40B4-BE49-F238E27FC236}">
                <a16:creationId xmlns:a16="http://schemas.microsoft.com/office/drawing/2014/main" id="{1C319E79-87F6-4DE6-9C49-0D76DA95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1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2" name="data_7308">
            <a:extLst xmlns:a="http://schemas.openxmlformats.org/drawingml/2006/main">
              <a:ext uri="{FF2B5EF4-FFF2-40B4-BE49-F238E27FC236}">
                <a16:creationId xmlns:a16="http://schemas.microsoft.com/office/drawing/2014/main" id="{64141489-4BB1-48C1-80B9-137A8FFB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378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3" name="data_7309">
            <a:extLst xmlns:a="http://schemas.openxmlformats.org/drawingml/2006/main">
              <a:ext uri="{FF2B5EF4-FFF2-40B4-BE49-F238E27FC236}">
                <a16:creationId xmlns:a16="http://schemas.microsoft.com/office/drawing/2014/main" id="{2263597C-4680-4FDE-9EC5-9356024A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96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4" name="data_7310">
            <a:extLst xmlns:a="http://schemas.openxmlformats.org/drawingml/2006/main">
              <a:ext uri="{FF2B5EF4-FFF2-40B4-BE49-F238E27FC236}">
                <a16:creationId xmlns:a16="http://schemas.microsoft.com/office/drawing/2014/main" id="{22AF4394-E26F-4222-AFCF-670497AA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80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5" name="data_7311">
            <a:extLst xmlns:a="http://schemas.openxmlformats.org/drawingml/2006/main">
              <a:ext uri="{FF2B5EF4-FFF2-40B4-BE49-F238E27FC236}">
                <a16:creationId xmlns:a16="http://schemas.microsoft.com/office/drawing/2014/main" id="{3B05A1E6-D565-4F4B-B1B8-40DB4565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4137" y="3023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6" name="data_7312">
            <a:extLst xmlns:a="http://schemas.openxmlformats.org/drawingml/2006/main">
              <a:ext uri="{FF2B5EF4-FFF2-40B4-BE49-F238E27FC236}">
                <a16:creationId xmlns:a16="http://schemas.microsoft.com/office/drawing/2014/main" id="{0727657E-D66C-46F2-BE3C-E5D75445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07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7" name="data_7313">
            <a:extLst xmlns:a="http://schemas.openxmlformats.org/drawingml/2006/main">
              <a:ext uri="{FF2B5EF4-FFF2-40B4-BE49-F238E27FC236}">
                <a16:creationId xmlns:a16="http://schemas.microsoft.com/office/drawing/2014/main" id="{FC977C54-F160-414C-B991-9BAC0479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54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8" name="data_7314">
            <a:extLst xmlns:a="http://schemas.openxmlformats.org/drawingml/2006/main">
              <a:ext uri="{FF2B5EF4-FFF2-40B4-BE49-F238E27FC236}">
                <a16:creationId xmlns:a16="http://schemas.microsoft.com/office/drawing/2014/main" id="{B8F0CBAA-D21A-4410-A269-91E00BD7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73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9" name="data_7315">
            <a:extLst xmlns:a="http://schemas.openxmlformats.org/drawingml/2006/main">
              <a:ext uri="{FF2B5EF4-FFF2-40B4-BE49-F238E27FC236}">
                <a16:creationId xmlns:a16="http://schemas.microsoft.com/office/drawing/2014/main" id="{1A7D875A-833B-4E65-A82A-BDAFB7A6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0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0" name="data_7316">
            <a:extLst xmlns:a="http://schemas.openxmlformats.org/drawingml/2006/main">
              <a:ext uri="{FF2B5EF4-FFF2-40B4-BE49-F238E27FC236}">
                <a16:creationId xmlns:a16="http://schemas.microsoft.com/office/drawing/2014/main" id="{DAF7C808-F4D1-4C2E-A28F-18C24F37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1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1" name="data_7317">
            <a:extLst xmlns:a="http://schemas.openxmlformats.org/drawingml/2006/main">
              <a:ext uri="{FF2B5EF4-FFF2-40B4-BE49-F238E27FC236}">
                <a16:creationId xmlns:a16="http://schemas.microsoft.com/office/drawing/2014/main" id="{002FDA8D-DF89-4397-BE55-AAE173AA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8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2" name="data_7318">
            <a:extLst xmlns:a="http://schemas.openxmlformats.org/drawingml/2006/main">
              <a:ext uri="{FF2B5EF4-FFF2-40B4-BE49-F238E27FC236}">
                <a16:creationId xmlns:a16="http://schemas.microsoft.com/office/drawing/2014/main" id="{1166D93C-1FA1-4578-9141-576DA398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3" name="data_7319">
            <a:extLst xmlns:a="http://schemas.openxmlformats.org/drawingml/2006/main">
              <a:ext uri="{FF2B5EF4-FFF2-40B4-BE49-F238E27FC236}">
                <a16:creationId xmlns:a16="http://schemas.microsoft.com/office/drawing/2014/main" id="{38F9F601-9AFF-4976-B66E-9B7D7534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4" name="data_7320">
            <a:extLst xmlns:a="http://schemas.openxmlformats.org/drawingml/2006/main">
              <a:ext uri="{FF2B5EF4-FFF2-40B4-BE49-F238E27FC236}">
                <a16:creationId xmlns:a16="http://schemas.microsoft.com/office/drawing/2014/main" id="{9AB0239F-04F3-401A-A9AC-E4ECF75B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2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5" name="data_7321">
            <a:extLst xmlns:a="http://schemas.openxmlformats.org/drawingml/2006/main">
              <a:ext uri="{FF2B5EF4-FFF2-40B4-BE49-F238E27FC236}">
                <a16:creationId xmlns:a16="http://schemas.microsoft.com/office/drawing/2014/main" id="{80A80C0B-DB07-4AC1-BF76-57FEBEB2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3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6" name="data_7322">
            <a:extLst xmlns:a="http://schemas.openxmlformats.org/drawingml/2006/main">
              <a:ext uri="{FF2B5EF4-FFF2-40B4-BE49-F238E27FC236}">
                <a16:creationId xmlns:a16="http://schemas.microsoft.com/office/drawing/2014/main" id="{BDEDF51A-8BC1-4269-9234-2D3AEDA5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7" name="data_7323">
            <a:extLst xmlns:a="http://schemas.openxmlformats.org/drawingml/2006/main">
              <a:ext uri="{FF2B5EF4-FFF2-40B4-BE49-F238E27FC236}">
                <a16:creationId xmlns:a16="http://schemas.microsoft.com/office/drawing/2014/main" id="{8D1C05FA-A8D2-41AB-81DD-F3A33548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17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8" name="data_7324">
            <a:extLst xmlns:a="http://schemas.openxmlformats.org/drawingml/2006/main">
              <a:ext uri="{FF2B5EF4-FFF2-40B4-BE49-F238E27FC236}">
                <a16:creationId xmlns:a16="http://schemas.microsoft.com/office/drawing/2014/main" id="{AE3B5557-74D6-488A-ADCC-D6ED8202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19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9" name="data_7325">
            <a:extLst xmlns:a="http://schemas.openxmlformats.org/drawingml/2006/main">
              <a:ext uri="{FF2B5EF4-FFF2-40B4-BE49-F238E27FC236}">
                <a16:creationId xmlns:a16="http://schemas.microsoft.com/office/drawing/2014/main" id="{A675ECCF-B641-4DBA-B2AD-73784F19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174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0" name="data_7326">
            <a:extLst xmlns:a="http://schemas.openxmlformats.org/drawingml/2006/main">
              <a:ext uri="{FF2B5EF4-FFF2-40B4-BE49-F238E27FC236}">
                <a16:creationId xmlns:a16="http://schemas.microsoft.com/office/drawing/2014/main" id="{B88A7365-4B93-4E3D-9FAC-5B4D5E95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5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1" name="data_7327">
            <a:extLst xmlns:a="http://schemas.openxmlformats.org/drawingml/2006/main">
              <a:ext uri="{FF2B5EF4-FFF2-40B4-BE49-F238E27FC236}">
                <a16:creationId xmlns:a16="http://schemas.microsoft.com/office/drawing/2014/main" id="{04800782-A14F-45E8-92AD-B3712018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97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2" name="data_7328">
            <a:extLst xmlns:a="http://schemas.openxmlformats.org/drawingml/2006/main">
              <a:ext uri="{FF2B5EF4-FFF2-40B4-BE49-F238E27FC236}">
                <a16:creationId xmlns:a16="http://schemas.microsoft.com/office/drawing/2014/main" id="{F0854E77-332A-4CCD-8852-8BC5CB57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12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3" name="data_7329">
            <a:extLst xmlns:a="http://schemas.openxmlformats.org/drawingml/2006/main">
              <a:ext uri="{FF2B5EF4-FFF2-40B4-BE49-F238E27FC236}">
                <a16:creationId xmlns:a16="http://schemas.microsoft.com/office/drawing/2014/main" id="{AA6C35A2-5A62-47A8-9C73-264B5852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04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4" name="data_7330">
            <a:extLst xmlns:a="http://schemas.openxmlformats.org/drawingml/2006/main">
              <a:ext uri="{FF2B5EF4-FFF2-40B4-BE49-F238E27FC236}">
                <a16:creationId xmlns:a16="http://schemas.microsoft.com/office/drawing/2014/main" id="{90AD9935-13A6-44A8-AA72-4CE01340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890" y="27092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5" name="data_7331">
            <a:extLst xmlns:a="http://schemas.openxmlformats.org/drawingml/2006/main">
              <a:ext uri="{FF2B5EF4-FFF2-40B4-BE49-F238E27FC236}">
                <a16:creationId xmlns:a16="http://schemas.microsoft.com/office/drawing/2014/main" id="{6945A498-1465-4614-9D0D-DB0306DF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6" name="data_7332">
            <a:extLst xmlns:a="http://schemas.openxmlformats.org/drawingml/2006/main">
              <a:ext uri="{FF2B5EF4-FFF2-40B4-BE49-F238E27FC236}">
                <a16:creationId xmlns:a16="http://schemas.microsoft.com/office/drawing/2014/main" id="{04E0D549-2847-4953-A75D-149F90B9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46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7" name="data_7333">
            <a:extLst xmlns:a="http://schemas.openxmlformats.org/drawingml/2006/main">
              <a:ext uri="{FF2B5EF4-FFF2-40B4-BE49-F238E27FC236}">
                <a16:creationId xmlns:a16="http://schemas.microsoft.com/office/drawing/2014/main" id="{6D64B0E6-CDC7-4527-817E-3DC889F5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4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8" name="data_7334">
            <a:extLst xmlns:a="http://schemas.openxmlformats.org/drawingml/2006/main">
              <a:ext uri="{FF2B5EF4-FFF2-40B4-BE49-F238E27FC236}">
                <a16:creationId xmlns:a16="http://schemas.microsoft.com/office/drawing/2014/main" id="{C8D7A681-8B51-4B30-986F-A805C4B0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11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9" name="data_7335">
            <a:extLst xmlns:a="http://schemas.openxmlformats.org/drawingml/2006/main">
              <a:ext uri="{FF2B5EF4-FFF2-40B4-BE49-F238E27FC236}">
                <a16:creationId xmlns:a16="http://schemas.microsoft.com/office/drawing/2014/main" id="{4A174D82-97C7-4C9C-B11C-152D10A7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466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0" name="data_7336">
            <a:extLst xmlns:a="http://schemas.openxmlformats.org/drawingml/2006/main">
              <a:ext uri="{FF2B5EF4-FFF2-40B4-BE49-F238E27FC236}">
                <a16:creationId xmlns:a16="http://schemas.microsoft.com/office/drawing/2014/main" id="{0AC4A948-936C-4FCD-B9FD-6A30214C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1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1" name="data_7337">
            <a:extLst xmlns:a="http://schemas.openxmlformats.org/drawingml/2006/main">
              <a:ext uri="{FF2B5EF4-FFF2-40B4-BE49-F238E27FC236}">
                <a16:creationId xmlns:a16="http://schemas.microsoft.com/office/drawing/2014/main" id="{838300CE-21BA-4B95-BF1F-93A5B1E5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7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2" name="data_7338">
            <a:extLst xmlns:a="http://schemas.openxmlformats.org/drawingml/2006/main">
              <a:ext uri="{FF2B5EF4-FFF2-40B4-BE49-F238E27FC236}">
                <a16:creationId xmlns:a16="http://schemas.microsoft.com/office/drawing/2014/main" id="{FB69C19D-C981-40A5-A655-6C3ACE24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1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3" name="data_7339">
            <a:extLst xmlns:a="http://schemas.openxmlformats.org/drawingml/2006/main">
              <a:ext uri="{FF2B5EF4-FFF2-40B4-BE49-F238E27FC236}">
                <a16:creationId xmlns:a16="http://schemas.microsoft.com/office/drawing/2014/main" id="{A5CFEC5F-A7DC-4206-93E6-F394FAE6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370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4" name="data_7340">
            <a:extLst xmlns:a="http://schemas.openxmlformats.org/drawingml/2006/main">
              <a:ext uri="{FF2B5EF4-FFF2-40B4-BE49-F238E27FC236}">
                <a16:creationId xmlns:a16="http://schemas.microsoft.com/office/drawing/2014/main" id="{8549967C-665D-47A3-9044-EE477607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2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5" name="data_7341">
            <a:extLst xmlns:a="http://schemas.openxmlformats.org/drawingml/2006/main">
              <a:ext uri="{FF2B5EF4-FFF2-40B4-BE49-F238E27FC236}">
                <a16:creationId xmlns:a16="http://schemas.microsoft.com/office/drawing/2014/main" id="{00C3A0E9-2BF0-49B8-AB09-44A9836C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954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6" name="data_7342">
            <a:extLst xmlns:a="http://schemas.openxmlformats.org/drawingml/2006/main">
              <a:ext uri="{FF2B5EF4-FFF2-40B4-BE49-F238E27FC236}">
                <a16:creationId xmlns:a16="http://schemas.microsoft.com/office/drawing/2014/main" id="{F95C2FD0-0FB0-4E27-929A-DCE7B7FE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52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7" name="data_7343">
            <a:extLst xmlns:a="http://schemas.openxmlformats.org/drawingml/2006/main">
              <a:ext uri="{FF2B5EF4-FFF2-40B4-BE49-F238E27FC236}">
                <a16:creationId xmlns:a16="http://schemas.microsoft.com/office/drawing/2014/main" id="{17C35623-8163-43D1-BD94-4E819965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9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8" name="data_7344">
            <a:extLst xmlns:a="http://schemas.openxmlformats.org/drawingml/2006/main">
              <a:ext uri="{FF2B5EF4-FFF2-40B4-BE49-F238E27FC236}">
                <a16:creationId xmlns:a16="http://schemas.microsoft.com/office/drawing/2014/main" id="{9E7A2553-8565-47D6-A377-F5AC6159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9" name="data_7345">
            <a:extLst xmlns:a="http://schemas.openxmlformats.org/drawingml/2006/main">
              <a:ext uri="{FF2B5EF4-FFF2-40B4-BE49-F238E27FC236}">
                <a16:creationId xmlns:a16="http://schemas.microsoft.com/office/drawing/2014/main" id="{7B2CBBF0-FCD4-4183-8B87-A41D7A23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698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0" name="data_7346">
            <a:extLst xmlns:a="http://schemas.openxmlformats.org/drawingml/2006/main">
              <a:ext uri="{FF2B5EF4-FFF2-40B4-BE49-F238E27FC236}">
                <a16:creationId xmlns:a16="http://schemas.microsoft.com/office/drawing/2014/main" id="{80446D9B-DABE-4BA3-9898-0A337118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9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1" name="data_7347">
            <a:extLst xmlns:a="http://schemas.openxmlformats.org/drawingml/2006/main">
              <a:ext uri="{FF2B5EF4-FFF2-40B4-BE49-F238E27FC236}">
                <a16:creationId xmlns:a16="http://schemas.microsoft.com/office/drawing/2014/main" id="{3DA7B01A-C184-439A-A1BD-CDCDCABB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4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2" name="data_7348">
            <a:extLst xmlns:a="http://schemas.openxmlformats.org/drawingml/2006/main">
              <a:ext uri="{FF2B5EF4-FFF2-40B4-BE49-F238E27FC236}">
                <a16:creationId xmlns:a16="http://schemas.microsoft.com/office/drawing/2014/main" id="{83A6082F-7727-4D43-8EDD-CD2A49F8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437" y="391279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3" name="data_7349">
            <a:extLst xmlns:a="http://schemas.openxmlformats.org/drawingml/2006/main">
              <a:ext uri="{FF2B5EF4-FFF2-40B4-BE49-F238E27FC236}">
                <a16:creationId xmlns:a16="http://schemas.microsoft.com/office/drawing/2014/main" id="{42EB9120-2A46-47E5-8D0C-0EC4A256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656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4" name="data_7350">
            <a:extLst xmlns:a="http://schemas.openxmlformats.org/drawingml/2006/main">
              <a:ext uri="{FF2B5EF4-FFF2-40B4-BE49-F238E27FC236}">
                <a16:creationId xmlns:a16="http://schemas.microsoft.com/office/drawing/2014/main" id="{F43E7730-5BFA-49E7-A355-C914E7FE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9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5" name="data_7351">
            <a:extLst xmlns:a="http://schemas.openxmlformats.org/drawingml/2006/main">
              <a:ext uri="{FF2B5EF4-FFF2-40B4-BE49-F238E27FC236}">
                <a16:creationId xmlns:a16="http://schemas.microsoft.com/office/drawing/2014/main" id="{D2AB30D9-7357-45D5-982C-E78E3EF91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05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6" name="data_7352">
            <a:extLst xmlns:a="http://schemas.openxmlformats.org/drawingml/2006/main">
              <a:ext uri="{FF2B5EF4-FFF2-40B4-BE49-F238E27FC236}">
                <a16:creationId xmlns:a16="http://schemas.microsoft.com/office/drawing/2014/main" id="{020D13A2-61C3-4D7D-8222-3B3BB5AB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0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7" name="data_7353">
            <a:extLst xmlns:a="http://schemas.openxmlformats.org/drawingml/2006/main">
              <a:ext uri="{FF2B5EF4-FFF2-40B4-BE49-F238E27FC236}">
                <a16:creationId xmlns:a16="http://schemas.microsoft.com/office/drawing/2014/main" id="{E6DF78DF-97FC-4380-BBC6-7149ECCB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1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8" name="data_7354">
            <a:extLst xmlns:a="http://schemas.openxmlformats.org/drawingml/2006/main">
              <a:ext uri="{FF2B5EF4-FFF2-40B4-BE49-F238E27FC236}">
                <a16:creationId xmlns:a16="http://schemas.microsoft.com/office/drawing/2014/main" id="{488ED95D-C33E-4A7C-916D-2DE629DC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9" name="data_7355">
            <a:extLst xmlns:a="http://schemas.openxmlformats.org/drawingml/2006/main">
              <a:ext uri="{FF2B5EF4-FFF2-40B4-BE49-F238E27FC236}">
                <a16:creationId xmlns:a16="http://schemas.microsoft.com/office/drawing/2014/main" id="{8EFF6386-83F6-4AF3-8345-264BEE95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9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0" name="data_7356">
            <a:extLst xmlns:a="http://schemas.openxmlformats.org/drawingml/2006/main">
              <a:ext uri="{FF2B5EF4-FFF2-40B4-BE49-F238E27FC236}">
                <a16:creationId xmlns:a16="http://schemas.microsoft.com/office/drawing/2014/main" id="{FE858C6C-654C-42C4-9843-3272DD06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406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1" name="data_7357">
            <a:extLst xmlns:a="http://schemas.openxmlformats.org/drawingml/2006/main">
              <a:ext uri="{FF2B5EF4-FFF2-40B4-BE49-F238E27FC236}">
                <a16:creationId xmlns:a16="http://schemas.microsoft.com/office/drawing/2014/main" id="{AC51C52E-D355-425B-8796-9F4D71E6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95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2" name="data_7358">
            <a:extLst xmlns:a="http://schemas.openxmlformats.org/drawingml/2006/main">
              <a:ext uri="{FF2B5EF4-FFF2-40B4-BE49-F238E27FC236}">
                <a16:creationId xmlns:a16="http://schemas.microsoft.com/office/drawing/2014/main" id="{BDA3DF8F-D087-49E8-834D-37CEE522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2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3" name="data_7359">
            <a:extLst xmlns:a="http://schemas.openxmlformats.org/drawingml/2006/main">
              <a:ext uri="{FF2B5EF4-FFF2-40B4-BE49-F238E27FC236}">
                <a16:creationId xmlns:a16="http://schemas.microsoft.com/office/drawing/2014/main" id="{74DBC35D-9590-49E8-867B-731DD1D1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04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4" name="data_7360">
            <a:extLst xmlns:a="http://schemas.openxmlformats.org/drawingml/2006/main">
              <a:ext uri="{FF2B5EF4-FFF2-40B4-BE49-F238E27FC236}">
                <a16:creationId xmlns:a16="http://schemas.microsoft.com/office/drawing/2014/main" id="{B0F718F0-2A85-496B-B7EB-69FBD585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2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5" name="data_7361">
            <a:extLst xmlns:a="http://schemas.openxmlformats.org/drawingml/2006/main">
              <a:ext uri="{FF2B5EF4-FFF2-40B4-BE49-F238E27FC236}">
                <a16:creationId xmlns:a16="http://schemas.microsoft.com/office/drawing/2014/main" id="{AD53890D-B9E9-4066-A6BE-4D821276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19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6" name="data_7362">
            <a:extLst xmlns:a="http://schemas.openxmlformats.org/drawingml/2006/main">
              <a:ext uri="{FF2B5EF4-FFF2-40B4-BE49-F238E27FC236}">
                <a16:creationId xmlns:a16="http://schemas.microsoft.com/office/drawing/2014/main" id="{7AC22A41-6FC5-46DF-BF16-45567510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9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7" name="data_7363">
            <a:extLst xmlns:a="http://schemas.openxmlformats.org/drawingml/2006/main">
              <a:ext uri="{FF2B5EF4-FFF2-40B4-BE49-F238E27FC236}">
                <a16:creationId xmlns:a16="http://schemas.microsoft.com/office/drawing/2014/main" id="{A88A7223-61AB-42EA-9F48-1F845E47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36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8" name="data_7364">
            <a:extLst xmlns:a="http://schemas.openxmlformats.org/drawingml/2006/main">
              <a:ext uri="{FF2B5EF4-FFF2-40B4-BE49-F238E27FC236}">
                <a16:creationId xmlns:a16="http://schemas.microsoft.com/office/drawing/2014/main" id="{3BEFCB38-7E64-4E27-A3C0-2753CA55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8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9" name="data_7365">
            <a:extLst xmlns:a="http://schemas.openxmlformats.org/drawingml/2006/main">
              <a:ext uri="{FF2B5EF4-FFF2-40B4-BE49-F238E27FC236}">
                <a16:creationId xmlns:a16="http://schemas.microsoft.com/office/drawing/2014/main" id="{D7655D10-76A8-4CDB-9BF4-C312B8DB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7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0" name="data_7366">
            <a:extLst xmlns:a="http://schemas.openxmlformats.org/drawingml/2006/main">
              <a:ext uri="{FF2B5EF4-FFF2-40B4-BE49-F238E27FC236}">
                <a16:creationId xmlns:a16="http://schemas.microsoft.com/office/drawing/2014/main" id="{AD0854F5-E37D-4847-B926-5E3033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3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1" name="data_7367">
            <a:extLst xmlns:a="http://schemas.openxmlformats.org/drawingml/2006/main">
              <a:ext uri="{FF2B5EF4-FFF2-40B4-BE49-F238E27FC236}">
                <a16:creationId xmlns:a16="http://schemas.microsoft.com/office/drawing/2014/main" id="{EFD17757-E6C8-4989-81F0-9F44F52F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0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2" name="data_7368">
            <a:extLst xmlns:a="http://schemas.openxmlformats.org/drawingml/2006/main">
              <a:ext uri="{FF2B5EF4-FFF2-40B4-BE49-F238E27FC236}">
                <a16:creationId xmlns:a16="http://schemas.microsoft.com/office/drawing/2014/main" id="{5F44AACB-3AF7-4A93-8A3D-E452FA76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5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3" name="data_7369">
            <a:extLst xmlns:a="http://schemas.openxmlformats.org/drawingml/2006/main">
              <a:ext uri="{FF2B5EF4-FFF2-40B4-BE49-F238E27FC236}">
                <a16:creationId xmlns:a16="http://schemas.microsoft.com/office/drawing/2014/main" id="{5A1184E1-8226-4793-B073-BB9FF1D2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5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4" name="data_7370">
            <a:extLst xmlns:a="http://schemas.openxmlformats.org/drawingml/2006/main">
              <a:ext uri="{FF2B5EF4-FFF2-40B4-BE49-F238E27FC236}">
                <a16:creationId xmlns:a16="http://schemas.microsoft.com/office/drawing/2014/main" id="{9565AC91-E5C6-4F0D-A4A2-C9809D82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4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5" name="data_7371">
            <a:extLst xmlns:a="http://schemas.openxmlformats.org/drawingml/2006/main">
              <a:ext uri="{FF2B5EF4-FFF2-40B4-BE49-F238E27FC236}">
                <a16:creationId xmlns:a16="http://schemas.microsoft.com/office/drawing/2014/main" id="{AECA07CB-227D-4F56-BBCC-BD7DC377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42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6" name="data_7372">
            <a:extLst xmlns:a="http://schemas.openxmlformats.org/drawingml/2006/main">
              <a:ext uri="{FF2B5EF4-FFF2-40B4-BE49-F238E27FC236}">
                <a16:creationId xmlns:a16="http://schemas.microsoft.com/office/drawing/2014/main" id="{F433DF7D-331B-4AD8-A3B2-31A2A626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7" name="data_7373">
            <a:extLst xmlns:a="http://schemas.openxmlformats.org/drawingml/2006/main">
              <a:ext uri="{FF2B5EF4-FFF2-40B4-BE49-F238E27FC236}">
                <a16:creationId xmlns:a16="http://schemas.microsoft.com/office/drawing/2014/main" id="{2E4241A3-9807-4AF2-82CF-ABC76B4D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56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8" name="data_7374">
            <a:extLst xmlns:a="http://schemas.openxmlformats.org/drawingml/2006/main">
              <a:ext uri="{FF2B5EF4-FFF2-40B4-BE49-F238E27FC236}">
                <a16:creationId xmlns:a16="http://schemas.microsoft.com/office/drawing/2014/main" id="{F32193B5-CE76-4DC6-91ED-074B49FA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9" name="data_7375">
            <a:extLst xmlns:a="http://schemas.openxmlformats.org/drawingml/2006/main">
              <a:ext uri="{FF2B5EF4-FFF2-40B4-BE49-F238E27FC236}">
                <a16:creationId xmlns:a16="http://schemas.microsoft.com/office/drawing/2014/main" id="{41568217-5CE1-47A8-9EAC-D3288C7A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76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0" name="data_7376">
            <a:extLst xmlns:a="http://schemas.openxmlformats.org/drawingml/2006/main">
              <a:ext uri="{FF2B5EF4-FFF2-40B4-BE49-F238E27FC236}">
                <a16:creationId xmlns:a16="http://schemas.microsoft.com/office/drawing/2014/main" id="{E42653B6-98B5-44F0-8891-F841B75E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0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1" name="data_7377">
            <a:extLst xmlns:a="http://schemas.openxmlformats.org/drawingml/2006/main">
              <a:ext uri="{FF2B5EF4-FFF2-40B4-BE49-F238E27FC236}">
                <a16:creationId xmlns:a16="http://schemas.microsoft.com/office/drawing/2014/main" id="{AE0EBDDC-75DA-4C30-A897-EDA463E0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6871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2" name="data_7378">
            <a:extLst xmlns:a="http://schemas.openxmlformats.org/drawingml/2006/main">
              <a:ext uri="{FF2B5EF4-FFF2-40B4-BE49-F238E27FC236}">
                <a16:creationId xmlns:a16="http://schemas.microsoft.com/office/drawing/2014/main" id="{C5274425-49B7-4593-998D-DC5E2BAE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4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3" name="data_7379">
            <a:extLst xmlns:a="http://schemas.openxmlformats.org/drawingml/2006/main">
              <a:ext uri="{FF2B5EF4-FFF2-40B4-BE49-F238E27FC236}">
                <a16:creationId xmlns:a16="http://schemas.microsoft.com/office/drawing/2014/main" id="{05F65456-C355-4865-9BC0-199CD35A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21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4" name="data_7380">
            <a:extLst xmlns:a="http://schemas.openxmlformats.org/drawingml/2006/main">
              <a:ext uri="{FF2B5EF4-FFF2-40B4-BE49-F238E27FC236}">
                <a16:creationId xmlns:a16="http://schemas.microsoft.com/office/drawing/2014/main" id="{5892A2F6-8906-4487-9230-3422298A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2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5" name="data_7381">
            <a:extLst xmlns:a="http://schemas.openxmlformats.org/drawingml/2006/main">
              <a:ext uri="{FF2B5EF4-FFF2-40B4-BE49-F238E27FC236}">
                <a16:creationId xmlns:a16="http://schemas.microsoft.com/office/drawing/2014/main" id="{964B1A2B-9344-44FA-B9EB-70A31259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2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6" name="data_7382">
            <a:extLst xmlns:a="http://schemas.openxmlformats.org/drawingml/2006/main">
              <a:ext uri="{FF2B5EF4-FFF2-40B4-BE49-F238E27FC236}">
                <a16:creationId xmlns:a16="http://schemas.microsoft.com/office/drawing/2014/main" id="{60D7AFAF-F982-4873-A6B6-66C68D31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395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7" name="data_7383">
            <a:extLst xmlns:a="http://schemas.openxmlformats.org/drawingml/2006/main">
              <a:ext uri="{FF2B5EF4-FFF2-40B4-BE49-F238E27FC236}">
                <a16:creationId xmlns:a16="http://schemas.microsoft.com/office/drawing/2014/main" id="{165034E0-518F-4BAD-8F50-817D593B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661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8" name="data_7384">
            <a:extLst xmlns:a="http://schemas.openxmlformats.org/drawingml/2006/main">
              <a:ext uri="{FF2B5EF4-FFF2-40B4-BE49-F238E27FC236}">
                <a16:creationId xmlns:a16="http://schemas.microsoft.com/office/drawing/2014/main" id="{E602896D-4C4E-4E18-BACB-3B468EAD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6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9" name="data_7385">
            <a:extLst xmlns:a="http://schemas.openxmlformats.org/drawingml/2006/main">
              <a:ext uri="{FF2B5EF4-FFF2-40B4-BE49-F238E27FC236}">
                <a16:creationId xmlns:a16="http://schemas.microsoft.com/office/drawing/2014/main" id="{3364DCAF-E0D4-4D27-AC72-9A1916EF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4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0" name="data_7386">
            <a:extLst xmlns:a="http://schemas.openxmlformats.org/drawingml/2006/main">
              <a:ext uri="{FF2B5EF4-FFF2-40B4-BE49-F238E27FC236}">
                <a16:creationId xmlns:a16="http://schemas.microsoft.com/office/drawing/2014/main" id="{E917CFA8-A808-462B-8B25-B1575541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46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1" name="data_7387">
            <a:extLst xmlns:a="http://schemas.openxmlformats.org/drawingml/2006/main">
              <a:ext uri="{FF2B5EF4-FFF2-40B4-BE49-F238E27FC236}">
                <a16:creationId xmlns:a16="http://schemas.microsoft.com/office/drawing/2014/main" id="{46AA3EB7-4974-40E9-8F95-1B90054C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272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2" name="data_7388">
            <a:extLst xmlns:a="http://schemas.openxmlformats.org/drawingml/2006/main">
              <a:ext uri="{FF2B5EF4-FFF2-40B4-BE49-F238E27FC236}">
                <a16:creationId xmlns:a16="http://schemas.microsoft.com/office/drawing/2014/main" id="{53D943DB-4F59-4E20-99F5-F5B471E6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82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3" name="data_7389">
            <a:extLst xmlns:a="http://schemas.openxmlformats.org/drawingml/2006/main">
              <a:ext uri="{FF2B5EF4-FFF2-40B4-BE49-F238E27FC236}">
                <a16:creationId xmlns:a16="http://schemas.microsoft.com/office/drawing/2014/main" id="{F7F9AAAF-211F-4228-98E7-3939BD6B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46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4" name="data_7390">
            <a:extLst xmlns:a="http://schemas.openxmlformats.org/drawingml/2006/main">
              <a:ext uri="{FF2B5EF4-FFF2-40B4-BE49-F238E27FC236}">
                <a16:creationId xmlns:a16="http://schemas.microsoft.com/office/drawing/2014/main" id="{FC5E295F-F0F9-4CBD-BA5F-8C016744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4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5" name="data_7391">
            <a:extLst xmlns:a="http://schemas.openxmlformats.org/drawingml/2006/main">
              <a:ext uri="{FF2B5EF4-FFF2-40B4-BE49-F238E27FC236}">
                <a16:creationId xmlns:a16="http://schemas.microsoft.com/office/drawing/2014/main" id="{A0D9B452-62C6-4558-A1A2-AB3C98DE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2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6" name="data_7392">
            <a:extLst xmlns:a="http://schemas.openxmlformats.org/drawingml/2006/main">
              <a:ext uri="{FF2B5EF4-FFF2-40B4-BE49-F238E27FC236}">
                <a16:creationId xmlns:a16="http://schemas.microsoft.com/office/drawing/2014/main" id="{8767AE3E-8656-40E0-B3B8-4E7613B6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009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7" name="data_7393">
            <a:extLst xmlns:a="http://schemas.openxmlformats.org/drawingml/2006/main">
              <a:ext uri="{FF2B5EF4-FFF2-40B4-BE49-F238E27FC236}">
                <a16:creationId xmlns:a16="http://schemas.microsoft.com/office/drawing/2014/main" id="{47DB92DB-96B8-449C-AC03-E24B0394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62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8" name="data_7394">
            <a:extLst xmlns:a="http://schemas.openxmlformats.org/drawingml/2006/main">
              <a:ext uri="{FF2B5EF4-FFF2-40B4-BE49-F238E27FC236}">
                <a16:creationId xmlns:a16="http://schemas.microsoft.com/office/drawing/2014/main" id="{B8290387-C5D4-4B87-B8C4-2E2FABA6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8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9" name="data_7395">
            <a:extLst xmlns:a="http://schemas.openxmlformats.org/drawingml/2006/main">
              <a:ext uri="{FF2B5EF4-FFF2-40B4-BE49-F238E27FC236}">
                <a16:creationId xmlns:a16="http://schemas.microsoft.com/office/drawing/2014/main" id="{58DD70EF-1A0B-49F2-8185-7700DB28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0" name="data_7396">
            <a:extLst xmlns:a="http://schemas.openxmlformats.org/drawingml/2006/main">
              <a:ext uri="{FF2B5EF4-FFF2-40B4-BE49-F238E27FC236}">
                <a16:creationId xmlns:a16="http://schemas.microsoft.com/office/drawing/2014/main" id="{923A39AE-83B5-4F89-95CC-409A80C6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7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1" name="data_7397">
            <a:extLst xmlns:a="http://schemas.openxmlformats.org/drawingml/2006/main">
              <a:ext uri="{FF2B5EF4-FFF2-40B4-BE49-F238E27FC236}">
                <a16:creationId xmlns:a16="http://schemas.microsoft.com/office/drawing/2014/main" id="{090382BA-1EA3-406A-AA72-57B2B4C5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9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2" name="data_7398">
            <a:extLst xmlns:a="http://schemas.openxmlformats.org/drawingml/2006/main">
              <a:ext uri="{FF2B5EF4-FFF2-40B4-BE49-F238E27FC236}">
                <a16:creationId xmlns:a16="http://schemas.microsoft.com/office/drawing/2014/main" id="{CEF09EBE-0955-46F0-8069-80442AFC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3" name="data_7399">
            <a:extLst xmlns:a="http://schemas.openxmlformats.org/drawingml/2006/main">
              <a:ext uri="{FF2B5EF4-FFF2-40B4-BE49-F238E27FC236}">
                <a16:creationId xmlns:a16="http://schemas.microsoft.com/office/drawing/2014/main" id="{2D2CBAA2-5BC0-4206-87F0-B246CBFB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16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4" name="data_7400">
            <a:extLst xmlns:a="http://schemas.openxmlformats.org/drawingml/2006/main">
              <a:ext uri="{FF2B5EF4-FFF2-40B4-BE49-F238E27FC236}">
                <a16:creationId xmlns:a16="http://schemas.microsoft.com/office/drawing/2014/main" id="{87BC026A-431D-4239-8D94-A69763A5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518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5" name="data_7401">
            <a:extLst xmlns:a="http://schemas.openxmlformats.org/drawingml/2006/main">
              <a:ext uri="{FF2B5EF4-FFF2-40B4-BE49-F238E27FC236}">
                <a16:creationId xmlns:a16="http://schemas.microsoft.com/office/drawing/2014/main" id="{D923D7B8-1A39-46E5-A399-E305D8DE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9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6" name="data_7402">
            <a:extLst xmlns:a="http://schemas.openxmlformats.org/drawingml/2006/main">
              <a:ext uri="{FF2B5EF4-FFF2-40B4-BE49-F238E27FC236}">
                <a16:creationId xmlns:a16="http://schemas.microsoft.com/office/drawing/2014/main" id="{C7478E2B-AF3F-430E-83D1-6CBD081B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617" y="29320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7" name="data_7403">
            <a:extLst xmlns:a="http://schemas.openxmlformats.org/drawingml/2006/main">
              <a:ext uri="{FF2B5EF4-FFF2-40B4-BE49-F238E27FC236}">
                <a16:creationId xmlns:a16="http://schemas.microsoft.com/office/drawing/2014/main" id="{578A2A6E-4BB9-4B51-9934-38E7528D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92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8" name="data_7404">
            <a:extLst xmlns:a="http://schemas.openxmlformats.org/drawingml/2006/main">
              <a:ext uri="{FF2B5EF4-FFF2-40B4-BE49-F238E27FC236}">
                <a16:creationId xmlns:a16="http://schemas.microsoft.com/office/drawing/2014/main" id="{A4484F92-2298-4251-B0B1-B8073778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0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9" name="data_7405">
            <a:extLst xmlns:a="http://schemas.openxmlformats.org/drawingml/2006/main">
              <a:ext uri="{FF2B5EF4-FFF2-40B4-BE49-F238E27FC236}">
                <a16:creationId xmlns:a16="http://schemas.microsoft.com/office/drawing/2014/main" id="{83E2456E-9EDF-4424-AB83-3299C6C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142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0" name="data_7406">
            <a:extLst xmlns:a="http://schemas.openxmlformats.org/drawingml/2006/main">
              <a:ext uri="{FF2B5EF4-FFF2-40B4-BE49-F238E27FC236}">
                <a16:creationId xmlns:a16="http://schemas.microsoft.com/office/drawing/2014/main" id="{DD8F94DE-0A60-4098-B2F4-FA4ACB16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0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1" name="data_7407">
            <a:extLst xmlns:a="http://schemas.openxmlformats.org/drawingml/2006/main">
              <a:ext uri="{FF2B5EF4-FFF2-40B4-BE49-F238E27FC236}">
                <a16:creationId xmlns:a16="http://schemas.microsoft.com/office/drawing/2014/main" id="{B0199B31-8F70-41FD-A310-15505D43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38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2" name="data_7408">
            <a:extLst xmlns:a="http://schemas.openxmlformats.org/drawingml/2006/main">
              <a:ext uri="{FF2B5EF4-FFF2-40B4-BE49-F238E27FC236}">
                <a16:creationId xmlns:a16="http://schemas.microsoft.com/office/drawing/2014/main" id="{9141B36B-5B32-4119-A1CA-D589B488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3" name="data_7409">
            <a:extLst xmlns:a="http://schemas.openxmlformats.org/drawingml/2006/main">
              <a:ext uri="{FF2B5EF4-FFF2-40B4-BE49-F238E27FC236}">
                <a16:creationId xmlns:a16="http://schemas.microsoft.com/office/drawing/2014/main" id="{0446CECF-23C6-4016-9D53-320C60AB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22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4" name="data_7410">
            <a:extLst xmlns:a="http://schemas.openxmlformats.org/drawingml/2006/main">
              <a:ext uri="{FF2B5EF4-FFF2-40B4-BE49-F238E27FC236}">
                <a16:creationId xmlns:a16="http://schemas.microsoft.com/office/drawing/2014/main" id="{7DE5BEE7-CE37-496E-AC4C-FD61706A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28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5" name="data_7411">
            <a:extLst xmlns:a="http://schemas.openxmlformats.org/drawingml/2006/main">
              <a:ext uri="{FF2B5EF4-FFF2-40B4-BE49-F238E27FC236}">
                <a16:creationId xmlns:a16="http://schemas.microsoft.com/office/drawing/2014/main" id="{5D616172-0376-4AD8-99E0-246E30E6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76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6" name="data_7412">
            <a:extLst xmlns:a="http://schemas.openxmlformats.org/drawingml/2006/main">
              <a:ext uri="{FF2B5EF4-FFF2-40B4-BE49-F238E27FC236}">
                <a16:creationId xmlns:a16="http://schemas.microsoft.com/office/drawing/2014/main" id="{E38B5BD9-D06B-44BE-A359-97944B20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7" name="data_7413">
            <a:extLst xmlns:a="http://schemas.openxmlformats.org/drawingml/2006/main">
              <a:ext uri="{FF2B5EF4-FFF2-40B4-BE49-F238E27FC236}">
                <a16:creationId xmlns:a16="http://schemas.microsoft.com/office/drawing/2014/main" id="{69628ED2-3DBE-449C-A434-34274EDB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2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8" name="data_7414">
            <a:extLst xmlns:a="http://schemas.openxmlformats.org/drawingml/2006/main">
              <a:ext uri="{FF2B5EF4-FFF2-40B4-BE49-F238E27FC236}">
                <a16:creationId xmlns:a16="http://schemas.microsoft.com/office/drawing/2014/main" id="{967707F9-0A0D-4726-BDCA-82D52DE1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777" y="359451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9" name="data_7415">
            <a:extLst xmlns:a="http://schemas.openxmlformats.org/drawingml/2006/main">
              <a:ext uri="{FF2B5EF4-FFF2-40B4-BE49-F238E27FC236}">
                <a16:creationId xmlns:a16="http://schemas.microsoft.com/office/drawing/2014/main" id="{4DB502F6-B9AE-4339-ACFE-897142A8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671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0" name="data_7416">
            <a:extLst xmlns:a="http://schemas.openxmlformats.org/drawingml/2006/main">
              <a:ext uri="{FF2B5EF4-FFF2-40B4-BE49-F238E27FC236}">
                <a16:creationId xmlns:a16="http://schemas.microsoft.com/office/drawing/2014/main" id="{BC065991-F04D-490F-89CA-B4EEF9A8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0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1" name="data_7417">
            <a:extLst xmlns:a="http://schemas.openxmlformats.org/drawingml/2006/main">
              <a:ext uri="{FF2B5EF4-FFF2-40B4-BE49-F238E27FC236}">
                <a16:creationId xmlns:a16="http://schemas.microsoft.com/office/drawing/2014/main" id="{25570639-6066-4516-A9F6-DBEDB542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472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2" name="data_7418">
            <a:extLst xmlns:a="http://schemas.openxmlformats.org/drawingml/2006/main">
              <a:ext uri="{FF2B5EF4-FFF2-40B4-BE49-F238E27FC236}">
                <a16:creationId xmlns:a16="http://schemas.microsoft.com/office/drawing/2014/main" id="{9D5FAFFD-AA57-4B41-9E40-46567E57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18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3" name="data_7419">
            <a:extLst xmlns:a="http://schemas.openxmlformats.org/drawingml/2006/main">
              <a:ext uri="{FF2B5EF4-FFF2-40B4-BE49-F238E27FC236}">
                <a16:creationId xmlns:a16="http://schemas.microsoft.com/office/drawing/2014/main" id="{D4A3ECB8-DDC5-461D-AD48-65B17DBB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1269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4" name="data_7420">
            <a:extLst xmlns:a="http://schemas.openxmlformats.org/drawingml/2006/main">
              <a:ext uri="{FF2B5EF4-FFF2-40B4-BE49-F238E27FC236}">
                <a16:creationId xmlns:a16="http://schemas.microsoft.com/office/drawing/2014/main" id="{B375FD9B-5EDF-4645-B30E-F18D183D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5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5" name="data_7421">
            <a:extLst xmlns:a="http://schemas.openxmlformats.org/drawingml/2006/main">
              <a:ext uri="{FF2B5EF4-FFF2-40B4-BE49-F238E27FC236}">
                <a16:creationId xmlns:a16="http://schemas.microsoft.com/office/drawing/2014/main" id="{2C2C97C5-A4DF-4AF6-ABB0-8170DBE6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4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6" name="data_7422">
            <a:extLst xmlns:a="http://schemas.openxmlformats.org/drawingml/2006/main">
              <a:ext uri="{FF2B5EF4-FFF2-40B4-BE49-F238E27FC236}">
                <a16:creationId xmlns:a16="http://schemas.microsoft.com/office/drawing/2014/main" id="{4F5FC586-07F8-48B8-9318-CC04B9AF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4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7" name="data_7423">
            <a:extLst xmlns:a="http://schemas.openxmlformats.org/drawingml/2006/main">
              <a:ext uri="{FF2B5EF4-FFF2-40B4-BE49-F238E27FC236}">
                <a16:creationId xmlns:a16="http://schemas.microsoft.com/office/drawing/2014/main" id="{CF830D91-3533-4667-95CF-250668E3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6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8" name="data_7424">
            <a:extLst xmlns:a="http://schemas.openxmlformats.org/drawingml/2006/main">
              <a:ext uri="{FF2B5EF4-FFF2-40B4-BE49-F238E27FC236}">
                <a16:creationId xmlns:a16="http://schemas.microsoft.com/office/drawing/2014/main" id="{D3EA5489-E830-43B8-8E51-36F02D6F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9" name="data_7425">
            <a:extLst xmlns:a="http://schemas.openxmlformats.org/drawingml/2006/main">
              <a:ext uri="{FF2B5EF4-FFF2-40B4-BE49-F238E27FC236}">
                <a16:creationId xmlns:a16="http://schemas.microsoft.com/office/drawing/2014/main" id="{71AF59BD-158A-4C8D-8B6C-C08D3442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64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0" name="data_7426">
            <a:extLst xmlns:a="http://schemas.openxmlformats.org/drawingml/2006/main">
              <a:ext uri="{FF2B5EF4-FFF2-40B4-BE49-F238E27FC236}">
                <a16:creationId xmlns:a16="http://schemas.microsoft.com/office/drawing/2014/main" id="{6C383D3E-A250-4D1E-95EC-939C70D1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7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1" name="data_7427">
            <a:extLst xmlns:a="http://schemas.openxmlformats.org/drawingml/2006/main">
              <a:ext uri="{FF2B5EF4-FFF2-40B4-BE49-F238E27FC236}">
                <a16:creationId xmlns:a16="http://schemas.microsoft.com/office/drawing/2014/main" id="{795D9D67-E535-4C72-9E97-A79FB1A4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76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2" name="data_7428">
            <a:extLst xmlns:a="http://schemas.openxmlformats.org/drawingml/2006/main">
              <a:ext uri="{FF2B5EF4-FFF2-40B4-BE49-F238E27FC236}">
                <a16:creationId xmlns:a16="http://schemas.microsoft.com/office/drawing/2014/main" id="{943FB028-A825-4969-B254-64B4F774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59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3" name="data_7429">
            <a:extLst xmlns:a="http://schemas.openxmlformats.org/drawingml/2006/main">
              <a:ext uri="{FF2B5EF4-FFF2-40B4-BE49-F238E27FC236}">
                <a16:creationId xmlns:a16="http://schemas.microsoft.com/office/drawing/2014/main" id="{E298F253-A1E2-4F2A-8B70-7E5D8E8F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4" name="data_7430">
            <a:extLst xmlns:a="http://schemas.openxmlformats.org/drawingml/2006/main">
              <a:ext uri="{FF2B5EF4-FFF2-40B4-BE49-F238E27FC236}">
                <a16:creationId xmlns:a16="http://schemas.microsoft.com/office/drawing/2014/main" id="{D72BB4BC-2778-4011-8C59-59603D24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3747" y="25673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5" name="data_7431">
            <a:extLst xmlns:a="http://schemas.openxmlformats.org/drawingml/2006/main">
              <a:ext uri="{FF2B5EF4-FFF2-40B4-BE49-F238E27FC236}">
                <a16:creationId xmlns:a16="http://schemas.microsoft.com/office/drawing/2014/main" id="{7F432E33-B803-48A2-9EC4-1A3D030E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49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6" name="data_7432">
            <a:extLst xmlns:a="http://schemas.openxmlformats.org/drawingml/2006/main">
              <a:ext uri="{FF2B5EF4-FFF2-40B4-BE49-F238E27FC236}">
                <a16:creationId xmlns:a16="http://schemas.microsoft.com/office/drawing/2014/main" id="{DD4348CC-BC08-46E7-A8AC-F758224E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0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7" name="data_7433">
            <a:extLst xmlns:a="http://schemas.openxmlformats.org/drawingml/2006/main">
              <a:ext uri="{FF2B5EF4-FFF2-40B4-BE49-F238E27FC236}">
                <a16:creationId xmlns:a16="http://schemas.microsoft.com/office/drawing/2014/main" id="{D78F36F3-2E1D-4F0D-95BF-B8D8CCDF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8" name="data_7434">
            <a:extLst xmlns:a="http://schemas.openxmlformats.org/drawingml/2006/main">
              <a:ext uri="{FF2B5EF4-FFF2-40B4-BE49-F238E27FC236}">
                <a16:creationId xmlns:a16="http://schemas.microsoft.com/office/drawing/2014/main" id="{10E328B1-1505-4E69-BF87-5EA01558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04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9" name="data_7435">
            <a:extLst xmlns:a="http://schemas.openxmlformats.org/drawingml/2006/main">
              <a:ext uri="{FF2B5EF4-FFF2-40B4-BE49-F238E27FC236}">
                <a16:creationId xmlns:a16="http://schemas.microsoft.com/office/drawing/2014/main" id="{4DA70715-7579-41E1-B16C-ADD1B279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1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0" name="data_7436">
            <a:extLst xmlns:a="http://schemas.openxmlformats.org/drawingml/2006/main">
              <a:ext uri="{FF2B5EF4-FFF2-40B4-BE49-F238E27FC236}">
                <a16:creationId xmlns:a16="http://schemas.microsoft.com/office/drawing/2014/main" id="{E0139B3E-694E-4968-938D-74154D1E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68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1" name="data_7437">
            <a:extLst xmlns:a="http://schemas.openxmlformats.org/drawingml/2006/main">
              <a:ext uri="{FF2B5EF4-FFF2-40B4-BE49-F238E27FC236}">
                <a16:creationId xmlns:a16="http://schemas.microsoft.com/office/drawing/2014/main" id="{DC7350C5-F73E-4705-B12A-FF5E225A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2473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2" name="data_7438">
            <a:extLst xmlns:a="http://schemas.openxmlformats.org/drawingml/2006/main">
              <a:ext uri="{FF2B5EF4-FFF2-40B4-BE49-F238E27FC236}">
                <a16:creationId xmlns:a16="http://schemas.microsoft.com/office/drawing/2014/main" id="{1DE8A574-64B9-405B-9E16-76EDBEA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7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3" name="data_7439">
            <a:extLst xmlns:a="http://schemas.openxmlformats.org/drawingml/2006/main">
              <a:ext uri="{FF2B5EF4-FFF2-40B4-BE49-F238E27FC236}">
                <a16:creationId xmlns:a16="http://schemas.microsoft.com/office/drawing/2014/main" id="{F21AF0AC-8FBD-4E7F-AED2-E23220FB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788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4" name="data_7440">
            <a:extLst xmlns:a="http://schemas.openxmlformats.org/drawingml/2006/main">
              <a:ext uri="{FF2B5EF4-FFF2-40B4-BE49-F238E27FC236}">
                <a16:creationId xmlns:a16="http://schemas.microsoft.com/office/drawing/2014/main" id="{36DB892B-71C5-483C-8C7D-C2FE5C6C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65" y="24517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5" name="data_7441">
            <a:extLst xmlns:a="http://schemas.openxmlformats.org/drawingml/2006/main">
              <a:ext uri="{FF2B5EF4-FFF2-40B4-BE49-F238E27FC236}">
                <a16:creationId xmlns:a16="http://schemas.microsoft.com/office/drawing/2014/main" id="{C7B29605-9175-4B85-AD9B-5637DBBC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20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6" name="data_7442">
            <a:extLst xmlns:a="http://schemas.openxmlformats.org/drawingml/2006/main">
              <a:ext uri="{FF2B5EF4-FFF2-40B4-BE49-F238E27FC236}">
                <a16:creationId xmlns:a16="http://schemas.microsoft.com/office/drawing/2014/main" id="{34117F05-21A1-47DD-BC67-FB9ACBFB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99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7" name="data_7443">
            <a:extLst xmlns:a="http://schemas.openxmlformats.org/drawingml/2006/main">
              <a:ext uri="{FF2B5EF4-FFF2-40B4-BE49-F238E27FC236}">
                <a16:creationId xmlns:a16="http://schemas.microsoft.com/office/drawing/2014/main" id="{18861F4B-A341-4C7D-B620-BC48F95C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8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8" name="data_7444">
            <a:extLst xmlns:a="http://schemas.openxmlformats.org/drawingml/2006/main">
              <a:ext uri="{FF2B5EF4-FFF2-40B4-BE49-F238E27FC236}">
                <a16:creationId xmlns:a16="http://schemas.microsoft.com/office/drawing/2014/main" id="{36BF1EAB-2957-4817-A7C1-74B71FC3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57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9" name="data_7445">
            <a:extLst xmlns:a="http://schemas.openxmlformats.org/drawingml/2006/main">
              <a:ext uri="{FF2B5EF4-FFF2-40B4-BE49-F238E27FC236}">
                <a16:creationId xmlns:a16="http://schemas.microsoft.com/office/drawing/2014/main" id="{7D768F92-FE71-4342-AB9B-EA1535C3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71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0" name="data_7446">
            <a:extLst xmlns:a="http://schemas.openxmlformats.org/drawingml/2006/main">
              <a:ext uri="{FF2B5EF4-FFF2-40B4-BE49-F238E27FC236}">
                <a16:creationId xmlns:a16="http://schemas.microsoft.com/office/drawing/2014/main" id="{945AB318-323C-4808-B768-AC149F22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26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1" name="data_7447">
            <a:extLst xmlns:a="http://schemas.openxmlformats.org/drawingml/2006/main">
              <a:ext uri="{FF2B5EF4-FFF2-40B4-BE49-F238E27FC236}">
                <a16:creationId xmlns:a16="http://schemas.microsoft.com/office/drawing/2014/main" id="{B4B5508E-EBBC-4F78-A9FB-F723E328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2" name="data_7448">
            <a:extLst xmlns:a="http://schemas.openxmlformats.org/drawingml/2006/main">
              <a:ext uri="{FF2B5EF4-FFF2-40B4-BE49-F238E27FC236}">
                <a16:creationId xmlns:a16="http://schemas.microsoft.com/office/drawing/2014/main" id="{BCA4CFD9-D4F4-4E5A-94C3-B746B7E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43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3" name="data_7449">
            <a:extLst xmlns:a="http://schemas.openxmlformats.org/drawingml/2006/main">
              <a:ext uri="{FF2B5EF4-FFF2-40B4-BE49-F238E27FC236}">
                <a16:creationId xmlns:a16="http://schemas.microsoft.com/office/drawing/2014/main" id="{2A688856-80E7-4662-85B0-EDCC7B24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9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4" name="data_7450">
            <a:extLst xmlns:a="http://schemas.openxmlformats.org/drawingml/2006/main">
              <a:ext uri="{FF2B5EF4-FFF2-40B4-BE49-F238E27FC236}">
                <a16:creationId xmlns:a16="http://schemas.microsoft.com/office/drawing/2014/main" id="{87786507-4814-47D8-A215-58542B0A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95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5" name="data_7451">
            <a:extLst xmlns:a="http://schemas.openxmlformats.org/drawingml/2006/main">
              <a:ext uri="{FF2B5EF4-FFF2-40B4-BE49-F238E27FC236}">
                <a16:creationId xmlns:a16="http://schemas.microsoft.com/office/drawing/2014/main" id="{1E889C97-7369-4C60-9D3D-1E618CD8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76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6" name="data_7452">
            <a:extLst xmlns:a="http://schemas.openxmlformats.org/drawingml/2006/main">
              <a:ext uri="{FF2B5EF4-FFF2-40B4-BE49-F238E27FC236}">
                <a16:creationId xmlns:a16="http://schemas.microsoft.com/office/drawing/2014/main" id="{88E8D7BA-CBF7-4F68-8EC2-BBFE8BD5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878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7" name="data_7453">
            <a:extLst xmlns:a="http://schemas.openxmlformats.org/drawingml/2006/main">
              <a:ext uri="{FF2B5EF4-FFF2-40B4-BE49-F238E27FC236}">
                <a16:creationId xmlns:a16="http://schemas.microsoft.com/office/drawing/2014/main" id="{00197E11-C323-4DFE-9D5E-184EE26C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344" y="31847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8" name="data_7454">
            <a:extLst xmlns:a="http://schemas.openxmlformats.org/drawingml/2006/main">
              <a:ext uri="{FF2B5EF4-FFF2-40B4-BE49-F238E27FC236}">
                <a16:creationId xmlns:a16="http://schemas.microsoft.com/office/drawing/2014/main" id="{A86709E8-7EBA-44E7-8871-9CE9827E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632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9" name="data_7455">
            <a:extLst xmlns:a="http://schemas.openxmlformats.org/drawingml/2006/main">
              <a:ext uri="{FF2B5EF4-FFF2-40B4-BE49-F238E27FC236}">
                <a16:creationId xmlns:a16="http://schemas.microsoft.com/office/drawing/2014/main" id="{771E00C5-5BB9-4FA2-8F3B-42697B2B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38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0" name="data_7456">
            <a:extLst xmlns:a="http://schemas.openxmlformats.org/drawingml/2006/main">
              <a:ext uri="{FF2B5EF4-FFF2-40B4-BE49-F238E27FC236}">
                <a16:creationId xmlns:a16="http://schemas.microsoft.com/office/drawing/2014/main" id="{02A3769B-BEAE-4E9A-B248-E17AFF71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23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1" name="data_7457">
            <a:extLst xmlns:a="http://schemas.openxmlformats.org/drawingml/2006/main">
              <a:ext uri="{FF2B5EF4-FFF2-40B4-BE49-F238E27FC236}">
                <a16:creationId xmlns:a16="http://schemas.microsoft.com/office/drawing/2014/main" id="{B217468C-2730-462E-8E98-26863FFF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5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2" name="data_7458">
            <a:extLst xmlns:a="http://schemas.openxmlformats.org/drawingml/2006/main">
              <a:ext uri="{FF2B5EF4-FFF2-40B4-BE49-F238E27FC236}">
                <a16:creationId xmlns:a16="http://schemas.microsoft.com/office/drawing/2014/main" id="{04944067-F7D8-48F7-80C7-DA09B242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4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3" name="data_7459">
            <a:extLst xmlns:a="http://schemas.openxmlformats.org/drawingml/2006/main">
              <a:ext uri="{FF2B5EF4-FFF2-40B4-BE49-F238E27FC236}">
                <a16:creationId xmlns:a16="http://schemas.microsoft.com/office/drawing/2014/main" id="{F748964A-42E6-422F-8C04-D845540F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7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4" name="data_7460">
            <a:extLst xmlns:a="http://schemas.openxmlformats.org/drawingml/2006/main">
              <a:ext uri="{FF2B5EF4-FFF2-40B4-BE49-F238E27FC236}">
                <a16:creationId xmlns:a16="http://schemas.microsoft.com/office/drawing/2014/main" id="{B60F4906-E2F9-45D2-B703-2E61C394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807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5" name="data_7461">
            <a:extLst xmlns:a="http://schemas.openxmlformats.org/drawingml/2006/main">
              <a:ext uri="{FF2B5EF4-FFF2-40B4-BE49-F238E27FC236}">
                <a16:creationId xmlns:a16="http://schemas.microsoft.com/office/drawing/2014/main" id="{0FC4D3DC-6C4F-4EA2-8E13-6DD8888A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6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6" name="data_7462">
            <a:extLst xmlns:a="http://schemas.openxmlformats.org/drawingml/2006/main">
              <a:ext uri="{FF2B5EF4-FFF2-40B4-BE49-F238E27FC236}">
                <a16:creationId xmlns:a16="http://schemas.microsoft.com/office/drawing/2014/main" id="{B39D2E37-86DE-43CE-ADF1-72E92A16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7" name="data_7463">
            <a:extLst xmlns:a="http://schemas.openxmlformats.org/drawingml/2006/main">
              <a:ext uri="{FF2B5EF4-FFF2-40B4-BE49-F238E27FC236}">
                <a16:creationId xmlns:a16="http://schemas.microsoft.com/office/drawing/2014/main" id="{E1E1F700-1DB6-43E7-ADE1-51101D6E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3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8" name="data_7464">
            <a:extLst xmlns:a="http://schemas.openxmlformats.org/drawingml/2006/main">
              <a:ext uri="{FF2B5EF4-FFF2-40B4-BE49-F238E27FC236}">
                <a16:creationId xmlns:a16="http://schemas.microsoft.com/office/drawing/2014/main" id="{60BF82A6-D9D4-4F20-8D27-E733581B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01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9" name="data_7465">
            <a:extLst xmlns:a="http://schemas.openxmlformats.org/drawingml/2006/main">
              <a:ext uri="{FF2B5EF4-FFF2-40B4-BE49-F238E27FC236}">
                <a16:creationId xmlns:a16="http://schemas.microsoft.com/office/drawing/2014/main" id="{15F767D5-C897-48DC-AF17-C32D353C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0" name="data_7466">
            <a:extLst xmlns:a="http://schemas.openxmlformats.org/drawingml/2006/main">
              <a:ext uri="{FF2B5EF4-FFF2-40B4-BE49-F238E27FC236}">
                <a16:creationId xmlns:a16="http://schemas.microsoft.com/office/drawing/2014/main" id="{C6DCA474-3AA4-4D15-A076-DECF22A8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1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1" name="data_7467">
            <a:extLst xmlns:a="http://schemas.openxmlformats.org/drawingml/2006/main">
              <a:ext uri="{FF2B5EF4-FFF2-40B4-BE49-F238E27FC236}">
                <a16:creationId xmlns:a16="http://schemas.microsoft.com/office/drawing/2014/main" id="{9B9B54B7-7311-4458-AA03-8EF4B2EB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303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2" name="data_7468">
            <a:extLst xmlns:a="http://schemas.openxmlformats.org/drawingml/2006/main">
              <a:ext uri="{FF2B5EF4-FFF2-40B4-BE49-F238E27FC236}">
                <a16:creationId xmlns:a16="http://schemas.microsoft.com/office/drawing/2014/main" id="{B8F1AA61-028A-42DD-9043-0498F22C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3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3" name="data_7469">
            <a:extLst xmlns:a="http://schemas.openxmlformats.org/drawingml/2006/main">
              <a:ext uri="{FF2B5EF4-FFF2-40B4-BE49-F238E27FC236}">
                <a16:creationId xmlns:a16="http://schemas.microsoft.com/office/drawing/2014/main" id="{8282E4D4-9E38-4155-9EC7-58970D46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4" name="data_7470">
            <a:extLst xmlns:a="http://schemas.openxmlformats.org/drawingml/2006/main">
              <a:ext uri="{FF2B5EF4-FFF2-40B4-BE49-F238E27FC236}">
                <a16:creationId xmlns:a16="http://schemas.microsoft.com/office/drawing/2014/main" id="{7708E64B-B8D5-46FA-B196-03925266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1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5" name="data_7471">
            <a:extLst xmlns:a="http://schemas.openxmlformats.org/drawingml/2006/main">
              <a:ext uri="{FF2B5EF4-FFF2-40B4-BE49-F238E27FC236}">
                <a16:creationId xmlns:a16="http://schemas.microsoft.com/office/drawing/2014/main" id="{71423E48-A715-4DA3-8BAE-CB1C7193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34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6" name="data_7472">
            <a:extLst xmlns:a="http://schemas.openxmlformats.org/drawingml/2006/main">
              <a:ext uri="{FF2B5EF4-FFF2-40B4-BE49-F238E27FC236}">
                <a16:creationId xmlns:a16="http://schemas.microsoft.com/office/drawing/2014/main" id="{A64A9DD8-9F62-4DE0-AE0A-353991F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8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7" name="data_7473">
            <a:extLst xmlns:a="http://schemas.openxmlformats.org/drawingml/2006/main">
              <a:ext uri="{FF2B5EF4-FFF2-40B4-BE49-F238E27FC236}">
                <a16:creationId xmlns:a16="http://schemas.microsoft.com/office/drawing/2014/main" id="{0884DED5-1A8B-4D02-B0B1-BDC15C3F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06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8" name="data_7474">
            <a:extLst xmlns:a="http://schemas.openxmlformats.org/drawingml/2006/main">
              <a:ext uri="{FF2B5EF4-FFF2-40B4-BE49-F238E27FC236}">
                <a16:creationId xmlns:a16="http://schemas.microsoft.com/office/drawing/2014/main" id="{D7055047-A3EC-41F0-B0C6-07E79670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651" y="355209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9" name="data_7475">
            <a:extLst xmlns:a="http://schemas.openxmlformats.org/drawingml/2006/main">
              <a:ext uri="{FF2B5EF4-FFF2-40B4-BE49-F238E27FC236}">
                <a16:creationId xmlns:a16="http://schemas.microsoft.com/office/drawing/2014/main" id="{ACD220CB-BE09-484F-86EC-77738488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85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0" name="data_7476">
            <a:extLst xmlns:a="http://schemas.openxmlformats.org/drawingml/2006/main">
              <a:ext uri="{FF2B5EF4-FFF2-40B4-BE49-F238E27FC236}">
                <a16:creationId xmlns:a16="http://schemas.microsoft.com/office/drawing/2014/main" id="{A13DF17B-CD0F-49CE-81C8-4837293E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5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1" name="data_7477">
            <a:extLst xmlns:a="http://schemas.openxmlformats.org/drawingml/2006/main">
              <a:ext uri="{FF2B5EF4-FFF2-40B4-BE49-F238E27FC236}">
                <a16:creationId xmlns:a16="http://schemas.microsoft.com/office/drawing/2014/main" id="{98F2E494-E9C8-4BAA-8B4E-9B1A07D9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824" y="24586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2" name="data_7478">
            <a:extLst xmlns:a="http://schemas.openxmlformats.org/drawingml/2006/main">
              <a:ext uri="{FF2B5EF4-FFF2-40B4-BE49-F238E27FC236}">
                <a16:creationId xmlns:a16="http://schemas.microsoft.com/office/drawing/2014/main" id="{6916BBB7-E38A-4C25-B814-65C21CE0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1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3" name="data_7479">
            <a:extLst xmlns:a="http://schemas.openxmlformats.org/drawingml/2006/main">
              <a:ext uri="{FF2B5EF4-FFF2-40B4-BE49-F238E27FC236}">
                <a16:creationId xmlns:a16="http://schemas.microsoft.com/office/drawing/2014/main" id="{C924AB1E-67A1-426E-8678-F622D869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08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4" name="data_7480">
            <a:extLst xmlns:a="http://schemas.openxmlformats.org/drawingml/2006/main">
              <a:ext uri="{FF2B5EF4-FFF2-40B4-BE49-F238E27FC236}">
                <a16:creationId xmlns:a16="http://schemas.microsoft.com/office/drawing/2014/main" id="{074D45DB-2447-4126-B9B1-5875BA49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3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5" name="data_7481">
            <a:extLst xmlns:a="http://schemas.openxmlformats.org/drawingml/2006/main">
              <a:ext uri="{FF2B5EF4-FFF2-40B4-BE49-F238E27FC236}">
                <a16:creationId xmlns:a16="http://schemas.microsoft.com/office/drawing/2014/main" id="{16FEEBCC-D338-4731-B742-EBA895D7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6" name="data_7482">
            <a:extLst xmlns:a="http://schemas.openxmlformats.org/drawingml/2006/main">
              <a:ext uri="{FF2B5EF4-FFF2-40B4-BE49-F238E27FC236}">
                <a16:creationId xmlns:a16="http://schemas.microsoft.com/office/drawing/2014/main" id="{0C2EE5B6-D779-4159-BA5E-C15CF172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007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7" name="data_7483">
            <a:extLst xmlns:a="http://schemas.openxmlformats.org/drawingml/2006/main">
              <a:ext uri="{FF2B5EF4-FFF2-40B4-BE49-F238E27FC236}">
                <a16:creationId xmlns:a16="http://schemas.microsoft.com/office/drawing/2014/main" id="{4C87596E-659B-4202-A3A6-54180C8D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610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8" name="data_7484">
            <a:extLst xmlns:a="http://schemas.openxmlformats.org/drawingml/2006/main">
              <a:ext uri="{FF2B5EF4-FFF2-40B4-BE49-F238E27FC236}">
                <a16:creationId xmlns:a16="http://schemas.microsoft.com/office/drawing/2014/main" id="{810A41F9-3789-4987-8CB1-6167CABD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0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9" name="data_7485">
            <a:extLst xmlns:a="http://schemas.openxmlformats.org/drawingml/2006/main">
              <a:ext uri="{FF2B5EF4-FFF2-40B4-BE49-F238E27FC236}">
                <a16:creationId xmlns:a16="http://schemas.microsoft.com/office/drawing/2014/main" id="{134A3E4F-3445-4711-AC80-9AB18B28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90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0" name="data_7486">
            <a:extLst xmlns:a="http://schemas.openxmlformats.org/drawingml/2006/main">
              <a:ext uri="{FF2B5EF4-FFF2-40B4-BE49-F238E27FC236}">
                <a16:creationId xmlns:a16="http://schemas.microsoft.com/office/drawing/2014/main" id="{DDA1C0DA-C599-4246-918A-13759945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1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1" name="data_7487">
            <a:extLst xmlns:a="http://schemas.openxmlformats.org/drawingml/2006/main">
              <a:ext uri="{FF2B5EF4-FFF2-40B4-BE49-F238E27FC236}">
                <a16:creationId xmlns:a16="http://schemas.microsoft.com/office/drawing/2014/main" id="{39B58446-E886-4DF4-8101-730FEBC5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680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2" name="data_7488">
            <a:extLst xmlns:a="http://schemas.openxmlformats.org/drawingml/2006/main">
              <a:ext uri="{FF2B5EF4-FFF2-40B4-BE49-F238E27FC236}">
                <a16:creationId xmlns:a16="http://schemas.microsoft.com/office/drawing/2014/main" id="{9CC3DD2C-CC27-4366-B8A5-B837C7A4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3" name="data_7489">
            <a:extLst xmlns:a="http://schemas.openxmlformats.org/drawingml/2006/main">
              <a:ext uri="{FF2B5EF4-FFF2-40B4-BE49-F238E27FC236}">
                <a16:creationId xmlns:a16="http://schemas.microsoft.com/office/drawing/2014/main" id="{D79394B2-942E-4DAE-8FAE-B04181FE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0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4" name="data_7490">
            <a:extLst xmlns:a="http://schemas.openxmlformats.org/drawingml/2006/main">
              <a:ext uri="{FF2B5EF4-FFF2-40B4-BE49-F238E27FC236}">
                <a16:creationId xmlns:a16="http://schemas.microsoft.com/office/drawing/2014/main" id="{F5964FD9-DCAF-4AD8-B6B2-55E8D6CA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165" y="284678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5" name="data_7491">
            <a:extLst xmlns:a="http://schemas.openxmlformats.org/drawingml/2006/main">
              <a:ext uri="{FF2B5EF4-FFF2-40B4-BE49-F238E27FC236}">
                <a16:creationId xmlns:a16="http://schemas.microsoft.com/office/drawing/2014/main" id="{A13A6C78-32B3-4A5B-8DB4-BD36A545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7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6" name="data_7492">
            <a:extLst xmlns:a="http://schemas.openxmlformats.org/drawingml/2006/main">
              <a:ext uri="{FF2B5EF4-FFF2-40B4-BE49-F238E27FC236}">
                <a16:creationId xmlns:a16="http://schemas.microsoft.com/office/drawing/2014/main" id="{B0E480DF-00D8-4B48-8E46-DE85D37D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5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7" name="data_7493">
            <a:extLst xmlns:a="http://schemas.openxmlformats.org/drawingml/2006/main">
              <a:ext uri="{FF2B5EF4-FFF2-40B4-BE49-F238E27FC236}">
                <a16:creationId xmlns:a16="http://schemas.microsoft.com/office/drawing/2014/main" id="{F2686EBA-1396-40CB-9868-649BC4CA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7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8" name="data_7494">
            <a:extLst xmlns:a="http://schemas.openxmlformats.org/drawingml/2006/main">
              <a:ext uri="{FF2B5EF4-FFF2-40B4-BE49-F238E27FC236}">
                <a16:creationId xmlns:a16="http://schemas.microsoft.com/office/drawing/2014/main" id="{25B30D94-A455-4F2B-B79C-3947CC41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0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9" name="data_7495">
            <a:extLst xmlns:a="http://schemas.openxmlformats.org/drawingml/2006/main">
              <a:ext uri="{FF2B5EF4-FFF2-40B4-BE49-F238E27FC236}">
                <a16:creationId xmlns:a16="http://schemas.microsoft.com/office/drawing/2014/main" id="{C2D6E678-7226-45E1-9745-325AC90C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92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0" name="data_7496">
            <a:extLst xmlns:a="http://schemas.openxmlformats.org/drawingml/2006/main">
              <a:ext uri="{FF2B5EF4-FFF2-40B4-BE49-F238E27FC236}">
                <a16:creationId xmlns:a16="http://schemas.microsoft.com/office/drawing/2014/main" id="{CE460F15-6E18-423B-B08D-6DAC2F6E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8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1" name="data_7497">
            <a:extLst xmlns:a="http://schemas.openxmlformats.org/drawingml/2006/main">
              <a:ext uri="{FF2B5EF4-FFF2-40B4-BE49-F238E27FC236}">
                <a16:creationId xmlns:a16="http://schemas.microsoft.com/office/drawing/2014/main" id="{11618CB7-841E-4BCE-A8AD-5BC802FD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4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2" name="data_7498">
            <a:extLst xmlns:a="http://schemas.openxmlformats.org/drawingml/2006/main">
              <a:ext uri="{FF2B5EF4-FFF2-40B4-BE49-F238E27FC236}">
                <a16:creationId xmlns:a16="http://schemas.microsoft.com/office/drawing/2014/main" id="{7360F6AE-04A4-4984-99CA-0881C6E5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3" name="data_7499">
            <a:extLst xmlns:a="http://schemas.openxmlformats.org/drawingml/2006/main">
              <a:ext uri="{FF2B5EF4-FFF2-40B4-BE49-F238E27FC236}">
                <a16:creationId xmlns:a16="http://schemas.microsoft.com/office/drawing/2014/main" id="{CAFEA62B-465E-40CB-A528-2C64F1D6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723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4" name="data_7500">
            <a:extLst xmlns:a="http://schemas.openxmlformats.org/drawingml/2006/main">
              <a:ext uri="{FF2B5EF4-FFF2-40B4-BE49-F238E27FC236}">
                <a16:creationId xmlns:a16="http://schemas.microsoft.com/office/drawing/2014/main" id="{8AD2E021-1E24-4B09-8411-6AE92606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32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5" name="data_7501">
            <a:extLst xmlns:a="http://schemas.openxmlformats.org/drawingml/2006/main">
              <a:ext uri="{FF2B5EF4-FFF2-40B4-BE49-F238E27FC236}">
                <a16:creationId xmlns:a16="http://schemas.microsoft.com/office/drawing/2014/main" id="{B3C5183A-156C-4615-8F84-11D9502E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91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6" name="data_7502">
            <a:extLst xmlns:a="http://schemas.openxmlformats.org/drawingml/2006/main">
              <a:ext uri="{FF2B5EF4-FFF2-40B4-BE49-F238E27FC236}">
                <a16:creationId xmlns:a16="http://schemas.microsoft.com/office/drawing/2014/main" id="{3E0EE463-DF14-458A-99A7-63F9D409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7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7" name="data_7503">
            <a:extLst xmlns:a="http://schemas.openxmlformats.org/drawingml/2006/main">
              <a:ext uri="{FF2B5EF4-FFF2-40B4-BE49-F238E27FC236}">
                <a16:creationId xmlns:a16="http://schemas.microsoft.com/office/drawing/2014/main" id="{0C147EE0-6C43-4827-B085-5B095149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2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8" name="data_7504">
            <a:extLst xmlns:a="http://schemas.openxmlformats.org/drawingml/2006/main">
              <a:ext uri="{FF2B5EF4-FFF2-40B4-BE49-F238E27FC236}">
                <a16:creationId xmlns:a16="http://schemas.microsoft.com/office/drawing/2014/main" id="{6B30441E-754F-4AA6-A1D9-96D073FD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1201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9" name="data_7505">
            <a:extLst xmlns:a="http://schemas.openxmlformats.org/drawingml/2006/main">
              <a:ext uri="{FF2B5EF4-FFF2-40B4-BE49-F238E27FC236}">
                <a16:creationId xmlns:a16="http://schemas.microsoft.com/office/drawing/2014/main" id="{2D4181A9-E561-4B35-8A6F-32DEEF12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5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0" name="data_7506">
            <a:extLst xmlns:a="http://schemas.openxmlformats.org/drawingml/2006/main">
              <a:ext uri="{FF2B5EF4-FFF2-40B4-BE49-F238E27FC236}">
                <a16:creationId xmlns:a16="http://schemas.microsoft.com/office/drawing/2014/main" id="{80978DC8-7597-48A5-86B1-4912539D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00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1" name="data_7507">
            <a:extLst xmlns:a="http://schemas.openxmlformats.org/drawingml/2006/main">
              <a:ext uri="{FF2B5EF4-FFF2-40B4-BE49-F238E27FC236}">
                <a16:creationId xmlns:a16="http://schemas.microsoft.com/office/drawing/2014/main" id="{4D7932A2-D876-4885-BD2D-F15FB042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15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2" name="data_7508">
            <a:extLst xmlns:a="http://schemas.openxmlformats.org/drawingml/2006/main">
              <a:ext uri="{FF2B5EF4-FFF2-40B4-BE49-F238E27FC236}">
                <a16:creationId xmlns:a16="http://schemas.microsoft.com/office/drawing/2014/main" id="{897D8028-6AD3-4D9E-970F-A80C70B9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107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3" name="data_7509">
            <a:extLst xmlns:a="http://schemas.openxmlformats.org/drawingml/2006/main">
              <a:ext uri="{FF2B5EF4-FFF2-40B4-BE49-F238E27FC236}">
                <a16:creationId xmlns:a16="http://schemas.microsoft.com/office/drawing/2014/main" id="{F48F431F-B291-4C74-ACAF-A3C01ACA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917" y="25725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4" name="data_7510">
            <a:extLst xmlns:a="http://schemas.openxmlformats.org/drawingml/2006/main">
              <a:ext uri="{FF2B5EF4-FFF2-40B4-BE49-F238E27FC236}">
                <a16:creationId xmlns:a16="http://schemas.microsoft.com/office/drawing/2014/main" id="{890E4870-BC3A-4B5A-ACD6-684EECDD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1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5" name="data_7511">
            <a:extLst xmlns:a="http://schemas.openxmlformats.org/drawingml/2006/main">
              <a:ext uri="{FF2B5EF4-FFF2-40B4-BE49-F238E27FC236}">
                <a16:creationId xmlns:a16="http://schemas.microsoft.com/office/drawing/2014/main" id="{CAC51507-73D8-4C2F-AEBB-8C87D3A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6" name="data_7512">
            <a:extLst xmlns:a="http://schemas.openxmlformats.org/drawingml/2006/main">
              <a:ext uri="{FF2B5EF4-FFF2-40B4-BE49-F238E27FC236}">
                <a16:creationId xmlns:a16="http://schemas.microsoft.com/office/drawing/2014/main" id="{3937D877-132D-4D2E-979E-3538C576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4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7" name="data_7513">
            <a:extLst xmlns:a="http://schemas.openxmlformats.org/drawingml/2006/main">
              <a:ext uri="{FF2B5EF4-FFF2-40B4-BE49-F238E27FC236}">
                <a16:creationId xmlns:a16="http://schemas.microsoft.com/office/drawing/2014/main" id="{17A94CFC-3D60-481B-B334-F5ABEA2C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16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8" name="data_7514">
            <a:extLst xmlns:a="http://schemas.openxmlformats.org/drawingml/2006/main">
              <a:ext uri="{FF2B5EF4-FFF2-40B4-BE49-F238E27FC236}">
                <a16:creationId xmlns:a16="http://schemas.microsoft.com/office/drawing/2014/main" id="{DAD378E3-FB33-4F71-AA3A-AF0925BD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49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9" name="data_7515">
            <a:extLst xmlns:a="http://schemas.openxmlformats.org/drawingml/2006/main">
              <a:ext uri="{FF2B5EF4-FFF2-40B4-BE49-F238E27FC236}">
                <a16:creationId xmlns:a16="http://schemas.microsoft.com/office/drawing/2014/main" id="{300905AA-E6E8-49CB-9BC0-E66286EE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12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0" name="data_7516">
            <a:extLst xmlns:a="http://schemas.openxmlformats.org/drawingml/2006/main">
              <a:ext uri="{FF2B5EF4-FFF2-40B4-BE49-F238E27FC236}">
                <a16:creationId xmlns:a16="http://schemas.microsoft.com/office/drawing/2014/main" id="{B0F93977-4961-4747-B83D-AAC97106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7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1" name="data_7517">
            <a:extLst xmlns:a="http://schemas.openxmlformats.org/drawingml/2006/main">
              <a:ext uri="{FF2B5EF4-FFF2-40B4-BE49-F238E27FC236}">
                <a16:creationId xmlns:a16="http://schemas.microsoft.com/office/drawing/2014/main" id="{0C845011-3D88-40CC-8EFB-1047E669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16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2" name="data_7518">
            <a:extLst xmlns:a="http://schemas.openxmlformats.org/drawingml/2006/main">
              <a:ext uri="{FF2B5EF4-FFF2-40B4-BE49-F238E27FC236}">
                <a16:creationId xmlns:a16="http://schemas.microsoft.com/office/drawing/2014/main" id="{7158BAA7-730C-4E5F-80F6-7D07BEE6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97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3" name="data_7519">
            <a:extLst xmlns:a="http://schemas.openxmlformats.org/drawingml/2006/main">
              <a:ext uri="{FF2B5EF4-FFF2-40B4-BE49-F238E27FC236}">
                <a16:creationId xmlns:a16="http://schemas.microsoft.com/office/drawing/2014/main" id="{C4D2705E-F811-42AA-B1DE-3D850E86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61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4" name="data_7520">
            <a:extLst xmlns:a="http://schemas.openxmlformats.org/drawingml/2006/main">
              <a:ext uri="{FF2B5EF4-FFF2-40B4-BE49-F238E27FC236}">
                <a16:creationId xmlns:a16="http://schemas.microsoft.com/office/drawing/2014/main" id="{1B755B2C-6E74-4BC0-AEA2-61C16E02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982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5" name="data_7521">
            <a:extLst xmlns:a="http://schemas.openxmlformats.org/drawingml/2006/main">
              <a:ext uri="{FF2B5EF4-FFF2-40B4-BE49-F238E27FC236}">
                <a16:creationId xmlns:a16="http://schemas.microsoft.com/office/drawing/2014/main" id="{6CCCB786-2907-4682-AA6C-979A5CD7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8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6" name="data_7522">
            <a:extLst xmlns:a="http://schemas.openxmlformats.org/drawingml/2006/main">
              <a:ext uri="{FF2B5EF4-FFF2-40B4-BE49-F238E27FC236}">
                <a16:creationId xmlns:a16="http://schemas.microsoft.com/office/drawing/2014/main" id="{3201FEE3-D7CD-4127-937E-7664A74B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9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7" name="data_7523">
            <a:extLst xmlns:a="http://schemas.openxmlformats.org/drawingml/2006/main">
              <a:ext uri="{FF2B5EF4-FFF2-40B4-BE49-F238E27FC236}">
                <a16:creationId xmlns:a16="http://schemas.microsoft.com/office/drawing/2014/main" id="{02D3094F-A4F8-471E-8FA7-B367BDA8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9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8" name="data_7524">
            <a:extLst xmlns:a="http://schemas.openxmlformats.org/drawingml/2006/main">
              <a:ext uri="{FF2B5EF4-FFF2-40B4-BE49-F238E27FC236}">
                <a16:creationId xmlns:a16="http://schemas.microsoft.com/office/drawing/2014/main" id="{7C2F8F2D-90C5-4BB3-A022-449E420B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726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9" name="data_7525">
            <a:extLst xmlns:a="http://schemas.openxmlformats.org/drawingml/2006/main">
              <a:ext uri="{FF2B5EF4-FFF2-40B4-BE49-F238E27FC236}">
                <a16:creationId xmlns:a16="http://schemas.microsoft.com/office/drawing/2014/main" id="{2324FDD5-9876-4864-99E2-AE71D1F9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0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0" name="data_7526">
            <a:extLst xmlns:a="http://schemas.openxmlformats.org/drawingml/2006/main">
              <a:ext uri="{FF2B5EF4-FFF2-40B4-BE49-F238E27FC236}">
                <a16:creationId xmlns:a16="http://schemas.microsoft.com/office/drawing/2014/main" id="{4F22212C-1F91-4FBD-88DC-6C294029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4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1" name="data_7527">
            <a:extLst xmlns:a="http://schemas.openxmlformats.org/drawingml/2006/main">
              <a:ext uri="{FF2B5EF4-FFF2-40B4-BE49-F238E27FC236}">
                <a16:creationId xmlns:a16="http://schemas.microsoft.com/office/drawing/2014/main" id="{DC151ADE-3732-4FFE-A218-11F3FCB0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465" y="391279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2" name="data_7528">
            <a:extLst xmlns:a="http://schemas.openxmlformats.org/drawingml/2006/main">
              <a:ext uri="{FF2B5EF4-FFF2-40B4-BE49-F238E27FC236}">
                <a16:creationId xmlns:a16="http://schemas.microsoft.com/office/drawing/2014/main" id="{1D43458E-D2AB-44BA-8D99-65B8857F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7683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3" name="data_7529">
            <a:extLst xmlns:a="http://schemas.openxmlformats.org/drawingml/2006/main">
              <a:ext uri="{FF2B5EF4-FFF2-40B4-BE49-F238E27FC236}">
                <a16:creationId xmlns:a16="http://schemas.microsoft.com/office/drawing/2014/main" id="{7F07AFF5-BF2A-442C-8A86-73ACA899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9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4" name="data_7530">
            <a:extLst xmlns:a="http://schemas.openxmlformats.org/drawingml/2006/main">
              <a:ext uri="{FF2B5EF4-FFF2-40B4-BE49-F238E27FC236}">
                <a16:creationId xmlns:a16="http://schemas.microsoft.com/office/drawing/2014/main" id="{332F8AA4-01CD-44B2-A2AF-F34BEA84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0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5" name="data_7531">
            <a:extLst xmlns:a="http://schemas.openxmlformats.org/drawingml/2006/main">
              <a:ext uri="{FF2B5EF4-FFF2-40B4-BE49-F238E27FC236}">
                <a16:creationId xmlns:a16="http://schemas.microsoft.com/office/drawing/2014/main" id="{0A244A61-3E0C-4A12-BADE-5D4369A7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0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6" name="data_7532">
            <a:extLst xmlns:a="http://schemas.openxmlformats.org/drawingml/2006/main">
              <a:ext uri="{FF2B5EF4-FFF2-40B4-BE49-F238E27FC236}">
                <a16:creationId xmlns:a16="http://schemas.microsoft.com/office/drawing/2014/main" id="{15443384-84F5-41CC-8A60-87CC444C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1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7" name="data_7533">
            <a:extLst xmlns:a="http://schemas.openxmlformats.org/drawingml/2006/main">
              <a:ext uri="{FF2B5EF4-FFF2-40B4-BE49-F238E27FC236}">
                <a16:creationId xmlns:a16="http://schemas.microsoft.com/office/drawing/2014/main" id="{D21874E4-7787-42BC-97E1-6E9C0224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13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8" name="data_7534">
            <a:extLst xmlns:a="http://schemas.openxmlformats.org/drawingml/2006/main">
              <a:ext uri="{FF2B5EF4-FFF2-40B4-BE49-F238E27FC236}">
                <a16:creationId xmlns:a16="http://schemas.microsoft.com/office/drawing/2014/main" id="{50FC562F-E756-43BA-9A8C-A1408C00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9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9" name="data_7535">
            <a:extLst xmlns:a="http://schemas.openxmlformats.org/drawingml/2006/main">
              <a:ext uri="{FF2B5EF4-FFF2-40B4-BE49-F238E27FC236}">
                <a16:creationId xmlns:a16="http://schemas.microsoft.com/office/drawing/2014/main" id="{ECC88152-64E3-45B8-86A8-20191678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433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0" name="data_7536">
            <a:extLst xmlns:a="http://schemas.openxmlformats.org/drawingml/2006/main">
              <a:ext uri="{FF2B5EF4-FFF2-40B4-BE49-F238E27FC236}">
                <a16:creationId xmlns:a16="http://schemas.microsoft.com/office/drawing/2014/main" id="{13F3B3A2-6094-4C31-BD78-F68928A9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19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1" name="data_7537">
            <a:extLst xmlns:a="http://schemas.openxmlformats.org/drawingml/2006/main">
              <a:ext uri="{FF2B5EF4-FFF2-40B4-BE49-F238E27FC236}">
                <a16:creationId xmlns:a16="http://schemas.microsoft.com/office/drawing/2014/main" id="{67529EBB-AF6E-42B0-B445-61B6CACF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24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2" name="data_7538">
            <a:extLst xmlns:a="http://schemas.openxmlformats.org/drawingml/2006/main">
              <a:ext uri="{FF2B5EF4-FFF2-40B4-BE49-F238E27FC236}">
                <a16:creationId xmlns:a16="http://schemas.microsoft.com/office/drawing/2014/main" id="{FFF9B308-BA4D-4F91-9332-036AC6AE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7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3" name="data_7539">
            <a:extLst xmlns:a="http://schemas.openxmlformats.org/drawingml/2006/main">
              <a:ext uri="{FF2B5EF4-FFF2-40B4-BE49-F238E27FC236}">
                <a16:creationId xmlns:a16="http://schemas.microsoft.com/office/drawing/2014/main" id="{CBF27843-6246-4810-9632-3E00A910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4" name="data_7540">
            <a:extLst xmlns:a="http://schemas.openxmlformats.org/drawingml/2006/main">
              <a:ext uri="{FF2B5EF4-FFF2-40B4-BE49-F238E27FC236}">
                <a16:creationId xmlns:a16="http://schemas.microsoft.com/office/drawing/2014/main" id="{A06FDAED-B461-4763-8507-16C5CB78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5" name="data_7541">
            <a:extLst xmlns:a="http://schemas.openxmlformats.org/drawingml/2006/main">
              <a:ext uri="{FF2B5EF4-FFF2-40B4-BE49-F238E27FC236}">
                <a16:creationId xmlns:a16="http://schemas.microsoft.com/office/drawing/2014/main" id="{C6B623C8-BE20-46E9-8BE0-78B40A26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0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6" name="data_7542">
            <a:extLst xmlns:a="http://schemas.openxmlformats.org/drawingml/2006/main">
              <a:ext uri="{FF2B5EF4-FFF2-40B4-BE49-F238E27FC236}">
                <a16:creationId xmlns:a16="http://schemas.microsoft.com/office/drawing/2014/main" id="{73B85EA5-7F6B-49C2-8362-CCAA35B7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6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7" name="data_7543">
            <a:extLst xmlns:a="http://schemas.openxmlformats.org/drawingml/2006/main">
              <a:ext uri="{FF2B5EF4-FFF2-40B4-BE49-F238E27FC236}">
                <a16:creationId xmlns:a16="http://schemas.microsoft.com/office/drawing/2014/main" id="{5EDF9654-1621-4C2E-BE9F-EDF7E7DB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8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8" name="data_7544">
            <a:extLst xmlns:a="http://schemas.openxmlformats.org/drawingml/2006/main">
              <a:ext uri="{FF2B5EF4-FFF2-40B4-BE49-F238E27FC236}">
                <a16:creationId xmlns:a16="http://schemas.microsoft.com/office/drawing/2014/main" id="{18FA4AC9-9BB1-44B0-B813-EE54E506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7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9" name="data_7545">
            <a:extLst xmlns:a="http://schemas.openxmlformats.org/drawingml/2006/main">
              <a:ext uri="{FF2B5EF4-FFF2-40B4-BE49-F238E27FC236}">
                <a16:creationId xmlns:a16="http://schemas.microsoft.com/office/drawing/2014/main" id="{AA251FA5-9097-4355-AFC5-CE623013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3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0" name="data_7546">
            <a:extLst xmlns:a="http://schemas.openxmlformats.org/drawingml/2006/main">
              <a:ext uri="{FF2B5EF4-FFF2-40B4-BE49-F238E27FC236}">
                <a16:creationId xmlns:a16="http://schemas.microsoft.com/office/drawing/2014/main" id="{415332C5-F828-4944-BBEA-24D5D49F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0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1" name="data_7547">
            <a:extLst xmlns:a="http://schemas.openxmlformats.org/drawingml/2006/main">
              <a:ext uri="{FF2B5EF4-FFF2-40B4-BE49-F238E27FC236}">
                <a16:creationId xmlns:a16="http://schemas.microsoft.com/office/drawing/2014/main" id="{B08A3EFF-4CB5-4CBB-9B1D-004F4C49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5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2" name="data_7548">
            <a:extLst xmlns:a="http://schemas.openxmlformats.org/drawingml/2006/main">
              <a:ext uri="{FF2B5EF4-FFF2-40B4-BE49-F238E27FC236}">
                <a16:creationId xmlns:a16="http://schemas.microsoft.com/office/drawing/2014/main" id="{91CF9313-EB1A-4008-A946-E0E4BABD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5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3" name="data_7549">
            <a:extLst xmlns:a="http://schemas.openxmlformats.org/drawingml/2006/main">
              <a:ext uri="{FF2B5EF4-FFF2-40B4-BE49-F238E27FC236}">
                <a16:creationId xmlns:a16="http://schemas.microsoft.com/office/drawing/2014/main" id="{6FE96193-0F21-44ED-804B-0B6B204C0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4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4" name="data_7550">
            <a:extLst xmlns:a="http://schemas.openxmlformats.org/drawingml/2006/main">
              <a:ext uri="{FF2B5EF4-FFF2-40B4-BE49-F238E27FC236}">
                <a16:creationId xmlns:a16="http://schemas.microsoft.com/office/drawing/2014/main" id="{C2D33CAF-EA27-4D14-B45A-CA4A99AD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72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5" name="data_7551">
            <a:extLst xmlns:a="http://schemas.openxmlformats.org/drawingml/2006/main">
              <a:ext uri="{FF2B5EF4-FFF2-40B4-BE49-F238E27FC236}">
                <a16:creationId xmlns:a16="http://schemas.microsoft.com/office/drawing/2014/main" id="{569A4FE2-FD70-4E1A-BE54-ABC666D7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59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6" name="data_7552">
            <a:extLst xmlns:a="http://schemas.openxmlformats.org/drawingml/2006/main">
              <a:ext uri="{FF2B5EF4-FFF2-40B4-BE49-F238E27FC236}">
                <a16:creationId xmlns:a16="http://schemas.microsoft.com/office/drawing/2014/main" id="{2BC0F24A-E984-4983-B840-2AB6A3CC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6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7" name="data_7553">
            <a:extLst xmlns:a="http://schemas.openxmlformats.org/drawingml/2006/main">
              <a:ext uri="{FF2B5EF4-FFF2-40B4-BE49-F238E27FC236}">
                <a16:creationId xmlns:a16="http://schemas.microsoft.com/office/drawing/2014/main" id="{54BB46CD-C724-4AC9-8E8D-1C3C4BE5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97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8" name="data_7554">
            <a:extLst xmlns:a="http://schemas.openxmlformats.org/drawingml/2006/main">
              <a:ext uri="{FF2B5EF4-FFF2-40B4-BE49-F238E27FC236}">
                <a16:creationId xmlns:a16="http://schemas.microsoft.com/office/drawing/2014/main" id="{1835AF07-3DE9-40D1-98CC-D3BA9ADC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9" name="data_7555">
            <a:extLst xmlns:a="http://schemas.openxmlformats.org/drawingml/2006/main">
              <a:ext uri="{FF2B5EF4-FFF2-40B4-BE49-F238E27FC236}">
                <a16:creationId xmlns:a16="http://schemas.microsoft.com/office/drawing/2014/main" id="{0FBAE456-74AD-46AF-9D1E-2323945D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0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0" name="data_7556">
            <a:extLst xmlns:a="http://schemas.openxmlformats.org/drawingml/2006/main">
              <a:ext uri="{FF2B5EF4-FFF2-40B4-BE49-F238E27FC236}">
                <a16:creationId xmlns:a16="http://schemas.microsoft.com/office/drawing/2014/main" id="{687EA12A-FE52-43E1-BBEE-4870E80E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898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1" name="data_7557">
            <a:extLst xmlns:a="http://schemas.openxmlformats.org/drawingml/2006/main">
              <a:ext uri="{FF2B5EF4-FFF2-40B4-BE49-F238E27FC236}">
                <a16:creationId xmlns:a16="http://schemas.microsoft.com/office/drawing/2014/main" id="{B510A300-6633-4D59-9CA4-D28316AB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4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2" name="data_7558">
            <a:extLst xmlns:a="http://schemas.openxmlformats.org/drawingml/2006/main">
              <a:ext uri="{FF2B5EF4-FFF2-40B4-BE49-F238E27FC236}">
                <a16:creationId xmlns:a16="http://schemas.microsoft.com/office/drawing/2014/main" id="{36D3CB42-6962-4270-8BF2-87B07560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23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3" name="data_7559">
            <a:extLst xmlns:a="http://schemas.openxmlformats.org/drawingml/2006/main">
              <a:ext uri="{FF2B5EF4-FFF2-40B4-BE49-F238E27FC236}">
                <a16:creationId xmlns:a16="http://schemas.microsoft.com/office/drawing/2014/main" id="{224FDCB8-4F47-43C7-8FB4-99EBDAD9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2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4" name="data_7560">
            <a:extLst xmlns:a="http://schemas.openxmlformats.org/drawingml/2006/main">
              <a:ext uri="{FF2B5EF4-FFF2-40B4-BE49-F238E27FC236}">
                <a16:creationId xmlns:a16="http://schemas.microsoft.com/office/drawing/2014/main" id="{7ECDC851-5491-486D-AD61-52E6D177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3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5" name="data_7561">
            <a:extLst xmlns:a="http://schemas.openxmlformats.org/drawingml/2006/main">
              <a:ext uri="{FF2B5EF4-FFF2-40B4-BE49-F238E27FC236}">
                <a16:creationId xmlns:a16="http://schemas.microsoft.com/office/drawing/2014/main" id="{3EFBFEB9-0360-4ED3-8D27-A6024C5E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423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6" name="data_7562">
            <a:extLst xmlns:a="http://schemas.openxmlformats.org/drawingml/2006/main">
              <a:ext uri="{FF2B5EF4-FFF2-40B4-BE49-F238E27FC236}">
                <a16:creationId xmlns:a16="http://schemas.microsoft.com/office/drawing/2014/main" id="{4DAE9551-3FC0-4A4D-ABB3-4B1E69B7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964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7" name="data_7563">
            <a:extLst xmlns:a="http://schemas.openxmlformats.org/drawingml/2006/main">
              <a:ext uri="{FF2B5EF4-FFF2-40B4-BE49-F238E27FC236}">
                <a16:creationId xmlns:a16="http://schemas.microsoft.com/office/drawing/2014/main" id="{93A25192-FE5E-410A-AE3D-B802C471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96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8" name="data_7564">
            <a:extLst xmlns:a="http://schemas.openxmlformats.org/drawingml/2006/main">
              <a:ext uri="{FF2B5EF4-FFF2-40B4-BE49-F238E27FC236}">
                <a16:creationId xmlns:a16="http://schemas.microsoft.com/office/drawing/2014/main" id="{255D3A15-8D39-458A-8895-9CCEBFA7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5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9" name="data_7565">
            <a:extLst xmlns:a="http://schemas.openxmlformats.org/drawingml/2006/main">
              <a:ext uri="{FF2B5EF4-FFF2-40B4-BE49-F238E27FC236}">
                <a16:creationId xmlns:a16="http://schemas.microsoft.com/office/drawing/2014/main" id="{0C34C133-7F99-44B4-A7A4-80067152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0" name="data_7566">
            <a:extLst xmlns:a="http://schemas.openxmlformats.org/drawingml/2006/main">
              <a:ext uri="{FF2B5EF4-FFF2-40B4-BE49-F238E27FC236}">
                <a16:creationId xmlns:a16="http://schemas.microsoft.com/office/drawing/2014/main" id="{DB581EC4-DAE6-4DDA-AB4E-D1F0E3B9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30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1" name="data_7567">
            <a:extLst xmlns:a="http://schemas.openxmlformats.org/drawingml/2006/main">
              <a:ext uri="{FF2B5EF4-FFF2-40B4-BE49-F238E27FC236}">
                <a16:creationId xmlns:a16="http://schemas.microsoft.com/office/drawing/2014/main" id="{3E989444-9BD3-43F1-9E2B-7D465C7C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13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2" name="data_7568">
            <a:extLst xmlns:a="http://schemas.openxmlformats.org/drawingml/2006/main">
              <a:ext uri="{FF2B5EF4-FFF2-40B4-BE49-F238E27FC236}">
                <a16:creationId xmlns:a16="http://schemas.microsoft.com/office/drawing/2014/main" id="{E450DED2-63EF-4289-91C3-57387297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48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3" name="data_7569">
            <a:extLst xmlns:a="http://schemas.openxmlformats.org/drawingml/2006/main">
              <a:ext uri="{FF2B5EF4-FFF2-40B4-BE49-F238E27FC236}">
                <a16:creationId xmlns:a16="http://schemas.microsoft.com/office/drawing/2014/main" id="{FDA23BE3-B8D8-4AF8-8961-B51950E8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4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4" name="data_7570">
            <a:extLst xmlns:a="http://schemas.openxmlformats.org/drawingml/2006/main">
              <a:ext uri="{FF2B5EF4-FFF2-40B4-BE49-F238E27FC236}">
                <a16:creationId xmlns:a16="http://schemas.microsoft.com/office/drawing/2014/main" id="{2CDF57B1-7462-43A0-88A1-ACA32061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3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5" name="data_7571">
            <a:extLst xmlns:a="http://schemas.openxmlformats.org/drawingml/2006/main">
              <a:ext uri="{FF2B5EF4-FFF2-40B4-BE49-F238E27FC236}">
                <a16:creationId xmlns:a16="http://schemas.microsoft.com/office/drawing/2014/main" id="{FFF4A24B-9945-48DC-B88F-A1BFF388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12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6" name="data_7572">
            <a:extLst xmlns:a="http://schemas.openxmlformats.org/drawingml/2006/main">
              <a:ext uri="{FF2B5EF4-FFF2-40B4-BE49-F238E27FC236}">
                <a16:creationId xmlns:a16="http://schemas.microsoft.com/office/drawing/2014/main" id="{7D2008F4-1C56-4101-A481-36F175A3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31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7" name="data_7573">
            <a:extLst xmlns:a="http://schemas.openxmlformats.org/drawingml/2006/main">
              <a:ext uri="{FF2B5EF4-FFF2-40B4-BE49-F238E27FC236}">
                <a16:creationId xmlns:a16="http://schemas.microsoft.com/office/drawing/2014/main" id="{445FE1D6-EDF7-4A8C-8043-BF960E30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91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8" name="data_7574">
            <a:extLst xmlns:a="http://schemas.openxmlformats.org/drawingml/2006/main">
              <a:ext uri="{FF2B5EF4-FFF2-40B4-BE49-F238E27FC236}">
                <a16:creationId xmlns:a16="http://schemas.microsoft.com/office/drawing/2014/main" id="{04BFCD68-E66F-45E3-B843-EADB746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9" name="data_7575">
            <a:extLst xmlns:a="http://schemas.openxmlformats.org/drawingml/2006/main">
              <a:ext uri="{FF2B5EF4-FFF2-40B4-BE49-F238E27FC236}">
                <a16:creationId xmlns:a16="http://schemas.microsoft.com/office/drawing/2014/main" id="{718D0660-EABB-4122-A75F-4D2948BD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7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0" name="data_7576">
            <a:extLst xmlns:a="http://schemas.openxmlformats.org/drawingml/2006/main">
              <a:ext uri="{FF2B5EF4-FFF2-40B4-BE49-F238E27FC236}">
                <a16:creationId xmlns:a16="http://schemas.microsoft.com/office/drawing/2014/main" id="{57474D5F-6824-4549-8955-0CAFABBB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9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1" name="data_7577">
            <a:extLst xmlns:a="http://schemas.openxmlformats.org/drawingml/2006/main">
              <a:ext uri="{FF2B5EF4-FFF2-40B4-BE49-F238E27FC236}">
                <a16:creationId xmlns:a16="http://schemas.microsoft.com/office/drawing/2014/main" id="{6E4090B2-E376-4BBD-A979-2C663A07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3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2" name="data_7578">
            <a:extLst xmlns:a="http://schemas.openxmlformats.org/drawingml/2006/main">
              <a:ext uri="{FF2B5EF4-FFF2-40B4-BE49-F238E27FC236}">
                <a16:creationId xmlns:a16="http://schemas.microsoft.com/office/drawing/2014/main" id="{45982B5B-B619-450D-9531-B6AE0FD6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46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3" name="data_7579">
            <a:extLst xmlns:a="http://schemas.openxmlformats.org/drawingml/2006/main">
              <a:ext uri="{FF2B5EF4-FFF2-40B4-BE49-F238E27FC236}">
                <a16:creationId xmlns:a16="http://schemas.microsoft.com/office/drawing/2014/main" id="{349B912A-EF71-41C2-ADC8-1799E1D0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6545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4" name="data_7580">
            <a:extLst xmlns:a="http://schemas.openxmlformats.org/drawingml/2006/main">
              <a:ext uri="{FF2B5EF4-FFF2-40B4-BE49-F238E27FC236}">
                <a16:creationId xmlns:a16="http://schemas.microsoft.com/office/drawing/2014/main" id="{350AA490-59BA-4BFF-BD36-520C8850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0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5" name="data_7581">
            <a:extLst xmlns:a="http://schemas.openxmlformats.org/drawingml/2006/main">
              <a:ext uri="{FF2B5EF4-FFF2-40B4-BE49-F238E27FC236}">
                <a16:creationId xmlns:a16="http://schemas.microsoft.com/office/drawing/2014/main" id="{8609ED39-1254-4F63-9E96-9FFB297B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645" y="29320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6" name="data_7582">
            <a:extLst xmlns:a="http://schemas.openxmlformats.org/drawingml/2006/main">
              <a:ext uri="{FF2B5EF4-FFF2-40B4-BE49-F238E27FC236}">
                <a16:creationId xmlns:a16="http://schemas.microsoft.com/office/drawing/2014/main" id="{5C36580B-12DB-4E08-8CA8-79796E3A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2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7" name="data_7583">
            <a:extLst xmlns:a="http://schemas.openxmlformats.org/drawingml/2006/main">
              <a:ext uri="{FF2B5EF4-FFF2-40B4-BE49-F238E27FC236}">
                <a16:creationId xmlns:a16="http://schemas.microsoft.com/office/drawing/2014/main" id="{AC28CC3F-2010-44E9-BA8E-BD1ECBBC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0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8" name="data_7584">
            <a:extLst xmlns:a="http://schemas.openxmlformats.org/drawingml/2006/main">
              <a:ext uri="{FF2B5EF4-FFF2-40B4-BE49-F238E27FC236}">
                <a16:creationId xmlns:a16="http://schemas.microsoft.com/office/drawing/2014/main" id="{AC0D77DA-9D41-4E19-BA9B-8351C420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69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9" name="data_7585">
            <a:extLst xmlns:a="http://schemas.openxmlformats.org/drawingml/2006/main">
              <a:ext uri="{FF2B5EF4-FFF2-40B4-BE49-F238E27FC236}">
                <a16:creationId xmlns:a16="http://schemas.microsoft.com/office/drawing/2014/main" id="{2EDF8137-0E39-46D2-BFBA-CC387F48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08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0" name="data_7586">
            <a:extLst xmlns:a="http://schemas.openxmlformats.org/drawingml/2006/main">
              <a:ext uri="{FF2B5EF4-FFF2-40B4-BE49-F238E27FC236}">
                <a16:creationId xmlns:a16="http://schemas.microsoft.com/office/drawing/2014/main" id="{7E30DEE3-9C5F-49B6-B3B2-E1FE9157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68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1" name="data_7587">
            <a:extLst xmlns:a="http://schemas.openxmlformats.org/drawingml/2006/main">
              <a:ext uri="{FF2B5EF4-FFF2-40B4-BE49-F238E27FC236}">
                <a16:creationId xmlns:a16="http://schemas.microsoft.com/office/drawing/2014/main" id="{C1F68106-C142-48D8-BC8B-64EBF312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3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2" name="data_7588">
            <a:extLst xmlns:a="http://schemas.openxmlformats.org/drawingml/2006/main">
              <a:ext uri="{FF2B5EF4-FFF2-40B4-BE49-F238E27FC236}">
                <a16:creationId xmlns:a16="http://schemas.microsoft.com/office/drawing/2014/main" id="{A03E4BE6-C972-4C46-AFED-7040DF37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25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3" name="data_7589">
            <a:extLst xmlns:a="http://schemas.openxmlformats.org/drawingml/2006/main">
              <a:ext uri="{FF2B5EF4-FFF2-40B4-BE49-F238E27FC236}">
                <a16:creationId xmlns:a16="http://schemas.microsoft.com/office/drawing/2014/main" id="{6797F1ED-7A65-4CFB-941D-B16B4B9F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30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4" name="data_7590">
            <a:extLst xmlns:a="http://schemas.openxmlformats.org/drawingml/2006/main">
              <a:ext uri="{FF2B5EF4-FFF2-40B4-BE49-F238E27FC236}">
                <a16:creationId xmlns:a16="http://schemas.microsoft.com/office/drawing/2014/main" id="{BD49A238-2AB6-48ED-9655-67DED082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8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5" name="data_7591">
            <a:extLst xmlns:a="http://schemas.openxmlformats.org/drawingml/2006/main">
              <a:ext uri="{FF2B5EF4-FFF2-40B4-BE49-F238E27FC236}">
                <a16:creationId xmlns:a16="http://schemas.microsoft.com/office/drawing/2014/main" id="{5A1C5C36-5FD4-4F94-B133-93C4E15A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6" name="data_7592">
            <a:extLst xmlns:a="http://schemas.openxmlformats.org/drawingml/2006/main">
              <a:ext uri="{FF2B5EF4-FFF2-40B4-BE49-F238E27FC236}">
                <a16:creationId xmlns:a16="http://schemas.microsoft.com/office/drawing/2014/main" id="{ADCB1334-65C3-45DD-B0D9-FE14F7A8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3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7" name="data_7593">
            <a:extLst xmlns:a="http://schemas.openxmlformats.org/drawingml/2006/main">
              <a:ext uri="{FF2B5EF4-FFF2-40B4-BE49-F238E27FC236}">
                <a16:creationId xmlns:a16="http://schemas.microsoft.com/office/drawing/2014/main" id="{F6261249-C67E-432A-B040-FB81FA55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6805" y="359451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8" name="data_7594">
            <a:extLst xmlns:a="http://schemas.openxmlformats.org/drawingml/2006/main">
              <a:ext uri="{FF2B5EF4-FFF2-40B4-BE49-F238E27FC236}">
                <a16:creationId xmlns:a16="http://schemas.microsoft.com/office/drawing/2014/main" id="{13EE7B5E-8F40-4E76-A77C-34E06AF3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699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9" name="data_7595">
            <a:extLst xmlns:a="http://schemas.openxmlformats.org/drawingml/2006/main">
              <a:ext uri="{FF2B5EF4-FFF2-40B4-BE49-F238E27FC236}">
                <a16:creationId xmlns:a16="http://schemas.microsoft.com/office/drawing/2014/main" id="{54485EE4-7531-4801-A340-5084F055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8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0" name="data_7596">
            <a:extLst xmlns:a="http://schemas.openxmlformats.org/drawingml/2006/main">
              <a:ext uri="{FF2B5EF4-FFF2-40B4-BE49-F238E27FC236}">
                <a16:creationId xmlns:a16="http://schemas.microsoft.com/office/drawing/2014/main" id="{2ED3EED7-12E5-467C-BF51-915FC295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77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1" name="data_7597">
            <a:extLst xmlns:a="http://schemas.openxmlformats.org/drawingml/2006/main">
              <a:ext uri="{FF2B5EF4-FFF2-40B4-BE49-F238E27FC236}">
                <a16:creationId xmlns:a16="http://schemas.microsoft.com/office/drawing/2014/main" id="{CE5AFE59-D9C7-46C2-97A6-DEFEDAFA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1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2" name="data_7598">
            <a:extLst xmlns:a="http://schemas.openxmlformats.org/drawingml/2006/main">
              <a:ext uri="{FF2B5EF4-FFF2-40B4-BE49-F238E27FC236}">
                <a16:creationId xmlns:a16="http://schemas.microsoft.com/office/drawing/2014/main" id="{F4213492-A713-443D-B70B-508AE5D3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4297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3" name="data_7599">
            <a:extLst xmlns:a="http://schemas.openxmlformats.org/drawingml/2006/main">
              <a:ext uri="{FF2B5EF4-FFF2-40B4-BE49-F238E27FC236}">
                <a16:creationId xmlns:a16="http://schemas.microsoft.com/office/drawing/2014/main" id="{D0941EAD-0D09-4320-B09F-E37F029C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6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4" name="data_7600">
            <a:extLst xmlns:a="http://schemas.openxmlformats.org/drawingml/2006/main">
              <a:ext uri="{FF2B5EF4-FFF2-40B4-BE49-F238E27FC236}">
                <a16:creationId xmlns:a16="http://schemas.microsoft.com/office/drawing/2014/main" id="{2127AEAE-3278-4088-9EB2-2F9411D3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4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5" name="data_7601">
            <a:extLst xmlns:a="http://schemas.openxmlformats.org/drawingml/2006/main">
              <a:ext uri="{FF2B5EF4-FFF2-40B4-BE49-F238E27FC236}">
                <a16:creationId xmlns:a16="http://schemas.microsoft.com/office/drawing/2014/main" id="{1BF3CAE4-D4E3-4074-9DF3-AD423242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4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6" name="data_7602">
            <a:extLst xmlns:a="http://schemas.openxmlformats.org/drawingml/2006/main">
              <a:ext uri="{FF2B5EF4-FFF2-40B4-BE49-F238E27FC236}">
                <a16:creationId xmlns:a16="http://schemas.microsoft.com/office/drawing/2014/main" id="{8AA0CFA6-3AC2-4B5F-A5D5-2C6FF1C7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7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7" name="data_7603">
            <a:extLst xmlns:a="http://schemas.openxmlformats.org/drawingml/2006/main">
              <a:ext uri="{FF2B5EF4-FFF2-40B4-BE49-F238E27FC236}">
                <a16:creationId xmlns:a16="http://schemas.microsoft.com/office/drawing/2014/main" id="{54903C4D-75BA-4FD4-A3A4-2BCF8AAB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8" name="data_7604">
            <a:extLst xmlns:a="http://schemas.openxmlformats.org/drawingml/2006/main">
              <a:ext uri="{FF2B5EF4-FFF2-40B4-BE49-F238E27FC236}">
                <a16:creationId xmlns:a16="http://schemas.microsoft.com/office/drawing/2014/main" id="{6D58C93E-C246-445B-A906-4C799281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6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9" name="data_7605">
            <a:extLst xmlns:a="http://schemas.openxmlformats.org/drawingml/2006/main">
              <a:ext uri="{FF2B5EF4-FFF2-40B4-BE49-F238E27FC236}">
                <a16:creationId xmlns:a16="http://schemas.microsoft.com/office/drawing/2014/main" id="{2EEBED42-AEA6-4F3B-B042-1372CB3C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0" name="data_7606">
            <a:extLst xmlns:a="http://schemas.openxmlformats.org/drawingml/2006/main">
              <a:ext uri="{FF2B5EF4-FFF2-40B4-BE49-F238E27FC236}">
                <a16:creationId xmlns:a16="http://schemas.microsoft.com/office/drawing/2014/main" id="{CED363D9-3E44-47D9-8CCB-2D80E227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79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1" name="data_7607">
            <a:extLst xmlns:a="http://schemas.openxmlformats.org/drawingml/2006/main">
              <a:ext uri="{FF2B5EF4-FFF2-40B4-BE49-F238E27FC236}">
                <a16:creationId xmlns:a16="http://schemas.microsoft.com/office/drawing/2014/main" id="{AD38A7DA-2B88-4CC1-8C5B-B2703DA8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162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2" name="data_7608">
            <a:extLst xmlns:a="http://schemas.openxmlformats.org/drawingml/2006/main">
              <a:ext uri="{FF2B5EF4-FFF2-40B4-BE49-F238E27FC236}">
                <a16:creationId xmlns:a16="http://schemas.microsoft.com/office/drawing/2014/main" id="{12C41FE9-011D-4099-828E-319C3F62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3" name="data_7609">
            <a:extLst xmlns:a="http://schemas.openxmlformats.org/drawingml/2006/main">
              <a:ext uri="{FF2B5EF4-FFF2-40B4-BE49-F238E27FC236}">
                <a16:creationId xmlns:a16="http://schemas.microsoft.com/office/drawing/2014/main" id="{C6CC40AF-90A4-4521-B14D-C710A925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774" y="25673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4" name="data_7610">
            <a:extLst xmlns:a="http://schemas.openxmlformats.org/drawingml/2006/main">
              <a:ext uri="{FF2B5EF4-FFF2-40B4-BE49-F238E27FC236}">
                <a16:creationId xmlns:a16="http://schemas.microsoft.com/office/drawing/2014/main" id="{4BA9C1A6-6414-4F49-A612-A84E5B3F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377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5" name="data_7611">
            <a:extLst xmlns:a="http://schemas.openxmlformats.org/drawingml/2006/main">
              <a:ext uri="{FF2B5EF4-FFF2-40B4-BE49-F238E27FC236}">
                <a16:creationId xmlns:a16="http://schemas.microsoft.com/office/drawing/2014/main" id="{F6CB8A25-71CD-453E-92F6-E0E2D7F9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0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6" name="data_7612">
            <a:extLst xmlns:a="http://schemas.openxmlformats.org/drawingml/2006/main">
              <a:ext uri="{FF2B5EF4-FFF2-40B4-BE49-F238E27FC236}">
                <a16:creationId xmlns:a16="http://schemas.microsoft.com/office/drawing/2014/main" id="{C9D8CFE7-778C-4510-8A03-1675C9F4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7" name="data_7613">
            <a:extLst xmlns:a="http://schemas.openxmlformats.org/drawingml/2006/main">
              <a:ext uri="{FF2B5EF4-FFF2-40B4-BE49-F238E27FC236}">
                <a16:creationId xmlns:a16="http://schemas.microsoft.com/office/drawing/2014/main" id="{D5FED735-2631-4A3B-AA16-894AF9B3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4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8" name="data_7614">
            <a:extLst xmlns:a="http://schemas.openxmlformats.org/drawingml/2006/main">
              <a:ext uri="{FF2B5EF4-FFF2-40B4-BE49-F238E27FC236}">
                <a16:creationId xmlns:a16="http://schemas.microsoft.com/office/drawing/2014/main" id="{CD82C949-0FCE-4234-8772-CE0806EF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01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9" name="data_7615">
            <a:extLst xmlns:a="http://schemas.openxmlformats.org/drawingml/2006/main">
              <a:ext uri="{FF2B5EF4-FFF2-40B4-BE49-F238E27FC236}">
                <a16:creationId xmlns:a16="http://schemas.microsoft.com/office/drawing/2014/main" id="{3A043E24-A60E-4CEF-A6D4-92EAA206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67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0" name="data_7616">
            <a:extLst xmlns:a="http://schemas.openxmlformats.org/drawingml/2006/main">
              <a:ext uri="{FF2B5EF4-FFF2-40B4-BE49-F238E27FC236}">
                <a16:creationId xmlns:a16="http://schemas.microsoft.com/office/drawing/2014/main" id="{7D82FAF7-D4D1-4BE8-868A-8C03CD9D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5501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1" name="data_7617">
            <a:extLst xmlns:a="http://schemas.openxmlformats.org/drawingml/2006/main">
              <a:ext uri="{FF2B5EF4-FFF2-40B4-BE49-F238E27FC236}">
                <a16:creationId xmlns:a16="http://schemas.microsoft.com/office/drawing/2014/main" id="{FA931C11-C763-40EE-ABFC-CC91BDF9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08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2" name="data_7618">
            <a:extLst xmlns:a="http://schemas.openxmlformats.org/drawingml/2006/main">
              <a:ext uri="{FF2B5EF4-FFF2-40B4-BE49-F238E27FC236}">
                <a16:creationId xmlns:a16="http://schemas.microsoft.com/office/drawing/2014/main" id="{61CCD19C-6CDC-4234-BF3B-A9625776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816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3" name="data_7619">
            <a:extLst xmlns:a="http://schemas.openxmlformats.org/drawingml/2006/main">
              <a:ext uri="{FF2B5EF4-FFF2-40B4-BE49-F238E27FC236}">
                <a16:creationId xmlns:a16="http://schemas.microsoft.com/office/drawing/2014/main" id="{A0A9D834-5132-4C87-8F7D-530C2832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992" y="24517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4" name="data_7620">
            <a:extLst xmlns:a="http://schemas.openxmlformats.org/drawingml/2006/main">
              <a:ext uri="{FF2B5EF4-FFF2-40B4-BE49-F238E27FC236}">
                <a16:creationId xmlns:a16="http://schemas.microsoft.com/office/drawing/2014/main" id="{6EAA01D7-D418-42ED-8375-58D672C8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50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5" name="data_7621">
            <a:extLst xmlns:a="http://schemas.openxmlformats.org/drawingml/2006/main">
              <a:ext uri="{FF2B5EF4-FFF2-40B4-BE49-F238E27FC236}">
                <a16:creationId xmlns:a16="http://schemas.microsoft.com/office/drawing/2014/main" id="{759928C6-BBC9-43EF-9758-02B88B90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60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6" name="data_7622">
            <a:extLst xmlns:a="http://schemas.openxmlformats.org/drawingml/2006/main">
              <a:ext uri="{FF2B5EF4-FFF2-40B4-BE49-F238E27FC236}">
                <a16:creationId xmlns:a16="http://schemas.microsoft.com/office/drawing/2014/main" id="{18622B8A-095F-4061-AD51-0124F9A6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8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7" name="data_7623">
            <a:extLst xmlns:a="http://schemas.openxmlformats.org/drawingml/2006/main">
              <a:ext uri="{FF2B5EF4-FFF2-40B4-BE49-F238E27FC236}">
                <a16:creationId xmlns:a16="http://schemas.microsoft.com/office/drawing/2014/main" id="{2AA498DE-D187-487F-8603-9FF880DF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8" name="data_7624">
            <a:extLst xmlns:a="http://schemas.openxmlformats.org/drawingml/2006/main">
              <a:ext uri="{FF2B5EF4-FFF2-40B4-BE49-F238E27FC236}">
                <a16:creationId xmlns:a16="http://schemas.microsoft.com/office/drawing/2014/main" id="{4410F1BB-D0D7-4D58-A8B8-2D54B9E7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73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9" name="data_7625">
            <a:extLst xmlns:a="http://schemas.openxmlformats.org/drawingml/2006/main">
              <a:ext uri="{FF2B5EF4-FFF2-40B4-BE49-F238E27FC236}">
                <a16:creationId xmlns:a16="http://schemas.microsoft.com/office/drawing/2014/main" id="{81994D2B-7BBA-4D0B-94B3-6D3C613F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2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0" name="data_7626">
            <a:extLst xmlns:a="http://schemas.openxmlformats.org/drawingml/2006/main">
              <a:ext uri="{FF2B5EF4-FFF2-40B4-BE49-F238E27FC236}">
                <a16:creationId xmlns:a16="http://schemas.microsoft.com/office/drawing/2014/main" id="{6E1958A6-FC5E-4F38-9565-D72B427F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1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1" name="data_7627">
            <a:extLst xmlns:a="http://schemas.openxmlformats.org/drawingml/2006/main">
              <a:ext uri="{FF2B5EF4-FFF2-40B4-BE49-F238E27FC236}">
                <a16:creationId xmlns:a16="http://schemas.microsoft.com/office/drawing/2014/main" id="{4CDE0444-80CB-4E04-A110-3AA073CE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73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2" name="data_7628">
            <a:extLst xmlns:a="http://schemas.openxmlformats.org/drawingml/2006/main">
              <a:ext uri="{FF2B5EF4-FFF2-40B4-BE49-F238E27FC236}">
                <a16:creationId xmlns:a16="http://schemas.microsoft.com/office/drawing/2014/main" id="{9DC3C073-5AA3-486E-AA57-ADA64431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99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3" name="data_7629">
            <a:extLst xmlns:a="http://schemas.openxmlformats.org/drawingml/2006/main">
              <a:ext uri="{FF2B5EF4-FFF2-40B4-BE49-F238E27FC236}">
                <a16:creationId xmlns:a16="http://schemas.microsoft.com/office/drawing/2014/main" id="{96B7B56B-6CD1-47FF-AED8-50C3E975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260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4" name="data_7630">
            <a:extLst xmlns:a="http://schemas.openxmlformats.org/drawingml/2006/main">
              <a:ext uri="{FF2B5EF4-FFF2-40B4-BE49-F238E27FC236}">
                <a16:creationId xmlns:a16="http://schemas.microsoft.com/office/drawing/2014/main" id="{A6F5B3BF-AB64-4447-8905-ADD10CD3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7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5" name="data_7631">
            <a:extLst xmlns:a="http://schemas.openxmlformats.org/drawingml/2006/main">
              <a:ext uri="{FF2B5EF4-FFF2-40B4-BE49-F238E27FC236}">
                <a16:creationId xmlns:a16="http://schemas.microsoft.com/office/drawing/2014/main" id="{EE074BDE-89AC-4168-A102-4A56B270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906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6" name="data_7632">
            <a:extLst xmlns:a="http://schemas.openxmlformats.org/drawingml/2006/main">
              <a:ext uri="{FF2B5EF4-FFF2-40B4-BE49-F238E27FC236}">
                <a16:creationId xmlns:a16="http://schemas.microsoft.com/office/drawing/2014/main" id="{06460FBB-2A37-4C4A-8CEC-26E0FA09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5372" y="31847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7" name="data_7633">
            <a:extLst xmlns:a="http://schemas.openxmlformats.org/drawingml/2006/main">
              <a:ext uri="{FF2B5EF4-FFF2-40B4-BE49-F238E27FC236}">
                <a16:creationId xmlns:a16="http://schemas.microsoft.com/office/drawing/2014/main" id="{F8FFFD9E-3E5A-40DF-B223-1223ADAD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66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8" name="data_7634">
            <a:extLst xmlns:a="http://schemas.openxmlformats.org/drawingml/2006/main">
              <a:ext uri="{FF2B5EF4-FFF2-40B4-BE49-F238E27FC236}">
                <a16:creationId xmlns:a16="http://schemas.microsoft.com/office/drawing/2014/main" id="{C8A0F2C3-D59D-4DFB-84CF-6C1681CE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4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9" name="data_7635">
            <a:extLst xmlns:a="http://schemas.openxmlformats.org/drawingml/2006/main">
              <a:ext uri="{FF2B5EF4-FFF2-40B4-BE49-F238E27FC236}">
                <a16:creationId xmlns:a16="http://schemas.microsoft.com/office/drawing/2014/main" id="{4D3426E8-3C76-49EE-AE71-FB165B15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4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0" name="data_7636">
            <a:extLst xmlns:a="http://schemas.openxmlformats.org/drawingml/2006/main">
              <a:ext uri="{FF2B5EF4-FFF2-40B4-BE49-F238E27FC236}">
                <a16:creationId xmlns:a16="http://schemas.microsoft.com/office/drawing/2014/main" id="{B3BE7943-8ED8-4D24-BBBF-5DC332C3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96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1" name="data_7637">
            <a:extLst xmlns:a="http://schemas.openxmlformats.org/drawingml/2006/main">
              <a:ext uri="{FF2B5EF4-FFF2-40B4-BE49-F238E27FC236}">
                <a16:creationId xmlns:a16="http://schemas.microsoft.com/office/drawing/2014/main" id="{36091BFA-5FDC-45DE-97CC-2F90B8B1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843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2" name="data_7638">
            <a:extLst xmlns:a="http://schemas.openxmlformats.org/drawingml/2006/main">
              <a:ext uri="{FF2B5EF4-FFF2-40B4-BE49-F238E27FC236}">
                <a16:creationId xmlns:a16="http://schemas.microsoft.com/office/drawing/2014/main" id="{C68C7F42-55F2-4F28-85CE-422FB93A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78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3" name="data_7639">
            <a:extLst xmlns:a="http://schemas.openxmlformats.org/drawingml/2006/main">
              <a:ext uri="{FF2B5EF4-FFF2-40B4-BE49-F238E27FC236}">
                <a16:creationId xmlns:a16="http://schemas.microsoft.com/office/drawing/2014/main" id="{D1D6ECA7-FE02-4CAB-AC57-EBCF0A65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110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4" name="data_7640">
            <a:extLst xmlns:a="http://schemas.openxmlformats.org/drawingml/2006/main">
              <a:ext uri="{FF2B5EF4-FFF2-40B4-BE49-F238E27FC236}">
                <a16:creationId xmlns:a16="http://schemas.microsoft.com/office/drawing/2014/main" id="{5C9D0D54-FEEC-46BE-B4A5-8531ECE5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07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5" name="data_7641">
            <a:extLst xmlns:a="http://schemas.openxmlformats.org/drawingml/2006/main">
              <a:ext uri="{FF2B5EF4-FFF2-40B4-BE49-F238E27FC236}">
                <a16:creationId xmlns:a16="http://schemas.microsoft.com/office/drawing/2014/main" id="{168FB652-00D1-47C4-B5CE-46598613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6" name="data_7642">
            <a:extLst xmlns:a="http://schemas.openxmlformats.org/drawingml/2006/main">
              <a:ext uri="{FF2B5EF4-FFF2-40B4-BE49-F238E27FC236}">
                <a16:creationId xmlns:a16="http://schemas.microsoft.com/office/drawing/2014/main" id="{CD583DC5-4251-4027-8FFE-5D555E2C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13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7" name="data_7643">
            <a:extLst xmlns:a="http://schemas.openxmlformats.org/drawingml/2006/main">
              <a:ext uri="{FF2B5EF4-FFF2-40B4-BE49-F238E27FC236}">
                <a16:creationId xmlns:a16="http://schemas.microsoft.com/office/drawing/2014/main" id="{E7809BA2-213C-466C-822A-875307B0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1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8" name="data_7644">
            <a:extLst xmlns:a="http://schemas.openxmlformats.org/drawingml/2006/main">
              <a:ext uri="{FF2B5EF4-FFF2-40B4-BE49-F238E27FC236}">
                <a16:creationId xmlns:a16="http://schemas.microsoft.com/office/drawing/2014/main" id="{267CDBC3-E829-4F50-A7BF-63E0C4AA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9" name="data_7645">
            <a:extLst xmlns:a="http://schemas.openxmlformats.org/drawingml/2006/main">
              <a:ext uri="{FF2B5EF4-FFF2-40B4-BE49-F238E27FC236}">
                <a16:creationId xmlns:a16="http://schemas.microsoft.com/office/drawing/2014/main" id="{BD81939C-A973-4C76-8078-33D763C8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1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0" name="data_7646">
            <a:extLst xmlns:a="http://schemas.openxmlformats.org/drawingml/2006/main">
              <a:ext uri="{FF2B5EF4-FFF2-40B4-BE49-F238E27FC236}">
                <a16:creationId xmlns:a16="http://schemas.microsoft.com/office/drawing/2014/main" id="{94D96A25-42BA-40C9-B2F9-E27C01E9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330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1" name="data_7647">
            <a:extLst xmlns:a="http://schemas.openxmlformats.org/drawingml/2006/main">
              <a:ext uri="{FF2B5EF4-FFF2-40B4-BE49-F238E27FC236}">
                <a16:creationId xmlns:a16="http://schemas.microsoft.com/office/drawing/2014/main" id="{7FBAE621-9BDE-4220-A509-F7BCBAA7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158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2" name="data_7648">
            <a:extLst xmlns:a="http://schemas.openxmlformats.org/drawingml/2006/main">
              <a:ext uri="{FF2B5EF4-FFF2-40B4-BE49-F238E27FC236}">
                <a16:creationId xmlns:a16="http://schemas.microsoft.com/office/drawing/2014/main" id="{B3ABC1B6-C4E2-4D65-BB40-5380DADE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3" name="data_7649">
            <a:extLst xmlns:a="http://schemas.openxmlformats.org/drawingml/2006/main">
              <a:ext uri="{FF2B5EF4-FFF2-40B4-BE49-F238E27FC236}">
                <a16:creationId xmlns:a16="http://schemas.microsoft.com/office/drawing/2014/main" id="{A400BA35-2537-41CC-B91E-A0596E67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41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4" name="data_7650">
            <a:extLst xmlns:a="http://schemas.openxmlformats.org/drawingml/2006/main">
              <a:ext uri="{FF2B5EF4-FFF2-40B4-BE49-F238E27FC236}">
                <a16:creationId xmlns:a16="http://schemas.microsoft.com/office/drawing/2014/main" id="{67069411-1452-48AC-843E-B5884C4D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651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5" name="data_7651">
            <a:extLst xmlns:a="http://schemas.openxmlformats.org/drawingml/2006/main">
              <a:ext uri="{FF2B5EF4-FFF2-40B4-BE49-F238E27FC236}">
                <a16:creationId xmlns:a16="http://schemas.microsoft.com/office/drawing/2014/main" id="{E2D8C358-CAD7-4C77-BA5F-AC5B13B6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38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6" name="data_7652">
            <a:extLst xmlns:a="http://schemas.openxmlformats.org/drawingml/2006/main">
              <a:ext uri="{FF2B5EF4-FFF2-40B4-BE49-F238E27FC236}">
                <a16:creationId xmlns:a16="http://schemas.microsoft.com/office/drawing/2014/main" id="{8276EFBB-61EF-4A03-B0E7-4CFB3278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7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7" name="data_7653">
            <a:extLst xmlns:a="http://schemas.openxmlformats.org/drawingml/2006/main">
              <a:ext uri="{FF2B5EF4-FFF2-40B4-BE49-F238E27FC236}">
                <a16:creationId xmlns:a16="http://schemas.microsoft.com/office/drawing/2014/main" id="{676E3CAE-1231-4FFF-AA4B-2E734923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679" y="355209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8" name="data_7654">
            <a:extLst xmlns:a="http://schemas.openxmlformats.org/drawingml/2006/main">
              <a:ext uri="{FF2B5EF4-FFF2-40B4-BE49-F238E27FC236}">
                <a16:creationId xmlns:a16="http://schemas.microsoft.com/office/drawing/2014/main" id="{80650033-0C33-4A45-B5BE-6E0E0CCB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087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9" name="data_7655">
            <a:extLst xmlns:a="http://schemas.openxmlformats.org/drawingml/2006/main">
              <a:ext uri="{FF2B5EF4-FFF2-40B4-BE49-F238E27FC236}">
                <a16:creationId xmlns:a16="http://schemas.microsoft.com/office/drawing/2014/main" id="{F60396D6-E9CF-4FF2-ACD2-9C217C4F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16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0" name="data_7656">
            <a:extLst xmlns:a="http://schemas.openxmlformats.org/drawingml/2006/main">
              <a:ext uri="{FF2B5EF4-FFF2-40B4-BE49-F238E27FC236}">
                <a16:creationId xmlns:a16="http://schemas.microsoft.com/office/drawing/2014/main" id="{535C30ED-6FE6-48C7-9D74-B3494031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852" y="24586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1" name="data_7657">
            <a:extLst xmlns:a="http://schemas.openxmlformats.org/drawingml/2006/main">
              <a:ext uri="{FF2B5EF4-FFF2-40B4-BE49-F238E27FC236}">
                <a16:creationId xmlns:a16="http://schemas.microsoft.com/office/drawing/2014/main" id="{F162D616-FE3A-4AF0-AE07-A7347735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14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2" name="data_7658">
            <a:extLst xmlns:a="http://schemas.openxmlformats.org/drawingml/2006/main">
              <a:ext uri="{FF2B5EF4-FFF2-40B4-BE49-F238E27FC236}">
                <a16:creationId xmlns:a16="http://schemas.microsoft.com/office/drawing/2014/main" id="{961E88A5-060B-4393-B6ED-E654529B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8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3" name="data_7659">
            <a:extLst xmlns:a="http://schemas.openxmlformats.org/drawingml/2006/main">
              <a:ext uri="{FF2B5EF4-FFF2-40B4-BE49-F238E27FC236}">
                <a16:creationId xmlns:a16="http://schemas.microsoft.com/office/drawing/2014/main" id="{90BE2DBC-A21E-4DA4-8736-327A3BEA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368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4" name="data_7660">
            <a:extLst xmlns:a="http://schemas.openxmlformats.org/drawingml/2006/main">
              <a:ext uri="{FF2B5EF4-FFF2-40B4-BE49-F238E27FC236}">
                <a16:creationId xmlns:a16="http://schemas.microsoft.com/office/drawing/2014/main" id="{C2A3CAAA-C84E-4E48-AC85-400B1D89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5" name="data_7661">
            <a:extLst xmlns:a="http://schemas.openxmlformats.org/drawingml/2006/main">
              <a:ext uri="{FF2B5EF4-FFF2-40B4-BE49-F238E27FC236}">
                <a16:creationId xmlns:a16="http://schemas.microsoft.com/office/drawing/2014/main" id="{25D849A1-8D31-4CFB-A2C3-A8BA8DA8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7035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6" name="data_7662">
            <a:extLst xmlns:a="http://schemas.openxmlformats.org/drawingml/2006/main">
              <a:ext uri="{FF2B5EF4-FFF2-40B4-BE49-F238E27FC236}">
                <a16:creationId xmlns:a16="http://schemas.microsoft.com/office/drawing/2014/main" id="{30B46CC2-6619-4E71-9384-298C23CF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63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7" name="data_7663">
            <a:extLst xmlns:a="http://schemas.openxmlformats.org/drawingml/2006/main">
              <a:ext uri="{FF2B5EF4-FFF2-40B4-BE49-F238E27FC236}">
                <a16:creationId xmlns:a16="http://schemas.microsoft.com/office/drawing/2014/main" id="{19E7CE41-7A42-4926-BA5A-1DF3B7C8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1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8" name="data_7664">
            <a:extLst xmlns:a="http://schemas.openxmlformats.org/drawingml/2006/main">
              <a:ext uri="{FF2B5EF4-FFF2-40B4-BE49-F238E27FC236}">
                <a16:creationId xmlns:a16="http://schemas.microsoft.com/office/drawing/2014/main" id="{FB6F68F8-8BBD-4241-918F-A9E2794B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99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9" name="data_7665">
            <a:extLst xmlns:a="http://schemas.openxmlformats.org/drawingml/2006/main">
              <a:ext uri="{FF2B5EF4-FFF2-40B4-BE49-F238E27FC236}">
                <a16:creationId xmlns:a16="http://schemas.microsoft.com/office/drawing/2014/main" id="{8DA1CFCD-A69F-4173-A19A-2E3527FC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2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0" name="data_7666">
            <a:extLst xmlns:a="http://schemas.openxmlformats.org/drawingml/2006/main">
              <a:ext uri="{FF2B5EF4-FFF2-40B4-BE49-F238E27FC236}">
                <a16:creationId xmlns:a16="http://schemas.microsoft.com/office/drawing/2014/main" id="{23EEF0C6-4CE0-432F-BE24-DC68E15E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83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1" name="data_7667">
            <a:extLst xmlns:a="http://schemas.openxmlformats.org/drawingml/2006/main">
              <a:ext uri="{FF2B5EF4-FFF2-40B4-BE49-F238E27FC236}">
                <a16:creationId xmlns:a16="http://schemas.microsoft.com/office/drawing/2014/main" id="{8A48D4CE-D157-4875-80EA-87692CDE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60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2" name="data_7668">
            <a:extLst xmlns:a="http://schemas.openxmlformats.org/drawingml/2006/main">
              <a:ext uri="{FF2B5EF4-FFF2-40B4-BE49-F238E27FC236}">
                <a16:creationId xmlns:a16="http://schemas.microsoft.com/office/drawing/2014/main" id="{B75AE781-BB13-4C4F-A4ED-448F8D51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1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3" name="data_7669">
            <a:extLst xmlns:a="http://schemas.openxmlformats.org/drawingml/2006/main">
              <a:ext uri="{FF2B5EF4-FFF2-40B4-BE49-F238E27FC236}">
                <a16:creationId xmlns:a16="http://schemas.microsoft.com/office/drawing/2014/main" id="{156AEA25-557A-4F92-9BA7-11C7F7EA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0193" y="28083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4" name="data_7670">
            <a:extLst xmlns:a="http://schemas.openxmlformats.org/drawingml/2006/main">
              <a:ext uri="{FF2B5EF4-FFF2-40B4-BE49-F238E27FC236}">
                <a16:creationId xmlns:a16="http://schemas.microsoft.com/office/drawing/2014/main" id="{7300DC38-4D3B-4207-B97B-04839903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68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5" name="data_7671">
            <a:extLst xmlns:a="http://schemas.openxmlformats.org/drawingml/2006/main">
              <a:ext uri="{FF2B5EF4-FFF2-40B4-BE49-F238E27FC236}">
                <a16:creationId xmlns:a16="http://schemas.microsoft.com/office/drawing/2014/main" id="{C511C851-C28B-47DA-9A24-407CA0C1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6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6" name="data_7672">
            <a:extLst xmlns:a="http://schemas.openxmlformats.org/drawingml/2006/main">
              <a:ext uri="{FF2B5EF4-FFF2-40B4-BE49-F238E27FC236}">
                <a16:creationId xmlns:a16="http://schemas.microsoft.com/office/drawing/2014/main" id="{0871B479-6557-44B8-81EA-D84F284B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7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7" name="data_7673">
            <a:extLst xmlns:a="http://schemas.openxmlformats.org/drawingml/2006/main">
              <a:ext uri="{FF2B5EF4-FFF2-40B4-BE49-F238E27FC236}">
                <a16:creationId xmlns:a16="http://schemas.microsoft.com/office/drawing/2014/main" id="{671C573B-2D9F-4C18-AFB5-E02C2993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21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8" name="data_7674">
            <a:extLst xmlns:a="http://schemas.openxmlformats.org/drawingml/2006/main">
              <a:ext uri="{FF2B5EF4-FFF2-40B4-BE49-F238E27FC236}">
                <a16:creationId xmlns:a16="http://schemas.microsoft.com/office/drawing/2014/main" id="{0E747AD7-0D43-4FE6-9079-C328A648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2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9" name="data_7675">
            <a:extLst xmlns:a="http://schemas.openxmlformats.org/drawingml/2006/main">
              <a:ext uri="{FF2B5EF4-FFF2-40B4-BE49-F238E27FC236}">
                <a16:creationId xmlns:a16="http://schemas.microsoft.com/office/drawing/2014/main" id="{32F14D8B-47E1-4033-AC6C-AD7148F6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8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0" name="data_7676">
            <a:extLst xmlns:a="http://schemas.openxmlformats.org/drawingml/2006/main">
              <a:ext uri="{FF2B5EF4-FFF2-40B4-BE49-F238E27FC236}">
                <a16:creationId xmlns:a16="http://schemas.microsoft.com/office/drawing/2014/main" id="{9DCFDBD8-E57B-482C-AFF5-D012304A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75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1" name="data_7677">
            <a:extLst xmlns:a="http://schemas.openxmlformats.org/drawingml/2006/main">
              <a:ext uri="{FF2B5EF4-FFF2-40B4-BE49-F238E27FC236}">
                <a16:creationId xmlns:a16="http://schemas.microsoft.com/office/drawing/2014/main" id="{797A06E8-E7E9-49EC-8C3D-CAB8368A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2" name="data_7678">
            <a:extLst xmlns:a="http://schemas.openxmlformats.org/drawingml/2006/main">
              <a:ext uri="{FF2B5EF4-FFF2-40B4-BE49-F238E27FC236}">
                <a16:creationId xmlns:a16="http://schemas.microsoft.com/office/drawing/2014/main" id="{F7DC1D8E-250A-4093-A7DF-286D2B30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025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3" name="data_7679">
            <a:extLst xmlns:a="http://schemas.openxmlformats.org/drawingml/2006/main">
              <a:ext uri="{FF2B5EF4-FFF2-40B4-BE49-F238E27FC236}">
                <a16:creationId xmlns:a16="http://schemas.microsoft.com/office/drawing/2014/main" id="{914260E6-8453-4DA3-8E66-89FE6654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035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4" name="data_7680">
            <a:extLst xmlns:a="http://schemas.openxmlformats.org/drawingml/2006/main">
              <a:ext uri="{FF2B5EF4-FFF2-40B4-BE49-F238E27FC236}">
                <a16:creationId xmlns:a16="http://schemas.microsoft.com/office/drawing/2014/main" id="{350098E7-3ACE-4432-9ACD-74C038A9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93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5" name="data_7681">
            <a:extLst xmlns:a="http://schemas.openxmlformats.org/drawingml/2006/main">
              <a:ext uri="{FF2B5EF4-FFF2-40B4-BE49-F238E27FC236}">
                <a16:creationId xmlns:a16="http://schemas.microsoft.com/office/drawing/2014/main" id="{CECAEAB0-EB02-47F1-9EE8-9212FE8E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78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6" name="data_7682">
            <a:extLst xmlns:a="http://schemas.openxmlformats.org/drawingml/2006/main">
              <a:ext uri="{FF2B5EF4-FFF2-40B4-BE49-F238E27FC236}">
                <a16:creationId xmlns:a16="http://schemas.microsoft.com/office/drawing/2014/main" id="{4ADB74A8-FECA-4745-B32E-0D5E856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2116243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237" name="data_7683">
            <a:extLst xmlns:a="http://schemas.openxmlformats.org/drawingml/2006/main">
              <a:ext uri="{FF2B5EF4-FFF2-40B4-BE49-F238E27FC236}">
                <a16:creationId xmlns:a16="http://schemas.microsoft.com/office/drawing/2014/main" id="{E25FCA35-ACBF-43EA-BBB0-DC883DCC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407082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238" name="text_7684">
            <a:extLst xmlns:a="http://schemas.openxmlformats.org/drawingml/2006/main">
              <a:ext uri="{FF2B5EF4-FFF2-40B4-BE49-F238E27FC236}">
                <a16:creationId xmlns:a16="http://schemas.microsoft.com/office/drawing/2014/main" id="{AF94E4C2-8C1F-45C3-B0A6-072B9ECC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47977" y="1802843"/>
            <a:ext cx="82997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239" name="text_7685">
            <a:extLst xmlns:a="http://schemas.openxmlformats.org/drawingml/2006/main">
              <a:ext uri="{FF2B5EF4-FFF2-40B4-BE49-F238E27FC236}">
                <a16:creationId xmlns:a16="http://schemas.microsoft.com/office/drawing/2014/main" id="{87EFCCC0-B0AE-4F5D-997C-F6E8708A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8134" y="1837547"/>
            <a:ext cx="1263197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Emap2lig</a:t>
            </a:r>
          </a:p>
        </p:txBody>
      </p:sp>
      <p:sp>
        <p:nvSpPr>
          <p:cNvPr id="2240" name="data_7686">
            <a:extLst xmlns:a="http://schemas.openxmlformats.org/drawingml/2006/main">
              <a:ext uri="{FF2B5EF4-FFF2-40B4-BE49-F238E27FC236}">
                <a16:creationId xmlns:a16="http://schemas.microsoft.com/office/drawing/2014/main" id="{4BD057DD-2B4E-433E-9D8D-9876B13E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3447233"/>
            <a:ext cx="2049083" cy="534744"/>
          </a:xfrm>
          <a:custGeom xmlns:a="http://schemas.openxmlformats.org/drawingml/2006/main">
            <a:pathLst>
              <a:path w="2049083" h="534744">
                <a:moveTo>
                  <a:pt x="0" y="534744"/>
                </a:moveTo>
                <a:lnTo>
                  <a:pt x="26270" y="532839"/>
                </a:lnTo>
                <a:lnTo>
                  <a:pt x="26611" y="531523"/>
                </a:lnTo>
                <a:lnTo>
                  <a:pt x="34151" y="531024"/>
                </a:lnTo>
                <a:lnTo>
                  <a:pt x="35949" y="528677"/>
                </a:lnTo>
                <a:lnTo>
                  <a:pt x="42689" y="527237"/>
                </a:lnTo>
                <a:lnTo>
                  <a:pt x="44352" y="526340"/>
                </a:lnTo>
                <a:lnTo>
                  <a:pt x="48788" y="526174"/>
                </a:lnTo>
                <a:lnTo>
                  <a:pt x="50266" y="522797"/>
                </a:lnTo>
                <a:lnTo>
                  <a:pt x="56919" y="521374"/>
                </a:lnTo>
                <a:lnTo>
                  <a:pt x="58755" y="518620"/>
                </a:lnTo>
                <a:lnTo>
                  <a:pt x="68303" y="517908"/>
                </a:lnTo>
                <a:lnTo>
                  <a:pt x="70054" y="514990"/>
                </a:lnTo>
                <a:lnTo>
                  <a:pt x="75892" y="513621"/>
                </a:lnTo>
                <a:lnTo>
                  <a:pt x="76878" y="510269"/>
                </a:lnTo>
                <a:lnTo>
                  <a:pt x="85378" y="508580"/>
                </a:lnTo>
                <a:lnTo>
                  <a:pt x="85748" y="499231"/>
                </a:lnTo>
                <a:lnTo>
                  <a:pt x="97575" y="498212"/>
                </a:lnTo>
                <a:lnTo>
                  <a:pt x="97575" y="494269"/>
                </a:lnTo>
                <a:lnTo>
                  <a:pt x="107846" y="492366"/>
                </a:lnTo>
                <a:lnTo>
                  <a:pt x="109403" y="491657"/>
                </a:lnTo>
                <a:lnTo>
                  <a:pt x="113838" y="491507"/>
                </a:lnTo>
                <a:lnTo>
                  <a:pt x="115316" y="478901"/>
                </a:lnTo>
                <a:lnTo>
                  <a:pt x="124855" y="476990"/>
                </a:lnTo>
                <a:lnTo>
                  <a:pt x="125222" y="476718"/>
                </a:lnTo>
                <a:lnTo>
                  <a:pt x="136606" y="475352"/>
                </a:lnTo>
                <a:lnTo>
                  <a:pt x="136606" y="465757"/>
                </a:lnTo>
                <a:lnTo>
                  <a:pt x="146363" y="464813"/>
                </a:lnTo>
                <a:lnTo>
                  <a:pt x="147989" y="463123"/>
                </a:lnTo>
                <a:lnTo>
                  <a:pt x="151784" y="462809"/>
                </a:lnTo>
                <a:lnTo>
                  <a:pt x="151784" y="460051"/>
                </a:lnTo>
                <a:lnTo>
                  <a:pt x="170757" y="458301"/>
                </a:lnTo>
                <a:lnTo>
                  <a:pt x="171496" y="427237"/>
                </a:lnTo>
                <a:lnTo>
                  <a:pt x="186280" y="425597"/>
                </a:lnTo>
                <a:lnTo>
                  <a:pt x="188080" y="424551"/>
                </a:lnTo>
                <a:lnTo>
                  <a:pt x="195151" y="423902"/>
                </a:lnTo>
                <a:lnTo>
                  <a:pt x="195151" y="421775"/>
                </a:lnTo>
                <a:lnTo>
                  <a:pt x="204908" y="421498"/>
                </a:lnTo>
                <a:lnTo>
                  <a:pt x="205643" y="419241"/>
                </a:lnTo>
                <a:lnTo>
                  <a:pt x="221762" y="417286"/>
                </a:lnTo>
                <a:lnTo>
                  <a:pt x="221762" y="417243"/>
                </a:lnTo>
                <a:lnTo>
                  <a:pt x="227676" y="417200"/>
                </a:lnTo>
                <a:lnTo>
                  <a:pt x="227676" y="389762"/>
                </a:lnTo>
                <a:lnTo>
                  <a:pt x="239060" y="388916"/>
                </a:lnTo>
                <a:lnTo>
                  <a:pt x="239503" y="387715"/>
                </a:lnTo>
                <a:lnTo>
                  <a:pt x="243938" y="387608"/>
                </a:lnTo>
                <a:lnTo>
                  <a:pt x="245417" y="384729"/>
                </a:lnTo>
                <a:lnTo>
                  <a:pt x="253946" y="382802"/>
                </a:lnTo>
                <a:lnTo>
                  <a:pt x="253946" y="382675"/>
                </a:lnTo>
                <a:lnTo>
                  <a:pt x="256135" y="382675"/>
                </a:lnTo>
                <a:lnTo>
                  <a:pt x="257373" y="374359"/>
                </a:lnTo>
                <a:lnTo>
                  <a:pt x="273211" y="372477"/>
                </a:lnTo>
                <a:lnTo>
                  <a:pt x="274985" y="364823"/>
                </a:lnTo>
                <a:lnTo>
                  <a:pt x="284595" y="363811"/>
                </a:lnTo>
                <a:lnTo>
                  <a:pt x="286431" y="359403"/>
                </a:lnTo>
                <a:lnTo>
                  <a:pt x="292726" y="357760"/>
                </a:lnTo>
                <a:lnTo>
                  <a:pt x="293775" y="355526"/>
                </a:lnTo>
                <a:lnTo>
                  <a:pt x="303568" y="354983"/>
                </a:lnTo>
                <a:lnTo>
                  <a:pt x="303568" y="353328"/>
                </a:lnTo>
                <a:lnTo>
                  <a:pt x="315244" y="351721"/>
                </a:lnTo>
                <a:lnTo>
                  <a:pt x="316766" y="350961"/>
                </a:lnTo>
                <a:lnTo>
                  <a:pt x="341514" y="349762"/>
                </a:lnTo>
                <a:lnTo>
                  <a:pt x="342992" y="253691"/>
                </a:lnTo>
                <a:lnTo>
                  <a:pt x="367784" y="251899"/>
                </a:lnTo>
                <a:lnTo>
                  <a:pt x="369604" y="251474"/>
                </a:lnTo>
                <a:lnTo>
                  <a:pt x="379460" y="249573"/>
                </a:lnTo>
                <a:lnTo>
                  <a:pt x="379460" y="248470"/>
                </a:lnTo>
                <a:lnTo>
                  <a:pt x="394054" y="246550"/>
                </a:lnTo>
                <a:lnTo>
                  <a:pt x="395958" y="246024"/>
                </a:lnTo>
                <a:lnTo>
                  <a:pt x="398433" y="245875"/>
                </a:lnTo>
                <a:lnTo>
                  <a:pt x="398433" y="242400"/>
                </a:lnTo>
                <a:lnTo>
                  <a:pt x="409817" y="242251"/>
                </a:lnTo>
                <a:lnTo>
                  <a:pt x="411568" y="236845"/>
                </a:lnTo>
                <a:lnTo>
                  <a:pt x="426892" y="235154"/>
                </a:lnTo>
                <a:lnTo>
                  <a:pt x="426892" y="233913"/>
                </a:lnTo>
                <a:lnTo>
                  <a:pt x="455352" y="232290"/>
                </a:lnTo>
                <a:lnTo>
                  <a:pt x="455352" y="217129"/>
                </a:lnTo>
                <a:lnTo>
                  <a:pt x="483811" y="215389"/>
                </a:lnTo>
                <a:lnTo>
                  <a:pt x="483811" y="214975"/>
                </a:lnTo>
                <a:lnTo>
                  <a:pt x="493298" y="213407"/>
                </a:lnTo>
                <a:lnTo>
                  <a:pt x="494606" y="212470"/>
                </a:lnTo>
                <a:lnTo>
                  <a:pt x="512271" y="210997"/>
                </a:lnTo>
                <a:lnTo>
                  <a:pt x="514107" y="199310"/>
                </a:lnTo>
                <a:lnTo>
                  <a:pt x="536140" y="197347"/>
                </a:lnTo>
                <a:lnTo>
                  <a:pt x="536140" y="197240"/>
                </a:lnTo>
                <a:lnTo>
                  <a:pt x="546422" y="196634"/>
                </a:lnTo>
                <a:lnTo>
                  <a:pt x="546422" y="194483"/>
                </a:lnTo>
                <a:lnTo>
                  <a:pt x="569190" y="193743"/>
                </a:lnTo>
                <a:lnTo>
                  <a:pt x="570668" y="189674"/>
                </a:lnTo>
                <a:lnTo>
                  <a:pt x="597649" y="188268"/>
                </a:lnTo>
                <a:lnTo>
                  <a:pt x="597649" y="185786"/>
                </a:lnTo>
                <a:lnTo>
                  <a:pt x="626109" y="183836"/>
                </a:lnTo>
                <a:lnTo>
                  <a:pt x="626109" y="182844"/>
                </a:lnTo>
                <a:lnTo>
                  <a:pt x="683028" y="181865"/>
                </a:lnTo>
                <a:lnTo>
                  <a:pt x="683028" y="74333"/>
                </a:lnTo>
                <a:lnTo>
                  <a:pt x="761839" y="72629"/>
                </a:lnTo>
                <a:lnTo>
                  <a:pt x="761839" y="71738"/>
                </a:lnTo>
                <a:lnTo>
                  <a:pt x="819633" y="70207"/>
                </a:lnTo>
                <a:lnTo>
                  <a:pt x="819633" y="66236"/>
                </a:lnTo>
                <a:lnTo>
                  <a:pt x="893190" y="64332"/>
                </a:lnTo>
                <a:lnTo>
                  <a:pt x="893190" y="64205"/>
                </a:lnTo>
                <a:lnTo>
                  <a:pt x="956239" y="62288"/>
                </a:lnTo>
                <a:lnTo>
                  <a:pt x="956239" y="60303"/>
                </a:lnTo>
                <a:lnTo>
                  <a:pt x="1024541" y="59967"/>
                </a:lnTo>
                <a:lnTo>
                  <a:pt x="1024541" y="51901"/>
                </a:lnTo>
                <a:lnTo>
                  <a:pt x="1138379" y="50447"/>
                </a:lnTo>
                <a:lnTo>
                  <a:pt x="1138379" y="48793"/>
                </a:lnTo>
                <a:lnTo>
                  <a:pt x="1195298" y="48580"/>
                </a:lnTo>
                <a:lnTo>
                  <a:pt x="1195298" y="43616"/>
                </a:lnTo>
                <a:lnTo>
                  <a:pt x="1229450" y="43489"/>
                </a:lnTo>
                <a:lnTo>
                  <a:pt x="1229450" y="41504"/>
                </a:lnTo>
                <a:lnTo>
                  <a:pt x="1366055" y="40272"/>
                </a:lnTo>
                <a:lnTo>
                  <a:pt x="1366055" y="20418"/>
                </a:lnTo>
                <a:lnTo>
                  <a:pt x="1536812" y="20035"/>
                </a:lnTo>
                <a:lnTo>
                  <a:pt x="1536812" y="16312"/>
                </a:lnTo>
                <a:lnTo>
                  <a:pt x="1707569" y="14360"/>
                </a:lnTo>
                <a:lnTo>
                  <a:pt x="1707569" y="11879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2241" name="data_7687">
            <a:extLst xmlns:a="http://schemas.openxmlformats.org/drawingml/2006/main">
              <a:ext uri="{FF2B5EF4-FFF2-40B4-BE49-F238E27FC236}">
                <a16:creationId xmlns:a16="http://schemas.microsoft.com/office/drawing/2014/main" id="{7162E74D-AB78-4D89-B2BE-CB36F288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3759866"/>
            <a:ext cx="2049083" cy="222111"/>
          </a:xfrm>
          <a:custGeom xmlns:a="http://schemas.openxmlformats.org/drawingml/2006/main">
            <a:pathLst>
              <a:path w="2049083" h="222111">
                <a:moveTo>
                  <a:pt x="0" y="222111"/>
                </a:moveTo>
                <a:lnTo>
                  <a:pt x="1024541" y="222111"/>
                </a:lnTo>
                <a:lnTo>
                  <a:pt x="1024541" y="179122"/>
                </a:lnTo>
                <a:lnTo>
                  <a:pt x="1366055" y="179122"/>
                </a:lnTo>
                <a:lnTo>
                  <a:pt x="1366055" y="76464"/>
                </a:lnTo>
                <a:lnTo>
                  <a:pt x="2049083" y="76464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2242" name="data_7688">
            <a:extLst xmlns:a="http://schemas.openxmlformats.org/drawingml/2006/main">
              <a:ext uri="{FF2B5EF4-FFF2-40B4-BE49-F238E27FC236}">
                <a16:creationId xmlns:a16="http://schemas.microsoft.com/office/drawing/2014/main" id="{048FAE98-CDE1-46AA-B4E6-EA0C6963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990" y="3670819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3" name="data_7689">
            <a:extLst xmlns:a="http://schemas.openxmlformats.org/drawingml/2006/main">
              <a:ext uri="{FF2B5EF4-FFF2-40B4-BE49-F238E27FC236}">
                <a16:creationId xmlns:a16="http://schemas.microsoft.com/office/drawing/2014/main" id="{C02AAB23-FCC7-487E-B87B-6DBD26D8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1504" y="349141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4" name="data_7690">
            <a:extLst xmlns:a="http://schemas.openxmlformats.org/drawingml/2006/main">
              <a:ext uri="{FF2B5EF4-FFF2-40B4-BE49-F238E27FC236}">
                <a16:creationId xmlns:a16="http://schemas.microsoft.com/office/drawing/2014/main" id="{E19DB3E4-4BFE-4E7E-BF56-4BADFCA1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4532" y="3437503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5" name="data_7691">
            <a:extLst xmlns:a="http://schemas.openxmlformats.org/drawingml/2006/main">
              <a:ext uri="{FF2B5EF4-FFF2-40B4-BE49-F238E27FC236}">
                <a16:creationId xmlns:a16="http://schemas.microsoft.com/office/drawing/2014/main" id="{3C0EB43E-5A2C-4671-B8CB-BE6DA6C8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7559" y="3417085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6" name="data_7692">
            <a:extLst xmlns:a="http://schemas.openxmlformats.org/drawingml/2006/main">
              <a:ext uri="{FF2B5EF4-FFF2-40B4-BE49-F238E27FC236}">
                <a16:creationId xmlns:a16="http://schemas.microsoft.com/office/drawing/2014/main" id="{B569FD55-A7B2-4C2B-AE00-B0A1347D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978" y="393181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47" name="data_7693">
            <a:extLst xmlns:a="http://schemas.openxmlformats.org/drawingml/2006/main">
              <a:ext uri="{FF2B5EF4-FFF2-40B4-BE49-F238E27FC236}">
                <a16:creationId xmlns:a16="http://schemas.microsoft.com/office/drawing/2014/main" id="{1A778F45-D0AC-4925-A5C9-C7A11BF7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92" y="393181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48" name="data_7694">
            <a:extLst xmlns:a="http://schemas.openxmlformats.org/drawingml/2006/main">
              <a:ext uri="{FF2B5EF4-FFF2-40B4-BE49-F238E27FC236}">
                <a16:creationId xmlns:a16="http://schemas.microsoft.com/office/drawing/2014/main" id="{4A09F0EF-0467-4E71-A64B-9EC3C993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520" y="378617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49" name="data_7695">
            <a:extLst xmlns:a="http://schemas.openxmlformats.org/drawingml/2006/main">
              <a:ext uri="{FF2B5EF4-FFF2-40B4-BE49-F238E27FC236}">
                <a16:creationId xmlns:a16="http://schemas.microsoft.com/office/drawing/2014/main" id="{F5298A4E-2C28-4CF4-81CB-92B42C86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7547" y="3709705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50" name="data_7696">
            <a:extLst xmlns:a="http://schemas.openxmlformats.org/drawingml/2006/main">
              <a:ext uri="{FF2B5EF4-FFF2-40B4-BE49-F238E27FC236}">
                <a16:creationId xmlns:a16="http://schemas.microsoft.com/office/drawing/2014/main" id="{D63F6180-CB18-4C36-AD9B-BAF406D8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5087202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1" name="data_7697">
            <a:extLst xmlns:a="http://schemas.openxmlformats.org/drawingml/2006/main">
              <a:ext uri="{FF2B5EF4-FFF2-40B4-BE49-F238E27FC236}">
                <a16:creationId xmlns:a16="http://schemas.microsoft.com/office/drawing/2014/main" id="{FFB01C59-04A5-48EF-8639-53DD973C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480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4" y="1762082"/>
                </a:lnTo>
                <a:lnTo>
                  <a:pt x="3751" y="1747274"/>
                </a:lnTo>
                <a:lnTo>
                  <a:pt x="8201" y="1732467"/>
                </a:lnTo>
                <a:lnTo>
                  <a:pt x="14013" y="1717659"/>
                </a:lnTo>
                <a:lnTo>
                  <a:pt x="20825" y="1702852"/>
                </a:lnTo>
                <a:lnTo>
                  <a:pt x="28241" y="1688045"/>
                </a:lnTo>
                <a:lnTo>
                  <a:pt x="35867" y="1673237"/>
                </a:lnTo>
                <a:lnTo>
                  <a:pt x="43350" y="1658430"/>
                </a:lnTo>
                <a:lnTo>
                  <a:pt x="50397" y="1643622"/>
                </a:lnTo>
                <a:lnTo>
                  <a:pt x="56791" y="1628815"/>
                </a:lnTo>
                <a:lnTo>
                  <a:pt x="62398" y="1614007"/>
                </a:lnTo>
                <a:lnTo>
                  <a:pt x="67159" y="1599200"/>
                </a:lnTo>
                <a:lnTo>
                  <a:pt x="71081" y="1584393"/>
                </a:lnTo>
                <a:lnTo>
                  <a:pt x="74219" y="1569585"/>
                </a:lnTo>
                <a:lnTo>
                  <a:pt x="76658" y="1554778"/>
                </a:lnTo>
                <a:lnTo>
                  <a:pt x="78501" y="1539970"/>
                </a:lnTo>
                <a:lnTo>
                  <a:pt x="79855" y="1525163"/>
                </a:lnTo>
                <a:lnTo>
                  <a:pt x="80817" y="1510356"/>
                </a:lnTo>
                <a:lnTo>
                  <a:pt x="81476" y="1495548"/>
                </a:lnTo>
                <a:lnTo>
                  <a:pt x="81903" y="1480741"/>
                </a:lnTo>
                <a:lnTo>
                  <a:pt x="82156" y="1465933"/>
                </a:lnTo>
                <a:lnTo>
                  <a:pt x="82279" y="1451126"/>
                </a:lnTo>
                <a:lnTo>
                  <a:pt x="82303" y="1436319"/>
                </a:lnTo>
                <a:lnTo>
                  <a:pt x="82251" y="1421511"/>
                </a:lnTo>
                <a:lnTo>
                  <a:pt x="82138" y="1406704"/>
                </a:lnTo>
                <a:lnTo>
                  <a:pt x="81973" y="1391896"/>
                </a:lnTo>
                <a:lnTo>
                  <a:pt x="81761" y="1377089"/>
                </a:lnTo>
                <a:lnTo>
                  <a:pt x="81502" y="1362282"/>
                </a:lnTo>
                <a:lnTo>
                  <a:pt x="81197" y="1347474"/>
                </a:lnTo>
                <a:lnTo>
                  <a:pt x="80843" y="1332667"/>
                </a:lnTo>
                <a:lnTo>
                  <a:pt x="80438" y="1317859"/>
                </a:lnTo>
                <a:lnTo>
                  <a:pt x="79981" y="1303052"/>
                </a:lnTo>
                <a:lnTo>
                  <a:pt x="79473" y="1288245"/>
                </a:lnTo>
                <a:lnTo>
                  <a:pt x="78919" y="1273437"/>
                </a:lnTo>
                <a:lnTo>
                  <a:pt x="78324" y="1258630"/>
                </a:lnTo>
                <a:lnTo>
                  <a:pt x="77695" y="1243822"/>
                </a:lnTo>
                <a:lnTo>
                  <a:pt x="77043" y="1229015"/>
                </a:lnTo>
                <a:lnTo>
                  <a:pt x="76373" y="1214207"/>
                </a:lnTo>
                <a:lnTo>
                  <a:pt x="75691" y="1199400"/>
                </a:lnTo>
                <a:lnTo>
                  <a:pt x="74996" y="1184593"/>
                </a:lnTo>
                <a:lnTo>
                  <a:pt x="74278" y="1169785"/>
                </a:lnTo>
                <a:lnTo>
                  <a:pt x="73522" y="1154978"/>
                </a:lnTo>
                <a:lnTo>
                  <a:pt x="72702" y="1140170"/>
                </a:lnTo>
                <a:lnTo>
                  <a:pt x="71786" y="1125363"/>
                </a:lnTo>
                <a:lnTo>
                  <a:pt x="70735" y="1110556"/>
                </a:lnTo>
                <a:lnTo>
                  <a:pt x="69505" y="1095748"/>
                </a:lnTo>
                <a:lnTo>
                  <a:pt x="68058" y="1080941"/>
                </a:lnTo>
                <a:lnTo>
                  <a:pt x="66360" y="1066133"/>
                </a:lnTo>
                <a:lnTo>
                  <a:pt x="64390" y="1051326"/>
                </a:lnTo>
                <a:lnTo>
                  <a:pt x="62150" y="1036519"/>
                </a:lnTo>
                <a:lnTo>
                  <a:pt x="59666" y="1021711"/>
                </a:lnTo>
                <a:lnTo>
                  <a:pt x="56996" y="1006904"/>
                </a:lnTo>
                <a:lnTo>
                  <a:pt x="54230" y="992096"/>
                </a:lnTo>
                <a:lnTo>
                  <a:pt x="51490" y="977289"/>
                </a:lnTo>
                <a:lnTo>
                  <a:pt x="48922" y="962482"/>
                </a:lnTo>
                <a:lnTo>
                  <a:pt x="46685" y="947674"/>
                </a:lnTo>
                <a:lnTo>
                  <a:pt x="44940" y="932867"/>
                </a:lnTo>
                <a:lnTo>
                  <a:pt x="43830" y="918059"/>
                </a:lnTo>
                <a:lnTo>
                  <a:pt x="43471" y="903252"/>
                </a:lnTo>
                <a:lnTo>
                  <a:pt x="43930" y="888444"/>
                </a:lnTo>
                <a:lnTo>
                  <a:pt x="45222" y="873637"/>
                </a:lnTo>
                <a:lnTo>
                  <a:pt x="47307" y="858830"/>
                </a:lnTo>
                <a:lnTo>
                  <a:pt x="50089" y="844022"/>
                </a:lnTo>
                <a:lnTo>
                  <a:pt x="53431" y="829215"/>
                </a:lnTo>
                <a:lnTo>
                  <a:pt x="57164" y="814407"/>
                </a:lnTo>
                <a:lnTo>
                  <a:pt x="61106" y="799600"/>
                </a:lnTo>
                <a:lnTo>
                  <a:pt x="65080" y="784793"/>
                </a:lnTo>
                <a:lnTo>
                  <a:pt x="68926" y="769985"/>
                </a:lnTo>
                <a:lnTo>
                  <a:pt x="72514" y="755178"/>
                </a:lnTo>
                <a:lnTo>
                  <a:pt x="75748" y="740370"/>
                </a:lnTo>
                <a:lnTo>
                  <a:pt x="78571" y="725563"/>
                </a:lnTo>
                <a:lnTo>
                  <a:pt x="80962" y="710756"/>
                </a:lnTo>
                <a:lnTo>
                  <a:pt x="82928" y="695948"/>
                </a:lnTo>
                <a:lnTo>
                  <a:pt x="84498" y="681141"/>
                </a:lnTo>
                <a:lnTo>
                  <a:pt x="85719" y="666333"/>
                </a:lnTo>
                <a:lnTo>
                  <a:pt x="86642" y="651526"/>
                </a:lnTo>
                <a:lnTo>
                  <a:pt x="87322" y="636719"/>
                </a:lnTo>
                <a:lnTo>
                  <a:pt x="87810" y="621911"/>
                </a:lnTo>
                <a:lnTo>
                  <a:pt x="88151" y="607104"/>
                </a:lnTo>
                <a:lnTo>
                  <a:pt x="88383" y="592296"/>
                </a:lnTo>
                <a:lnTo>
                  <a:pt x="88537" y="577489"/>
                </a:lnTo>
                <a:lnTo>
                  <a:pt x="88637" y="562682"/>
                </a:lnTo>
                <a:lnTo>
                  <a:pt x="88700" y="547874"/>
                </a:lnTo>
                <a:lnTo>
                  <a:pt x="88739" y="533067"/>
                </a:lnTo>
                <a:lnTo>
                  <a:pt x="88763" y="518259"/>
                </a:lnTo>
                <a:lnTo>
                  <a:pt x="88776" y="503452"/>
                </a:lnTo>
                <a:lnTo>
                  <a:pt x="88784" y="488644"/>
                </a:lnTo>
                <a:lnTo>
                  <a:pt x="88789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9" y="473837"/>
                </a:lnTo>
                <a:lnTo>
                  <a:pt x="88803" y="488644"/>
                </a:lnTo>
                <a:lnTo>
                  <a:pt x="88811" y="503452"/>
                </a:lnTo>
                <a:lnTo>
                  <a:pt x="88825" y="518259"/>
                </a:lnTo>
                <a:lnTo>
                  <a:pt x="88848" y="533067"/>
                </a:lnTo>
                <a:lnTo>
                  <a:pt x="88887" y="547874"/>
                </a:lnTo>
                <a:lnTo>
                  <a:pt x="88950" y="562682"/>
                </a:lnTo>
                <a:lnTo>
                  <a:pt x="89050" y="577489"/>
                </a:lnTo>
                <a:lnTo>
                  <a:pt x="89204" y="592296"/>
                </a:lnTo>
                <a:lnTo>
                  <a:pt x="89436" y="607104"/>
                </a:lnTo>
                <a:lnTo>
                  <a:pt x="89777" y="621911"/>
                </a:lnTo>
                <a:lnTo>
                  <a:pt x="90265" y="636719"/>
                </a:lnTo>
                <a:lnTo>
                  <a:pt x="90945" y="651526"/>
                </a:lnTo>
                <a:lnTo>
                  <a:pt x="91868" y="666333"/>
                </a:lnTo>
                <a:lnTo>
                  <a:pt x="93089" y="681141"/>
                </a:lnTo>
                <a:lnTo>
                  <a:pt x="94660" y="695948"/>
                </a:lnTo>
                <a:lnTo>
                  <a:pt x="96625" y="710756"/>
                </a:lnTo>
                <a:lnTo>
                  <a:pt x="99016" y="725563"/>
                </a:lnTo>
                <a:lnTo>
                  <a:pt x="101839" y="740370"/>
                </a:lnTo>
                <a:lnTo>
                  <a:pt x="105074" y="755178"/>
                </a:lnTo>
                <a:lnTo>
                  <a:pt x="108661" y="769985"/>
                </a:lnTo>
                <a:lnTo>
                  <a:pt x="112507" y="784793"/>
                </a:lnTo>
                <a:lnTo>
                  <a:pt x="116481" y="799600"/>
                </a:lnTo>
                <a:lnTo>
                  <a:pt x="120424" y="814407"/>
                </a:lnTo>
                <a:lnTo>
                  <a:pt x="124156" y="829215"/>
                </a:lnTo>
                <a:lnTo>
                  <a:pt x="127498" y="844022"/>
                </a:lnTo>
                <a:lnTo>
                  <a:pt x="130280" y="858830"/>
                </a:lnTo>
                <a:lnTo>
                  <a:pt x="132365" y="873637"/>
                </a:lnTo>
                <a:lnTo>
                  <a:pt x="133657" y="888444"/>
                </a:lnTo>
                <a:lnTo>
                  <a:pt x="134116" y="903252"/>
                </a:lnTo>
                <a:lnTo>
                  <a:pt x="133757" y="918059"/>
                </a:lnTo>
                <a:lnTo>
                  <a:pt x="132648" y="932867"/>
                </a:lnTo>
                <a:lnTo>
                  <a:pt x="130902" y="947674"/>
                </a:lnTo>
                <a:lnTo>
                  <a:pt x="128665" y="962482"/>
                </a:lnTo>
                <a:lnTo>
                  <a:pt x="126097" y="977289"/>
                </a:lnTo>
                <a:lnTo>
                  <a:pt x="123357" y="992096"/>
                </a:lnTo>
                <a:lnTo>
                  <a:pt x="120592" y="1006904"/>
                </a:lnTo>
                <a:lnTo>
                  <a:pt x="117922" y="1021711"/>
                </a:lnTo>
                <a:lnTo>
                  <a:pt x="115437" y="1036519"/>
                </a:lnTo>
                <a:lnTo>
                  <a:pt x="113197" y="1051326"/>
                </a:lnTo>
                <a:lnTo>
                  <a:pt x="111227" y="1066133"/>
                </a:lnTo>
                <a:lnTo>
                  <a:pt x="109529" y="1080941"/>
                </a:lnTo>
                <a:lnTo>
                  <a:pt x="108082" y="1095748"/>
                </a:lnTo>
                <a:lnTo>
                  <a:pt x="106853" y="1110556"/>
                </a:lnTo>
                <a:lnTo>
                  <a:pt x="105801" y="1125363"/>
                </a:lnTo>
                <a:lnTo>
                  <a:pt x="104885" y="1140170"/>
                </a:lnTo>
                <a:lnTo>
                  <a:pt x="104065" y="1154978"/>
                </a:lnTo>
                <a:lnTo>
                  <a:pt x="103309" y="1169785"/>
                </a:lnTo>
                <a:lnTo>
                  <a:pt x="102592" y="1184593"/>
                </a:lnTo>
                <a:lnTo>
                  <a:pt x="101896" y="1199400"/>
                </a:lnTo>
                <a:lnTo>
                  <a:pt x="101214" y="1214207"/>
                </a:lnTo>
                <a:lnTo>
                  <a:pt x="100544" y="1229015"/>
                </a:lnTo>
                <a:lnTo>
                  <a:pt x="99892" y="1243822"/>
                </a:lnTo>
                <a:lnTo>
                  <a:pt x="99264" y="1258630"/>
                </a:lnTo>
                <a:lnTo>
                  <a:pt x="98668" y="1273437"/>
                </a:lnTo>
                <a:lnTo>
                  <a:pt x="98114" y="1288245"/>
                </a:lnTo>
                <a:lnTo>
                  <a:pt x="97606" y="1303052"/>
                </a:lnTo>
                <a:lnTo>
                  <a:pt x="97150" y="1317859"/>
                </a:lnTo>
                <a:lnTo>
                  <a:pt x="96745" y="1332667"/>
                </a:lnTo>
                <a:lnTo>
                  <a:pt x="96390" y="1347474"/>
                </a:lnTo>
                <a:lnTo>
                  <a:pt x="96085" y="1362282"/>
                </a:lnTo>
                <a:lnTo>
                  <a:pt x="95827" y="1377089"/>
                </a:lnTo>
                <a:lnTo>
                  <a:pt x="95614" y="1391896"/>
                </a:lnTo>
                <a:lnTo>
                  <a:pt x="95449" y="1406704"/>
                </a:lnTo>
                <a:lnTo>
                  <a:pt x="95336" y="1421511"/>
                </a:lnTo>
                <a:lnTo>
                  <a:pt x="95284" y="1436319"/>
                </a:lnTo>
                <a:lnTo>
                  <a:pt x="95308" y="1451126"/>
                </a:lnTo>
                <a:lnTo>
                  <a:pt x="95431" y="1465933"/>
                </a:lnTo>
                <a:lnTo>
                  <a:pt x="95684" y="1480741"/>
                </a:lnTo>
                <a:lnTo>
                  <a:pt x="96112" y="1495548"/>
                </a:lnTo>
                <a:lnTo>
                  <a:pt x="96770" y="1510356"/>
                </a:lnTo>
                <a:lnTo>
                  <a:pt x="97732" y="1525163"/>
                </a:lnTo>
                <a:lnTo>
                  <a:pt x="99086" y="1539970"/>
                </a:lnTo>
                <a:lnTo>
                  <a:pt x="100929" y="1554778"/>
                </a:lnTo>
                <a:lnTo>
                  <a:pt x="103368" y="1569585"/>
                </a:lnTo>
                <a:lnTo>
                  <a:pt x="106506" y="1584393"/>
                </a:lnTo>
                <a:lnTo>
                  <a:pt x="110428" y="1599200"/>
                </a:lnTo>
                <a:lnTo>
                  <a:pt x="115189" y="1614007"/>
                </a:lnTo>
                <a:lnTo>
                  <a:pt x="120796" y="1628815"/>
                </a:lnTo>
                <a:lnTo>
                  <a:pt x="127191" y="1643622"/>
                </a:lnTo>
                <a:lnTo>
                  <a:pt x="134237" y="1658430"/>
                </a:lnTo>
                <a:lnTo>
                  <a:pt x="141720" y="1673237"/>
                </a:lnTo>
                <a:lnTo>
                  <a:pt x="149347" y="1688045"/>
                </a:lnTo>
                <a:lnTo>
                  <a:pt x="156762" y="1702852"/>
                </a:lnTo>
                <a:lnTo>
                  <a:pt x="163574" y="1717659"/>
                </a:lnTo>
                <a:lnTo>
                  <a:pt x="169386" y="1732467"/>
                </a:lnTo>
                <a:lnTo>
                  <a:pt x="173836" y="1747274"/>
                </a:lnTo>
                <a:lnTo>
                  <a:pt x="176633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2" name="data_7698">
            <a:extLst xmlns:a="http://schemas.openxmlformats.org/drawingml/2006/main">
              <a:ext uri="{FF2B5EF4-FFF2-40B4-BE49-F238E27FC236}">
                <a16:creationId xmlns:a16="http://schemas.microsoft.com/office/drawing/2014/main" id="{66AA62BD-5E73-4750-AE2B-AAF089C0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994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3255" y="1776889"/>
                </a:moveTo>
                <a:lnTo>
                  <a:pt x="64332" y="1776889"/>
                </a:lnTo>
                <a:lnTo>
                  <a:pt x="64571" y="1762082"/>
                </a:lnTo>
                <a:lnTo>
                  <a:pt x="65268" y="1747274"/>
                </a:lnTo>
                <a:lnTo>
                  <a:pt x="66378" y="1732467"/>
                </a:lnTo>
                <a:lnTo>
                  <a:pt x="67826" y="1717659"/>
                </a:lnTo>
                <a:lnTo>
                  <a:pt x="69522" y="1702852"/>
                </a:lnTo>
                <a:lnTo>
                  <a:pt x="71366" y="1688045"/>
                </a:lnTo>
                <a:lnTo>
                  <a:pt x="73260" y="1673237"/>
                </a:lnTo>
                <a:lnTo>
                  <a:pt x="75118" y="1658430"/>
                </a:lnTo>
                <a:lnTo>
                  <a:pt x="76868" y="1643622"/>
                </a:lnTo>
                <a:lnTo>
                  <a:pt x="78458" y="1628815"/>
                </a:lnTo>
                <a:lnTo>
                  <a:pt x="79860" y="1614007"/>
                </a:lnTo>
                <a:lnTo>
                  <a:pt x="81061" y="1599200"/>
                </a:lnTo>
                <a:lnTo>
                  <a:pt x="82067" y="1584393"/>
                </a:lnTo>
                <a:lnTo>
                  <a:pt x="82893" y="1569585"/>
                </a:lnTo>
                <a:lnTo>
                  <a:pt x="83563" y="1554778"/>
                </a:lnTo>
                <a:lnTo>
                  <a:pt x="84101" y="1539970"/>
                </a:lnTo>
                <a:lnTo>
                  <a:pt x="84533" y="1525163"/>
                </a:lnTo>
                <a:lnTo>
                  <a:pt x="84882" y="1510356"/>
                </a:lnTo>
                <a:lnTo>
                  <a:pt x="85163" y="1495548"/>
                </a:lnTo>
                <a:lnTo>
                  <a:pt x="85392" y="1480741"/>
                </a:lnTo>
                <a:lnTo>
                  <a:pt x="85579" y="1465933"/>
                </a:lnTo>
                <a:lnTo>
                  <a:pt x="85731" y="1451126"/>
                </a:lnTo>
                <a:lnTo>
                  <a:pt x="85853" y="1436319"/>
                </a:lnTo>
                <a:lnTo>
                  <a:pt x="85951" y="1421511"/>
                </a:lnTo>
                <a:lnTo>
                  <a:pt x="86029" y="1406704"/>
                </a:lnTo>
                <a:lnTo>
                  <a:pt x="86092" y="1391896"/>
                </a:lnTo>
                <a:lnTo>
                  <a:pt x="86146" y="1377089"/>
                </a:lnTo>
                <a:lnTo>
                  <a:pt x="86196" y="1362282"/>
                </a:lnTo>
                <a:lnTo>
                  <a:pt x="86246" y="1347474"/>
                </a:lnTo>
                <a:lnTo>
                  <a:pt x="86301" y="1332667"/>
                </a:lnTo>
                <a:lnTo>
                  <a:pt x="86363" y="1317859"/>
                </a:lnTo>
                <a:lnTo>
                  <a:pt x="86432" y="1303052"/>
                </a:lnTo>
                <a:lnTo>
                  <a:pt x="86509" y="1288245"/>
                </a:lnTo>
                <a:lnTo>
                  <a:pt x="86590" y="1273437"/>
                </a:lnTo>
                <a:lnTo>
                  <a:pt x="86671" y="1258630"/>
                </a:lnTo>
                <a:lnTo>
                  <a:pt x="86746" y="1243822"/>
                </a:lnTo>
                <a:lnTo>
                  <a:pt x="86810" y="1229015"/>
                </a:lnTo>
                <a:lnTo>
                  <a:pt x="86855" y="1214207"/>
                </a:lnTo>
                <a:lnTo>
                  <a:pt x="86875" y="1199400"/>
                </a:lnTo>
                <a:lnTo>
                  <a:pt x="86865" y="1184593"/>
                </a:lnTo>
                <a:lnTo>
                  <a:pt x="86819" y="1169785"/>
                </a:lnTo>
                <a:lnTo>
                  <a:pt x="86736" y="1154978"/>
                </a:lnTo>
                <a:lnTo>
                  <a:pt x="86614" y="1140170"/>
                </a:lnTo>
                <a:lnTo>
                  <a:pt x="86454" y="1125363"/>
                </a:lnTo>
                <a:lnTo>
                  <a:pt x="86259" y="1110556"/>
                </a:lnTo>
                <a:lnTo>
                  <a:pt x="86033" y="1095748"/>
                </a:lnTo>
                <a:lnTo>
                  <a:pt x="85780" y="1080941"/>
                </a:lnTo>
                <a:lnTo>
                  <a:pt x="85506" y="1066133"/>
                </a:lnTo>
                <a:lnTo>
                  <a:pt x="85217" y="1051326"/>
                </a:lnTo>
                <a:lnTo>
                  <a:pt x="84920" y="1036519"/>
                </a:lnTo>
                <a:lnTo>
                  <a:pt x="84623" y="1021711"/>
                </a:lnTo>
                <a:lnTo>
                  <a:pt x="84332" y="1006904"/>
                </a:lnTo>
                <a:lnTo>
                  <a:pt x="84057" y="992096"/>
                </a:lnTo>
                <a:lnTo>
                  <a:pt x="83808" y="977289"/>
                </a:lnTo>
                <a:lnTo>
                  <a:pt x="83593" y="962482"/>
                </a:lnTo>
                <a:lnTo>
                  <a:pt x="83425" y="947674"/>
                </a:lnTo>
                <a:lnTo>
                  <a:pt x="83310" y="932867"/>
                </a:lnTo>
                <a:lnTo>
                  <a:pt x="83257" y="918059"/>
                </a:lnTo>
                <a:lnTo>
                  <a:pt x="83268" y="903252"/>
                </a:lnTo>
                <a:lnTo>
                  <a:pt x="83344" y="888444"/>
                </a:lnTo>
                <a:lnTo>
                  <a:pt x="83477" y="873637"/>
                </a:lnTo>
                <a:lnTo>
                  <a:pt x="83659" y="858830"/>
                </a:lnTo>
                <a:lnTo>
                  <a:pt x="83872" y="844022"/>
                </a:lnTo>
                <a:lnTo>
                  <a:pt x="84100" y="829215"/>
                </a:lnTo>
                <a:lnTo>
                  <a:pt x="84322" y="814407"/>
                </a:lnTo>
                <a:lnTo>
                  <a:pt x="84518" y="799600"/>
                </a:lnTo>
                <a:lnTo>
                  <a:pt x="84671" y="784793"/>
                </a:lnTo>
                <a:lnTo>
                  <a:pt x="84766" y="769985"/>
                </a:lnTo>
                <a:lnTo>
                  <a:pt x="84795" y="755178"/>
                </a:lnTo>
                <a:lnTo>
                  <a:pt x="84754" y="740370"/>
                </a:lnTo>
                <a:lnTo>
                  <a:pt x="84646" y="725563"/>
                </a:lnTo>
                <a:lnTo>
                  <a:pt x="84476" y="710756"/>
                </a:lnTo>
                <a:lnTo>
                  <a:pt x="84258" y="695948"/>
                </a:lnTo>
                <a:lnTo>
                  <a:pt x="84002" y="681141"/>
                </a:lnTo>
                <a:lnTo>
                  <a:pt x="83725" y="666333"/>
                </a:lnTo>
                <a:lnTo>
                  <a:pt x="83440" y="651526"/>
                </a:lnTo>
                <a:lnTo>
                  <a:pt x="83160" y="636719"/>
                </a:lnTo>
                <a:lnTo>
                  <a:pt x="82895" y="621911"/>
                </a:lnTo>
                <a:lnTo>
                  <a:pt x="82655" y="607104"/>
                </a:lnTo>
                <a:lnTo>
                  <a:pt x="82444" y="592296"/>
                </a:lnTo>
                <a:lnTo>
                  <a:pt x="82267" y="577489"/>
                </a:lnTo>
                <a:lnTo>
                  <a:pt x="82126" y="562682"/>
                </a:lnTo>
                <a:lnTo>
                  <a:pt x="82024" y="547874"/>
                </a:lnTo>
                <a:lnTo>
                  <a:pt x="81963" y="533067"/>
                </a:lnTo>
                <a:lnTo>
                  <a:pt x="81946" y="518259"/>
                </a:lnTo>
                <a:lnTo>
                  <a:pt x="81977" y="503452"/>
                </a:lnTo>
                <a:lnTo>
                  <a:pt x="82060" y="488644"/>
                </a:lnTo>
                <a:lnTo>
                  <a:pt x="82198" y="473837"/>
                </a:lnTo>
                <a:lnTo>
                  <a:pt x="82396" y="459030"/>
                </a:lnTo>
                <a:lnTo>
                  <a:pt x="82651" y="444222"/>
                </a:lnTo>
                <a:lnTo>
                  <a:pt x="82962" y="429415"/>
                </a:lnTo>
                <a:lnTo>
                  <a:pt x="83321" y="414607"/>
                </a:lnTo>
                <a:lnTo>
                  <a:pt x="83715" y="399800"/>
                </a:lnTo>
                <a:lnTo>
                  <a:pt x="84129" y="384993"/>
                </a:lnTo>
                <a:lnTo>
                  <a:pt x="84543" y="370185"/>
                </a:lnTo>
                <a:lnTo>
                  <a:pt x="84933" y="355378"/>
                </a:lnTo>
                <a:lnTo>
                  <a:pt x="85273" y="340570"/>
                </a:lnTo>
                <a:lnTo>
                  <a:pt x="85530" y="325763"/>
                </a:lnTo>
                <a:lnTo>
                  <a:pt x="85669" y="310956"/>
                </a:lnTo>
                <a:lnTo>
                  <a:pt x="85647" y="296148"/>
                </a:lnTo>
                <a:lnTo>
                  <a:pt x="85411" y="281341"/>
                </a:lnTo>
                <a:lnTo>
                  <a:pt x="84896" y="266533"/>
                </a:lnTo>
                <a:lnTo>
                  <a:pt x="84027" y="251726"/>
                </a:lnTo>
                <a:lnTo>
                  <a:pt x="82711" y="236919"/>
                </a:lnTo>
                <a:lnTo>
                  <a:pt x="80846" y="222111"/>
                </a:lnTo>
                <a:lnTo>
                  <a:pt x="78324" y="207304"/>
                </a:lnTo>
                <a:lnTo>
                  <a:pt x="75042" y="192496"/>
                </a:lnTo>
                <a:lnTo>
                  <a:pt x="70915" y="177689"/>
                </a:lnTo>
                <a:lnTo>
                  <a:pt x="65888" y="162881"/>
                </a:lnTo>
                <a:lnTo>
                  <a:pt x="59962" y="148074"/>
                </a:lnTo>
                <a:lnTo>
                  <a:pt x="53201" y="133267"/>
                </a:lnTo>
                <a:lnTo>
                  <a:pt x="45752" y="118459"/>
                </a:lnTo>
                <a:lnTo>
                  <a:pt x="37846" y="103652"/>
                </a:lnTo>
                <a:lnTo>
                  <a:pt x="29791" y="88844"/>
                </a:lnTo>
                <a:lnTo>
                  <a:pt x="21964" y="74037"/>
                </a:lnTo>
                <a:lnTo>
                  <a:pt x="14776" y="59230"/>
                </a:lnTo>
                <a:lnTo>
                  <a:pt x="8646" y="44422"/>
                </a:lnTo>
                <a:lnTo>
                  <a:pt x="3954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2" y="14807"/>
                </a:lnTo>
                <a:lnTo>
                  <a:pt x="173633" y="29615"/>
                </a:lnTo>
                <a:lnTo>
                  <a:pt x="168941" y="44422"/>
                </a:lnTo>
                <a:lnTo>
                  <a:pt x="162811" y="59230"/>
                </a:lnTo>
                <a:lnTo>
                  <a:pt x="155624" y="74037"/>
                </a:lnTo>
                <a:lnTo>
                  <a:pt x="147796" y="88844"/>
                </a:lnTo>
                <a:lnTo>
                  <a:pt x="139742" y="103652"/>
                </a:lnTo>
                <a:lnTo>
                  <a:pt x="131835" y="118459"/>
                </a:lnTo>
                <a:lnTo>
                  <a:pt x="124386" y="133267"/>
                </a:lnTo>
                <a:lnTo>
                  <a:pt x="117625" y="148074"/>
                </a:lnTo>
                <a:lnTo>
                  <a:pt x="111699" y="162881"/>
                </a:lnTo>
                <a:lnTo>
                  <a:pt x="106673" y="177689"/>
                </a:lnTo>
                <a:lnTo>
                  <a:pt x="102545" y="192496"/>
                </a:lnTo>
                <a:lnTo>
                  <a:pt x="99263" y="207304"/>
                </a:lnTo>
                <a:lnTo>
                  <a:pt x="96742" y="222111"/>
                </a:lnTo>
                <a:lnTo>
                  <a:pt x="94877" y="236919"/>
                </a:lnTo>
                <a:lnTo>
                  <a:pt x="93560" y="251726"/>
                </a:lnTo>
                <a:lnTo>
                  <a:pt x="92691" y="266533"/>
                </a:lnTo>
                <a:lnTo>
                  <a:pt x="92177" y="281341"/>
                </a:lnTo>
                <a:lnTo>
                  <a:pt x="91941" y="296148"/>
                </a:lnTo>
                <a:lnTo>
                  <a:pt x="91918" y="310956"/>
                </a:lnTo>
                <a:lnTo>
                  <a:pt x="92057" y="325763"/>
                </a:lnTo>
                <a:lnTo>
                  <a:pt x="92314" y="340570"/>
                </a:lnTo>
                <a:lnTo>
                  <a:pt x="92654" y="355378"/>
                </a:lnTo>
                <a:lnTo>
                  <a:pt x="93044" y="370185"/>
                </a:lnTo>
                <a:lnTo>
                  <a:pt x="93458" y="384993"/>
                </a:lnTo>
                <a:lnTo>
                  <a:pt x="93872" y="399800"/>
                </a:lnTo>
                <a:lnTo>
                  <a:pt x="94267" y="414607"/>
                </a:lnTo>
                <a:lnTo>
                  <a:pt x="94625" y="429415"/>
                </a:lnTo>
                <a:lnTo>
                  <a:pt x="94936" y="444222"/>
                </a:lnTo>
                <a:lnTo>
                  <a:pt x="95192" y="459030"/>
                </a:lnTo>
                <a:lnTo>
                  <a:pt x="95389" y="473837"/>
                </a:lnTo>
                <a:lnTo>
                  <a:pt x="95528" y="488644"/>
                </a:lnTo>
                <a:lnTo>
                  <a:pt x="95610" y="503452"/>
                </a:lnTo>
                <a:lnTo>
                  <a:pt x="95641" y="518259"/>
                </a:lnTo>
                <a:lnTo>
                  <a:pt x="95624" y="533067"/>
                </a:lnTo>
                <a:lnTo>
                  <a:pt x="95563" y="547874"/>
                </a:lnTo>
                <a:lnTo>
                  <a:pt x="95461" y="562682"/>
                </a:lnTo>
                <a:lnTo>
                  <a:pt x="95320" y="577489"/>
                </a:lnTo>
                <a:lnTo>
                  <a:pt x="95143" y="592296"/>
                </a:lnTo>
                <a:lnTo>
                  <a:pt x="94933" y="607104"/>
                </a:lnTo>
                <a:lnTo>
                  <a:pt x="94692" y="621911"/>
                </a:lnTo>
                <a:lnTo>
                  <a:pt x="94428" y="636719"/>
                </a:lnTo>
                <a:lnTo>
                  <a:pt x="94147" y="651526"/>
                </a:lnTo>
                <a:lnTo>
                  <a:pt x="93862" y="666333"/>
                </a:lnTo>
                <a:lnTo>
                  <a:pt x="93585" y="681141"/>
                </a:lnTo>
                <a:lnTo>
                  <a:pt x="93330" y="695948"/>
                </a:lnTo>
                <a:lnTo>
                  <a:pt x="93111" y="710756"/>
                </a:lnTo>
                <a:lnTo>
                  <a:pt x="92942" y="725563"/>
                </a:lnTo>
                <a:lnTo>
                  <a:pt x="92833" y="740370"/>
                </a:lnTo>
                <a:lnTo>
                  <a:pt x="92793" y="755178"/>
                </a:lnTo>
                <a:lnTo>
                  <a:pt x="92821" y="769985"/>
                </a:lnTo>
                <a:lnTo>
                  <a:pt x="92917" y="784793"/>
                </a:lnTo>
                <a:lnTo>
                  <a:pt x="93069" y="799600"/>
                </a:lnTo>
                <a:lnTo>
                  <a:pt x="93265" y="814407"/>
                </a:lnTo>
                <a:lnTo>
                  <a:pt x="93487" y="829215"/>
                </a:lnTo>
                <a:lnTo>
                  <a:pt x="93715" y="844022"/>
                </a:lnTo>
                <a:lnTo>
                  <a:pt x="93928" y="858830"/>
                </a:lnTo>
                <a:lnTo>
                  <a:pt x="94110" y="873637"/>
                </a:lnTo>
                <a:lnTo>
                  <a:pt x="94243" y="888444"/>
                </a:lnTo>
                <a:lnTo>
                  <a:pt x="94319" y="903252"/>
                </a:lnTo>
                <a:lnTo>
                  <a:pt x="94330" y="918059"/>
                </a:lnTo>
                <a:lnTo>
                  <a:pt x="94277" y="932867"/>
                </a:lnTo>
                <a:lnTo>
                  <a:pt x="94163" y="947674"/>
                </a:lnTo>
                <a:lnTo>
                  <a:pt x="93994" y="962482"/>
                </a:lnTo>
                <a:lnTo>
                  <a:pt x="93780" y="977289"/>
                </a:lnTo>
                <a:lnTo>
                  <a:pt x="93530" y="992096"/>
                </a:lnTo>
                <a:lnTo>
                  <a:pt x="93255" y="1006904"/>
                </a:lnTo>
                <a:lnTo>
                  <a:pt x="92964" y="1021711"/>
                </a:lnTo>
                <a:lnTo>
                  <a:pt x="92667" y="1036519"/>
                </a:lnTo>
                <a:lnTo>
                  <a:pt x="92370" y="1051326"/>
                </a:lnTo>
                <a:lnTo>
                  <a:pt x="92081" y="1066133"/>
                </a:lnTo>
                <a:lnTo>
                  <a:pt x="91807" y="1080941"/>
                </a:lnTo>
                <a:lnTo>
                  <a:pt x="91554" y="1095748"/>
                </a:lnTo>
                <a:lnTo>
                  <a:pt x="91328" y="1110556"/>
                </a:lnTo>
                <a:lnTo>
                  <a:pt x="91133" y="1125363"/>
                </a:lnTo>
                <a:lnTo>
                  <a:pt x="90973" y="1140170"/>
                </a:lnTo>
                <a:lnTo>
                  <a:pt x="90851" y="1154978"/>
                </a:lnTo>
                <a:lnTo>
                  <a:pt x="90768" y="1169785"/>
                </a:lnTo>
                <a:lnTo>
                  <a:pt x="90722" y="1184593"/>
                </a:lnTo>
                <a:lnTo>
                  <a:pt x="90712" y="1199400"/>
                </a:lnTo>
                <a:lnTo>
                  <a:pt x="90732" y="1214207"/>
                </a:lnTo>
                <a:lnTo>
                  <a:pt x="90777" y="1229015"/>
                </a:lnTo>
                <a:lnTo>
                  <a:pt x="90841" y="1243822"/>
                </a:lnTo>
                <a:lnTo>
                  <a:pt x="90916" y="1258630"/>
                </a:lnTo>
                <a:lnTo>
                  <a:pt x="90997" y="1273437"/>
                </a:lnTo>
                <a:lnTo>
                  <a:pt x="91078" y="1288245"/>
                </a:lnTo>
                <a:lnTo>
                  <a:pt x="91155" y="1303052"/>
                </a:lnTo>
                <a:lnTo>
                  <a:pt x="91225" y="1317859"/>
                </a:lnTo>
                <a:lnTo>
                  <a:pt x="91286" y="1332667"/>
                </a:lnTo>
                <a:lnTo>
                  <a:pt x="91341" y="1347474"/>
                </a:lnTo>
                <a:lnTo>
                  <a:pt x="91391" y="1362282"/>
                </a:lnTo>
                <a:lnTo>
                  <a:pt x="91441" y="1377089"/>
                </a:lnTo>
                <a:lnTo>
                  <a:pt x="91495" y="1391896"/>
                </a:lnTo>
                <a:lnTo>
                  <a:pt x="91559" y="1406704"/>
                </a:lnTo>
                <a:lnTo>
                  <a:pt x="91637" y="1421511"/>
                </a:lnTo>
                <a:lnTo>
                  <a:pt x="91734" y="1436319"/>
                </a:lnTo>
                <a:lnTo>
                  <a:pt x="91857" y="1451126"/>
                </a:lnTo>
                <a:lnTo>
                  <a:pt x="92008" y="1465933"/>
                </a:lnTo>
                <a:lnTo>
                  <a:pt x="92195" y="1480741"/>
                </a:lnTo>
                <a:lnTo>
                  <a:pt x="92424" y="1495548"/>
                </a:lnTo>
                <a:lnTo>
                  <a:pt x="92706" y="1510356"/>
                </a:lnTo>
                <a:lnTo>
                  <a:pt x="93054" y="1525163"/>
                </a:lnTo>
                <a:lnTo>
                  <a:pt x="93486" y="1539970"/>
                </a:lnTo>
                <a:lnTo>
                  <a:pt x="94025" y="1554778"/>
                </a:lnTo>
                <a:lnTo>
                  <a:pt x="94694" y="1569585"/>
                </a:lnTo>
                <a:lnTo>
                  <a:pt x="95520" y="1584393"/>
                </a:lnTo>
                <a:lnTo>
                  <a:pt x="96526" y="1599200"/>
                </a:lnTo>
                <a:lnTo>
                  <a:pt x="97727" y="1614007"/>
                </a:lnTo>
                <a:lnTo>
                  <a:pt x="99129" y="1628815"/>
                </a:lnTo>
                <a:lnTo>
                  <a:pt x="100720" y="1643622"/>
                </a:lnTo>
                <a:lnTo>
                  <a:pt x="102469" y="1658430"/>
                </a:lnTo>
                <a:lnTo>
                  <a:pt x="104327" y="1673237"/>
                </a:lnTo>
                <a:lnTo>
                  <a:pt x="106221" y="1688045"/>
                </a:lnTo>
                <a:lnTo>
                  <a:pt x="108065" y="1702852"/>
                </a:lnTo>
                <a:lnTo>
                  <a:pt x="109761" y="1717659"/>
                </a:lnTo>
                <a:lnTo>
                  <a:pt x="111209" y="1732467"/>
                </a:lnTo>
                <a:lnTo>
                  <a:pt x="112319" y="1747274"/>
                </a:lnTo>
                <a:lnTo>
                  <a:pt x="113017" y="1762082"/>
                </a:lnTo>
                <a:lnTo>
                  <a:pt x="113255" y="1776889"/>
                </a:lnTo>
                <a:lnTo>
                  <a:pt x="113255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3" name="data_7699">
            <a:extLst xmlns:a="http://schemas.openxmlformats.org/drawingml/2006/main">
              <a:ext uri="{FF2B5EF4-FFF2-40B4-BE49-F238E27FC236}">
                <a16:creationId xmlns:a16="http://schemas.microsoft.com/office/drawing/2014/main" id="{80DB9515-E371-4EC8-9E90-44D35072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21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1510" y="1776889"/>
                </a:moveTo>
                <a:lnTo>
                  <a:pt x="66077" y="1776889"/>
                </a:lnTo>
                <a:lnTo>
                  <a:pt x="66298" y="1762082"/>
                </a:lnTo>
                <a:lnTo>
                  <a:pt x="66946" y="1747274"/>
                </a:lnTo>
                <a:lnTo>
                  <a:pt x="67977" y="1732467"/>
                </a:lnTo>
                <a:lnTo>
                  <a:pt x="69322" y="1717659"/>
                </a:lnTo>
                <a:lnTo>
                  <a:pt x="70897" y="1702852"/>
                </a:lnTo>
                <a:lnTo>
                  <a:pt x="72609" y="1688045"/>
                </a:lnTo>
                <a:lnTo>
                  <a:pt x="74368" y="1673237"/>
                </a:lnTo>
                <a:lnTo>
                  <a:pt x="76093" y="1658430"/>
                </a:lnTo>
                <a:lnTo>
                  <a:pt x="77718" y="1643622"/>
                </a:lnTo>
                <a:lnTo>
                  <a:pt x="79196" y="1628815"/>
                </a:lnTo>
                <a:lnTo>
                  <a:pt x="80497" y="1614007"/>
                </a:lnTo>
                <a:lnTo>
                  <a:pt x="81613" y="1599200"/>
                </a:lnTo>
                <a:lnTo>
                  <a:pt x="82547" y="1584393"/>
                </a:lnTo>
                <a:lnTo>
                  <a:pt x="83314" y="1569585"/>
                </a:lnTo>
                <a:lnTo>
                  <a:pt x="83936" y="1554778"/>
                </a:lnTo>
                <a:lnTo>
                  <a:pt x="84436" y="1539970"/>
                </a:lnTo>
                <a:lnTo>
                  <a:pt x="84837" y="1525163"/>
                </a:lnTo>
                <a:lnTo>
                  <a:pt x="85161" y="1510356"/>
                </a:lnTo>
                <a:lnTo>
                  <a:pt x="85422" y="1495548"/>
                </a:lnTo>
                <a:lnTo>
                  <a:pt x="85635" y="1480741"/>
                </a:lnTo>
                <a:lnTo>
                  <a:pt x="85808" y="1465933"/>
                </a:lnTo>
                <a:lnTo>
                  <a:pt x="85949" y="1451126"/>
                </a:lnTo>
                <a:lnTo>
                  <a:pt x="86063" y="1436319"/>
                </a:lnTo>
                <a:lnTo>
                  <a:pt x="86153" y="1421511"/>
                </a:lnTo>
                <a:lnTo>
                  <a:pt x="86226" y="1406704"/>
                </a:lnTo>
                <a:lnTo>
                  <a:pt x="86285" y="1391896"/>
                </a:lnTo>
                <a:lnTo>
                  <a:pt x="86335" y="1377089"/>
                </a:lnTo>
                <a:lnTo>
                  <a:pt x="86381" y="1362282"/>
                </a:lnTo>
                <a:lnTo>
                  <a:pt x="86428" y="1347474"/>
                </a:lnTo>
                <a:lnTo>
                  <a:pt x="86479" y="1332667"/>
                </a:lnTo>
                <a:lnTo>
                  <a:pt x="86536" y="1317859"/>
                </a:lnTo>
                <a:lnTo>
                  <a:pt x="86601" y="1303052"/>
                </a:lnTo>
                <a:lnTo>
                  <a:pt x="86672" y="1288245"/>
                </a:lnTo>
                <a:lnTo>
                  <a:pt x="86748" y="1273437"/>
                </a:lnTo>
                <a:lnTo>
                  <a:pt x="86824" y="1258630"/>
                </a:lnTo>
                <a:lnTo>
                  <a:pt x="86895" y="1243822"/>
                </a:lnTo>
                <a:lnTo>
                  <a:pt x="86955" y="1229015"/>
                </a:lnTo>
                <a:lnTo>
                  <a:pt x="87000" y="1214207"/>
                </a:lnTo>
                <a:lnTo>
                  <a:pt x="87022" y="1199400"/>
                </a:lnTo>
                <a:lnTo>
                  <a:pt x="87018" y="1184593"/>
                </a:lnTo>
                <a:lnTo>
                  <a:pt x="86985" y="1169785"/>
                </a:lnTo>
                <a:lnTo>
                  <a:pt x="86921" y="1154978"/>
                </a:lnTo>
                <a:lnTo>
                  <a:pt x="86827" y="1140170"/>
                </a:lnTo>
                <a:lnTo>
                  <a:pt x="86705" y="1125363"/>
                </a:lnTo>
                <a:lnTo>
                  <a:pt x="86560" y="1110556"/>
                </a:lnTo>
                <a:lnTo>
                  <a:pt x="86397" y="1095748"/>
                </a:lnTo>
                <a:lnTo>
                  <a:pt x="86222" y="1080941"/>
                </a:lnTo>
                <a:lnTo>
                  <a:pt x="86044" y="1066133"/>
                </a:lnTo>
                <a:lnTo>
                  <a:pt x="85867" y="1051326"/>
                </a:lnTo>
                <a:lnTo>
                  <a:pt x="85699" y="1036519"/>
                </a:lnTo>
                <a:lnTo>
                  <a:pt x="85545" y="1021711"/>
                </a:lnTo>
                <a:lnTo>
                  <a:pt x="85410" y="1006904"/>
                </a:lnTo>
                <a:lnTo>
                  <a:pt x="85297" y="992096"/>
                </a:lnTo>
                <a:lnTo>
                  <a:pt x="85211" y="977289"/>
                </a:lnTo>
                <a:lnTo>
                  <a:pt x="85153" y="962482"/>
                </a:lnTo>
                <a:lnTo>
                  <a:pt x="85125" y="947674"/>
                </a:lnTo>
                <a:lnTo>
                  <a:pt x="85129" y="932867"/>
                </a:lnTo>
                <a:lnTo>
                  <a:pt x="85164" y="918059"/>
                </a:lnTo>
                <a:lnTo>
                  <a:pt x="85228" y="903252"/>
                </a:lnTo>
                <a:lnTo>
                  <a:pt x="85316" y="888444"/>
                </a:lnTo>
                <a:lnTo>
                  <a:pt x="85422" y="873637"/>
                </a:lnTo>
                <a:lnTo>
                  <a:pt x="85538" y="858830"/>
                </a:lnTo>
                <a:lnTo>
                  <a:pt x="85652" y="844022"/>
                </a:lnTo>
                <a:lnTo>
                  <a:pt x="85753" y="829215"/>
                </a:lnTo>
                <a:lnTo>
                  <a:pt x="85830" y="814407"/>
                </a:lnTo>
                <a:lnTo>
                  <a:pt x="85872" y="799600"/>
                </a:lnTo>
                <a:lnTo>
                  <a:pt x="85869" y="784793"/>
                </a:lnTo>
                <a:lnTo>
                  <a:pt x="85817" y="769985"/>
                </a:lnTo>
                <a:lnTo>
                  <a:pt x="85712" y="755178"/>
                </a:lnTo>
                <a:lnTo>
                  <a:pt x="85556" y="740370"/>
                </a:lnTo>
                <a:lnTo>
                  <a:pt x="85354" y="725563"/>
                </a:lnTo>
                <a:lnTo>
                  <a:pt x="85115" y="710756"/>
                </a:lnTo>
                <a:lnTo>
                  <a:pt x="84850" y="695948"/>
                </a:lnTo>
                <a:lnTo>
                  <a:pt x="84572" y="681141"/>
                </a:lnTo>
                <a:lnTo>
                  <a:pt x="84295" y="666333"/>
                </a:lnTo>
                <a:lnTo>
                  <a:pt x="84031" y="651526"/>
                </a:lnTo>
                <a:lnTo>
                  <a:pt x="83792" y="636719"/>
                </a:lnTo>
                <a:lnTo>
                  <a:pt x="83589" y="621911"/>
                </a:lnTo>
                <a:lnTo>
                  <a:pt x="83429" y="607104"/>
                </a:lnTo>
                <a:lnTo>
                  <a:pt x="83316" y="592296"/>
                </a:lnTo>
                <a:lnTo>
                  <a:pt x="83252" y="577489"/>
                </a:lnTo>
                <a:lnTo>
                  <a:pt x="83239" y="562682"/>
                </a:lnTo>
                <a:lnTo>
                  <a:pt x="83274" y="547874"/>
                </a:lnTo>
                <a:lnTo>
                  <a:pt x="83356" y="533067"/>
                </a:lnTo>
                <a:lnTo>
                  <a:pt x="83481" y="518259"/>
                </a:lnTo>
                <a:lnTo>
                  <a:pt x="83646" y="503452"/>
                </a:lnTo>
                <a:lnTo>
                  <a:pt x="83849" y="488644"/>
                </a:lnTo>
                <a:lnTo>
                  <a:pt x="84084" y="473837"/>
                </a:lnTo>
                <a:lnTo>
                  <a:pt x="84349" y="459030"/>
                </a:lnTo>
                <a:lnTo>
                  <a:pt x="84637" y="444222"/>
                </a:lnTo>
                <a:lnTo>
                  <a:pt x="84943" y="429415"/>
                </a:lnTo>
                <a:lnTo>
                  <a:pt x="85258" y="414607"/>
                </a:lnTo>
                <a:lnTo>
                  <a:pt x="85573" y="399800"/>
                </a:lnTo>
                <a:lnTo>
                  <a:pt x="85874" y="384993"/>
                </a:lnTo>
                <a:lnTo>
                  <a:pt x="86150" y="370185"/>
                </a:lnTo>
                <a:lnTo>
                  <a:pt x="86383" y="355378"/>
                </a:lnTo>
                <a:lnTo>
                  <a:pt x="86555" y="340570"/>
                </a:lnTo>
                <a:lnTo>
                  <a:pt x="86642" y="325763"/>
                </a:lnTo>
                <a:lnTo>
                  <a:pt x="86615" y="310956"/>
                </a:lnTo>
                <a:lnTo>
                  <a:pt x="86438" y="296148"/>
                </a:lnTo>
                <a:lnTo>
                  <a:pt x="86061" y="281341"/>
                </a:lnTo>
                <a:lnTo>
                  <a:pt x="85424" y="266533"/>
                </a:lnTo>
                <a:lnTo>
                  <a:pt x="84448" y="251726"/>
                </a:lnTo>
                <a:lnTo>
                  <a:pt x="83044" y="236919"/>
                </a:lnTo>
                <a:lnTo>
                  <a:pt x="81107" y="222111"/>
                </a:lnTo>
                <a:lnTo>
                  <a:pt x="78528" y="207304"/>
                </a:lnTo>
                <a:lnTo>
                  <a:pt x="75201" y="192496"/>
                </a:lnTo>
                <a:lnTo>
                  <a:pt x="71038" y="177689"/>
                </a:lnTo>
                <a:lnTo>
                  <a:pt x="65984" y="162881"/>
                </a:lnTo>
                <a:lnTo>
                  <a:pt x="60036" y="148074"/>
                </a:lnTo>
                <a:lnTo>
                  <a:pt x="53258" y="133267"/>
                </a:lnTo>
                <a:lnTo>
                  <a:pt x="45795" y="118459"/>
                </a:lnTo>
                <a:lnTo>
                  <a:pt x="37877" y="103652"/>
                </a:lnTo>
                <a:lnTo>
                  <a:pt x="29814" y="88844"/>
                </a:lnTo>
                <a:lnTo>
                  <a:pt x="21979" y="74037"/>
                </a:lnTo>
                <a:lnTo>
                  <a:pt x="14786" y="59230"/>
                </a:lnTo>
                <a:lnTo>
                  <a:pt x="8652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6" y="44422"/>
                </a:lnTo>
                <a:lnTo>
                  <a:pt x="162801" y="59230"/>
                </a:lnTo>
                <a:lnTo>
                  <a:pt x="155608" y="74037"/>
                </a:lnTo>
                <a:lnTo>
                  <a:pt x="147773" y="88844"/>
                </a:lnTo>
                <a:lnTo>
                  <a:pt x="139710" y="103652"/>
                </a:lnTo>
                <a:lnTo>
                  <a:pt x="131792" y="118459"/>
                </a:lnTo>
                <a:lnTo>
                  <a:pt x="124329" y="133267"/>
                </a:lnTo>
                <a:lnTo>
                  <a:pt x="117552" y="148074"/>
                </a:lnTo>
                <a:lnTo>
                  <a:pt x="111603" y="162881"/>
                </a:lnTo>
                <a:lnTo>
                  <a:pt x="106549" y="177689"/>
                </a:lnTo>
                <a:lnTo>
                  <a:pt x="102386" y="192496"/>
                </a:lnTo>
                <a:lnTo>
                  <a:pt x="99059" y="207304"/>
                </a:lnTo>
                <a:lnTo>
                  <a:pt x="96480" y="222111"/>
                </a:lnTo>
                <a:lnTo>
                  <a:pt x="94543" y="236919"/>
                </a:lnTo>
                <a:lnTo>
                  <a:pt x="93139" y="251726"/>
                </a:lnTo>
                <a:lnTo>
                  <a:pt x="92164" y="266533"/>
                </a:lnTo>
                <a:lnTo>
                  <a:pt x="91526" y="281341"/>
                </a:lnTo>
                <a:lnTo>
                  <a:pt x="91149" y="296148"/>
                </a:lnTo>
                <a:lnTo>
                  <a:pt x="90972" y="310956"/>
                </a:lnTo>
                <a:lnTo>
                  <a:pt x="90945" y="325763"/>
                </a:lnTo>
                <a:lnTo>
                  <a:pt x="91033" y="340570"/>
                </a:lnTo>
                <a:lnTo>
                  <a:pt x="91204" y="355378"/>
                </a:lnTo>
                <a:lnTo>
                  <a:pt x="91437" y="370185"/>
                </a:lnTo>
                <a:lnTo>
                  <a:pt x="91713" y="384993"/>
                </a:lnTo>
                <a:lnTo>
                  <a:pt x="92015" y="399800"/>
                </a:lnTo>
                <a:lnTo>
                  <a:pt x="92329" y="414607"/>
                </a:lnTo>
                <a:lnTo>
                  <a:pt x="92644" y="429415"/>
                </a:lnTo>
                <a:lnTo>
                  <a:pt x="92950" y="444222"/>
                </a:lnTo>
                <a:lnTo>
                  <a:pt x="93239" y="459030"/>
                </a:lnTo>
                <a:lnTo>
                  <a:pt x="93503" y="473837"/>
                </a:lnTo>
                <a:lnTo>
                  <a:pt x="93739" y="488644"/>
                </a:lnTo>
                <a:lnTo>
                  <a:pt x="93941" y="503452"/>
                </a:lnTo>
                <a:lnTo>
                  <a:pt x="94106" y="518259"/>
                </a:lnTo>
                <a:lnTo>
                  <a:pt x="94231" y="533067"/>
                </a:lnTo>
                <a:lnTo>
                  <a:pt x="94313" y="547874"/>
                </a:lnTo>
                <a:lnTo>
                  <a:pt x="94348" y="562682"/>
                </a:lnTo>
                <a:lnTo>
                  <a:pt x="94335" y="577489"/>
                </a:lnTo>
                <a:lnTo>
                  <a:pt x="94271" y="592296"/>
                </a:lnTo>
                <a:lnTo>
                  <a:pt x="94158" y="607104"/>
                </a:lnTo>
                <a:lnTo>
                  <a:pt x="93998" y="621911"/>
                </a:lnTo>
                <a:lnTo>
                  <a:pt x="93795" y="636719"/>
                </a:lnTo>
                <a:lnTo>
                  <a:pt x="93556" y="651526"/>
                </a:lnTo>
                <a:lnTo>
                  <a:pt x="93293" y="666333"/>
                </a:lnTo>
                <a:lnTo>
                  <a:pt x="93015" y="681141"/>
                </a:lnTo>
                <a:lnTo>
                  <a:pt x="92737" y="695948"/>
                </a:lnTo>
                <a:lnTo>
                  <a:pt x="92472" y="710756"/>
                </a:lnTo>
                <a:lnTo>
                  <a:pt x="92233" y="725563"/>
                </a:lnTo>
                <a:lnTo>
                  <a:pt x="92032" y="740370"/>
                </a:lnTo>
                <a:lnTo>
                  <a:pt x="91875" y="755178"/>
                </a:lnTo>
                <a:lnTo>
                  <a:pt x="91770" y="769985"/>
                </a:lnTo>
                <a:lnTo>
                  <a:pt x="91718" y="784793"/>
                </a:lnTo>
                <a:lnTo>
                  <a:pt x="91715" y="799600"/>
                </a:lnTo>
                <a:lnTo>
                  <a:pt x="91757" y="814407"/>
                </a:lnTo>
                <a:lnTo>
                  <a:pt x="91834" y="829215"/>
                </a:lnTo>
                <a:lnTo>
                  <a:pt x="91935" y="844022"/>
                </a:lnTo>
                <a:lnTo>
                  <a:pt x="92050" y="858830"/>
                </a:lnTo>
                <a:lnTo>
                  <a:pt x="92165" y="873637"/>
                </a:lnTo>
                <a:lnTo>
                  <a:pt x="92271" y="888444"/>
                </a:lnTo>
                <a:lnTo>
                  <a:pt x="92359" y="903252"/>
                </a:lnTo>
                <a:lnTo>
                  <a:pt x="92423" y="918059"/>
                </a:lnTo>
                <a:lnTo>
                  <a:pt x="92458" y="932867"/>
                </a:lnTo>
                <a:lnTo>
                  <a:pt x="92462" y="947674"/>
                </a:lnTo>
                <a:lnTo>
                  <a:pt x="92434" y="962482"/>
                </a:lnTo>
                <a:lnTo>
                  <a:pt x="92376" y="977289"/>
                </a:lnTo>
                <a:lnTo>
                  <a:pt x="92290" y="992096"/>
                </a:lnTo>
                <a:lnTo>
                  <a:pt x="92177" y="1006904"/>
                </a:lnTo>
                <a:lnTo>
                  <a:pt x="92042" y="1021711"/>
                </a:lnTo>
                <a:lnTo>
                  <a:pt x="91888" y="1036519"/>
                </a:lnTo>
                <a:lnTo>
                  <a:pt x="91720" y="1051326"/>
                </a:lnTo>
                <a:lnTo>
                  <a:pt x="91544" y="1066133"/>
                </a:lnTo>
                <a:lnTo>
                  <a:pt x="91365" y="1080941"/>
                </a:lnTo>
                <a:lnTo>
                  <a:pt x="91191" y="1095748"/>
                </a:lnTo>
                <a:lnTo>
                  <a:pt x="91027" y="1110556"/>
                </a:lnTo>
                <a:lnTo>
                  <a:pt x="90882" y="1125363"/>
                </a:lnTo>
                <a:lnTo>
                  <a:pt x="90760" y="1140170"/>
                </a:lnTo>
                <a:lnTo>
                  <a:pt x="90666" y="1154978"/>
                </a:lnTo>
                <a:lnTo>
                  <a:pt x="90602" y="1169785"/>
                </a:lnTo>
                <a:lnTo>
                  <a:pt x="90569" y="1184593"/>
                </a:lnTo>
                <a:lnTo>
                  <a:pt x="90565" y="1199400"/>
                </a:lnTo>
                <a:lnTo>
                  <a:pt x="90588" y="1214207"/>
                </a:lnTo>
                <a:lnTo>
                  <a:pt x="90632" y="1229015"/>
                </a:lnTo>
                <a:lnTo>
                  <a:pt x="90693" y="1243822"/>
                </a:lnTo>
                <a:lnTo>
                  <a:pt x="90764" y="1258630"/>
                </a:lnTo>
                <a:lnTo>
                  <a:pt x="90839" y="1273437"/>
                </a:lnTo>
                <a:lnTo>
                  <a:pt x="90915" y="1288245"/>
                </a:lnTo>
                <a:lnTo>
                  <a:pt x="90986" y="1303052"/>
                </a:lnTo>
                <a:lnTo>
                  <a:pt x="91051" y="1317859"/>
                </a:lnTo>
                <a:lnTo>
                  <a:pt x="91109" y="1332667"/>
                </a:lnTo>
                <a:lnTo>
                  <a:pt x="91159" y="1347474"/>
                </a:lnTo>
                <a:lnTo>
                  <a:pt x="91206" y="1362282"/>
                </a:lnTo>
                <a:lnTo>
                  <a:pt x="91252" y="1377089"/>
                </a:lnTo>
                <a:lnTo>
                  <a:pt x="91302" y="1391896"/>
                </a:lnTo>
                <a:lnTo>
                  <a:pt x="91361" y="1406704"/>
                </a:lnTo>
                <a:lnTo>
                  <a:pt x="91434" y="1421511"/>
                </a:lnTo>
                <a:lnTo>
                  <a:pt x="91525" y="1436319"/>
                </a:lnTo>
                <a:lnTo>
                  <a:pt x="91638" y="1451126"/>
                </a:lnTo>
                <a:lnTo>
                  <a:pt x="91779" y="1465933"/>
                </a:lnTo>
                <a:lnTo>
                  <a:pt x="91952" y="1480741"/>
                </a:lnTo>
                <a:lnTo>
                  <a:pt x="92165" y="1495548"/>
                </a:lnTo>
                <a:lnTo>
                  <a:pt x="92427" y="1510356"/>
                </a:lnTo>
                <a:lnTo>
                  <a:pt x="92750" y="1525163"/>
                </a:lnTo>
                <a:lnTo>
                  <a:pt x="93151" y="1539970"/>
                </a:lnTo>
                <a:lnTo>
                  <a:pt x="93651" y="1554778"/>
                </a:lnTo>
                <a:lnTo>
                  <a:pt x="94273" y="1569585"/>
                </a:lnTo>
                <a:lnTo>
                  <a:pt x="95040" y="1584393"/>
                </a:lnTo>
                <a:lnTo>
                  <a:pt x="95974" y="1599200"/>
                </a:lnTo>
                <a:lnTo>
                  <a:pt x="97090" y="1614007"/>
                </a:lnTo>
                <a:lnTo>
                  <a:pt x="98392" y="1628815"/>
                </a:lnTo>
                <a:lnTo>
                  <a:pt x="99869" y="1643622"/>
                </a:lnTo>
                <a:lnTo>
                  <a:pt x="101494" y="1658430"/>
                </a:lnTo>
                <a:lnTo>
                  <a:pt x="103219" y="1673237"/>
                </a:lnTo>
                <a:lnTo>
                  <a:pt x="104978" y="1688045"/>
                </a:lnTo>
                <a:lnTo>
                  <a:pt x="106690" y="1702852"/>
                </a:lnTo>
                <a:lnTo>
                  <a:pt x="108265" y="1717659"/>
                </a:lnTo>
                <a:lnTo>
                  <a:pt x="109610" y="1732467"/>
                </a:lnTo>
                <a:lnTo>
                  <a:pt x="110641" y="1747274"/>
                </a:lnTo>
                <a:lnTo>
                  <a:pt x="111289" y="1762082"/>
                </a:lnTo>
                <a:lnTo>
                  <a:pt x="111510" y="1776889"/>
                </a:lnTo>
                <a:lnTo>
                  <a:pt x="111510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4" name="data_7700">
            <a:extLst xmlns:a="http://schemas.openxmlformats.org/drawingml/2006/main">
              <a:ext uri="{FF2B5EF4-FFF2-40B4-BE49-F238E27FC236}">
                <a16:creationId xmlns:a16="http://schemas.microsoft.com/office/drawing/2014/main" id="{89292317-475A-40D3-9616-B15B2083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049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08118" y="1776889"/>
                </a:moveTo>
                <a:lnTo>
                  <a:pt x="69469" y="1776889"/>
                </a:lnTo>
                <a:lnTo>
                  <a:pt x="69645" y="1762082"/>
                </a:lnTo>
                <a:lnTo>
                  <a:pt x="70161" y="1747274"/>
                </a:lnTo>
                <a:lnTo>
                  <a:pt x="70980" y="1732467"/>
                </a:lnTo>
                <a:lnTo>
                  <a:pt x="72046" y="1717659"/>
                </a:lnTo>
                <a:lnTo>
                  <a:pt x="73291" y="1702852"/>
                </a:lnTo>
                <a:lnTo>
                  <a:pt x="74639" y="1688045"/>
                </a:lnTo>
                <a:lnTo>
                  <a:pt x="76018" y="1673237"/>
                </a:lnTo>
                <a:lnTo>
                  <a:pt x="77363" y="1658430"/>
                </a:lnTo>
                <a:lnTo>
                  <a:pt x="78625" y="1643622"/>
                </a:lnTo>
                <a:lnTo>
                  <a:pt x="79767" y="1628815"/>
                </a:lnTo>
                <a:lnTo>
                  <a:pt x="80771" y="1614007"/>
                </a:lnTo>
                <a:lnTo>
                  <a:pt x="81633" y="1599200"/>
                </a:lnTo>
                <a:lnTo>
                  <a:pt x="82360" y="1584393"/>
                </a:lnTo>
                <a:lnTo>
                  <a:pt x="82969" y="1569585"/>
                </a:lnTo>
                <a:lnTo>
                  <a:pt x="83478" y="1554778"/>
                </a:lnTo>
                <a:lnTo>
                  <a:pt x="83908" y="1539970"/>
                </a:lnTo>
                <a:lnTo>
                  <a:pt x="84277" y="1525163"/>
                </a:lnTo>
                <a:lnTo>
                  <a:pt x="84598" y="1510356"/>
                </a:lnTo>
                <a:lnTo>
                  <a:pt x="84883" y="1495548"/>
                </a:lnTo>
                <a:lnTo>
                  <a:pt x="85138" y="1480741"/>
                </a:lnTo>
                <a:lnTo>
                  <a:pt x="85366" y="1465933"/>
                </a:lnTo>
                <a:lnTo>
                  <a:pt x="85568" y="1451126"/>
                </a:lnTo>
                <a:lnTo>
                  <a:pt x="85744" y="1436319"/>
                </a:lnTo>
                <a:lnTo>
                  <a:pt x="85897" y="1421511"/>
                </a:lnTo>
                <a:lnTo>
                  <a:pt x="86026" y="1406704"/>
                </a:lnTo>
                <a:lnTo>
                  <a:pt x="86136" y="1391896"/>
                </a:lnTo>
                <a:lnTo>
                  <a:pt x="86230" y="1377089"/>
                </a:lnTo>
                <a:lnTo>
                  <a:pt x="86312" y="1362282"/>
                </a:lnTo>
                <a:lnTo>
                  <a:pt x="86387" y="1347474"/>
                </a:lnTo>
                <a:lnTo>
                  <a:pt x="86461" y="1332667"/>
                </a:lnTo>
                <a:lnTo>
                  <a:pt x="86534" y="1317859"/>
                </a:lnTo>
                <a:lnTo>
                  <a:pt x="86611" y="1303052"/>
                </a:lnTo>
                <a:lnTo>
                  <a:pt x="86690" y="1288245"/>
                </a:lnTo>
                <a:lnTo>
                  <a:pt x="86771" y="1273437"/>
                </a:lnTo>
                <a:lnTo>
                  <a:pt x="86850" y="1258630"/>
                </a:lnTo>
                <a:lnTo>
                  <a:pt x="86923" y="1243822"/>
                </a:lnTo>
                <a:lnTo>
                  <a:pt x="86984" y="1229015"/>
                </a:lnTo>
                <a:lnTo>
                  <a:pt x="87029" y="1214207"/>
                </a:lnTo>
                <a:lnTo>
                  <a:pt x="87052" y="1199400"/>
                </a:lnTo>
                <a:lnTo>
                  <a:pt x="87049" y="1184593"/>
                </a:lnTo>
                <a:lnTo>
                  <a:pt x="87017" y="1169785"/>
                </a:lnTo>
                <a:lnTo>
                  <a:pt x="86954" y="1154978"/>
                </a:lnTo>
                <a:lnTo>
                  <a:pt x="86861" y="1140170"/>
                </a:lnTo>
                <a:lnTo>
                  <a:pt x="86742" y="1125363"/>
                </a:lnTo>
                <a:lnTo>
                  <a:pt x="86599" y="1110556"/>
                </a:lnTo>
                <a:lnTo>
                  <a:pt x="86439" y="1095748"/>
                </a:lnTo>
                <a:lnTo>
                  <a:pt x="86267" y="1080941"/>
                </a:lnTo>
                <a:lnTo>
                  <a:pt x="86092" y="1066133"/>
                </a:lnTo>
                <a:lnTo>
                  <a:pt x="85918" y="1051326"/>
                </a:lnTo>
                <a:lnTo>
                  <a:pt x="85753" y="1036519"/>
                </a:lnTo>
                <a:lnTo>
                  <a:pt x="85602" y="1021711"/>
                </a:lnTo>
                <a:lnTo>
                  <a:pt x="85469" y="1006904"/>
                </a:lnTo>
                <a:lnTo>
                  <a:pt x="85359" y="992096"/>
                </a:lnTo>
                <a:lnTo>
                  <a:pt x="85274" y="977289"/>
                </a:lnTo>
                <a:lnTo>
                  <a:pt x="85217" y="962482"/>
                </a:lnTo>
                <a:lnTo>
                  <a:pt x="85190" y="947674"/>
                </a:lnTo>
                <a:lnTo>
                  <a:pt x="85194" y="932867"/>
                </a:lnTo>
                <a:lnTo>
                  <a:pt x="85228" y="918059"/>
                </a:lnTo>
                <a:lnTo>
                  <a:pt x="85290" y="903252"/>
                </a:lnTo>
                <a:lnTo>
                  <a:pt x="85377" y="888444"/>
                </a:lnTo>
                <a:lnTo>
                  <a:pt x="85481" y="873637"/>
                </a:lnTo>
                <a:lnTo>
                  <a:pt x="85595" y="858830"/>
                </a:lnTo>
                <a:lnTo>
                  <a:pt x="85707" y="844022"/>
                </a:lnTo>
                <a:lnTo>
                  <a:pt x="85807" y="829215"/>
                </a:lnTo>
                <a:lnTo>
                  <a:pt x="85882" y="814407"/>
                </a:lnTo>
                <a:lnTo>
                  <a:pt x="85923" y="799600"/>
                </a:lnTo>
                <a:lnTo>
                  <a:pt x="85921" y="784793"/>
                </a:lnTo>
                <a:lnTo>
                  <a:pt x="85869" y="769985"/>
                </a:lnTo>
                <a:lnTo>
                  <a:pt x="85766" y="755178"/>
                </a:lnTo>
                <a:lnTo>
                  <a:pt x="85612" y="740370"/>
                </a:lnTo>
                <a:lnTo>
                  <a:pt x="85414" y="725563"/>
                </a:lnTo>
                <a:lnTo>
                  <a:pt x="85179" y="710756"/>
                </a:lnTo>
                <a:lnTo>
                  <a:pt x="84919" y="695948"/>
                </a:lnTo>
                <a:lnTo>
                  <a:pt x="84646" y="681141"/>
                </a:lnTo>
                <a:lnTo>
                  <a:pt x="84373" y="666333"/>
                </a:lnTo>
                <a:lnTo>
                  <a:pt x="84114" y="651526"/>
                </a:lnTo>
                <a:lnTo>
                  <a:pt x="83880" y="636719"/>
                </a:lnTo>
                <a:lnTo>
                  <a:pt x="83681" y="621911"/>
                </a:lnTo>
                <a:lnTo>
                  <a:pt x="83523" y="607104"/>
                </a:lnTo>
                <a:lnTo>
                  <a:pt x="83412" y="592296"/>
                </a:lnTo>
                <a:lnTo>
                  <a:pt x="83350" y="577489"/>
                </a:lnTo>
                <a:lnTo>
                  <a:pt x="83336" y="562682"/>
                </a:lnTo>
                <a:lnTo>
                  <a:pt x="83371" y="547874"/>
                </a:lnTo>
                <a:lnTo>
                  <a:pt x="83451" y="533067"/>
                </a:lnTo>
                <a:lnTo>
                  <a:pt x="83574" y="518259"/>
                </a:lnTo>
                <a:lnTo>
                  <a:pt x="83737" y="503452"/>
                </a:lnTo>
                <a:lnTo>
                  <a:pt x="83935" y="488644"/>
                </a:lnTo>
                <a:lnTo>
                  <a:pt x="84167" y="473837"/>
                </a:lnTo>
                <a:lnTo>
                  <a:pt x="84427" y="459030"/>
                </a:lnTo>
                <a:lnTo>
                  <a:pt x="84710" y="444222"/>
                </a:lnTo>
                <a:lnTo>
                  <a:pt x="85010" y="429415"/>
                </a:lnTo>
                <a:lnTo>
                  <a:pt x="85320" y="414607"/>
                </a:lnTo>
                <a:lnTo>
                  <a:pt x="85629" y="399800"/>
                </a:lnTo>
                <a:lnTo>
                  <a:pt x="85925" y="384993"/>
                </a:lnTo>
                <a:lnTo>
                  <a:pt x="86195" y="370185"/>
                </a:lnTo>
                <a:lnTo>
                  <a:pt x="86423" y="355378"/>
                </a:lnTo>
                <a:lnTo>
                  <a:pt x="86590" y="340570"/>
                </a:lnTo>
                <a:lnTo>
                  <a:pt x="86673" y="325763"/>
                </a:lnTo>
                <a:lnTo>
                  <a:pt x="86644" y="310956"/>
                </a:lnTo>
                <a:lnTo>
                  <a:pt x="86463" y="296148"/>
                </a:lnTo>
                <a:lnTo>
                  <a:pt x="86084" y="281341"/>
                </a:lnTo>
                <a:lnTo>
                  <a:pt x="85445" y="266533"/>
                </a:lnTo>
                <a:lnTo>
                  <a:pt x="84468" y="251726"/>
                </a:lnTo>
                <a:lnTo>
                  <a:pt x="83063" y="236919"/>
                </a:lnTo>
                <a:lnTo>
                  <a:pt x="81124" y="222111"/>
                </a:lnTo>
                <a:lnTo>
                  <a:pt x="78544" y="207304"/>
                </a:lnTo>
                <a:lnTo>
                  <a:pt x="75216" y="192496"/>
                </a:lnTo>
                <a:lnTo>
                  <a:pt x="71051" y="177689"/>
                </a:lnTo>
                <a:lnTo>
                  <a:pt x="65996" y="162881"/>
                </a:lnTo>
                <a:lnTo>
                  <a:pt x="60046" y="148074"/>
                </a:lnTo>
                <a:lnTo>
                  <a:pt x="53267" y="133267"/>
                </a:lnTo>
                <a:lnTo>
                  <a:pt x="45802" y="118459"/>
                </a:lnTo>
                <a:lnTo>
                  <a:pt x="37883" y="103652"/>
                </a:lnTo>
                <a:lnTo>
                  <a:pt x="29818" y="88844"/>
                </a:lnTo>
                <a:lnTo>
                  <a:pt x="21982" y="74037"/>
                </a:lnTo>
                <a:lnTo>
                  <a:pt x="14788" y="59230"/>
                </a:lnTo>
                <a:lnTo>
                  <a:pt x="8653" y="44422"/>
                </a:lnTo>
                <a:lnTo>
                  <a:pt x="3957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0" y="29615"/>
                </a:lnTo>
                <a:lnTo>
                  <a:pt x="168934" y="44422"/>
                </a:lnTo>
                <a:lnTo>
                  <a:pt x="162799" y="59230"/>
                </a:lnTo>
                <a:lnTo>
                  <a:pt x="155605" y="74037"/>
                </a:lnTo>
                <a:lnTo>
                  <a:pt x="147769" y="88844"/>
                </a:lnTo>
                <a:lnTo>
                  <a:pt x="139704" y="103652"/>
                </a:lnTo>
                <a:lnTo>
                  <a:pt x="131785" y="118459"/>
                </a:lnTo>
                <a:lnTo>
                  <a:pt x="124321" y="133267"/>
                </a:lnTo>
                <a:lnTo>
                  <a:pt x="117541" y="148074"/>
                </a:lnTo>
                <a:lnTo>
                  <a:pt x="111592" y="162881"/>
                </a:lnTo>
                <a:lnTo>
                  <a:pt x="106536" y="177689"/>
                </a:lnTo>
                <a:lnTo>
                  <a:pt x="102371" y="192496"/>
                </a:lnTo>
                <a:lnTo>
                  <a:pt x="99043" y="207304"/>
                </a:lnTo>
                <a:lnTo>
                  <a:pt x="96463" y="222111"/>
                </a:lnTo>
                <a:lnTo>
                  <a:pt x="94525" y="236919"/>
                </a:lnTo>
                <a:lnTo>
                  <a:pt x="93119" y="251726"/>
                </a:lnTo>
                <a:lnTo>
                  <a:pt x="92142" y="266533"/>
                </a:lnTo>
                <a:lnTo>
                  <a:pt x="91503" y="281341"/>
                </a:lnTo>
                <a:lnTo>
                  <a:pt x="91124" y="296148"/>
                </a:lnTo>
                <a:lnTo>
                  <a:pt x="90944" y="310956"/>
                </a:lnTo>
                <a:lnTo>
                  <a:pt x="90914" y="325763"/>
                </a:lnTo>
                <a:lnTo>
                  <a:pt x="90997" y="340570"/>
                </a:lnTo>
                <a:lnTo>
                  <a:pt x="91164" y="355378"/>
                </a:lnTo>
                <a:lnTo>
                  <a:pt x="91392" y="370185"/>
                </a:lnTo>
                <a:lnTo>
                  <a:pt x="91662" y="384993"/>
                </a:lnTo>
                <a:lnTo>
                  <a:pt x="91959" y="399800"/>
                </a:lnTo>
                <a:lnTo>
                  <a:pt x="92267" y="414607"/>
                </a:lnTo>
                <a:lnTo>
                  <a:pt x="92577" y="429415"/>
                </a:lnTo>
                <a:lnTo>
                  <a:pt x="92877" y="444222"/>
                </a:lnTo>
                <a:lnTo>
                  <a:pt x="93161" y="459030"/>
                </a:lnTo>
                <a:lnTo>
                  <a:pt x="93421" y="473837"/>
                </a:lnTo>
                <a:lnTo>
                  <a:pt x="93652" y="488644"/>
                </a:lnTo>
                <a:lnTo>
                  <a:pt x="93851" y="503452"/>
                </a:lnTo>
                <a:lnTo>
                  <a:pt x="94013" y="518259"/>
                </a:lnTo>
                <a:lnTo>
                  <a:pt x="94136" y="533067"/>
                </a:lnTo>
                <a:lnTo>
                  <a:pt x="94216" y="547874"/>
                </a:lnTo>
                <a:lnTo>
                  <a:pt x="94251" y="562682"/>
                </a:lnTo>
                <a:lnTo>
                  <a:pt x="94238" y="577489"/>
                </a:lnTo>
                <a:lnTo>
                  <a:pt x="94175" y="592296"/>
                </a:lnTo>
                <a:lnTo>
                  <a:pt x="94064" y="607104"/>
                </a:lnTo>
                <a:lnTo>
                  <a:pt x="93907" y="621911"/>
                </a:lnTo>
                <a:lnTo>
                  <a:pt x="93707" y="636719"/>
                </a:lnTo>
                <a:lnTo>
                  <a:pt x="93473" y="651526"/>
                </a:lnTo>
                <a:lnTo>
                  <a:pt x="93214" y="666333"/>
                </a:lnTo>
                <a:lnTo>
                  <a:pt x="92941" y="681141"/>
                </a:lnTo>
                <a:lnTo>
                  <a:pt x="92668" y="695948"/>
                </a:lnTo>
                <a:lnTo>
                  <a:pt x="92408" y="710756"/>
                </a:lnTo>
                <a:lnTo>
                  <a:pt x="92173" y="725563"/>
                </a:lnTo>
                <a:lnTo>
                  <a:pt x="91975" y="740370"/>
                </a:lnTo>
                <a:lnTo>
                  <a:pt x="91822" y="755178"/>
                </a:lnTo>
                <a:lnTo>
                  <a:pt x="91718" y="769985"/>
                </a:lnTo>
                <a:lnTo>
                  <a:pt x="91667" y="784793"/>
                </a:lnTo>
                <a:lnTo>
                  <a:pt x="91664" y="799600"/>
                </a:lnTo>
                <a:lnTo>
                  <a:pt x="91705" y="814407"/>
                </a:lnTo>
                <a:lnTo>
                  <a:pt x="91781" y="829215"/>
                </a:lnTo>
                <a:lnTo>
                  <a:pt x="91880" y="844022"/>
                </a:lnTo>
                <a:lnTo>
                  <a:pt x="91993" y="858830"/>
                </a:lnTo>
                <a:lnTo>
                  <a:pt x="92106" y="873637"/>
                </a:lnTo>
                <a:lnTo>
                  <a:pt x="92210" y="888444"/>
                </a:lnTo>
                <a:lnTo>
                  <a:pt x="92297" y="903252"/>
                </a:lnTo>
                <a:lnTo>
                  <a:pt x="92359" y="918059"/>
                </a:lnTo>
                <a:lnTo>
                  <a:pt x="92394" y="932867"/>
                </a:lnTo>
                <a:lnTo>
                  <a:pt x="92398" y="947674"/>
                </a:lnTo>
                <a:lnTo>
                  <a:pt x="92371" y="962482"/>
                </a:lnTo>
                <a:lnTo>
                  <a:pt x="92314" y="977289"/>
                </a:lnTo>
                <a:lnTo>
                  <a:pt x="92229" y="992096"/>
                </a:lnTo>
                <a:lnTo>
                  <a:pt x="92118" y="1006904"/>
                </a:lnTo>
                <a:lnTo>
                  <a:pt x="91985" y="1021711"/>
                </a:lnTo>
                <a:lnTo>
                  <a:pt x="91834" y="1036519"/>
                </a:lnTo>
                <a:lnTo>
                  <a:pt x="91669" y="1051326"/>
                </a:lnTo>
                <a:lnTo>
                  <a:pt x="91495" y="1066133"/>
                </a:lnTo>
                <a:lnTo>
                  <a:pt x="91320" y="1080941"/>
                </a:lnTo>
                <a:lnTo>
                  <a:pt x="91149" y="1095748"/>
                </a:lnTo>
                <a:lnTo>
                  <a:pt x="90988" y="1110556"/>
                </a:lnTo>
                <a:lnTo>
                  <a:pt x="90846" y="1125363"/>
                </a:lnTo>
                <a:lnTo>
                  <a:pt x="90726" y="1140170"/>
                </a:lnTo>
                <a:lnTo>
                  <a:pt x="90633" y="1154978"/>
                </a:lnTo>
                <a:lnTo>
                  <a:pt x="90571" y="1169785"/>
                </a:lnTo>
                <a:lnTo>
                  <a:pt x="90538" y="1184593"/>
                </a:lnTo>
                <a:lnTo>
                  <a:pt x="90535" y="1199400"/>
                </a:lnTo>
                <a:lnTo>
                  <a:pt x="90558" y="1214207"/>
                </a:lnTo>
                <a:lnTo>
                  <a:pt x="90603" y="1229015"/>
                </a:lnTo>
                <a:lnTo>
                  <a:pt x="90664" y="1243822"/>
                </a:lnTo>
                <a:lnTo>
                  <a:pt x="90737" y="1258630"/>
                </a:lnTo>
                <a:lnTo>
                  <a:pt x="90816" y="1273437"/>
                </a:lnTo>
                <a:lnTo>
                  <a:pt x="90897" y="1288245"/>
                </a:lnTo>
                <a:lnTo>
                  <a:pt x="90976" y="1303052"/>
                </a:lnTo>
                <a:lnTo>
                  <a:pt x="91053" y="1317859"/>
                </a:lnTo>
                <a:lnTo>
                  <a:pt x="91127" y="1332667"/>
                </a:lnTo>
                <a:lnTo>
                  <a:pt x="91200" y="1347474"/>
                </a:lnTo>
                <a:lnTo>
                  <a:pt x="91275" y="1362282"/>
                </a:lnTo>
                <a:lnTo>
                  <a:pt x="91357" y="1377089"/>
                </a:lnTo>
                <a:lnTo>
                  <a:pt x="91451" y="1391896"/>
                </a:lnTo>
                <a:lnTo>
                  <a:pt x="91561" y="1406704"/>
                </a:lnTo>
                <a:lnTo>
                  <a:pt x="91690" y="1421511"/>
                </a:lnTo>
                <a:lnTo>
                  <a:pt x="91843" y="1436319"/>
                </a:lnTo>
                <a:lnTo>
                  <a:pt x="92019" y="1451126"/>
                </a:lnTo>
                <a:lnTo>
                  <a:pt x="92221" y="1465933"/>
                </a:lnTo>
                <a:lnTo>
                  <a:pt x="92449" y="1480741"/>
                </a:lnTo>
                <a:lnTo>
                  <a:pt x="92704" y="1495548"/>
                </a:lnTo>
                <a:lnTo>
                  <a:pt x="92989" y="1510356"/>
                </a:lnTo>
                <a:lnTo>
                  <a:pt x="93311" y="1525163"/>
                </a:lnTo>
                <a:lnTo>
                  <a:pt x="93679" y="1539970"/>
                </a:lnTo>
                <a:lnTo>
                  <a:pt x="94109" y="1554778"/>
                </a:lnTo>
                <a:lnTo>
                  <a:pt x="94618" y="1569585"/>
                </a:lnTo>
                <a:lnTo>
                  <a:pt x="95227" y="1584393"/>
                </a:lnTo>
                <a:lnTo>
                  <a:pt x="95954" y="1599200"/>
                </a:lnTo>
                <a:lnTo>
                  <a:pt x="96816" y="1614007"/>
                </a:lnTo>
                <a:lnTo>
                  <a:pt x="97820" y="1628815"/>
                </a:lnTo>
                <a:lnTo>
                  <a:pt x="98963" y="1643622"/>
                </a:lnTo>
                <a:lnTo>
                  <a:pt x="100224" y="1658430"/>
                </a:lnTo>
                <a:lnTo>
                  <a:pt x="101569" y="1673237"/>
                </a:lnTo>
                <a:lnTo>
                  <a:pt x="102948" y="1688045"/>
                </a:lnTo>
                <a:lnTo>
                  <a:pt x="104296" y="1702852"/>
                </a:lnTo>
                <a:lnTo>
                  <a:pt x="105541" y="1717659"/>
                </a:lnTo>
                <a:lnTo>
                  <a:pt x="106607" y="1732467"/>
                </a:lnTo>
                <a:lnTo>
                  <a:pt x="107426" y="1747274"/>
                </a:lnTo>
                <a:lnTo>
                  <a:pt x="107942" y="1762082"/>
                </a:lnTo>
                <a:lnTo>
                  <a:pt x="108118" y="1776889"/>
                </a:lnTo>
                <a:lnTo>
                  <a:pt x="108118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5" name="data_7701">
            <a:extLst xmlns:a="http://schemas.openxmlformats.org/drawingml/2006/main">
              <a:ext uri="{FF2B5EF4-FFF2-40B4-BE49-F238E27FC236}">
                <a16:creationId xmlns:a16="http://schemas.microsoft.com/office/drawing/2014/main" id="{A6768453-689D-4FDB-A59D-E8069335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56" name="text_7702">
            <a:extLst xmlns:a="http://schemas.openxmlformats.org/drawingml/2006/main">
              <a:ext uri="{FF2B5EF4-FFF2-40B4-BE49-F238E27FC236}">
                <a16:creationId xmlns:a16="http://schemas.microsoft.com/office/drawing/2014/main" id="{678908FA-EF43-4E92-B3A5-F31DB626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4941" y="7133966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57" name="data_7703">
            <a:extLst xmlns:a="http://schemas.openxmlformats.org/drawingml/2006/main">
              <a:ext uri="{FF2B5EF4-FFF2-40B4-BE49-F238E27FC236}">
                <a16:creationId xmlns:a16="http://schemas.microsoft.com/office/drawing/2014/main" id="{11DBF098-0BC4-46CE-8AB0-A168788F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273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58" name="text_7704">
            <a:extLst xmlns:a="http://schemas.openxmlformats.org/drawingml/2006/main">
              <a:ext uri="{FF2B5EF4-FFF2-40B4-BE49-F238E27FC236}">
                <a16:creationId xmlns:a16="http://schemas.microsoft.com/office/drawing/2014/main" id="{79D60770-9F06-4A38-80D0-BE2565CA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3636" y="7133966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59" name="data_7705">
            <a:extLst xmlns:a="http://schemas.openxmlformats.org/drawingml/2006/main">
              <a:ext uri="{FF2B5EF4-FFF2-40B4-BE49-F238E27FC236}">
                <a16:creationId xmlns:a16="http://schemas.microsoft.com/office/drawing/2014/main" id="{3AFA5907-A80B-4FF6-8D4D-E84B6CA8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787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0" name="text_7706">
            <a:extLst xmlns:a="http://schemas.openxmlformats.org/drawingml/2006/main">
              <a:ext uri="{FF2B5EF4-FFF2-40B4-BE49-F238E27FC236}">
                <a16:creationId xmlns:a16="http://schemas.microsoft.com/office/drawing/2014/main" id="{51B61BF0-A1E6-4C86-9EEC-51A313BC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12332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61" name="data_7707">
            <a:extLst xmlns:a="http://schemas.openxmlformats.org/drawingml/2006/main">
              <a:ext uri="{FF2B5EF4-FFF2-40B4-BE49-F238E27FC236}">
                <a16:creationId xmlns:a16="http://schemas.microsoft.com/office/drawing/2014/main" id="{9E4165A3-9BD8-43D0-B8B0-25D0CA84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15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2" name="text_7708">
            <a:extLst xmlns:a="http://schemas.openxmlformats.org/drawingml/2006/main">
              <a:ext uri="{FF2B5EF4-FFF2-40B4-BE49-F238E27FC236}">
                <a16:creationId xmlns:a16="http://schemas.microsoft.com/office/drawing/2014/main" id="{B625CD52-A33F-437E-AA4D-00207E59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95359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263" name="data_7709">
            <a:extLst xmlns:a="http://schemas.openxmlformats.org/drawingml/2006/main">
              <a:ext uri="{FF2B5EF4-FFF2-40B4-BE49-F238E27FC236}">
                <a16:creationId xmlns:a16="http://schemas.microsoft.com/office/drawing/2014/main" id="{DF980461-9082-43AC-ADA4-161CD255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842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4" name="text_7710">
            <a:extLst xmlns:a="http://schemas.openxmlformats.org/drawingml/2006/main">
              <a:ext uri="{FF2B5EF4-FFF2-40B4-BE49-F238E27FC236}">
                <a16:creationId xmlns:a16="http://schemas.microsoft.com/office/drawing/2014/main" id="{5A8DD3A1-C26F-4475-B93F-5BF84F4A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78387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265" name="text_7711">
            <a:extLst xmlns:a="http://schemas.openxmlformats.org/drawingml/2006/main">
              <a:ext uri="{FF2B5EF4-FFF2-40B4-BE49-F238E27FC236}">
                <a16:creationId xmlns:a16="http://schemas.microsoft.com/office/drawing/2014/main" id="{EAB52437-3162-4686-BF1F-757F280B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2034" y="7316591"/>
            <a:ext cx="14923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266" name="data_7712">
            <a:extLst xmlns:a="http://schemas.openxmlformats.org/drawingml/2006/main">
              <a:ext uri="{FF2B5EF4-FFF2-40B4-BE49-F238E27FC236}">
                <a16:creationId xmlns:a16="http://schemas.microsoft.com/office/drawing/2014/main" id="{542881D6-EBE9-43CB-ADE6-D4BAEDB4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6952935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267" name="data_7713">
            <a:extLst xmlns:a="http://schemas.openxmlformats.org/drawingml/2006/main">
              <a:ext uri="{FF2B5EF4-FFF2-40B4-BE49-F238E27FC236}">
                <a16:creationId xmlns:a16="http://schemas.microsoft.com/office/drawing/2014/main" id="{E16BB4D2-9E46-4290-B131-C5518E1C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6952935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8" name="text_7714">
            <a:extLst xmlns:a="http://schemas.openxmlformats.org/drawingml/2006/main">
              <a:ext uri="{FF2B5EF4-FFF2-40B4-BE49-F238E27FC236}">
                <a16:creationId xmlns:a16="http://schemas.microsoft.com/office/drawing/2014/main" id="{E88D252B-B3ED-4E45-B5B6-CF744446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5225" y="6894688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69" name="data_7715">
            <a:extLst xmlns:a="http://schemas.openxmlformats.org/drawingml/2006/main">
              <a:ext uri="{FF2B5EF4-FFF2-40B4-BE49-F238E27FC236}">
                <a16:creationId xmlns:a16="http://schemas.microsoft.com/office/drawing/2014/main" id="{65E09754-EAA2-4A54-8A4D-264E654D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606449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270" name="data_7716">
            <a:extLst xmlns:a="http://schemas.openxmlformats.org/drawingml/2006/main">
              <a:ext uri="{FF2B5EF4-FFF2-40B4-BE49-F238E27FC236}">
                <a16:creationId xmlns:a16="http://schemas.microsoft.com/office/drawing/2014/main" id="{BA3F0C7E-910A-4D2F-B259-CF520DC0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6064491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71" name="text_7717">
            <a:extLst xmlns:a="http://schemas.openxmlformats.org/drawingml/2006/main">
              <a:ext uri="{FF2B5EF4-FFF2-40B4-BE49-F238E27FC236}">
                <a16:creationId xmlns:a16="http://schemas.microsoft.com/office/drawing/2014/main" id="{F1031ABC-011A-41D4-ABC2-029F9378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588" y="6006243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72" name="data_7718">
            <a:extLst xmlns:a="http://schemas.openxmlformats.org/drawingml/2006/main">
              <a:ext uri="{FF2B5EF4-FFF2-40B4-BE49-F238E27FC236}">
                <a16:creationId xmlns:a16="http://schemas.microsoft.com/office/drawing/2014/main" id="{7A9638BA-25DE-4F62-8E1D-79F17E5E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5176046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273" name="data_7719">
            <a:extLst xmlns:a="http://schemas.openxmlformats.org/drawingml/2006/main">
              <a:ext uri="{FF2B5EF4-FFF2-40B4-BE49-F238E27FC236}">
                <a16:creationId xmlns:a16="http://schemas.microsoft.com/office/drawing/2014/main" id="{7E30ECB9-CBD8-4CFB-8950-3B1E49F6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5176046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74" name="text_7720">
            <a:extLst xmlns:a="http://schemas.openxmlformats.org/drawingml/2006/main">
              <a:ext uri="{FF2B5EF4-FFF2-40B4-BE49-F238E27FC236}">
                <a16:creationId xmlns:a16="http://schemas.microsoft.com/office/drawing/2014/main" id="{6FA6406F-7496-408F-B3CD-0CDF7B41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3951" y="5117799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75" name="text_7721">
            <a:extLst xmlns:a="http://schemas.openxmlformats.org/drawingml/2006/main">
              <a:ext uri="{FF2B5EF4-FFF2-40B4-BE49-F238E27FC236}">
                <a16:creationId xmlns:a16="http://schemas.microsoft.com/office/drawing/2014/main" id="{15FAA27E-A49D-4E9B-A1B2-0F3D7017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39675" y="5980252"/>
            <a:ext cx="1261933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76" name="data_7722">
            <a:extLst xmlns:a="http://schemas.openxmlformats.org/drawingml/2006/main">
              <a:ext uri="{FF2B5EF4-FFF2-40B4-BE49-F238E27FC236}">
                <a16:creationId xmlns:a16="http://schemas.microsoft.com/office/drawing/2014/main" id="{F4D51CCD-D081-4BAB-AC82-7BA84130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09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7" name="data_7723">
            <a:extLst xmlns:a="http://schemas.openxmlformats.org/drawingml/2006/main">
              <a:ext uri="{FF2B5EF4-FFF2-40B4-BE49-F238E27FC236}">
                <a16:creationId xmlns:a16="http://schemas.microsoft.com/office/drawing/2014/main" id="{6F3C506B-4AF7-4553-9D31-66668E70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48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8" name="data_7724">
            <a:extLst xmlns:a="http://schemas.openxmlformats.org/drawingml/2006/main">
              <a:ext uri="{FF2B5EF4-FFF2-40B4-BE49-F238E27FC236}">
                <a16:creationId xmlns:a16="http://schemas.microsoft.com/office/drawing/2014/main" id="{7BC031FA-7565-4A2B-9323-A9E29C9A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73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9" name="data_7725">
            <a:extLst xmlns:a="http://schemas.openxmlformats.org/drawingml/2006/main">
              <a:ext uri="{FF2B5EF4-FFF2-40B4-BE49-F238E27FC236}">
                <a16:creationId xmlns:a16="http://schemas.microsoft.com/office/drawing/2014/main" id="{381D8C9F-24E7-4934-91F6-3AD17340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0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0" name="data_7726">
            <a:extLst xmlns:a="http://schemas.openxmlformats.org/drawingml/2006/main">
              <a:ext uri="{FF2B5EF4-FFF2-40B4-BE49-F238E27FC236}">
                <a16:creationId xmlns:a16="http://schemas.microsoft.com/office/drawing/2014/main" id="{737CD943-8C7D-4C43-9499-9C3AEB9B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3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1" name="data_7727">
            <a:extLst xmlns:a="http://schemas.openxmlformats.org/drawingml/2006/main">
              <a:ext uri="{FF2B5EF4-FFF2-40B4-BE49-F238E27FC236}">
                <a16:creationId xmlns:a16="http://schemas.microsoft.com/office/drawing/2014/main" id="{E2F98E45-C4C8-4DA5-A432-093E557B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73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2" name="data_7728">
            <a:extLst xmlns:a="http://schemas.openxmlformats.org/drawingml/2006/main">
              <a:ext uri="{FF2B5EF4-FFF2-40B4-BE49-F238E27FC236}">
                <a16:creationId xmlns:a16="http://schemas.microsoft.com/office/drawing/2014/main" id="{D3B5AA0C-D927-4A28-B0DE-E8CF0A0A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96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3" name="data_7729">
            <a:extLst xmlns:a="http://schemas.openxmlformats.org/drawingml/2006/main">
              <a:ext uri="{FF2B5EF4-FFF2-40B4-BE49-F238E27FC236}">
                <a16:creationId xmlns:a16="http://schemas.microsoft.com/office/drawing/2014/main" id="{EF5D0A6D-1E7A-44A2-B8E1-DDA79744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547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4" name="data_7730">
            <a:extLst xmlns:a="http://schemas.openxmlformats.org/drawingml/2006/main">
              <a:ext uri="{FF2B5EF4-FFF2-40B4-BE49-F238E27FC236}">
                <a16:creationId xmlns:a16="http://schemas.microsoft.com/office/drawing/2014/main" id="{C60B17C3-5793-4097-ADEE-FE1C60C8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291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5" name="data_7731">
            <a:extLst xmlns:a="http://schemas.openxmlformats.org/drawingml/2006/main">
              <a:ext uri="{FF2B5EF4-FFF2-40B4-BE49-F238E27FC236}">
                <a16:creationId xmlns:a16="http://schemas.microsoft.com/office/drawing/2014/main" id="{6B4816A1-9798-4C28-8764-BC2ED948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04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6" name="data_7732">
            <a:extLst xmlns:a="http://schemas.openxmlformats.org/drawingml/2006/main">
              <a:ext uri="{FF2B5EF4-FFF2-40B4-BE49-F238E27FC236}">
                <a16:creationId xmlns:a16="http://schemas.microsoft.com/office/drawing/2014/main" id="{F0A43950-E12B-49C0-B1D0-9571301E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031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7" name="data_7733">
            <a:extLst xmlns:a="http://schemas.openxmlformats.org/drawingml/2006/main">
              <a:ext uri="{FF2B5EF4-FFF2-40B4-BE49-F238E27FC236}">
                <a16:creationId xmlns:a16="http://schemas.microsoft.com/office/drawing/2014/main" id="{21F8F6D2-3FDD-40AC-A103-CA300A20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64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8" name="data_7734">
            <a:extLst xmlns:a="http://schemas.openxmlformats.org/drawingml/2006/main">
              <a:ext uri="{FF2B5EF4-FFF2-40B4-BE49-F238E27FC236}">
                <a16:creationId xmlns:a16="http://schemas.microsoft.com/office/drawing/2014/main" id="{F692932E-5553-4AEF-9E66-305B46D7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62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9" name="data_7735">
            <a:extLst xmlns:a="http://schemas.openxmlformats.org/drawingml/2006/main">
              <a:ext uri="{FF2B5EF4-FFF2-40B4-BE49-F238E27FC236}">
                <a16:creationId xmlns:a16="http://schemas.microsoft.com/office/drawing/2014/main" id="{13605617-F088-4CBF-98E1-5000FD68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70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0" name="data_7736">
            <a:extLst xmlns:a="http://schemas.openxmlformats.org/drawingml/2006/main">
              <a:ext uri="{FF2B5EF4-FFF2-40B4-BE49-F238E27FC236}">
                <a16:creationId xmlns:a16="http://schemas.microsoft.com/office/drawing/2014/main" id="{FB00D4EE-72FA-4C90-A4F8-93EAD8A8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89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1" name="data_7737">
            <a:extLst xmlns:a="http://schemas.openxmlformats.org/drawingml/2006/main">
              <a:ext uri="{FF2B5EF4-FFF2-40B4-BE49-F238E27FC236}">
                <a16:creationId xmlns:a16="http://schemas.microsoft.com/office/drawing/2014/main" id="{8415650D-B73F-4F94-A34D-9696166F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999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2" name="data_7738">
            <a:extLst xmlns:a="http://schemas.openxmlformats.org/drawingml/2006/main">
              <a:ext uri="{FF2B5EF4-FFF2-40B4-BE49-F238E27FC236}">
                <a16:creationId xmlns:a16="http://schemas.microsoft.com/office/drawing/2014/main" id="{73816D48-B149-4915-A0AB-0FD0C549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4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3" name="data_7739">
            <a:extLst xmlns:a="http://schemas.openxmlformats.org/drawingml/2006/main">
              <a:ext uri="{FF2B5EF4-FFF2-40B4-BE49-F238E27FC236}">
                <a16:creationId xmlns:a16="http://schemas.microsoft.com/office/drawing/2014/main" id="{74B03181-EC04-4681-AC5E-9919049E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46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4" name="data_7740">
            <a:extLst xmlns:a="http://schemas.openxmlformats.org/drawingml/2006/main">
              <a:ext uri="{FF2B5EF4-FFF2-40B4-BE49-F238E27FC236}">
                <a16:creationId xmlns:a16="http://schemas.microsoft.com/office/drawing/2014/main" id="{0D4A4B48-7BBE-4D51-B482-57A95D51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5" name="data_7741">
            <a:extLst xmlns:a="http://schemas.openxmlformats.org/drawingml/2006/main">
              <a:ext uri="{FF2B5EF4-FFF2-40B4-BE49-F238E27FC236}">
                <a16:creationId xmlns:a16="http://schemas.microsoft.com/office/drawing/2014/main" id="{72B59131-5868-403E-BC01-0E53E4CE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6" name="data_7742">
            <a:extLst xmlns:a="http://schemas.openxmlformats.org/drawingml/2006/main">
              <a:ext uri="{FF2B5EF4-FFF2-40B4-BE49-F238E27FC236}">
                <a16:creationId xmlns:a16="http://schemas.microsoft.com/office/drawing/2014/main" id="{8E3B41C9-66BF-4F1D-BAD8-D3BB70F6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85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7" name="data_7743">
            <a:extLst xmlns:a="http://schemas.openxmlformats.org/drawingml/2006/main">
              <a:ext uri="{FF2B5EF4-FFF2-40B4-BE49-F238E27FC236}">
                <a16:creationId xmlns:a16="http://schemas.microsoft.com/office/drawing/2014/main" id="{AABF4C67-6414-4F5F-A24E-1E3669EA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98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8" name="data_7744">
            <a:extLst xmlns:a="http://schemas.openxmlformats.org/drawingml/2006/main">
              <a:ext uri="{FF2B5EF4-FFF2-40B4-BE49-F238E27FC236}">
                <a16:creationId xmlns:a16="http://schemas.microsoft.com/office/drawing/2014/main" id="{01A28728-5FFE-415E-A281-B2A81C7D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0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9" name="data_7745">
            <a:extLst xmlns:a="http://schemas.openxmlformats.org/drawingml/2006/main">
              <a:ext uri="{FF2B5EF4-FFF2-40B4-BE49-F238E27FC236}">
                <a16:creationId xmlns:a16="http://schemas.microsoft.com/office/drawing/2014/main" id="{49C7E2CA-EEA1-4845-820A-00C3A69C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065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0" name="data_7746">
            <a:extLst xmlns:a="http://schemas.openxmlformats.org/drawingml/2006/main">
              <a:ext uri="{FF2B5EF4-FFF2-40B4-BE49-F238E27FC236}">
                <a16:creationId xmlns:a16="http://schemas.microsoft.com/office/drawing/2014/main" id="{DC1FD281-E676-4D6B-A21A-86F73126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865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1" name="data_7747">
            <a:extLst xmlns:a="http://schemas.openxmlformats.org/drawingml/2006/main">
              <a:ext uri="{FF2B5EF4-FFF2-40B4-BE49-F238E27FC236}">
                <a16:creationId xmlns:a16="http://schemas.microsoft.com/office/drawing/2014/main" id="{ACC3EC69-E9E3-4099-AB17-33F81958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691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2" name="data_7748">
            <a:extLst xmlns:a="http://schemas.openxmlformats.org/drawingml/2006/main">
              <a:ext uri="{FF2B5EF4-FFF2-40B4-BE49-F238E27FC236}">
                <a16:creationId xmlns:a16="http://schemas.microsoft.com/office/drawing/2014/main" id="{BF2FF3B5-9399-4BCD-8363-3459DD44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3" name="data_7749">
            <a:extLst xmlns:a="http://schemas.openxmlformats.org/drawingml/2006/main">
              <a:ext uri="{FF2B5EF4-FFF2-40B4-BE49-F238E27FC236}">
                <a16:creationId xmlns:a16="http://schemas.microsoft.com/office/drawing/2014/main" id="{90E75723-CEAE-4162-B4CB-84BC592D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9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4" name="data_7750">
            <a:extLst xmlns:a="http://schemas.openxmlformats.org/drawingml/2006/main">
              <a:ext uri="{FF2B5EF4-FFF2-40B4-BE49-F238E27FC236}">
                <a16:creationId xmlns:a16="http://schemas.microsoft.com/office/drawing/2014/main" id="{BD65475B-65EF-4BD9-B82F-421BF3FA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8111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5" name="data_7751">
            <a:extLst xmlns:a="http://schemas.openxmlformats.org/drawingml/2006/main">
              <a:ext uri="{FF2B5EF4-FFF2-40B4-BE49-F238E27FC236}">
                <a16:creationId xmlns:a16="http://schemas.microsoft.com/office/drawing/2014/main" id="{5BE0A7A0-0A34-4CB3-A192-CA40D9A9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72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6" name="data_7752">
            <a:extLst xmlns:a="http://schemas.openxmlformats.org/drawingml/2006/main">
              <a:ext uri="{FF2B5EF4-FFF2-40B4-BE49-F238E27FC236}">
                <a16:creationId xmlns:a16="http://schemas.microsoft.com/office/drawing/2014/main" id="{55839267-C6B0-4A8E-B80B-2CAB3D5F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73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7" name="data_7753">
            <a:extLst xmlns:a="http://schemas.openxmlformats.org/drawingml/2006/main">
              <a:ext uri="{FF2B5EF4-FFF2-40B4-BE49-F238E27FC236}">
                <a16:creationId xmlns:a16="http://schemas.microsoft.com/office/drawing/2014/main" id="{11226885-CAD8-4E6F-927F-F9972A08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64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8" name="data_7754">
            <a:extLst xmlns:a="http://schemas.openxmlformats.org/drawingml/2006/main">
              <a:ext uri="{FF2B5EF4-FFF2-40B4-BE49-F238E27FC236}">
                <a16:creationId xmlns:a16="http://schemas.microsoft.com/office/drawing/2014/main" id="{7FD76708-57DA-4C5C-8EFF-A9A43A2A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82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9" name="data_7755">
            <a:extLst xmlns:a="http://schemas.openxmlformats.org/drawingml/2006/main">
              <a:ext uri="{FF2B5EF4-FFF2-40B4-BE49-F238E27FC236}">
                <a16:creationId xmlns:a16="http://schemas.microsoft.com/office/drawing/2014/main" id="{B807F5F3-B7DE-4C46-8F35-34FE3EA8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0" name="data_7756">
            <a:extLst xmlns:a="http://schemas.openxmlformats.org/drawingml/2006/main">
              <a:ext uri="{FF2B5EF4-FFF2-40B4-BE49-F238E27FC236}">
                <a16:creationId xmlns:a16="http://schemas.microsoft.com/office/drawing/2014/main" id="{E5866288-2732-4B05-8DA7-A5C3B940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9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1" name="data_7757">
            <a:extLst xmlns:a="http://schemas.openxmlformats.org/drawingml/2006/main">
              <a:ext uri="{FF2B5EF4-FFF2-40B4-BE49-F238E27FC236}">
                <a16:creationId xmlns:a16="http://schemas.microsoft.com/office/drawing/2014/main" id="{12059F41-88AB-4CB7-8DE2-850A911B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8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2" name="data_7758">
            <a:extLst xmlns:a="http://schemas.openxmlformats.org/drawingml/2006/main">
              <a:ext uri="{FF2B5EF4-FFF2-40B4-BE49-F238E27FC236}">
                <a16:creationId xmlns:a16="http://schemas.microsoft.com/office/drawing/2014/main" id="{96480DBF-BB66-4573-A298-6B576464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62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3" name="data_7759">
            <a:extLst xmlns:a="http://schemas.openxmlformats.org/drawingml/2006/main">
              <a:ext uri="{FF2B5EF4-FFF2-40B4-BE49-F238E27FC236}">
                <a16:creationId xmlns:a16="http://schemas.microsoft.com/office/drawing/2014/main" id="{8D4CF35B-F43F-45F9-97D8-117506EE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18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4" name="data_7760">
            <a:extLst xmlns:a="http://schemas.openxmlformats.org/drawingml/2006/main">
              <a:ext uri="{FF2B5EF4-FFF2-40B4-BE49-F238E27FC236}">
                <a16:creationId xmlns:a16="http://schemas.microsoft.com/office/drawing/2014/main" id="{BDAEB836-9A86-4F80-9748-1C7A88FB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02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5" name="data_7761">
            <a:extLst xmlns:a="http://schemas.openxmlformats.org/drawingml/2006/main">
              <a:ext uri="{FF2B5EF4-FFF2-40B4-BE49-F238E27FC236}">
                <a16:creationId xmlns:a16="http://schemas.microsoft.com/office/drawing/2014/main" id="{2889A75C-884A-4702-B935-1C6BCE0C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06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6" name="data_7762">
            <a:extLst xmlns:a="http://schemas.openxmlformats.org/drawingml/2006/main">
              <a:ext uri="{FF2B5EF4-FFF2-40B4-BE49-F238E27FC236}">
                <a16:creationId xmlns:a16="http://schemas.microsoft.com/office/drawing/2014/main" id="{A4E9AFD1-1AE3-4652-B2F6-066A950C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27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7" name="data_7763">
            <a:extLst xmlns:a="http://schemas.openxmlformats.org/drawingml/2006/main">
              <a:ext uri="{FF2B5EF4-FFF2-40B4-BE49-F238E27FC236}">
                <a16:creationId xmlns:a16="http://schemas.microsoft.com/office/drawing/2014/main" id="{1432DEE3-7C33-4F8C-919D-51DFD758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8" name="data_7764">
            <a:extLst xmlns:a="http://schemas.openxmlformats.org/drawingml/2006/main">
              <a:ext uri="{FF2B5EF4-FFF2-40B4-BE49-F238E27FC236}">
                <a16:creationId xmlns:a16="http://schemas.microsoft.com/office/drawing/2014/main" id="{56146311-3B54-4B47-B6C9-1829C6A3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23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9" name="data_7765">
            <a:extLst xmlns:a="http://schemas.openxmlformats.org/drawingml/2006/main">
              <a:ext uri="{FF2B5EF4-FFF2-40B4-BE49-F238E27FC236}">
                <a16:creationId xmlns:a16="http://schemas.microsoft.com/office/drawing/2014/main" id="{A4943986-5423-4A76-9BB9-CE30E1F0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2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0" name="data_7766">
            <a:extLst xmlns:a="http://schemas.openxmlformats.org/drawingml/2006/main">
              <a:ext uri="{FF2B5EF4-FFF2-40B4-BE49-F238E27FC236}">
                <a16:creationId xmlns:a16="http://schemas.microsoft.com/office/drawing/2014/main" id="{94789D0A-2285-45C4-AD82-428139EA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1" name="data_7767">
            <a:extLst xmlns:a="http://schemas.openxmlformats.org/drawingml/2006/main">
              <a:ext uri="{FF2B5EF4-FFF2-40B4-BE49-F238E27FC236}">
                <a16:creationId xmlns:a16="http://schemas.microsoft.com/office/drawing/2014/main" id="{F8297AD7-09EA-46BE-96B8-490CA8D7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19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2" name="data_7768">
            <a:extLst xmlns:a="http://schemas.openxmlformats.org/drawingml/2006/main">
              <a:ext uri="{FF2B5EF4-FFF2-40B4-BE49-F238E27FC236}">
                <a16:creationId xmlns:a16="http://schemas.microsoft.com/office/drawing/2014/main" id="{D0E9EA4E-C1D3-4123-95C9-9DB39DB7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3" name="data_7769">
            <a:extLst xmlns:a="http://schemas.openxmlformats.org/drawingml/2006/main">
              <a:ext uri="{FF2B5EF4-FFF2-40B4-BE49-F238E27FC236}">
                <a16:creationId xmlns:a16="http://schemas.microsoft.com/office/drawing/2014/main" id="{9B296BFF-BB7B-4FAB-8F86-F62BCD4C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942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4" name="data_7770">
            <a:extLst xmlns:a="http://schemas.openxmlformats.org/drawingml/2006/main">
              <a:ext uri="{FF2B5EF4-FFF2-40B4-BE49-F238E27FC236}">
                <a16:creationId xmlns:a16="http://schemas.microsoft.com/office/drawing/2014/main" id="{8D6F40D0-74FF-4380-BD3D-A9C291E9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6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5" name="data_7771">
            <a:extLst xmlns:a="http://schemas.openxmlformats.org/drawingml/2006/main">
              <a:ext uri="{FF2B5EF4-FFF2-40B4-BE49-F238E27FC236}">
                <a16:creationId xmlns:a16="http://schemas.microsoft.com/office/drawing/2014/main" id="{DD6990A8-64BB-4FCE-B7D1-4F65A03E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6" name="data_7772">
            <a:extLst xmlns:a="http://schemas.openxmlformats.org/drawingml/2006/main">
              <a:ext uri="{FF2B5EF4-FFF2-40B4-BE49-F238E27FC236}">
                <a16:creationId xmlns:a16="http://schemas.microsoft.com/office/drawing/2014/main" id="{2AD06FDF-2A56-489F-B4EC-D29B61D5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015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7" name="data_7773">
            <a:extLst xmlns:a="http://schemas.openxmlformats.org/drawingml/2006/main">
              <a:ext uri="{FF2B5EF4-FFF2-40B4-BE49-F238E27FC236}">
                <a16:creationId xmlns:a16="http://schemas.microsoft.com/office/drawing/2014/main" id="{F3CE828B-5D2C-4BB4-B520-60FD3590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7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8" name="data_7774">
            <a:extLst xmlns:a="http://schemas.openxmlformats.org/drawingml/2006/main">
              <a:ext uri="{FF2B5EF4-FFF2-40B4-BE49-F238E27FC236}">
                <a16:creationId xmlns:a16="http://schemas.microsoft.com/office/drawing/2014/main" id="{7B04E750-F6EF-4273-9103-419EDD16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27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9" name="data_7775">
            <a:extLst xmlns:a="http://schemas.openxmlformats.org/drawingml/2006/main">
              <a:ext uri="{FF2B5EF4-FFF2-40B4-BE49-F238E27FC236}">
                <a16:creationId xmlns:a16="http://schemas.microsoft.com/office/drawing/2014/main" id="{C3839439-47BE-4771-9AD4-C4602EAA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38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0" name="data_7776">
            <a:extLst xmlns:a="http://schemas.openxmlformats.org/drawingml/2006/main">
              <a:ext uri="{FF2B5EF4-FFF2-40B4-BE49-F238E27FC236}">
                <a16:creationId xmlns:a16="http://schemas.microsoft.com/office/drawing/2014/main" id="{C08DE2C4-62C6-4377-98C6-2CA9F89A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558" y="616312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1" name="data_7777">
            <a:extLst xmlns:a="http://schemas.openxmlformats.org/drawingml/2006/main">
              <a:ext uri="{FF2B5EF4-FFF2-40B4-BE49-F238E27FC236}">
                <a16:creationId xmlns:a16="http://schemas.microsoft.com/office/drawing/2014/main" id="{B5C1289F-8FBA-4552-B0F6-FAB4FCEC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64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2" name="data_7778">
            <a:extLst xmlns:a="http://schemas.openxmlformats.org/drawingml/2006/main">
              <a:ext uri="{FF2B5EF4-FFF2-40B4-BE49-F238E27FC236}">
                <a16:creationId xmlns:a16="http://schemas.microsoft.com/office/drawing/2014/main" id="{27A513F0-9293-49A6-9BFB-3D9FB89E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32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3" name="data_7779">
            <a:extLst xmlns:a="http://schemas.openxmlformats.org/drawingml/2006/main">
              <a:ext uri="{FF2B5EF4-FFF2-40B4-BE49-F238E27FC236}">
                <a16:creationId xmlns:a16="http://schemas.microsoft.com/office/drawing/2014/main" id="{DDF0445E-8A59-487E-8326-396DC3DF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69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4" name="data_7780">
            <a:extLst xmlns:a="http://schemas.openxmlformats.org/drawingml/2006/main">
              <a:ext uri="{FF2B5EF4-FFF2-40B4-BE49-F238E27FC236}">
                <a16:creationId xmlns:a16="http://schemas.microsoft.com/office/drawing/2014/main" id="{BC35DD6F-0562-4DE4-9788-2B87B656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16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5" name="data_7781">
            <a:extLst xmlns:a="http://schemas.openxmlformats.org/drawingml/2006/main">
              <a:ext uri="{FF2B5EF4-FFF2-40B4-BE49-F238E27FC236}">
                <a16:creationId xmlns:a16="http://schemas.microsoft.com/office/drawing/2014/main" id="{C1C6A26C-53BB-4EB1-92DB-E47DC653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5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6" name="data_7782">
            <a:extLst xmlns:a="http://schemas.openxmlformats.org/drawingml/2006/main">
              <a:ext uri="{FF2B5EF4-FFF2-40B4-BE49-F238E27FC236}">
                <a16:creationId xmlns:a16="http://schemas.microsoft.com/office/drawing/2014/main" id="{D2C9E448-DB12-4B31-9220-8BEA7363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937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7" name="data_7783">
            <a:extLst xmlns:a="http://schemas.openxmlformats.org/drawingml/2006/main">
              <a:ext uri="{FF2B5EF4-FFF2-40B4-BE49-F238E27FC236}">
                <a16:creationId xmlns:a16="http://schemas.microsoft.com/office/drawing/2014/main" id="{0C3826E0-67B1-4957-9415-ACF11769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225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8" name="data_7784">
            <a:extLst xmlns:a="http://schemas.openxmlformats.org/drawingml/2006/main">
              <a:ext uri="{FF2B5EF4-FFF2-40B4-BE49-F238E27FC236}">
                <a16:creationId xmlns:a16="http://schemas.microsoft.com/office/drawing/2014/main" id="{0C76642E-30A9-45F3-A673-9793BC2A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97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9" name="data_7785">
            <a:extLst xmlns:a="http://schemas.openxmlformats.org/drawingml/2006/main">
              <a:ext uri="{FF2B5EF4-FFF2-40B4-BE49-F238E27FC236}">
                <a16:creationId xmlns:a16="http://schemas.microsoft.com/office/drawing/2014/main" id="{F617B16D-8DA8-447E-AA9D-F83FC675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96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0" name="data_7786">
            <a:extLst xmlns:a="http://schemas.openxmlformats.org/drawingml/2006/main">
              <a:ext uri="{FF2B5EF4-FFF2-40B4-BE49-F238E27FC236}">
                <a16:creationId xmlns:a16="http://schemas.microsoft.com/office/drawing/2014/main" id="{DFCAC236-CB14-4A43-8780-CF2EFB9B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17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1" name="data_7787">
            <a:extLst xmlns:a="http://schemas.openxmlformats.org/drawingml/2006/main">
              <a:ext uri="{FF2B5EF4-FFF2-40B4-BE49-F238E27FC236}">
                <a16:creationId xmlns:a16="http://schemas.microsoft.com/office/drawing/2014/main" id="{DEB7ED46-BCEB-447E-BBD4-5CFF1A68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00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2" name="data_7788">
            <a:extLst xmlns:a="http://schemas.openxmlformats.org/drawingml/2006/main">
              <a:ext uri="{FF2B5EF4-FFF2-40B4-BE49-F238E27FC236}">
                <a16:creationId xmlns:a16="http://schemas.microsoft.com/office/drawing/2014/main" id="{9DA46D86-05E9-4756-A4B5-D93C1A12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3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3" name="data_7789">
            <a:extLst xmlns:a="http://schemas.openxmlformats.org/drawingml/2006/main">
              <a:ext uri="{FF2B5EF4-FFF2-40B4-BE49-F238E27FC236}">
                <a16:creationId xmlns:a16="http://schemas.microsoft.com/office/drawing/2014/main" id="{81222E4B-5D77-4F8F-8934-6D362A5D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671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4" name="data_7790">
            <a:extLst xmlns:a="http://schemas.openxmlformats.org/drawingml/2006/main">
              <a:ext uri="{FF2B5EF4-FFF2-40B4-BE49-F238E27FC236}">
                <a16:creationId xmlns:a16="http://schemas.microsoft.com/office/drawing/2014/main" id="{165AAF55-09FD-411C-9500-307A2701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5" name="data_7791">
            <a:extLst xmlns:a="http://schemas.openxmlformats.org/drawingml/2006/main">
              <a:ext uri="{FF2B5EF4-FFF2-40B4-BE49-F238E27FC236}">
                <a16:creationId xmlns:a16="http://schemas.microsoft.com/office/drawing/2014/main" id="{C4D63057-6B35-4979-9AC2-EF8ABAAC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6" name="data_7792">
            <a:extLst xmlns:a="http://schemas.openxmlformats.org/drawingml/2006/main">
              <a:ext uri="{FF2B5EF4-FFF2-40B4-BE49-F238E27FC236}">
                <a16:creationId xmlns:a16="http://schemas.microsoft.com/office/drawing/2014/main" id="{DB2F86C5-826B-4909-99E5-E716CE84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723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7" name="data_7793">
            <a:extLst xmlns:a="http://schemas.openxmlformats.org/drawingml/2006/main">
              <a:ext uri="{FF2B5EF4-FFF2-40B4-BE49-F238E27FC236}">
                <a16:creationId xmlns:a16="http://schemas.microsoft.com/office/drawing/2014/main" id="{C88A3F82-AB32-49B2-AC26-750A4FB8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8" name="data_7794">
            <a:extLst xmlns:a="http://schemas.openxmlformats.org/drawingml/2006/main">
              <a:ext uri="{FF2B5EF4-FFF2-40B4-BE49-F238E27FC236}">
                <a16:creationId xmlns:a16="http://schemas.microsoft.com/office/drawing/2014/main" id="{015818D4-CB5A-4747-8600-D0FDEC6F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7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9" name="data_7795">
            <a:extLst xmlns:a="http://schemas.openxmlformats.org/drawingml/2006/main">
              <a:ext uri="{FF2B5EF4-FFF2-40B4-BE49-F238E27FC236}">
                <a16:creationId xmlns:a16="http://schemas.microsoft.com/office/drawing/2014/main" id="{0525CEAB-CD35-4679-8B6E-03D7BB4E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07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0" name="data_7796">
            <a:extLst xmlns:a="http://schemas.openxmlformats.org/drawingml/2006/main">
              <a:ext uri="{FF2B5EF4-FFF2-40B4-BE49-F238E27FC236}">
                <a16:creationId xmlns:a16="http://schemas.microsoft.com/office/drawing/2014/main" id="{4656E8A6-76DB-49F6-85AC-D0120459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244" y="63180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1" name="data_7797">
            <a:extLst xmlns:a="http://schemas.openxmlformats.org/drawingml/2006/main">
              <a:ext uri="{FF2B5EF4-FFF2-40B4-BE49-F238E27FC236}">
                <a16:creationId xmlns:a16="http://schemas.microsoft.com/office/drawing/2014/main" id="{7AC4D553-A73C-411B-AC9C-2802D6B7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44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2" name="data_7798">
            <a:extLst xmlns:a="http://schemas.openxmlformats.org/drawingml/2006/main">
              <a:ext uri="{FF2B5EF4-FFF2-40B4-BE49-F238E27FC236}">
                <a16:creationId xmlns:a16="http://schemas.microsoft.com/office/drawing/2014/main" id="{7A528BE0-ED09-4CE1-AB41-B195E2FE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70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3" name="data_7799">
            <a:extLst xmlns:a="http://schemas.openxmlformats.org/drawingml/2006/main">
              <a:ext uri="{FF2B5EF4-FFF2-40B4-BE49-F238E27FC236}">
                <a16:creationId xmlns:a16="http://schemas.microsoft.com/office/drawing/2014/main" id="{239B1D3B-E549-441F-B13E-3AC47CB8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93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4" name="data_7800">
            <a:extLst xmlns:a="http://schemas.openxmlformats.org/drawingml/2006/main">
              <a:ext uri="{FF2B5EF4-FFF2-40B4-BE49-F238E27FC236}">
                <a16:creationId xmlns:a16="http://schemas.microsoft.com/office/drawing/2014/main" id="{1B6F5AD8-6692-47DC-8D02-ABF32B0C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5" name="data_7801">
            <a:extLst xmlns:a="http://schemas.openxmlformats.org/drawingml/2006/main">
              <a:ext uri="{FF2B5EF4-FFF2-40B4-BE49-F238E27FC236}">
                <a16:creationId xmlns:a16="http://schemas.microsoft.com/office/drawing/2014/main" id="{1498A5B6-846F-43D0-B4FB-A514B08B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60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6" name="data_7802">
            <a:extLst xmlns:a="http://schemas.openxmlformats.org/drawingml/2006/main">
              <a:ext uri="{FF2B5EF4-FFF2-40B4-BE49-F238E27FC236}">
                <a16:creationId xmlns:a16="http://schemas.microsoft.com/office/drawing/2014/main" id="{AC18B7B8-FEF7-4928-BDD5-C1DF7978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0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7" name="data_7803">
            <a:extLst xmlns:a="http://schemas.openxmlformats.org/drawingml/2006/main">
              <a:ext uri="{FF2B5EF4-FFF2-40B4-BE49-F238E27FC236}">
                <a16:creationId xmlns:a16="http://schemas.microsoft.com/office/drawing/2014/main" id="{DEB080AE-63F8-480D-89CE-9F1B28AB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68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8" name="data_7804">
            <a:extLst xmlns:a="http://schemas.openxmlformats.org/drawingml/2006/main">
              <a:ext uri="{FF2B5EF4-FFF2-40B4-BE49-F238E27FC236}">
                <a16:creationId xmlns:a16="http://schemas.microsoft.com/office/drawing/2014/main" id="{628722BB-0847-4623-A56D-469A6EF7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4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9" name="data_7805">
            <a:extLst xmlns:a="http://schemas.openxmlformats.org/drawingml/2006/main">
              <a:ext uri="{FF2B5EF4-FFF2-40B4-BE49-F238E27FC236}">
                <a16:creationId xmlns:a16="http://schemas.microsoft.com/office/drawing/2014/main" id="{A744E103-6778-42F0-A2C9-58608702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40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0" name="data_7806">
            <a:extLst xmlns:a="http://schemas.openxmlformats.org/drawingml/2006/main">
              <a:ext uri="{FF2B5EF4-FFF2-40B4-BE49-F238E27FC236}">
                <a16:creationId xmlns:a16="http://schemas.microsoft.com/office/drawing/2014/main" id="{E81EB06F-9DEC-491E-AD1C-A076F358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16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1" name="data_7807">
            <a:extLst xmlns:a="http://schemas.openxmlformats.org/drawingml/2006/main">
              <a:ext uri="{FF2B5EF4-FFF2-40B4-BE49-F238E27FC236}">
                <a16:creationId xmlns:a16="http://schemas.microsoft.com/office/drawing/2014/main" id="{3E12C5AE-F7F8-4EB6-B2FF-EA0CEBD8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35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2" name="data_7808">
            <a:extLst xmlns:a="http://schemas.openxmlformats.org/drawingml/2006/main">
              <a:ext uri="{FF2B5EF4-FFF2-40B4-BE49-F238E27FC236}">
                <a16:creationId xmlns:a16="http://schemas.microsoft.com/office/drawing/2014/main" id="{B3FB26E4-C86E-4BD7-A1CB-66B8479F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68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3" name="data_7809">
            <a:extLst xmlns:a="http://schemas.openxmlformats.org/drawingml/2006/main">
              <a:ext uri="{FF2B5EF4-FFF2-40B4-BE49-F238E27FC236}">
                <a16:creationId xmlns:a16="http://schemas.microsoft.com/office/drawing/2014/main" id="{9E77116B-430F-4625-98FD-57F5AB35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0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4" name="data_7810">
            <a:extLst xmlns:a="http://schemas.openxmlformats.org/drawingml/2006/main">
              <a:ext uri="{FF2B5EF4-FFF2-40B4-BE49-F238E27FC236}">
                <a16:creationId xmlns:a16="http://schemas.microsoft.com/office/drawing/2014/main" id="{827D4FF0-B21A-45E4-BAA6-6309EB47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448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5" name="data_7811">
            <a:extLst xmlns:a="http://schemas.openxmlformats.org/drawingml/2006/main">
              <a:ext uri="{FF2B5EF4-FFF2-40B4-BE49-F238E27FC236}">
                <a16:creationId xmlns:a16="http://schemas.microsoft.com/office/drawing/2014/main" id="{0DA5047E-C390-4105-B991-DAC9B672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6" name="data_7812">
            <a:extLst xmlns:a="http://schemas.openxmlformats.org/drawingml/2006/main">
              <a:ext uri="{FF2B5EF4-FFF2-40B4-BE49-F238E27FC236}">
                <a16:creationId xmlns:a16="http://schemas.microsoft.com/office/drawing/2014/main" id="{FBD7A87B-A0C4-4B3F-B633-77F4A3C5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82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7" name="data_7813">
            <a:extLst xmlns:a="http://schemas.openxmlformats.org/drawingml/2006/main">
              <a:ext uri="{FF2B5EF4-FFF2-40B4-BE49-F238E27FC236}">
                <a16:creationId xmlns:a16="http://schemas.microsoft.com/office/drawing/2014/main" id="{57C0314A-36CF-4BD8-ACF3-1A02BD4F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192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8" name="data_7814">
            <a:extLst xmlns:a="http://schemas.openxmlformats.org/drawingml/2006/main">
              <a:ext uri="{FF2B5EF4-FFF2-40B4-BE49-F238E27FC236}">
                <a16:creationId xmlns:a16="http://schemas.microsoft.com/office/drawing/2014/main" id="{D4E0BA15-8FEC-4A8F-8E64-C0719955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5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9" name="data_7815">
            <a:extLst xmlns:a="http://schemas.openxmlformats.org/drawingml/2006/main">
              <a:ext uri="{FF2B5EF4-FFF2-40B4-BE49-F238E27FC236}">
                <a16:creationId xmlns:a16="http://schemas.microsoft.com/office/drawing/2014/main" id="{1F64CAB6-5F5C-4142-8B76-02C0B476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379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0" name="data_7816">
            <a:extLst xmlns:a="http://schemas.openxmlformats.org/drawingml/2006/main">
              <a:ext uri="{FF2B5EF4-FFF2-40B4-BE49-F238E27FC236}">
                <a16:creationId xmlns:a16="http://schemas.microsoft.com/office/drawing/2014/main" id="{5F76BE79-7BCC-47F8-A36B-F85189F4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6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1" name="data_7817">
            <a:extLst xmlns:a="http://schemas.openxmlformats.org/drawingml/2006/main">
              <a:ext uri="{FF2B5EF4-FFF2-40B4-BE49-F238E27FC236}">
                <a16:creationId xmlns:a16="http://schemas.microsoft.com/office/drawing/2014/main" id="{E1E7D698-B7A9-4AA9-B68A-5F933345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9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2" name="data_7818">
            <a:extLst xmlns:a="http://schemas.openxmlformats.org/drawingml/2006/main">
              <a:ext uri="{FF2B5EF4-FFF2-40B4-BE49-F238E27FC236}">
                <a16:creationId xmlns:a16="http://schemas.microsoft.com/office/drawing/2014/main" id="{5C182176-EE91-45B5-82BC-B4357952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2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3" name="data_7819">
            <a:extLst xmlns:a="http://schemas.openxmlformats.org/drawingml/2006/main">
              <a:ext uri="{FF2B5EF4-FFF2-40B4-BE49-F238E27FC236}">
                <a16:creationId xmlns:a16="http://schemas.microsoft.com/office/drawing/2014/main" id="{D3057209-B8D9-4C0C-9A6F-3E112BEB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5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4" name="data_7820">
            <a:extLst xmlns:a="http://schemas.openxmlformats.org/drawingml/2006/main">
              <a:ext uri="{FF2B5EF4-FFF2-40B4-BE49-F238E27FC236}">
                <a16:creationId xmlns:a16="http://schemas.microsoft.com/office/drawing/2014/main" id="{83F4485E-FE1C-46A9-A40A-101AA272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8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5" name="data_7821">
            <a:extLst xmlns:a="http://schemas.openxmlformats.org/drawingml/2006/main">
              <a:ext uri="{FF2B5EF4-FFF2-40B4-BE49-F238E27FC236}">
                <a16:creationId xmlns:a16="http://schemas.microsoft.com/office/drawing/2014/main" id="{2767CFFC-B749-45CF-8946-130DECDA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24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6" name="data_7822">
            <a:extLst xmlns:a="http://schemas.openxmlformats.org/drawingml/2006/main">
              <a:ext uri="{FF2B5EF4-FFF2-40B4-BE49-F238E27FC236}">
                <a16:creationId xmlns:a16="http://schemas.microsoft.com/office/drawing/2014/main" id="{A40E4DE9-F392-4297-950B-A165787B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4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7" name="data_7823">
            <a:extLst xmlns:a="http://schemas.openxmlformats.org/drawingml/2006/main">
              <a:ext uri="{FF2B5EF4-FFF2-40B4-BE49-F238E27FC236}">
                <a16:creationId xmlns:a16="http://schemas.microsoft.com/office/drawing/2014/main" id="{102AFE56-6A4E-4ED4-AA35-8C3B0694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80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8" name="data_7824">
            <a:extLst xmlns:a="http://schemas.openxmlformats.org/drawingml/2006/main">
              <a:ext uri="{FF2B5EF4-FFF2-40B4-BE49-F238E27FC236}">
                <a16:creationId xmlns:a16="http://schemas.microsoft.com/office/drawing/2014/main" id="{05F3AB48-242A-432A-9D51-EC07E2F3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8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9" name="data_7825">
            <a:extLst xmlns:a="http://schemas.openxmlformats.org/drawingml/2006/main">
              <a:ext uri="{FF2B5EF4-FFF2-40B4-BE49-F238E27FC236}">
                <a16:creationId xmlns:a16="http://schemas.microsoft.com/office/drawing/2014/main" id="{E70F7701-E866-4DBB-9750-F2499D28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55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0" name="data_7826">
            <a:extLst xmlns:a="http://schemas.openxmlformats.org/drawingml/2006/main">
              <a:ext uri="{FF2B5EF4-FFF2-40B4-BE49-F238E27FC236}">
                <a16:creationId xmlns:a16="http://schemas.microsoft.com/office/drawing/2014/main" id="{DA2CFEE5-D9CC-47FE-A721-8C0330B3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544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1" name="data_7827">
            <a:extLst xmlns:a="http://schemas.openxmlformats.org/drawingml/2006/main">
              <a:ext uri="{FF2B5EF4-FFF2-40B4-BE49-F238E27FC236}">
                <a16:creationId xmlns:a16="http://schemas.microsoft.com/office/drawing/2014/main" id="{4303016F-2999-4CE8-848B-3EF17830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1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2" name="data_7828">
            <a:extLst xmlns:a="http://schemas.openxmlformats.org/drawingml/2006/main">
              <a:ext uri="{FF2B5EF4-FFF2-40B4-BE49-F238E27FC236}">
                <a16:creationId xmlns:a16="http://schemas.microsoft.com/office/drawing/2014/main" id="{0DE71A22-C989-430E-966F-B72B7C17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1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3" name="data_7829">
            <a:extLst xmlns:a="http://schemas.openxmlformats.org/drawingml/2006/main">
              <a:ext uri="{FF2B5EF4-FFF2-40B4-BE49-F238E27FC236}">
                <a16:creationId xmlns:a16="http://schemas.microsoft.com/office/drawing/2014/main" id="{368C9F93-B37C-4E30-A000-D57BAF0B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22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4" name="data_7830">
            <a:extLst xmlns:a="http://schemas.openxmlformats.org/drawingml/2006/main">
              <a:ext uri="{FF2B5EF4-FFF2-40B4-BE49-F238E27FC236}">
                <a16:creationId xmlns:a16="http://schemas.microsoft.com/office/drawing/2014/main" id="{EE9CF476-65FA-4B56-906D-AC48D30E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5" name="data_7831">
            <a:extLst xmlns:a="http://schemas.openxmlformats.org/drawingml/2006/main">
              <a:ext uri="{FF2B5EF4-FFF2-40B4-BE49-F238E27FC236}">
                <a16:creationId xmlns:a16="http://schemas.microsoft.com/office/drawing/2014/main" id="{CF542B5F-4657-4BBD-B767-3D46C050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513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6" name="data_7832">
            <a:extLst xmlns:a="http://schemas.openxmlformats.org/drawingml/2006/main">
              <a:ext uri="{FF2B5EF4-FFF2-40B4-BE49-F238E27FC236}">
                <a16:creationId xmlns:a16="http://schemas.microsoft.com/office/drawing/2014/main" id="{8B321A09-05F8-46A0-9F7E-8FFA60AB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153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7" name="data_7833">
            <a:extLst xmlns:a="http://schemas.openxmlformats.org/drawingml/2006/main">
              <a:ext uri="{FF2B5EF4-FFF2-40B4-BE49-F238E27FC236}">
                <a16:creationId xmlns:a16="http://schemas.microsoft.com/office/drawing/2014/main" id="{52D00114-FF4F-4DA7-BBE7-80BD0324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160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8" name="data_7834">
            <a:extLst xmlns:a="http://schemas.openxmlformats.org/drawingml/2006/main">
              <a:ext uri="{FF2B5EF4-FFF2-40B4-BE49-F238E27FC236}">
                <a16:creationId xmlns:a16="http://schemas.microsoft.com/office/drawing/2014/main" id="{205390A1-CEC1-4DE1-8337-FF1693F8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9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9" name="data_7835">
            <a:extLst xmlns:a="http://schemas.openxmlformats.org/drawingml/2006/main">
              <a:ext uri="{FF2B5EF4-FFF2-40B4-BE49-F238E27FC236}">
                <a16:creationId xmlns:a16="http://schemas.microsoft.com/office/drawing/2014/main" id="{257F9CFC-5BBB-41ED-A316-39157626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5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0" name="data_7836">
            <a:extLst xmlns:a="http://schemas.openxmlformats.org/drawingml/2006/main">
              <a:ext uri="{FF2B5EF4-FFF2-40B4-BE49-F238E27FC236}">
                <a16:creationId xmlns:a16="http://schemas.microsoft.com/office/drawing/2014/main" id="{8860A354-B890-4930-8353-BACAF7FD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3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1" name="data_7837">
            <a:extLst xmlns:a="http://schemas.openxmlformats.org/drawingml/2006/main">
              <a:ext uri="{FF2B5EF4-FFF2-40B4-BE49-F238E27FC236}">
                <a16:creationId xmlns:a16="http://schemas.microsoft.com/office/drawing/2014/main" id="{0C1FF2D4-7DBD-4F7D-A1E5-D142747B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3502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2" name="data_7838">
            <a:extLst xmlns:a="http://schemas.openxmlformats.org/drawingml/2006/main">
              <a:ext uri="{FF2B5EF4-FFF2-40B4-BE49-F238E27FC236}">
                <a16:creationId xmlns:a16="http://schemas.microsoft.com/office/drawing/2014/main" id="{CB472E03-B368-4E93-8B62-32800942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27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3" name="data_7839">
            <a:extLst xmlns:a="http://schemas.openxmlformats.org/drawingml/2006/main">
              <a:ext uri="{FF2B5EF4-FFF2-40B4-BE49-F238E27FC236}">
                <a16:creationId xmlns:a16="http://schemas.microsoft.com/office/drawing/2014/main" id="{386EE923-B22B-4EE5-84B7-002E1700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579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4" name="data_7840">
            <a:extLst xmlns:a="http://schemas.openxmlformats.org/drawingml/2006/main">
              <a:ext uri="{FF2B5EF4-FFF2-40B4-BE49-F238E27FC236}">
                <a16:creationId xmlns:a16="http://schemas.microsoft.com/office/drawing/2014/main" id="{F20B24F1-869F-45FD-B5D9-BBC64074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379" y="61433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5" name="data_7841">
            <a:extLst xmlns:a="http://schemas.openxmlformats.org/drawingml/2006/main">
              <a:ext uri="{FF2B5EF4-FFF2-40B4-BE49-F238E27FC236}">
                <a16:creationId xmlns:a16="http://schemas.microsoft.com/office/drawing/2014/main" id="{A1A7B2E3-B347-4273-8EE3-130BF52E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205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6" name="data_7842">
            <a:extLst xmlns:a="http://schemas.openxmlformats.org/drawingml/2006/main">
              <a:ext uri="{FF2B5EF4-FFF2-40B4-BE49-F238E27FC236}">
                <a16:creationId xmlns:a16="http://schemas.microsoft.com/office/drawing/2014/main" id="{D60DD8B8-40B8-495B-AE7F-765697F8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7" name="data_7843">
            <a:extLst xmlns:a="http://schemas.openxmlformats.org/drawingml/2006/main">
              <a:ext uri="{FF2B5EF4-FFF2-40B4-BE49-F238E27FC236}">
                <a16:creationId xmlns:a16="http://schemas.microsoft.com/office/drawing/2014/main" id="{F8676E95-5056-4D44-BBC9-607CF965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8" name="data_7844">
            <a:extLst xmlns:a="http://schemas.openxmlformats.org/drawingml/2006/main">
              <a:ext uri="{FF2B5EF4-FFF2-40B4-BE49-F238E27FC236}">
                <a16:creationId xmlns:a16="http://schemas.microsoft.com/office/drawing/2014/main" id="{B5DA4D10-3C56-4150-BB46-29881C5C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62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9" name="data_7845">
            <a:extLst xmlns:a="http://schemas.openxmlformats.org/drawingml/2006/main">
              <a:ext uri="{FF2B5EF4-FFF2-40B4-BE49-F238E27FC236}">
                <a16:creationId xmlns:a16="http://schemas.microsoft.com/office/drawing/2014/main" id="{D1A04A02-1B54-460C-B819-CFEC0C27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0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0" name="data_7846">
            <a:extLst xmlns:a="http://schemas.openxmlformats.org/drawingml/2006/main">
              <a:ext uri="{FF2B5EF4-FFF2-40B4-BE49-F238E27FC236}">
                <a16:creationId xmlns:a16="http://schemas.microsoft.com/office/drawing/2014/main" id="{12E82B8D-0F25-4294-8AC7-C30B0931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49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1" name="data_7847">
            <a:extLst xmlns:a="http://schemas.openxmlformats.org/drawingml/2006/main">
              <a:ext uri="{FF2B5EF4-FFF2-40B4-BE49-F238E27FC236}">
                <a16:creationId xmlns:a16="http://schemas.microsoft.com/office/drawing/2014/main" id="{DA05086A-2294-4CD5-8B0B-C6A3BD27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1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2" name="data_7848">
            <a:extLst xmlns:a="http://schemas.openxmlformats.org/drawingml/2006/main">
              <a:ext uri="{FF2B5EF4-FFF2-40B4-BE49-F238E27FC236}">
                <a16:creationId xmlns:a16="http://schemas.microsoft.com/office/drawing/2014/main" id="{C1A87373-9789-4959-88B5-052DC4B2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3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3" name="data_7849">
            <a:extLst xmlns:a="http://schemas.openxmlformats.org/drawingml/2006/main">
              <a:ext uri="{FF2B5EF4-FFF2-40B4-BE49-F238E27FC236}">
                <a16:creationId xmlns:a16="http://schemas.microsoft.com/office/drawing/2014/main" id="{2F374957-853E-4A01-8BA1-F9545E37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4" name="data_7850">
            <a:extLst xmlns:a="http://schemas.openxmlformats.org/drawingml/2006/main">
              <a:ext uri="{FF2B5EF4-FFF2-40B4-BE49-F238E27FC236}">
                <a16:creationId xmlns:a16="http://schemas.microsoft.com/office/drawing/2014/main" id="{98904247-5FC4-4AFD-9BE1-5FE86D8D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90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5" name="data_7851">
            <a:extLst xmlns:a="http://schemas.openxmlformats.org/drawingml/2006/main">
              <a:ext uri="{FF2B5EF4-FFF2-40B4-BE49-F238E27FC236}">
                <a16:creationId xmlns:a16="http://schemas.microsoft.com/office/drawing/2014/main" id="{9F1EA8BE-DDAB-4EBF-A2B8-3CDBB8E0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29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6" name="data_7852">
            <a:extLst xmlns:a="http://schemas.openxmlformats.org/drawingml/2006/main">
              <a:ext uri="{FF2B5EF4-FFF2-40B4-BE49-F238E27FC236}">
                <a16:creationId xmlns:a16="http://schemas.microsoft.com/office/drawing/2014/main" id="{50A1CC08-71C1-414D-8811-4BEAA073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376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7" name="data_7853">
            <a:extLst xmlns:a="http://schemas.openxmlformats.org/drawingml/2006/main">
              <a:ext uri="{FF2B5EF4-FFF2-40B4-BE49-F238E27FC236}">
                <a16:creationId xmlns:a16="http://schemas.microsoft.com/office/drawing/2014/main" id="{C6993D4E-5791-475A-8D38-9A158F6A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70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8" name="data_7854">
            <a:extLst xmlns:a="http://schemas.openxmlformats.org/drawingml/2006/main">
              <a:ext uri="{FF2B5EF4-FFF2-40B4-BE49-F238E27FC236}">
                <a16:creationId xmlns:a16="http://schemas.microsoft.com/office/drawing/2014/main" id="{CF90D536-78A8-4CA5-9FFE-CF896500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5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9" name="data_7855">
            <a:extLst xmlns:a="http://schemas.openxmlformats.org/drawingml/2006/main">
              <a:ext uri="{FF2B5EF4-FFF2-40B4-BE49-F238E27FC236}">
                <a16:creationId xmlns:a16="http://schemas.microsoft.com/office/drawing/2014/main" id="{74E78B66-97B9-4A8B-B5ED-E2FC1C0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5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0" name="data_7856">
            <a:extLst xmlns:a="http://schemas.openxmlformats.org/drawingml/2006/main">
              <a:ext uri="{FF2B5EF4-FFF2-40B4-BE49-F238E27FC236}">
                <a16:creationId xmlns:a16="http://schemas.microsoft.com/office/drawing/2014/main" id="{7EEC618F-2EAC-47F1-865C-6D5D965F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7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1" name="data_7857">
            <a:extLst xmlns:a="http://schemas.openxmlformats.org/drawingml/2006/main">
              <a:ext uri="{FF2B5EF4-FFF2-40B4-BE49-F238E27FC236}">
                <a16:creationId xmlns:a16="http://schemas.microsoft.com/office/drawing/2014/main" id="{B5D9D1AF-6ADA-4731-9CA4-7B0D8CDC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2" name="data_7858">
            <a:extLst xmlns:a="http://schemas.openxmlformats.org/drawingml/2006/main">
              <a:ext uri="{FF2B5EF4-FFF2-40B4-BE49-F238E27FC236}">
                <a16:creationId xmlns:a16="http://schemas.microsoft.com/office/drawing/2014/main" id="{247242F8-ADB9-4254-9876-C12F341D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7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3" name="data_7859">
            <a:extLst xmlns:a="http://schemas.openxmlformats.org/drawingml/2006/main">
              <a:ext uri="{FF2B5EF4-FFF2-40B4-BE49-F238E27FC236}">
                <a16:creationId xmlns:a16="http://schemas.microsoft.com/office/drawing/2014/main" id="{52BA8D26-7CB1-496E-8262-F4C4FF77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18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4" name="data_7860">
            <a:extLst xmlns:a="http://schemas.openxmlformats.org/drawingml/2006/main">
              <a:ext uri="{FF2B5EF4-FFF2-40B4-BE49-F238E27FC236}">
                <a16:creationId xmlns:a16="http://schemas.microsoft.com/office/drawing/2014/main" id="{7A84B873-0FC0-42D9-AAA4-7D8D7B0C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8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5" name="data_7861">
            <a:extLst xmlns:a="http://schemas.openxmlformats.org/drawingml/2006/main">
              <a:ext uri="{FF2B5EF4-FFF2-40B4-BE49-F238E27FC236}">
                <a16:creationId xmlns:a16="http://schemas.microsoft.com/office/drawing/2014/main" id="{721A1EA7-B4DA-4B84-AFF0-F995C9B5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7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6" name="data_7862">
            <a:extLst xmlns:a="http://schemas.openxmlformats.org/drawingml/2006/main">
              <a:ext uri="{FF2B5EF4-FFF2-40B4-BE49-F238E27FC236}">
                <a16:creationId xmlns:a16="http://schemas.microsoft.com/office/drawing/2014/main" id="{67C4649C-4FCC-4885-921A-B957026C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7" name="data_7863">
            <a:extLst xmlns:a="http://schemas.openxmlformats.org/drawingml/2006/main">
              <a:ext uri="{FF2B5EF4-FFF2-40B4-BE49-F238E27FC236}">
                <a16:creationId xmlns:a16="http://schemas.microsoft.com/office/drawing/2014/main" id="{471209F3-B614-4E35-A191-268578FB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456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8" name="data_7864">
            <a:extLst xmlns:a="http://schemas.openxmlformats.org/drawingml/2006/main">
              <a:ext uri="{FF2B5EF4-FFF2-40B4-BE49-F238E27FC236}">
                <a16:creationId xmlns:a16="http://schemas.microsoft.com/office/drawing/2014/main" id="{98995D85-77DD-4FD0-8A14-22B5EC81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81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9" name="data_7865">
            <a:extLst xmlns:a="http://schemas.openxmlformats.org/drawingml/2006/main">
              <a:ext uri="{FF2B5EF4-FFF2-40B4-BE49-F238E27FC236}">
                <a16:creationId xmlns:a16="http://schemas.microsoft.com/office/drawing/2014/main" id="{3D8C0CA6-58EF-4429-8861-007219FF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0" name="data_7866">
            <a:extLst xmlns:a="http://schemas.openxmlformats.org/drawingml/2006/main">
              <a:ext uri="{FF2B5EF4-FFF2-40B4-BE49-F238E27FC236}">
                <a16:creationId xmlns:a16="http://schemas.microsoft.com/office/drawing/2014/main" id="{2EEB271E-3C55-4B6D-9283-330DBAD0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5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1" name="data_7867">
            <a:extLst xmlns:a="http://schemas.openxmlformats.org/drawingml/2006/main">
              <a:ext uri="{FF2B5EF4-FFF2-40B4-BE49-F238E27FC236}">
                <a16:creationId xmlns:a16="http://schemas.microsoft.com/office/drawing/2014/main" id="{18D21716-52C8-41B9-90DA-1D6F310E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2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2" name="data_7868">
            <a:extLst xmlns:a="http://schemas.openxmlformats.org/drawingml/2006/main">
              <a:ext uri="{FF2B5EF4-FFF2-40B4-BE49-F238E27FC236}">
                <a16:creationId xmlns:a16="http://schemas.microsoft.com/office/drawing/2014/main" id="{47193630-408B-43EA-9A34-43CBE09F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978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3" name="data_7869">
            <a:extLst xmlns:a="http://schemas.openxmlformats.org/drawingml/2006/main">
              <a:ext uri="{FF2B5EF4-FFF2-40B4-BE49-F238E27FC236}">
                <a16:creationId xmlns:a16="http://schemas.microsoft.com/office/drawing/2014/main" id="{D909E8E5-265A-45A1-A3BC-31E8B9E0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4" name="data_7870">
            <a:extLst xmlns:a="http://schemas.openxmlformats.org/drawingml/2006/main">
              <a:ext uri="{FF2B5EF4-FFF2-40B4-BE49-F238E27FC236}">
                <a16:creationId xmlns:a16="http://schemas.microsoft.com/office/drawing/2014/main" id="{B85D05CC-7B30-4161-B4CB-38B83629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072" y="55708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5" name="data_7871">
            <a:extLst xmlns:a="http://schemas.openxmlformats.org/drawingml/2006/main">
              <a:ext uri="{FF2B5EF4-FFF2-40B4-BE49-F238E27FC236}">
                <a16:creationId xmlns:a16="http://schemas.microsoft.com/office/drawing/2014/main" id="{B0B55472-D8A8-49E8-925A-109BF32F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1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6" name="data_7872">
            <a:extLst xmlns:a="http://schemas.openxmlformats.org/drawingml/2006/main">
              <a:ext uri="{FF2B5EF4-FFF2-40B4-BE49-F238E27FC236}">
                <a16:creationId xmlns:a16="http://schemas.microsoft.com/office/drawing/2014/main" id="{F6E4106A-0811-410F-AE9E-EF5246D4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83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7" name="data_7873">
            <a:extLst xmlns:a="http://schemas.openxmlformats.org/drawingml/2006/main">
              <a:ext uri="{FF2B5EF4-FFF2-40B4-BE49-F238E27FC236}">
                <a16:creationId xmlns:a16="http://schemas.microsoft.com/office/drawing/2014/main" id="{B5DB7402-0CD8-4C9C-853B-400A6187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2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8" name="data_7874">
            <a:extLst xmlns:a="http://schemas.openxmlformats.org/drawingml/2006/main">
              <a:ext uri="{FF2B5EF4-FFF2-40B4-BE49-F238E27FC236}">
                <a16:creationId xmlns:a16="http://schemas.microsoft.com/office/drawing/2014/main" id="{47F4332C-7F1E-431F-80B3-1859D614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568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9" name="data_7875">
            <a:extLst xmlns:a="http://schemas.openxmlformats.org/drawingml/2006/main">
              <a:ext uri="{FF2B5EF4-FFF2-40B4-BE49-F238E27FC236}">
                <a16:creationId xmlns:a16="http://schemas.microsoft.com/office/drawing/2014/main" id="{4C60237F-3916-4A39-B65F-4E86168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86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0" name="data_7876">
            <a:extLst xmlns:a="http://schemas.openxmlformats.org/drawingml/2006/main">
              <a:ext uri="{FF2B5EF4-FFF2-40B4-BE49-F238E27FC236}">
                <a16:creationId xmlns:a16="http://schemas.microsoft.com/office/drawing/2014/main" id="{D83D9667-9683-4D36-AE21-7F63BF14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8451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1" name="data_7877">
            <a:extLst xmlns:a="http://schemas.openxmlformats.org/drawingml/2006/main">
              <a:ext uri="{FF2B5EF4-FFF2-40B4-BE49-F238E27FC236}">
                <a16:creationId xmlns:a16="http://schemas.microsoft.com/office/drawing/2014/main" id="{C5895B18-CDFC-4869-A34A-E9923851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739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2" name="data_7878">
            <a:extLst xmlns:a="http://schemas.openxmlformats.org/drawingml/2006/main">
              <a:ext uri="{FF2B5EF4-FFF2-40B4-BE49-F238E27FC236}">
                <a16:creationId xmlns:a16="http://schemas.microsoft.com/office/drawing/2014/main" id="{119302AA-FF99-4EF0-8D45-A18ED8A4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4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3" name="data_7879">
            <a:extLst xmlns:a="http://schemas.openxmlformats.org/drawingml/2006/main">
              <a:ext uri="{FF2B5EF4-FFF2-40B4-BE49-F238E27FC236}">
                <a16:creationId xmlns:a16="http://schemas.microsoft.com/office/drawing/2014/main" id="{CC42C511-7C0D-4C14-B385-7247BCBA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4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4" name="data_7880">
            <a:extLst xmlns:a="http://schemas.openxmlformats.org/drawingml/2006/main">
              <a:ext uri="{FF2B5EF4-FFF2-40B4-BE49-F238E27FC236}">
                <a16:creationId xmlns:a16="http://schemas.microsoft.com/office/drawing/2014/main" id="{81DF2FB9-3697-4B01-B771-174FA2F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6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5" name="data_7881">
            <a:extLst xmlns:a="http://schemas.openxmlformats.org/drawingml/2006/main">
              <a:ext uri="{FF2B5EF4-FFF2-40B4-BE49-F238E27FC236}">
                <a16:creationId xmlns:a16="http://schemas.microsoft.com/office/drawing/2014/main" id="{EDDFD510-5DA9-448F-983E-309FA055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15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6" name="data_7882">
            <a:extLst xmlns:a="http://schemas.openxmlformats.org/drawingml/2006/main">
              <a:ext uri="{FF2B5EF4-FFF2-40B4-BE49-F238E27FC236}">
                <a16:creationId xmlns:a16="http://schemas.microsoft.com/office/drawing/2014/main" id="{3F3AC9A3-9E6F-48B4-92BB-5C91BBAC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8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7" name="data_7883">
            <a:extLst xmlns:a="http://schemas.openxmlformats.org/drawingml/2006/main">
              <a:ext uri="{FF2B5EF4-FFF2-40B4-BE49-F238E27FC236}">
                <a16:creationId xmlns:a16="http://schemas.microsoft.com/office/drawing/2014/main" id="{05A77D31-6454-4EA2-9D86-8BD50A51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185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8" name="data_7884">
            <a:extLst xmlns:a="http://schemas.openxmlformats.org/drawingml/2006/main">
              <a:ext uri="{FF2B5EF4-FFF2-40B4-BE49-F238E27FC236}">
                <a16:creationId xmlns:a16="http://schemas.microsoft.com/office/drawing/2014/main" id="{937BFE1A-432C-455E-B1FB-89225EA0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9" name="data_7885">
            <a:extLst xmlns:a="http://schemas.openxmlformats.org/drawingml/2006/main">
              <a:ext uri="{FF2B5EF4-FFF2-40B4-BE49-F238E27FC236}">
                <a16:creationId xmlns:a16="http://schemas.microsoft.com/office/drawing/2014/main" id="{11921A32-9CC6-4C30-828F-87B98D58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0" name="data_7886">
            <a:extLst xmlns:a="http://schemas.openxmlformats.org/drawingml/2006/main">
              <a:ext uri="{FF2B5EF4-FFF2-40B4-BE49-F238E27FC236}">
                <a16:creationId xmlns:a16="http://schemas.microsoft.com/office/drawing/2014/main" id="{C787188A-1AB4-4F45-9174-436667FA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23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1" name="data_7887">
            <a:extLst xmlns:a="http://schemas.openxmlformats.org/drawingml/2006/main">
              <a:ext uri="{FF2B5EF4-FFF2-40B4-BE49-F238E27FC236}">
                <a16:creationId xmlns:a16="http://schemas.microsoft.com/office/drawing/2014/main" id="{21E2E693-7FB4-4DD8-A5B4-85D99333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2" name="data_7888">
            <a:extLst xmlns:a="http://schemas.openxmlformats.org/drawingml/2006/main">
              <a:ext uri="{FF2B5EF4-FFF2-40B4-BE49-F238E27FC236}">
                <a16:creationId xmlns:a16="http://schemas.microsoft.com/office/drawing/2014/main" id="{AAE5FF2C-650C-4CF3-9B2E-CF0D5008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2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3" name="data_7889">
            <a:extLst xmlns:a="http://schemas.openxmlformats.org/drawingml/2006/main">
              <a:ext uri="{FF2B5EF4-FFF2-40B4-BE49-F238E27FC236}">
                <a16:creationId xmlns:a16="http://schemas.microsoft.com/office/drawing/2014/main" id="{7810CD32-7CF3-450F-8D30-FB7B831C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59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4" name="data_7890">
            <a:extLst xmlns:a="http://schemas.openxmlformats.org/drawingml/2006/main">
              <a:ext uri="{FF2B5EF4-FFF2-40B4-BE49-F238E27FC236}">
                <a16:creationId xmlns:a16="http://schemas.microsoft.com/office/drawing/2014/main" id="{8D6DA337-AAAD-434B-ABAA-525FB417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58" y="58396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5" name="data_7891">
            <a:extLst xmlns:a="http://schemas.openxmlformats.org/drawingml/2006/main">
              <a:ext uri="{FF2B5EF4-FFF2-40B4-BE49-F238E27FC236}">
                <a16:creationId xmlns:a16="http://schemas.microsoft.com/office/drawing/2014/main" id="{A710AA51-4733-4F9A-9F12-7322D7D9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957" y="5847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6" name="data_7892">
            <a:extLst xmlns:a="http://schemas.openxmlformats.org/drawingml/2006/main">
              <a:ext uri="{FF2B5EF4-FFF2-40B4-BE49-F238E27FC236}">
                <a16:creationId xmlns:a16="http://schemas.microsoft.com/office/drawing/2014/main" id="{4C0D06D4-027C-43D3-9818-560C06C5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2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7" name="data_7893">
            <a:extLst xmlns:a="http://schemas.openxmlformats.org/drawingml/2006/main">
              <a:ext uri="{FF2B5EF4-FFF2-40B4-BE49-F238E27FC236}">
                <a16:creationId xmlns:a16="http://schemas.microsoft.com/office/drawing/2014/main" id="{13F9C739-4E42-4B67-8AA6-4481830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4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8" name="data_7894">
            <a:extLst xmlns:a="http://schemas.openxmlformats.org/drawingml/2006/main">
              <a:ext uri="{FF2B5EF4-FFF2-40B4-BE49-F238E27FC236}">
                <a16:creationId xmlns:a16="http://schemas.microsoft.com/office/drawing/2014/main" id="{A2100D4D-0DA0-40B9-89E2-EDE43F3B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9" name="data_7895">
            <a:extLst xmlns:a="http://schemas.openxmlformats.org/drawingml/2006/main">
              <a:ext uri="{FF2B5EF4-FFF2-40B4-BE49-F238E27FC236}">
                <a16:creationId xmlns:a16="http://schemas.microsoft.com/office/drawing/2014/main" id="{FEF08040-F771-4908-B3B4-3EAC19D5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1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0" name="data_7896">
            <a:extLst xmlns:a="http://schemas.openxmlformats.org/drawingml/2006/main">
              <a:ext uri="{FF2B5EF4-FFF2-40B4-BE49-F238E27FC236}">
                <a16:creationId xmlns:a16="http://schemas.microsoft.com/office/drawing/2014/main" id="{C07AC475-52E0-4D9E-8F25-9C87DBAD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7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1" name="data_7897">
            <a:extLst xmlns:a="http://schemas.openxmlformats.org/drawingml/2006/main">
              <a:ext uri="{FF2B5EF4-FFF2-40B4-BE49-F238E27FC236}">
                <a16:creationId xmlns:a16="http://schemas.microsoft.com/office/drawing/2014/main" id="{6920E677-4202-47AB-B8C9-D40C1E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19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2" name="data_7898">
            <a:extLst xmlns:a="http://schemas.openxmlformats.org/drawingml/2006/main">
              <a:ext uri="{FF2B5EF4-FFF2-40B4-BE49-F238E27FC236}">
                <a16:creationId xmlns:a16="http://schemas.microsoft.com/office/drawing/2014/main" id="{397AE4B8-3CFA-47D4-8AB7-022A5F2E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012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3" name="data_7899">
            <a:extLst xmlns:a="http://schemas.openxmlformats.org/drawingml/2006/main">
              <a:ext uri="{FF2B5EF4-FFF2-40B4-BE49-F238E27FC236}">
                <a16:creationId xmlns:a16="http://schemas.microsoft.com/office/drawing/2014/main" id="{476D84BF-ECBC-4629-80B7-CA72359E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29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4" name="data_7900">
            <a:extLst xmlns:a="http://schemas.openxmlformats.org/drawingml/2006/main">
              <a:ext uri="{FF2B5EF4-FFF2-40B4-BE49-F238E27FC236}">
                <a16:creationId xmlns:a16="http://schemas.microsoft.com/office/drawing/2014/main" id="{22F539C8-DF4A-4160-A7DC-401D75EA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68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5" name="data_7901">
            <a:extLst xmlns:a="http://schemas.openxmlformats.org/drawingml/2006/main">
              <a:ext uri="{FF2B5EF4-FFF2-40B4-BE49-F238E27FC236}">
                <a16:creationId xmlns:a16="http://schemas.microsoft.com/office/drawing/2014/main" id="{8C810802-F685-4B97-BD8D-3F442C96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8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6" name="data_7902">
            <a:extLst xmlns:a="http://schemas.openxmlformats.org/drawingml/2006/main">
              <a:ext uri="{FF2B5EF4-FFF2-40B4-BE49-F238E27FC236}">
                <a16:creationId xmlns:a16="http://schemas.microsoft.com/office/drawing/2014/main" id="{18FB7610-016C-4C14-BB6E-F2F46922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1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7" name="data_7903">
            <a:extLst xmlns:a="http://schemas.openxmlformats.org/drawingml/2006/main">
              <a:ext uri="{FF2B5EF4-FFF2-40B4-BE49-F238E27FC236}">
                <a16:creationId xmlns:a16="http://schemas.microsoft.com/office/drawing/2014/main" id="{B1D1D847-0FF3-44DB-BA3C-C6AED19A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32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8" name="data_7904">
            <a:extLst xmlns:a="http://schemas.openxmlformats.org/drawingml/2006/main">
              <a:ext uri="{FF2B5EF4-FFF2-40B4-BE49-F238E27FC236}">
                <a16:creationId xmlns:a16="http://schemas.microsoft.com/office/drawing/2014/main" id="{41A0E1D8-7DF0-46C6-83E1-61384252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962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9" name="data_7905">
            <a:extLst xmlns:a="http://schemas.openxmlformats.org/drawingml/2006/main">
              <a:ext uri="{FF2B5EF4-FFF2-40B4-BE49-F238E27FC236}">
                <a16:creationId xmlns:a16="http://schemas.microsoft.com/office/drawing/2014/main" id="{173BA12B-FF80-4521-A962-A02EB4FB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0" name="data_7906">
            <a:extLst xmlns:a="http://schemas.openxmlformats.org/drawingml/2006/main">
              <a:ext uri="{FF2B5EF4-FFF2-40B4-BE49-F238E27FC236}">
                <a16:creationId xmlns:a16="http://schemas.microsoft.com/office/drawing/2014/main" id="{C30C857D-922C-44B6-B167-39273011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3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1" name="data_7907">
            <a:extLst xmlns:a="http://schemas.openxmlformats.org/drawingml/2006/main">
              <a:ext uri="{FF2B5EF4-FFF2-40B4-BE49-F238E27FC236}">
                <a16:creationId xmlns:a16="http://schemas.microsoft.com/office/drawing/2014/main" id="{6665CDE9-8FD4-4DA4-AD1D-375A7D8C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34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2" name="data_7908">
            <a:extLst xmlns:a="http://schemas.openxmlformats.org/drawingml/2006/main">
              <a:ext uri="{FF2B5EF4-FFF2-40B4-BE49-F238E27FC236}">
                <a16:creationId xmlns:a16="http://schemas.microsoft.com/office/drawing/2014/main" id="{C72D71F7-D30F-499A-9ACF-51ECDE26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0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3" name="data_7909">
            <a:extLst xmlns:a="http://schemas.openxmlformats.org/drawingml/2006/main">
              <a:ext uri="{FF2B5EF4-FFF2-40B4-BE49-F238E27FC236}">
                <a16:creationId xmlns:a16="http://schemas.microsoft.com/office/drawing/2014/main" id="{540A5C84-7BD4-4FD7-9343-3D0D4D7A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893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4" name="data_7910">
            <a:extLst xmlns:a="http://schemas.openxmlformats.org/drawingml/2006/main">
              <a:ext uri="{FF2B5EF4-FFF2-40B4-BE49-F238E27FC236}">
                <a16:creationId xmlns:a16="http://schemas.microsoft.com/office/drawing/2014/main" id="{C24F11CC-CB99-4C06-B68A-F80FD95A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6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5" name="data_7911">
            <a:extLst xmlns:a="http://schemas.openxmlformats.org/drawingml/2006/main">
              <a:ext uri="{FF2B5EF4-FFF2-40B4-BE49-F238E27FC236}">
                <a16:creationId xmlns:a16="http://schemas.microsoft.com/office/drawing/2014/main" id="{68D22C11-959E-465E-89DB-9FDF3F78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02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6" name="data_7912">
            <a:extLst xmlns:a="http://schemas.openxmlformats.org/drawingml/2006/main">
              <a:ext uri="{FF2B5EF4-FFF2-40B4-BE49-F238E27FC236}">
                <a16:creationId xmlns:a16="http://schemas.microsoft.com/office/drawing/2014/main" id="{B3CA8B3B-C42C-4E39-8C39-E5230B56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2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7" name="data_7913">
            <a:extLst xmlns:a="http://schemas.openxmlformats.org/drawingml/2006/main">
              <a:ext uri="{FF2B5EF4-FFF2-40B4-BE49-F238E27FC236}">
                <a16:creationId xmlns:a16="http://schemas.microsoft.com/office/drawing/2014/main" id="{30E5CDF5-06AF-4D16-B223-3AB849DB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06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8" name="data_7914">
            <a:extLst xmlns:a="http://schemas.openxmlformats.org/drawingml/2006/main">
              <a:ext uri="{FF2B5EF4-FFF2-40B4-BE49-F238E27FC236}">
                <a16:creationId xmlns:a16="http://schemas.microsoft.com/office/drawing/2014/main" id="{CCC43F98-3EDB-4901-92DF-D81F0D30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8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9" name="data_7915">
            <a:extLst xmlns:a="http://schemas.openxmlformats.org/drawingml/2006/main">
              <a:ext uri="{FF2B5EF4-FFF2-40B4-BE49-F238E27FC236}">
                <a16:creationId xmlns:a16="http://schemas.microsoft.com/office/drawing/2014/main" id="{A039CAC5-A438-485E-B6F9-4C71EB85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027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0" name="data_7916">
            <a:extLst xmlns:a="http://schemas.openxmlformats.org/drawingml/2006/main">
              <a:ext uri="{FF2B5EF4-FFF2-40B4-BE49-F238E27FC236}">
                <a16:creationId xmlns:a16="http://schemas.microsoft.com/office/drawing/2014/main" id="{3713CDFE-306D-4CC0-90B4-E7983F65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5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1" name="data_7917">
            <a:extLst xmlns:a="http://schemas.openxmlformats.org/drawingml/2006/main">
              <a:ext uri="{FF2B5EF4-FFF2-40B4-BE49-F238E27FC236}">
                <a16:creationId xmlns:a16="http://schemas.microsoft.com/office/drawing/2014/main" id="{8E99D5E7-D05C-4DD3-8B33-A647B26D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0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2" name="data_7918">
            <a:extLst xmlns:a="http://schemas.openxmlformats.org/drawingml/2006/main">
              <a:ext uri="{FF2B5EF4-FFF2-40B4-BE49-F238E27FC236}">
                <a16:creationId xmlns:a16="http://schemas.microsoft.com/office/drawing/2014/main" id="{F9D6B33F-B3B1-4851-AC03-F096DA4D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8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3" name="data_7919">
            <a:extLst xmlns:a="http://schemas.openxmlformats.org/drawingml/2006/main">
              <a:ext uri="{FF2B5EF4-FFF2-40B4-BE49-F238E27FC236}">
                <a16:creationId xmlns:a16="http://schemas.microsoft.com/office/drawing/2014/main" id="{45FB7C95-7FD0-4244-BB5F-385ECD09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5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4" name="data_7920">
            <a:extLst xmlns:a="http://schemas.openxmlformats.org/drawingml/2006/main">
              <a:ext uri="{FF2B5EF4-FFF2-40B4-BE49-F238E27FC236}">
                <a16:creationId xmlns:a16="http://schemas.microsoft.com/office/drawing/2014/main" id="{E766EC2D-9C81-4EDB-B77E-F029C934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2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5" name="data_7921">
            <a:extLst xmlns:a="http://schemas.openxmlformats.org/drawingml/2006/main">
              <a:ext uri="{FF2B5EF4-FFF2-40B4-BE49-F238E27FC236}">
                <a16:creationId xmlns:a16="http://schemas.microsoft.com/office/drawing/2014/main" id="{45DFE5F6-B95B-4590-A1F4-6798547F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1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6" name="data_7922">
            <a:extLst xmlns:a="http://schemas.openxmlformats.org/drawingml/2006/main">
              <a:ext uri="{FF2B5EF4-FFF2-40B4-BE49-F238E27FC236}">
                <a16:creationId xmlns:a16="http://schemas.microsoft.com/office/drawing/2014/main" id="{40059D93-F828-4D93-9B41-AD88E042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16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7" name="data_7923">
            <a:extLst xmlns:a="http://schemas.openxmlformats.org/drawingml/2006/main">
              <a:ext uri="{FF2B5EF4-FFF2-40B4-BE49-F238E27FC236}">
                <a16:creationId xmlns:a16="http://schemas.microsoft.com/office/drawing/2014/main" id="{D5D857F4-C147-440A-859A-5341CB64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2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8" name="data_7924">
            <a:extLst xmlns:a="http://schemas.openxmlformats.org/drawingml/2006/main">
              <a:ext uri="{FF2B5EF4-FFF2-40B4-BE49-F238E27FC236}">
                <a16:creationId xmlns:a16="http://schemas.microsoft.com/office/drawing/2014/main" id="{9D05E72C-9DB2-4D6F-AA88-D2497C7D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43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9" name="data_7925">
            <a:extLst xmlns:a="http://schemas.openxmlformats.org/drawingml/2006/main">
              <a:ext uri="{FF2B5EF4-FFF2-40B4-BE49-F238E27FC236}">
                <a16:creationId xmlns:a16="http://schemas.microsoft.com/office/drawing/2014/main" id="{04A4A578-E633-4438-8143-955349ED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540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0" name="data_7926">
            <a:extLst xmlns:a="http://schemas.openxmlformats.org/drawingml/2006/main">
              <a:ext uri="{FF2B5EF4-FFF2-40B4-BE49-F238E27FC236}">
                <a16:creationId xmlns:a16="http://schemas.microsoft.com/office/drawing/2014/main" id="{637D6E9F-BE95-4A02-9F12-753D8250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18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1" name="data_7927">
            <a:extLst xmlns:a="http://schemas.openxmlformats.org/drawingml/2006/main">
              <a:ext uri="{FF2B5EF4-FFF2-40B4-BE49-F238E27FC236}">
                <a16:creationId xmlns:a16="http://schemas.microsoft.com/office/drawing/2014/main" id="{CC5AE7C7-B500-4BFD-AF17-8C5827B6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187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2" name="data_7928">
            <a:extLst xmlns:a="http://schemas.openxmlformats.org/drawingml/2006/main">
              <a:ext uri="{FF2B5EF4-FFF2-40B4-BE49-F238E27FC236}">
                <a16:creationId xmlns:a16="http://schemas.microsoft.com/office/drawing/2014/main" id="{0CC0C553-5540-4694-8557-0C4C8312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0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3" name="data_7929">
            <a:extLst xmlns:a="http://schemas.openxmlformats.org/drawingml/2006/main">
              <a:ext uri="{FF2B5EF4-FFF2-40B4-BE49-F238E27FC236}">
                <a16:creationId xmlns:a16="http://schemas.microsoft.com/office/drawing/2014/main" id="{C8BF0F47-549F-46A9-A5E1-6D17497C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5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4" name="data_7930">
            <a:extLst xmlns:a="http://schemas.openxmlformats.org/drawingml/2006/main">
              <a:ext uri="{FF2B5EF4-FFF2-40B4-BE49-F238E27FC236}">
                <a16:creationId xmlns:a16="http://schemas.microsoft.com/office/drawing/2014/main" id="{A3AACC7E-4A37-443D-8017-267C2F5C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39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5" name="data_7931">
            <a:extLst xmlns:a="http://schemas.openxmlformats.org/drawingml/2006/main">
              <a:ext uri="{FF2B5EF4-FFF2-40B4-BE49-F238E27FC236}">
                <a16:creationId xmlns:a16="http://schemas.microsoft.com/office/drawing/2014/main" id="{D2A8B52A-F24D-469A-9986-6849EEC3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52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6" name="data_7932">
            <a:extLst xmlns:a="http://schemas.openxmlformats.org/drawingml/2006/main">
              <a:ext uri="{FF2B5EF4-FFF2-40B4-BE49-F238E27FC236}">
                <a16:creationId xmlns:a16="http://schemas.microsoft.com/office/drawing/2014/main" id="{0BB49323-8CD3-4B88-9194-44EE44E0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7" name="data_7933">
            <a:extLst xmlns:a="http://schemas.openxmlformats.org/drawingml/2006/main">
              <a:ext uri="{FF2B5EF4-FFF2-40B4-BE49-F238E27FC236}">
                <a16:creationId xmlns:a16="http://schemas.microsoft.com/office/drawing/2014/main" id="{4748BD34-B599-4369-A7C7-6145AAA2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607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8" name="data_7934">
            <a:extLst xmlns:a="http://schemas.openxmlformats.org/drawingml/2006/main">
              <a:ext uri="{FF2B5EF4-FFF2-40B4-BE49-F238E27FC236}">
                <a16:creationId xmlns:a16="http://schemas.microsoft.com/office/drawing/2014/main" id="{4C95FB48-904A-4DB7-B1B0-9045A501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07" y="61433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9" name="data_7935">
            <a:extLst xmlns:a="http://schemas.openxmlformats.org/drawingml/2006/main">
              <a:ext uri="{FF2B5EF4-FFF2-40B4-BE49-F238E27FC236}">
                <a16:creationId xmlns:a16="http://schemas.microsoft.com/office/drawing/2014/main" id="{04ED4D6F-E40D-49C0-9FD4-CB39301A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923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0" name="data_7936">
            <a:extLst xmlns:a="http://schemas.openxmlformats.org/drawingml/2006/main">
              <a:ext uri="{FF2B5EF4-FFF2-40B4-BE49-F238E27FC236}">
                <a16:creationId xmlns:a16="http://schemas.microsoft.com/office/drawing/2014/main" id="{241E44B7-4E1A-4A4A-A0DA-7818B5D3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1" name="data_7937">
            <a:extLst xmlns:a="http://schemas.openxmlformats.org/drawingml/2006/main">
              <a:ext uri="{FF2B5EF4-FFF2-40B4-BE49-F238E27FC236}">
                <a16:creationId xmlns:a16="http://schemas.microsoft.com/office/drawing/2014/main" id="{B600EF5B-BF7F-4697-8BCF-22ADD53D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6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2" name="data_7938">
            <a:extLst xmlns:a="http://schemas.openxmlformats.org/drawingml/2006/main">
              <a:ext uri="{FF2B5EF4-FFF2-40B4-BE49-F238E27FC236}">
                <a16:creationId xmlns:a16="http://schemas.microsoft.com/office/drawing/2014/main" id="{26604DB7-2D4B-409C-BD59-6B12FF4C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65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3" name="data_7939">
            <a:extLst xmlns:a="http://schemas.openxmlformats.org/drawingml/2006/main">
              <a:ext uri="{FF2B5EF4-FFF2-40B4-BE49-F238E27FC236}">
                <a16:creationId xmlns:a16="http://schemas.microsoft.com/office/drawing/2014/main" id="{7FAB5A47-D270-45B8-BE73-59F19430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1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4" name="data_7940">
            <a:extLst xmlns:a="http://schemas.openxmlformats.org/drawingml/2006/main">
              <a:ext uri="{FF2B5EF4-FFF2-40B4-BE49-F238E27FC236}">
                <a16:creationId xmlns:a16="http://schemas.microsoft.com/office/drawing/2014/main" id="{5DBB37BF-6960-42DA-A16F-D26775DC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27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5" name="data_7941">
            <a:extLst xmlns:a="http://schemas.openxmlformats.org/drawingml/2006/main">
              <a:ext uri="{FF2B5EF4-FFF2-40B4-BE49-F238E27FC236}">
                <a16:creationId xmlns:a16="http://schemas.microsoft.com/office/drawing/2014/main" id="{124BD34B-D4FA-4AAC-B764-21C6C0EE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19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6" name="data_7942">
            <a:extLst xmlns:a="http://schemas.openxmlformats.org/drawingml/2006/main">
              <a:ext uri="{FF2B5EF4-FFF2-40B4-BE49-F238E27FC236}">
                <a16:creationId xmlns:a16="http://schemas.microsoft.com/office/drawing/2014/main" id="{866B196F-175B-4643-B33A-4D183247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3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7" name="data_7943">
            <a:extLst xmlns:a="http://schemas.openxmlformats.org/drawingml/2006/main">
              <a:ext uri="{FF2B5EF4-FFF2-40B4-BE49-F238E27FC236}">
                <a16:creationId xmlns:a16="http://schemas.microsoft.com/office/drawing/2014/main" id="{820C67B6-9D11-45EB-8606-B815F22C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8" name="data_7944">
            <a:extLst xmlns:a="http://schemas.openxmlformats.org/drawingml/2006/main">
              <a:ext uri="{FF2B5EF4-FFF2-40B4-BE49-F238E27FC236}">
                <a16:creationId xmlns:a16="http://schemas.microsoft.com/office/drawing/2014/main" id="{A9D5390F-4CC3-450F-B2D0-0C221E76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9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9" name="data_7945">
            <a:extLst xmlns:a="http://schemas.openxmlformats.org/drawingml/2006/main">
              <a:ext uri="{FF2B5EF4-FFF2-40B4-BE49-F238E27FC236}">
                <a16:creationId xmlns:a16="http://schemas.microsoft.com/office/drawing/2014/main" id="{26071F4E-DDDB-4D57-B5A0-03E340EA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32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0" name="data_7946">
            <a:extLst xmlns:a="http://schemas.openxmlformats.org/drawingml/2006/main">
              <a:ext uri="{FF2B5EF4-FFF2-40B4-BE49-F238E27FC236}">
                <a16:creationId xmlns:a16="http://schemas.microsoft.com/office/drawing/2014/main" id="{7787A92B-1D3B-4EB5-A3BA-F258E0DB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403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1" name="data_7947">
            <a:extLst xmlns:a="http://schemas.openxmlformats.org/drawingml/2006/main">
              <a:ext uri="{FF2B5EF4-FFF2-40B4-BE49-F238E27FC236}">
                <a16:creationId xmlns:a16="http://schemas.microsoft.com/office/drawing/2014/main" id="{80430E7A-6AD6-49BA-AC21-823DBAE1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72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2" name="data_7948">
            <a:extLst xmlns:a="http://schemas.openxmlformats.org/drawingml/2006/main">
              <a:ext uri="{FF2B5EF4-FFF2-40B4-BE49-F238E27FC236}">
                <a16:creationId xmlns:a16="http://schemas.microsoft.com/office/drawing/2014/main" id="{1176B1E6-ED0A-4C68-96D2-F6BFA7BA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5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3" name="data_7949">
            <a:extLst xmlns:a="http://schemas.openxmlformats.org/drawingml/2006/main">
              <a:ext uri="{FF2B5EF4-FFF2-40B4-BE49-F238E27FC236}">
                <a16:creationId xmlns:a16="http://schemas.microsoft.com/office/drawing/2014/main" id="{F911302C-389A-49FF-B190-86315AC8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6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4" name="data_7950">
            <a:extLst xmlns:a="http://schemas.openxmlformats.org/drawingml/2006/main">
              <a:ext uri="{FF2B5EF4-FFF2-40B4-BE49-F238E27FC236}">
                <a16:creationId xmlns:a16="http://schemas.microsoft.com/office/drawing/2014/main" id="{F046669A-5498-4D2B-B107-2939D0EE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81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5" name="data_7951">
            <a:extLst xmlns:a="http://schemas.openxmlformats.org/drawingml/2006/main">
              <a:ext uri="{FF2B5EF4-FFF2-40B4-BE49-F238E27FC236}">
                <a16:creationId xmlns:a16="http://schemas.microsoft.com/office/drawing/2014/main" id="{30941AD6-AD45-447E-B0E2-D1614205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6" name="data_7952">
            <a:extLst xmlns:a="http://schemas.openxmlformats.org/drawingml/2006/main">
              <a:ext uri="{FF2B5EF4-FFF2-40B4-BE49-F238E27FC236}">
                <a16:creationId xmlns:a16="http://schemas.microsoft.com/office/drawing/2014/main" id="{15112605-B897-44C1-BDC5-907E77BA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7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7" name="data_7953">
            <a:extLst xmlns:a="http://schemas.openxmlformats.org/drawingml/2006/main">
              <a:ext uri="{FF2B5EF4-FFF2-40B4-BE49-F238E27FC236}">
                <a16:creationId xmlns:a16="http://schemas.microsoft.com/office/drawing/2014/main" id="{C952E0D9-EDE0-4506-8CAF-68CC72FA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48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8" name="data_7954">
            <a:extLst xmlns:a="http://schemas.openxmlformats.org/drawingml/2006/main">
              <a:ext uri="{FF2B5EF4-FFF2-40B4-BE49-F238E27FC236}">
                <a16:creationId xmlns:a16="http://schemas.microsoft.com/office/drawing/2014/main" id="{08FA1D75-F550-4A3E-8E29-BD3A578F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9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9" name="data_7955">
            <a:extLst xmlns:a="http://schemas.openxmlformats.org/drawingml/2006/main">
              <a:ext uri="{FF2B5EF4-FFF2-40B4-BE49-F238E27FC236}">
                <a16:creationId xmlns:a16="http://schemas.microsoft.com/office/drawing/2014/main" id="{8FA043B9-AFA5-4C68-A952-C0F6A90F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7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0" name="data_7956">
            <a:extLst xmlns:a="http://schemas.openxmlformats.org/drawingml/2006/main">
              <a:ext uri="{FF2B5EF4-FFF2-40B4-BE49-F238E27FC236}">
                <a16:creationId xmlns:a16="http://schemas.microsoft.com/office/drawing/2014/main" id="{9133B5CC-6D96-4BB2-BEB3-0E8F0A81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1" name="data_7957">
            <a:extLst xmlns:a="http://schemas.openxmlformats.org/drawingml/2006/main">
              <a:ext uri="{FF2B5EF4-FFF2-40B4-BE49-F238E27FC236}">
                <a16:creationId xmlns:a16="http://schemas.microsoft.com/office/drawing/2014/main" id="{275CA60E-0E75-4BB4-8853-DD58E9D8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84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2" name="data_7958">
            <a:extLst xmlns:a="http://schemas.openxmlformats.org/drawingml/2006/main">
              <a:ext uri="{FF2B5EF4-FFF2-40B4-BE49-F238E27FC236}">
                <a16:creationId xmlns:a16="http://schemas.microsoft.com/office/drawing/2014/main" id="{E65BF871-821A-4A4D-8A42-6749556F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11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3" name="data_7959">
            <a:extLst xmlns:a="http://schemas.openxmlformats.org/drawingml/2006/main">
              <a:ext uri="{FF2B5EF4-FFF2-40B4-BE49-F238E27FC236}">
                <a16:creationId xmlns:a16="http://schemas.microsoft.com/office/drawing/2014/main" id="{2B5CBB3C-E31C-42CB-97F8-E6C72813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4" name="data_7960">
            <a:extLst xmlns:a="http://schemas.openxmlformats.org/drawingml/2006/main">
              <a:ext uri="{FF2B5EF4-FFF2-40B4-BE49-F238E27FC236}">
                <a16:creationId xmlns:a16="http://schemas.microsoft.com/office/drawing/2014/main" id="{52B41B45-AB13-4EFA-B8CF-AA1EEF07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55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5" name="data_7961">
            <a:extLst xmlns:a="http://schemas.openxmlformats.org/drawingml/2006/main">
              <a:ext uri="{FF2B5EF4-FFF2-40B4-BE49-F238E27FC236}">
                <a16:creationId xmlns:a16="http://schemas.microsoft.com/office/drawing/2014/main" id="{889FE8A5-D5F8-456B-998D-03F5CDE0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6" name="data_7962">
            <a:extLst xmlns:a="http://schemas.openxmlformats.org/drawingml/2006/main">
              <a:ext uri="{FF2B5EF4-FFF2-40B4-BE49-F238E27FC236}">
                <a16:creationId xmlns:a16="http://schemas.microsoft.com/office/drawing/2014/main" id="{31F94DAF-9C6A-4682-A2C2-C21C0F7E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81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7" name="data_7963">
            <a:extLst xmlns:a="http://schemas.openxmlformats.org/drawingml/2006/main">
              <a:ext uri="{FF2B5EF4-FFF2-40B4-BE49-F238E27FC236}">
                <a16:creationId xmlns:a16="http://schemas.microsoft.com/office/drawing/2014/main" id="{86DA48ED-D309-4D22-A46C-CF0F4898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9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8" name="data_7964">
            <a:extLst xmlns:a="http://schemas.openxmlformats.org/drawingml/2006/main">
              <a:ext uri="{FF2B5EF4-FFF2-40B4-BE49-F238E27FC236}">
                <a16:creationId xmlns:a16="http://schemas.microsoft.com/office/drawing/2014/main" id="{A18B6738-8F93-4825-959A-6A1AA507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09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9" name="data_7965">
            <a:extLst xmlns:a="http://schemas.openxmlformats.org/drawingml/2006/main">
              <a:ext uri="{FF2B5EF4-FFF2-40B4-BE49-F238E27FC236}">
                <a16:creationId xmlns:a16="http://schemas.microsoft.com/office/drawing/2014/main" id="{D3AADDE9-5C90-40EF-8C53-8CF1D9F0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1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0" name="data_7966">
            <a:extLst xmlns:a="http://schemas.openxmlformats.org/drawingml/2006/main">
              <a:ext uri="{FF2B5EF4-FFF2-40B4-BE49-F238E27FC236}">
                <a16:creationId xmlns:a16="http://schemas.microsoft.com/office/drawing/2014/main" id="{CDE9CF40-4727-4ADC-A5C4-17096FE0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8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1" name="data_7967">
            <a:extLst xmlns:a="http://schemas.openxmlformats.org/drawingml/2006/main">
              <a:ext uri="{FF2B5EF4-FFF2-40B4-BE49-F238E27FC236}">
                <a16:creationId xmlns:a16="http://schemas.microsoft.com/office/drawing/2014/main" id="{DB6F676A-1690-4358-AAC9-43C35BB8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92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2" name="data_7968">
            <a:extLst xmlns:a="http://schemas.openxmlformats.org/drawingml/2006/main">
              <a:ext uri="{FF2B5EF4-FFF2-40B4-BE49-F238E27FC236}">
                <a16:creationId xmlns:a16="http://schemas.microsoft.com/office/drawing/2014/main" id="{162A1BA4-E881-4375-A210-582596D9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7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3" name="data_7969">
            <a:extLst xmlns:a="http://schemas.openxmlformats.org/drawingml/2006/main">
              <a:ext uri="{FF2B5EF4-FFF2-40B4-BE49-F238E27FC236}">
                <a16:creationId xmlns:a16="http://schemas.microsoft.com/office/drawing/2014/main" id="{37B1744E-A133-415C-93DE-B80BBA87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89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4" name="data_7970">
            <a:extLst xmlns:a="http://schemas.openxmlformats.org/drawingml/2006/main">
              <a:ext uri="{FF2B5EF4-FFF2-40B4-BE49-F238E27FC236}">
                <a16:creationId xmlns:a16="http://schemas.microsoft.com/office/drawing/2014/main" id="{CB59CE4A-C4D9-4A4C-8C81-39230F92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479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5" name="data_7971">
            <a:extLst xmlns:a="http://schemas.openxmlformats.org/drawingml/2006/main">
              <a:ext uri="{FF2B5EF4-FFF2-40B4-BE49-F238E27FC236}">
                <a16:creationId xmlns:a16="http://schemas.microsoft.com/office/drawing/2014/main" id="{2288B3D9-E323-4821-887B-850551D4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767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6" name="data_7972">
            <a:extLst xmlns:a="http://schemas.openxmlformats.org/drawingml/2006/main">
              <a:ext uri="{FF2B5EF4-FFF2-40B4-BE49-F238E27FC236}">
                <a16:creationId xmlns:a16="http://schemas.microsoft.com/office/drawing/2014/main" id="{A00D070E-B09E-4E79-A87F-467A1238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5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7" name="data_7973">
            <a:extLst xmlns:a="http://schemas.openxmlformats.org/drawingml/2006/main">
              <a:ext uri="{FF2B5EF4-FFF2-40B4-BE49-F238E27FC236}">
                <a16:creationId xmlns:a16="http://schemas.microsoft.com/office/drawing/2014/main" id="{06CB5EA3-B0B2-4EFE-BA4A-9A370047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5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8" name="data_7974">
            <a:extLst xmlns:a="http://schemas.openxmlformats.org/drawingml/2006/main">
              <a:ext uri="{FF2B5EF4-FFF2-40B4-BE49-F238E27FC236}">
                <a16:creationId xmlns:a16="http://schemas.microsoft.com/office/drawing/2014/main" id="{2F542A6F-10C7-49E5-B90D-D432FD02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9" name="data_7975">
            <a:extLst xmlns:a="http://schemas.openxmlformats.org/drawingml/2006/main">
              <a:ext uri="{FF2B5EF4-FFF2-40B4-BE49-F238E27FC236}">
                <a16:creationId xmlns:a16="http://schemas.microsoft.com/office/drawing/2014/main" id="{8CFCE90A-C55B-49AD-8F5F-2337A4AB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5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0" name="data_7976">
            <a:extLst xmlns:a="http://schemas.openxmlformats.org/drawingml/2006/main">
              <a:ext uri="{FF2B5EF4-FFF2-40B4-BE49-F238E27FC236}">
                <a16:creationId xmlns:a16="http://schemas.microsoft.com/office/drawing/2014/main" id="{7FC61E74-5D1D-46D9-AF1F-76C7A721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88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1" name="data_7977">
            <a:extLst xmlns:a="http://schemas.openxmlformats.org/drawingml/2006/main">
              <a:ext uri="{FF2B5EF4-FFF2-40B4-BE49-F238E27FC236}">
                <a16:creationId xmlns:a16="http://schemas.microsoft.com/office/drawing/2014/main" id="{EE4BBA9B-9D0C-4B73-85B9-F87BA763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2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2" name="data_7978">
            <a:extLst xmlns:a="http://schemas.openxmlformats.org/drawingml/2006/main">
              <a:ext uri="{FF2B5EF4-FFF2-40B4-BE49-F238E27FC236}">
                <a16:creationId xmlns:a16="http://schemas.microsoft.com/office/drawing/2014/main" id="{E777F97E-22CA-4D49-BD9B-DBEDDE56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3" name="data_7979">
            <a:extLst xmlns:a="http://schemas.openxmlformats.org/drawingml/2006/main">
              <a:ext uri="{FF2B5EF4-FFF2-40B4-BE49-F238E27FC236}">
                <a16:creationId xmlns:a16="http://schemas.microsoft.com/office/drawing/2014/main" id="{510D5C86-9049-4606-8B90-419E2FE2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4" name="data_7980">
            <a:extLst xmlns:a="http://schemas.openxmlformats.org/drawingml/2006/main">
              <a:ext uri="{FF2B5EF4-FFF2-40B4-BE49-F238E27FC236}">
                <a16:creationId xmlns:a16="http://schemas.microsoft.com/office/drawing/2014/main" id="{DF774060-297D-459A-AB8F-957B988F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2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5" name="data_7981">
            <a:extLst xmlns:a="http://schemas.openxmlformats.org/drawingml/2006/main">
              <a:ext uri="{FF2B5EF4-FFF2-40B4-BE49-F238E27FC236}">
                <a16:creationId xmlns:a16="http://schemas.microsoft.com/office/drawing/2014/main" id="{3F6C165F-5822-4701-A175-5E5E08B9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6" name="data_7982">
            <a:extLst xmlns:a="http://schemas.openxmlformats.org/drawingml/2006/main">
              <a:ext uri="{FF2B5EF4-FFF2-40B4-BE49-F238E27FC236}">
                <a16:creationId xmlns:a16="http://schemas.microsoft.com/office/drawing/2014/main" id="{74D43663-5345-4799-91D7-B6E4CF13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4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7" name="data_7983">
            <a:extLst xmlns:a="http://schemas.openxmlformats.org/drawingml/2006/main">
              <a:ext uri="{FF2B5EF4-FFF2-40B4-BE49-F238E27FC236}">
                <a16:creationId xmlns:a16="http://schemas.microsoft.com/office/drawing/2014/main" id="{3B513449-2EAB-4F84-9B89-3F790989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6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8" name="data_7984">
            <a:extLst xmlns:a="http://schemas.openxmlformats.org/drawingml/2006/main">
              <a:ext uri="{FF2B5EF4-FFF2-40B4-BE49-F238E27FC236}">
                <a16:creationId xmlns:a16="http://schemas.microsoft.com/office/drawing/2014/main" id="{AAEC84A5-B922-45A0-A38D-C0563954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786" y="58396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9" name="data_7985">
            <a:extLst xmlns:a="http://schemas.openxmlformats.org/drawingml/2006/main">
              <a:ext uri="{FF2B5EF4-FFF2-40B4-BE49-F238E27FC236}">
                <a16:creationId xmlns:a16="http://schemas.microsoft.com/office/drawing/2014/main" id="{CFA25167-F15D-420B-A7A1-1D9E18BD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6985" y="5847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0" name="data_7986">
            <a:extLst xmlns:a="http://schemas.openxmlformats.org/drawingml/2006/main">
              <a:ext uri="{FF2B5EF4-FFF2-40B4-BE49-F238E27FC236}">
                <a16:creationId xmlns:a16="http://schemas.microsoft.com/office/drawing/2014/main" id="{9CDCF407-006B-443A-B23B-F64693C1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2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1" name="data_7987">
            <a:extLst xmlns:a="http://schemas.openxmlformats.org/drawingml/2006/main">
              <a:ext uri="{FF2B5EF4-FFF2-40B4-BE49-F238E27FC236}">
                <a16:creationId xmlns:a16="http://schemas.microsoft.com/office/drawing/2014/main" id="{D1D5E7F1-6230-470D-A00C-24126CD9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4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2" name="data_7988">
            <a:extLst xmlns:a="http://schemas.openxmlformats.org/drawingml/2006/main">
              <a:ext uri="{FF2B5EF4-FFF2-40B4-BE49-F238E27FC236}">
                <a16:creationId xmlns:a16="http://schemas.microsoft.com/office/drawing/2014/main" id="{E73AB77B-F7CF-471D-B0E5-D1147DA6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3" name="data_7989">
            <a:extLst xmlns:a="http://schemas.openxmlformats.org/drawingml/2006/main">
              <a:ext uri="{FF2B5EF4-FFF2-40B4-BE49-F238E27FC236}">
                <a16:creationId xmlns:a16="http://schemas.microsoft.com/office/drawing/2014/main" id="{5C742DE5-0F84-42D1-B060-5EE38DF6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14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4" name="data_7990">
            <a:extLst xmlns:a="http://schemas.openxmlformats.org/drawingml/2006/main">
              <a:ext uri="{FF2B5EF4-FFF2-40B4-BE49-F238E27FC236}">
                <a16:creationId xmlns:a16="http://schemas.microsoft.com/office/drawing/2014/main" id="{F364D138-6659-4887-82CB-3A39040B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74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5" name="data_7991">
            <a:extLst xmlns:a="http://schemas.openxmlformats.org/drawingml/2006/main">
              <a:ext uri="{FF2B5EF4-FFF2-40B4-BE49-F238E27FC236}">
                <a16:creationId xmlns:a16="http://schemas.microsoft.com/office/drawing/2014/main" id="{011E8959-2C60-4D97-890D-215DCBDC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22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6" name="data_7992">
            <a:extLst xmlns:a="http://schemas.openxmlformats.org/drawingml/2006/main">
              <a:ext uri="{FF2B5EF4-FFF2-40B4-BE49-F238E27FC236}">
                <a16:creationId xmlns:a16="http://schemas.microsoft.com/office/drawing/2014/main" id="{50BAD978-DF09-4666-A82F-AE1D85E4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04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7" name="data_7993">
            <a:extLst xmlns:a="http://schemas.openxmlformats.org/drawingml/2006/main">
              <a:ext uri="{FF2B5EF4-FFF2-40B4-BE49-F238E27FC236}">
                <a16:creationId xmlns:a16="http://schemas.microsoft.com/office/drawing/2014/main" id="{FE13ADD1-2D11-479B-AE01-36005324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94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8" name="data_7994">
            <a:extLst xmlns:a="http://schemas.openxmlformats.org/drawingml/2006/main">
              <a:ext uri="{FF2B5EF4-FFF2-40B4-BE49-F238E27FC236}">
                <a16:creationId xmlns:a16="http://schemas.microsoft.com/office/drawing/2014/main" id="{DA71C81D-7038-4BAD-94ED-7A15CE4C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7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9" name="data_7995">
            <a:extLst xmlns:a="http://schemas.openxmlformats.org/drawingml/2006/main">
              <a:ext uri="{FF2B5EF4-FFF2-40B4-BE49-F238E27FC236}">
                <a16:creationId xmlns:a16="http://schemas.microsoft.com/office/drawing/2014/main" id="{514B0A3E-B46D-4D57-B6E4-27BA4A7C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8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0" name="data_7996">
            <a:extLst xmlns:a="http://schemas.openxmlformats.org/drawingml/2006/main">
              <a:ext uri="{FF2B5EF4-FFF2-40B4-BE49-F238E27FC236}">
                <a16:creationId xmlns:a16="http://schemas.microsoft.com/office/drawing/2014/main" id="{6A2A9B6F-705B-4610-BEA2-86FC38E5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2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1" name="data_7997">
            <a:extLst xmlns:a="http://schemas.openxmlformats.org/drawingml/2006/main">
              <a:ext uri="{FF2B5EF4-FFF2-40B4-BE49-F238E27FC236}">
                <a16:creationId xmlns:a16="http://schemas.microsoft.com/office/drawing/2014/main" id="{E43D5ED7-71A8-47A3-9298-79448875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3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2" name="data_7998">
            <a:extLst xmlns:a="http://schemas.openxmlformats.org/drawingml/2006/main">
              <a:ext uri="{FF2B5EF4-FFF2-40B4-BE49-F238E27FC236}">
                <a16:creationId xmlns:a16="http://schemas.microsoft.com/office/drawing/2014/main" id="{318A8ECD-45A7-4A2B-9591-131AD8EE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989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3" name="data_7999">
            <a:extLst xmlns:a="http://schemas.openxmlformats.org/drawingml/2006/main">
              <a:ext uri="{FF2B5EF4-FFF2-40B4-BE49-F238E27FC236}">
                <a16:creationId xmlns:a16="http://schemas.microsoft.com/office/drawing/2014/main" id="{C54A8E3A-E352-4CFB-9DD8-E40C50BE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4" name="data_8000">
            <a:extLst xmlns:a="http://schemas.openxmlformats.org/drawingml/2006/main">
              <a:ext uri="{FF2B5EF4-FFF2-40B4-BE49-F238E27FC236}">
                <a16:creationId xmlns:a16="http://schemas.microsoft.com/office/drawing/2014/main" id="{BDDBAB05-7008-435A-9D1C-D32C6AEA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3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5" name="data_8001">
            <a:extLst xmlns:a="http://schemas.openxmlformats.org/drawingml/2006/main">
              <a:ext uri="{FF2B5EF4-FFF2-40B4-BE49-F238E27FC236}">
                <a16:creationId xmlns:a16="http://schemas.microsoft.com/office/drawing/2014/main" id="{3CB5E572-C44F-4166-8DE0-1D247F0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4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6" name="data_8002">
            <a:extLst xmlns:a="http://schemas.openxmlformats.org/drawingml/2006/main">
              <a:ext uri="{FF2B5EF4-FFF2-40B4-BE49-F238E27FC236}">
                <a16:creationId xmlns:a16="http://schemas.microsoft.com/office/drawing/2014/main" id="{763D6904-24CB-4918-8C74-AE70A098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0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7" name="data_8003">
            <a:extLst xmlns:a="http://schemas.openxmlformats.org/drawingml/2006/main">
              <a:ext uri="{FF2B5EF4-FFF2-40B4-BE49-F238E27FC236}">
                <a16:creationId xmlns:a16="http://schemas.microsoft.com/office/drawing/2014/main" id="{5AD8EE4B-D9DF-4B8D-8C1D-D31A4093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920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8" name="data_8004">
            <a:extLst xmlns:a="http://schemas.openxmlformats.org/drawingml/2006/main">
              <a:ext uri="{FF2B5EF4-FFF2-40B4-BE49-F238E27FC236}">
                <a16:creationId xmlns:a16="http://schemas.microsoft.com/office/drawing/2014/main" id="{75276D68-D744-44F7-9891-C406F4F7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6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9" name="data_8005">
            <a:extLst xmlns:a="http://schemas.openxmlformats.org/drawingml/2006/main">
              <a:ext uri="{FF2B5EF4-FFF2-40B4-BE49-F238E27FC236}">
                <a16:creationId xmlns:a16="http://schemas.microsoft.com/office/drawing/2014/main" id="{3BC08526-A006-4137-96D6-3CA0F26D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0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0" name="data_8006">
            <a:extLst xmlns:a="http://schemas.openxmlformats.org/drawingml/2006/main">
              <a:ext uri="{FF2B5EF4-FFF2-40B4-BE49-F238E27FC236}">
                <a16:creationId xmlns:a16="http://schemas.microsoft.com/office/drawing/2014/main" id="{E28AC13D-04DB-499A-8E60-0F8ACED5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1" name="data_8007">
            <a:extLst xmlns:a="http://schemas.openxmlformats.org/drawingml/2006/main">
              <a:ext uri="{FF2B5EF4-FFF2-40B4-BE49-F238E27FC236}">
                <a16:creationId xmlns:a16="http://schemas.microsoft.com/office/drawing/2014/main" id="{C08C7D07-1E42-4039-A9C0-1496DE18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6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2" name="data_8008">
            <a:extLst xmlns:a="http://schemas.openxmlformats.org/drawingml/2006/main">
              <a:ext uri="{FF2B5EF4-FFF2-40B4-BE49-F238E27FC236}">
                <a16:creationId xmlns:a16="http://schemas.microsoft.com/office/drawing/2014/main" id="{C5D895D6-2390-4ACD-B844-ED450246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9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3" name="data_8009">
            <a:extLst xmlns:a="http://schemas.openxmlformats.org/drawingml/2006/main">
              <a:ext uri="{FF2B5EF4-FFF2-40B4-BE49-F238E27FC236}">
                <a16:creationId xmlns:a16="http://schemas.microsoft.com/office/drawing/2014/main" id="{DCE419D0-331F-4C13-B51D-3B552375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330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4" name="data_8010">
            <a:extLst xmlns:a="http://schemas.openxmlformats.org/drawingml/2006/main">
              <a:ext uri="{FF2B5EF4-FFF2-40B4-BE49-F238E27FC236}">
                <a16:creationId xmlns:a16="http://schemas.microsoft.com/office/drawing/2014/main" id="{1A4D4DB8-6C69-42F4-A037-ED3AD54B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5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5" name="data_8011">
            <a:extLst xmlns:a="http://schemas.openxmlformats.org/drawingml/2006/main">
              <a:ext uri="{FF2B5EF4-FFF2-40B4-BE49-F238E27FC236}">
                <a16:creationId xmlns:a16="http://schemas.microsoft.com/office/drawing/2014/main" id="{00EAB349-CEE9-43EC-8062-95498D0C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11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6" name="data_8012">
            <a:extLst xmlns:a="http://schemas.openxmlformats.org/drawingml/2006/main">
              <a:ext uri="{FF2B5EF4-FFF2-40B4-BE49-F238E27FC236}">
                <a16:creationId xmlns:a16="http://schemas.microsoft.com/office/drawing/2014/main" id="{BB2D8757-933C-4721-A88D-72B7114A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8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7" name="data_8013">
            <a:extLst xmlns:a="http://schemas.openxmlformats.org/drawingml/2006/main">
              <a:ext uri="{FF2B5EF4-FFF2-40B4-BE49-F238E27FC236}">
                <a16:creationId xmlns:a16="http://schemas.microsoft.com/office/drawing/2014/main" id="{2029873C-2170-4B40-BB35-4DDFC50A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6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8" name="data_8014">
            <a:extLst xmlns:a="http://schemas.openxmlformats.org/drawingml/2006/main">
              <a:ext uri="{FF2B5EF4-FFF2-40B4-BE49-F238E27FC236}">
                <a16:creationId xmlns:a16="http://schemas.microsoft.com/office/drawing/2014/main" id="{5EA6B350-4F70-49A5-A337-5F23A58D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600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9" name="data_8015">
            <a:extLst xmlns:a="http://schemas.openxmlformats.org/drawingml/2006/main">
              <a:ext uri="{FF2B5EF4-FFF2-40B4-BE49-F238E27FC236}">
                <a16:creationId xmlns:a16="http://schemas.microsoft.com/office/drawing/2014/main" id="{3874A53B-00BE-47DC-9F86-3F110737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2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0" name="data_8016">
            <a:extLst xmlns:a="http://schemas.openxmlformats.org/drawingml/2006/main">
              <a:ext uri="{FF2B5EF4-FFF2-40B4-BE49-F238E27FC236}">
                <a16:creationId xmlns:a16="http://schemas.microsoft.com/office/drawing/2014/main" id="{3F42F25D-279B-4F0B-AAF0-7045A18E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19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1" name="data_8017">
            <a:extLst xmlns:a="http://schemas.openxmlformats.org/drawingml/2006/main">
              <a:ext uri="{FF2B5EF4-FFF2-40B4-BE49-F238E27FC236}">
                <a16:creationId xmlns:a16="http://schemas.microsoft.com/office/drawing/2014/main" id="{1A0A01D5-3ACB-4C4E-9B85-EECB11F8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2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2" name="data_8018">
            <a:extLst xmlns:a="http://schemas.openxmlformats.org/drawingml/2006/main">
              <a:ext uri="{FF2B5EF4-FFF2-40B4-BE49-F238E27FC236}">
                <a16:creationId xmlns:a16="http://schemas.microsoft.com/office/drawing/2014/main" id="{E39EAA0D-FE4E-42C8-8BF4-51F15273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4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3" name="data_8019">
            <a:extLst xmlns:a="http://schemas.openxmlformats.org/drawingml/2006/main">
              <a:ext uri="{FF2B5EF4-FFF2-40B4-BE49-F238E27FC236}">
                <a16:creationId xmlns:a16="http://schemas.microsoft.com/office/drawing/2014/main" id="{D00E4A0E-665C-4EBD-BA72-FD15667B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568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4" name="data_8020">
            <a:extLst xmlns:a="http://schemas.openxmlformats.org/drawingml/2006/main">
              <a:ext uri="{FF2B5EF4-FFF2-40B4-BE49-F238E27FC236}">
                <a16:creationId xmlns:a16="http://schemas.microsoft.com/office/drawing/2014/main" id="{95F28F68-4CA5-46A4-B8F6-EB62EEE0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20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5" name="data_8021">
            <a:extLst xmlns:a="http://schemas.openxmlformats.org/drawingml/2006/main">
              <a:ext uri="{FF2B5EF4-FFF2-40B4-BE49-F238E27FC236}">
                <a16:creationId xmlns:a16="http://schemas.microsoft.com/office/drawing/2014/main" id="{83FEDFA3-B558-4CEF-ACEE-7E4A41DE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215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6" name="data_8022">
            <a:extLst xmlns:a="http://schemas.openxmlformats.org/drawingml/2006/main">
              <a:ext uri="{FF2B5EF4-FFF2-40B4-BE49-F238E27FC236}">
                <a16:creationId xmlns:a16="http://schemas.microsoft.com/office/drawing/2014/main" id="{F2506FA4-D77D-4D2E-9EA2-7F7E0487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033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7" name="data_8023">
            <a:extLst xmlns:a="http://schemas.openxmlformats.org/drawingml/2006/main">
              <a:ext uri="{FF2B5EF4-FFF2-40B4-BE49-F238E27FC236}">
                <a16:creationId xmlns:a16="http://schemas.microsoft.com/office/drawing/2014/main" id="{D944D92F-98F0-41DE-884D-9F00A5F1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5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8" name="data_8024">
            <a:extLst xmlns:a="http://schemas.openxmlformats.org/drawingml/2006/main">
              <a:ext uri="{FF2B5EF4-FFF2-40B4-BE49-F238E27FC236}">
                <a16:creationId xmlns:a16="http://schemas.microsoft.com/office/drawing/2014/main" id="{237B0C3B-C3A5-428E-89D0-679DC7D1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4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9" name="data_8025">
            <a:extLst xmlns:a="http://schemas.openxmlformats.org/drawingml/2006/main">
              <a:ext uri="{FF2B5EF4-FFF2-40B4-BE49-F238E27FC236}">
                <a16:creationId xmlns:a16="http://schemas.microsoft.com/office/drawing/2014/main" id="{C10396EF-54B3-403E-8913-2C2F67B4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55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0" name="data_8026">
            <a:extLst xmlns:a="http://schemas.openxmlformats.org/drawingml/2006/main">
              <a:ext uri="{FF2B5EF4-FFF2-40B4-BE49-F238E27FC236}">
                <a16:creationId xmlns:a16="http://schemas.microsoft.com/office/drawing/2014/main" id="{52DC190F-4142-4DE6-8C88-160F83FD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7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1" name="data_8027">
            <a:extLst xmlns:a="http://schemas.openxmlformats.org/drawingml/2006/main">
              <a:ext uri="{FF2B5EF4-FFF2-40B4-BE49-F238E27FC236}">
                <a16:creationId xmlns:a16="http://schemas.microsoft.com/office/drawing/2014/main" id="{5F831AAD-43EE-421F-82B6-4AD206A0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634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2" name="data_8028">
            <a:extLst xmlns:a="http://schemas.openxmlformats.org/drawingml/2006/main">
              <a:ext uri="{FF2B5EF4-FFF2-40B4-BE49-F238E27FC236}">
                <a16:creationId xmlns:a16="http://schemas.microsoft.com/office/drawing/2014/main" id="{DEC770D9-2B4E-4791-B3EA-3C4575DD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434" y="61433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3" name="data_8029">
            <a:extLst xmlns:a="http://schemas.openxmlformats.org/drawingml/2006/main">
              <a:ext uri="{FF2B5EF4-FFF2-40B4-BE49-F238E27FC236}">
                <a16:creationId xmlns:a16="http://schemas.microsoft.com/office/drawing/2014/main" id="{6620C379-1BD1-4F3B-9A27-7250C973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26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4" name="data_8030">
            <a:extLst xmlns:a="http://schemas.openxmlformats.org/drawingml/2006/main">
              <a:ext uri="{FF2B5EF4-FFF2-40B4-BE49-F238E27FC236}">
                <a16:creationId xmlns:a16="http://schemas.microsoft.com/office/drawing/2014/main" id="{0BCA93F5-04A4-44FE-B434-6B1DFBF8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5" name="data_8031">
            <a:extLst xmlns:a="http://schemas.openxmlformats.org/drawingml/2006/main">
              <a:ext uri="{FF2B5EF4-FFF2-40B4-BE49-F238E27FC236}">
                <a16:creationId xmlns:a16="http://schemas.microsoft.com/office/drawing/2014/main" id="{35E762FE-4463-4EC2-BB6C-10379422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4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6" name="data_8032">
            <a:extLst xmlns:a="http://schemas.openxmlformats.org/drawingml/2006/main">
              <a:ext uri="{FF2B5EF4-FFF2-40B4-BE49-F238E27FC236}">
                <a16:creationId xmlns:a16="http://schemas.microsoft.com/office/drawing/2014/main" id="{00928A6B-A70C-4064-B1D8-6C569DF5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568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7" name="data_8033">
            <a:extLst xmlns:a="http://schemas.openxmlformats.org/drawingml/2006/main">
              <a:ext uri="{FF2B5EF4-FFF2-40B4-BE49-F238E27FC236}">
                <a16:creationId xmlns:a16="http://schemas.microsoft.com/office/drawing/2014/main" id="{E07D6A96-D33C-4A73-A599-6EAAF2B7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1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8" name="data_8034">
            <a:extLst xmlns:a="http://schemas.openxmlformats.org/drawingml/2006/main">
              <a:ext uri="{FF2B5EF4-FFF2-40B4-BE49-F238E27FC236}">
                <a16:creationId xmlns:a16="http://schemas.microsoft.com/office/drawing/2014/main" id="{700E2F1D-959D-46D2-ADCE-783A1088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30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9" name="data_8035">
            <a:extLst xmlns:a="http://schemas.openxmlformats.org/drawingml/2006/main">
              <a:ext uri="{FF2B5EF4-FFF2-40B4-BE49-F238E27FC236}">
                <a16:creationId xmlns:a16="http://schemas.microsoft.com/office/drawing/2014/main" id="{AE4A7F9B-0980-47D0-BED3-6ABDAFFC9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2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0" name="data_8036">
            <a:extLst xmlns:a="http://schemas.openxmlformats.org/drawingml/2006/main">
              <a:ext uri="{FF2B5EF4-FFF2-40B4-BE49-F238E27FC236}">
                <a16:creationId xmlns:a16="http://schemas.microsoft.com/office/drawing/2014/main" id="{A9F0F810-E526-4435-A313-18EC36BF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3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1" name="data_8037">
            <a:extLst xmlns:a="http://schemas.openxmlformats.org/drawingml/2006/main">
              <a:ext uri="{FF2B5EF4-FFF2-40B4-BE49-F238E27FC236}">
                <a16:creationId xmlns:a16="http://schemas.microsoft.com/office/drawing/2014/main" id="{E608FBD8-DBD9-47AB-8A02-D249DFE6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2" name="data_8038">
            <a:extLst xmlns:a="http://schemas.openxmlformats.org/drawingml/2006/main">
              <a:ext uri="{FF2B5EF4-FFF2-40B4-BE49-F238E27FC236}">
                <a16:creationId xmlns:a16="http://schemas.microsoft.com/office/drawing/2014/main" id="{7D4D8F32-668E-4091-800C-0E90557E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96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3" name="data_8039">
            <a:extLst xmlns:a="http://schemas.openxmlformats.org/drawingml/2006/main">
              <a:ext uri="{FF2B5EF4-FFF2-40B4-BE49-F238E27FC236}">
                <a16:creationId xmlns:a16="http://schemas.microsoft.com/office/drawing/2014/main" id="{8CC0C1D0-89A1-4115-822A-41E76B20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352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4" name="data_8040">
            <a:extLst xmlns:a="http://schemas.openxmlformats.org/drawingml/2006/main">
              <a:ext uri="{FF2B5EF4-FFF2-40B4-BE49-F238E27FC236}">
                <a16:creationId xmlns:a16="http://schemas.microsoft.com/office/drawing/2014/main" id="{ED5E6098-89A8-4B54-9332-1817DF5F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431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5" name="data_8041">
            <a:extLst xmlns:a="http://schemas.openxmlformats.org/drawingml/2006/main">
              <a:ext uri="{FF2B5EF4-FFF2-40B4-BE49-F238E27FC236}">
                <a16:creationId xmlns:a16="http://schemas.microsoft.com/office/drawing/2014/main" id="{721646E4-19D9-4713-A3B8-D06FC8F7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5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6" name="data_8042">
            <a:extLst xmlns:a="http://schemas.openxmlformats.org/drawingml/2006/main">
              <a:ext uri="{FF2B5EF4-FFF2-40B4-BE49-F238E27FC236}">
                <a16:creationId xmlns:a16="http://schemas.microsoft.com/office/drawing/2014/main" id="{4036C800-2F57-4BA3-9B06-26ACCBE9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5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7" name="data_8043">
            <a:extLst xmlns:a="http://schemas.openxmlformats.org/drawingml/2006/main">
              <a:ext uri="{FF2B5EF4-FFF2-40B4-BE49-F238E27FC236}">
                <a16:creationId xmlns:a16="http://schemas.microsoft.com/office/drawing/2014/main" id="{93502596-1016-4D14-877B-70821BE7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63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8" name="data_8044">
            <a:extLst xmlns:a="http://schemas.openxmlformats.org/drawingml/2006/main">
              <a:ext uri="{FF2B5EF4-FFF2-40B4-BE49-F238E27FC236}">
                <a16:creationId xmlns:a16="http://schemas.microsoft.com/office/drawing/2014/main" id="{003F93B8-29E4-49C4-9620-50F85CF2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84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9" name="data_8045">
            <a:extLst xmlns:a="http://schemas.openxmlformats.org/drawingml/2006/main">
              <a:ext uri="{FF2B5EF4-FFF2-40B4-BE49-F238E27FC236}">
                <a16:creationId xmlns:a16="http://schemas.microsoft.com/office/drawing/2014/main" id="{EA154200-0F05-49E0-A04A-93B6921A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0" name="data_8046">
            <a:extLst xmlns:a="http://schemas.openxmlformats.org/drawingml/2006/main">
              <a:ext uri="{FF2B5EF4-FFF2-40B4-BE49-F238E27FC236}">
                <a16:creationId xmlns:a16="http://schemas.microsoft.com/office/drawing/2014/main" id="{5A81C867-526E-483F-86E6-152F432C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8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1" name="data_8047">
            <a:extLst xmlns:a="http://schemas.openxmlformats.org/drawingml/2006/main">
              <a:ext uri="{FF2B5EF4-FFF2-40B4-BE49-F238E27FC236}">
                <a16:creationId xmlns:a16="http://schemas.microsoft.com/office/drawing/2014/main" id="{89C8A537-11C8-49AD-82DA-4742ADC2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8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2" name="data_8048">
            <a:extLst xmlns:a="http://schemas.openxmlformats.org/drawingml/2006/main">
              <a:ext uri="{FF2B5EF4-FFF2-40B4-BE49-F238E27FC236}">
                <a16:creationId xmlns:a16="http://schemas.microsoft.com/office/drawing/2014/main" id="{8D37C42A-E19B-408D-ABEC-A78CC25C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9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3" name="data_8049">
            <a:extLst xmlns:a="http://schemas.openxmlformats.org/drawingml/2006/main">
              <a:ext uri="{FF2B5EF4-FFF2-40B4-BE49-F238E27FC236}">
                <a16:creationId xmlns:a16="http://schemas.microsoft.com/office/drawing/2014/main" id="{13E71604-05BF-4C6C-B987-F1E5C281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07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4" name="data_8050">
            <a:extLst xmlns:a="http://schemas.openxmlformats.org/drawingml/2006/main">
              <a:ext uri="{FF2B5EF4-FFF2-40B4-BE49-F238E27FC236}">
                <a16:creationId xmlns:a16="http://schemas.microsoft.com/office/drawing/2014/main" id="{3C286ED2-730C-43E4-A22A-02BF588A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5" name="data_8051">
            <a:extLst xmlns:a="http://schemas.openxmlformats.org/drawingml/2006/main">
              <a:ext uri="{FF2B5EF4-FFF2-40B4-BE49-F238E27FC236}">
                <a16:creationId xmlns:a16="http://schemas.microsoft.com/office/drawing/2014/main" id="{DFFD4E87-0254-4083-9060-28574090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511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6" name="data_8052">
            <a:extLst xmlns:a="http://schemas.openxmlformats.org/drawingml/2006/main">
              <a:ext uri="{FF2B5EF4-FFF2-40B4-BE49-F238E27FC236}">
                <a16:creationId xmlns:a16="http://schemas.microsoft.com/office/drawing/2014/main" id="{0CAB9BCD-AB8C-4325-A926-7910DB38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42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7" name="data_8053">
            <a:extLst xmlns:a="http://schemas.openxmlformats.org/drawingml/2006/main">
              <a:ext uri="{FF2B5EF4-FFF2-40B4-BE49-F238E27FC236}">
                <a16:creationId xmlns:a16="http://schemas.microsoft.com/office/drawing/2014/main" id="{3E7B8F1F-90CF-4BC0-AA66-12365B81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8" name="data_8054">
            <a:extLst xmlns:a="http://schemas.openxmlformats.org/drawingml/2006/main">
              <a:ext uri="{FF2B5EF4-FFF2-40B4-BE49-F238E27FC236}">
                <a16:creationId xmlns:a16="http://schemas.microsoft.com/office/drawing/2014/main" id="{B0009BA8-8E5E-473D-894C-3EDD0E3B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5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9" name="data_8055">
            <a:extLst xmlns:a="http://schemas.openxmlformats.org/drawingml/2006/main">
              <a:ext uri="{FF2B5EF4-FFF2-40B4-BE49-F238E27FC236}">
                <a16:creationId xmlns:a16="http://schemas.microsoft.com/office/drawing/2014/main" id="{3B1E87B5-E842-4A97-A75E-4D11355F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3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0" name="data_8056">
            <a:extLst xmlns:a="http://schemas.openxmlformats.org/drawingml/2006/main">
              <a:ext uri="{FF2B5EF4-FFF2-40B4-BE49-F238E27FC236}">
                <a16:creationId xmlns:a16="http://schemas.microsoft.com/office/drawing/2014/main" id="{9E27091E-45C3-4656-8091-8F479263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84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1" name="data_8057">
            <a:extLst xmlns:a="http://schemas.openxmlformats.org/drawingml/2006/main">
              <a:ext uri="{FF2B5EF4-FFF2-40B4-BE49-F238E27FC236}">
                <a16:creationId xmlns:a16="http://schemas.microsoft.com/office/drawing/2014/main" id="{F0C42976-CA83-4AEC-A185-4949957D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2" name="data_8058">
            <a:extLst xmlns:a="http://schemas.openxmlformats.org/drawingml/2006/main">
              <a:ext uri="{FF2B5EF4-FFF2-40B4-BE49-F238E27FC236}">
                <a16:creationId xmlns:a16="http://schemas.microsoft.com/office/drawing/2014/main" id="{0D61E640-AA44-48A1-9809-FE639D56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1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3" name="data_8059">
            <a:extLst xmlns:a="http://schemas.openxmlformats.org/drawingml/2006/main">
              <a:ext uri="{FF2B5EF4-FFF2-40B4-BE49-F238E27FC236}">
                <a16:creationId xmlns:a16="http://schemas.microsoft.com/office/drawing/2014/main" id="{9F877B77-19DF-4D84-ADCB-0B0B4865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42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4" name="data_8060">
            <a:extLst xmlns:a="http://schemas.openxmlformats.org/drawingml/2006/main">
              <a:ext uri="{FF2B5EF4-FFF2-40B4-BE49-F238E27FC236}">
                <a16:creationId xmlns:a16="http://schemas.microsoft.com/office/drawing/2014/main" id="{4D8E9B92-52ED-46A5-AFC4-924DC755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8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5" name="data_8061">
            <a:extLst xmlns:a="http://schemas.openxmlformats.org/drawingml/2006/main">
              <a:ext uri="{FF2B5EF4-FFF2-40B4-BE49-F238E27FC236}">
                <a16:creationId xmlns:a16="http://schemas.microsoft.com/office/drawing/2014/main" id="{17A5BDE1-9E8C-4603-8A58-4F06E646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2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6" name="data_8062">
            <a:extLst xmlns:a="http://schemas.openxmlformats.org/drawingml/2006/main">
              <a:ext uri="{FF2B5EF4-FFF2-40B4-BE49-F238E27FC236}">
                <a16:creationId xmlns:a16="http://schemas.microsoft.com/office/drawing/2014/main" id="{2778ADE3-8F01-4775-80F8-4407B9FB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7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7" name="data_8063">
            <a:extLst xmlns:a="http://schemas.openxmlformats.org/drawingml/2006/main">
              <a:ext uri="{FF2B5EF4-FFF2-40B4-BE49-F238E27FC236}">
                <a16:creationId xmlns:a16="http://schemas.microsoft.com/office/drawing/2014/main" id="{7AC39960-C15E-46EF-9FB8-C024E868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92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8" name="data_8064">
            <a:extLst xmlns:a="http://schemas.openxmlformats.org/drawingml/2006/main">
              <a:ext uri="{FF2B5EF4-FFF2-40B4-BE49-F238E27FC236}">
                <a16:creationId xmlns:a16="http://schemas.microsoft.com/office/drawing/2014/main" id="{6B3298B0-F2F0-4BE6-BD9C-B2D2244F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06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9" name="data_8065">
            <a:extLst xmlns:a="http://schemas.openxmlformats.org/drawingml/2006/main">
              <a:ext uri="{FF2B5EF4-FFF2-40B4-BE49-F238E27FC236}">
                <a16:creationId xmlns:a16="http://schemas.microsoft.com/office/drawing/2014/main" id="{EFFD73EB-B0A4-4AD6-B295-5C30BFAF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794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0" name="data_8066">
            <a:extLst xmlns:a="http://schemas.openxmlformats.org/drawingml/2006/main">
              <a:ext uri="{FF2B5EF4-FFF2-40B4-BE49-F238E27FC236}">
                <a16:creationId xmlns:a16="http://schemas.microsoft.com/office/drawing/2014/main" id="{9D6E2B50-B953-4DE3-82D6-8BFBFC5C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54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1" name="data_8067">
            <a:extLst xmlns:a="http://schemas.openxmlformats.org/drawingml/2006/main">
              <a:ext uri="{FF2B5EF4-FFF2-40B4-BE49-F238E27FC236}">
                <a16:creationId xmlns:a16="http://schemas.microsoft.com/office/drawing/2014/main" id="{5CE68FDB-3671-42F0-9936-C474D237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5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2" name="data_8068">
            <a:extLst xmlns:a="http://schemas.openxmlformats.org/drawingml/2006/main">
              <a:ext uri="{FF2B5EF4-FFF2-40B4-BE49-F238E27FC236}">
                <a16:creationId xmlns:a16="http://schemas.microsoft.com/office/drawing/2014/main" id="{3CBE8CE7-BA5E-417E-A83D-CCE78ABB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7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3" name="data_8069">
            <a:extLst xmlns:a="http://schemas.openxmlformats.org/drawingml/2006/main">
              <a:ext uri="{FF2B5EF4-FFF2-40B4-BE49-F238E27FC236}">
                <a16:creationId xmlns:a16="http://schemas.microsoft.com/office/drawing/2014/main" id="{D9299FB7-841C-4E48-B900-725E5529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5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4" name="data_8070">
            <a:extLst xmlns:a="http://schemas.openxmlformats.org/drawingml/2006/main">
              <a:ext uri="{FF2B5EF4-FFF2-40B4-BE49-F238E27FC236}">
                <a16:creationId xmlns:a16="http://schemas.microsoft.com/office/drawing/2014/main" id="{8A9F9DFD-94C1-4A97-A137-AF9CA755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9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5" name="data_8071">
            <a:extLst xmlns:a="http://schemas.openxmlformats.org/drawingml/2006/main">
              <a:ext uri="{FF2B5EF4-FFF2-40B4-BE49-F238E27FC236}">
                <a16:creationId xmlns:a16="http://schemas.microsoft.com/office/drawing/2014/main" id="{ED67C045-C535-4934-81EF-BB1357AE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2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6" name="data_8072">
            <a:extLst xmlns:a="http://schemas.openxmlformats.org/drawingml/2006/main">
              <a:ext uri="{FF2B5EF4-FFF2-40B4-BE49-F238E27FC236}">
                <a16:creationId xmlns:a16="http://schemas.microsoft.com/office/drawing/2014/main" id="{A5BDB3D5-E42E-41D4-AB4B-65A5488F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7" name="data_8073">
            <a:extLst xmlns:a="http://schemas.openxmlformats.org/drawingml/2006/main">
              <a:ext uri="{FF2B5EF4-FFF2-40B4-BE49-F238E27FC236}">
                <a16:creationId xmlns:a16="http://schemas.microsoft.com/office/drawing/2014/main" id="{A3494689-2361-48FE-8369-91879265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8" name="data_8074">
            <a:extLst xmlns:a="http://schemas.openxmlformats.org/drawingml/2006/main">
              <a:ext uri="{FF2B5EF4-FFF2-40B4-BE49-F238E27FC236}">
                <a16:creationId xmlns:a16="http://schemas.microsoft.com/office/drawing/2014/main" id="{8D358B32-20AA-47A9-957F-E1059EBE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29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9" name="data_8075">
            <a:extLst xmlns:a="http://schemas.openxmlformats.org/drawingml/2006/main">
              <a:ext uri="{FF2B5EF4-FFF2-40B4-BE49-F238E27FC236}">
                <a16:creationId xmlns:a16="http://schemas.microsoft.com/office/drawing/2014/main" id="{4A1DA422-0F7F-4D06-9E40-D0B3A819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0" name="data_8076">
            <a:extLst xmlns:a="http://schemas.openxmlformats.org/drawingml/2006/main">
              <a:ext uri="{FF2B5EF4-FFF2-40B4-BE49-F238E27FC236}">
                <a16:creationId xmlns:a16="http://schemas.microsoft.com/office/drawing/2014/main" id="{42BA28A3-EC1D-433D-802E-2F824F88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1" name="data_8077">
            <a:extLst xmlns:a="http://schemas.openxmlformats.org/drawingml/2006/main">
              <a:ext uri="{FF2B5EF4-FFF2-40B4-BE49-F238E27FC236}">
                <a16:creationId xmlns:a16="http://schemas.microsoft.com/office/drawing/2014/main" id="{F8ECC57A-8165-4317-B896-3CC4373F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6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2" name="data_8078">
            <a:extLst xmlns:a="http://schemas.openxmlformats.org/drawingml/2006/main">
              <a:ext uri="{FF2B5EF4-FFF2-40B4-BE49-F238E27FC236}">
                <a16:creationId xmlns:a16="http://schemas.microsoft.com/office/drawing/2014/main" id="{F70A4383-B8D2-4249-ABDE-2465B621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813" y="58396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3" name="data_8079">
            <a:extLst xmlns:a="http://schemas.openxmlformats.org/drawingml/2006/main">
              <a:ext uri="{FF2B5EF4-FFF2-40B4-BE49-F238E27FC236}">
                <a16:creationId xmlns:a16="http://schemas.microsoft.com/office/drawing/2014/main" id="{B037DA2B-6000-4FB2-9950-FF579F51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013" y="5847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4" name="data_8080">
            <a:extLst xmlns:a="http://schemas.openxmlformats.org/drawingml/2006/main">
              <a:ext uri="{FF2B5EF4-FFF2-40B4-BE49-F238E27FC236}">
                <a16:creationId xmlns:a16="http://schemas.microsoft.com/office/drawing/2014/main" id="{5A7C60B8-79BF-4839-9A7F-5A6D2B2B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2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5" name="data_8081">
            <a:extLst xmlns:a="http://schemas.openxmlformats.org/drawingml/2006/main">
              <a:ext uri="{FF2B5EF4-FFF2-40B4-BE49-F238E27FC236}">
                <a16:creationId xmlns:a16="http://schemas.microsoft.com/office/drawing/2014/main" id="{4FD2B33F-BF48-4869-B01A-C8991943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5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6" name="data_8082">
            <a:extLst xmlns:a="http://schemas.openxmlformats.org/drawingml/2006/main">
              <a:ext uri="{FF2B5EF4-FFF2-40B4-BE49-F238E27FC236}">
                <a16:creationId xmlns:a16="http://schemas.microsoft.com/office/drawing/2014/main" id="{8964003B-200F-4A28-82A4-B054B096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7" name="data_8083">
            <a:extLst xmlns:a="http://schemas.openxmlformats.org/drawingml/2006/main">
              <a:ext uri="{FF2B5EF4-FFF2-40B4-BE49-F238E27FC236}">
                <a16:creationId xmlns:a16="http://schemas.microsoft.com/office/drawing/2014/main" id="{95F1D745-1038-454F-BEBD-186C777C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1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8" name="data_8084">
            <a:extLst xmlns:a="http://schemas.openxmlformats.org/drawingml/2006/main">
              <a:ext uri="{FF2B5EF4-FFF2-40B4-BE49-F238E27FC236}">
                <a16:creationId xmlns:a16="http://schemas.microsoft.com/office/drawing/2014/main" id="{D8B5E4C6-567E-429D-87B9-31D1B135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7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9" name="data_8085">
            <a:extLst xmlns:a="http://schemas.openxmlformats.org/drawingml/2006/main">
              <a:ext uri="{FF2B5EF4-FFF2-40B4-BE49-F238E27FC236}">
                <a16:creationId xmlns:a16="http://schemas.microsoft.com/office/drawing/2014/main" id="{EBC15F2C-9408-4DF1-AB12-E963AEDE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24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0" name="data_8086">
            <a:extLst xmlns:a="http://schemas.openxmlformats.org/drawingml/2006/main">
              <a:ext uri="{FF2B5EF4-FFF2-40B4-BE49-F238E27FC236}">
                <a16:creationId xmlns:a16="http://schemas.microsoft.com/office/drawing/2014/main" id="{7B11850E-4F4F-4643-9121-EB14F73B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06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1" name="data_8087">
            <a:extLst xmlns:a="http://schemas.openxmlformats.org/drawingml/2006/main">
              <a:ext uri="{FF2B5EF4-FFF2-40B4-BE49-F238E27FC236}">
                <a16:creationId xmlns:a16="http://schemas.microsoft.com/office/drawing/2014/main" id="{5547CF25-D469-4C86-8FCD-15D568521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97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2" name="data_8088">
            <a:extLst xmlns:a="http://schemas.openxmlformats.org/drawingml/2006/main">
              <a:ext uri="{FF2B5EF4-FFF2-40B4-BE49-F238E27FC236}">
                <a16:creationId xmlns:a16="http://schemas.microsoft.com/office/drawing/2014/main" id="{1F145B1D-7603-4007-9CE6-8BD9776F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7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3" name="data_8089">
            <a:extLst xmlns:a="http://schemas.openxmlformats.org/drawingml/2006/main">
              <a:ext uri="{FF2B5EF4-FFF2-40B4-BE49-F238E27FC236}">
                <a16:creationId xmlns:a16="http://schemas.microsoft.com/office/drawing/2014/main" id="{CE0237C6-5E0D-4EF5-97DF-F04A4D7A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9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4" name="data_8090">
            <a:extLst xmlns:a="http://schemas.openxmlformats.org/drawingml/2006/main">
              <a:ext uri="{FF2B5EF4-FFF2-40B4-BE49-F238E27FC236}">
                <a16:creationId xmlns:a16="http://schemas.microsoft.com/office/drawing/2014/main" id="{D0B9043D-4062-4057-89FD-8F6CA7C4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2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5" name="data_8091">
            <a:extLst xmlns:a="http://schemas.openxmlformats.org/drawingml/2006/main">
              <a:ext uri="{FF2B5EF4-FFF2-40B4-BE49-F238E27FC236}">
                <a16:creationId xmlns:a16="http://schemas.microsoft.com/office/drawing/2014/main" id="{130E42ED-E0B9-481F-B62B-00961CDB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3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6" name="data_8092">
            <a:extLst xmlns:a="http://schemas.openxmlformats.org/drawingml/2006/main">
              <a:ext uri="{FF2B5EF4-FFF2-40B4-BE49-F238E27FC236}">
                <a16:creationId xmlns:a16="http://schemas.microsoft.com/office/drawing/2014/main" id="{64C0A557-6AC2-4262-B724-F9FCAED4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017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7" name="data_8093">
            <a:extLst xmlns:a="http://schemas.openxmlformats.org/drawingml/2006/main">
              <a:ext uri="{FF2B5EF4-FFF2-40B4-BE49-F238E27FC236}">
                <a16:creationId xmlns:a16="http://schemas.microsoft.com/office/drawing/2014/main" id="{7FBCADFD-8933-47DF-B234-FF8B710A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8" name="data_8094">
            <a:extLst xmlns:a="http://schemas.openxmlformats.org/drawingml/2006/main">
              <a:ext uri="{FF2B5EF4-FFF2-40B4-BE49-F238E27FC236}">
                <a16:creationId xmlns:a16="http://schemas.microsoft.com/office/drawing/2014/main" id="{CDF8DFE4-7A7D-4624-A82E-EA34409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9" name="data_8095">
            <a:extLst xmlns:a="http://schemas.openxmlformats.org/drawingml/2006/main">
              <a:ext uri="{FF2B5EF4-FFF2-40B4-BE49-F238E27FC236}">
                <a16:creationId xmlns:a16="http://schemas.microsoft.com/office/drawing/2014/main" id="{DAA8A030-507E-4905-B064-D4DAEFE9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0" name="data_8096">
            <a:extLst xmlns:a="http://schemas.openxmlformats.org/drawingml/2006/main">
              <a:ext uri="{FF2B5EF4-FFF2-40B4-BE49-F238E27FC236}">
                <a16:creationId xmlns:a16="http://schemas.microsoft.com/office/drawing/2014/main" id="{3AA2F159-866C-4C28-8126-8C03ECB9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0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1" name="data_8097">
            <a:extLst xmlns:a="http://schemas.openxmlformats.org/drawingml/2006/main">
              <a:ext uri="{FF2B5EF4-FFF2-40B4-BE49-F238E27FC236}">
                <a16:creationId xmlns:a16="http://schemas.microsoft.com/office/drawing/2014/main" id="{847FF23E-3FCB-4214-A8D8-5CCEC276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948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2" name="data_8098">
            <a:extLst xmlns:a="http://schemas.openxmlformats.org/drawingml/2006/main">
              <a:ext uri="{FF2B5EF4-FFF2-40B4-BE49-F238E27FC236}">
                <a16:creationId xmlns:a16="http://schemas.microsoft.com/office/drawing/2014/main" id="{77847BE6-CBDC-4C22-A2BD-BEB61460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5087202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653" name="data_8099">
            <a:extLst xmlns:a="http://schemas.openxmlformats.org/drawingml/2006/main">
              <a:ext uri="{FF2B5EF4-FFF2-40B4-BE49-F238E27FC236}">
                <a16:creationId xmlns:a16="http://schemas.microsoft.com/office/drawing/2014/main" id="{6C5665FD-856F-4860-8B16-D0EE90D8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7041780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654" name="text_8100">
            <a:extLst xmlns:a="http://schemas.openxmlformats.org/drawingml/2006/main">
              <a:ext uri="{FF2B5EF4-FFF2-40B4-BE49-F238E27FC236}">
                <a16:creationId xmlns:a16="http://schemas.microsoft.com/office/drawing/2014/main" id="{94673291-3FB5-4359-96B2-F29D2EE1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111" y="4773801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655" name="text_8101">
            <a:extLst xmlns:a="http://schemas.openxmlformats.org/drawingml/2006/main">
              <a:ext uri="{FF2B5EF4-FFF2-40B4-BE49-F238E27FC236}">
                <a16:creationId xmlns:a16="http://schemas.microsoft.com/office/drawing/2014/main" id="{FE3845A4-D6E0-48FA-80F4-6F1DA9CC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7269" y="4808505"/>
            <a:ext cx="1235599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GT</a:t>
            </a:r>
          </a:p>
        </p:txBody>
      </p:sp>
      <p:sp>
        <p:nvSpPr>
          <p:cNvPr id="2656" name="data_8102">
            <a:extLst xmlns:a="http://schemas.openxmlformats.org/drawingml/2006/main">
              <a:ext uri="{FF2B5EF4-FFF2-40B4-BE49-F238E27FC236}">
                <a16:creationId xmlns:a16="http://schemas.microsoft.com/office/drawing/2014/main" id="{145C4E4D-0D74-4356-97B6-3F5CC726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5650463"/>
            <a:ext cx="2049083" cy="1302473"/>
          </a:xfrm>
          <a:custGeom xmlns:a="http://schemas.openxmlformats.org/drawingml/2006/main">
            <a:pathLst>
              <a:path w="2049083" h="1302473">
                <a:moveTo>
                  <a:pt x="0" y="1302473"/>
                </a:moveTo>
                <a:lnTo>
                  <a:pt x="22768" y="1301223"/>
                </a:lnTo>
                <a:lnTo>
                  <a:pt x="22768" y="1300278"/>
                </a:lnTo>
                <a:lnTo>
                  <a:pt x="34151" y="1298408"/>
                </a:lnTo>
                <a:lnTo>
                  <a:pt x="35027" y="1296906"/>
                </a:lnTo>
                <a:lnTo>
                  <a:pt x="37946" y="1296793"/>
                </a:lnTo>
                <a:lnTo>
                  <a:pt x="37946" y="1293643"/>
                </a:lnTo>
                <a:lnTo>
                  <a:pt x="48788" y="1292455"/>
                </a:lnTo>
                <a:lnTo>
                  <a:pt x="48788" y="1289079"/>
                </a:lnTo>
                <a:lnTo>
                  <a:pt x="56919" y="1288110"/>
                </a:lnTo>
                <a:lnTo>
                  <a:pt x="56919" y="1283857"/>
                </a:lnTo>
                <a:lnTo>
                  <a:pt x="62093" y="1283615"/>
                </a:lnTo>
                <a:lnTo>
                  <a:pt x="62093" y="1280178"/>
                </a:lnTo>
                <a:lnTo>
                  <a:pt x="68303" y="1280178"/>
                </a:lnTo>
                <a:lnTo>
                  <a:pt x="70054" y="1276155"/>
                </a:lnTo>
                <a:lnTo>
                  <a:pt x="75892" y="1275480"/>
                </a:lnTo>
                <a:lnTo>
                  <a:pt x="75892" y="1272329"/>
                </a:lnTo>
                <a:lnTo>
                  <a:pt x="85378" y="1271772"/>
                </a:lnTo>
                <a:lnTo>
                  <a:pt x="85378" y="1263895"/>
                </a:lnTo>
                <a:lnTo>
                  <a:pt x="97575" y="1262466"/>
                </a:lnTo>
                <a:lnTo>
                  <a:pt x="97575" y="1253014"/>
                </a:lnTo>
                <a:lnTo>
                  <a:pt x="113838" y="1251730"/>
                </a:lnTo>
                <a:lnTo>
                  <a:pt x="113838" y="1226651"/>
                </a:lnTo>
                <a:lnTo>
                  <a:pt x="124187" y="1226408"/>
                </a:lnTo>
                <a:lnTo>
                  <a:pt x="125222" y="1222656"/>
                </a:lnTo>
                <a:lnTo>
                  <a:pt x="136606" y="1221687"/>
                </a:lnTo>
                <a:lnTo>
                  <a:pt x="136606" y="1206564"/>
                </a:lnTo>
                <a:lnTo>
                  <a:pt x="146363" y="1205535"/>
                </a:lnTo>
                <a:lnTo>
                  <a:pt x="147989" y="1202519"/>
                </a:lnTo>
                <a:lnTo>
                  <a:pt x="151784" y="1202277"/>
                </a:lnTo>
                <a:lnTo>
                  <a:pt x="151784" y="1200176"/>
                </a:lnTo>
                <a:lnTo>
                  <a:pt x="166379" y="1198262"/>
                </a:lnTo>
                <a:lnTo>
                  <a:pt x="166379" y="1198019"/>
                </a:lnTo>
                <a:lnTo>
                  <a:pt x="170757" y="1198019"/>
                </a:lnTo>
                <a:lnTo>
                  <a:pt x="170757" y="1156703"/>
                </a:lnTo>
                <a:lnTo>
                  <a:pt x="183892" y="1155515"/>
                </a:lnTo>
                <a:lnTo>
                  <a:pt x="183892" y="1154546"/>
                </a:lnTo>
                <a:lnTo>
                  <a:pt x="186280" y="1154546"/>
                </a:lnTo>
                <a:lnTo>
                  <a:pt x="186280" y="1151109"/>
                </a:lnTo>
                <a:lnTo>
                  <a:pt x="189730" y="1151109"/>
                </a:lnTo>
                <a:lnTo>
                  <a:pt x="189730" y="1149009"/>
                </a:lnTo>
                <a:lnTo>
                  <a:pt x="195151" y="1148451"/>
                </a:lnTo>
                <a:lnTo>
                  <a:pt x="195151" y="1141700"/>
                </a:lnTo>
                <a:lnTo>
                  <a:pt x="204908" y="1141458"/>
                </a:lnTo>
                <a:lnTo>
                  <a:pt x="204908" y="1137677"/>
                </a:lnTo>
                <a:lnTo>
                  <a:pt x="227676" y="1136150"/>
                </a:lnTo>
                <a:lnTo>
                  <a:pt x="227676" y="1088125"/>
                </a:lnTo>
                <a:lnTo>
                  <a:pt x="239060" y="1087156"/>
                </a:lnTo>
                <a:lnTo>
                  <a:pt x="239060" y="1085896"/>
                </a:lnTo>
                <a:lnTo>
                  <a:pt x="248374" y="1084303"/>
                </a:lnTo>
                <a:lnTo>
                  <a:pt x="248374" y="1080866"/>
                </a:lnTo>
                <a:lnTo>
                  <a:pt x="256135" y="1080624"/>
                </a:lnTo>
                <a:lnTo>
                  <a:pt x="256135" y="1073535"/>
                </a:lnTo>
                <a:lnTo>
                  <a:pt x="265622" y="1073293"/>
                </a:lnTo>
                <a:lnTo>
                  <a:pt x="265622" y="1070142"/>
                </a:lnTo>
                <a:lnTo>
                  <a:pt x="273211" y="1069900"/>
                </a:lnTo>
                <a:lnTo>
                  <a:pt x="273211" y="1052572"/>
                </a:lnTo>
                <a:lnTo>
                  <a:pt x="284595" y="1052330"/>
                </a:lnTo>
                <a:lnTo>
                  <a:pt x="284595" y="1047289"/>
                </a:lnTo>
                <a:lnTo>
                  <a:pt x="292726" y="1047047"/>
                </a:lnTo>
                <a:lnTo>
                  <a:pt x="292726" y="1040295"/>
                </a:lnTo>
                <a:lnTo>
                  <a:pt x="303568" y="1039738"/>
                </a:lnTo>
                <a:lnTo>
                  <a:pt x="303568" y="1037638"/>
                </a:lnTo>
                <a:lnTo>
                  <a:pt x="310467" y="1036450"/>
                </a:lnTo>
                <a:lnTo>
                  <a:pt x="310467" y="1033013"/>
                </a:lnTo>
                <a:lnTo>
                  <a:pt x="341514" y="1031656"/>
                </a:lnTo>
                <a:lnTo>
                  <a:pt x="341514" y="840568"/>
                </a:lnTo>
                <a:lnTo>
                  <a:pt x="367784" y="839454"/>
                </a:lnTo>
                <a:lnTo>
                  <a:pt x="367784" y="838484"/>
                </a:lnTo>
                <a:lnTo>
                  <a:pt x="372561" y="838484"/>
                </a:lnTo>
                <a:lnTo>
                  <a:pt x="372561" y="835047"/>
                </a:lnTo>
                <a:lnTo>
                  <a:pt x="387049" y="833302"/>
                </a:lnTo>
                <a:lnTo>
                  <a:pt x="387049" y="832987"/>
                </a:lnTo>
                <a:lnTo>
                  <a:pt x="390302" y="832987"/>
                </a:lnTo>
                <a:lnTo>
                  <a:pt x="390302" y="826236"/>
                </a:lnTo>
                <a:lnTo>
                  <a:pt x="398433" y="825267"/>
                </a:lnTo>
                <a:lnTo>
                  <a:pt x="398433" y="823377"/>
                </a:lnTo>
                <a:lnTo>
                  <a:pt x="409817" y="823134"/>
                </a:lnTo>
                <a:lnTo>
                  <a:pt x="411568" y="805564"/>
                </a:lnTo>
                <a:lnTo>
                  <a:pt x="420325" y="804514"/>
                </a:lnTo>
                <a:lnTo>
                  <a:pt x="420325" y="803544"/>
                </a:lnTo>
                <a:lnTo>
                  <a:pt x="426892" y="803544"/>
                </a:lnTo>
                <a:lnTo>
                  <a:pt x="426892" y="798819"/>
                </a:lnTo>
                <a:lnTo>
                  <a:pt x="434654" y="798261"/>
                </a:lnTo>
                <a:lnTo>
                  <a:pt x="434654" y="794824"/>
                </a:lnTo>
                <a:lnTo>
                  <a:pt x="443968" y="793232"/>
                </a:lnTo>
                <a:lnTo>
                  <a:pt x="443968" y="791972"/>
                </a:lnTo>
                <a:lnTo>
                  <a:pt x="455352" y="791002"/>
                </a:lnTo>
                <a:lnTo>
                  <a:pt x="455352" y="740562"/>
                </a:lnTo>
                <a:lnTo>
                  <a:pt x="478119" y="739035"/>
                </a:lnTo>
                <a:lnTo>
                  <a:pt x="478119" y="736830"/>
                </a:lnTo>
                <a:lnTo>
                  <a:pt x="487877" y="736587"/>
                </a:lnTo>
                <a:lnTo>
                  <a:pt x="489503" y="729521"/>
                </a:lnTo>
                <a:lnTo>
                  <a:pt x="496747" y="729279"/>
                </a:lnTo>
                <a:lnTo>
                  <a:pt x="496747" y="725842"/>
                </a:lnTo>
                <a:lnTo>
                  <a:pt x="512271" y="724315"/>
                </a:lnTo>
                <a:lnTo>
                  <a:pt x="512271" y="690920"/>
                </a:lnTo>
                <a:lnTo>
                  <a:pt x="531244" y="689708"/>
                </a:lnTo>
                <a:lnTo>
                  <a:pt x="531244" y="688658"/>
                </a:lnTo>
                <a:lnTo>
                  <a:pt x="542919" y="686750"/>
                </a:lnTo>
                <a:lnTo>
                  <a:pt x="542919" y="686508"/>
                </a:lnTo>
                <a:lnTo>
                  <a:pt x="546422" y="686508"/>
                </a:lnTo>
                <a:lnTo>
                  <a:pt x="546422" y="672960"/>
                </a:lnTo>
                <a:lnTo>
                  <a:pt x="558841" y="672718"/>
                </a:lnTo>
                <a:lnTo>
                  <a:pt x="560433" y="669039"/>
                </a:lnTo>
                <a:lnTo>
                  <a:pt x="569190" y="669039"/>
                </a:lnTo>
                <a:lnTo>
                  <a:pt x="569190" y="651469"/>
                </a:lnTo>
                <a:lnTo>
                  <a:pt x="585452" y="651226"/>
                </a:lnTo>
                <a:lnTo>
                  <a:pt x="586703" y="646933"/>
                </a:lnTo>
                <a:lnTo>
                  <a:pt x="597649" y="646376"/>
                </a:lnTo>
                <a:lnTo>
                  <a:pt x="597649" y="644013"/>
                </a:lnTo>
                <a:lnTo>
                  <a:pt x="614725" y="643528"/>
                </a:lnTo>
                <a:lnTo>
                  <a:pt x="614725" y="641323"/>
                </a:lnTo>
                <a:lnTo>
                  <a:pt x="620934" y="641323"/>
                </a:lnTo>
                <a:lnTo>
                  <a:pt x="621730" y="637644"/>
                </a:lnTo>
                <a:lnTo>
                  <a:pt x="639244" y="635736"/>
                </a:lnTo>
                <a:lnTo>
                  <a:pt x="639244" y="635494"/>
                </a:lnTo>
                <a:lnTo>
                  <a:pt x="683028" y="634209"/>
                </a:lnTo>
                <a:lnTo>
                  <a:pt x="683028" y="49306"/>
                </a:lnTo>
                <a:lnTo>
                  <a:pt x="1024541" y="48675"/>
                </a:lnTo>
                <a:lnTo>
                  <a:pt x="1024541" y="25047"/>
                </a:lnTo>
                <a:lnTo>
                  <a:pt x="1126996" y="23156"/>
                </a:lnTo>
                <a:lnTo>
                  <a:pt x="1126996" y="22841"/>
                </a:lnTo>
                <a:lnTo>
                  <a:pt x="1536812" y="21266"/>
                </a:lnTo>
                <a:lnTo>
                  <a:pt x="1536812" y="16540"/>
                </a:lnTo>
                <a:lnTo>
                  <a:pt x="1707569" y="16540"/>
                </a:lnTo>
                <a:lnTo>
                  <a:pt x="1707569" y="11814"/>
                </a:lnTo>
                <a:lnTo>
                  <a:pt x="1792948" y="11814"/>
                </a:lnTo>
                <a:lnTo>
                  <a:pt x="1792948" y="9452"/>
                </a:lnTo>
                <a:lnTo>
                  <a:pt x="1878326" y="9452"/>
                </a:lnTo>
                <a:lnTo>
                  <a:pt x="1878326" y="4726"/>
                </a:lnTo>
                <a:lnTo>
                  <a:pt x="2049083" y="4726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2657" name="data_8103">
            <a:extLst xmlns:a="http://schemas.openxmlformats.org/drawingml/2006/main">
              <a:ext uri="{FF2B5EF4-FFF2-40B4-BE49-F238E27FC236}">
                <a16:creationId xmlns:a16="http://schemas.microsoft.com/office/drawing/2014/main" id="{DE57FE01-6575-4712-B6AE-204DF486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5176046"/>
            <a:ext cx="2049083" cy="1776889"/>
          </a:xfrm>
          <a:custGeom xmlns:a="http://schemas.openxmlformats.org/drawingml/2006/main"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184593"/>
                </a:lnTo>
                <a:lnTo>
                  <a:pt x="455352" y="1184593"/>
                </a:lnTo>
                <a:lnTo>
                  <a:pt x="455352" y="977289"/>
                </a:lnTo>
                <a:lnTo>
                  <a:pt x="512271" y="977289"/>
                </a:lnTo>
                <a:lnTo>
                  <a:pt x="512271" y="888444"/>
                </a:lnTo>
                <a:lnTo>
                  <a:pt x="683028" y="888444"/>
                </a:lnTo>
                <a:lnTo>
                  <a:pt x="683028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2658" name="data_8104">
            <a:extLst xmlns:a="http://schemas.openxmlformats.org/drawingml/2006/main">
              <a:ext uri="{FF2B5EF4-FFF2-40B4-BE49-F238E27FC236}">
                <a16:creationId xmlns:a16="http://schemas.microsoft.com/office/drawing/2014/main" id="{DF99BC60-F175-4C9E-849A-4A8094F6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125" y="6460882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59" name="data_8105">
            <a:extLst xmlns:a="http://schemas.openxmlformats.org/drawingml/2006/main">
              <a:ext uri="{FF2B5EF4-FFF2-40B4-BE49-F238E27FC236}">
                <a16:creationId xmlns:a16="http://schemas.microsoft.com/office/drawing/2014/main" id="{87E169A0-C9C8-46E8-BB22-ADF39E70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639" y="5669620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60" name="data_8106">
            <a:extLst xmlns:a="http://schemas.openxmlformats.org/drawingml/2006/main">
              <a:ext uri="{FF2B5EF4-FFF2-40B4-BE49-F238E27FC236}">
                <a16:creationId xmlns:a16="http://schemas.microsoft.com/office/drawing/2014/main" id="{3849324D-81D8-43C5-9153-5605D292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666" y="5641580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61" name="data_8107">
            <a:extLst xmlns:a="http://schemas.openxmlformats.org/drawingml/2006/main">
              <a:ext uri="{FF2B5EF4-FFF2-40B4-BE49-F238E27FC236}">
                <a16:creationId xmlns:a16="http://schemas.microsoft.com/office/drawing/2014/main" id="{9E577FF9-913C-43D6-AD81-495236C4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694" y="5620314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62" name="data_8108">
            <a:extLst xmlns:a="http://schemas.openxmlformats.org/drawingml/2006/main">
              <a:ext uri="{FF2B5EF4-FFF2-40B4-BE49-F238E27FC236}">
                <a16:creationId xmlns:a16="http://schemas.microsoft.com/office/drawing/2014/main" id="{1B62BEE4-6A69-45DC-B0D0-A35D97EF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113" y="6310478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3" name="data_8109">
            <a:extLst xmlns:a="http://schemas.openxmlformats.org/drawingml/2006/main">
              <a:ext uri="{FF2B5EF4-FFF2-40B4-BE49-F238E27FC236}">
                <a16:creationId xmlns:a16="http://schemas.microsoft.com/office/drawing/2014/main" id="{66BF4741-15E1-4EC8-8339-A4F52422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0627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4" name="data_8110">
            <a:extLst xmlns:a="http://schemas.openxmlformats.org/drawingml/2006/main">
              <a:ext uri="{FF2B5EF4-FFF2-40B4-BE49-F238E27FC236}">
                <a16:creationId xmlns:a16="http://schemas.microsoft.com/office/drawing/2014/main" id="{F6D4518F-1BBB-4F10-891F-AA0F245A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654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5" name="data_8111">
            <a:extLst xmlns:a="http://schemas.openxmlformats.org/drawingml/2006/main">
              <a:ext uri="{FF2B5EF4-FFF2-40B4-BE49-F238E27FC236}">
                <a16:creationId xmlns:a16="http://schemas.microsoft.com/office/drawing/2014/main" id="{AAED5D40-CF18-49B7-A571-8EA29EC5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82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6" name="data_8112">
            <a:extLst xmlns:a="http://schemas.openxmlformats.org/drawingml/2006/main">
              <a:ext uri="{FF2B5EF4-FFF2-40B4-BE49-F238E27FC236}">
                <a16:creationId xmlns:a16="http://schemas.microsoft.com/office/drawing/2014/main" id="{BD4DE179-1781-4BF7-8983-C0E1D65A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5087202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7" name="data_8113">
            <a:extLst xmlns:a="http://schemas.openxmlformats.org/drawingml/2006/main">
              <a:ext uri="{FF2B5EF4-FFF2-40B4-BE49-F238E27FC236}">
                <a16:creationId xmlns:a16="http://schemas.microsoft.com/office/drawing/2014/main" id="{245F32E0-8808-47A1-AD7B-3CEE7489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5913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8" y="1762082"/>
                </a:lnTo>
                <a:lnTo>
                  <a:pt x="3730" y="1747274"/>
                </a:lnTo>
                <a:lnTo>
                  <a:pt x="8161" y="1732467"/>
                </a:lnTo>
                <a:lnTo>
                  <a:pt x="13956" y="1717659"/>
                </a:lnTo>
                <a:lnTo>
                  <a:pt x="20762" y="1702852"/>
                </a:lnTo>
                <a:lnTo>
                  <a:pt x="28192" y="1688045"/>
                </a:lnTo>
                <a:lnTo>
                  <a:pt x="35859" y="1673237"/>
                </a:lnTo>
                <a:lnTo>
                  <a:pt x="43414" y="1658430"/>
                </a:lnTo>
                <a:lnTo>
                  <a:pt x="50565" y="1643622"/>
                </a:lnTo>
                <a:lnTo>
                  <a:pt x="57097" y="1628815"/>
                </a:lnTo>
                <a:lnTo>
                  <a:pt x="62870" y="1614007"/>
                </a:lnTo>
                <a:lnTo>
                  <a:pt x="67821" y="1599200"/>
                </a:lnTo>
                <a:lnTo>
                  <a:pt x="71949" y="1584393"/>
                </a:lnTo>
                <a:lnTo>
                  <a:pt x="75300" y="1569585"/>
                </a:lnTo>
                <a:lnTo>
                  <a:pt x="77955" y="1554778"/>
                </a:lnTo>
                <a:lnTo>
                  <a:pt x="80009" y="1539970"/>
                </a:lnTo>
                <a:lnTo>
                  <a:pt x="81562" y="1525163"/>
                </a:lnTo>
                <a:lnTo>
                  <a:pt x="82707" y="1510356"/>
                </a:lnTo>
                <a:lnTo>
                  <a:pt x="83528" y="1495548"/>
                </a:lnTo>
                <a:lnTo>
                  <a:pt x="84092" y="1480741"/>
                </a:lnTo>
                <a:lnTo>
                  <a:pt x="84451" y="1465933"/>
                </a:lnTo>
                <a:lnTo>
                  <a:pt x="84644" y="1451126"/>
                </a:lnTo>
                <a:lnTo>
                  <a:pt x="84697" y="1436319"/>
                </a:lnTo>
                <a:lnTo>
                  <a:pt x="84627" y="1421511"/>
                </a:lnTo>
                <a:lnTo>
                  <a:pt x="84443" y="1406704"/>
                </a:lnTo>
                <a:lnTo>
                  <a:pt x="84151" y="1391896"/>
                </a:lnTo>
                <a:lnTo>
                  <a:pt x="83751" y="1377089"/>
                </a:lnTo>
                <a:lnTo>
                  <a:pt x="83245" y="1362282"/>
                </a:lnTo>
                <a:lnTo>
                  <a:pt x="82634" y="1347474"/>
                </a:lnTo>
                <a:lnTo>
                  <a:pt x="81921" y="1332667"/>
                </a:lnTo>
                <a:lnTo>
                  <a:pt x="81113" y="1317859"/>
                </a:lnTo>
                <a:lnTo>
                  <a:pt x="80220" y="1303052"/>
                </a:lnTo>
                <a:lnTo>
                  <a:pt x="79259" y="1288245"/>
                </a:lnTo>
                <a:lnTo>
                  <a:pt x="78251" y="1273437"/>
                </a:lnTo>
                <a:lnTo>
                  <a:pt x="77222" y="1258630"/>
                </a:lnTo>
                <a:lnTo>
                  <a:pt x="76200" y="1243822"/>
                </a:lnTo>
                <a:lnTo>
                  <a:pt x="75216" y="1229015"/>
                </a:lnTo>
                <a:lnTo>
                  <a:pt x="74299" y="1214207"/>
                </a:lnTo>
                <a:lnTo>
                  <a:pt x="73473" y="1199400"/>
                </a:lnTo>
                <a:lnTo>
                  <a:pt x="72753" y="1184593"/>
                </a:lnTo>
                <a:lnTo>
                  <a:pt x="72145" y="1169785"/>
                </a:lnTo>
                <a:lnTo>
                  <a:pt x="71642" y="1154978"/>
                </a:lnTo>
                <a:lnTo>
                  <a:pt x="71223" y="1140170"/>
                </a:lnTo>
                <a:lnTo>
                  <a:pt x="70854" y="1125363"/>
                </a:lnTo>
                <a:lnTo>
                  <a:pt x="70489" y="1110556"/>
                </a:lnTo>
                <a:lnTo>
                  <a:pt x="70073" y="1095748"/>
                </a:lnTo>
                <a:lnTo>
                  <a:pt x="69549" y="1080941"/>
                </a:lnTo>
                <a:lnTo>
                  <a:pt x="68862" y="1066133"/>
                </a:lnTo>
                <a:lnTo>
                  <a:pt x="67965" y="1051326"/>
                </a:lnTo>
                <a:lnTo>
                  <a:pt x="66829" y="1036519"/>
                </a:lnTo>
                <a:lnTo>
                  <a:pt x="65449" y="1021711"/>
                </a:lnTo>
                <a:lnTo>
                  <a:pt x="63851" y="1006904"/>
                </a:lnTo>
                <a:lnTo>
                  <a:pt x="62089" y="992096"/>
                </a:lnTo>
                <a:lnTo>
                  <a:pt x="60252" y="977289"/>
                </a:lnTo>
                <a:lnTo>
                  <a:pt x="58453" y="962482"/>
                </a:lnTo>
                <a:lnTo>
                  <a:pt x="56823" y="947674"/>
                </a:lnTo>
                <a:lnTo>
                  <a:pt x="55498" y="932867"/>
                </a:lnTo>
                <a:lnTo>
                  <a:pt x="54606" y="918059"/>
                </a:lnTo>
                <a:lnTo>
                  <a:pt x="54251" y="903252"/>
                </a:lnTo>
                <a:lnTo>
                  <a:pt x="54504" y="888444"/>
                </a:lnTo>
                <a:lnTo>
                  <a:pt x="55392" y="873637"/>
                </a:lnTo>
                <a:lnTo>
                  <a:pt x="56895" y="858830"/>
                </a:lnTo>
                <a:lnTo>
                  <a:pt x="58949" y="844022"/>
                </a:lnTo>
                <a:lnTo>
                  <a:pt x="61454" y="829215"/>
                </a:lnTo>
                <a:lnTo>
                  <a:pt x="64280" y="814407"/>
                </a:lnTo>
                <a:lnTo>
                  <a:pt x="67289" y="799600"/>
                </a:lnTo>
                <a:lnTo>
                  <a:pt x="70340" y="784793"/>
                </a:lnTo>
                <a:lnTo>
                  <a:pt x="73306" y="769985"/>
                </a:lnTo>
                <a:lnTo>
                  <a:pt x="76084" y="755178"/>
                </a:lnTo>
                <a:lnTo>
                  <a:pt x="78595" y="740370"/>
                </a:lnTo>
                <a:lnTo>
                  <a:pt x="80793" y="725563"/>
                </a:lnTo>
                <a:lnTo>
                  <a:pt x="82658" y="710756"/>
                </a:lnTo>
                <a:lnTo>
                  <a:pt x="84194" y="695948"/>
                </a:lnTo>
                <a:lnTo>
                  <a:pt x="85423" y="681141"/>
                </a:lnTo>
                <a:lnTo>
                  <a:pt x="86380" y="666333"/>
                </a:lnTo>
                <a:lnTo>
                  <a:pt x="87104" y="651526"/>
                </a:lnTo>
                <a:lnTo>
                  <a:pt x="87637" y="636719"/>
                </a:lnTo>
                <a:lnTo>
                  <a:pt x="88020" y="621911"/>
                </a:lnTo>
                <a:lnTo>
                  <a:pt x="88288" y="607104"/>
                </a:lnTo>
                <a:lnTo>
                  <a:pt x="88471" y="592296"/>
                </a:lnTo>
                <a:lnTo>
                  <a:pt x="88592" y="577489"/>
                </a:lnTo>
                <a:lnTo>
                  <a:pt x="88670" y="562682"/>
                </a:lnTo>
                <a:lnTo>
                  <a:pt x="88720" y="547874"/>
                </a:lnTo>
                <a:lnTo>
                  <a:pt x="88751" y="533067"/>
                </a:lnTo>
                <a:lnTo>
                  <a:pt x="88769" y="518259"/>
                </a:lnTo>
                <a:lnTo>
                  <a:pt x="88780" y="503452"/>
                </a:lnTo>
                <a:lnTo>
                  <a:pt x="88786" y="488644"/>
                </a:lnTo>
                <a:lnTo>
                  <a:pt x="88790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8" y="473837"/>
                </a:lnTo>
                <a:lnTo>
                  <a:pt x="88801" y="488644"/>
                </a:lnTo>
                <a:lnTo>
                  <a:pt x="88807" y="503452"/>
                </a:lnTo>
                <a:lnTo>
                  <a:pt x="88818" y="518259"/>
                </a:lnTo>
                <a:lnTo>
                  <a:pt x="88836" y="533067"/>
                </a:lnTo>
                <a:lnTo>
                  <a:pt x="88867" y="547874"/>
                </a:lnTo>
                <a:lnTo>
                  <a:pt x="88917" y="562682"/>
                </a:lnTo>
                <a:lnTo>
                  <a:pt x="88995" y="577489"/>
                </a:lnTo>
                <a:lnTo>
                  <a:pt x="89117" y="592296"/>
                </a:lnTo>
                <a:lnTo>
                  <a:pt x="89299" y="607104"/>
                </a:lnTo>
                <a:lnTo>
                  <a:pt x="89567" y="621911"/>
                </a:lnTo>
                <a:lnTo>
                  <a:pt x="89950" y="636719"/>
                </a:lnTo>
                <a:lnTo>
                  <a:pt x="90484" y="651526"/>
                </a:lnTo>
                <a:lnTo>
                  <a:pt x="91208" y="666333"/>
                </a:lnTo>
                <a:lnTo>
                  <a:pt x="92164" y="681141"/>
                </a:lnTo>
                <a:lnTo>
                  <a:pt x="93393" y="695948"/>
                </a:lnTo>
                <a:lnTo>
                  <a:pt x="94929" y="710756"/>
                </a:lnTo>
                <a:lnTo>
                  <a:pt x="96794" y="725563"/>
                </a:lnTo>
                <a:lnTo>
                  <a:pt x="98992" y="740370"/>
                </a:lnTo>
                <a:lnTo>
                  <a:pt x="101504" y="755178"/>
                </a:lnTo>
                <a:lnTo>
                  <a:pt x="104281" y="769985"/>
                </a:lnTo>
                <a:lnTo>
                  <a:pt x="107247" y="784793"/>
                </a:lnTo>
                <a:lnTo>
                  <a:pt x="110298" y="799600"/>
                </a:lnTo>
                <a:lnTo>
                  <a:pt x="113307" y="814407"/>
                </a:lnTo>
                <a:lnTo>
                  <a:pt x="116134" y="829215"/>
                </a:lnTo>
                <a:lnTo>
                  <a:pt x="118638" y="844022"/>
                </a:lnTo>
                <a:lnTo>
                  <a:pt x="120692" y="858830"/>
                </a:lnTo>
                <a:lnTo>
                  <a:pt x="122195" y="873637"/>
                </a:lnTo>
                <a:lnTo>
                  <a:pt x="123083" y="888444"/>
                </a:lnTo>
                <a:lnTo>
                  <a:pt x="123336" y="903252"/>
                </a:lnTo>
                <a:lnTo>
                  <a:pt x="122981" y="918059"/>
                </a:lnTo>
                <a:lnTo>
                  <a:pt x="122089" y="932867"/>
                </a:lnTo>
                <a:lnTo>
                  <a:pt x="120764" y="947674"/>
                </a:lnTo>
                <a:lnTo>
                  <a:pt x="119134" y="962482"/>
                </a:lnTo>
                <a:lnTo>
                  <a:pt x="117335" y="977289"/>
                </a:lnTo>
                <a:lnTo>
                  <a:pt x="115498" y="992096"/>
                </a:lnTo>
                <a:lnTo>
                  <a:pt x="113736" y="1006904"/>
                </a:lnTo>
                <a:lnTo>
                  <a:pt x="112138" y="1021711"/>
                </a:lnTo>
                <a:lnTo>
                  <a:pt x="110759" y="1036519"/>
                </a:lnTo>
                <a:lnTo>
                  <a:pt x="109623" y="1051326"/>
                </a:lnTo>
                <a:lnTo>
                  <a:pt x="108725" y="1066133"/>
                </a:lnTo>
                <a:lnTo>
                  <a:pt x="108038" y="1080941"/>
                </a:lnTo>
                <a:lnTo>
                  <a:pt x="107514" y="1095748"/>
                </a:lnTo>
                <a:lnTo>
                  <a:pt x="107099" y="1110556"/>
                </a:lnTo>
                <a:lnTo>
                  <a:pt x="106734" y="1125363"/>
                </a:lnTo>
                <a:lnTo>
                  <a:pt x="106364" y="1140170"/>
                </a:lnTo>
                <a:lnTo>
                  <a:pt x="105945" y="1154978"/>
                </a:lnTo>
                <a:lnTo>
                  <a:pt x="105442" y="1169785"/>
                </a:lnTo>
                <a:lnTo>
                  <a:pt x="104834" y="1184593"/>
                </a:lnTo>
                <a:lnTo>
                  <a:pt x="104114" y="1199400"/>
                </a:lnTo>
                <a:lnTo>
                  <a:pt x="103288" y="1214207"/>
                </a:lnTo>
                <a:lnTo>
                  <a:pt x="102371" y="1229015"/>
                </a:lnTo>
                <a:lnTo>
                  <a:pt x="101387" y="1243822"/>
                </a:lnTo>
                <a:lnTo>
                  <a:pt x="100366" y="1258630"/>
                </a:lnTo>
                <a:lnTo>
                  <a:pt x="99336" y="1273437"/>
                </a:lnTo>
                <a:lnTo>
                  <a:pt x="98328" y="1288245"/>
                </a:lnTo>
                <a:lnTo>
                  <a:pt x="97367" y="1303052"/>
                </a:lnTo>
                <a:lnTo>
                  <a:pt x="96474" y="1317859"/>
                </a:lnTo>
                <a:lnTo>
                  <a:pt x="95666" y="1332667"/>
                </a:lnTo>
                <a:lnTo>
                  <a:pt x="94953" y="1347474"/>
                </a:lnTo>
                <a:lnTo>
                  <a:pt x="94342" y="1362282"/>
                </a:lnTo>
                <a:lnTo>
                  <a:pt x="93836" y="1377089"/>
                </a:lnTo>
                <a:lnTo>
                  <a:pt x="93436" y="1391896"/>
                </a:lnTo>
                <a:lnTo>
                  <a:pt x="93144" y="1406704"/>
                </a:lnTo>
                <a:lnTo>
                  <a:pt x="92960" y="1421511"/>
                </a:lnTo>
                <a:lnTo>
                  <a:pt x="92890" y="1436319"/>
                </a:lnTo>
                <a:lnTo>
                  <a:pt x="92943" y="1451126"/>
                </a:lnTo>
                <a:lnTo>
                  <a:pt x="93136" y="1465933"/>
                </a:lnTo>
                <a:lnTo>
                  <a:pt x="93495" y="1480741"/>
                </a:lnTo>
                <a:lnTo>
                  <a:pt x="94059" y="1495548"/>
                </a:lnTo>
                <a:lnTo>
                  <a:pt x="94880" y="1510356"/>
                </a:lnTo>
                <a:lnTo>
                  <a:pt x="96025" y="1525163"/>
                </a:lnTo>
                <a:lnTo>
                  <a:pt x="97578" y="1539970"/>
                </a:lnTo>
                <a:lnTo>
                  <a:pt x="99632" y="1554778"/>
                </a:lnTo>
                <a:lnTo>
                  <a:pt x="102287" y="1569585"/>
                </a:lnTo>
                <a:lnTo>
                  <a:pt x="105638" y="1584393"/>
                </a:lnTo>
                <a:lnTo>
                  <a:pt x="109766" y="1599200"/>
                </a:lnTo>
                <a:lnTo>
                  <a:pt x="114717" y="1614007"/>
                </a:lnTo>
                <a:lnTo>
                  <a:pt x="120490" y="1628815"/>
                </a:lnTo>
                <a:lnTo>
                  <a:pt x="127022" y="1643622"/>
                </a:lnTo>
                <a:lnTo>
                  <a:pt x="134174" y="1658430"/>
                </a:lnTo>
                <a:lnTo>
                  <a:pt x="141729" y="1673237"/>
                </a:lnTo>
                <a:lnTo>
                  <a:pt x="149396" y="1688045"/>
                </a:lnTo>
                <a:lnTo>
                  <a:pt x="156825" y="1702852"/>
                </a:lnTo>
                <a:lnTo>
                  <a:pt x="163631" y="1717659"/>
                </a:lnTo>
                <a:lnTo>
                  <a:pt x="169426" y="1732467"/>
                </a:lnTo>
                <a:lnTo>
                  <a:pt x="173857" y="1747274"/>
                </a:lnTo>
                <a:lnTo>
                  <a:pt x="176639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8" name="data_8114">
            <a:extLst xmlns:a="http://schemas.openxmlformats.org/drawingml/2006/main">
              <a:ext uri="{FF2B5EF4-FFF2-40B4-BE49-F238E27FC236}">
                <a16:creationId xmlns:a16="http://schemas.microsoft.com/office/drawing/2014/main" id="{E826FFBD-59A0-4592-A816-7FC086E5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7426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38567" y="1776889"/>
                </a:moveTo>
                <a:lnTo>
                  <a:pt x="39021" y="1776889"/>
                </a:lnTo>
                <a:lnTo>
                  <a:pt x="39517" y="1762082"/>
                </a:lnTo>
                <a:lnTo>
                  <a:pt x="40972" y="1747274"/>
                </a:lnTo>
                <a:lnTo>
                  <a:pt x="43292" y="1732467"/>
                </a:lnTo>
                <a:lnTo>
                  <a:pt x="46329" y="1717659"/>
                </a:lnTo>
                <a:lnTo>
                  <a:pt x="49900" y="1702852"/>
                </a:lnTo>
                <a:lnTo>
                  <a:pt x="53805" y="1688045"/>
                </a:lnTo>
                <a:lnTo>
                  <a:pt x="57843" y="1673237"/>
                </a:lnTo>
                <a:lnTo>
                  <a:pt x="61833" y="1658430"/>
                </a:lnTo>
                <a:lnTo>
                  <a:pt x="65624" y="1643622"/>
                </a:lnTo>
                <a:lnTo>
                  <a:pt x="69104" y="1628815"/>
                </a:lnTo>
                <a:lnTo>
                  <a:pt x="72198" y="1614007"/>
                </a:lnTo>
                <a:lnTo>
                  <a:pt x="74874" y="1599200"/>
                </a:lnTo>
                <a:lnTo>
                  <a:pt x="77130" y="1584393"/>
                </a:lnTo>
                <a:lnTo>
                  <a:pt x="78988" y="1569585"/>
                </a:lnTo>
                <a:lnTo>
                  <a:pt x="80489" y="1554778"/>
                </a:lnTo>
                <a:lnTo>
                  <a:pt x="81682" y="1539970"/>
                </a:lnTo>
                <a:lnTo>
                  <a:pt x="82616" y="1525163"/>
                </a:lnTo>
                <a:lnTo>
                  <a:pt x="83341" y="1510356"/>
                </a:lnTo>
                <a:lnTo>
                  <a:pt x="83898" y="1495548"/>
                </a:lnTo>
                <a:lnTo>
                  <a:pt x="84323" y="1480741"/>
                </a:lnTo>
                <a:lnTo>
                  <a:pt x="84647" y="1465933"/>
                </a:lnTo>
                <a:lnTo>
                  <a:pt x="84893" y="1451126"/>
                </a:lnTo>
                <a:lnTo>
                  <a:pt x="85079" y="1436319"/>
                </a:lnTo>
                <a:lnTo>
                  <a:pt x="85221" y="1421511"/>
                </a:lnTo>
                <a:lnTo>
                  <a:pt x="85331" y="1406704"/>
                </a:lnTo>
                <a:lnTo>
                  <a:pt x="85419" y="1391896"/>
                </a:lnTo>
                <a:lnTo>
                  <a:pt x="85493" y="1377089"/>
                </a:lnTo>
                <a:lnTo>
                  <a:pt x="85559" y="1362282"/>
                </a:lnTo>
                <a:lnTo>
                  <a:pt x="85618" y="1347474"/>
                </a:lnTo>
                <a:lnTo>
                  <a:pt x="85673" y="1332667"/>
                </a:lnTo>
                <a:lnTo>
                  <a:pt x="85719" y="1317859"/>
                </a:lnTo>
                <a:lnTo>
                  <a:pt x="85753" y="1303052"/>
                </a:lnTo>
                <a:lnTo>
                  <a:pt x="85770" y="1288245"/>
                </a:lnTo>
                <a:lnTo>
                  <a:pt x="85763" y="1273437"/>
                </a:lnTo>
                <a:lnTo>
                  <a:pt x="85726" y="1258630"/>
                </a:lnTo>
                <a:lnTo>
                  <a:pt x="85655" y="1243822"/>
                </a:lnTo>
                <a:lnTo>
                  <a:pt x="85546" y="1229015"/>
                </a:lnTo>
                <a:lnTo>
                  <a:pt x="85399" y="1214207"/>
                </a:lnTo>
                <a:lnTo>
                  <a:pt x="85216" y="1199400"/>
                </a:lnTo>
                <a:lnTo>
                  <a:pt x="84998" y="1184593"/>
                </a:lnTo>
                <a:lnTo>
                  <a:pt x="84748" y="1169785"/>
                </a:lnTo>
                <a:lnTo>
                  <a:pt x="84471" y="1154978"/>
                </a:lnTo>
                <a:lnTo>
                  <a:pt x="84167" y="1140170"/>
                </a:lnTo>
                <a:lnTo>
                  <a:pt x="83834" y="1125363"/>
                </a:lnTo>
                <a:lnTo>
                  <a:pt x="83467" y="1110556"/>
                </a:lnTo>
                <a:lnTo>
                  <a:pt x="83060" y="1095748"/>
                </a:lnTo>
                <a:lnTo>
                  <a:pt x="82599" y="1080941"/>
                </a:lnTo>
                <a:lnTo>
                  <a:pt x="82073" y="1066133"/>
                </a:lnTo>
                <a:lnTo>
                  <a:pt x="81471" y="1051326"/>
                </a:lnTo>
                <a:lnTo>
                  <a:pt x="80784" y="1036519"/>
                </a:lnTo>
                <a:lnTo>
                  <a:pt x="80010" y="1021711"/>
                </a:lnTo>
                <a:lnTo>
                  <a:pt x="79157" y="1006904"/>
                </a:lnTo>
                <a:lnTo>
                  <a:pt x="78246" y="992096"/>
                </a:lnTo>
                <a:lnTo>
                  <a:pt x="77305" y="977289"/>
                </a:lnTo>
                <a:lnTo>
                  <a:pt x="76378" y="962482"/>
                </a:lnTo>
                <a:lnTo>
                  <a:pt x="75511" y="947674"/>
                </a:lnTo>
                <a:lnTo>
                  <a:pt x="74759" y="932867"/>
                </a:lnTo>
                <a:lnTo>
                  <a:pt x="74170" y="918059"/>
                </a:lnTo>
                <a:lnTo>
                  <a:pt x="73785" y="903252"/>
                </a:lnTo>
                <a:lnTo>
                  <a:pt x="73634" y="888444"/>
                </a:lnTo>
                <a:lnTo>
                  <a:pt x="73726" y="873637"/>
                </a:lnTo>
                <a:lnTo>
                  <a:pt x="74053" y="858830"/>
                </a:lnTo>
                <a:lnTo>
                  <a:pt x="74587" y="844022"/>
                </a:lnTo>
                <a:lnTo>
                  <a:pt x="75283" y="829215"/>
                </a:lnTo>
                <a:lnTo>
                  <a:pt x="76084" y="814407"/>
                </a:lnTo>
                <a:lnTo>
                  <a:pt x="76926" y="799600"/>
                </a:lnTo>
                <a:lnTo>
                  <a:pt x="77744" y="784793"/>
                </a:lnTo>
                <a:lnTo>
                  <a:pt x="78478" y="769985"/>
                </a:lnTo>
                <a:lnTo>
                  <a:pt x="79079" y="755178"/>
                </a:lnTo>
                <a:lnTo>
                  <a:pt x="79510" y="740370"/>
                </a:lnTo>
                <a:lnTo>
                  <a:pt x="79751" y="725563"/>
                </a:lnTo>
                <a:lnTo>
                  <a:pt x="79800" y="710756"/>
                </a:lnTo>
                <a:lnTo>
                  <a:pt x="79670" y="695948"/>
                </a:lnTo>
                <a:lnTo>
                  <a:pt x="79389" y="681141"/>
                </a:lnTo>
                <a:lnTo>
                  <a:pt x="78994" y="666333"/>
                </a:lnTo>
                <a:lnTo>
                  <a:pt x="78533" y="651526"/>
                </a:lnTo>
                <a:lnTo>
                  <a:pt x="78052" y="636719"/>
                </a:lnTo>
                <a:lnTo>
                  <a:pt x="77601" y="621911"/>
                </a:lnTo>
                <a:lnTo>
                  <a:pt x="77222" y="607104"/>
                </a:lnTo>
                <a:lnTo>
                  <a:pt x="76950" y="592296"/>
                </a:lnTo>
                <a:lnTo>
                  <a:pt x="76809" y="577489"/>
                </a:lnTo>
                <a:lnTo>
                  <a:pt x="76813" y="562682"/>
                </a:lnTo>
                <a:lnTo>
                  <a:pt x="76963" y="547874"/>
                </a:lnTo>
                <a:lnTo>
                  <a:pt x="77251" y="533067"/>
                </a:lnTo>
                <a:lnTo>
                  <a:pt x="77662" y="518259"/>
                </a:lnTo>
                <a:lnTo>
                  <a:pt x="78175" y="503452"/>
                </a:lnTo>
                <a:lnTo>
                  <a:pt x="78763" y="488644"/>
                </a:lnTo>
                <a:lnTo>
                  <a:pt x="79403" y="473837"/>
                </a:lnTo>
                <a:lnTo>
                  <a:pt x="80070" y="459030"/>
                </a:lnTo>
                <a:lnTo>
                  <a:pt x="80740" y="444222"/>
                </a:lnTo>
                <a:lnTo>
                  <a:pt x="81394" y="429415"/>
                </a:lnTo>
                <a:lnTo>
                  <a:pt x="82014" y="414607"/>
                </a:lnTo>
                <a:lnTo>
                  <a:pt x="82585" y="399800"/>
                </a:lnTo>
                <a:lnTo>
                  <a:pt x="83093" y="384993"/>
                </a:lnTo>
                <a:lnTo>
                  <a:pt x="83525" y="370185"/>
                </a:lnTo>
                <a:lnTo>
                  <a:pt x="83867" y="355378"/>
                </a:lnTo>
                <a:lnTo>
                  <a:pt x="84103" y="340570"/>
                </a:lnTo>
                <a:lnTo>
                  <a:pt x="84214" y="325763"/>
                </a:lnTo>
                <a:lnTo>
                  <a:pt x="84176" y="310956"/>
                </a:lnTo>
                <a:lnTo>
                  <a:pt x="83958" y="296148"/>
                </a:lnTo>
                <a:lnTo>
                  <a:pt x="83517" y="281341"/>
                </a:lnTo>
                <a:lnTo>
                  <a:pt x="82801" y="266533"/>
                </a:lnTo>
                <a:lnTo>
                  <a:pt x="81743" y="251726"/>
                </a:lnTo>
                <a:lnTo>
                  <a:pt x="80263" y="236919"/>
                </a:lnTo>
                <a:lnTo>
                  <a:pt x="78271" y="222111"/>
                </a:lnTo>
                <a:lnTo>
                  <a:pt x="75668" y="207304"/>
                </a:lnTo>
                <a:lnTo>
                  <a:pt x="72360" y="192496"/>
                </a:lnTo>
                <a:lnTo>
                  <a:pt x="68268" y="177689"/>
                </a:lnTo>
                <a:lnTo>
                  <a:pt x="63343" y="162881"/>
                </a:lnTo>
                <a:lnTo>
                  <a:pt x="57582" y="148074"/>
                </a:lnTo>
                <a:lnTo>
                  <a:pt x="51047" y="133267"/>
                </a:lnTo>
                <a:lnTo>
                  <a:pt x="43873" y="118459"/>
                </a:lnTo>
                <a:lnTo>
                  <a:pt x="36275" y="103652"/>
                </a:lnTo>
                <a:lnTo>
                  <a:pt x="28547" y="88844"/>
                </a:lnTo>
                <a:lnTo>
                  <a:pt x="21043" y="74037"/>
                </a:lnTo>
                <a:lnTo>
                  <a:pt x="14156" y="59230"/>
                </a:lnTo>
                <a:lnTo>
                  <a:pt x="8283" y="44422"/>
                </a:lnTo>
                <a:lnTo>
                  <a:pt x="3788" y="29615"/>
                </a:lnTo>
                <a:lnTo>
                  <a:pt x="96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4" y="14807"/>
                </a:lnTo>
                <a:lnTo>
                  <a:pt x="173799" y="29615"/>
                </a:lnTo>
                <a:lnTo>
                  <a:pt x="169304" y="44422"/>
                </a:lnTo>
                <a:lnTo>
                  <a:pt x="163431" y="59230"/>
                </a:lnTo>
                <a:lnTo>
                  <a:pt x="156544" y="74037"/>
                </a:lnTo>
                <a:lnTo>
                  <a:pt x="149040" y="88844"/>
                </a:lnTo>
                <a:lnTo>
                  <a:pt x="141312" y="103652"/>
                </a:lnTo>
                <a:lnTo>
                  <a:pt x="133714" y="118459"/>
                </a:lnTo>
                <a:lnTo>
                  <a:pt x="126540" y="133267"/>
                </a:lnTo>
                <a:lnTo>
                  <a:pt x="120005" y="148074"/>
                </a:lnTo>
                <a:lnTo>
                  <a:pt x="114244" y="162881"/>
                </a:lnTo>
                <a:lnTo>
                  <a:pt x="109319" y="177689"/>
                </a:lnTo>
                <a:lnTo>
                  <a:pt x="105227" y="192496"/>
                </a:lnTo>
                <a:lnTo>
                  <a:pt x="101919" y="207304"/>
                </a:lnTo>
                <a:lnTo>
                  <a:pt x="99316" y="222111"/>
                </a:lnTo>
                <a:lnTo>
                  <a:pt x="97324" y="236919"/>
                </a:lnTo>
                <a:lnTo>
                  <a:pt x="95844" y="251726"/>
                </a:lnTo>
                <a:lnTo>
                  <a:pt x="94786" y="266533"/>
                </a:lnTo>
                <a:lnTo>
                  <a:pt x="94070" y="281341"/>
                </a:lnTo>
                <a:lnTo>
                  <a:pt x="93629" y="296148"/>
                </a:lnTo>
                <a:lnTo>
                  <a:pt x="93411" y="310956"/>
                </a:lnTo>
                <a:lnTo>
                  <a:pt x="93373" y="325763"/>
                </a:lnTo>
                <a:lnTo>
                  <a:pt x="93484" y="340570"/>
                </a:lnTo>
                <a:lnTo>
                  <a:pt x="93720" y="355378"/>
                </a:lnTo>
                <a:lnTo>
                  <a:pt x="94062" y="370185"/>
                </a:lnTo>
                <a:lnTo>
                  <a:pt x="94494" y="384993"/>
                </a:lnTo>
                <a:lnTo>
                  <a:pt x="95002" y="399800"/>
                </a:lnTo>
                <a:lnTo>
                  <a:pt x="95573" y="414607"/>
                </a:lnTo>
                <a:lnTo>
                  <a:pt x="96193" y="429415"/>
                </a:lnTo>
                <a:lnTo>
                  <a:pt x="96847" y="444222"/>
                </a:lnTo>
                <a:lnTo>
                  <a:pt x="97517" y="459030"/>
                </a:lnTo>
                <a:lnTo>
                  <a:pt x="98184" y="473837"/>
                </a:lnTo>
                <a:lnTo>
                  <a:pt x="98824" y="488644"/>
                </a:lnTo>
                <a:lnTo>
                  <a:pt x="99413" y="503452"/>
                </a:lnTo>
                <a:lnTo>
                  <a:pt x="99925" y="518259"/>
                </a:lnTo>
                <a:lnTo>
                  <a:pt x="100336" y="533067"/>
                </a:lnTo>
                <a:lnTo>
                  <a:pt x="100624" y="547874"/>
                </a:lnTo>
                <a:lnTo>
                  <a:pt x="100774" y="562682"/>
                </a:lnTo>
                <a:lnTo>
                  <a:pt x="100778" y="577489"/>
                </a:lnTo>
                <a:lnTo>
                  <a:pt x="100637" y="592296"/>
                </a:lnTo>
                <a:lnTo>
                  <a:pt x="100365" y="607104"/>
                </a:lnTo>
                <a:lnTo>
                  <a:pt x="99986" y="621911"/>
                </a:lnTo>
                <a:lnTo>
                  <a:pt x="99535" y="636719"/>
                </a:lnTo>
                <a:lnTo>
                  <a:pt x="99055" y="651526"/>
                </a:lnTo>
                <a:lnTo>
                  <a:pt x="98593" y="666333"/>
                </a:lnTo>
                <a:lnTo>
                  <a:pt x="98198" y="681141"/>
                </a:lnTo>
                <a:lnTo>
                  <a:pt x="97917" y="695948"/>
                </a:lnTo>
                <a:lnTo>
                  <a:pt x="97787" y="710756"/>
                </a:lnTo>
                <a:lnTo>
                  <a:pt x="97836" y="725563"/>
                </a:lnTo>
                <a:lnTo>
                  <a:pt x="98078" y="740370"/>
                </a:lnTo>
                <a:lnTo>
                  <a:pt x="98508" y="755178"/>
                </a:lnTo>
                <a:lnTo>
                  <a:pt x="99109" y="769985"/>
                </a:lnTo>
                <a:lnTo>
                  <a:pt x="99843" y="784793"/>
                </a:lnTo>
                <a:lnTo>
                  <a:pt x="100661" y="799600"/>
                </a:lnTo>
                <a:lnTo>
                  <a:pt x="101503" y="814407"/>
                </a:lnTo>
                <a:lnTo>
                  <a:pt x="102304" y="829215"/>
                </a:lnTo>
                <a:lnTo>
                  <a:pt x="103000" y="844022"/>
                </a:lnTo>
                <a:lnTo>
                  <a:pt x="103534" y="858830"/>
                </a:lnTo>
                <a:lnTo>
                  <a:pt x="103861" y="873637"/>
                </a:lnTo>
                <a:lnTo>
                  <a:pt x="103954" y="888444"/>
                </a:lnTo>
                <a:lnTo>
                  <a:pt x="103802" y="903252"/>
                </a:lnTo>
                <a:lnTo>
                  <a:pt x="103418" y="918059"/>
                </a:lnTo>
                <a:lnTo>
                  <a:pt x="102828" y="932867"/>
                </a:lnTo>
                <a:lnTo>
                  <a:pt x="102076" y="947674"/>
                </a:lnTo>
                <a:lnTo>
                  <a:pt x="101209" y="962482"/>
                </a:lnTo>
                <a:lnTo>
                  <a:pt x="100282" y="977289"/>
                </a:lnTo>
                <a:lnTo>
                  <a:pt x="99341" y="992096"/>
                </a:lnTo>
                <a:lnTo>
                  <a:pt x="98430" y="1006904"/>
                </a:lnTo>
                <a:lnTo>
                  <a:pt x="97577" y="1021711"/>
                </a:lnTo>
                <a:lnTo>
                  <a:pt x="96804" y="1036519"/>
                </a:lnTo>
                <a:lnTo>
                  <a:pt x="96116" y="1051326"/>
                </a:lnTo>
                <a:lnTo>
                  <a:pt x="95514" y="1066133"/>
                </a:lnTo>
                <a:lnTo>
                  <a:pt x="94988" y="1080941"/>
                </a:lnTo>
                <a:lnTo>
                  <a:pt x="94528" y="1095748"/>
                </a:lnTo>
                <a:lnTo>
                  <a:pt x="94120" y="1110556"/>
                </a:lnTo>
                <a:lnTo>
                  <a:pt x="93754" y="1125363"/>
                </a:lnTo>
                <a:lnTo>
                  <a:pt x="93421" y="1140170"/>
                </a:lnTo>
                <a:lnTo>
                  <a:pt x="93116" y="1154978"/>
                </a:lnTo>
                <a:lnTo>
                  <a:pt x="92839" y="1169785"/>
                </a:lnTo>
                <a:lnTo>
                  <a:pt x="92590" y="1184593"/>
                </a:lnTo>
                <a:lnTo>
                  <a:pt x="92372" y="1199400"/>
                </a:lnTo>
                <a:lnTo>
                  <a:pt x="92188" y="1214207"/>
                </a:lnTo>
                <a:lnTo>
                  <a:pt x="92041" y="1229015"/>
                </a:lnTo>
                <a:lnTo>
                  <a:pt x="91932" y="1243822"/>
                </a:lnTo>
                <a:lnTo>
                  <a:pt x="91861" y="1258630"/>
                </a:lnTo>
                <a:lnTo>
                  <a:pt x="91824" y="1273437"/>
                </a:lnTo>
                <a:lnTo>
                  <a:pt x="91817" y="1288245"/>
                </a:lnTo>
                <a:lnTo>
                  <a:pt x="91834" y="1303052"/>
                </a:lnTo>
                <a:lnTo>
                  <a:pt x="91868" y="1317859"/>
                </a:lnTo>
                <a:lnTo>
                  <a:pt x="91915" y="1332667"/>
                </a:lnTo>
                <a:lnTo>
                  <a:pt x="91969" y="1347474"/>
                </a:lnTo>
                <a:lnTo>
                  <a:pt x="92029" y="1362282"/>
                </a:lnTo>
                <a:lnTo>
                  <a:pt x="92094" y="1377089"/>
                </a:lnTo>
                <a:lnTo>
                  <a:pt x="92168" y="1391896"/>
                </a:lnTo>
                <a:lnTo>
                  <a:pt x="92257" y="1406704"/>
                </a:lnTo>
                <a:lnTo>
                  <a:pt x="92367" y="1421511"/>
                </a:lnTo>
                <a:lnTo>
                  <a:pt x="92508" y="1436319"/>
                </a:lnTo>
                <a:lnTo>
                  <a:pt x="92694" y="1451126"/>
                </a:lnTo>
                <a:lnTo>
                  <a:pt x="92940" y="1465933"/>
                </a:lnTo>
                <a:lnTo>
                  <a:pt x="93264" y="1480741"/>
                </a:lnTo>
                <a:lnTo>
                  <a:pt x="93689" y="1495548"/>
                </a:lnTo>
                <a:lnTo>
                  <a:pt x="94246" y="1510356"/>
                </a:lnTo>
                <a:lnTo>
                  <a:pt x="94971" y="1525163"/>
                </a:lnTo>
                <a:lnTo>
                  <a:pt x="95905" y="1539970"/>
                </a:lnTo>
                <a:lnTo>
                  <a:pt x="97098" y="1554778"/>
                </a:lnTo>
                <a:lnTo>
                  <a:pt x="98599" y="1569585"/>
                </a:lnTo>
                <a:lnTo>
                  <a:pt x="100457" y="1584393"/>
                </a:lnTo>
                <a:lnTo>
                  <a:pt x="102713" y="1599200"/>
                </a:lnTo>
                <a:lnTo>
                  <a:pt x="105389" y="1614007"/>
                </a:lnTo>
                <a:lnTo>
                  <a:pt x="108484" y="1628815"/>
                </a:lnTo>
                <a:lnTo>
                  <a:pt x="111963" y="1643622"/>
                </a:lnTo>
                <a:lnTo>
                  <a:pt x="115754" y="1658430"/>
                </a:lnTo>
                <a:lnTo>
                  <a:pt x="119744" y="1673237"/>
                </a:lnTo>
                <a:lnTo>
                  <a:pt x="123783" y="1688045"/>
                </a:lnTo>
                <a:lnTo>
                  <a:pt x="127687" y="1702852"/>
                </a:lnTo>
                <a:lnTo>
                  <a:pt x="131258" y="1717659"/>
                </a:lnTo>
                <a:lnTo>
                  <a:pt x="134295" y="1732467"/>
                </a:lnTo>
                <a:lnTo>
                  <a:pt x="136615" y="1747274"/>
                </a:lnTo>
                <a:lnTo>
                  <a:pt x="138070" y="1762082"/>
                </a:lnTo>
                <a:lnTo>
                  <a:pt x="138567" y="1776889"/>
                </a:lnTo>
                <a:lnTo>
                  <a:pt x="138567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9" name="data_8115">
            <a:extLst xmlns:a="http://schemas.openxmlformats.org/drawingml/2006/main">
              <a:ext uri="{FF2B5EF4-FFF2-40B4-BE49-F238E27FC236}">
                <a16:creationId xmlns:a16="http://schemas.microsoft.com/office/drawing/2014/main" id="{2BBF5AFB-B7AF-449D-BCE9-980AD2D9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454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24593" y="1776889"/>
                </a:moveTo>
                <a:lnTo>
                  <a:pt x="52994" y="1776889"/>
                </a:lnTo>
                <a:lnTo>
                  <a:pt x="53346" y="1762082"/>
                </a:lnTo>
                <a:lnTo>
                  <a:pt x="54376" y="1747274"/>
                </a:lnTo>
                <a:lnTo>
                  <a:pt x="56019" y="1732467"/>
                </a:lnTo>
                <a:lnTo>
                  <a:pt x="58170" y="1717659"/>
                </a:lnTo>
                <a:lnTo>
                  <a:pt x="60700" y="1702852"/>
                </a:lnTo>
                <a:lnTo>
                  <a:pt x="63467" y="1688045"/>
                </a:lnTo>
                <a:lnTo>
                  <a:pt x="66331" y="1673237"/>
                </a:lnTo>
                <a:lnTo>
                  <a:pt x="69162" y="1658430"/>
                </a:lnTo>
                <a:lnTo>
                  <a:pt x="71855" y="1643622"/>
                </a:lnTo>
                <a:lnTo>
                  <a:pt x="74329" y="1628815"/>
                </a:lnTo>
                <a:lnTo>
                  <a:pt x="76532" y="1614007"/>
                </a:lnTo>
                <a:lnTo>
                  <a:pt x="78441" y="1599200"/>
                </a:lnTo>
                <a:lnTo>
                  <a:pt x="80054" y="1584393"/>
                </a:lnTo>
                <a:lnTo>
                  <a:pt x="81387" y="1569585"/>
                </a:lnTo>
                <a:lnTo>
                  <a:pt x="82469" y="1554778"/>
                </a:lnTo>
                <a:lnTo>
                  <a:pt x="83332" y="1539970"/>
                </a:lnTo>
                <a:lnTo>
                  <a:pt x="84013" y="1525163"/>
                </a:lnTo>
                <a:lnTo>
                  <a:pt x="84545" y="1510356"/>
                </a:lnTo>
                <a:lnTo>
                  <a:pt x="84959" y="1495548"/>
                </a:lnTo>
                <a:lnTo>
                  <a:pt x="85280" y="1480741"/>
                </a:lnTo>
                <a:lnTo>
                  <a:pt x="85529" y="1465933"/>
                </a:lnTo>
                <a:lnTo>
                  <a:pt x="85723" y="1451126"/>
                </a:lnTo>
                <a:lnTo>
                  <a:pt x="85877" y="1436319"/>
                </a:lnTo>
                <a:lnTo>
                  <a:pt x="86002" y="1421511"/>
                </a:lnTo>
                <a:lnTo>
                  <a:pt x="86110" y="1406704"/>
                </a:lnTo>
                <a:lnTo>
                  <a:pt x="86208" y="1391896"/>
                </a:lnTo>
                <a:lnTo>
                  <a:pt x="86303" y="1377089"/>
                </a:lnTo>
                <a:lnTo>
                  <a:pt x="86401" y="1362282"/>
                </a:lnTo>
                <a:lnTo>
                  <a:pt x="86504" y="1347474"/>
                </a:lnTo>
                <a:lnTo>
                  <a:pt x="86613" y="1332667"/>
                </a:lnTo>
                <a:lnTo>
                  <a:pt x="86725" y="1317859"/>
                </a:lnTo>
                <a:lnTo>
                  <a:pt x="86835" y="1303052"/>
                </a:lnTo>
                <a:lnTo>
                  <a:pt x="86935" y="1288245"/>
                </a:lnTo>
                <a:lnTo>
                  <a:pt x="87018" y="1273437"/>
                </a:lnTo>
                <a:lnTo>
                  <a:pt x="87075" y="1258630"/>
                </a:lnTo>
                <a:lnTo>
                  <a:pt x="87098" y="1243822"/>
                </a:lnTo>
                <a:lnTo>
                  <a:pt x="87080" y="1229015"/>
                </a:lnTo>
                <a:lnTo>
                  <a:pt x="87016" y="1214207"/>
                </a:lnTo>
                <a:lnTo>
                  <a:pt x="86904" y="1199400"/>
                </a:lnTo>
                <a:lnTo>
                  <a:pt x="86745" y="1184593"/>
                </a:lnTo>
                <a:lnTo>
                  <a:pt x="86541" y="1169785"/>
                </a:lnTo>
                <a:lnTo>
                  <a:pt x="86296" y="1154978"/>
                </a:lnTo>
                <a:lnTo>
                  <a:pt x="86013" y="1140170"/>
                </a:lnTo>
                <a:lnTo>
                  <a:pt x="85697" y="1125363"/>
                </a:lnTo>
                <a:lnTo>
                  <a:pt x="85348" y="1110556"/>
                </a:lnTo>
                <a:lnTo>
                  <a:pt x="84965" y="1095748"/>
                </a:lnTo>
                <a:lnTo>
                  <a:pt x="84547" y="1080941"/>
                </a:lnTo>
                <a:lnTo>
                  <a:pt x="84087" y="1066133"/>
                </a:lnTo>
                <a:lnTo>
                  <a:pt x="83581" y="1051326"/>
                </a:lnTo>
                <a:lnTo>
                  <a:pt x="83024" y="1036519"/>
                </a:lnTo>
                <a:lnTo>
                  <a:pt x="82416" y="1021711"/>
                </a:lnTo>
                <a:lnTo>
                  <a:pt x="81763" y="1006904"/>
                </a:lnTo>
                <a:lnTo>
                  <a:pt x="81078" y="992096"/>
                </a:lnTo>
                <a:lnTo>
                  <a:pt x="80380" y="977289"/>
                </a:lnTo>
                <a:lnTo>
                  <a:pt x="79699" y="962482"/>
                </a:lnTo>
                <a:lnTo>
                  <a:pt x="79067" y="947674"/>
                </a:lnTo>
                <a:lnTo>
                  <a:pt x="78520" y="932867"/>
                </a:lnTo>
                <a:lnTo>
                  <a:pt x="78093" y="918059"/>
                </a:lnTo>
                <a:lnTo>
                  <a:pt x="77816" y="903252"/>
                </a:lnTo>
                <a:lnTo>
                  <a:pt x="77709" y="888444"/>
                </a:lnTo>
                <a:lnTo>
                  <a:pt x="77779" y="873637"/>
                </a:lnTo>
                <a:lnTo>
                  <a:pt x="78022" y="858830"/>
                </a:lnTo>
                <a:lnTo>
                  <a:pt x="78418" y="844022"/>
                </a:lnTo>
                <a:lnTo>
                  <a:pt x="78939" y="829215"/>
                </a:lnTo>
                <a:lnTo>
                  <a:pt x="79544" y="814407"/>
                </a:lnTo>
                <a:lnTo>
                  <a:pt x="80191" y="799600"/>
                </a:lnTo>
                <a:lnTo>
                  <a:pt x="80834" y="784793"/>
                </a:lnTo>
                <a:lnTo>
                  <a:pt x="81434" y="769985"/>
                </a:lnTo>
                <a:lnTo>
                  <a:pt x="81955" y="755178"/>
                </a:lnTo>
                <a:lnTo>
                  <a:pt x="82372" y="740370"/>
                </a:lnTo>
                <a:lnTo>
                  <a:pt x="82673" y="725563"/>
                </a:lnTo>
                <a:lnTo>
                  <a:pt x="82852" y="710756"/>
                </a:lnTo>
                <a:lnTo>
                  <a:pt x="82917" y="695948"/>
                </a:lnTo>
                <a:lnTo>
                  <a:pt x="82884" y="681141"/>
                </a:lnTo>
                <a:lnTo>
                  <a:pt x="82774" y="666333"/>
                </a:lnTo>
                <a:lnTo>
                  <a:pt x="82614" y="651526"/>
                </a:lnTo>
                <a:lnTo>
                  <a:pt x="82432" y="636719"/>
                </a:lnTo>
                <a:lnTo>
                  <a:pt x="82256" y="621911"/>
                </a:lnTo>
                <a:lnTo>
                  <a:pt x="82111" y="607104"/>
                </a:lnTo>
                <a:lnTo>
                  <a:pt x="82015" y="592296"/>
                </a:lnTo>
                <a:lnTo>
                  <a:pt x="81983" y="577489"/>
                </a:lnTo>
                <a:lnTo>
                  <a:pt x="82024" y="562682"/>
                </a:lnTo>
                <a:lnTo>
                  <a:pt x="82140" y="547874"/>
                </a:lnTo>
                <a:lnTo>
                  <a:pt x="82327" y="533067"/>
                </a:lnTo>
                <a:lnTo>
                  <a:pt x="82580" y="518259"/>
                </a:lnTo>
                <a:lnTo>
                  <a:pt x="82888" y="503452"/>
                </a:lnTo>
                <a:lnTo>
                  <a:pt x="83240" y="488644"/>
                </a:lnTo>
                <a:lnTo>
                  <a:pt x="83624" y="473837"/>
                </a:lnTo>
                <a:lnTo>
                  <a:pt x="84028" y="459030"/>
                </a:lnTo>
                <a:lnTo>
                  <a:pt x="84440" y="444222"/>
                </a:lnTo>
                <a:lnTo>
                  <a:pt x="84849" y="429415"/>
                </a:lnTo>
                <a:lnTo>
                  <a:pt x="85244" y="414607"/>
                </a:lnTo>
                <a:lnTo>
                  <a:pt x="85614" y="399800"/>
                </a:lnTo>
                <a:lnTo>
                  <a:pt x="85948" y="384993"/>
                </a:lnTo>
                <a:lnTo>
                  <a:pt x="86235" y="370185"/>
                </a:lnTo>
                <a:lnTo>
                  <a:pt x="86461" y="355378"/>
                </a:lnTo>
                <a:lnTo>
                  <a:pt x="86611" y="340570"/>
                </a:lnTo>
                <a:lnTo>
                  <a:pt x="86666" y="325763"/>
                </a:lnTo>
                <a:lnTo>
                  <a:pt x="86599" y="310956"/>
                </a:lnTo>
                <a:lnTo>
                  <a:pt x="86377" y="296148"/>
                </a:lnTo>
                <a:lnTo>
                  <a:pt x="85954" y="281341"/>
                </a:lnTo>
                <a:lnTo>
                  <a:pt x="85269" y="266533"/>
                </a:lnTo>
                <a:lnTo>
                  <a:pt x="84249" y="251726"/>
                </a:lnTo>
                <a:lnTo>
                  <a:pt x="82803" y="236919"/>
                </a:lnTo>
                <a:lnTo>
                  <a:pt x="80829" y="222111"/>
                </a:lnTo>
                <a:lnTo>
                  <a:pt x="78218" y="207304"/>
                </a:lnTo>
                <a:lnTo>
                  <a:pt x="74867" y="192496"/>
                </a:lnTo>
                <a:lnTo>
                  <a:pt x="70688" y="177689"/>
                </a:lnTo>
                <a:lnTo>
                  <a:pt x="65628" y="162881"/>
                </a:lnTo>
                <a:lnTo>
                  <a:pt x="59686" y="148074"/>
                </a:lnTo>
                <a:lnTo>
                  <a:pt x="52925" y="133267"/>
                </a:lnTo>
                <a:lnTo>
                  <a:pt x="45491" y="118459"/>
                </a:lnTo>
                <a:lnTo>
                  <a:pt x="37613" y="103652"/>
                </a:lnTo>
                <a:lnTo>
                  <a:pt x="29596" y="88844"/>
                </a:lnTo>
                <a:lnTo>
                  <a:pt x="21812" y="74037"/>
                </a:lnTo>
                <a:lnTo>
                  <a:pt x="14671" y="59230"/>
                </a:lnTo>
                <a:lnTo>
                  <a:pt x="8582" y="44422"/>
                </a:lnTo>
                <a:lnTo>
                  <a:pt x="3924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9" y="14807"/>
                </a:lnTo>
                <a:lnTo>
                  <a:pt x="173663" y="29615"/>
                </a:lnTo>
                <a:lnTo>
                  <a:pt x="169005" y="44422"/>
                </a:lnTo>
                <a:lnTo>
                  <a:pt x="162917" y="59230"/>
                </a:lnTo>
                <a:lnTo>
                  <a:pt x="155775" y="74037"/>
                </a:lnTo>
                <a:lnTo>
                  <a:pt x="147991" y="88844"/>
                </a:lnTo>
                <a:lnTo>
                  <a:pt x="139975" y="103652"/>
                </a:lnTo>
                <a:lnTo>
                  <a:pt x="132096" y="118459"/>
                </a:lnTo>
                <a:lnTo>
                  <a:pt x="124662" y="133267"/>
                </a:lnTo>
                <a:lnTo>
                  <a:pt x="117902" y="148074"/>
                </a:lnTo>
                <a:lnTo>
                  <a:pt x="111959" y="162881"/>
                </a:lnTo>
                <a:lnTo>
                  <a:pt x="106899" y="177689"/>
                </a:lnTo>
                <a:lnTo>
                  <a:pt x="102720" y="192496"/>
                </a:lnTo>
                <a:lnTo>
                  <a:pt x="99369" y="207304"/>
                </a:lnTo>
                <a:lnTo>
                  <a:pt x="96758" y="222111"/>
                </a:lnTo>
                <a:lnTo>
                  <a:pt x="94784" y="236919"/>
                </a:lnTo>
                <a:lnTo>
                  <a:pt x="93338" y="251726"/>
                </a:lnTo>
                <a:lnTo>
                  <a:pt x="92318" y="266533"/>
                </a:lnTo>
                <a:lnTo>
                  <a:pt x="91634" y="281341"/>
                </a:lnTo>
                <a:lnTo>
                  <a:pt x="91210" y="296148"/>
                </a:lnTo>
                <a:lnTo>
                  <a:pt x="90988" y="310956"/>
                </a:lnTo>
                <a:lnTo>
                  <a:pt x="90922" y="325763"/>
                </a:lnTo>
                <a:lnTo>
                  <a:pt x="90976" y="340570"/>
                </a:lnTo>
                <a:lnTo>
                  <a:pt x="91126" y="355378"/>
                </a:lnTo>
                <a:lnTo>
                  <a:pt x="91352" y="370185"/>
                </a:lnTo>
                <a:lnTo>
                  <a:pt x="91639" y="384993"/>
                </a:lnTo>
                <a:lnTo>
                  <a:pt x="91973" y="399800"/>
                </a:lnTo>
                <a:lnTo>
                  <a:pt x="92343" y="414607"/>
                </a:lnTo>
                <a:lnTo>
                  <a:pt x="92738" y="429415"/>
                </a:lnTo>
                <a:lnTo>
                  <a:pt x="93147" y="444222"/>
                </a:lnTo>
                <a:lnTo>
                  <a:pt x="93559" y="459030"/>
                </a:lnTo>
                <a:lnTo>
                  <a:pt x="93963" y="473837"/>
                </a:lnTo>
                <a:lnTo>
                  <a:pt x="94347" y="488644"/>
                </a:lnTo>
                <a:lnTo>
                  <a:pt x="94700" y="503452"/>
                </a:lnTo>
                <a:lnTo>
                  <a:pt x="95008" y="518259"/>
                </a:lnTo>
                <a:lnTo>
                  <a:pt x="95260" y="533067"/>
                </a:lnTo>
                <a:lnTo>
                  <a:pt x="95447" y="547874"/>
                </a:lnTo>
                <a:lnTo>
                  <a:pt x="95563" y="562682"/>
                </a:lnTo>
                <a:lnTo>
                  <a:pt x="95604" y="577489"/>
                </a:lnTo>
                <a:lnTo>
                  <a:pt x="95572" y="592296"/>
                </a:lnTo>
                <a:lnTo>
                  <a:pt x="95476" y="607104"/>
                </a:lnTo>
                <a:lnTo>
                  <a:pt x="95331" y="621911"/>
                </a:lnTo>
                <a:lnTo>
                  <a:pt x="95155" y="636719"/>
                </a:lnTo>
                <a:lnTo>
                  <a:pt x="94973" y="651526"/>
                </a:lnTo>
                <a:lnTo>
                  <a:pt x="94814" y="666333"/>
                </a:lnTo>
                <a:lnTo>
                  <a:pt x="94704" y="681141"/>
                </a:lnTo>
                <a:lnTo>
                  <a:pt x="94670" y="695948"/>
                </a:lnTo>
                <a:lnTo>
                  <a:pt x="94735" y="710756"/>
                </a:lnTo>
                <a:lnTo>
                  <a:pt x="94915" y="725563"/>
                </a:lnTo>
                <a:lnTo>
                  <a:pt x="95215" y="740370"/>
                </a:lnTo>
                <a:lnTo>
                  <a:pt x="95633" y="755178"/>
                </a:lnTo>
                <a:lnTo>
                  <a:pt x="96154" y="769985"/>
                </a:lnTo>
                <a:lnTo>
                  <a:pt x="96753" y="784793"/>
                </a:lnTo>
                <a:lnTo>
                  <a:pt x="97396" y="799600"/>
                </a:lnTo>
                <a:lnTo>
                  <a:pt x="98043" y="814407"/>
                </a:lnTo>
                <a:lnTo>
                  <a:pt x="98648" y="829215"/>
                </a:lnTo>
                <a:lnTo>
                  <a:pt x="99169" y="844022"/>
                </a:lnTo>
                <a:lnTo>
                  <a:pt x="99566" y="858830"/>
                </a:lnTo>
                <a:lnTo>
                  <a:pt x="99808" y="873637"/>
                </a:lnTo>
                <a:lnTo>
                  <a:pt x="99879" y="888444"/>
                </a:lnTo>
                <a:lnTo>
                  <a:pt x="99771" y="903252"/>
                </a:lnTo>
                <a:lnTo>
                  <a:pt x="99494" y="918059"/>
                </a:lnTo>
                <a:lnTo>
                  <a:pt x="99067" y="932867"/>
                </a:lnTo>
                <a:lnTo>
                  <a:pt x="98520" y="947674"/>
                </a:lnTo>
                <a:lnTo>
                  <a:pt x="97888" y="962482"/>
                </a:lnTo>
                <a:lnTo>
                  <a:pt x="97207" y="977289"/>
                </a:lnTo>
                <a:lnTo>
                  <a:pt x="96509" y="992096"/>
                </a:lnTo>
                <a:lnTo>
                  <a:pt x="95824" y="1006904"/>
                </a:lnTo>
                <a:lnTo>
                  <a:pt x="95171" y="1021711"/>
                </a:lnTo>
                <a:lnTo>
                  <a:pt x="94564" y="1036519"/>
                </a:lnTo>
                <a:lnTo>
                  <a:pt x="94007" y="1051326"/>
                </a:lnTo>
                <a:lnTo>
                  <a:pt x="93500" y="1066133"/>
                </a:lnTo>
                <a:lnTo>
                  <a:pt x="93040" y="1080941"/>
                </a:lnTo>
                <a:lnTo>
                  <a:pt x="92622" y="1095748"/>
                </a:lnTo>
                <a:lnTo>
                  <a:pt x="92239" y="1110556"/>
                </a:lnTo>
                <a:lnTo>
                  <a:pt x="91891" y="1125363"/>
                </a:lnTo>
                <a:lnTo>
                  <a:pt x="91574" y="1140170"/>
                </a:lnTo>
                <a:lnTo>
                  <a:pt x="91291" y="1154978"/>
                </a:lnTo>
                <a:lnTo>
                  <a:pt x="91046" y="1169785"/>
                </a:lnTo>
                <a:lnTo>
                  <a:pt x="90842" y="1184593"/>
                </a:lnTo>
                <a:lnTo>
                  <a:pt x="90683" y="1199400"/>
                </a:lnTo>
                <a:lnTo>
                  <a:pt x="90571" y="1214207"/>
                </a:lnTo>
                <a:lnTo>
                  <a:pt x="90507" y="1229015"/>
                </a:lnTo>
                <a:lnTo>
                  <a:pt x="90489" y="1243822"/>
                </a:lnTo>
                <a:lnTo>
                  <a:pt x="90512" y="1258630"/>
                </a:lnTo>
                <a:lnTo>
                  <a:pt x="90569" y="1273437"/>
                </a:lnTo>
                <a:lnTo>
                  <a:pt x="90652" y="1288245"/>
                </a:lnTo>
                <a:lnTo>
                  <a:pt x="90752" y="1303052"/>
                </a:lnTo>
                <a:lnTo>
                  <a:pt x="90862" y="1317859"/>
                </a:lnTo>
                <a:lnTo>
                  <a:pt x="90974" y="1332667"/>
                </a:lnTo>
                <a:lnTo>
                  <a:pt x="91083" y="1347474"/>
                </a:lnTo>
                <a:lnTo>
                  <a:pt x="91186" y="1362282"/>
                </a:lnTo>
                <a:lnTo>
                  <a:pt x="91284" y="1377089"/>
                </a:lnTo>
                <a:lnTo>
                  <a:pt x="91379" y="1391896"/>
                </a:lnTo>
                <a:lnTo>
                  <a:pt x="91477" y="1406704"/>
                </a:lnTo>
                <a:lnTo>
                  <a:pt x="91585" y="1421511"/>
                </a:lnTo>
                <a:lnTo>
                  <a:pt x="91710" y="1436319"/>
                </a:lnTo>
                <a:lnTo>
                  <a:pt x="91864" y="1451126"/>
                </a:lnTo>
                <a:lnTo>
                  <a:pt x="92058" y="1465933"/>
                </a:lnTo>
                <a:lnTo>
                  <a:pt x="92307" y="1480741"/>
                </a:lnTo>
                <a:lnTo>
                  <a:pt x="92628" y="1495548"/>
                </a:lnTo>
                <a:lnTo>
                  <a:pt x="93042" y="1510356"/>
                </a:lnTo>
                <a:lnTo>
                  <a:pt x="93574" y="1525163"/>
                </a:lnTo>
                <a:lnTo>
                  <a:pt x="94255" y="1539970"/>
                </a:lnTo>
                <a:lnTo>
                  <a:pt x="95119" y="1554778"/>
                </a:lnTo>
                <a:lnTo>
                  <a:pt x="96200" y="1569585"/>
                </a:lnTo>
                <a:lnTo>
                  <a:pt x="97533" y="1584393"/>
                </a:lnTo>
                <a:lnTo>
                  <a:pt x="99146" y="1599200"/>
                </a:lnTo>
                <a:lnTo>
                  <a:pt x="101055" y="1614007"/>
                </a:lnTo>
                <a:lnTo>
                  <a:pt x="103258" y="1628815"/>
                </a:lnTo>
                <a:lnTo>
                  <a:pt x="105732" y="1643622"/>
                </a:lnTo>
                <a:lnTo>
                  <a:pt x="108425" y="1658430"/>
                </a:lnTo>
                <a:lnTo>
                  <a:pt x="111256" y="1673237"/>
                </a:lnTo>
                <a:lnTo>
                  <a:pt x="114120" y="1688045"/>
                </a:lnTo>
                <a:lnTo>
                  <a:pt x="116887" y="1702852"/>
                </a:lnTo>
                <a:lnTo>
                  <a:pt x="119417" y="1717659"/>
                </a:lnTo>
                <a:lnTo>
                  <a:pt x="121568" y="1732467"/>
                </a:lnTo>
                <a:lnTo>
                  <a:pt x="123211" y="1747274"/>
                </a:lnTo>
                <a:lnTo>
                  <a:pt x="124242" y="1762082"/>
                </a:lnTo>
                <a:lnTo>
                  <a:pt x="124593" y="1776889"/>
                </a:lnTo>
                <a:lnTo>
                  <a:pt x="124593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0" name="data_8116">
            <a:extLst xmlns:a="http://schemas.openxmlformats.org/drawingml/2006/main">
              <a:ext uri="{FF2B5EF4-FFF2-40B4-BE49-F238E27FC236}">
                <a16:creationId xmlns:a16="http://schemas.microsoft.com/office/drawing/2014/main" id="{3516319A-FBB9-4585-954D-CC8337BC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482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6288" y="1776889"/>
                </a:moveTo>
                <a:lnTo>
                  <a:pt x="61299" y="1776889"/>
                </a:lnTo>
                <a:lnTo>
                  <a:pt x="61560" y="1762082"/>
                </a:lnTo>
                <a:lnTo>
                  <a:pt x="62327" y="1747274"/>
                </a:lnTo>
                <a:lnTo>
                  <a:pt x="63549" y="1732467"/>
                </a:lnTo>
                <a:lnTo>
                  <a:pt x="65151" y="1717659"/>
                </a:lnTo>
                <a:lnTo>
                  <a:pt x="67035" y="1702852"/>
                </a:lnTo>
                <a:lnTo>
                  <a:pt x="69098" y="1688045"/>
                </a:lnTo>
                <a:lnTo>
                  <a:pt x="71235" y="1673237"/>
                </a:lnTo>
                <a:lnTo>
                  <a:pt x="73351" y="1658430"/>
                </a:lnTo>
                <a:lnTo>
                  <a:pt x="75367" y="1643622"/>
                </a:lnTo>
                <a:lnTo>
                  <a:pt x="77223" y="1628815"/>
                </a:lnTo>
                <a:lnTo>
                  <a:pt x="78881" y="1614007"/>
                </a:lnTo>
                <a:lnTo>
                  <a:pt x="80323" y="1599200"/>
                </a:lnTo>
                <a:lnTo>
                  <a:pt x="81547" y="1584393"/>
                </a:lnTo>
                <a:lnTo>
                  <a:pt x="82566" y="1569585"/>
                </a:lnTo>
                <a:lnTo>
                  <a:pt x="83398" y="1554778"/>
                </a:lnTo>
                <a:lnTo>
                  <a:pt x="84069" y="1539970"/>
                </a:lnTo>
                <a:lnTo>
                  <a:pt x="84605" y="1525163"/>
                </a:lnTo>
                <a:lnTo>
                  <a:pt x="85029" y="1510356"/>
                </a:lnTo>
                <a:lnTo>
                  <a:pt x="85363" y="1495548"/>
                </a:lnTo>
                <a:lnTo>
                  <a:pt x="85627" y="1480741"/>
                </a:lnTo>
                <a:lnTo>
                  <a:pt x="85835" y="1465933"/>
                </a:lnTo>
                <a:lnTo>
                  <a:pt x="86000" y="1451126"/>
                </a:lnTo>
                <a:lnTo>
                  <a:pt x="86133" y="1436319"/>
                </a:lnTo>
                <a:lnTo>
                  <a:pt x="86242" y="1421511"/>
                </a:lnTo>
                <a:lnTo>
                  <a:pt x="86338" y="1406704"/>
                </a:lnTo>
                <a:lnTo>
                  <a:pt x="86426" y="1391896"/>
                </a:lnTo>
                <a:lnTo>
                  <a:pt x="86512" y="1377089"/>
                </a:lnTo>
                <a:lnTo>
                  <a:pt x="86601" y="1362282"/>
                </a:lnTo>
                <a:lnTo>
                  <a:pt x="86696" y="1347474"/>
                </a:lnTo>
                <a:lnTo>
                  <a:pt x="86795" y="1332667"/>
                </a:lnTo>
                <a:lnTo>
                  <a:pt x="86898" y="1317859"/>
                </a:lnTo>
                <a:lnTo>
                  <a:pt x="86998" y="1303052"/>
                </a:lnTo>
                <a:lnTo>
                  <a:pt x="87091" y="1288245"/>
                </a:lnTo>
                <a:lnTo>
                  <a:pt x="87167" y="1273437"/>
                </a:lnTo>
                <a:lnTo>
                  <a:pt x="87219" y="1258630"/>
                </a:lnTo>
                <a:lnTo>
                  <a:pt x="87241" y="1243822"/>
                </a:lnTo>
                <a:lnTo>
                  <a:pt x="87225" y="1229015"/>
                </a:lnTo>
                <a:lnTo>
                  <a:pt x="87168" y="1214207"/>
                </a:lnTo>
                <a:lnTo>
                  <a:pt x="87067" y="1199400"/>
                </a:lnTo>
                <a:lnTo>
                  <a:pt x="86925" y="1184593"/>
                </a:lnTo>
                <a:lnTo>
                  <a:pt x="86743" y="1169785"/>
                </a:lnTo>
                <a:lnTo>
                  <a:pt x="86526" y="1154978"/>
                </a:lnTo>
                <a:lnTo>
                  <a:pt x="86277" y="1140170"/>
                </a:lnTo>
                <a:lnTo>
                  <a:pt x="86002" y="1125363"/>
                </a:lnTo>
                <a:lnTo>
                  <a:pt x="85702" y="1110556"/>
                </a:lnTo>
                <a:lnTo>
                  <a:pt x="85378" y="1095748"/>
                </a:lnTo>
                <a:lnTo>
                  <a:pt x="85028" y="1080941"/>
                </a:lnTo>
                <a:lnTo>
                  <a:pt x="84649" y="1066133"/>
                </a:lnTo>
                <a:lnTo>
                  <a:pt x="84236" y="1051326"/>
                </a:lnTo>
                <a:lnTo>
                  <a:pt x="83786" y="1036519"/>
                </a:lnTo>
                <a:lnTo>
                  <a:pt x="83298" y="1021711"/>
                </a:lnTo>
                <a:lnTo>
                  <a:pt x="82775" y="1006904"/>
                </a:lnTo>
                <a:lnTo>
                  <a:pt x="82227" y="992096"/>
                </a:lnTo>
                <a:lnTo>
                  <a:pt x="81669" y="977289"/>
                </a:lnTo>
                <a:lnTo>
                  <a:pt x="81124" y="962482"/>
                </a:lnTo>
                <a:lnTo>
                  <a:pt x="80617" y="947674"/>
                </a:lnTo>
                <a:lnTo>
                  <a:pt x="80179" y="932867"/>
                </a:lnTo>
                <a:lnTo>
                  <a:pt x="79836" y="918059"/>
                </a:lnTo>
                <a:lnTo>
                  <a:pt x="79614" y="903252"/>
                </a:lnTo>
                <a:lnTo>
                  <a:pt x="79529" y="888444"/>
                </a:lnTo>
                <a:lnTo>
                  <a:pt x="79588" y="873637"/>
                </a:lnTo>
                <a:lnTo>
                  <a:pt x="79788" y="858830"/>
                </a:lnTo>
                <a:lnTo>
                  <a:pt x="80115" y="844022"/>
                </a:lnTo>
                <a:lnTo>
                  <a:pt x="80546" y="829215"/>
                </a:lnTo>
                <a:lnTo>
                  <a:pt x="81048" y="814407"/>
                </a:lnTo>
                <a:lnTo>
                  <a:pt x="81588" y="799600"/>
                </a:lnTo>
                <a:lnTo>
                  <a:pt x="82131" y="784793"/>
                </a:lnTo>
                <a:lnTo>
                  <a:pt x="82642" y="769985"/>
                </a:lnTo>
                <a:lnTo>
                  <a:pt x="83096" y="755178"/>
                </a:lnTo>
                <a:lnTo>
                  <a:pt x="83471" y="740370"/>
                </a:lnTo>
                <a:lnTo>
                  <a:pt x="83754" y="725563"/>
                </a:lnTo>
                <a:lnTo>
                  <a:pt x="83942" y="710756"/>
                </a:lnTo>
                <a:lnTo>
                  <a:pt x="84040" y="695948"/>
                </a:lnTo>
                <a:lnTo>
                  <a:pt x="84056" y="681141"/>
                </a:lnTo>
                <a:lnTo>
                  <a:pt x="84007" y="666333"/>
                </a:lnTo>
                <a:lnTo>
                  <a:pt x="83913" y="651526"/>
                </a:lnTo>
                <a:lnTo>
                  <a:pt x="83792" y="636719"/>
                </a:lnTo>
                <a:lnTo>
                  <a:pt x="83666" y="621911"/>
                </a:lnTo>
                <a:lnTo>
                  <a:pt x="83553" y="607104"/>
                </a:lnTo>
                <a:lnTo>
                  <a:pt x="83467" y="592296"/>
                </a:lnTo>
                <a:lnTo>
                  <a:pt x="83419" y="577489"/>
                </a:lnTo>
                <a:lnTo>
                  <a:pt x="83417" y="562682"/>
                </a:lnTo>
                <a:lnTo>
                  <a:pt x="83464" y="547874"/>
                </a:lnTo>
                <a:lnTo>
                  <a:pt x="83558" y="533067"/>
                </a:lnTo>
                <a:lnTo>
                  <a:pt x="83697" y="518259"/>
                </a:lnTo>
                <a:lnTo>
                  <a:pt x="83874" y="503452"/>
                </a:lnTo>
                <a:lnTo>
                  <a:pt x="84081" y="488644"/>
                </a:lnTo>
                <a:lnTo>
                  <a:pt x="84311" y="473837"/>
                </a:lnTo>
                <a:lnTo>
                  <a:pt x="84554" y="459030"/>
                </a:lnTo>
                <a:lnTo>
                  <a:pt x="84804" y="444222"/>
                </a:lnTo>
                <a:lnTo>
                  <a:pt x="85050" y="429415"/>
                </a:lnTo>
                <a:lnTo>
                  <a:pt x="85285" y="414607"/>
                </a:lnTo>
                <a:lnTo>
                  <a:pt x="85502" y="399800"/>
                </a:lnTo>
                <a:lnTo>
                  <a:pt x="85693" y="384993"/>
                </a:lnTo>
                <a:lnTo>
                  <a:pt x="85849" y="370185"/>
                </a:lnTo>
                <a:lnTo>
                  <a:pt x="85962" y="355378"/>
                </a:lnTo>
                <a:lnTo>
                  <a:pt x="86020" y="340570"/>
                </a:lnTo>
                <a:lnTo>
                  <a:pt x="86006" y="325763"/>
                </a:lnTo>
                <a:lnTo>
                  <a:pt x="85897" y="310956"/>
                </a:lnTo>
                <a:lnTo>
                  <a:pt x="85659" y="296148"/>
                </a:lnTo>
                <a:lnTo>
                  <a:pt x="85248" y="281341"/>
                </a:lnTo>
                <a:lnTo>
                  <a:pt x="84602" y="266533"/>
                </a:lnTo>
                <a:lnTo>
                  <a:pt x="83642" y="251726"/>
                </a:lnTo>
                <a:lnTo>
                  <a:pt x="82276" y="236919"/>
                </a:lnTo>
                <a:lnTo>
                  <a:pt x="80394" y="222111"/>
                </a:lnTo>
                <a:lnTo>
                  <a:pt x="77883" y="207304"/>
                </a:lnTo>
                <a:lnTo>
                  <a:pt x="74632" y="192496"/>
                </a:lnTo>
                <a:lnTo>
                  <a:pt x="70548" y="177689"/>
                </a:lnTo>
                <a:lnTo>
                  <a:pt x="65573" y="162881"/>
                </a:lnTo>
                <a:lnTo>
                  <a:pt x="59699" y="148074"/>
                </a:lnTo>
                <a:lnTo>
                  <a:pt x="52991" y="133267"/>
                </a:lnTo>
                <a:lnTo>
                  <a:pt x="45589" y="118459"/>
                </a:lnTo>
                <a:lnTo>
                  <a:pt x="37724" y="103652"/>
                </a:lnTo>
                <a:lnTo>
                  <a:pt x="29704" y="88844"/>
                </a:lnTo>
                <a:lnTo>
                  <a:pt x="21905" y="74037"/>
                </a:lnTo>
                <a:lnTo>
                  <a:pt x="14740" y="59230"/>
                </a:lnTo>
                <a:lnTo>
                  <a:pt x="8626" y="44422"/>
                </a:lnTo>
                <a:lnTo>
                  <a:pt x="3945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4" y="14807"/>
                </a:lnTo>
                <a:lnTo>
                  <a:pt x="173642" y="29615"/>
                </a:lnTo>
                <a:lnTo>
                  <a:pt x="168961" y="44422"/>
                </a:lnTo>
                <a:lnTo>
                  <a:pt x="162847" y="59230"/>
                </a:lnTo>
                <a:lnTo>
                  <a:pt x="155682" y="74037"/>
                </a:lnTo>
                <a:lnTo>
                  <a:pt x="147883" y="88844"/>
                </a:lnTo>
                <a:lnTo>
                  <a:pt x="139863" y="103652"/>
                </a:lnTo>
                <a:lnTo>
                  <a:pt x="131998" y="118459"/>
                </a:lnTo>
                <a:lnTo>
                  <a:pt x="124597" y="133267"/>
                </a:lnTo>
                <a:lnTo>
                  <a:pt x="117888" y="148074"/>
                </a:lnTo>
                <a:lnTo>
                  <a:pt x="112015" y="162881"/>
                </a:lnTo>
                <a:lnTo>
                  <a:pt x="107039" y="177689"/>
                </a:lnTo>
                <a:lnTo>
                  <a:pt x="102955" y="192496"/>
                </a:lnTo>
                <a:lnTo>
                  <a:pt x="99704" y="207304"/>
                </a:lnTo>
                <a:lnTo>
                  <a:pt x="97193" y="222111"/>
                </a:lnTo>
                <a:lnTo>
                  <a:pt x="95312" y="236919"/>
                </a:lnTo>
                <a:lnTo>
                  <a:pt x="93945" y="251726"/>
                </a:lnTo>
                <a:lnTo>
                  <a:pt x="92985" y="266533"/>
                </a:lnTo>
                <a:lnTo>
                  <a:pt x="92339" y="281341"/>
                </a:lnTo>
                <a:lnTo>
                  <a:pt x="91928" y="296148"/>
                </a:lnTo>
                <a:lnTo>
                  <a:pt x="91691" y="310956"/>
                </a:lnTo>
                <a:lnTo>
                  <a:pt x="91582" y="325763"/>
                </a:lnTo>
                <a:lnTo>
                  <a:pt x="91568" y="340570"/>
                </a:lnTo>
                <a:lnTo>
                  <a:pt x="91625" y="355378"/>
                </a:lnTo>
                <a:lnTo>
                  <a:pt x="91738" y="370185"/>
                </a:lnTo>
                <a:lnTo>
                  <a:pt x="91895" y="384993"/>
                </a:lnTo>
                <a:lnTo>
                  <a:pt x="92085" y="399800"/>
                </a:lnTo>
                <a:lnTo>
                  <a:pt x="92302" y="414607"/>
                </a:lnTo>
                <a:lnTo>
                  <a:pt x="92537" y="429415"/>
                </a:lnTo>
                <a:lnTo>
                  <a:pt x="92784" y="444222"/>
                </a:lnTo>
                <a:lnTo>
                  <a:pt x="93033" y="459030"/>
                </a:lnTo>
                <a:lnTo>
                  <a:pt x="93276" y="473837"/>
                </a:lnTo>
                <a:lnTo>
                  <a:pt x="93506" y="488644"/>
                </a:lnTo>
                <a:lnTo>
                  <a:pt x="93714" y="503452"/>
                </a:lnTo>
                <a:lnTo>
                  <a:pt x="93890" y="518259"/>
                </a:lnTo>
                <a:lnTo>
                  <a:pt x="94029" y="533067"/>
                </a:lnTo>
                <a:lnTo>
                  <a:pt x="94123" y="547874"/>
                </a:lnTo>
                <a:lnTo>
                  <a:pt x="94170" y="562682"/>
                </a:lnTo>
                <a:lnTo>
                  <a:pt x="94168" y="577489"/>
                </a:lnTo>
                <a:lnTo>
                  <a:pt x="94120" y="592296"/>
                </a:lnTo>
                <a:lnTo>
                  <a:pt x="94034" y="607104"/>
                </a:lnTo>
                <a:lnTo>
                  <a:pt x="93921" y="621911"/>
                </a:lnTo>
                <a:lnTo>
                  <a:pt x="93795" y="636719"/>
                </a:lnTo>
                <a:lnTo>
                  <a:pt x="93674" y="651526"/>
                </a:lnTo>
                <a:lnTo>
                  <a:pt x="93580" y="666333"/>
                </a:lnTo>
                <a:lnTo>
                  <a:pt x="93531" y="681141"/>
                </a:lnTo>
                <a:lnTo>
                  <a:pt x="93548" y="695948"/>
                </a:lnTo>
                <a:lnTo>
                  <a:pt x="93645" y="710756"/>
                </a:lnTo>
                <a:lnTo>
                  <a:pt x="93833" y="725563"/>
                </a:lnTo>
                <a:lnTo>
                  <a:pt x="94117" y="740370"/>
                </a:lnTo>
                <a:lnTo>
                  <a:pt x="94491" y="755178"/>
                </a:lnTo>
                <a:lnTo>
                  <a:pt x="94945" y="769985"/>
                </a:lnTo>
                <a:lnTo>
                  <a:pt x="95456" y="784793"/>
                </a:lnTo>
                <a:lnTo>
                  <a:pt x="95999" y="799600"/>
                </a:lnTo>
                <a:lnTo>
                  <a:pt x="96539" y="814407"/>
                </a:lnTo>
                <a:lnTo>
                  <a:pt x="97042" y="829215"/>
                </a:lnTo>
                <a:lnTo>
                  <a:pt x="97472" y="844022"/>
                </a:lnTo>
                <a:lnTo>
                  <a:pt x="97799" y="858830"/>
                </a:lnTo>
                <a:lnTo>
                  <a:pt x="97999" y="873637"/>
                </a:lnTo>
                <a:lnTo>
                  <a:pt x="98059" y="888444"/>
                </a:lnTo>
                <a:lnTo>
                  <a:pt x="97973" y="903252"/>
                </a:lnTo>
                <a:lnTo>
                  <a:pt x="97751" y="918059"/>
                </a:lnTo>
                <a:lnTo>
                  <a:pt x="97409" y="932867"/>
                </a:lnTo>
                <a:lnTo>
                  <a:pt x="96970" y="947674"/>
                </a:lnTo>
                <a:lnTo>
                  <a:pt x="96464" y="962482"/>
                </a:lnTo>
                <a:lnTo>
                  <a:pt x="95918" y="977289"/>
                </a:lnTo>
                <a:lnTo>
                  <a:pt x="95360" y="992096"/>
                </a:lnTo>
                <a:lnTo>
                  <a:pt x="94812" y="1006904"/>
                </a:lnTo>
                <a:lnTo>
                  <a:pt x="94289" y="1021711"/>
                </a:lnTo>
                <a:lnTo>
                  <a:pt x="93801" y="1036519"/>
                </a:lnTo>
                <a:lnTo>
                  <a:pt x="93351" y="1051326"/>
                </a:lnTo>
                <a:lnTo>
                  <a:pt x="92938" y="1066133"/>
                </a:lnTo>
                <a:lnTo>
                  <a:pt x="92559" y="1080941"/>
                </a:lnTo>
                <a:lnTo>
                  <a:pt x="92209" y="1095748"/>
                </a:lnTo>
                <a:lnTo>
                  <a:pt x="91885" y="1110556"/>
                </a:lnTo>
                <a:lnTo>
                  <a:pt x="91585" y="1125363"/>
                </a:lnTo>
                <a:lnTo>
                  <a:pt x="91310" y="1140170"/>
                </a:lnTo>
                <a:lnTo>
                  <a:pt x="91062" y="1154978"/>
                </a:lnTo>
                <a:lnTo>
                  <a:pt x="90844" y="1169785"/>
                </a:lnTo>
                <a:lnTo>
                  <a:pt x="90662" y="1184593"/>
                </a:lnTo>
                <a:lnTo>
                  <a:pt x="90520" y="1199400"/>
                </a:lnTo>
                <a:lnTo>
                  <a:pt x="90420" y="1214207"/>
                </a:lnTo>
                <a:lnTo>
                  <a:pt x="90362" y="1229015"/>
                </a:lnTo>
                <a:lnTo>
                  <a:pt x="90346" y="1243822"/>
                </a:lnTo>
                <a:lnTo>
                  <a:pt x="90368" y="1258630"/>
                </a:lnTo>
                <a:lnTo>
                  <a:pt x="90420" y="1273437"/>
                </a:lnTo>
                <a:lnTo>
                  <a:pt x="90497" y="1288245"/>
                </a:lnTo>
                <a:lnTo>
                  <a:pt x="90589" y="1303052"/>
                </a:lnTo>
                <a:lnTo>
                  <a:pt x="90689" y="1317859"/>
                </a:lnTo>
                <a:lnTo>
                  <a:pt x="90792" y="1332667"/>
                </a:lnTo>
                <a:lnTo>
                  <a:pt x="90891" y="1347474"/>
                </a:lnTo>
                <a:lnTo>
                  <a:pt x="90986" y="1362282"/>
                </a:lnTo>
                <a:lnTo>
                  <a:pt x="91075" y="1377089"/>
                </a:lnTo>
                <a:lnTo>
                  <a:pt x="91162" y="1391896"/>
                </a:lnTo>
                <a:lnTo>
                  <a:pt x="91249" y="1406704"/>
                </a:lnTo>
                <a:lnTo>
                  <a:pt x="91345" y="1421511"/>
                </a:lnTo>
                <a:lnTo>
                  <a:pt x="91455" y="1436319"/>
                </a:lnTo>
                <a:lnTo>
                  <a:pt x="91587" y="1451126"/>
                </a:lnTo>
                <a:lnTo>
                  <a:pt x="91752" y="1465933"/>
                </a:lnTo>
                <a:lnTo>
                  <a:pt x="91960" y="1480741"/>
                </a:lnTo>
                <a:lnTo>
                  <a:pt x="92224" y="1495548"/>
                </a:lnTo>
                <a:lnTo>
                  <a:pt x="92558" y="1510356"/>
                </a:lnTo>
                <a:lnTo>
                  <a:pt x="92983" y="1525163"/>
                </a:lnTo>
                <a:lnTo>
                  <a:pt x="93518" y="1539970"/>
                </a:lnTo>
                <a:lnTo>
                  <a:pt x="94189" y="1554778"/>
                </a:lnTo>
                <a:lnTo>
                  <a:pt x="95021" y="1569585"/>
                </a:lnTo>
                <a:lnTo>
                  <a:pt x="96040" y="1584393"/>
                </a:lnTo>
                <a:lnTo>
                  <a:pt x="97264" y="1599200"/>
                </a:lnTo>
                <a:lnTo>
                  <a:pt x="98706" y="1614007"/>
                </a:lnTo>
                <a:lnTo>
                  <a:pt x="100364" y="1628815"/>
                </a:lnTo>
                <a:lnTo>
                  <a:pt x="102220" y="1643622"/>
                </a:lnTo>
                <a:lnTo>
                  <a:pt x="104236" y="1658430"/>
                </a:lnTo>
                <a:lnTo>
                  <a:pt x="106352" y="1673237"/>
                </a:lnTo>
                <a:lnTo>
                  <a:pt x="108489" y="1688045"/>
                </a:lnTo>
                <a:lnTo>
                  <a:pt x="110552" y="1702852"/>
                </a:lnTo>
                <a:lnTo>
                  <a:pt x="112436" y="1717659"/>
                </a:lnTo>
                <a:lnTo>
                  <a:pt x="114038" y="1732467"/>
                </a:lnTo>
                <a:lnTo>
                  <a:pt x="115260" y="1747274"/>
                </a:lnTo>
                <a:lnTo>
                  <a:pt x="116027" y="1762082"/>
                </a:lnTo>
                <a:lnTo>
                  <a:pt x="116288" y="1776889"/>
                </a:lnTo>
                <a:lnTo>
                  <a:pt x="116288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1" name="data_8117">
            <a:extLst xmlns:a="http://schemas.openxmlformats.org/drawingml/2006/main">
              <a:ext uri="{FF2B5EF4-FFF2-40B4-BE49-F238E27FC236}">
                <a16:creationId xmlns:a16="http://schemas.microsoft.com/office/drawing/2014/main" id="{F4050C7F-2FF0-4C63-80BC-B6F6896B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2" name="text_8118">
            <a:extLst xmlns:a="http://schemas.openxmlformats.org/drawingml/2006/main">
              <a:ext uri="{FF2B5EF4-FFF2-40B4-BE49-F238E27FC236}">
                <a16:creationId xmlns:a16="http://schemas.microsoft.com/office/drawing/2014/main" id="{7060973E-2C22-4C6B-9139-D041C30C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0374" y="7133966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73" name="data_8119">
            <a:extLst xmlns:a="http://schemas.openxmlformats.org/drawingml/2006/main">
              <a:ext uri="{FF2B5EF4-FFF2-40B4-BE49-F238E27FC236}">
                <a16:creationId xmlns:a16="http://schemas.microsoft.com/office/drawing/2014/main" id="{FD42FB6F-FE8F-45A4-A7E5-77856A4C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706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4" name="text_8120">
            <a:extLst xmlns:a="http://schemas.openxmlformats.org/drawingml/2006/main">
              <a:ext uri="{FF2B5EF4-FFF2-40B4-BE49-F238E27FC236}">
                <a16:creationId xmlns:a16="http://schemas.microsoft.com/office/drawing/2014/main" id="{26CB7EFE-57D7-4A8E-B210-646A893D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9069" y="7133966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75" name="data_8121">
            <a:extLst xmlns:a="http://schemas.openxmlformats.org/drawingml/2006/main">
              <a:ext uri="{FF2B5EF4-FFF2-40B4-BE49-F238E27FC236}">
                <a16:creationId xmlns:a16="http://schemas.microsoft.com/office/drawing/2014/main" id="{F97812AE-7F3A-45A7-B490-F0B4446C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220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6" name="text_8122">
            <a:extLst xmlns:a="http://schemas.openxmlformats.org/drawingml/2006/main">
              <a:ext uri="{FF2B5EF4-FFF2-40B4-BE49-F238E27FC236}">
                <a16:creationId xmlns:a16="http://schemas.microsoft.com/office/drawing/2014/main" id="{ECF5E4C9-8741-4B51-9394-B371CA9F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7765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77" name="data_8123">
            <a:extLst xmlns:a="http://schemas.openxmlformats.org/drawingml/2006/main">
              <a:ext uri="{FF2B5EF4-FFF2-40B4-BE49-F238E27FC236}">
                <a16:creationId xmlns:a16="http://schemas.microsoft.com/office/drawing/2014/main" id="{C32DB753-259B-4B92-823E-36972DF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248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8" name="text_8124">
            <a:extLst xmlns:a="http://schemas.openxmlformats.org/drawingml/2006/main">
              <a:ext uri="{FF2B5EF4-FFF2-40B4-BE49-F238E27FC236}">
                <a16:creationId xmlns:a16="http://schemas.microsoft.com/office/drawing/2014/main" id="{E484BD17-95C0-4D97-821B-E1D099A8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0792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679" name="data_8125">
            <a:extLst xmlns:a="http://schemas.openxmlformats.org/drawingml/2006/main">
              <a:ext uri="{FF2B5EF4-FFF2-40B4-BE49-F238E27FC236}">
                <a16:creationId xmlns:a16="http://schemas.microsoft.com/office/drawing/2014/main" id="{2684908C-C2B7-41C3-B3D1-1911F1DD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275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80" name="text_8126">
            <a:extLst xmlns:a="http://schemas.openxmlformats.org/drawingml/2006/main">
              <a:ext uri="{FF2B5EF4-FFF2-40B4-BE49-F238E27FC236}">
                <a16:creationId xmlns:a16="http://schemas.microsoft.com/office/drawing/2014/main" id="{1BBA9B38-7485-4961-9792-D4C69E20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43820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681" name="text_8127">
            <a:extLst xmlns:a="http://schemas.openxmlformats.org/drawingml/2006/main">
              <a:ext uri="{FF2B5EF4-FFF2-40B4-BE49-F238E27FC236}">
                <a16:creationId xmlns:a16="http://schemas.microsoft.com/office/drawing/2014/main" id="{DB37D59D-23D7-4B71-8ADC-1E3F5DBC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7467" y="7316591"/>
            <a:ext cx="14923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682" name="data_8128">
            <a:extLst xmlns:a="http://schemas.openxmlformats.org/drawingml/2006/main">
              <a:ext uri="{FF2B5EF4-FFF2-40B4-BE49-F238E27FC236}">
                <a16:creationId xmlns:a16="http://schemas.microsoft.com/office/drawing/2014/main" id="{83CDC9E4-B71D-45A4-BA4F-024C1FDD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6952935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683" name="data_8129">
            <a:extLst xmlns:a="http://schemas.openxmlformats.org/drawingml/2006/main">
              <a:ext uri="{FF2B5EF4-FFF2-40B4-BE49-F238E27FC236}">
                <a16:creationId xmlns:a16="http://schemas.microsoft.com/office/drawing/2014/main" id="{50EC265C-4D76-4824-B2F1-ADBEBCA3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6952935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84" name="text_8130">
            <a:extLst xmlns:a="http://schemas.openxmlformats.org/drawingml/2006/main">
              <a:ext uri="{FF2B5EF4-FFF2-40B4-BE49-F238E27FC236}">
                <a16:creationId xmlns:a16="http://schemas.microsoft.com/office/drawing/2014/main" id="{64AF7B80-A04D-40FE-B3CF-67DCEE2B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658" y="6894688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85" name="data_8131">
            <a:extLst xmlns:a="http://schemas.openxmlformats.org/drawingml/2006/main">
              <a:ext uri="{FF2B5EF4-FFF2-40B4-BE49-F238E27FC236}">
                <a16:creationId xmlns:a16="http://schemas.microsoft.com/office/drawing/2014/main" id="{CEA7DB8B-5AF0-4737-B4CE-7CD7328F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606449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686" name="data_8132">
            <a:extLst xmlns:a="http://schemas.openxmlformats.org/drawingml/2006/main">
              <a:ext uri="{FF2B5EF4-FFF2-40B4-BE49-F238E27FC236}">
                <a16:creationId xmlns:a16="http://schemas.microsoft.com/office/drawing/2014/main" id="{54B98835-3518-41C8-A135-85B1ECEA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6064491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87" name="text_8133">
            <a:extLst xmlns:a="http://schemas.openxmlformats.org/drawingml/2006/main">
              <a:ext uri="{FF2B5EF4-FFF2-40B4-BE49-F238E27FC236}">
                <a16:creationId xmlns:a16="http://schemas.microsoft.com/office/drawing/2014/main" id="{2347B00F-B9BE-432D-BDE9-688C94EF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5021" y="6006243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88" name="data_8134">
            <a:extLst xmlns:a="http://schemas.openxmlformats.org/drawingml/2006/main">
              <a:ext uri="{FF2B5EF4-FFF2-40B4-BE49-F238E27FC236}">
                <a16:creationId xmlns:a16="http://schemas.microsoft.com/office/drawing/2014/main" id="{B055F0E6-83BF-4815-858C-3452DA1B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5176046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689" name="data_8135">
            <a:extLst xmlns:a="http://schemas.openxmlformats.org/drawingml/2006/main">
              <a:ext uri="{FF2B5EF4-FFF2-40B4-BE49-F238E27FC236}">
                <a16:creationId xmlns:a16="http://schemas.microsoft.com/office/drawing/2014/main" id="{A6D94FD5-9E80-4498-8A00-9785F710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5176046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90" name="text_8136">
            <a:extLst xmlns:a="http://schemas.openxmlformats.org/drawingml/2006/main">
              <a:ext uri="{FF2B5EF4-FFF2-40B4-BE49-F238E27FC236}">
                <a16:creationId xmlns:a16="http://schemas.microsoft.com/office/drawing/2014/main" id="{E8DADD6E-5227-493D-9C7B-812E1EA4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69384" y="5117799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1" name="data_8137">
            <a:extLst xmlns:a="http://schemas.openxmlformats.org/drawingml/2006/main">
              <a:ext uri="{FF2B5EF4-FFF2-40B4-BE49-F238E27FC236}">
                <a16:creationId xmlns:a16="http://schemas.microsoft.com/office/drawing/2014/main" id="{6772A510-DBDC-44C8-BD99-0CE42BD3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52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2" name="data_8138">
            <a:extLst xmlns:a="http://schemas.openxmlformats.org/drawingml/2006/main">
              <a:ext uri="{FF2B5EF4-FFF2-40B4-BE49-F238E27FC236}">
                <a16:creationId xmlns:a16="http://schemas.microsoft.com/office/drawing/2014/main" id="{E6691724-8AFA-4D4C-B725-D05394DE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91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3" name="data_8139">
            <a:extLst xmlns:a="http://schemas.openxmlformats.org/drawingml/2006/main">
              <a:ext uri="{FF2B5EF4-FFF2-40B4-BE49-F238E27FC236}">
                <a16:creationId xmlns:a16="http://schemas.microsoft.com/office/drawing/2014/main" id="{CB8098B7-839B-4851-B6C9-13220145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16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4" name="data_8140">
            <a:extLst xmlns:a="http://schemas.openxmlformats.org/drawingml/2006/main">
              <a:ext uri="{FF2B5EF4-FFF2-40B4-BE49-F238E27FC236}">
                <a16:creationId xmlns:a16="http://schemas.microsoft.com/office/drawing/2014/main" id="{C532D86E-A2DF-4605-A0FB-6F7787C5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4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5" name="data_8141">
            <a:extLst xmlns:a="http://schemas.openxmlformats.org/drawingml/2006/main">
              <a:ext uri="{FF2B5EF4-FFF2-40B4-BE49-F238E27FC236}">
                <a16:creationId xmlns:a16="http://schemas.microsoft.com/office/drawing/2014/main" id="{0FF43D78-D448-44C6-BEA0-50AC5103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7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6" name="data_8142">
            <a:extLst xmlns:a="http://schemas.openxmlformats.org/drawingml/2006/main">
              <a:ext uri="{FF2B5EF4-FFF2-40B4-BE49-F238E27FC236}">
                <a16:creationId xmlns:a16="http://schemas.microsoft.com/office/drawing/2014/main" id="{5FC740DA-F161-47A8-9FAB-E312560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16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7" name="data_8143">
            <a:extLst xmlns:a="http://schemas.openxmlformats.org/drawingml/2006/main">
              <a:ext uri="{FF2B5EF4-FFF2-40B4-BE49-F238E27FC236}">
                <a16:creationId xmlns:a16="http://schemas.microsoft.com/office/drawing/2014/main" id="{51A2C685-E6D9-4000-8E92-B7567C9E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39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8" name="data_8144">
            <a:extLst xmlns:a="http://schemas.openxmlformats.org/drawingml/2006/main">
              <a:ext uri="{FF2B5EF4-FFF2-40B4-BE49-F238E27FC236}">
                <a16:creationId xmlns:a16="http://schemas.microsoft.com/office/drawing/2014/main" id="{78AD10B7-29FE-475B-B828-716E9816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980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9" name="data_8145">
            <a:extLst xmlns:a="http://schemas.openxmlformats.org/drawingml/2006/main">
              <a:ext uri="{FF2B5EF4-FFF2-40B4-BE49-F238E27FC236}">
                <a16:creationId xmlns:a16="http://schemas.microsoft.com/office/drawing/2014/main" id="{AA0735FD-FB22-4443-913E-528D652D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724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0" name="data_8146">
            <a:extLst xmlns:a="http://schemas.openxmlformats.org/drawingml/2006/main">
              <a:ext uri="{FF2B5EF4-FFF2-40B4-BE49-F238E27FC236}">
                <a16:creationId xmlns:a16="http://schemas.microsoft.com/office/drawing/2014/main" id="{BE8AE5E9-4DB4-47ED-AC65-38457557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4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1" name="data_8147">
            <a:extLst xmlns:a="http://schemas.openxmlformats.org/drawingml/2006/main">
              <a:ext uri="{FF2B5EF4-FFF2-40B4-BE49-F238E27FC236}">
                <a16:creationId xmlns:a16="http://schemas.microsoft.com/office/drawing/2014/main" id="{95B304E9-C6D3-44FC-ADC0-F3903F8B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463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2" name="data_8148">
            <a:extLst xmlns:a="http://schemas.openxmlformats.org/drawingml/2006/main">
              <a:ext uri="{FF2B5EF4-FFF2-40B4-BE49-F238E27FC236}">
                <a16:creationId xmlns:a16="http://schemas.microsoft.com/office/drawing/2014/main" id="{7B3A764A-7711-46A2-A78F-DA98140D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8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3" name="data_8149">
            <a:extLst xmlns:a="http://schemas.openxmlformats.org/drawingml/2006/main">
              <a:ext uri="{FF2B5EF4-FFF2-40B4-BE49-F238E27FC236}">
                <a16:creationId xmlns:a16="http://schemas.microsoft.com/office/drawing/2014/main" id="{C894F5A3-573D-4C0F-9F45-7C248D93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0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4" name="data_8150">
            <a:extLst xmlns:a="http://schemas.openxmlformats.org/drawingml/2006/main">
              <a:ext uri="{FF2B5EF4-FFF2-40B4-BE49-F238E27FC236}">
                <a16:creationId xmlns:a16="http://schemas.microsoft.com/office/drawing/2014/main" id="{B85282F0-733E-4B24-99E6-6B006D8D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4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5" name="data_8151">
            <a:extLst xmlns:a="http://schemas.openxmlformats.org/drawingml/2006/main">
              <a:ext uri="{FF2B5EF4-FFF2-40B4-BE49-F238E27FC236}">
                <a16:creationId xmlns:a16="http://schemas.microsoft.com/office/drawing/2014/main" id="{BDD583BD-2A61-471A-AE28-D4D55D06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3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6" name="data_8152">
            <a:extLst xmlns:a="http://schemas.openxmlformats.org/drawingml/2006/main">
              <a:ext uri="{FF2B5EF4-FFF2-40B4-BE49-F238E27FC236}">
                <a16:creationId xmlns:a16="http://schemas.microsoft.com/office/drawing/2014/main" id="{9A3EBD16-B731-4BC2-A87D-B1F16014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5431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7" name="data_8153">
            <a:extLst xmlns:a="http://schemas.openxmlformats.org/drawingml/2006/main">
              <a:ext uri="{FF2B5EF4-FFF2-40B4-BE49-F238E27FC236}">
                <a16:creationId xmlns:a16="http://schemas.microsoft.com/office/drawing/2014/main" id="{8EA4CF26-B5DA-4BE5-A7B6-6C529BBE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07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8" name="data_8154">
            <a:extLst xmlns:a="http://schemas.openxmlformats.org/drawingml/2006/main">
              <a:ext uri="{FF2B5EF4-FFF2-40B4-BE49-F238E27FC236}">
                <a16:creationId xmlns:a16="http://schemas.microsoft.com/office/drawing/2014/main" id="{FF7F930D-9594-48D0-B596-683000C2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9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9" name="data_8155">
            <a:extLst xmlns:a="http://schemas.openxmlformats.org/drawingml/2006/main">
              <a:ext uri="{FF2B5EF4-FFF2-40B4-BE49-F238E27FC236}">
                <a16:creationId xmlns:a16="http://schemas.microsoft.com/office/drawing/2014/main" id="{14CACAB9-5ACD-483E-B838-1E15DAC6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8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0" name="data_8156">
            <a:extLst xmlns:a="http://schemas.openxmlformats.org/drawingml/2006/main">
              <a:ext uri="{FF2B5EF4-FFF2-40B4-BE49-F238E27FC236}">
                <a16:creationId xmlns:a16="http://schemas.microsoft.com/office/drawing/2014/main" id="{47EA6D79-AFD1-4C10-9DEC-A8180933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1" name="data_8157">
            <a:extLst xmlns:a="http://schemas.openxmlformats.org/drawingml/2006/main">
              <a:ext uri="{FF2B5EF4-FFF2-40B4-BE49-F238E27FC236}">
                <a16:creationId xmlns:a16="http://schemas.microsoft.com/office/drawing/2014/main" id="{7FC3C725-222F-4DE2-9BDE-B6C5B6AF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2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2" name="data_8158">
            <a:extLst xmlns:a="http://schemas.openxmlformats.org/drawingml/2006/main">
              <a:ext uri="{FF2B5EF4-FFF2-40B4-BE49-F238E27FC236}">
                <a16:creationId xmlns:a16="http://schemas.microsoft.com/office/drawing/2014/main" id="{1BB8C2C3-B2AA-4FE8-8042-2277EDA5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742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3" name="data_8159">
            <a:extLst xmlns:a="http://schemas.openxmlformats.org/drawingml/2006/main">
              <a:ext uri="{FF2B5EF4-FFF2-40B4-BE49-F238E27FC236}">
                <a16:creationId xmlns:a16="http://schemas.microsoft.com/office/drawing/2014/main" id="{139906D7-732E-48AF-94CE-8C54BD76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663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4" name="data_8160">
            <a:extLst xmlns:a="http://schemas.openxmlformats.org/drawingml/2006/main">
              <a:ext uri="{FF2B5EF4-FFF2-40B4-BE49-F238E27FC236}">
                <a16:creationId xmlns:a16="http://schemas.microsoft.com/office/drawing/2014/main" id="{1D92C1AE-F3DF-458C-85A9-4ADE9CDD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498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5" name="data_8161">
            <a:extLst xmlns:a="http://schemas.openxmlformats.org/drawingml/2006/main">
              <a:ext uri="{FF2B5EF4-FFF2-40B4-BE49-F238E27FC236}">
                <a16:creationId xmlns:a16="http://schemas.microsoft.com/office/drawing/2014/main" id="{63B75F32-0DA5-4783-8E1A-D0F92E06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29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6" name="data_8162">
            <a:extLst xmlns:a="http://schemas.openxmlformats.org/drawingml/2006/main">
              <a:ext uri="{FF2B5EF4-FFF2-40B4-BE49-F238E27FC236}">
                <a16:creationId xmlns:a16="http://schemas.microsoft.com/office/drawing/2014/main" id="{8FF06F33-7F63-4CF3-AAC2-1418E939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124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7" name="data_8163">
            <a:extLst xmlns:a="http://schemas.openxmlformats.org/drawingml/2006/main">
              <a:ext uri="{FF2B5EF4-FFF2-40B4-BE49-F238E27FC236}">
                <a16:creationId xmlns:a16="http://schemas.microsoft.com/office/drawing/2014/main" id="{D92BB168-A9D5-4551-B2FF-B01B5C65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62869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8" name="data_8164">
            <a:extLst xmlns:a="http://schemas.openxmlformats.org/drawingml/2006/main">
              <a:ext uri="{FF2B5EF4-FFF2-40B4-BE49-F238E27FC236}">
                <a16:creationId xmlns:a16="http://schemas.microsoft.com/office/drawing/2014/main" id="{BCFBA9D1-8CED-467A-96E6-8B3C3714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9" name="data_8165">
            <a:extLst xmlns:a="http://schemas.openxmlformats.org/drawingml/2006/main">
              <a:ext uri="{FF2B5EF4-FFF2-40B4-BE49-F238E27FC236}">
                <a16:creationId xmlns:a16="http://schemas.microsoft.com/office/drawing/2014/main" id="{F66EDE09-DB58-47D8-BBE3-6E0B6BB3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544" y="63111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0" name="data_8166">
            <a:extLst xmlns:a="http://schemas.openxmlformats.org/drawingml/2006/main">
              <a:ext uri="{FF2B5EF4-FFF2-40B4-BE49-F238E27FC236}">
                <a16:creationId xmlns:a16="http://schemas.microsoft.com/office/drawing/2014/main" id="{755F696F-3E65-41C2-BD3E-0051C2A9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005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1" name="data_8167">
            <a:extLst xmlns:a="http://schemas.openxmlformats.org/drawingml/2006/main">
              <a:ext uri="{FF2B5EF4-FFF2-40B4-BE49-F238E27FC236}">
                <a16:creationId xmlns:a16="http://schemas.microsoft.com/office/drawing/2014/main" id="{D90BF3E0-7D70-4E47-A235-B2216BA0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6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2" name="data_8168">
            <a:extLst xmlns:a="http://schemas.openxmlformats.org/drawingml/2006/main">
              <a:ext uri="{FF2B5EF4-FFF2-40B4-BE49-F238E27FC236}">
                <a16:creationId xmlns:a16="http://schemas.microsoft.com/office/drawing/2014/main" id="{0B4BE4CC-667D-4F12-B8F8-AF2EECF5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908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3" name="data_8169">
            <a:extLst xmlns:a="http://schemas.openxmlformats.org/drawingml/2006/main">
              <a:ext uri="{FF2B5EF4-FFF2-40B4-BE49-F238E27FC236}">
                <a16:creationId xmlns:a16="http://schemas.microsoft.com/office/drawing/2014/main" id="{BE3128EF-FEC9-4120-93A1-B38CF542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25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4" name="data_8170">
            <a:extLst xmlns:a="http://schemas.openxmlformats.org/drawingml/2006/main">
              <a:ext uri="{FF2B5EF4-FFF2-40B4-BE49-F238E27FC236}">
                <a16:creationId xmlns:a16="http://schemas.microsoft.com/office/drawing/2014/main" id="{6C9A9FF7-33A0-47F9-B6DD-3C4C0818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5" name="data_8171">
            <a:extLst xmlns:a="http://schemas.openxmlformats.org/drawingml/2006/main">
              <a:ext uri="{FF2B5EF4-FFF2-40B4-BE49-F238E27FC236}">
                <a16:creationId xmlns:a16="http://schemas.microsoft.com/office/drawing/2014/main" id="{B9EBA758-B49A-4D74-AF89-39EA941A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82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6" name="data_8172">
            <a:extLst xmlns:a="http://schemas.openxmlformats.org/drawingml/2006/main">
              <a:ext uri="{FF2B5EF4-FFF2-40B4-BE49-F238E27FC236}">
                <a16:creationId xmlns:a16="http://schemas.microsoft.com/office/drawing/2014/main" id="{86CFF848-1E9E-4CFE-AA1A-66C52582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1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7" name="data_8173">
            <a:extLst xmlns:a="http://schemas.openxmlformats.org/drawingml/2006/main">
              <a:ext uri="{FF2B5EF4-FFF2-40B4-BE49-F238E27FC236}">
                <a16:creationId xmlns:a16="http://schemas.microsoft.com/office/drawing/2014/main" id="{51693792-80CF-438C-8945-78686876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295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8" name="data_8174">
            <a:extLst xmlns:a="http://schemas.openxmlformats.org/drawingml/2006/main">
              <a:ext uri="{FF2B5EF4-FFF2-40B4-BE49-F238E27FC236}">
                <a16:creationId xmlns:a16="http://schemas.microsoft.com/office/drawing/2014/main" id="{A1062F54-8A3D-4B9B-B596-25D96FC2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62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9" name="data_8175">
            <a:extLst xmlns:a="http://schemas.openxmlformats.org/drawingml/2006/main">
              <a:ext uri="{FF2B5EF4-FFF2-40B4-BE49-F238E27FC236}">
                <a16:creationId xmlns:a16="http://schemas.microsoft.com/office/drawing/2014/main" id="{4FCA62CD-E152-4999-8760-34998271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4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0" name="data_8176">
            <a:extLst xmlns:a="http://schemas.openxmlformats.org/drawingml/2006/main">
              <a:ext uri="{FF2B5EF4-FFF2-40B4-BE49-F238E27FC236}">
                <a16:creationId xmlns:a16="http://schemas.microsoft.com/office/drawing/2014/main" id="{71BA4F9F-9B88-402A-A0E4-FA4DAF5A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4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1" name="data_8177">
            <a:extLst xmlns:a="http://schemas.openxmlformats.org/drawingml/2006/main">
              <a:ext uri="{FF2B5EF4-FFF2-40B4-BE49-F238E27FC236}">
                <a16:creationId xmlns:a16="http://schemas.microsoft.com/office/drawing/2014/main" id="{97DE2850-F44A-4386-B519-140C64AE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7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2" name="data_8178">
            <a:extLst xmlns:a="http://schemas.openxmlformats.org/drawingml/2006/main">
              <a:ext uri="{FF2B5EF4-FFF2-40B4-BE49-F238E27FC236}">
                <a16:creationId xmlns:a16="http://schemas.microsoft.com/office/drawing/2014/main" id="{CA397FE4-C0A7-4663-AEA9-44378099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3" name="data_8179">
            <a:extLst xmlns:a="http://schemas.openxmlformats.org/drawingml/2006/main">
              <a:ext uri="{FF2B5EF4-FFF2-40B4-BE49-F238E27FC236}">
                <a16:creationId xmlns:a16="http://schemas.microsoft.com/office/drawing/2014/main" id="{46233F64-C18E-42EA-A15B-FF384E3A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66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4" name="data_8180">
            <a:extLst xmlns:a="http://schemas.openxmlformats.org/drawingml/2006/main">
              <a:ext uri="{FF2B5EF4-FFF2-40B4-BE49-F238E27FC236}">
                <a16:creationId xmlns:a16="http://schemas.microsoft.com/office/drawing/2014/main" id="{DA7659D8-660A-4AE0-B171-1E668AC6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7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5" name="data_8181">
            <a:extLst xmlns:a="http://schemas.openxmlformats.org/drawingml/2006/main">
              <a:ext uri="{FF2B5EF4-FFF2-40B4-BE49-F238E27FC236}">
                <a16:creationId xmlns:a16="http://schemas.microsoft.com/office/drawing/2014/main" id="{33E9EA66-3C53-44E2-9557-2EF8B91E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7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6" name="data_8182">
            <a:extLst xmlns:a="http://schemas.openxmlformats.org/drawingml/2006/main">
              <a:ext uri="{FF2B5EF4-FFF2-40B4-BE49-F238E27FC236}">
                <a16:creationId xmlns:a16="http://schemas.microsoft.com/office/drawing/2014/main" id="{5AE39B4C-FA17-4091-A12B-DE300D55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6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7" name="data_8183">
            <a:extLst xmlns:a="http://schemas.openxmlformats.org/drawingml/2006/main">
              <a:ext uri="{FF2B5EF4-FFF2-40B4-BE49-F238E27FC236}">
                <a16:creationId xmlns:a16="http://schemas.microsoft.com/office/drawing/2014/main" id="{180E25A0-33C5-4A2E-9EFE-A1C8C5C9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8" name="data_8184">
            <a:extLst xmlns:a="http://schemas.openxmlformats.org/drawingml/2006/main">
              <a:ext uri="{FF2B5EF4-FFF2-40B4-BE49-F238E27FC236}">
                <a16:creationId xmlns:a16="http://schemas.microsoft.com/office/drawing/2014/main" id="{044F3872-C568-4FC7-9F88-643ED747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375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9" name="data_8185">
            <a:extLst xmlns:a="http://schemas.openxmlformats.org/drawingml/2006/main">
              <a:ext uri="{FF2B5EF4-FFF2-40B4-BE49-F238E27FC236}">
                <a16:creationId xmlns:a16="http://schemas.microsoft.com/office/drawing/2014/main" id="{E663EDE6-84A7-48D1-8997-79B98822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0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0" name="data_8186">
            <a:extLst xmlns:a="http://schemas.openxmlformats.org/drawingml/2006/main">
              <a:ext uri="{FF2B5EF4-FFF2-40B4-BE49-F238E27FC236}">
                <a16:creationId xmlns:a16="http://schemas.microsoft.com/office/drawing/2014/main" id="{0A620D88-5AFB-4653-916F-A10B04FE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1" name="data_8187">
            <a:extLst xmlns:a="http://schemas.openxmlformats.org/drawingml/2006/main">
              <a:ext uri="{FF2B5EF4-FFF2-40B4-BE49-F238E27FC236}">
                <a16:creationId xmlns:a16="http://schemas.microsoft.com/office/drawing/2014/main" id="{68C1EFD6-2C9B-4063-8F10-C0557735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447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2" name="data_8188">
            <a:extLst xmlns:a="http://schemas.openxmlformats.org/drawingml/2006/main">
              <a:ext uri="{FF2B5EF4-FFF2-40B4-BE49-F238E27FC236}">
                <a16:creationId xmlns:a16="http://schemas.microsoft.com/office/drawing/2014/main" id="{AA8B90A1-CE37-46E1-AF5E-7D263DB7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19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3" name="data_8189">
            <a:extLst xmlns:a="http://schemas.openxmlformats.org/drawingml/2006/main">
              <a:ext uri="{FF2B5EF4-FFF2-40B4-BE49-F238E27FC236}">
                <a16:creationId xmlns:a16="http://schemas.microsoft.com/office/drawing/2014/main" id="{6CB90526-3660-4902-8EF1-746732D4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70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4" name="data_8190">
            <a:extLst xmlns:a="http://schemas.openxmlformats.org/drawingml/2006/main">
              <a:ext uri="{FF2B5EF4-FFF2-40B4-BE49-F238E27FC236}">
                <a16:creationId xmlns:a16="http://schemas.microsoft.com/office/drawing/2014/main" id="{43DA5529-088B-4E7A-A347-4F648854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81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5" name="data_8191">
            <a:extLst xmlns:a="http://schemas.openxmlformats.org/drawingml/2006/main">
              <a:ext uri="{FF2B5EF4-FFF2-40B4-BE49-F238E27FC236}">
                <a16:creationId xmlns:a16="http://schemas.microsoft.com/office/drawing/2014/main" id="{EA8FC507-8752-4E4C-AF5A-7469A1DB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991" y="62519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6" name="data_8192">
            <a:extLst xmlns:a="http://schemas.openxmlformats.org/drawingml/2006/main">
              <a:ext uri="{FF2B5EF4-FFF2-40B4-BE49-F238E27FC236}">
                <a16:creationId xmlns:a16="http://schemas.microsoft.com/office/drawing/2014/main" id="{93870AF0-5FDC-4EC4-8EEB-9EB75EE6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207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7" name="data_8193">
            <a:extLst xmlns:a="http://schemas.openxmlformats.org/drawingml/2006/main">
              <a:ext uri="{FF2B5EF4-FFF2-40B4-BE49-F238E27FC236}">
                <a16:creationId xmlns:a16="http://schemas.microsoft.com/office/drawing/2014/main" id="{769E0A2F-C6B3-4A1D-94C9-35C1A815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7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8" name="data_8194">
            <a:extLst xmlns:a="http://schemas.openxmlformats.org/drawingml/2006/main">
              <a:ext uri="{FF2B5EF4-FFF2-40B4-BE49-F238E27FC236}">
                <a16:creationId xmlns:a16="http://schemas.microsoft.com/office/drawing/2014/main" id="{AFE6DDBC-238C-45F6-A52A-DD4D6748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12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9" name="data_8195">
            <a:extLst xmlns:a="http://schemas.openxmlformats.org/drawingml/2006/main">
              <a:ext uri="{FF2B5EF4-FFF2-40B4-BE49-F238E27FC236}">
                <a16:creationId xmlns:a16="http://schemas.microsoft.com/office/drawing/2014/main" id="{DC7B05F6-8B1E-4E78-82C6-F9A04519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60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0" name="data_8196">
            <a:extLst xmlns:a="http://schemas.openxmlformats.org/drawingml/2006/main">
              <a:ext uri="{FF2B5EF4-FFF2-40B4-BE49-F238E27FC236}">
                <a16:creationId xmlns:a16="http://schemas.microsoft.com/office/drawing/2014/main" id="{FCC3E38B-AAA0-40CB-845B-02013086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78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1" name="data_8197">
            <a:extLst xmlns:a="http://schemas.openxmlformats.org/drawingml/2006/main">
              <a:ext uri="{FF2B5EF4-FFF2-40B4-BE49-F238E27FC236}">
                <a16:creationId xmlns:a16="http://schemas.microsoft.com/office/drawing/2014/main" id="{B8E2C45A-227B-46DF-A582-28D5AE10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370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2" name="data_8198">
            <a:extLst xmlns:a="http://schemas.openxmlformats.org/drawingml/2006/main">
              <a:ext uri="{FF2B5EF4-FFF2-40B4-BE49-F238E27FC236}">
                <a16:creationId xmlns:a16="http://schemas.microsoft.com/office/drawing/2014/main" id="{3AA4C6F9-103D-4C35-ABBE-20B3E854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658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3" name="data_8199">
            <a:extLst xmlns:a="http://schemas.openxmlformats.org/drawingml/2006/main">
              <a:ext uri="{FF2B5EF4-FFF2-40B4-BE49-F238E27FC236}">
                <a16:creationId xmlns:a16="http://schemas.microsoft.com/office/drawing/2014/main" id="{E6F901BD-5354-49AB-91B2-1B948868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40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4" name="data_8200">
            <a:extLst xmlns:a="http://schemas.openxmlformats.org/drawingml/2006/main">
              <a:ext uri="{FF2B5EF4-FFF2-40B4-BE49-F238E27FC236}">
                <a16:creationId xmlns:a16="http://schemas.microsoft.com/office/drawing/2014/main" id="{41AAA122-56C3-422E-939C-22BC55DA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240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5" name="data_8201">
            <a:extLst xmlns:a="http://schemas.openxmlformats.org/drawingml/2006/main">
              <a:ext uri="{FF2B5EF4-FFF2-40B4-BE49-F238E27FC236}">
                <a16:creationId xmlns:a16="http://schemas.microsoft.com/office/drawing/2014/main" id="{2E5385A2-FCEA-471E-91DE-87297382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60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6" name="data_8202">
            <a:extLst xmlns:a="http://schemas.openxmlformats.org/drawingml/2006/main">
              <a:ext uri="{FF2B5EF4-FFF2-40B4-BE49-F238E27FC236}">
                <a16:creationId xmlns:a16="http://schemas.microsoft.com/office/drawing/2014/main" id="{8F269186-DF2D-45C9-9D0F-430D3472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43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7" name="data_8203">
            <a:extLst xmlns:a="http://schemas.openxmlformats.org/drawingml/2006/main">
              <a:ext uri="{FF2B5EF4-FFF2-40B4-BE49-F238E27FC236}">
                <a16:creationId xmlns:a16="http://schemas.microsoft.com/office/drawing/2014/main" id="{7CBF0E7F-E5D1-493C-AC6F-606764DF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7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8" name="data_8204">
            <a:extLst xmlns:a="http://schemas.openxmlformats.org/drawingml/2006/main">
              <a:ext uri="{FF2B5EF4-FFF2-40B4-BE49-F238E27FC236}">
                <a16:creationId xmlns:a16="http://schemas.microsoft.com/office/drawing/2014/main" id="{54DE46C8-E807-43BD-9C6D-6669B20B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9" name="data_8205">
            <a:extLst xmlns:a="http://schemas.openxmlformats.org/drawingml/2006/main">
              <a:ext uri="{FF2B5EF4-FFF2-40B4-BE49-F238E27FC236}">
                <a16:creationId xmlns:a16="http://schemas.microsoft.com/office/drawing/2014/main" id="{E976A68B-0F3E-40B6-ABD9-90370062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0" name="data_8206">
            <a:extLst xmlns:a="http://schemas.openxmlformats.org/drawingml/2006/main">
              <a:ext uri="{FF2B5EF4-FFF2-40B4-BE49-F238E27FC236}">
                <a16:creationId xmlns:a16="http://schemas.microsoft.com/office/drawing/2014/main" id="{B382AB6D-DF34-468B-9D51-2434EBF1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1" name="data_8207">
            <a:extLst xmlns:a="http://schemas.openxmlformats.org/drawingml/2006/main">
              <a:ext uri="{FF2B5EF4-FFF2-40B4-BE49-F238E27FC236}">
                <a16:creationId xmlns:a16="http://schemas.microsoft.com/office/drawing/2014/main" id="{52856B5B-D326-49E4-9871-4C92867B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156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2" name="data_8208">
            <a:extLst xmlns:a="http://schemas.openxmlformats.org/drawingml/2006/main">
              <a:ext uri="{FF2B5EF4-FFF2-40B4-BE49-F238E27FC236}">
                <a16:creationId xmlns:a16="http://schemas.microsoft.com/office/drawing/2014/main" id="{9CCD1FE7-7B8B-442A-9B08-BB30BA7D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3" name="data_8209">
            <a:extLst xmlns:a="http://schemas.openxmlformats.org/drawingml/2006/main">
              <a:ext uri="{FF2B5EF4-FFF2-40B4-BE49-F238E27FC236}">
                <a16:creationId xmlns:a16="http://schemas.microsoft.com/office/drawing/2014/main" id="{DCCF890A-8477-4A65-A6DC-1A27504E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1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4" name="data_8210">
            <a:extLst xmlns:a="http://schemas.openxmlformats.org/drawingml/2006/main">
              <a:ext uri="{FF2B5EF4-FFF2-40B4-BE49-F238E27FC236}">
                <a16:creationId xmlns:a16="http://schemas.microsoft.com/office/drawing/2014/main" id="{47E27455-E648-4BDC-8216-B673B15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350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5" name="data_8211">
            <a:extLst xmlns:a="http://schemas.openxmlformats.org/drawingml/2006/main">
              <a:ext uri="{FF2B5EF4-FFF2-40B4-BE49-F238E27FC236}">
                <a16:creationId xmlns:a16="http://schemas.microsoft.com/office/drawing/2014/main" id="{59C86513-0141-4E31-A8A4-CD933DA5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677" y="63863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6" name="data_8212">
            <a:extLst xmlns:a="http://schemas.openxmlformats.org/drawingml/2006/main">
              <a:ext uri="{FF2B5EF4-FFF2-40B4-BE49-F238E27FC236}">
                <a16:creationId xmlns:a16="http://schemas.microsoft.com/office/drawing/2014/main" id="{4E747C81-AD85-4010-9BB6-C135C3CA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876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7" name="data_8213">
            <a:extLst xmlns:a="http://schemas.openxmlformats.org/drawingml/2006/main">
              <a:ext uri="{FF2B5EF4-FFF2-40B4-BE49-F238E27FC236}">
                <a16:creationId xmlns:a16="http://schemas.microsoft.com/office/drawing/2014/main" id="{0C28C480-E3F8-48B8-8595-DD85C52A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51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8" name="data_8214">
            <a:extLst xmlns:a="http://schemas.openxmlformats.org/drawingml/2006/main">
              <a:ext uri="{FF2B5EF4-FFF2-40B4-BE49-F238E27FC236}">
                <a16:creationId xmlns:a16="http://schemas.microsoft.com/office/drawing/2014/main" id="{B3414C4B-0179-43D0-A982-0C89EE2C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366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9" name="data_8215">
            <a:extLst xmlns:a="http://schemas.openxmlformats.org/drawingml/2006/main">
              <a:ext uri="{FF2B5EF4-FFF2-40B4-BE49-F238E27FC236}">
                <a16:creationId xmlns:a16="http://schemas.microsoft.com/office/drawing/2014/main" id="{68611EE9-6552-4E74-9A94-B7261E0A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0" name="data_8216">
            <a:extLst xmlns:a="http://schemas.openxmlformats.org/drawingml/2006/main">
              <a:ext uri="{FF2B5EF4-FFF2-40B4-BE49-F238E27FC236}">
                <a16:creationId xmlns:a16="http://schemas.microsoft.com/office/drawing/2014/main" id="{FF02D090-2990-42DF-BCE9-E91714A1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403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1" name="data_8217">
            <a:extLst xmlns:a="http://schemas.openxmlformats.org/drawingml/2006/main">
              <a:ext uri="{FF2B5EF4-FFF2-40B4-BE49-F238E27FC236}">
                <a16:creationId xmlns:a16="http://schemas.microsoft.com/office/drawing/2014/main" id="{56BAE00C-F7F6-4D23-B8F4-6B8C11F3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63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2" name="data_8218">
            <a:extLst xmlns:a="http://schemas.openxmlformats.org/drawingml/2006/main">
              <a:ext uri="{FF2B5EF4-FFF2-40B4-BE49-F238E27FC236}">
                <a16:creationId xmlns:a16="http://schemas.microsoft.com/office/drawing/2014/main" id="{7D9FD32B-DEDE-494D-96B5-BAE89D27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11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3" name="data_8219">
            <a:extLst xmlns:a="http://schemas.openxmlformats.org/drawingml/2006/main">
              <a:ext uri="{FF2B5EF4-FFF2-40B4-BE49-F238E27FC236}">
                <a16:creationId xmlns:a16="http://schemas.microsoft.com/office/drawing/2014/main" id="{0F05D258-EA00-4EA3-A940-379E502A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69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4" name="data_8220">
            <a:extLst xmlns:a="http://schemas.openxmlformats.org/drawingml/2006/main">
              <a:ext uri="{FF2B5EF4-FFF2-40B4-BE49-F238E27FC236}">
                <a16:creationId xmlns:a16="http://schemas.microsoft.com/office/drawing/2014/main" id="{EFE4B838-2EA2-482A-8D78-54A49D96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8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5" name="data_8221">
            <a:extLst xmlns:a="http://schemas.openxmlformats.org/drawingml/2006/main">
              <a:ext uri="{FF2B5EF4-FFF2-40B4-BE49-F238E27FC236}">
                <a16:creationId xmlns:a16="http://schemas.microsoft.com/office/drawing/2014/main" id="{9A0A52DE-FC4F-45EF-9612-37ED150C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6" name="data_8222">
            <a:extLst xmlns:a="http://schemas.openxmlformats.org/drawingml/2006/main">
              <a:ext uri="{FF2B5EF4-FFF2-40B4-BE49-F238E27FC236}">
                <a16:creationId xmlns:a16="http://schemas.microsoft.com/office/drawing/2014/main" id="{0D665FCE-E7C0-4AD9-A981-E3431B32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78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7" name="data_8223">
            <a:extLst xmlns:a="http://schemas.openxmlformats.org/drawingml/2006/main">
              <a:ext uri="{FF2B5EF4-FFF2-40B4-BE49-F238E27FC236}">
                <a16:creationId xmlns:a16="http://schemas.microsoft.com/office/drawing/2014/main" id="{2AACA312-3150-4E8E-8F1B-26128D2E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1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8" name="data_8224">
            <a:extLst xmlns:a="http://schemas.openxmlformats.org/drawingml/2006/main">
              <a:ext uri="{FF2B5EF4-FFF2-40B4-BE49-F238E27FC236}">
                <a16:creationId xmlns:a16="http://schemas.microsoft.com/office/drawing/2014/main" id="{362378A2-B0F2-4241-B160-965CD6B0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924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9" name="data_8225">
            <a:extLst xmlns:a="http://schemas.openxmlformats.org/drawingml/2006/main">
              <a:ext uri="{FF2B5EF4-FFF2-40B4-BE49-F238E27FC236}">
                <a16:creationId xmlns:a16="http://schemas.microsoft.com/office/drawing/2014/main" id="{F479F50F-4BC3-4176-98D0-B276E32A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881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0" name="data_8226">
            <a:extLst xmlns:a="http://schemas.openxmlformats.org/drawingml/2006/main">
              <a:ext uri="{FF2B5EF4-FFF2-40B4-BE49-F238E27FC236}">
                <a16:creationId xmlns:a16="http://schemas.microsoft.com/office/drawing/2014/main" id="{86FA2C41-0D8A-4AD1-9A62-0CBC0AFC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1" name="data_8227">
            <a:extLst xmlns:a="http://schemas.openxmlformats.org/drawingml/2006/main">
              <a:ext uri="{FF2B5EF4-FFF2-40B4-BE49-F238E27FC236}">
                <a16:creationId xmlns:a16="http://schemas.microsoft.com/office/drawing/2014/main" id="{D55251F1-A95B-481A-94D8-25303885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25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2" name="data_8228">
            <a:extLst xmlns:a="http://schemas.openxmlformats.org/drawingml/2006/main">
              <a:ext uri="{FF2B5EF4-FFF2-40B4-BE49-F238E27FC236}">
                <a16:creationId xmlns:a16="http://schemas.microsoft.com/office/drawing/2014/main" id="{9836BA5B-DFA1-4F59-93F0-F546C6BF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73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3" name="data_8229">
            <a:extLst xmlns:a="http://schemas.openxmlformats.org/drawingml/2006/main">
              <a:ext uri="{FF2B5EF4-FFF2-40B4-BE49-F238E27FC236}">
                <a16:creationId xmlns:a16="http://schemas.microsoft.com/office/drawing/2014/main" id="{63D8F957-BF3A-4B16-8968-549D431F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9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4" name="data_8230">
            <a:extLst xmlns:a="http://schemas.openxmlformats.org/drawingml/2006/main">
              <a:ext uri="{FF2B5EF4-FFF2-40B4-BE49-F238E27FC236}">
                <a16:creationId xmlns:a16="http://schemas.microsoft.com/office/drawing/2014/main" id="{64410883-A6D0-451A-904C-53B26803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12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5" name="data_8231">
            <a:extLst xmlns:a="http://schemas.openxmlformats.org/drawingml/2006/main">
              <a:ext uri="{FF2B5EF4-FFF2-40B4-BE49-F238E27FC236}">
                <a16:creationId xmlns:a16="http://schemas.microsoft.com/office/drawing/2014/main" id="{1A716FFB-3F91-4912-8AC3-9A554FED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0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6" name="data_8232">
            <a:extLst xmlns:a="http://schemas.openxmlformats.org/drawingml/2006/main">
              <a:ext uri="{FF2B5EF4-FFF2-40B4-BE49-F238E27FC236}">
                <a16:creationId xmlns:a16="http://schemas.microsoft.com/office/drawing/2014/main" id="{254CE075-0FAB-4AF1-ACAF-B2C084D5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4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7" name="data_8233">
            <a:extLst xmlns:a="http://schemas.openxmlformats.org/drawingml/2006/main">
              <a:ext uri="{FF2B5EF4-FFF2-40B4-BE49-F238E27FC236}">
                <a16:creationId xmlns:a16="http://schemas.microsoft.com/office/drawing/2014/main" id="{464D9B89-ABAB-4ED8-92E4-CABBB2B6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26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8" name="data_8234">
            <a:extLst xmlns:a="http://schemas.openxmlformats.org/drawingml/2006/main">
              <a:ext uri="{FF2B5EF4-FFF2-40B4-BE49-F238E27FC236}">
                <a16:creationId xmlns:a16="http://schemas.microsoft.com/office/drawing/2014/main" id="{EFCE6F65-0FCB-41B2-A31F-A395E5B7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0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9" name="data_8235">
            <a:extLst xmlns:a="http://schemas.openxmlformats.org/drawingml/2006/main">
              <a:ext uri="{FF2B5EF4-FFF2-40B4-BE49-F238E27FC236}">
                <a16:creationId xmlns:a16="http://schemas.microsoft.com/office/drawing/2014/main" id="{6F23F110-BB31-423D-8431-E036F040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2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0" name="data_8236">
            <a:extLst xmlns:a="http://schemas.openxmlformats.org/drawingml/2006/main">
              <a:ext uri="{FF2B5EF4-FFF2-40B4-BE49-F238E27FC236}">
                <a16:creationId xmlns:a16="http://schemas.microsoft.com/office/drawing/2014/main" id="{836CCD71-978C-47AC-938D-6B83265A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268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1" name="data_8237">
            <a:extLst xmlns:a="http://schemas.openxmlformats.org/drawingml/2006/main">
              <a:ext uri="{FF2B5EF4-FFF2-40B4-BE49-F238E27FC236}">
                <a16:creationId xmlns:a16="http://schemas.microsoft.com/office/drawing/2014/main" id="{6F56C940-6C58-4208-8123-801BEFA6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90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2" name="data_8238">
            <a:extLst xmlns:a="http://schemas.openxmlformats.org/drawingml/2006/main">
              <a:ext uri="{FF2B5EF4-FFF2-40B4-BE49-F238E27FC236}">
                <a16:creationId xmlns:a16="http://schemas.microsoft.com/office/drawing/2014/main" id="{1740C40B-9283-4588-9061-F69704D8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494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3" name="data_8239">
            <a:extLst xmlns:a="http://schemas.openxmlformats.org/drawingml/2006/main">
              <a:ext uri="{FF2B5EF4-FFF2-40B4-BE49-F238E27FC236}">
                <a16:creationId xmlns:a16="http://schemas.microsoft.com/office/drawing/2014/main" id="{962B9E40-D723-49C8-9E83-00CE36B0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238" y="531775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4" name="data_8240">
            <a:extLst xmlns:a="http://schemas.openxmlformats.org/drawingml/2006/main">
              <a:ext uri="{FF2B5EF4-FFF2-40B4-BE49-F238E27FC236}">
                <a16:creationId xmlns:a16="http://schemas.microsoft.com/office/drawing/2014/main" id="{E96A91F6-26BA-44DD-BD7A-C23CC45A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99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5" name="data_8241">
            <a:extLst xmlns:a="http://schemas.openxmlformats.org/drawingml/2006/main">
              <a:ext uri="{FF2B5EF4-FFF2-40B4-BE49-F238E27FC236}">
                <a16:creationId xmlns:a16="http://schemas.microsoft.com/office/drawing/2014/main" id="{F19FBEE9-FC70-4629-81C4-CD3A5292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977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6" name="data_8242">
            <a:extLst xmlns:a="http://schemas.openxmlformats.org/drawingml/2006/main">
              <a:ext uri="{FF2B5EF4-FFF2-40B4-BE49-F238E27FC236}">
                <a16:creationId xmlns:a16="http://schemas.microsoft.com/office/drawing/2014/main" id="{6A7E04D6-96DC-41FC-892D-C7BBED5C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059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7" name="data_8243">
            <a:extLst xmlns:a="http://schemas.openxmlformats.org/drawingml/2006/main">
              <a:ext uri="{FF2B5EF4-FFF2-40B4-BE49-F238E27FC236}">
                <a16:creationId xmlns:a16="http://schemas.microsoft.com/office/drawing/2014/main" id="{2D322356-B634-4A60-AD06-7655233D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56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8" name="data_8244">
            <a:extLst xmlns:a="http://schemas.openxmlformats.org/drawingml/2006/main">
              <a:ext uri="{FF2B5EF4-FFF2-40B4-BE49-F238E27FC236}">
                <a16:creationId xmlns:a16="http://schemas.microsoft.com/office/drawing/2014/main" id="{CC50667A-BEBE-4DB3-AD12-B893106F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365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9" name="data_8245">
            <a:extLst xmlns:a="http://schemas.openxmlformats.org/drawingml/2006/main">
              <a:ext uri="{FF2B5EF4-FFF2-40B4-BE49-F238E27FC236}">
                <a16:creationId xmlns:a16="http://schemas.microsoft.com/office/drawing/2014/main" id="{200CC613-8F2E-4406-972A-56750016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98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0" name="data_8246">
            <a:extLst xmlns:a="http://schemas.openxmlformats.org/drawingml/2006/main">
              <a:ext uri="{FF2B5EF4-FFF2-40B4-BE49-F238E27FC236}">
                <a16:creationId xmlns:a16="http://schemas.microsoft.com/office/drawing/2014/main" id="{3D0CD29C-1E60-4B1E-9B00-E386E3C3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945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1" name="data_8247">
            <a:extLst xmlns:a="http://schemas.openxmlformats.org/drawingml/2006/main">
              <a:ext uri="{FF2B5EF4-FFF2-40B4-BE49-F238E27FC236}">
                <a16:creationId xmlns:a16="http://schemas.microsoft.com/office/drawing/2014/main" id="{690BD862-E873-40A7-8DE6-32E70A9E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586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2" name="data_8248">
            <a:extLst xmlns:a="http://schemas.openxmlformats.org/drawingml/2006/main">
              <a:ext uri="{FF2B5EF4-FFF2-40B4-BE49-F238E27FC236}">
                <a16:creationId xmlns:a16="http://schemas.microsoft.com/office/drawing/2014/main" id="{2C9683E0-EA77-4EDB-B8B6-8518BE9F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592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3" name="data_8249">
            <a:extLst xmlns:a="http://schemas.openxmlformats.org/drawingml/2006/main">
              <a:ext uri="{FF2B5EF4-FFF2-40B4-BE49-F238E27FC236}">
                <a16:creationId xmlns:a16="http://schemas.microsoft.com/office/drawing/2014/main" id="{6399F4F2-D3D0-470C-96E9-1F741274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84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4" name="data_8250">
            <a:extLst xmlns:a="http://schemas.openxmlformats.org/drawingml/2006/main">
              <a:ext uri="{FF2B5EF4-FFF2-40B4-BE49-F238E27FC236}">
                <a16:creationId xmlns:a16="http://schemas.microsoft.com/office/drawing/2014/main" id="{EA0991B9-23FE-4DD0-81AF-B6E14EBC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95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5" name="data_8251">
            <a:extLst xmlns:a="http://schemas.openxmlformats.org/drawingml/2006/main">
              <a:ext uri="{FF2B5EF4-FFF2-40B4-BE49-F238E27FC236}">
                <a16:creationId xmlns:a16="http://schemas.microsoft.com/office/drawing/2014/main" id="{DC61BC6B-3F61-4DCF-B157-605E020B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79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6" name="data_8252">
            <a:extLst xmlns:a="http://schemas.openxmlformats.org/drawingml/2006/main">
              <a:ext uri="{FF2B5EF4-FFF2-40B4-BE49-F238E27FC236}">
                <a16:creationId xmlns:a16="http://schemas.microsoft.com/office/drawing/2014/main" id="{7F33F008-3360-4F23-ACB2-D673D497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93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7" name="data_8253">
            <a:extLst xmlns:a="http://schemas.openxmlformats.org/drawingml/2006/main">
              <a:ext uri="{FF2B5EF4-FFF2-40B4-BE49-F238E27FC236}">
                <a16:creationId xmlns:a16="http://schemas.microsoft.com/office/drawing/2014/main" id="{A5659D8C-F7CC-4751-899D-C4064422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1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8" name="data_8254">
            <a:extLst xmlns:a="http://schemas.openxmlformats.org/drawingml/2006/main">
              <a:ext uri="{FF2B5EF4-FFF2-40B4-BE49-F238E27FC236}">
                <a16:creationId xmlns:a16="http://schemas.microsoft.com/office/drawing/2014/main" id="{9B188215-A776-452A-8240-55252E5B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012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9" name="data_8255">
            <a:extLst xmlns:a="http://schemas.openxmlformats.org/drawingml/2006/main">
              <a:ext uri="{FF2B5EF4-FFF2-40B4-BE49-F238E27FC236}">
                <a16:creationId xmlns:a16="http://schemas.microsoft.com/office/drawing/2014/main" id="{7008797C-7806-4C16-87E8-FC641305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812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0" name="data_8256">
            <a:extLst xmlns:a="http://schemas.openxmlformats.org/drawingml/2006/main">
              <a:ext uri="{FF2B5EF4-FFF2-40B4-BE49-F238E27FC236}">
                <a16:creationId xmlns:a16="http://schemas.microsoft.com/office/drawing/2014/main" id="{0ADE0900-2A60-47F0-B85F-FBA737C5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63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1" name="data_8257">
            <a:extLst xmlns:a="http://schemas.openxmlformats.org/drawingml/2006/main">
              <a:ext uri="{FF2B5EF4-FFF2-40B4-BE49-F238E27FC236}">
                <a16:creationId xmlns:a16="http://schemas.microsoft.com/office/drawing/2014/main" id="{B1F2C521-9742-4627-9EB8-85275F6F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531775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2" name="data_8258">
            <a:extLst xmlns:a="http://schemas.openxmlformats.org/drawingml/2006/main">
              <a:ext uri="{FF2B5EF4-FFF2-40B4-BE49-F238E27FC236}">
                <a16:creationId xmlns:a16="http://schemas.microsoft.com/office/drawing/2014/main" id="{942AF2E1-A151-4497-8208-0CB37E1F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8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3" name="data_8259">
            <a:extLst xmlns:a="http://schemas.openxmlformats.org/drawingml/2006/main">
              <a:ext uri="{FF2B5EF4-FFF2-40B4-BE49-F238E27FC236}">
                <a16:creationId xmlns:a16="http://schemas.microsoft.com/office/drawing/2014/main" id="{3A6DE148-3F9B-4791-91A4-1BF976B3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5057" y="59558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4" name="data_8260">
            <a:extLst xmlns:a="http://schemas.openxmlformats.org/drawingml/2006/main">
              <a:ext uri="{FF2B5EF4-FFF2-40B4-BE49-F238E27FC236}">
                <a16:creationId xmlns:a16="http://schemas.microsoft.com/office/drawing/2014/main" id="{B15AD116-6689-40A4-940E-65CE9D12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5" name="data_8261">
            <a:extLst xmlns:a="http://schemas.openxmlformats.org/drawingml/2006/main">
              <a:ext uri="{FF2B5EF4-FFF2-40B4-BE49-F238E27FC236}">
                <a16:creationId xmlns:a16="http://schemas.microsoft.com/office/drawing/2014/main" id="{02665D0B-2A05-46E3-9E67-FB3BF898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81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6" name="data_8262">
            <a:extLst xmlns:a="http://schemas.openxmlformats.org/drawingml/2006/main">
              <a:ext uri="{FF2B5EF4-FFF2-40B4-BE49-F238E27FC236}">
                <a16:creationId xmlns:a16="http://schemas.microsoft.com/office/drawing/2014/main" id="{8CB3A8FF-9281-4DCB-BE54-1FE7B1D4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059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7" name="data_8263">
            <a:extLst xmlns:a="http://schemas.openxmlformats.org/drawingml/2006/main">
              <a:ext uri="{FF2B5EF4-FFF2-40B4-BE49-F238E27FC236}">
                <a16:creationId xmlns:a16="http://schemas.microsoft.com/office/drawing/2014/main" id="{0D426986-EA46-4A64-83F8-9EAE4A1B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7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8" name="data_8264">
            <a:extLst xmlns:a="http://schemas.openxmlformats.org/drawingml/2006/main">
              <a:ext uri="{FF2B5EF4-FFF2-40B4-BE49-F238E27FC236}">
                <a16:creationId xmlns:a16="http://schemas.microsoft.com/office/drawing/2014/main" id="{D2A793B0-EEB6-462F-8909-F40BAE64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9" name="data_8265">
            <a:extLst xmlns:a="http://schemas.openxmlformats.org/drawingml/2006/main">
              <a:ext uri="{FF2B5EF4-FFF2-40B4-BE49-F238E27FC236}">
                <a16:creationId xmlns:a16="http://schemas.microsoft.com/office/drawing/2014/main" id="{E84A1722-F8FE-4B90-9D48-33C9EEB2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3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0" name="data_8266">
            <a:extLst xmlns:a="http://schemas.openxmlformats.org/drawingml/2006/main">
              <a:ext uri="{FF2B5EF4-FFF2-40B4-BE49-F238E27FC236}">
                <a16:creationId xmlns:a16="http://schemas.microsoft.com/office/drawing/2014/main" id="{A05EEDE1-19EC-4D48-87BE-1605483D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7729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1" name="data_8267">
            <a:extLst xmlns:a="http://schemas.openxmlformats.org/drawingml/2006/main">
              <a:ext uri="{FF2B5EF4-FFF2-40B4-BE49-F238E27FC236}">
                <a16:creationId xmlns:a16="http://schemas.microsoft.com/office/drawing/2014/main" id="{99B912FB-B314-4E19-9690-9496AAE4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809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2" name="data_8268">
            <a:extLst xmlns:a="http://schemas.openxmlformats.org/drawingml/2006/main">
              <a:ext uri="{FF2B5EF4-FFF2-40B4-BE49-F238E27FC236}">
                <a16:creationId xmlns:a16="http://schemas.microsoft.com/office/drawing/2014/main" id="{A91EC82D-5590-4B38-8A93-F21AEFCF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13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3" name="data_8269">
            <a:extLst xmlns:a="http://schemas.openxmlformats.org/drawingml/2006/main">
              <a:ext uri="{FF2B5EF4-FFF2-40B4-BE49-F238E27FC236}">
                <a16:creationId xmlns:a16="http://schemas.microsoft.com/office/drawing/2014/main" id="{A1FCBD2C-4232-4978-8645-FC47C3E8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9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4" name="data_8270">
            <a:extLst xmlns:a="http://schemas.openxmlformats.org/drawingml/2006/main">
              <a:ext uri="{FF2B5EF4-FFF2-40B4-BE49-F238E27FC236}">
                <a16:creationId xmlns:a16="http://schemas.microsoft.com/office/drawing/2014/main" id="{A50349AF-8CCC-4D23-848F-A6BEEE38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0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5" name="data_8271">
            <a:extLst xmlns:a="http://schemas.openxmlformats.org/drawingml/2006/main">
              <a:ext uri="{FF2B5EF4-FFF2-40B4-BE49-F238E27FC236}">
                <a16:creationId xmlns:a16="http://schemas.microsoft.com/office/drawing/2014/main" id="{5504B5FF-DCC9-44CA-BB39-FB02119F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521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6" name="data_8272">
            <a:extLst xmlns:a="http://schemas.openxmlformats.org/drawingml/2006/main">
              <a:ext uri="{FF2B5EF4-FFF2-40B4-BE49-F238E27FC236}">
                <a16:creationId xmlns:a16="http://schemas.microsoft.com/office/drawing/2014/main" id="{4140EBA3-2DD5-43E0-B0C2-71E64929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7" name="data_8273">
            <a:extLst xmlns:a="http://schemas.openxmlformats.org/drawingml/2006/main">
              <a:ext uri="{FF2B5EF4-FFF2-40B4-BE49-F238E27FC236}">
                <a16:creationId xmlns:a16="http://schemas.microsoft.com/office/drawing/2014/main" id="{9F84D148-F427-4E8E-B2D5-993014B3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1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8" name="data_8274">
            <a:extLst xmlns:a="http://schemas.openxmlformats.org/drawingml/2006/main">
              <a:ext uri="{FF2B5EF4-FFF2-40B4-BE49-F238E27FC236}">
                <a16:creationId xmlns:a16="http://schemas.microsoft.com/office/drawing/2014/main" id="{F2361D77-E260-4AA1-B1DC-9CE1C013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72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9" name="data_8275">
            <a:extLst xmlns:a="http://schemas.openxmlformats.org/drawingml/2006/main">
              <a:ext uri="{FF2B5EF4-FFF2-40B4-BE49-F238E27FC236}">
                <a16:creationId xmlns:a16="http://schemas.microsoft.com/office/drawing/2014/main" id="{B48C6310-9D78-4874-8459-6C5A2C38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3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0" name="data_8276">
            <a:extLst xmlns:a="http://schemas.openxmlformats.org/drawingml/2006/main">
              <a:ext uri="{FF2B5EF4-FFF2-40B4-BE49-F238E27FC236}">
                <a16:creationId xmlns:a16="http://schemas.microsoft.com/office/drawing/2014/main" id="{7FE2825C-95B4-4424-82D8-81D2C7C7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01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1" name="data_8277">
            <a:extLst xmlns:a="http://schemas.openxmlformats.org/drawingml/2006/main">
              <a:ext uri="{FF2B5EF4-FFF2-40B4-BE49-F238E27FC236}">
                <a16:creationId xmlns:a16="http://schemas.microsoft.com/office/drawing/2014/main" id="{64F42E70-9FC5-4F10-8C83-F24C9BB4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2" name="data_8278">
            <a:extLst xmlns:a="http://schemas.openxmlformats.org/drawingml/2006/main">
              <a:ext uri="{FF2B5EF4-FFF2-40B4-BE49-F238E27FC236}">
                <a16:creationId xmlns:a16="http://schemas.microsoft.com/office/drawing/2014/main" id="{C98982CB-D2FC-4BAD-A4F4-B5F5A54B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889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3" name="data_8279">
            <a:extLst xmlns:a="http://schemas.openxmlformats.org/drawingml/2006/main">
              <a:ext uri="{FF2B5EF4-FFF2-40B4-BE49-F238E27FC236}">
                <a16:creationId xmlns:a16="http://schemas.microsoft.com/office/drawing/2014/main" id="{7EE9DE36-F1EB-4D4D-9EB4-B87F877B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9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4" name="data_8280">
            <a:extLst xmlns:a="http://schemas.openxmlformats.org/drawingml/2006/main">
              <a:ext uri="{FF2B5EF4-FFF2-40B4-BE49-F238E27FC236}">
                <a16:creationId xmlns:a16="http://schemas.microsoft.com/office/drawing/2014/main" id="{7CDF3754-406E-4330-BE92-F7ACD15E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5" name="data_8281">
            <a:extLst xmlns:a="http://schemas.openxmlformats.org/drawingml/2006/main">
              <a:ext uri="{FF2B5EF4-FFF2-40B4-BE49-F238E27FC236}">
                <a16:creationId xmlns:a16="http://schemas.microsoft.com/office/drawing/2014/main" id="{22104955-DED6-44EB-A51D-D6576E1A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1961" y="55115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6" name="data_8282">
            <a:extLst xmlns:a="http://schemas.openxmlformats.org/drawingml/2006/main">
              <a:ext uri="{FF2B5EF4-FFF2-40B4-BE49-F238E27FC236}">
                <a16:creationId xmlns:a16="http://schemas.microsoft.com/office/drawing/2014/main" id="{C497A465-CD77-46E4-834E-A7D56982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7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7" name="data_8283">
            <a:extLst xmlns:a="http://schemas.openxmlformats.org/drawingml/2006/main">
              <a:ext uri="{FF2B5EF4-FFF2-40B4-BE49-F238E27FC236}">
                <a16:creationId xmlns:a16="http://schemas.microsoft.com/office/drawing/2014/main" id="{B32A5F4D-6A7E-4E01-A74D-FCE08055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22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8" name="data_8284">
            <a:extLst xmlns:a="http://schemas.openxmlformats.org/drawingml/2006/main">
              <a:ext uri="{FF2B5EF4-FFF2-40B4-BE49-F238E27FC236}">
                <a16:creationId xmlns:a16="http://schemas.microsoft.com/office/drawing/2014/main" id="{6AFA8047-FF63-49AC-B832-384229AF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32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9" name="data_8285">
            <a:extLst xmlns:a="http://schemas.openxmlformats.org/drawingml/2006/main">
              <a:ext uri="{FF2B5EF4-FFF2-40B4-BE49-F238E27FC236}">
                <a16:creationId xmlns:a16="http://schemas.microsoft.com/office/drawing/2014/main" id="{7BED59F6-C702-4B42-976D-52ACECCD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50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0" name="data_8286">
            <a:extLst xmlns:a="http://schemas.openxmlformats.org/drawingml/2006/main">
              <a:ext uri="{FF2B5EF4-FFF2-40B4-BE49-F238E27FC236}">
                <a16:creationId xmlns:a16="http://schemas.microsoft.com/office/drawing/2014/main" id="{F99B0249-F8E4-4F4F-A3B6-1D514CFD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35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1" name="data_8287">
            <a:extLst xmlns:a="http://schemas.openxmlformats.org/drawingml/2006/main">
              <a:ext uri="{FF2B5EF4-FFF2-40B4-BE49-F238E27FC236}">
                <a16:creationId xmlns:a16="http://schemas.microsoft.com/office/drawing/2014/main" id="{F3ABBF14-8B9E-4041-ABC7-86350A37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727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2" name="data_8288">
            <a:extLst xmlns:a="http://schemas.openxmlformats.org/drawingml/2006/main">
              <a:ext uri="{FF2B5EF4-FFF2-40B4-BE49-F238E27FC236}">
                <a16:creationId xmlns:a16="http://schemas.microsoft.com/office/drawing/2014/main" id="{D90CDCAC-6D5A-4CC3-A96D-90ECDEE7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6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3" name="data_8289">
            <a:extLst xmlns:a="http://schemas.openxmlformats.org/drawingml/2006/main">
              <a:ext uri="{FF2B5EF4-FFF2-40B4-BE49-F238E27FC236}">
                <a16:creationId xmlns:a16="http://schemas.microsoft.com/office/drawing/2014/main" id="{8205555A-BF70-4F58-884D-C63D2F2C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11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4" name="data_8290">
            <a:extLst xmlns:a="http://schemas.openxmlformats.org/drawingml/2006/main">
              <a:ext uri="{FF2B5EF4-FFF2-40B4-BE49-F238E27FC236}">
                <a16:creationId xmlns:a16="http://schemas.microsoft.com/office/drawing/2014/main" id="{735E8C8A-191B-4A4B-86A7-D604C790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030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5" name="data_8291">
            <a:extLst xmlns:a="http://schemas.openxmlformats.org/drawingml/2006/main">
              <a:ext uri="{FF2B5EF4-FFF2-40B4-BE49-F238E27FC236}">
                <a16:creationId xmlns:a16="http://schemas.microsoft.com/office/drawing/2014/main" id="{07E0AAB1-E8D7-4779-8C70-62EA6ED9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884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6" name="data_8292">
            <a:extLst xmlns:a="http://schemas.openxmlformats.org/drawingml/2006/main">
              <a:ext uri="{FF2B5EF4-FFF2-40B4-BE49-F238E27FC236}">
                <a16:creationId xmlns:a16="http://schemas.microsoft.com/office/drawing/2014/main" id="{A6A8A647-9D47-4925-85D0-C338675B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172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7" name="data_8293">
            <a:extLst xmlns:a="http://schemas.openxmlformats.org/drawingml/2006/main">
              <a:ext uri="{FF2B5EF4-FFF2-40B4-BE49-F238E27FC236}">
                <a16:creationId xmlns:a16="http://schemas.microsoft.com/office/drawing/2014/main" id="{EDCB3559-8C81-4FAD-8994-F71E9532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9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8" name="data_8294">
            <a:extLst xmlns:a="http://schemas.openxmlformats.org/drawingml/2006/main">
              <a:ext uri="{FF2B5EF4-FFF2-40B4-BE49-F238E27FC236}">
                <a16:creationId xmlns:a16="http://schemas.microsoft.com/office/drawing/2014/main" id="{83BDB9FA-592C-47A6-8995-D9718A38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91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9" name="data_8295">
            <a:extLst xmlns:a="http://schemas.openxmlformats.org/drawingml/2006/main">
              <a:ext uri="{FF2B5EF4-FFF2-40B4-BE49-F238E27FC236}">
                <a16:creationId xmlns:a16="http://schemas.microsoft.com/office/drawing/2014/main" id="{B7743C5B-E999-4E72-A8B3-4B3EAD75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1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0" name="data_8296">
            <a:extLst xmlns:a="http://schemas.openxmlformats.org/drawingml/2006/main">
              <a:ext uri="{FF2B5EF4-FFF2-40B4-BE49-F238E27FC236}">
                <a16:creationId xmlns:a16="http://schemas.microsoft.com/office/drawing/2014/main" id="{071808C9-37B2-414D-B656-F6DFB3DD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9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1" name="data_8297">
            <a:extLst xmlns:a="http://schemas.openxmlformats.org/drawingml/2006/main">
              <a:ext uri="{FF2B5EF4-FFF2-40B4-BE49-F238E27FC236}">
                <a16:creationId xmlns:a16="http://schemas.microsoft.com/office/drawing/2014/main" id="{4309001E-3881-4BA2-AC8E-B90C7A3A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2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2" name="data_8298">
            <a:extLst xmlns:a="http://schemas.openxmlformats.org/drawingml/2006/main">
              <a:ext uri="{FF2B5EF4-FFF2-40B4-BE49-F238E27FC236}">
                <a16:creationId xmlns:a16="http://schemas.microsoft.com/office/drawing/2014/main" id="{FBE22979-D3E8-424F-AAB3-0647AE12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961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3" name="data_8299">
            <a:extLst xmlns:a="http://schemas.openxmlformats.org/drawingml/2006/main">
              <a:ext uri="{FF2B5EF4-FFF2-40B4-BE49-F238E27FC236}">
                <a16:creationId xmlns:a16="http://schemas.microsoft.com/office/drawing/2014/main" id="{EDC3CC0D-1FF3-44C3-A3EF-3C35B5C9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4" name="data_8300">
            <a:extLst xmlns:a="http://schemas.openxmlformats.org/drawingml/2006/main">
              <a:ext uri="{FF2B5EF4-FFF2-40B4-BE49-F238E27FC236}">
                <a16:creationId xmlns:a16="http://schemas.microsoft.com/office/drawing/2014/main" id="{3B1BBCBA-5E7A-4F9C-ABFD-C68A9A9C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5" name="data_8301">
            <a:extLst xmlns:a="http://schemas.openxmlformats.org/drawingml/2006/main">
              <a:ext uri="{FF2B5EF4-FFF2-40B4-BE49-F238E27FC236}">
                <a16:creationId xmlns:a16="http://schemas.microsoft.com/office/drawing/2014/main" id="{1AEB7B79-EC5B-4FA0-9231-62708786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67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6" name="data_8302">
            <a:extLst xmlns:a="http://schemas.openxmlformats.org/drawingml/2006/main">
              <a:ext uri="{FF2B5EF4-FFF2-40B4-BE49-F238E27FC236}">
                <a16:creationId xmlns:a16="http://schemas.microsoft.com/office/drawing/2014/main" id="{26242E6B-F6C0-484E-BA26-42034811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7" name="data_8303">
            <a:extLst xmlns:a="http://schemas.openxmlformats.org/drawingml/2006/main">
              <a:ext uri="{FF2B5EF4-FFF2-40B4-BE49-F238E27FC236}">
                <a16:creationId xmlns:a16="http://schemas.microsoft.com/office/drawing/2014/main" id="{15FCCAD7-8026-4827-83DB-73702916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6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8" name="data_8304">
            <a:extLst xmlns:a="http://schemas.openxmlformats.org/drawingml/2006/main">
              <a:ext uri="{FF2B5EF4-FFF2-40B4-BE49-F238E27FC236}">
                <a16:creationId xmlns:a16="http://schemas.microsoft.com/office/drawing/2014/main" id="{DE789033-DBA1-406C-99A3-21CB20D0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502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9" name="data_8305">
            <a:extLst xmlns:a="http://schemas.openxmlformats.org/drawingml/2006/main">
              <a:ext uri="{FF2B5EF4-FFF2-40B4-BE49-F238E27FC236}">
                <a16:creationId xmlns:a16="http://schemas.microsoft.com/office/drawing/2014/main" id="{63522AE7-D7C7-4020-8AB5-53EB928A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2191" y="6249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0" name="data_8306">
            <a:extLst xmlns:a="http://schemas.openxmlformats.org/drawingml/2006/main">
              <a:ext uri="{FF2B5EF4-FFF2-40B4-BE49-F238E27FC236}">
                <a16:creationId xmlns:a16="http://schemas.microsoft.com/office/drawing/2014/main" id="{592DF247-0595-440F-9D5D-F2B22F9F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39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1" name="data_8307">
            <a:extLst xmlns:a="http://schemas.openxmlformats.org/drawingml/2006/main">
              <a:ext uri="{FF2B5EF4-FFF2-40B4-BE49-F238E27FC236}">
                <a16:creationId xmlns:a16="http://schemas.microsoft.com/office/drawing/2014/main" id="{D90A7C31-72D3-49B1-8EDF-E5B4969E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6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2" name="data_8308">
            <a:extLst xmlns:a="http://schemas.openxmlformats.org/drawingml/2006/main">
              <a:ext uri="{FF2B5EF4-FFF2-40B4-BE49-F238E27FC236}">
                <a16:creationId xmlns:a16="http://schemas.microsoft.com/office/drawing/2014/main" id="{0352FFC4-0BFF-4711-9059-25434BDE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88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3" name="data_8309">
            <a:extLst xmlns:a="http://schemas.openxmlformats.org/drawingml/2006/main">
              <a:ext uri="{FF2B5EF4-FFF2-40B4-BE49-F238E27FC236}">
                <a16:creationId xmlns:a16="http://schemas.microsoft.com/office/drawing/2014/main" id="{47172E63-8CA6-4320-9B8B-36315290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4" name="data_8310">
            <a:extLst xmlns:a="http://schemas.openxmlformats.org/drawingml/2006/main">
              <a:ext uri="{FF2B5EF4-FFF2-40B4-BE49-F238E27FC236}">
                <a16:creationId xmlns:a16="http://schemas.microsoft.com/office/drawing/2014/main" id="{847DC7E1-0943-45FC-9D99-84AB26B9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5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5" name="data_8311">
            <a:extLst xmlns:a="http://schemas.openxmlformats.org/drawingml/2006/main">
              <a:ext uri="{FF2B5EF4-FFF2-40B4-BE49-F238E27FC236}">
                <a16:creationId xmlns:a16="http://schemas.microsoft.com/office/drawing/2014/main" id="{58509C05-724C-4367-AE66-F7EC771F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1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6" name="data_8312">
            <a:extLst xmlns:a="http://schemas.openxmlformats.org/drawingml/2006/main">
              <a:ext uri="{FF2B5EF4-FFF2-40B4-BE49-F238E27FC236}">
                <a16:creationId xmlns:a16="http://schemas.microsoft.com/office/drawing/2014/main" id="{D90570A8-13AF-4ABB-963B-9816BDE6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62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7" name="data_8313">
            <a:extLst xmlns:a="http://schemas.openxmlformats.org/drawingml/2006/main">
              <a:ext uri="{FF2B5EF4-FFF2-40B4-BE49-F238E27FC236}">
                <a16:creationId xmlns:a16="http://schemas.microsoft.com/office/drawing/2014/main" id="{4A79B465-08B9-4B5A-9C2A-94143327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44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8" name="data_8314">
            <a:extLst xmlns:a="http://schemas.openxmlformats.org/drawingml/2006/main">
              <a:ext uri="{FF2B5EF4-FFF2-40B4-BE49-F238E27FC236}">
                <a16:creationId xmlns:a16="http://schemas.microsoft.com/office/drawing/2014/main" id="{4E5AC87D-A749-42F1-B29D-B339FDA5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834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9" name="data_8315">
            <a:extLst xmlns:a="http://schemas.openxmlformats.org/drawingml/2006/main">
              <a:ext uri="{FF2B5EF4-FFF2-40B4-BE49-F238E27FC236}">
                <a16:creationId xmlns:a16="http://schemas.microsoft.com/office/drawing/2014/main" id="{E50A4053-4115-4BA2-A55C-DB11A5B1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0" name="data_8316">
            <a:extLst xmlns:a="http://schemas.openxmlformats.org/drawingml/2006/main">
              <a:ext uri="{FF2B5EF4-FFF2-40B4-BE49-F238E27FC236}">
                <a16:creationId xmlns:a16="http://schemas.microsoft.com/office/drawing/2014/main" id="{30107736-765D-4AD6-A323-F2C70906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3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1" name="data_8317">
            <a:extLst xmlns:a="http://schemas.openxmlformats.org/drawingml/2006/main">
              <a:ext uri="{FF2B5EF4-FFF2-40B4-BE49-F238E27FC236}">
                <a16:creationId xmlns:a16="http://schemas.microsoft.com/office/drawing/2014/main" id="{BE39D9FA-7F89-4BB8-BA93-2D77F117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6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2" name="data_8318">
            <a:extLst xmlns:a="http://schemas.openxmlformats.org/drawingml/2006/main">
              <a:ext uri="{FF2B5EF4-FFF2-40B4-BE49-F238E27FC236}">
                <a16:creationId xmlns:a16="http://schemas.microsoft.com/office/drawing/2014/main" id="{531E2277-BDD4-48E4-B7C4-C08ADBC9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75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3" name="data_8319">
            <a:extLst xmlns:a="http://schemas.openxmlformats.org/drawingml/2006/main">
              <a:ext uri="{FF2B5EF4-FFF2-40B4-BE49-F238E27FC236}">
                <a16:creationId xmlns:a16="http://schemas.microsoft.com/office/drawing/2014/main" id="{59D69B53-856D-4494-B6F2-4E0F3CEA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394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4" name="data_8320">
            <a:extLst xmlns:a="http://schemas.openxmlformats.org/drawingml/2006/main">
              <a:ext uri="{FF2B5EF4-FFF2-40B4-BE49-F238E27FC236}">
                <a16:creationId xmlns:a16="http://schemas.microsoft.com/office/drawing/2014/main" id="{DCA48F36-4355-4A46-B0DF-6CF75D27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5" name="data_8321">
            <a:extLst xmlns:a="http://schemas.openxmlformats.org/drawingml/2006/main">
              <a:ext uri="{FF2B5EF4-FFF2-40B4-BE49-F238E27FC236}">
                <a16:creationId xmlns:a16="http://schemas.microsoft.com/office/drawing/2014/main" id="{4F55FBD8-9BA1-42DB-83F7-01EE9C13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77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6" name="data_8322">
            <a:extLst xmlns:a="http://schemas.openxmlformats.org/drawingml/2006/main">
              <a:ext uri="{FF2B5EF4-FFF2-40B4-BE49-F238E27FC236}">
                <a16:creationId xmlns:a16="http://schemas.microsoft.com/office/drawing/2014/main" id="{D119C608-1960-4BD3-B485-57367E26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8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7" name="data_8323">
            <a:extLst xmlns:a="http://schemas.openxmlformats.org/drawingml/2006/main">
              <a:ext uri="{FF2B5EF4-FFF2-40B4-BE49-F238E27FC236}">
                <a16:creationId xmlns:a16="http://schemas.microsoft.com/office/drawing/2014/main" id="{0314371C-B058-4B76-BDC7-0A8229B5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24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8" name="data_8324">
            <a:extLst xmlns:a="http://schemas.openxmlformats.org/drawingml/2006/main">
              <a:ext uri="{FF2B5EF4-FFF2-40B4-BE49-F238E27FC236}">
                <a16:creationId xmlns:a16="http://schemas.microsoft.com/office/drawing/2014/main" id="{2518B9BA-1E5C-4097-9892-B254A5D1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326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9" name="data_8325">
            <a:extLst xmlns:a="http://schemas.openxmlformats.org/drawingml/2006/main">
              <a:ext uri="{FF2B5EF4-FFF2-40B4-BE49-F238E27FC236}">
                <a16:creationId xmlns:a16="http://schemas.microsoft.com/office/drawing/2014/main" id="{E414D839-D8B5-443E-84A2-B3EFD4EF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0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0" name="data_8326">
            <a:extLst xmlns:a="http://schemas.openxmlformats.org/drawingml/2006/main">
              <a:ext uri="{FF2B5EF4-FFF2-40B4-BE49-F238E27FC236}">
                <a16:creationId xmlns:a16="http://schemas.microsoft.com/office/drawing/2014/main" id="{C4D12824-7DFA-44DA-B9FD-5F0C1ADC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4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1" name="data_8327">
            <a:extLst xmlns:a="http://schemas.openxmlformats.org/drawingml/2006/main">
              <a:ext uri="{FF2B5EF4-FFF2-40B4-BE49-F238E27FC236}">
                <a16:creationId xmlns:a16="http://schemas.microsoft.com/office/drawing/2014/main" id="{8DC0F8DD-8383-40C5-9D36-6DB6564D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57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2" name="data_8328">
            <a:extLst xmlns:a="http://schemas.openxmlformats.org/drawingml/2006/main">
              <a:ext uri="{FF2B5EF4-FFF2-40B4-BE49-F238E27FC236}">
                <a16:creationId xmlns:a16="http://schemas.microsoft.com/office/drawing/2014/main" id="{5F5C7DE3-FC2D-4865-AE5D-5D730903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0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3" name="data_8329">
            <a:extLst xmlns:a="http://schemas.openxmlformats.org/drawingml/2006/main">
              <a:ext uri="{FF2B5EF4-FFF2-40B4-BE49-F238E27FC236}">
                <a16:creationId xmlns:a16="http://schemas.microsoft.com/office/drawing/2014/main" id="{9A42949C-B119-44AC-9FFD-A4637E19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3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4" name="data_8330">
            <a:extLst xmlns:a="http://schemas.openxmlformats.org/drawingml/2006/main">
              <a:ext uri="{FF2B5EF4-FFF2-40B4-BE49-F238E27FC236}">
                <a16:creationId xmlns:a16="http://schemas.microsoft.com/office/drawing/2014/main" id="{BC1A2BC3-E6EF-471F-B912-B69E83505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57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5" name="data_8331">
            <a:extLst xmlns:a="http://schemas.openxmlformats.org/drawingml/2006/main">
              <a:ext uri="{FF2B5EF4-FFF2-40B4-BE49-F238E27FC236}">
                <a16:creationId xmlns:a16="http://schemas.microsoft.com/office/drawing/2014/main" id="{23F6AAF5-413D-416D-9C1D-E96177DD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9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6" name="data_8332">
            <a:extLst xmlns:a="http://schemas.openxmlformats.org/drawingml/2006/main">
              <a:ext uri="{FF2B5EF4-FFF2-40B4-BE49-F238E27FC236}">
                <a16:creationId xmlns:a16="http://schemas.microsoft.com/office/drawing/2014/main" id="{F693A9CF-62C8-49DB-BCAB-F6188793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5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7" name="data_8333">
            <a:extLst xmlns:a="http://schemas.openxmlformats.org/drawingml/2006/main">
              <a:ext uri="{FF2B5EF4-FFF2-40B4-BE49-F238E27FC236}">
                <a16:creationId xmlns:a16="http://schemas.microsoft.com/office/drawing/2014/main" id="{591B8E4A-1DF0-41B7-ADFC-E55B7240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2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8" name="data_8334">
            <a:extLst xmlns:a="http://schemas.openxmlformats.org/drawingml/2006/main">
              <a:ext uri="{FF2B5EF4-FFF2-40B4-BE49-F238E27FC236}">
                <a16:creationId xmlns:a16="http://schemas.microsoft.com/office/drawing/2014/main" id="{BE67FAF9-FA3F-4B62-ACD3-FBAA62A3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01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9" name="data_8335">
            <a:extLst xmlns:a="http://schemas.openxmlformats.org/drawingml/2006/main">
              <a:ext uri="{FF2B5EF4-FFF2-40B4-BE49-F238E27FC236}">
                <a16:creationId xmlns:a16="http://schemas.microsoft.com/office/drawing/2014/main" id="{DA9412E0-5BA9-45B6-A1B1-AA7EFDA1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005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0" name="data_8336">
            <a:extLst xmlns:a="http://schemas.openxmlformats.org/drawingml/2006/main">
              <a:ext uri="{FF2B5EF4-FFF2-40B4-BE49-F238E27FC236}">
                <a16:creationId xmlns:a16="http://schemas.microsoft.com/office/drawing/2014/main" id="{AF09C8F3-9839-4AC4-ADC3-AAA876DC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62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1" name="data_8337">
            <a:extLst xmlns:a="http://schemas.openxmlformats.org/drawingml/2006/main">
              <a:ext uri="{FF2B5EF4-FFF2-40B4-BE49-F238E27FC236}">
                <a16:creationId xmlns:a16="http://schemas.microsoft.com/office/drawing/2014/main" id="{508F42C3-41CE-4EE9-A4D8-390574F6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59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2" name="data_8338">
            <a:extLst xmlns:a="http://schemas.openxmlformats.org/drawingml/2006/main">
              <a:ext uri="{FF2B5EF4-FFF2-40B4-BE49-F238E27FC236}">
                <a16:creationId xmlns:a16="http://schemas.microsoft.com/office/drawing/2014/main" id="{B48B6712-A049-4C8A-B665-B7C25497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68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3" name="data_8339">
            <a:extLst xmlns:a="http://schemas.openxmlformats.org/drawingml/2006/main">
              <a:ext uri="{FF2B5EF4-FFF2-40B4-BE49-F238E27FC236}">
                <a16:creationId xmlns:a16="http://schemas.microsoft.com/office/drawing/2014/main" id="{E74D4BEE-5FB1-4E49-BD7A-7563B37B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28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4" name="data_8340">
            <a:extLst xmlns:a="http://schemas.openxmlformats.org/drawingml/2006/main">
              <a:ext uri="{FF2B5EF4-FFF2-40B4-BE49-F238E27FC236}">
                <a16:creationId xmlns:a16="http://schemas.microsoft.com/office/drawing/2014/main" id="{9AA795C0-0CE3-4009-B382-5D539D33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973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5" name="data_8341">
            <a:extLst xmlns:a="http://schemas.openxmlformats.org/drawingml/2006/main">
              <a:ext uri="{FF2B5EF4-FFF2-40B4-BE49-F238E27FC236}">
                <a16:creationId xmlns:a16="http://schemas.microsoft.com/office/drawing/2014/main" id="{BCEA4A74-BD9A-4196-A26C-64A3B4A00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614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6" name="data_8342">
            <a:extLst xmlns:a="http://schemas.openxmlformats.org/drawingml/2006/main">
              <a:ext uri="{FF2B5EF4-FFF2-40B4-BE49-F238E27FC236}">
                <a16:creationId xmlns:a16="http://schemas.microsoft.com/office/drawing/2014/main" id="{78956B23-B156-4735-B3DF-88AD8B5C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620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7" name="data_8343">
            <a:extLst xmlns:a="http://schemas.openxmlformats.org/drawingml/2006/main">
              <a:ext uri="{FF2B5EF4-FFF2-40B4-BE49-F238E27FC236}">
                <a16:creationId xmlns:a16="http://schemas.microsoft.com/office/drawing/2014/main" id="{B522D663-63C1-496C-98FD-18D39722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4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8" name="data_8344">
            <a:extLst xmlns:a="http://schemas.openxmlformats.org/drawingml/2006/main">
              <a:ext uri="{FF2B5EF4-FFF2-40B4-BE49-F238E27FC236}">
                <a16:creationId xmlns:a16="http://schemas.microsoft.com/office/drawing/2014/main" id="{1ACC0BEF-1FE4-4933-9F2B-31516B32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9" name="data_8345">
            <a:extLst xmlns:a="http://schemas.openxmlformats.org/drawingml/2006/main">
              <a:ext uri="{FF2B5EF4-FFF2-40B4-BE49-F238E27FC236}">
                <a16:creationId xmlns:a16="http://schemas.microsoft.com/office/drawing/2014/main" id="{747F54E8-3374-479D-BD9D-1E507DA2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8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0" name="data_8346">
            <a:extLst xmlns:a="http://schemas.openxmlformats.org/drawingml/2006/main">
              <a:ext uri="{FF2B5EF4-FFF2-40B4-BE49-F238E27FC236}">
                <a16:creationId xmlns:a16="http://schemas.microsoft.com/office/drawing/2014/main" id="{9A4B612C-AA08-42B6-9F0B-A2079A9F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96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1" name="data_8347">
            <a:extLst xmlns:a="http://schemas.openxmlformats.org/drawingml/2006/main">
              <a:ext uri="{FF2B5EF4-FFF2-40B4-BE49-F238E27FC236}">
                <a16:creationId xmlns:a16="http://schemas.microsoft.com/office/drawing/2014/main" id="{758816FE-BF38-4DAF-9F19-B43DFB42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1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2" name="data_8348">
            <a:extLst xmlns:a="http://schemas.openxmlformats.org/drawingml/2006/main">
              <a:ext uri="{FF2B5EF4-FFF2-40B4-BE49-F238E27FC236}">
                <a16:creationId xmlns:a16="http://schemas.microsoft.com/office/drawing/2014/main" id="{C61BA9AD-273C-40B7-8A95-B9024563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040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3" name="data_8349">
            <a:extLst xmlns:a="http://schemas.openxmlformats.org/drawingml/2006/main">
              <a:ext uri="{FF2B5EF4-FFF2-40B4-BE49-F238E27FC236}">
                <a16:creationId xmlns:a16="http://schemas.microsoft.com/office/drawing/2014/main" id="{0D432DFC-7BB4-4009-8D0F-F328CB8E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839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4" name="data_8350">
            <a:extLst xmlns:a="http://schemas.openxmlformats.org/drawingml/2006/main">
              <a:ext uri="{FF2B5EF4-FFF2-40B4-BE49-F238E27FC236}">
                <a16:creationId xmlns:a16="http://schemas.microsoft.com/office/drawing/2014/main" id="{CA0C3040-872A-4408-9060-E5FF9AEB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66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5" name="data_8351">
            <a:extLst xmlns:a="http://schemas.openxmlformats.org/drawingml/2006/main">
              <a:ext uri="{FF2B5EF4-FFF2-40B4-BE49-F238E27FC236}">
                <a16:creationId xmlns:a16="http://schemas.microsoft.com/office/drawing/2014/main" id="{4F2D56A0-D8A3-4702-A2B9-28CF2FC6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6" name="data_8352">
            <a:extLst xmlns:a="http://schemas.openxmlformats.org/drawingml/2006/main">
              <a:ext uri="{FF2B5EF4-FFF2-40B4-BE49-F238E27FC236}">
                <a16:creationId xmlns:a16="http://schemas.microsoft.com/office/drawing/2014/main" id="{50A48936-B3F4-48C0-A0CA-41086EC5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7" name="data_8353">
            <a:extLst xmlns:a="http://schemas.openxmlformats.org/drawingml/2006/main">
              <a:ext uri="{FF2B5EF4-FFF2-40B4-BE49-F238E27FC236}">
                <a16:creationId xmlns:a16="http://schemas.microsoft.com/office/drawing/2014/main" id="{7BC4AA45-B811-4967-B748-A9582DF6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8085" y="59558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8" name="data_8354">
            <a:extLst xmlns:a="http://schemas.openxmlformats.org/drawingml/2006/main">
              <a:ext uri="{FF2B5EF4-FFF2-40B4-BE49-F238E27FC236}">
                <a16:creationId xmlns:a16="http://schemas.microsoft.com/office/drawing/2014/main" id="{BCC02C70-B485-48AE-AAEB-67BDD879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5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9" name="data_8355">
            <a:extLst xmlns:a="http://schemas.openxmlformats.org/drawingml/2006/main">
              <a:ext uri="{FF2B5EF4-FFF2-40B4-BE49-F238E27FC236}">
                <a16:creationId xmlns:a16="http://schemas.microsoft.com/office/drawing/2014/main" id="{F889634A-DFC8-4652-B43D-977BFEBD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709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0" name="data_8356">
            <a:extLst xmlns:a="http://schemas.openxmlformats.org/drawingml/2006/main">
              <a:ext uri="{FF2B5EF4-FFF2-40B4-BE49-F238E27FC236}">
                <a16:creationId xmlns:a16="http://schemas.microsoft.com/office/drawing/2014/main" id="{8B9D5E8F-E096-4F6B-8DF0-A745AD00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362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1" name="data_8357">
            <a:extLst xmlns:a="http://schemas.openxmlformats.org/drawingml/2006/main">
              <a:ext uri="{FF2B5EF4-FFF2-40B4-BE49-F238E27FC236}">
                <a16:creationId xmlns:a16="http://schemas.microsoft.com/office/drawing/2014/main" id="{6339714C-263E-4953-9975-27936AD2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79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2" name="data_8358">
            <a:extLst xmlns:a="http://schemas.openxmlformats.org/drawingml/2006/main">
              <a:ext uri="{FF2B5EF4-FFF2-40B4-BE49-F238E27FC236}">
                <a16:creationId xmlns:a16="http://schemas.microsoft.com/office/drawing/2014/main" id="{25F8D8CF-E39C-44C0-8D6E-75AE7022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3" name="data_8359">
            <a:extLst xmlns:a="http://schemas.openxmlformats.org/drawingml/2006/main">
              <a:ext uri="{FF2B5EF4-FFF2-40B4-BE49-F238E27FC236}">
                <a16:creationId xmlns:a16="http://schemas.microsoft.com/office/drawing/2014/main" id="{B2064822-54DC-46D2-A640-C2E00480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3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4" name="data_8360">
            <a:extLst xmlns:a="http://schemas.openxmlformats.org/drawingml/2006/main">
              <a:ext uri="{FF2B5EF4-FFF2-40B4-BE49-F238E27FC236}">
                <a16:creationId xmlns:a16="http://schemas.microsoft.com/office/drawing/2014/main" id="{1DDF4EF3-D8BB-40B8-95EB-5D758938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0757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5" name="data_8361">
            <a:extLst xmlns:a="http://schemas.openxmlformats.org/drawingml/2006/main">
              <a:ext uri="{FF2B5EF4-FFF2-40B4-BE49-F238E27FC236}">
                <a16:creationId xmlns:a16="http://schemas.microsoft.com/office/drawing/2014/main" id="{B1955D37-60D8-459C-A1DF-B4E45F6C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836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6" name="data_8362">
            <a:extLst xmlns:a="http://schemas.openxmlformats.org/drawingml/2006/main">
              <a:ext uri="{FF2B5EF4-FFF2-40B4-BE49-F238E27FC236}">
                <a16:creationId xmlns:a16="http://schemas.microsoft.com/office/drawing/2014/main" id="{C05DDADD-57CA-4D1C-804E-0CDEDD99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16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7" name="data_8363">
            <a:extLst xmlns:a="http://schemas.openxmlformats.org/drawingml/2006/main">
              <a:ext uri="{FF2B5EF4-FFF2-40B4-BE49-F238E27FC236}">
                <a16:creationId xmlns:a16="http://schemas.microsoft.com/office/drawing/2014/main" id="{CD4BE85A-A073-4642-B3D7-AA5AA112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8" name="data_8364">
            <a:extLst xmlns:a="http://schemas.openxmlformats.org/drawingml/2006/main">
              <a:ext uri="{FF2B5EF4-FFF2-40B4-BE49-F238E27FC236}">
                <a16:creationId xmlns:a16="http://schemas.microsoft.com/office/drawing/2014/main" id="{47246626-3E0B-4199-BA69-24676B5B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9" name="data_8365">
            <a:extLst xmlns:a="http://schemas.openxmlformats.org/drawingml/2006/main">
              <a:ext uri="{FF2B5EF4-FFF2-40B4-BE49-F238E27FC236}">
                <a16:creationId xmlns:a16="http://schemas.microsoft.com/office/drawing/2014/main" id="{A3DCFA4C-9BF8-42DF-94FC-CDE46C2B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82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0" name="data_8366">
            <a:extLst xmlns:a="http://schemas.openxmlformats.org/drawingml/2006/main">
              <a:ext uri="{FF2B5EF4-FFF2-40B4-BE49-F238E27FC236}">
                <a16:creationId xmlns:a16="http://schemas.microsoft.com/office/drawing/2014/main" id="{90C9F2B5-C786-46CA-9D27-9050AB35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1" name="data_8367">
            <a:extLst xmlns:a="http://schemas.openxmlformats.org/drawingml/2006/main">
              <a:ext uri="{FF2B5EF4-FFF2-40B4-BE49-F238E27FC236}">
                <a16:creationId xmlns:a16="http://schemas.microsoft.com/office/drawing/2014/main" id="{62549069-14C1-40D1-9B46-CC420AF8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12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2" name="data_8368">
            <a:extLst xmlns:a="http://schemas.openxmlformats.org/drawingml/2006/main">
              <a:ext uri="{FF2B5EF4-FFF2-40B4-BE49-F238E27FC236}">
                <a16:creationId xmlns:a16="http://schemas.microsoft.com/office/drawing/2014/main" id="{035D3888-96D4-4DC4-A71C-F810F4EE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26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3" name="data_8369">
            <a:extLst xmlns:a="http://schemas.openxmlformats.org/drawingml/2006/main">
              <a:ext uri="{FF2B5EF4-FFF2-40B4-BE49-F238E27FC236}">
                <a16:creationId xmlns:a16="http://schemas.microsoft.com/office/drawing/2014/main" id="{9FF53B82-63C4-4348-A56D-5C6365AC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3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4" name="data_8370">
            <a:extLst xmlns:a="http://schemas.openxmlformats.org/drawingml/2006/main">
              <a:ext uri="{FF2B5EF4-FFF2-40B4-BE49-F238E27FC236}">
                <a16:creationId xmlns:a16="http://schemas.microsoft.com/office/drawing/2014/main" id="{0E05F9AA-C0F0-4E56-909D-82FB7F56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1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5" name="data_8371">
            <a:extLst xmlns:a="http://schemas.openxmlformats.org/drawingml/2006/main">
              <a:ext uri="{FF2B5EF4-FFF2-40B4-BE49-F238E27FC236}">
                <a16:creationId xmlns:a16="http://schemas.microsoft.com/office/drawing/2014/main" id="{50DA32AC-B1BB-435F-92EF-A599F4E6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6" name="data_8372">
            <a:extLst xmlns:a="http://schemas.openxmlformats.org/drawingml/2006/main">
              <a:ext uri="{FF2B5EF4-FFF2-40B4-BE49-F238E27FC236}">
                <a16:creationId xmlns:a16="http://schemas.microsoft.com/office/drawing/2014/main" id="{E3EAD79E-DA53-4511-9AE3-543A6732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3917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7" name="data_8373">
            <a:extLst xmlns:a="http://schemas.openxmlformats.org/drawingml/2006/main">
              <a:ext uri="{FF2B5EF4-FFF2-40B4-BE49-F238E27FC236}">
                <a16:creationId xmlns:a16="http://schemas.microsoft.com/office/drawing/2014/main" id="{8D09BBC2-E5E0-4D4A-9AEB-E8871B13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661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8" name="data_8374">
            <a:extLst xmlns:a="http://schemas.openxmlformats.org/drawingml/2006/main">
              <a:ext uri="{FF2B5EF4-FFF2-40B4-BE49-F238E27FC236}">
                <a16:creationId xmlns:a16="http://schemas.microsoft.com/office/drawing/2014/main" id="{8CCDCE77-A9B2-48A9-B9BF-3B3C9EBC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9" name="data_8375">
            <a:extLst xmlns:a="http://schemas.openxmlformats.org/drawingml/2006/main">
              <a:ext uri="{FF2B5EF4-FFF2-40B4-BE49-F238E27FC236}">
                <a16:creationId xmlns:a16="http://schemas.microsoft.com/office/drawing/2014/main" id="{FF1DA95B-1F75-49A2-AC6B-5FB5672E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9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0" name="data_8376">
            <a:extLst xmlns:a="http://schemas.openxmlformats.org/drawingml/2006/main">
              <a:ext uri="{FF2B5EF4-FFF2-40B4-BE49-F238E27FC236}">
                <a16:creationId xmlns:a16="http://schemas.microsoft.com/office/drawing/2014/main" id="{8FD125D7-9010-47BD-ACA0-4C1298CB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173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1" name="data_8377">
            <a:extLst xmlns:a="http://schemas.openxmlformats.org/drawingml/2006/main">
              <a:ext uri="{FF2B5EF4-FFF2-40B4-BE49-F238E27FC236}">
                <a16:creationId xmlns:a16="http://schemas.microsoft.com/office/drawing/2014/main" id="{68F90AD5-38BE-4B6E-8069-426D649D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824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2" name="data_8378">
            <a:extLst xmlns:a="http://schemas.openxmlformats.org/drawingml/2006/main">
              <a:ext uri="{FF2B5EF4-FFF2-40B4-BE49-F238E27FC236}">
                <a16:creationId xmlns:a16="http://schemas.microsoft.com/office/drawing/2014/main" id="{0406BE33-AE65-42DB-9048-4C7ACF58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355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3" name="data_8379">
            <a:extLst xmlns:a="http://schemas.openxmlformats.org/drawingml/2006/main">
              <a:ext uri="{FF2B5EF4-FFF2-40B4-BE49-F238E27FC236}">
                <a16:creationId xmlns:a16="http://schemas.microsoft.com/office/drawing/2014/main" id="{EA33BC93-8A36-444D-B3FD-57D87C2B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532" y="521544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4" name="data_8380">
            <a:extLst xmlns:a="http://schemas.openxmlformats.org/drawingml/2006/main">
              <a:ext uri="{FF2B5EF4-FFF2-40B4-BE49-F238E27FC236}">
                <a16:creationId xmlns:a16="http://schemas.microsoft.com/office/drawing/2014/main" id="{69B69E41-8F71-40F9-A840-4767CD8B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6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5" name="data_8381">
            <a:extLst xmlns:a="http://schemas.openxmlformats.org/drawingml/2006/main">
              <a:ext uri="{FF2B5EF4-FFF2-40B4-BE49-F238E27FC236}">
                <a16:creationId xmlns:a16="http://schemas.microsoft.com/office/drawing/2014/main" id="{F0382551-DC4F-47BD-AA97-A7260FD6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2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6" name="data_8382">
            <a:extLst xmlns:a="http://schemas.openxmlformats.org/drawingml/2006/main">
              <a:ext uri="{FF2B5EF4-FFF2-40B4-BE49-F238E27FC236}">
                <a16:creationId xmlns:a16="http://schemas.microsoft.com/office/drawing/2014/main" id="{572D7FFA-C494-48BD-BF75-75421644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46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7" name="data_8383">
            <a:extLst xmlns:a="http://schemas.openxmlformats.org/drawingml/2006/main">
              <a:ext uri="{FF2B5EF4-FFF2-40B4-BE49-F238E27FC236}">
                <a16:creationId xmlns:a16="http://schemas.microsoft.com/office/drawing/2014/main" id="{6623ACFC-50E3-428F-B470-ED567F6F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14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8" name="data_8384">
            <a:extLst xmlns:a="http://schemas.openxmlformats.org/drawingml/2006/main">
              <a:ext uri="{FF2B5EF4-FFF2-40B4-BE49-F238E27FC236}">
                <a16:creationId xmlns:a16="http://schemas.microsoft.com/office/drawing/2014/main" id="{8B17551C-76AA-41AA-8CBB-85F8ACFD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3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9" name="data_8385">
            <a:extLst xmlns:a="http://schemas.openxmlformats.org/drawingml/2006/main">
              <a:ext uri="{FF2B5EF4-FFF2-40B4-BE49-F238E27FC236}">
                <a16:creationId xmlns:a16="http://schemas.microsoft.com/office/drawing/2014/main" id="{87EE5070-CC1B-4B82-9CBD-2BA0BC42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911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0" name="data_8386">
            <a:extLst xmlns:a="http://schemas.openxmlformats.org/drawingml/2006/main">
              <a:ext uri="{FF2B5EF4-FFF2-40B4-BE49-F238E27FC236}">
                <a16:creationId xmlns:a16="http://schemas.microsoft.com/office/drawing/2014/main" id="{6369AC8A-6D3B-4D8D-B048-0FA58A3D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199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1" name="data_8387">
            <a:extLst xmlns:a="http://schemas.openxmlformats.org/drawingml/2006/main">
              <a:ext uri="{FF2B5EF4-FFF2-40B4-BE49-F238E27FC236}">
                <a16:creationId xmlns:a16="http://schemas.microsoft.com/office/drawing/2014/main" id="{AA9196CA-F7D2-4A0D-99E3-11E379DF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9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2" name="data_8388">
            <a:extLst xmlns:a="http://schemas.openxmlformats.org/drawingml/2006/main">
              <a:ext uri="{FF2B5EF4-FFF2-40B4-BE49-F238E27FC236}">
                <a16:creationId xmlns:a16="http://schemas.microsoft.com/office/drawing/2014/main" id="{9A727AE5-52FB-4020-BFC8-99986905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94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3" name="data_8389">
            <a:extLst xmlns:a="http://schemas.openxmlformats.org/drawingml/2006/main">
              <a:ext uri="{FF2B5EF4-FFF2-40B4-BE49-F238E27FC236}">
                <a16:creationId xmlns:a16="http://schemas.microsoft.com/office/drawing/2014/main" id="{56FF8D0D-C80B-4A32-9380-8A13CA4F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1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4" name="data_8390">
            <a:extLst xmlns:a="http://schemas.openxmlformats.org/drawingml/2006/main">
              <a:ext uri="{FF2B5EF4-FFF2-40B4-BE49-F238E27FC236}">
                <a16:creationId xmlns:a16="http://schemas.microsoft.com/office/drawing/2014/main" id="{CF0E6567-553F-4840-8A7A-45AFD83E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9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5" name="data_8391">
            <a:extLst xmlns:a="http://schemas.openxmlformats.org/drawingml/2006/main">
              <a:ext uri="{FF2B5EF4-FFF2-40B4-BE49-F238E27FC236}">
                <a16:creationId xmlns:a16="http://schemas.microsoft.com/office/drawing/2014/main" id="{C948203F-7C89-4273-8A35-33030653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232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6" name="data_8392">
            <a:extLst xmlns:a="http://schemas.openxmlformats.org/drawingml/2006/main">
              <a:ext uri="{FF2B5EF4-FFF2-40B4-BE49-F238E27FC236}">
                <a16:creationId xmlns:a16="http://schemas.microsoft.com/office/drawing/2014/main" id="{4BFE026B-7A45-44EC-A415-13288648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64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7" name="data_8393">
            <a:extLst xmlns:a="http://schemas.openxmlformats.org/drawingml/2006/main">
              <a:ext uri="{FF2B5EF4-FFF2-40B4-BE49-F238E27FC236}">
                <a16:creationId xmlns:a16="http://schemas.microsoft.com/office/drawing/2014/main" id="{21682709-BFDC-44F0-979A-244D7257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8" name="data_8394">
            <a:extLst xmlns:a="http://schemas.openxmlformats.org/drawingml/2006/main">
              <a:ext uri="{FF2B5EF4-FFF2-40B4-BE49-F238E27FC236}">
                <a16:creationId xmlns:a16="http://schemas.microsoft.com/office/drawing/2014/main" id="{88193477-8B56-4EE9-BF11-A2ED1CE2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9" name="data_8395">
            <a:extLst xmlns:a="http://schemas.openxmlformats.org/drawingml/2006/main">
              <a:ext uri="{FF2B5EF4-FFF2-40B4-BE49-F238E27FC236}">
                <a16:creationId xmlns:a16="http://schemas.microsoft.com/office/drawing/2014/main" id="{535A557A-FA78-4776-A025-5690CA3A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6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0" name="data_8396">
            <a:extLst xmlns:a="http://schemas.openxmlformats.org/drawingml/2006/main">
              <a:ext uri="{FF2B5EF4-FFF2-40B4-BE49-F238E27FC236}">
                <a16:creationId xmlns:a16="http://schemas.microsoft.com/office/drawing/2014/main" id="{AA1D2E6A-0C2D-4631-84F3-6ED2CF8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1" name="data_8397">
            <a:extLst xmlns:a="http://schemas.openxmlformats.org/drawingml/2006/main">
              <a:ext uri="{FF2B5EF4-FFF2-40B4-BE49-F238E27FC236}">
                <a16:creationId xmlns:a16="http://schemas.microsoft.com/office/drawing/2014/main" id="{8EF16C4B-517A-40A6-B2FF-2E3D2768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567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2" name="data_8398">
            <a:extLst xmlns:a="http://schemas.openxmlformats.org/drawingml/2006/main">
              <a:ext uri="{FF2B5EF4-FFF2-40B4-BE49-F238E27FC236}">
                <a16:creationId xmlns:a16="http://schemas.microsoft.com/office/drawing/2014/main" id="{AF2CD40C-A71E-4DA8-8E69-5683C140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05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3" name="data_8399">
            <a:extLst xmlns:a="http://schemas.openxmlformats.org/drawingml/2006/main">
              <a:ext uri="{FF2B5EF4-FFF2-40B4-BE49-F238E27FC236}">
                <a16:creationId xmlns:a16="http://schemas.microsoft.com/office/drawing/2014/main" id="{BCCF986C-D712-4850-8FE0-D3497ADB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219" y="6249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4" name="data_8400">
            <a:extLst xmlns:a="http://schemas.openxmlformats.org/drawingml/2006/main">
              <a:ext uri="{FF2B5EF4-FFF2-40B4-BE49-F238E27FC236}">
                <a16:creationId xmlns:a16="http://schemas.microsoft.com/office/drawing/2014/main" id="{48970F02-CE03-4041-9425-A62D8AF1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41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5" name="data_8401">
            <a:extLst xmlns:a="http://schemas.openxmlformats.org/drawingml/2006/main">
              <a:ext uri="{FF2B5EF4-FFF2-40B4-BE49-F238E27FC236}">
                <a16:creationId xmlns:a16="http://schemas.microsoft.com/office/drawing/2014/main" id="{4159DACF-F6E7-49C9-AF6B-EC9DB3C1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6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6" name="data_8402">
            <a:extLst xmlns:a="http://schemas.openxmlformats.org/drawingml/2006/main">
              <a:ext uri="{FF2B5EF4-FFF2-40B4-BE49-F238E27FC236}">
                <a16:creationId xmlns:a16="http://schemas.microsoft.com/office/drawing/2014/main" id="{AD3F86C7-FA3D-4FC9-8C66-0511722A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99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7" name="data_8403">
            <a:extLst xmlns:a="http://schemas.openxmlformats.org/drawingml/2006/main">
              <a:ext uri="{FF2B5EF4-FFF2-40B4-BE49-F238E27FC236}">
                <a16:creationId xmlns:a16="http://schemas.microsoft.com/office/drawing/2014/main" id="{FE120312-356C-4218-A6EB-8B50E08A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8" name="data_8404">
            <a:extLst xmlns:a="http://schemas.openxmlformats.org/drawingml/2006/main">
              <a:ext uri="{FF2B5EF4-FFF2-40B4-BE49-F238E27FC236}">
                <a16:creationId xmlns:a16="http://schemas.microsoft.com/office/drawing/2014/main" id="{1FD4D8EF-897A-473E-987E-4B71D69D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5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9" name="data_8405">
            <a:extLst xmlns:a="http://schemas.openxmlformats.org/drawingml/2006/main">
              <a:ext uri="{FF2B5EF4-FFF2-40B4-BE49-F238E27FC236}">
                <a16:creationId xmlns:a16="http://schemas.microsoft.com/office/drawing/2014/main" id="{7EFB2E09-DB68-4A30-AEAD-B752E623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1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0" name="data_8406">
            <a:extLst xmlns:a="http://schemas.openxmlformats.org/drawingml/2006/main">
              <a:ext uri="{FF2B5EF4-FFF2-40B4-BE49-F238E27FC236}">
                <a16:creationId xmlns:a16="http://schemas.microsoft.com/office/drawing/2014/main" id="{CA34428B-6865-4D60-998A-51F34993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36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1" name="data_8407">
            <a:extLst xmlns:a="http://schemas.openxmlformats.org/drawingml/2006/main">
              <a:ext uri="{FF2B5EF4-FFF2-40B4-BE49-F238E27FC236}">
                <a16:creationId xmlns:a16="http://schemas.microsoft.com/office/drawing/2014/main" id="{EC17ABA9-22D3-46C9-B88C-92714231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47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2" name="data_8408">
            <a:extLst xmlns:a="http://schemas.openxmlformats.org/drawingml/2006/main">
              <a:ext uri="{FF2B5EF4-FFF2-40B4-BE49-F238E27FC236}">
                <a16:creationId xmlns:a16="http://schemas.microsoft.com/office/drawing/2014/main" id="{203CFA02-6E58-429E-8182-D1613709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37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3" name="data_8409">
            <a:extLst xmlns:a="http://schemas.openxmlformats.org/drawingml/2006/main">
              <a:ext uri="{FF2B5EF4-FFF2-40B4-BE49-F238E27FC236}">
                <a16:creationId xmlns:a16="http://schemas.microsoft.com/office/drawing/2014/main" id="{F3A11583-6DF8-437D-B3F4-08404E40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1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4" name="data_8410">
            <a:extLst xmlns:a="http://schemas.openxmlformats.org/drawingml/2006/main">
              <a:ext uri="{FF2B5EF4-FFF2-40B4-BE49-F238E27FC236}">
                <a16:creationId xmlns:a16="http://schemas.microsoft.com/office/drawing/2014/main" id="{96583EDE-84AC-4FA0-9195-2161F707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33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5" name="data_8411">
            <a:extLst xmlns:a="http://schemas.openxmlformats.org/drawingml/2006/main">
              <a:ext uri="{FF2B5EF4-FFF2-40B4-BE49-F238E27FC236}">
                <a16:creationId xmlns:a16="http://schemas.microsoft.com/office/drawing/2014/main" id="{447ECCCA-656E-4334-9E59-196DD511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65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6" name="data_8412">
            <a:extLst xmlns:a="http://schemas.openxmlformats.org/drawingml/2006/main">
              <a:ext uri="{FF2B5EF4-FFF2-40B4-BE49-F238E27FC236}">
                <a16:creationId xmlns:a16="http://schemas.microsoft.com/office/drawing/2014/main" id="{FD821AF4-81B4-4FE4-ADE9-B7AAAFDF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37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7" name="data_8413">
            <a:extLst xmlns:a="http://schemas.openxmlformats.org/drawingml/2006/main">
              <a:ext uri="{FF2B5EF4-FFF2-40B4-BE49-F238E27FC236}">
                <a16:creationId xmlns:a16="http://schemas.microsoft.com/office/drawing/2014/main" id="{A8AC82E8-CDA8-480C-8E97-5603E933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422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8" name="data_8414">
            <a:extLst xmlns:a="http://schemas.openxmlformats.org/drawingml/2006/main">
              <a:ext uri="{FF2B5EF4-FFF2-40B4-BE49-F238E27FC236}">
                <a16:creationId xmlns:a16="http://schemas.microsoft.com/office/drawing/2014/main" id="{428674D7-2E9C-4A06-AD3E-7544FF84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9" name="data_8415">
            <a:extLst xmlns:a="http://schemas.openxmlformats.org/drawingml/2006/main">
              <a:ext uri="{FF2B5EF4-FFF2-40B4-BE49-F238E27FC236}">
                <a16:creationId xmlns:a16="http://schemas.microsoft.com/office/drawing/2014/main" id="{735EEECF-508D-4049-B3B2-1C717890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79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0" name="data_8416">
            <a:extLst xmlns:a="http://schemas.openxmlformats.org/drawingml/2006/main">
              <a:ext uri="{FF2B5EF4-FFF2-40B4-BE49-F238E27FC236}">
                <a16:creationId xmlns:a16="http://schemas.microsoft.com/office/drawing/2014/main" id="{4A96E6AF-0C7D-4680-A662-294230A4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1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1" name="data_8417">
            <a:extLst xmlns:a="http://schemas.openxmlformats.org/drawingml/2006/main">
              <a:ext uri="{FF2B5EF4-FFF2-40B4-BE49-F238E27FC236}">
                <a16:creationId xmlns:a16="http://schemas.microsoft.com/office/drawing/2014/main" id="{D05EEC40-7208-4790-97F4-2888387E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54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2" name="data_8418">
            <a:extLst xmlns:a="http://schemas.openxmlformats.org/drawingml/2006/main">
              <a:ext uri="{FF2B5EF4-FFF2-40B4-BE49-F238E27FC236}">
                <a16:creationId xmlns:a16="http://schemas.microsoft.com/office/drawing/2014/main" id="{D5E9ADD2-169F-4F2F-BE76-8FF4B7E5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353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3" name="data_8419">
            <a:extLst xmlns:a="http://schemas.openxmlformats.org/drawingml/2006/main">
              <a:ext uri="{FF2B5EF4-FFF2-40B4-BE49-F238E27FC236}">
                <a16:creationId xmlns:a16="http://schemas.microsoft.com/office/drawing/2014/main" id="{9D03551B-900E-4B35-B6D9-143379A5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0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4" name="data_8420">
            <a:extLst xmlns:a="http://schemas.openxmlformats.org/drawingml/2006/main">
              <a:ext uri="{FF2B5EF4-FFF2-40B4-BE49-F238E27FC236}">
                <a16:creationId xmlns:a16="http://schemas.microsoft.com/office/drawing/2014/main" id="{217E09CD-0AF0-43F5-8D58-29CB5865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48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5" name="data_8421">
            <a:extLst xmlns:a="http://schemas.openxmlformats.org/drawingml/2006/main">
              <a:ext uri="{FF2B5EF4-FFF2-40B4-BE49-F238E27FC236}">
                <a16:creationId xmlns:a16="http://schemas.microsoft.com/office/drawing/2014/main" id="{68A3A2CD-0ADE-4D20-B5B2-A20D74B0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7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6" name="data_8422">
            <a:extLst xmlns:a="http://schemas.openxmlformats.org/drawingml/2006/main">
              <a:ext uri="{FF2B5EF4-FFF2-40B4-BE49-F238E27FC236}">
                <a16:creationId xmlns:a16="http://schemas.microsoft.com/office/drawing/2014/main" id="{A1E237EF-EB89-4C86-A1A3-D8B581D6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90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7" name="data_8423">
            <a:extLst xmlns:a="http://schemas.openxmlformats.org/drawingml/2006/main">
              <a:ext uri="{FF2B5EF4-FFF2-40B4-BE49-F238E27FC236}">
                <a16:creationId xmlns:a16="http://schemas.microsoft.com/office/drawing/2014/main" id="{3017CF65-5F79-49D4-9ED6-18B4741B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3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8" name="data_8424">
            <a:extLst xmlns:a="http://schemas.openxmlformats.org/drawingml/2006/main">
              <a:ext uri="{FF2B5EF4-FFF2-40B4-BE49-F238E27FC236}">
                <a16:creationId xmlns:a16="http://schemas.microsoft.com/office/drawing/2014/main" id="{38616F6A-BF3A-452A-8365-5B3BB32F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87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9" name="data_8425">
            <a:extLst xmlns:a="http://schemas.openxmlformats.org/drawingml/2006/main">
              <a:ext uri="{FF2B5EF4-FFF2-40B4-BE49-F238E27FC236}">
                <a16:creationId xmlns:a16="http://schemas.microsoft.com/office/drawing/2014/main" id="{3C4DB113-02ED-410A-B76D-44E258F3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9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0" name="data_8426">
            <a:extLst xmlns:a="http://schemas.openxmlformats.org/drawingml/2006/main">
              <a:ext uri="{FF2B5EF4-FFF2-40B4-BE49-F238E27FC236}">
                <a16:creationId xmlns:a16="http://schemas.microsoft.com/office/drawing/2014/main" id="{B8C38374-B8B9-4708-95C9-32DD0399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54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1" name="data_8427">
            <a:extLst xmlns:a="http://schemas.openxmlformats.org/drawingml/2006/main">
              <a:ext uri="{FF2B5EF4-FFF2-40B4-BE49-F238E27FC236}">
                <a16:creationId xmlns:a16="http://schemas.microsoft.com/office/drawing/2014/main" id="{3F51A120-5B24-4759-BA45-332284BB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2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2" name="data_8428">
            <a:extLst xmlns:a="http://schemas.openxmlformats.org/drawingml/2006/main">
              <a:ext uri="{FF2B5EF4-FFF2-40B4-BE49-F238E27FC236}">
                <a16:creationId xmlns:a16="http://schemas.microsoft.com/office/drawing/2014/main" id="{2A8842CE-C038-44D6-9D58-8537D9C1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04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3" name="data_8429">
            <a:extLst xmlns:a="http://schemas.openxmlformats.org/drawingml/2006/main">
              <a:ext uri="{FF2B5EF4-FFF2-40B4-BE49-F238E27FC236}">
                <a16:creationId xmlns:a16="http://schemas.microsoft.com/office/drawing/2014/main" id="{871AAC94-21FB-4C2B-8C59-65BAC261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032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4" name="data_8430">
            <a:extLst xmlns:a="http://schemas.openxmlformats.org/drawingml/2006/main">
              <a:ext uri="{FF2B5EF4-FFF2-40B4-BE49-F238E27FC236}">
                <a16:creationId xmlns:a16="http://schemas.microsoft.com/office/drawing/2014/main" id="{6ED979C3-16C5-48CB-AD41-89B3B6D4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665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5" name="data_8431">
            <a:extLst xmlns:a="http://schemas.openxmlformats.org/drawingml/2006/main">
              <a:ext uri="{FF2B5EF4-FFF2-40B4-BE49-F238E27FC236}">
                <a16:creationId xmlns:a16="http://schemas.microsoft.com/office/drawing/2014/main" id="{46063B7C-3B8A-40E7-8EC5-3FB5311A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62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6" name="data_8432">
            <a:extLst xmlns:a="http://schemas.openxmlformats.org/drawingml/2006/main">
              <a:ext uri="{FF2B5EF4-FFF2-40B4-BE49-F238E27FC236}">
                <a16:creationId xmlns:a16="http://schemas.microsoft.com/office/drawing/2014/main" id="{E9B693E8-7B2B-46B8-8BA8-8D5A7359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71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7" name="data_8433">
            <a:extLst xmlns:a="http://schemas.openxmlformats.org/drawingml/2006/main">
              <a:ext uri="{FF2B5EF4-FFF2-40B4-BE49-F238E27FC236}">
                <a16:creationId xmlns:a16="http://schemas.microsoft.com/office/drawing/2014/main" id="{BE6BB2B6-B46D-4046-8922-983C7168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59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8" name="data_8434">
            <a:extLst xmlns:a="http://schemas.openxmlformats.org/drawingml/2006/main">
              <a:ext uri="{FF2B5EF4-FFF2-40B4-BE49-F238E27FC236}">
                <a16:creationId xmlns:a16="http://schemas.microsoft.com/office/drawing/2014/main" id="{C2F9C7BB-8CA9-4E19-9428-FCEF55DF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001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9" name="data_8435">
            <a:extLst xmlns:a="http://schemas.openxmlformats.org/drawingml/2006/main">
              <a:ext uri="{FF2B5EF4-FFF2-40B4-BE49-F238E27FC236}">
                <a16:creationId xmlns:a16="http://schemas.microsoft.com/office/drawing/2014/main" id="{3785AE58-0A99-4D94-83AD-A1153EA2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4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0" name="data_8436">
            <a:extLst xmlns:a="http://schemas.openxmlformats.org/drawingml/2006/main">
              <a:ext uri="{FF2B5EF4-FFF2-40B4-BE49-F238E27FC236}">
                <a16:creationId xmlns:a16="http://schemas.microsoft.com/office/drawing/2014/main" id="{2DB8F5AC-E5B6-47F1-A401-4183CB30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9648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1" name="data_8437">
            <a:extLst xmlns:a="http://schemas.openxmlformats.org/drawingml/2006/main">
              <a:ext uri="{FF2B5EF4-FFF2-40B4-BE49-F238E27FC236}">
                <a16:creationId xmlns:a16="http://schemas.microsoft.com/office/drawing/2014/main" id="{C5AD1243-C546-4E12-8ECA-EBD9FE68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4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2" name="data_8438">
            <a:extLst xmlns:a="http://schemas.openxmlformats.org/drawingml/2006/main">
              <a:ext uri="{FF2B5EF4-FFF2-40B4-BE49-F238E27FC236}">
                <a16:creationId xmlns:a16="http://schemas.microsoft.com/office/drawing/2014/main" id="{E20AE529-0457-443E-8941-D0B3DC0B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0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3" name="data_8439">
            <a:extLst xmlns:a="http://schemas.openxmlformats.org/drawingml/2006/main">
              <a:ext uri="{FF2B5EF4-FFF2-40B4-BE49-F238E27FC236}">
                <a16:creationId xmlns:a16="http://schemas.microsoft.com/office/drawing/2014/main" id="{4B8F5E16-1DF7-4C09-B84E-5024C190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8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4" name="data_8440">
            <a:extLst xmlns:a="http://schemas.openxmlformats.org/drawingml/2006/main">
              <a:ext uri="{FF2B5EF4-FFF2-40B4-BE49-F238E27FC236}">
                <a16:creationId xmlns:a16="http://schemas.microsoft.com/office/drawing/2014/main" id="{5780BF03-53F4-4BFD-A608-EB888465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99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5" name="data_8441">
            <a:extLst xmlns:a="http://schemas.openxmlformats.org/drawingml/2006/main">
              <a:ext uri="{FF2B5EF4-FFF2-40B4-BE49-F238E27FC236}">
                <a16:creationId xmlns:a16="http://schemas.microsoft.com/office/drawing/2014/main" id="{43FD479A-37F7-4F0E-8F04-97AF055B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2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6" name="data_8442">
            <a:extLst xmlns:a="http://schemas.openxmlformats.org/drawingml/2006/main">
              <a:ext uri="{FF2B5EF4-FFF2-40B4-BE49-F238E27FC236}">
                <a16:creationId xmlns:a16="http://schemas.microsoft.com/office/drawing/2014/main" id="{B3FC9AE2-9831-4500-B21B-293E989E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067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7" name="data_8443">
            <a:extLst xmlns:a="http://schemas.openxmlformats.org/drawingml/2006/main">
              <a:ext uri="{FF2B5EF4-FFF2-40B4-BE49-F238E27FC236}">
                <a16:creationId xmlns:a16="http://schemas.microsoft.com/office/drawing/2014/main" id="{8976BDEA-7C53-47F0-AB22-42D2BED8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867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8" name="data_8444">
            <a:extLst xmlns:a="http://schemas.openxmlformats.org/drawingml/2006/main">
              <a:ext uri="{FF2B5EF4-FFF2-40B4-BE49-F238E27FC236}">
                <a16:creationId xmlns:a16="http://schemas.microsoft.com/office/drawing/2014/main" id="{0AC09AA6-10D5-409C-803B-947BAD67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769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9" name="data_8445">
            <a:extLst xmlns:a="http://schemas.openxmlformats.org/drawingml/2006/main">
              <a:ext uri="{FF2B5EF4-FFF2-40B4-BE49-F238E27FC236}">
                <a16:creationId xmlns:a16="http://schemas.microsoft.com/office/drawing/2014/main" id="{2A674BE7-7D66-4375-8444-FC7AFE9B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0" name="data_8446">
            <a:extLst xmlns:a="http://schemas.openxmlformats.org/drawingml/2006/main">
              <a:ext uri="{FF2B5EF4-FFF2-40B4-BE49-F238E27FC236}">
                <a16:creationId xmlns:a16="http://schemas.microsoft.com/office/drawing/2014/main" id="{31BEE620-DA0E-4E3E-B374-565A2E74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9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1" name="data_8447">
            <a:extLst xmlns:a="http://schemas.openxmlformats.org/drawingml/2006/main">
              <a:ext uri="{FF2B5EF4-FFF2-40B4-BE49-F238E27FC236}">
                <a16:creationId xmlns:a16="http://schemas.microsoft.com/office/drawing/2014/main" id="{40434A78-D817-4422-9697-F4CCE2D9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1113" y="59558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2" name="data_8448">
            <a:extLst xmlns:a="http://schemas.openxmlformats.org/drawingml/2006/main">
              <a:ext uri="{FF2B5EF4-FFF2-40B4-BE49-F238E27FC236}">
                <a16:creationId xmlns:a16="http://schemas.microsoft.com/office/drawing/2014/main" id="{63FC4747-4844-4908-975B-73CF968E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5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3" name="data_8449">
            <a:extLst xmlns:a="http://schemas.openxmlformats.org/drawingml/2006/main">
              <a:ext uri="{FF2B5EF4-FFF2-40B4-BE49-F238E27FC236}">
                <a16:creationId xmlns:a16="http://schemas.microsoft.com/office/drawing/2014/main" id="{9DC7D809-88F3-4816-BEDC-B6CADE19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737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4" name="data_8450">
            <a:extLst xmlns:a="http://schemas.openxmlformats.org/drawingml/2006/main">
              <a:ext uri="{FF2B5EF4-FFF2-40B4-BE49-F238E27FC236}">
                <a16:creationId xmlns:a16="http://schemas.microsoft.com/office/drawing/2014/main" id="{0E6319CB-31FF-4489-B85C-063EAF9D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65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5" name="data_8451">
            <a:extLst xmlns:a="http://schemas.openxmlformats.org/drawingml/2006/main">
              <a:ext uri="{FF2B5EF4-FFF2-40B4-BE49-F238E27FC236}">
                <a16:creationId xmlns:a16="http://schemas.microsoft.com/office/drawing/2014/main" id="{B1BAFB17-F4A2-4AC5-8DE5-EDF24743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82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6" name="data_8452">
            <a:extLst xmlns:a="http://schemas.openxmlformats.org/drawingml/2006/main">
              <a:ext uri="{FF2B5EF4-FFF2-40B4-BE49-F238E27FC236}">
                <a16:creationId xmlns:a16="http://schemas.microsoft.com/office/drawing/2014/main" id="{DBB67E02-3D5E-4437-B74A-AE02C7EA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7" name="data_8453">
            <a:extLst xmlns:a="http://schemas.openxmlformats.org/drawingml/2006/main">
              <a:ext uri="{FF2B5EF4-FFF2-40B4-BE49-F238E27FC236}">
                <a16:creationId xmlns:a16="http://schemas.microsoft.com/office/drawing/2014/main" id="{697CDB25-13AD-49C7-B35A-90540F5D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3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8" name="data_8454">
            <a:extLst xmlns:a="http://schemas.openxmlformats.org/drawingml/2006/main">
              <a:ext uri="{FF2B5EF4-FFF2-40B4-BE49-F238E27FC236}">
                <a16:creationId xmlns:a16="http://schemas.microsoft.com/office/drawing/2014/main" id="{EA546EBD-5D83-4F91-932E-DBD1DF8A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378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9" name="data_8455">
            <a:extLst xmlns:a="http://schemas.openxmlformats.org/drawingml/2006/main">
              <a:ext uri="{FF2B5EF4-FFF2-40B4-BE49-F238E27FC236}">
                <a16:creationId xmlns:a16="http://schemas.microsoft.com/office/drawing/2014/main" id="{87E49F8B-3102-43F8-AC73-4E7A32A3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864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0" name="data_8456">
            <a:extLst xmlns:a="http://schemas.openxmlformats.org/drawingml/2006/main">
              <a:ext uri="{FF2B5EF4-FFF2-40B4-BE49-F238E27FC236}">
                <a16:creationId xmlns:a16="http://schemas.microsoft.com/office/drawing/2014/main" id="{CCB2EEC0-74E3-4FE5-8583-11D4889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18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1" name="data_8457">
            <a:extLst xmlns:a="http://schemas.openxmlformats.org/drawingml/2006/main">
              <a:ext uri="{FF2B5EF4-FFF2-40B4-BE49-F238E27FC236}">
                <a16:creationId xmlns:a16="http://schemas.microsoft.com/office/drawing/2014/main" id="{BEBA0BD8-B051-486A-BFF3-92664CE9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02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2" name="data_8458">
            <a:extLst xmlns:a="http://schemas.openxmlformats.org/drawingml/2006/main">
              <a:ext uri="{FF2B5EF4-FFF2-40B4-BE49-F238E27FC236}">
                <a16:creationId xmlns:a16="http://schemas.microsoft.com/office/drawing/2014/main" id="{190B6397-2D7D-4D99-A13A-3483FB67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0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3" name="data_8459">
            <a:extLst xmlns:a="http://schemas.openxmlformats.org/drawingml/2006/main">
              <a:ext uri="{FF2B5EF4-FFF2-40B4-BE49-F238E27FC236}">
                <a16:creationId xmlns:a16="http://schemas.microsoft.com/office/drawing/2014/main" id="{DD20D04E-2F1D-447F-A722-C85EDC97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27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4" name="data_8460">
            <a:extLst xmlns:a="http://schemas.openxmlformats.org/drawingml/2006/main">
              <a:ext uri="{FF2B5EF4-FFF2-40B4-BE49-F238E27FC236}">
                <a16:creationId xmlns:a16="http://schemas.microsoft.com/office/drawing/2014/main" id="{A21A1B1D-4BB6-4AB5-9C55-4C79A57F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5" name="data_8461">
            <a:extLst xmlns:a="http://schemas.openxmlformats.org/drawingml/2006/main">
              <a:ext uri="{FF2B5EF4-FFF2-40B4-BE49-F238E27FC236}">
                <a16:creationId xmlns:a16="http://schemas.microsoft.com/office/drawing/2014/main" id="{CA7EDCA5-A189-4C2D-8A07-2C622B3E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2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6" name="data_8462">
            <a:extLst xmlns:a="http://schemas.openxmlformats.org/drawingml/2006/main">
              <a:ext uri="{FF2B5EF4-FFF2-40B4-BE49-F238E27FC236}">
                <a16:creationId xmlns:a16="http://schemas.microsoft.com/office/drawing/2014/main" id="{47BCF0F4-7A29-40E5-A33B-C33BF19B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29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7" name="data_8463">
            <a:extLst xmlns:a="http://schemas.openxmlformats.org/drawingml/2006/main">
              <a:ext uri="{FF2B5EF4-FFF2-40B4-BE49-F238E27FC236}">
                <a16:creationId xmlns:a16="http://schemas.microsoft.com/office/drawing/2014/main" id="{DC6ABFB9-F0E8-488D-A440-D4270C21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3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8" name="data_8464">
            <a:extLst xmlns:a="http://schemas.openxmlformats.org/drawingml/2006/main">
              <a:ext uri="{FF2B5EF4-FFF2-40B4-BE49-F238E27FC236}">
                <a16:creationId xmlns:a16="http://schemas.microsoft.com/office/drawing/2014/main" id="{65027844-009D-4A8E-A1E3-0AAE2432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1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9" name="data_8465">
            <a:extLst xmlns:a="http://schemas.openxmlformats.org/drawingml/2006/main">
              <a:ext uri="{FF2B5EF4-FFF2-40B4-BE49-F238E27FC236}">
                <a16:creationId xmlns:a16="http://schemas.microsoft.com/office/drawing/2014/main" id="{FB2EC054-2789-4693-A8A1-F897C246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0" name="data_8466">
            <a:extLst xmlns:a="http://schemas.openxmlformats.org/drawingml/2006/main">
              <a:ext uri="{FF2B5EF4-FFF2-40B4-BE49-F238E27FC236}">
                <a16:creationId xmlns:a16="http://schemas.microsoft.com/office/drawing/2014/main" id="{884E9443-5832-4CF9-86ED-54313FB7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944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1" name="data_8467">
            <a:extLst xmlns:a="http://schemas.openxmlformats.org/drawingml/2006/main">
              <a:ext uri="{FF2B5EF4-FFF2-40B4-BE49-F238E27FC236}">
                <a16:creationId xmlns:a16="http://schemas.microsoft.com/office/drawing/2014/main" id="{51901056-B2F5-4ADA-9C5E-DC0148A1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6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2" name="data_8468">
            <a:extLst xmlns:a="http://schemas.openxmlformats.org/drawingml/2006/main">
              <a:ext uri="{FF2B5EF4-FFF2-40B4-BE49-F238E27FC236}">
                <a16:creationId xmlns:a16="http://schemas.microsoft.com/office/drawing/2014/main" id="{40F10343-581D-44DD-AA1B-0D46475D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3" name="data_8469">
            <a:extLst xmlns:a="http://schemas.openxmlformats.org/drawingml/2006/main">
              <a:ext uri="{FF2B5EF4-FFF2-40B4-BE49-F238E27FC236}">
                <a16:creationId xmlns:a16="http://schemas.microsoft.com/office/drawing/2014/main" id="{E3A5B9E4-BC17-4632-96FD-F7C4D1B1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01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4" name="data_8470">
            <a:extLst xmlns:a="http://schemas.openxmlformats.org/drawingml/2006/main">
              <a:ext uri="{FF2B5EF4-FFF2-40B4-BE49-F238E27FC236}">
                <a16:creationId xmlns:a16="http://schemas.microsoft.com/office/drawing/2014/main" id="{8B5A4BA9-8D6C-485E-9229-0C874B07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7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5" name="data_8471">
            <a:extLst xmlns:a="http://schemas.openxmlformats.org/drawingml/2006/main">
              <a:ext uri="{FF2B5EF4-FFF2-40B4-BE49-F238E27FC236}">
                <a16:creationId xmlns:a16="http://schemas.microsoft.com/office/drawing/2014/main" id="{ADF4053B-6D24-44D3-AB4E-77B3FD1A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127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6" name="data_8472">
            <a:extLst xmlns:a="http://schemas.openxmlformats.org/drawingml/2006/main">
              <a:ext uri="{FF2B5EF4-FFF2-40B4-BE49-F238E27FC236}">
                <a16:creationId xmlns:a16="http://schemas.microsoft.com/office/drawing/2014/main" id="{E8647469-DD6E-4D9D-AC68-9CF9E599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383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7" name="data_8473">
            <a:extLst xmlns:a="http://schemas.openxmlformats.org/drawingml/2006/main">
              <a:ext uri="{FF2B5EF4-FFF2-40B4-BE49-F238E27FC236}">
                <a16:creationId xmlns:a16="http://schemas.microsoft.com/office/drawing/2014/main" id="{E9DAF22E-1098-4799-8158-74F21903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5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8" name="data_8474">
            <a:extLst xmlns:a="http://schemas.openxmlformats.org/drawingml/2006/main">
              <a:ext uri="{FF2B5EF4-FFF2-40B4-BE49-F238E27FC236}">
                <a16:creationId xmlns:a16="http://schemas.microsoft.com/office/drawing/2014/main" id="{E100940B-998B-491A-8376-A5E8E37F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96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9" name="data_8475">
            <a:extLst xmlns:a="http://schemas.openxmlformats.org/drawingml/2006/main">
              <a:ext uri="{FF2B5EF4-FFF2-40B4-BE49-F238E27FC236}">
                <a16:creationId xmlns:a16="http://schemas.microsoft.com/office/drawing/2014/main" id="{8C999B85-BC02-49F1-B1F6-D8D5BC68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33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0" name="data_8476">
            <a:extLst xmlns:a="http://schemas.openxmlformats.org/drawingml/2006/main">
              <a:ext uri="{FF2B5EF4-FFF2-40B4-BE49-F238E27FC236}">
                <a16:creationId xmlns:a16="http://schemas.microsoft.com/office/drawing/2014/main" id="{8E21F49F-33FF-4497-9AA6-078EFB5E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76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1" name="data_8477">
            <a:extLst xmlns:a="http://schemas.openxmlformats.org/drawingml/2006/main">
              <a:ext uri="{FF2B5EF4-FFF2-40B4-BE49-F238E27FC236}">
                <a16:creationId xmlns:a16="http://schemas.microsoft.com/office/drawing/2014/main" id="{B1AD77FF-46D3-4D4A-B2CC-FE20D2FD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1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2" name="data_8478">
            <a:extLst xmlns:a="http://schemas.openxmlformats.org/drawingml/2006/main">
              <a:ext uri="{FF2B5EF4-FFF2-40B4-BE49-F238E27FC236}">
                <a16:creationId xmlns:a16="http://schemas.microsoft.com/office/drawing/2014/main" id="{19119FC7-EA72-43C3-BCDE-F658E533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635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3" name="data_8479">
            <a:extLst xmlns:a="http://schemas.openxmlformats.org/drawingml/2006/main">
              <a:ext uri="{FF2B5EF4-FFF2-40B4-BE49-F238E27FC236}">
                <a16:creationId xmlns:a16="http://schemas.microsoft.com/office/drawing/2014/main" id="{053187A2-CB60-418D-A271-E6F7C241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9939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4" name="data_8480">
            <a:extLst xmlns:a="http://schemas.openxmlformats.org/drawingml/2006/main">
              <a:ext uri="{FF2B5EF4-FFF2-40B4-BE49-F238E27FC236}">
                <a16:creationId xmlns:a16="http://schemas.microsoft.com/office/drawing/2014/main" id="{32BF895B-4478-46E6-99AB-C1FCE7FE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227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5" name="data_8481">
            <a:extLst xmlns:a="http://schemas.openxmlformats.org/drawingml/2006/main">
              <a:ext uri="{FF2B5EF4-FFF2-40B4-BE49-F238E27FC236}">
                <a16:creationId xmlns:a16="http://schemas.microsoft.com/office/drawing/2014/main" id="{74715C39-AF1E-4E1D-AF8F-7E0E9A1B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9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6" name="data_8482">
            <a:extLst xmlns:a="http://schemas.openxmlformats.org/drawingml/2006/main">
              <a:ext uri="{FF2B5EF4-FFF2-40B4-BE49-F238E27FC236}">
                <a16:creationId xmlns:a16="http://schemas.microsoft.com/office/drawing/2014/main" id="{71B94794-9907-48AB-B2F5-7D752995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97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7" name="data_8483">
            <a:extLst xmlns:a="http://schemas.openxmlformats.org/drawingml/2006/main">
              <a:ext uri="{FF2B5EF4-FFF2-40B4-BE49-F238E27FC236}">
                <a16:creationId xmlns:a16="http://schemas.microsoft.com/office/drawing/2014/main" id="{DDE77300-57B1-4FD6-9EB7-6A7F45B0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1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8" name="data_8484">
            <a:extLst xmlns:a="http://schemas.openxmlformats.org/drawingml/2006/main">
              <a:ext uri="{FF2B5EF4-FFF2-40B4-BE49-F238E27FC236}">
                <a16:creationId xmlns:a16="http://schemas.microsoft.com/office/drawing/2014/main" id="{F9CC76D7-D094-4D7F-AE31-571E9AA1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9" name="data_8485">
            <a:extLst xmlns:a="http://schemas.openxmlformats.org/drawingml/2006/main">
              <a:ext uri="{FF2B5EF4-FFF2-40B4-BE49-F238E27FC236}">
                <a16:creationId xmlns:a16="http://schemas.microsoft.com/office/drawing/2014/main" id="{590CC43B-1498-4DF2-BDBF-B1AB65EF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534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0" name="data_8486">
            <a:extLst xmlns:a="http://schemas.openxmlformats.org/drawingml/2006/main">
              <a:ext uri="{FF2B5EF4-FFF2-40B4-BE49-F238E27FC236}">
                <a16:creationId xmlns:a16="http://schemas.microsoft.com/office/drawing/2014/main" id="{577A2EB1-BE37-4FF3-9D5F-6AF20D38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6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1" name="data_8487">
            <a:extLst xmlns:a="http://schemas.openxmlformats.org/drawingml/2006/main">
              <a:ext uri="{FF2B5EF4-FFF2-40B4-BE49-F238E27FC236}">
                <a16:creationId xmlns:a16="http://schemas.microsoft.com/office/drawing/2014/main" id="{00BB1FE6-1A67-4F54-AB5F-C8FF980E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2" name="data_8488">
            <a:extLst xmlns:a="http://schemas.openxmlformats.org/drawingml/2006/main">
              <a:ext uri="{FF2B5EF4-FFF2-40B4-BE49-F238E27FC236}">
                <a16:creationId xmlns:a16="http://schemas.microsoft.com/office/drawing/2014/main" id="{ABA48735-8EAC-47E3-BC83-161AE68B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3" name="data_8489">
            <a:extLst xmlns:a="http://schemas.openxmlformats.org/drawingml/2006/main">
              <a:ext uri="{FF2B5EF4-FFF2-40B4-BE49-F238E27FC236}">
                <a16:creationId xmlns:a16="http://schemas.microsoft.com/office/drawing/2014/main" id="{2BF61B80-269F-4082-8E61-C8595BF2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7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4" name="data_8490">
            <a:extLst xmlns:a="http://schemas.openxmlformats.org/drawingml/2006/main">
              <a:ext uri="{FF2B5EF4-FFF2-40B4-BE49-F238E27FC236}">
                <a16:creationId xmlns:a16="http://schemas.microsoft.com/office/drawing/2014/main" id="{A54F89EA-3561-4515-9127-11EEEDB6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5" name="data_8491">
            <a:extLst xmlns:a="http://schemas.openxmlformats.org/drawingml/2006/main">
              <a:ext uri="{FF2B5EF4-FFF2-40B4-BE49-F238E27FC236}">
                <a16:creationId xmlns:a16="http://schemas.microsoft.com/office/drawing/2014/main" id="{655368C5-D08B-4F72-AAD0-E4910707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7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6" name="data_8492">
            <a:extLst xmlns:a="http://schemas.openxmlformats.org/drawingml/2006/main">
              <a:ext uri="{FF2B5EF4-FFF2-40B4-BE49-F238E27FC236}">
                <a16:creationId xmlns:a16="http://schemas.microsoft.com/office/drawing/2014/main" id="{69078F0B-824D-476A-80BA-2D1FFB4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07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7" name="data_8493">
            <a:extLst xmlns:a="http://schemas.openxmlformats.org/drawingml/2006/main">
              <a:ext uri="{FF2B5EF4-FFF2-40B4-BE49-F238E27FC236}">
                <a16:creationId xmlns:a16="http://schemas.microsoft.com/office/drawing/2014/main" id="{0C4A9A31-E6E1-4979-A210-C3E5F1FE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246" y="6249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8" name="data_8494">
            <a:extLst xmlns:a="http://schemas.openxmlformats.org/drawingml/2006/main">
              <a:ext uri="{FF2B5EF4-FFF2-40B4-BE49-F238E27FC236}">
                <a16:creationId xmlns:a16="http://schemas.microsoft.com/office/drawing/2014/main" id="{927D45FB-65EE-44E0-BD1A-79930575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44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9" name="data_8495">
            <a:extLst xmlns:a="http://schemas.openxmlformats.org/drawingml/2006/main">
              <a:ext uri="{FF2B5EF4-FFF2-40B4-BE49-F238E27FC236}">
                <a16:creationId xmlns:a16="http://schemas.microsoft.com/office/drawing/2014/main" id="{7FA9B004-C5B1-47D8-920D-E784963B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7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0" name="data_8496">
            <a:extLst xmlns:a="http://schemas.openxmlformats.org/drawingml/2006/main">
              <a:ext uri="{FF2B5EF4-FFF2-40B4-BE49-F238E27FC236}">
                <a16:creationId xmlns:a16="http://schemas.microsoft.com/office/drawing/2014/main" id="{6F5547A8-31F5-4561-A26F-2E119AF4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93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1" name="data_8497">
            <a:extLst xmlns:a="http://schemas.openxmlformats.org/drawingml/2006/main">
              <a:ext uri="{FF2B5EF4-FFF2-40B4-BE49-F238E27FC236}">
                <a16:creationId xmlns:a16="http://schemas.microsoft.com/office/drawing/2014/main" id="{6335FA4A-34C4-4352-B57D-2BAEB8DB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2" name="data_8498">
            <a:extLst xmlns:a="http://schemas.openxmlformats.org/drawingml/2006/main">
              <a:ext uri="{FF2B5EF4-FFF2-40B4-BE49-F238E27FC236}">
                <a16:creationId xmlns:a16="http://schemas.microsoft.com/office/drawing/2014/main" id="{0DCB7B7C-DAF5-474B-8F60-999199D8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6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3" name="data_8499">
            <a:extLst xmlns:a="http://schemas.openxmlformats.org/drawingml/2006/main">
              <a:ext uri="{FF2B5EF4-FFF2-40B4-BE49-F238E27FC236}">
                <a16:creationId xmlns:a16="http://schemas.microsoft.com/office/drawing/2014/main" id="{57999C6C-04A6-4E70-A161-E88D5CDA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72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4" name="data_8500">
            <a:extLst xmlns:a="http://schemas.openxmlformats.org/drawingml/2006/main">
              <a:ext uri="{FF2B5EF4-FFF2-40B4-BE49-F238E27FC236}">
                <a16:creationId xmlns:a16="http://schemas.microsoft.com/office/drawing/2014/main" id="{4B63BD26-0087-4735-9B89-59C91C42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68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5" name="data_8501">
            <a:extLst xmlns:a="http://schemas.openxmlformats.org/drawingml/2006/main">
              <a:ext uri="{FF2B5EF4-FFF2-40B4-BE49-F238E27FC236}">
                <a16:creationId xmlns:a16="http://schemas.microsoft.com/office/drawing/2014/main" id="{8EB1A82A-ABED-4ED1-9553-835A7DCC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450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6" name="data_8502">
            <a:extLst xmlns:a="http://schemas.openxmlformats.org/drawingml/2006/main">
              <a:ext uri="{FF2B5EF4-FFF2-40B4-BE49-F238E27FC236}">
                <a16:creationId xmlns:a16="http://schemas.microsoft.com/office/drawing/2014/main" id="{39E775A0-C036-4F3D-8EF4-0DEFD455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40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7" name="data_8503">
            <a:extLst xmlns:a="http://schemas.openxmlformats.org/drawingml/2006/main">
              <a:ext uri="{FF2B5EF4-FFF2-40B4-BE49-F238E27FC236}">
                <a16:creationId xmlns:a16="http://schemas.microsoft.com/office/drawing/2014/main" id="{1E66D6CE-1E08-46BE-B6A6-6F71E4E5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1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8" name="data_8504">
            <a:extLst xmlns:a="http://schemas.openxmlformats.org/drawingml/2006/main">
              <a:ext uri="{FF2B5EF4-FFF2-40B4-BE49-F238E27FC236}">
                <a16:creationId xmlns:a16="http://schemas.microsoft.com/office/drawing/2014/main" id="{49AC3FC4-0D74-486C-8348-6D741B9A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3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9" name="data_8505">
            <a:extLst xmlns:a="http://schemas.openxmlformats.org/drawingml/2006/main">
              <a:ext uri="{FF2B5EF4-FFF2-40B4-BE49-F238E27FC236}">
                <a16:creationId xmlns:a16="http://schemas.microsoft.com/office/drawing/2014/main" id="{E6CBD256-881F-4924-9493-6E87A560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66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0" name="data_8506">
            <a:extLst xmlns:a="http://schemas.openxmlformats.org/drawingml/2006/main">
              <a:ext uri="{FF2B5EF4-FFF2-40B4-BE49-F238E27FC236}">
                <a16:creationId xmlns:a16="http://schemas.microsoft.com/office/drawing/2014/main" id="{97163707-758F-4774-946E-F3FFFF29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681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1" name="data_8507">
            <a:extLst xmlns:a="http://schemas.openxmlformats.org/drawingml/2006/main">
              <a:ext uri="{FF2B5EF4-FFF2-40B4-BE49-F238E27FC236}">
                <a16:creationId xmlns:a16="http://schemas.microsoft.com/office/drawing/2014/main" id="{69515A21-D79C-4F80-87BE-01E59E62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450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2" name="data_8508">
            <a:extLst xmlns:a="http://schemas.openxmlformats.org/drawingml/2006/main">
              <a:ext uri="{FF2B5EF4-FFF2-40B4-BE49-F238E27FC236}">
                <a16:creationId xmlns:a16="http://schemas.microsoft.com/office/drawing/2014/main" id="{B07AC671-4115-46FA-AA34-EBC8B7AA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3" name="data_8509">
            <a:extLst xmlns:a="http://schemas.openxmlformats.org/drawingml/2006/main">
              <a:ext uri="{FF2B5EF4-FFF2-40B4-BE49-F238E27FC236}">
                <a16:creationId xmlns:a16="http://schemas.microsoft.com/office/drawing/2014/main" id="{01DC44EF-9EC8-4660-95C7-95267D07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82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4" name="data_8510">
            <a:extLst xmlns:a="http://schemas.openxmlformats.org/drawingml/2006/main">
              <a:ext uri="{FF2B5EF4-FFF2-40B4-BE49-F238E27FC236}">
                <a16:creationId xmlns:a16="http://schemas.microsoft.com/office/drawing/2014/main" id="{FA253CAE-C350-49A6-B260-F97CC221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9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5" name="data_8511">
            <a:extLst xmlns:a="http://schemas.openxmlformats.org/drawingml/2006/main">
              <a:ext uri="{FF2B5EF4-FFF2-40B4-BE49-F238E27FC236}">
                <a16:creationId xmlns:a16="http://schemas.microsoft.com/office/drawing/2014/main" id="{4E518814-C5DA-461E-AFC5-F788CE01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50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6" name="data_8512">
            <a:extLst xmlns:a="http://schemas.openxmlformats.org/drawingml/2006/main">
              <a:ext uri="{FF2B5EF4-FFF2-40B4-BE49-F238E27FC236}">
                <a16:creationId xmlns:a16="http://schemas.microsoft.com/office/drawing/2014/main" id="{35D92A36-2AE0-4305-A59A-2B80746E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381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7" name="data_8513">
            <a:extLst xmlns:a="http://schemas.openxmlformats.org/drawingml/2006/main">
              <a:ext uri="{FF2B5EF4-FFF2-40B4-BE49-F238E27FC236}">
                <a16:creationId xmlns:a16="http://schemas.microsoft.com/office/drawing/2014/main" id="{D5DFA434-091C-44F0-AF74-D39A2D58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5087202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068" name="data_8514">
            <a:extLst xmlns:a="http://schemas.openxmlformats.org/drawingml/2006/main">
              <a:ext uri="{FF2B5EF4-FFF2-40B4-BE49-F238E27FC236}">
                <a16:creationId xmlns:a16="http://schemas.microsoft.com/office/drawing/2014/main" id="{588292F8-25DE-44CA-921B-026C45F0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7041780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069" name="text_8515">
            <a:extLst xmlns:a="http://schemas.openxmlformats.org/drawingml/2006/main">
              <a:ext uri="{FF2B5EF4-FFF2-40B4-BE49-F238E27FC236}">
                <a16:creationId xmlns:a16="http://schemas.microsoft.com/office/drawing/2014/main" id="{905A7008-1850-44AD-9417-8271D3AA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2544" y="4773801"/>
            <a:ext cx="9807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070" name="text_8516">
            <a:extLst xmlns:a="http://schemas.openxmlformats.org/drawingml/2006/main">
              <a:ext uri="{FF2B5EF4-FFF2-40B4-BE49-F238E27FC236}">
                <a16:creationId xmlns:a16="http://schemas.microsoft.com/office/drawing/2014/main" id="{FCA7EF0B-CB47-447F-AE66-C4DB8670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2701" y="4808505"/>
            <a:ext cx="1311133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CA2</a:t>
            </a:r>
          </a:p>
        </p:txBody>
      </p:sp>
      <p:sp>
        <p:nvSpPr>
          <p:cNvPr id="3071" name="data_8517">
            <a:extLst xmlns:a="http://schemas.openxmlformats.org/drawingml/2006/main">
              <a:ext uri="{FF2B5EF4-FFF2-40B4-BE49-F238E27FC236}">
                <a16:creationId xmlns:a16="http://schemas.microsoft.com/office/drawing/2014/main" id="{E3F7B793-EAD1-41D7-9761-5A48502F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5735613"/>
            <a:ext cx="2049083" cy="1217322"/>
          </a:xfrm>
          <a:custGeom xmlns:a="http://schemas.openxmlformats.org/drawingml/2006/main">
            <a:pathLst>
              <a:path w="2049083" h="1217322">
                <a:moveTo>
                  <a:pt x="0" y="1217322"/>
                </a:moveTo>
                <a:lnTo>
                  <a:pt x="26270" y="1216072"/>
                </a:lnTo>
                <a:lnTo>
                  <a:pt x="26270" y="1215103"/>
                </a:lnTo>
                <a:lnTo>
                  <a:pt x="34151" y="1214203"/>
                </a:lnTo>
                <a:lnTo>
                  <a:pt x="35027" y="1212700"/>
                </a:lnTo>
                <a:lnTo>
                  <a:pt x="37946" y="1212700"/>
                </a:lnTo>
                <a:lnTo>
                  <a:pt x="37946" y="1209550"/>
                </a:lnTo>
                <a:lnTo>
                  <a:pt x="48788" y="1208362"/>
                </a:lnTo>
                <a:lnTo>
                  <a:pt x="48788" y="1205662"/>
                </a:lnTo>
                <a:lnTo>
                  <a:pt x="56919" y="1204692"/>
                </a:lnTo>
                <a:lnTo>
                  <a:pt x="56919" y="1200439"/>
                </a:lnTo>
                <a:lnTo>
                  <a:pt x="62093" y="1200197"/>
                </a:lnTo>
                <a:lnTo>
                  <a:pt x="62093" y="1196760"/>
                </a:lnTo>
                <a:lnTo>
                  <a:pt x="68303" y="1196760"/>
                </a:lnTo>
                <a:lnTo>
                  <a:pt x="70054" y="1193682"/>
                </a:lnTo>
                <a:lnTo>
                  <a:pt x="75892" y="1193682"/>
                </a:lnTo>
                <a:lnTo>
                  <a:pt x="75892" y="1190532"/>
                </a:lnTo>
                <a:lnTo>
                  <a:pt x="85378" y="1189974"/>
                </a:lnTo>
                <a:lnTo>
                  <a:pt x="85378" y="1182098"/>
                </a:lnTo>
                <a:lnTo>
                  <a:pt x="97575" y="1180668"/>
                </a:lnTo>
                <a:lnTo>
                  <a:pt x="97575" y="1173917"/>
                </a:lnTo>
                <a:lnTo>
                  <a:pt x="113838" y="1172633"/>
                </a:lnTo>
                <a:lnTo>
                  <a:pt x="113838" y="1147659"/>
                </a:lnTo>
                <a:lnTo>
                  <a:pt x="124187" y="1147416"/>
                </a:lnTo>
                <a:lnTo>
                  <a:pt x="125222" y="1143664"/>
                </a:lnTo>
                <a:lnTo>
                  <a:pt x="136606" y="1142695"/>
                </a:lnTo>
                <a:lnTo>
                  <a:pt x="136606" y="1124107"/>
                </a:lnTo>
                <a:lnTo>
                  <a:pt x="146363" y="1123077"/>
                </a:lnTo>
                <a:lnTo>
                  <a:pt x="147989" y="1120737"/>
                </a:lnTo>
                <a:lnTo>
                  <a:pt x="151784" y="1120494"/>
                </a:lnTo>
                <a:lnTo>
                  <a:pt x="151784" y="1118394"/>
                </a:lnTo>
                <a:lnTo>
                  <a:pt x="170757" y="1117182"/>
                </a:lnTo>
                <a:lnTo>
                  <a:pt x="170757" y="1082527"/>
                </a:lnTo>
                <a:lnTo>
                  <a:pt x="186280" y="1081000"/>
                </a:lnTo>
                <a:lnTo>
                  <a:pt x="186280" y="1077563"/>
                </a:lnTo>
                <a:lnTo>
                  <a:pt x="189730" y="1077563"/>
                </a:lnTo>
                <a:lnTo>
                  <a:pt x="189730" y="1075463"/>
                </a:lnTo>
                <a:lnTo>
                  <a:pt x="195151" y="1074905"/>
                </a:lnTo>
                <a:lnTo>
                  <a:pt x="195151" y="1068154"/>
                </a:lnTo>
                <a:lnTo>
                  <a:pt x="204908" y="1067912"/>
                </a:lnTo>
                <a:lnTo>
                  <a:pt x="204908" y="1064761"/>
                </a:lnTo>
                <a:lnTo>
                  <a:pt x="227676" y="1064276"/>
                </a:lnTo>
                <a:lnTo>
                  <a:pt x="227676" y="1017512"/>
                </a:lnTo>
                <a:lnTo>
                  <a:pt x="239060" y="1016542"/>
                </a:lnTo>
                <a:lnTo>
                  <a:pt x="239060" y="1015282"/>
                </a:lnTo>
                <a:lnTo>
                  <a:pt x="248374" y="1013689"/>
                </a:lnTo>
                <a:lnTo>
                  <a:pt x="248374" y="1011971"/>
                </a:lnTo>
                <a:lnTo>
                  <a:pt x="256135" y="1011729"/>
                </a:lnTo>
                <a:lnTo>
                  <a:pt x="256135" y="1004640"/>
                </a:lnTo>
                <a:lnTo>
                  <a:pt x="273211" y="1003840"/>
                </a:lnTo>
                <a:lnTo>
                  <a:pt x="273211" y="985567"/>
                </a:lnTo>
                <a:lnTo>
                  <a:pt x="284595" y="985325"/>
                </a:lnTo>
                <a:lnTo>
                  <a:pt x="284595" y="980599"/>
                </a:lnTo>
                <a:lnTo>
                  <a:pt x="292726" y="979630"/>
                </a:lnTo>
                <a:lnTo>
                  <a:pt x="292726" y="972879"/>
                </a:lnTo>
                <a:lnTo>
                  <a:pt x="307362" y="971029"/>
                </a:lnTo>
                <a:lnTo>
                  <a:pt x="307362" y="969769"/>
                </a:lnTo>
                <a:lnTo>
                  <a:pt x="310467" y="969769"/>
                </a:lnTo>
                <a:lnTo>
                  <a:pt x="310467" y="966332"/>
                </a:lnTo>
                <a:lnTo>
                  <a:pt x="341514" y="964974"/>
                </a:lnTo>
                <a:lnTo>
                  <a:pt x="341514" y="794567"/>
                </a:lnTo>
                <a:lnTo>
                  <a:pt x="367784" y="793452"/>
                </a:lnTo>
                <a:lnTo>
                  <a:pt x="367784" y="792483"/>
                </a:lnTo>
                <a:lnTo>
                  <a:pt x="372561" y="792483"/>
                </a:lnTo>
                <a:lnTo>
                  <a:pt x="372561" y="789046"/>
                </a:lnTo>
                <a:lnTo>
                  <a:pt x="390302" y="787616"/>
                </a:lnTo>
                <a:lnTo>
                  <a:pt x="390302" y="780865"/>
                </a:lnTo>
                <a:lnTo>
                  <a:pt x="398433" y="779896"/>
                </a:lnTo>
                <a:lnTo>
                  <a:pt x="398433" y="778320"/>
                </a:lnTo>
                <a:lnTo>
                  <a:pt x="409817" y="778078"/>
                </a:lnTo>
                <a:lnTo>
                  <a:pt x="411568" y="760823"/>
                </a:lnTo>
                <a:lnTo>
                  <a:pt x="417406" y="760823"/>
                </a:lnTo>
                <a:lnTo>
                  <a:pt x="417406" y="758722"/>
                </a:lnTo>
                <a:lnTo>
                  <a:pt x="426892" y="758165"/>
                </a:lnTo>
                <a:lnTo>
                  <a:pt x="426892" y="753439"/>
                </a:lnTo>
                <a:lnTo>
                  <a:pt x="434654" y="752882"/>
                </a:lnTo>
                <a:lnTo>
                  <a:pt x="434654" y="749445"/>
                </a:lnTo>
                <a:lnTo>
                  <a:pt x="446595" y="747537"/>
                </a:lnTo>
                <a:lnTo>
                  <a:pt x="446595" y="747295"/>
                </a:lnTo>
                <a:lnTo>
                  <a:pt x="455352" y="747295"/>
                </a:lnTo>
                <a:lnTo>
                  <a:pt x="455352" y="706306"/>
                </a:lnTo>
                <a:lnTo>
                  <a:pt x="478119" y="705506"/>
                </a:lnTo>
                <a:lnTo>
                  <a:pt x="478119" y="702356"/>
                </a:lnTo>
                <a:lnTo>
                  <a:pt x="487877" y="702113"/>
                </a:lnTo>
                <a:lnTo>
                  <a:pt x="489503" y="695047"/>
                </a:lnTo>
                <a:lnTo>
                  <a:pt x="496747" y="694805"/>
                </a:lnTo>
                <a:lnTo>
                  <a:pt x="496747" y="691368"/>
                </a:lnTo>
                <a:lnTo>
                  <a:pt x="512271" y="690568"/>
                </a:lnTo>
                <a:lnTo>
                  <a:pt x="512271" y="659378"/>
                </a:lnTo>
                <a:lnTo>
                  <a:pt x="536665" y="658336"/>
                </a:lnTo>
                <a:lnTo>
                  <a:pt x="536665" y="656986"/>
                </a:lnTo>
                <a:lnTo>
                  <a:pt x="546422" y="656744"/>
                </a:lnTo>
                <a:lnTo>
                  <a:pt x="546422" y="646032"/>
                </a:lnTo>
                <a:lnTo>
                  <a:pt x="558841" y="645789"/>
                </a:lnTo>
                <a:lnTo>
                  <a:pt x="560433" y="642110"/>
                </a:lnTo>
                <a:lnTo>
                  <a:pt x="569190" y="642110"/>
                </a:lnTo>
                <a:lnTo>
                  <a:pt x="569190" y="629266"/>
                </a:lnTo>
                <a:lnTo>
                  <a:pt x="586703" y="627358"/>
                </a:lnTo>
                <a:lnTo>
                  <a:pt x="586703" y="627116"/>
                </a:lnTo>
                <a:lnTo>
                  <a:pt x="597649" y="626558"/>
                </a:lnTo>
                <a:lnTo>
                  <a:pt x="597649" y="624195"/>
                </a:lnTo>
                <a:lnTo>
                  <a:pt x="614725" y="623711"/>
                </a:lnTo>
                <a:lnTo>
                  <a:pt x="614725" y="621821"/>
                </a:lnTo>
                <a:lnTo>
                  <a:pt x="620934" y="621821"/>
                </a:lnTo>
                <a:lnTo>
                  <a:pt x="621730" y="618141"/>
                </a:lnTo>
                <a:lnTo>
                  <a:pt x="637492" y="616234"/>
                </a:lnTo>
                <a:lnTo>
                  <a:pt x="639244" y="615676"/>
                </a:lnTo>
                <a:lnTo>
                  <a:pt x="683028" y="614707"/>
                </a:lnTo>
                <a:lnTo>
                  <a:pt x="683028" y="154391"/>
                </a:lnTo>
                <a:lnTo>
                  <a:pt x="780603" y="152673"/>
                </a:lnTo>
                <a:lnTo>
                  <a:pt x="780603" y="149973"/>
                </a:lnTo>
                <a:lnTo>
                  <a:pt x="796866" y="149973"/>
                </a:lnTo>
                <a:lnTo>
                  <a:pt x="796866" y="146507"/>
                </a:lnTo>
                <a:lnTo>
                  <a:pt x="808249" y="144789"/>
                </a:lnTo>
                <a:lnTo>
                  <a:pt x="808249" y="144474"/>
                </a:lnTo>
                <a:lnTo>
                  <a:pt x="819633" y="144474"/>
                </a:lnTo>
                <a:lnTo>
                  <a:pt x="819633" y="140378"/>
                </a:lnTo>
                <a:lnTo>
                  <a:pt x="910704" y="139118"/>
                </a:lnTo>
                <a:lnTo>
                  <a:pt x="910704" y="126201"/>
                </a:lnTo>
                <a:lnTo>
                  <a:pt x="975754" y="125885"/>
                </a:lnTo>
                <a:lnTo>
                  <a:pt x="975754" y="123185"/>
                </a:lnTo>
                <a:lnTo>
                  <a:pt x="1024541" y="122870"/>
                </a:lnTo>
                <a:lnTo>
                  <a:pt x="1024541" y="103967"/>
                </a:lnTo>
                <a:lnTo>
                  <a:pt x="1309136" y="102077"/>
                </a:lnTo>
                <a:lnTo>
                  <a:pt x="1309136" y="101762"/>
                </a:lnTo>
                <a:lnTo>
                  <a:pt x="1366055" y="101447"/>
                </a:lnTo>
                <a:lnTo>
                  <a:pt x="1366055" y="69941"/>
                </a:lnTo>
                <a:lnTo>
                  <a:pt x="1479893" y="69311"/>
                </a:lnTo>
                <a:lnTo>
                  <a:pt x="1479893" y="66161"/>
                </a:lnTo>
                <a:lnTo>
                  <a:pt x="1536812" y="66161"/>
                </a:lnTo>
                <a:lnTo>
                  <a:pt x="1536812" y="56709"/>
                </a:lnTo>
                <a:lnTo>
                  <a:pt x="1707569" y="56709"/>
                </a:lnTo>
                <a:lnTo>
                  <a:pt x="1707569" y="51983"/>
                </a:lnTo>
                <a:lnTo>
                  <a:pt x="1878326" y="51983"/>
                </a:lnTo>
                <a:lnTo>
                  <a:pt x="1878326" y="47258"/>
                </a:lnTo>
                <a:lnTo>
                  <a:pt x="2049083" y="47258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3072" name="data_8518">
            <a:extLst xmlns:a="http://schemas.openxmlformats.org/drawingml/2006/main">
              <a:ext uri="{FF2B5EF4-FFF2-40B4-BE49-F238E27FC236}">
                <a16:creationId xmlns:a16="http://schemas.microsoft.com/office/drawing/2014/main" id="{953005BC-2369-45EA-A48A-00C5C399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5176046"/>
            <a:ext cx="2049083" cy="1776889"/>
          </a:xfrm>
          <a:custGeom xmlns:a="http://schemas.openxmlformats.org/drawingml/2006/main"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249680"/>
                </a:lnTo>
                <a:lnTo>
                  <a:pt x="367784" y="1249680"/>
                </a:lnTo>
                <a:lnTo>
                  <a:pt x="367784" y="1226900"/>
                </a:lnTo>
                <a:lnTo>
                  <a:pt x="390302" y="1226900"/>
                </a:lnTo>
                <a:lnTo>
                  <a:pt x="390302" y="1184593"/>
                </a:lnTo>
                <a:lnTo>
                  <a:pt x="455352" y="1184593"/>
                </a:lnTo>
                <a:lnTo>
                  <a:pt x="455352" y="1139031"/>
                </a:lnTo>
                <a:lnTo>
                  <a:pt x="512271" y="1139031"/>
                </a:lnTo>
                <a:lnTo>
                  <a:pt x="512271" y="1089673"/>
                </a:lnTo>
                <a:lnTo>
                  <a:pt x="683028" y="1089673"/>
                </a:lnTo>
                <a:lnTo>
                  <a:pt x="683028" y="592296"/>
                </a:lnTo>
                <a:lnTo>
                  <a:pt x="910704" y="592296"/>
                </a:lnTo>
                <a:lnTo>
                  <a:pt x="910704" y="549989"/>
                </a:lnTo>
                <a:lnTo>
                  <a:pt x="1024541" y="549989"/>
                </a:lnTo>
                <a:lnTo>
                  <a:pt x="1024541" y="475952"/>
                </a:lnTo>
                <a:lnTo>
                  <a:pt x="1366055" y="475952"/>
                </a:lnTo>
                <a:lnTo>
                  <a:pt x="1366055" y="333167"/>
                </a:lnTo>
                <a:lnTo>
                  <a:pt x="1479893" y="333167"/>
                </a:lnTo>
                <a:lnTo>
                  <a:pt x="1479893" y="259130"/>
                </a:lnTo>
                <a:lnTo>
                  <a:pt x="2049083" y="2591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3073" name="data_8519">
            <a:extLst xmlns:a="http://schemas.openxmlformats.org/drawingml/2006/main">
              <a:ext uri="{FF2B5EF4-FFF2-40B4-BE49-F238E27FC236}">
                <a16:creationId xmlns:a16="http://schemas.microsoft.com/office/drawing/2014/main" id="{29666636-485E-401D-8BB0-64AE9E6A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4558" y="6500031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4" name="data_8520">
            <a:extLst xmlns:a="http://schemas.openxmlformats.org/drawingml/2006/main">
              <a:ext uri="{FF2B5EF4-FFF2-40B4-BE49-F238E27FC236}">
                <a16:creationId xmlns:a16="http://schemas.microsoft.com/office/drawing/2014/main" id="{9384AF28-817B-40C3-A520-9F4F5EE4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6071" y="585985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5" name="data_8521">
            <a:extLst xmlns:a="http://schemas.openxmlformats.org/drawingml/2006/main">
              <a:ext uri="{FF2B5EF4-FFF2-40B4-BE49-F238E27FC236}">
                <a16:creationId xmlns:a16="http://schemas.microsoft.com/office/drawing/2014/main" id="{A244810A-9EBA-477B-9938-D94113A7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9099" y="577540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6" name="data_8522">
            <a:extLst xmlns:a="http://schemas.openxmlformats.org/drawingml/2006/main">
              <a:ext uri="{FF2B5EF4-FFF2-40B4-BE49-F238E27FC236}">
                <a16:creationId xmlns:a16="http://schemas.microsoft.com/office/drawing/2014/main" id="{AD22DC01-27BA-4B21-A1AB-D039363F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2127" y="5705464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7" name="data_8523">
            <a:extLst xmlns:a="http://schemas.openxmlformats.org/drawingml/2006/main">
              <a:ext uri="{FF2B5EF4-FFF2-40B4-BE49-F238E27FC236}">
                <a16:creationId xmlns:a16="http://schemas.microsoft.com/office/drawing/2014/main" id="{01989869-EFEB-40F0-906F-CE5AB670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546" y="637556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78" name="data_8524">
            <a:extLst xmlns:a="http://schemas.openxmlformats.org/drawingml/2006/main">
              <a:ext uri="{FF2B5EF4-FFF2-40B4-BE49-F238E27FC236}">
                <a16:creationId xmlns:a16="http://schemas.microsoft.com/office/drawing/2014/main" id="{EC89FD99-1D38-48C2-B9F6-1C471FC2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59" y="571818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79" name="data_8525">
            <a:extLst xmlns:a="http://schemas.openxmlformats.org/drawingml/2006/main">
              <a:ext uri="{FF2B5EF4-FFF2-40B4-BE49-F238E27FC236}">
                <a16:creationId xmlns:a16="http://schemas.microsoft.com/office/drawing/2014/main" id="{FFAE4A35-0755-49A2-B5D6-1729BAB1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087" y="545905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80" name="data_8526">
            <a:extLst xmlns:a="http://schemas.openxmlformats.org/drawingml/2006/main">
              <a:ext uri="{FF2B5EF4-FFF2-40B4-BE49-F238E27FC236}">
                <a16:creationId xmlns:a16="http://schemas.microsoft.com/office/drawing/2014/main" id="{B8AE2F68-27BB-4038-B97A-B187ACBF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2115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81" name="data_8527">
            <a:extLst xmlns:a="http://schemas.openxmlformats.org/drawingml/2006/main">
              <a:ext uri="{FF2B5EF4-FFF2-40B4-BE49-F238E27FC236}">
                <a16:creationId xmlns:a16="http://schemas.microsoft.com/office/drawing/2014/main" id="{4B9EF1BC-DE57-4352-A888-E44B37C1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5087202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2" name="data_8528">
            <a:extLst xmlns:a="http://schemas.openxmlformats.org/drawingml/2006/main">
              <a:ext uri="{FF2B5EF4-FFF2-40B4-BE49-F238E27FC236}">
                <a16:creationId xmlns:a16="http://schemas.microsoft.com/office/drawing/2014/main" id="{DF686A25-A01F-4994-A604-F9B3D991F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1345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1001" y="1762082"/>
                </a:lnTo>
                <a:lnTo>
                  <a:pt x="3936" y="1747274"/>
                </a:lnTo>
                <a:lnTo>
                  <a:pt x="8605" y="1732467"/>
                </a:lnTo>
                <a:lnTo>
                  <a:pt x="14701" y="1717659"/>
                </a:lnTo>
                <a:lnTo>
                  <a:pt x="21841" y="1702852"/>
                </a:lnTo>
                <a:lnTo>
                  <a:pt x="29605" y="1688045"/>
                </a:lnTo>
                <a:lnTo>
                  <a:pt x="37578" y="1673237"/>
                </a:lnTo>
                <a:lnTo>
                  <a:pt x="45382" y="1658430"/>
                </a:lnTo>
                <a:lnTo>
                  <a:pt x="52704" y="1643622"/>
                </a:lnTo>
                <a:lnTo>
                  <a:pt x="59315" y="1628815"/>
                </a:lnTo>
                <a:lnTo>
                  <a:pt x="65070" y="1614007"/>
                </a:lnTo>
                <a:lnTo>
                  <a:pt x="69908" y="1599200"/>
                </a:lnTo>
                <a:lnTo>
                  <a:pt x="73837" y="1584393"/>
                </a:lnTo>
                <a:lnTo>
                  <a:pt x="76921" y="1569585"/>
                </a:lnTo>
                <a:lnTo>
                  <a:pt x="79260" y="1554778"/>
                </a:lnTo>
                <a:lnTo>
                  <a:pt x="80972" y="1539970"/>
                </a:lnTo>
                <a:lnTo>
                  <a:pt x="82182" y="1525163"/>
                </a:lnTo>
                <a:lnTo>
                  <a:pt x="83006" y="1510356"/>
                </a:lnTo>
                <a:lnTo>
                  <a:pt x="83549" y="1495548"/>
                </a:lnTo>
                <a:lnTo>
                  <a:pt x="83895" y="1480741"/>
                </a:lnTo>
                <a:lnTo>
                  <a:pt x="84111" y="1465933"/>
                </a:lnTo>
                <a:lnTo>
                  <a:pt x="84244" y="1451126"/>
                </a:lnTo>
                <a:lnTo>
                  <a:pt x="84325" y="1436319"/>
                </a:lnTo>
                <a:lnTo>
                  <a:pt x="84373" y="1421511"/>
                </a:lnTo>
                <a:lnTo>
                  <a:pt x="84395" y="1406704"/>
                </a:lnTo>
                <a:lnTo>
                  <a:pt x="84392" y="1391896"/>
                </a:lnTo>
                <a:lnTo>
                  <a:pt x="84359" y="1377089"/>
                </a:lnTo>
                <a:lnTo>
                  <a:pt x="84290" y="1362282"/>
                </a:lnTo>
                <a:lnTo>
                  <a:pt x="84180" y="1347474"/>
                </a:lnTo>
                <a:lnTo>
                  <a:pt x="84023" y="1332667"/>
                </a:lnTo>
                <a:lnTo>
                  <a:pt x="83816" y="1317859"/>
                </a:lnTo>
                <a:lnTo>
                  <a:pt x="83559" y="1303052"/>
                </a:lnTo>
                <a:lnTo>
                  <a:pt x="83255" y="1288245"/>
                </a:lnTo>
                <a:lnTo>
                  <a:pt x="82908" y="1273437"/>
                </a:lnTo>
                <a:lnTo>
                  <a:pt x="82525" y="1258630"/>
                </a:lnTo>
                <a:lnTo>
                  <a:pt x="82115" y="1243822"/>
                </a:lnTo>
                <a:lnTo>
                  <a:pt x="81686" y="1229015"/>
                </a:lnTo>
                <a:lnTo>
                  <a:pt x="81246" y="1214207"/>
                </a:lnTo>
                <a:lnTo>
                  <a:pt x="80801" y="1199400"/>
                </a:lnTo>
                <a:lnTo>
                  <a:pt x="80356" y="1184593"/>
                </a:lnTo>
                <a:lnTo>
                  <a:pt x="79911" y="1169785"/>
                </a:lnTo>
                <a:lnTo>
                  <a:pt x="79462" y="1154978"/>
                </a:lnTo>
                <a:lnTo>
                  <a:pt x="79002" y="1140170"/>
                </a:lnTo>
                <a:lnTo>
                  <a:pt x="78518" y="1125363"/>
                </a:lnTo>
                <a:lnTo>
                  <a:pt x="77994" y="1110556"/>
                </a:lnTo>
                <a:lnTo>
                  <a:pt x="77412" y="1095748"/>
                </a:lnTo>
                <a:lnTo>
                  <a:pt x="76752" y="1080941"/>
                </a:lnTo>
                <a:lnTo>
                  <a:pt x="75998" y="1066133"/>
                </a:lnTo>
                <a:lnTo>
                  <a:pt x="75135" y="1051326"/>
                </a:lnTo>
                <a:lnTo>
                  <a:pt x="74162" y="1036519"/>
                </a:lnTo>
                <a:lnTo>
                  <a:pt x="73086" y="1021711"/>
                </a:lnTo>
                <a:lnTo>
                  <a:pt x="71929" y="1006904"/>
                </a:lnTo>
                <a:lnTo>
                  <a:pt x="70731" y="992096"/>
                </a:lnTo>
                <a:lnTo>
                  <a:pt x="69545" y="977289"/>
                </a:lnTo>
                <a:lnTo>
                  <a:pt x="68438" y="962482"/>
                </a:lnTo>
                <a:lnTo>
                  <a:pt x="67485" y="947674"/>
                </a:lnTo>
                <a:lnTo>
                  <a:pt x="66761" y="932867"/>
                </a:lnTo>
                <a:lnTo>
                  <a:pt x="66336" y="918059"/>
                </a:lnTo>
                <a:lnTo>
                  <a:pt x="66263" y="903252"/>
                </a:lnTo>
                <a:lnTo>
                  <a:pt x="66577" y="888444"/>
                </a:lnTo>
                <a:lnTo>
                  <a:pt x="67285" y="873637"/>
                </a:lnTo>
                <a:lnTo>
                  <a:pt x="68368" y="858830"/>
                </a:lnTo>
                <a:lnTo>
                  <a:pt x="69779" y="844022"/>
                </a:lnTo>
                <a:lnTo>
                  <a:pt x="71453" y="829215"/>
                </a:lnTo>
                <a:lnTo>
                  <a:pt x="73309" y="814407"/>
                </a:lnTo>
                <a:lnTo>
                  <a:pt x="75258" y="799600"/>
                </a:lnTo>
                <a:lnTo>
                  <a:pt x="77216" y="784793"/>
                </a:lnTo>
                <a:lnTo>
                  <a:pt x="79105" y="769985"/>
                </a:lnTo>
                <a:lnTo>
                  <a:pt x="80863" y="755178"/>
                </a:lnTo>
                <a:lnTo>
                  <a:pt x="82445" y="740370"/>
                </a:lnTo>
                <a:lnTo>
                  <a:pt x="83824" y="725563"/>
                </a:lnTo>
                <a:lnTo>
                  <a:pt x="84990" y="710756"/>
                </a:lnTo>
                <a:lnTo>
                  <a:pt x="85947" y="695948"/>
                </a:lnTo>
                <a:lnTo>
                  <a:pt x="86711" y="681141"/>
                </a:lnTo>
                <a:lnTo>
                  <a:pt x="87304" y="666333"/>
                </a:lnTo>
                <a:lnTo>
                  <a:pt x="87752" y="651526"/>
                </a:lnTo>
                <a:lnTo>
                  <a:pt x="88082" y="636719"/>
                </a:lnTo>
                <a:lnTo>
                  <a:pt x="88318" y="621911"/>
                </a:lnTo>
                <a:lnTo>
                  <a:pt x="88483" y="607104"/>
                </a:lnTo>
                <a:lnTo>
                  <a:pt x="88595" y="592296"/>
                </a:lnTo>
                <a:lnTo>
                  <a:pt x="88670" y="577489"/>
                </a:lnTo>
                <a:lnTo>
                  <a:pt x="88718" y="562682"/>
                </a:lnTo>
                <a:lnTo>
                  <a:pt x="88749" y="547874"/>
                </a:lnTo>
                <a:lnTo>
                  <a:pt x="88767" y="533067"/>
                </a:lnTo>
                <a:lnTo>
                  <a:pt x="88779" y="518259"/>
                </a:lnTo>
                <a:lnTo>
                  <a:pt x="88785" y="503452"/>
                </a:lnTo>
                <a:lnTo>
                  <a:pt x="88789" y="488644"/>
                </a:lnTo>
                <a:lnTo>
                  <a:pt x="88791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5" y="459030"/>
                </a:lnTo>
                <a:lnTo>
                  <a:pt x="88796" y="473837"/>
                </a:lnTo>
                <a:lnTo>
                  <a:pt x="88798" y="488644"/>
                </a:lnTo>
                <a:lnTo>
                  <a:pt x="88802" y="503452"/>
                </a:lnTo>
                <a:lnTo>
                  <a:pt x="88808" y="518259"/>
                </a:lnTo>
                <a:lnTo>
                  <a:pt x="88820" y="533067"/>
                </a:lnTo>
                <a:lnTo>
                  <a:pt x="88839" y="547874"/>
                </a:lnTo>
                <a:lnTo>
                  <a:pt x="88869" y="562682"/>
                </a:lnTo>
                <a:lnTo>
                  <a:pt x="88917" y="577489"/>
                </a:lnTo>
                <a:lnTo>
                  <a:pt x="88992" y="592296"/>
                </a:lnTo>
                <a:lnTo>
                  <a:pt x="89104" y="607104"/>
                </a:lnTo>
                <a:lnTo>
                  <a:pt x="89269" y="621911"/>
                </a:lnTo>
                <a:lnTo>
                  <a:pt x="89505" y="636719"/>
                </a:lnTo>
                <a:lnTo>
                  <a:pt x="89835" y="651526"/>
                </a:lnTo>
                <a:lnTo>
                  <a:pt x="90283" y="666333"/>
                </a:lnTo>
                <a:lnTo>
                  <a:pt x="90876" y="681141"/>
                </a:lnTo>
                <a:lnTo>
                  <a:pt x="91640" y="695948"/>
                </a:lnTo>
                <a:lnTo>
                  <a:pt x="92598" y="710756"/>
                </a:lnTo>
                <a:lnTo>
                  <a:pt x="93764" y="725563"/>
                </a:lnTo>
                <a:lnTo>
                  <a:pt x="95142" y="740370"/>
                </a:lnTo>
                <a:lnTo>
                  <a:pt x="96724" y="755178"/>
                </a:lnTo>
                <a:lnTo>
                  <a:pt x="98482" y="769985"/>
                </a:lnTo>
                <a:lnTo>
                  <a:pt x="100372" y="784793"/>
                </a:lnTo>
                <a:lnTo>
                  <a:pt x="102329" y="799600"/>
                </a:lnTo>
                <a:lnTo>
                  <a:pt x="104279" y="814407"/>
                </a:lnTo>
                <a:lnTo>
                  <a:pt x="106134" y="829215"/>
                </a:lnTo>
                <a:lnTo>
                  <a:pt x="107808" y="844022"/>
                </a:lnTo>
                <a:lnTo>
                  <a:pt x="109220" y="858830"/>
                </a:lnTo>
                <a:lnTo>
                  <a:pt x="110302" y="873637"/>
                </a:lnTo>
                <a:lnTo>
                  <a:pt x="111010" y="888444"/>
                </a:lnTo>
                <a:lnTo>
                  <a:pt x="111324" y="903252"/>
                </a:lnTo>
                <a:lnTo>
                  <a:pt x="111252" y="918059"/>
                </a:lnTo>
                <a:lnTo>
                  <a:pt x="110826" y="932867"/>
                </a:lnTo>
                <a:lnTo>
                  <a:pt x="110102" y="947674"/>
                </a:lnTo>
                <a:lnTo>
                  <a:pt x="109149" y="962482"/>
                </a:lnTo>
                <a:lnTo>
                  <a:pt x="108042" y="977289"/>
                </a:lnTo>
                <a:lnTo>
                  <a:pt x="106856" y="992096"/>
                </a:lnTo>
                <a:lnTo>
                  <a:pt x="105658" y="1006904"/>
                </a:lnTo>
                <a:lnTo>
                  <a:pt x="104501" y="1021711"/>
                </a:lnTo>
                <a:lnTo>
                  <a:pt x="103425" y="1036519"/>
                </a:lnTo>
                <a:lnTo>
                  <a:pt x="102452" y="1051326"/>
                </a:lnTo>
                <a:lnTo>
                  <a:pt x="101590" y="1066133"/>
                </a:lnTo>
                <a:lnTo>
                  <a:pt x="100835" y="1080941"/>
                </a:lnTo>
                <a:lnTo>
                  <a:pt x="100175" y="1095748"/>
                </a:lnTo>
                <a:lnTo>
                  <a:pt x="99593" y="1110556"/>
                </a:lnTo>
                <a:lnTo>
                  <a:pt x="99069" y="1125363"/>
                </a:lnTo>
                <a:lnTo>
                  <a:pt x="98585" y="1140170"/>
                </a:lnTo>
                <a:lnTo>
                  <a:pt x="98125" y="1154978"/>
                </a:lnTo>
                <a:lnTo>
                  <a:pt x="97676" y="1169785"/>
                </a:lnTo>
                <a:lnTo>
                  <a:pt x="97231" y="1184593"/>
                </a:lnTo>
                <a:lnTo>
                  <a:pt x="96786" y="1199400"/>
                </a:lnTo>
                <a:lnTo>
                  <a:pt x="96341" y="1214207"/>
                </a:lnTo>
                <a:lnTo>
                  <a:pt x="95901" y="1229015"/>
                </a:lnTo>
                <a:lnTo>
                  <a:pt x="95472" y="1243822"/>
                </a:lnTo>
                <a:lnTo>
                  <a:pt x="95062" y="1258630"/>
                </a:lnTo>
                <a:lnTo>
                  <a:pt x="94679" y="1273437"/>
                </a:lnTo>
                <a:lnTo>
                  <a:pt x="94332" y="1288245"/>
                </a:lnTo>
                <a:lnTo>
                  <a:pt x="94028" y="1303052"/>
                </a:lnTo>
                <a:lnTo>
                  <a:pt x="93771" y="1317859"/>
                </a:lnTo>
                <a:lnTo>
                  <a:pt x="93564" y="1332667"/>
                </a:lnTo>
                <a:lnTo>
                  <a:pt x="93407" y="1347474"/>
                </a:lnTo>
                <a:lnTo>
                  <a:pt x="93297" y="1362282"/>
                </a:lnTo>
                <a:lnTo>
                  <a:pt x="93228" y="1377089"/>
                </a:lnTo>
                <a:lnTo>
                  <a:pt x="93195" y="1391896"/>
                </a:lnTo>
                <a:lnTo>
                  <a:pt x="93192" y="1406704"/>
                </a:lnTo>
                <a:lnTo>
                  <a:pt x="93214" y="1421511"/>
                </a:lnTo>
                <a:lnTo>
                  <a:pt x="93262" y="1436319"/>
                </a:lnTo>
                <a:lnTo>
                  <a:pt x="93343" y="1451126"/>
                </a:lnTo>
                <a:lnTo>
                  <a:pt x="93476" y="1465933"/>
                </a:lnTo>
                <a:lnTo>
                  <a:pt x="93692" y="1480741"/>
                </a:lnTo>
                <a:lnTo>
                  <a:pt x="94039" y="1495548"/>
                </a:lnTo>
                <a:lnTo>
                  <a:pt x="94581" y="1510356"/>
                </a:lnTo>
                <a:lnTo>
                  <a:pt x="95406" y="1525163"/>
                </a:lnTo>
                <a:lnTo>
                  <a:pt x="96615" y="1539970"/>
                </a:lnTo>
                <a:lnTo>
                  <a:pt x="98327" y="1554778"/>
                </a:lnTo>
                <a:lnTo>
                  <a:pt x="100666" y="1569585"/>
                </a:lnTo>
                <a:lnTo>
                  <a:pt x="103750" y="1584393"/>
                </a:lnTo>
                <a:lnTo>
                  <a:pt x="107679" y="1599200"/>
                </a:lnTo>
                <a:lnTo>
                  <a:pt x="112517" y="1614007"/>
                </a:lnTo>
                <a:lnTo>
                  <a:pt x="118272" y="1628815"/>
                </a:lnTo>
                <a:lnTo>
                  <a:pt x="124883" y="1643622"/>
                </a:lnTo>
                <a:lnTo>
                  <a:pt x="132206" y="1658430"/>
                </a:lnTo>
                <a:lnTo>
                  <a:pt x="140009" y="1673237"/>
                </a:lnTo>
                <a:lnTo>
                  <a:pt x="147982" y="1688045"/>
                </a:lnTo>
                <a:lnTo>
                  <a:pt x="155746" y="1702852"/>
                </a:lnTo>
                <a:lnTo>
                  <a:pt x="162886" y="1717659"/>
                </a:lnTo>
                <a:lnTo>
                  <a:pt x="168982" y="1732467"/>
                </a:lnTo>
                <a:lnTo>
                  <a:pt x="173651" y="1747274"/>
                </a:lnTo>
                <a:lnTo>
                  <a:pt x="176586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3" name="data_8529">
            <a:extLst xmlns:a="http://schemas.openxmlformats.org/drawingml/2006/main">
              <a:ext uri="{FF2B5EF4-FFF2-40B4-BE49-F238E27FC236}">
                <a16:creationId xmlns:a16="http://schemas.microsoft.com/office/drawing/2014/main" id="{9B70A92A-6A1C-49D2-AD1C-6D64367E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859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7" y="1747274"/>
                </a:lnTo>
                <a:lnTo>
                  <a:pt x="8472" y="1732467"/>
                </a:lnTo>
                <a:lnTo>
                  <a:pt x="14465" y="1717659"/>
                </a:lnTo>
                <a:lnTo>
                  <a:pt x="21473" y="1702852"/>
                </a:lnTo>
                <a:lnTo>
                  <a:pt x="29079" y="1688045"/>
                </a:lnTo>
                <a:lnTo>
                  <a:pt x="36868" y="1673237"/>
                </a:lnTo>
                <a:lnTo>
                  <a:pt x="44465" y="1658430"/>
                </a:lnTo>
                <a:lnTo>
                  <a:pt x="51561" y="1643622"/>
                </a:lnTo>
                <a:lnTo>
                  <a:pt x="57931" y="1628815"/>
                </a:lnTo>
                <a:lnTo>
                  <a:pt x="63435" y="1614007"/>
                </a:lnTo>
                <a:lnTo>
                  <a:pt x="68020" y="1599200"/>
                </a:lnTo>
                <a:lnTo>
                  <a:pt x="71700" y="1584393"/>
                </a:lnTo>
                <a:lnTo>
                  <a:pt x="74549" y="1569585"/>
                </a:lnTo>
                <a:lnTo>
                  <a:pt x="76673" y="1554778"/>
                </a:lnTo>
                <a:lnTo>
                  <a:pt x="78199" y="1539970"/>
                </a:lnTo>
                <a:lnTo>
                  <a:pt x="79258" y="1525163"/>
                </a:lnTo>
                <a:lnTo>
                  <a:pt x="79971" y="1510356"/>
                </a:lnTo>
                <a:lnTo>
                  <a:pt x="80444" y="1495548"/>
                </a:lnTo>
                <a:lnTo>
                  <a:pt x="80763" y="1480741"/>
                </a:lnTo>
                <a:lnTo>
                  <a:pt x="80989" y="1465933"/>
                </a:lnTo>
                <a:lnTo>
                  <a:pt x="81163" y="1451126"/>
                </a:lnTo>
                <a:lnTo>
                  <a:pt x="81309" y="1436319"/>
                </a:lnTo>
                <a:lnTo>
                  <a:pt x="81433" y="1421511"/>
                </a:lnTo>
                <a:lnTo>
                  <a:pt x="81535" y="1406704"/>
                </a:lnTo>
                <a:lnTo>
                  <a:pt x="81604" y="1391896"/>
                </a:lnTo>
                <a:lnTo>
                  <a:pt x="81631" y="1377089"/>
                </a:lnTo>
                <a:lnTo>
                  <a:pt x="81607" y="1362282"/>
                </a:lnTo>
                <a:lnTo>
                  <a:pt x="81527" y="1347474"/>
                </a:lnTo>
                <a:lnTo>
                  <a:pt x="81391" y="1332667"/>
                </a:lnTo>
                <a:lnTo>
                  <a:pt x="81207" y="1317859"/>
                </a:lnTo>
                <a:lnTo>
                  <a:pt x="80987" y="1303052"/>
                </a:lnTo>
                <a:lnTo>
                  <a:pt x="80752" y="1288245"/>
                </a:lnTo>
                <a:lnTo>
                  <a:pt x="80521" y="1273437"/>
                </a:lnTo>
                <a:lnTo>
                  <a:pt x="80320" y="1258630"/>
                </a:lnTo>
                <a:lnTo>
                  <a:pt x="80170" y="1243822"/>
                </a:lnTo>
                <a:lnTo>
                  <a:pt x="80093" y="1229015"/>
                </a:lnTo>
                <a:lnTo>
                  <a:pt x="80104" y="1214207"/>
                </a:lnTo>
                <a:lnTo>
                  <a:pt x="80212" y="1199400"/>
                </a:lnTo>
                <a:lnTo>
                  <a:pt x="80420" y="1184593"/>
                </a:lnTo>
                <a:lnTo>
                  <a:pt x="80722" y="1169785"/>
                </a:lnTo>
                <a:lnTo>
                  <a:pt x="81105" y="1154978"/>
                </a:lnTo>
                <a:lnTo>
                  <a:pt x="81549" y="1140170"/>
                </a:lnTo>
                <a:lnTo>
                  <a:pt x="82029" y="1125363"/>
                </a:lnTo>
                <a:lnTo>
                  <a:pt x="82515" y="1110556"/>
                </a:lnTo>
                <a:lnTo>
                  <a:pt x="82975" y="1095748"/>
                </a:lnTo>
                <a:lnTo>
                  <a:pt x="83378" y="1080941"/>
                </a:lnTo>
                <a:lnTo>
                  <a:pt x="83698" y="1066133"/>
                </a:lnTo>
                <a:lnTo>
                  <a:pt x="83910" y="1051326"/>
                </a:lnTo>
                <a:lnTo>
                  <a:pt x="83999" y="1036519"/>
                </a:lnTo>
                <a:lnTo>
                  <a:pt x="83959" y="1021711"/>
                </a:lnTo>
                <a:lnTo>
                  <a:pt x="83794" y="1006904"/>
                </a:lnTo>
                <a:lnTo>
                  <a:pt x="83516" y="992096"/>
                </a:lnTo>
                <a:lnTo>
                  <a:pt x="83149" y="977289"/>
                </a:lnTo>
                <a:lnTo>
                  <a:pt x="82721" y="962482"/>
                </a:lnTo>
                <a:lnTo>
                  <a:pt x="82269" y="947674"/>
                </a:lnTo>
                <a:lnTo>
                  <a:pt x="81830" y="932867"/>
                </a:lnTo>
                <a:lnTo>
                  <a:pt x="81437" y="918059"/>
                </a:lnTo>
                <a:lnTo>
                  <a:pt x="81123" y="903252"/>
                </a:lnTo>
                <a:lnTo>
                  <a:pt x="80909" y="888444"/>
                </a:lnTo>
                <a:lnTo>
                  <a:pt x="80809" y="873637"/>
                </a:lnTo>
                <a:lnTo>
                  <a:pt x="80825" y="858830"/>
                </a:lnTo>
                <a:lnTo>
                  <a:pt x="80952" y="844022"/>
                </a:lnTo>
                <a:lnTo>
                  <a:pt x="81174" y="829215"/>
                </a:lnTo>
                <a:lnTo>
                  <a:pt x="81469" y="814407"/>
                </a:lnTo>
                <a:lnTo>
                  <a:pt x="81815" y="799600"/>
                </a:lnTo>
                <a:lnTo>
                  <a:pt x="82185" y="784793"/>
                </a:lnTo>
                <a:lnTo>
                  <a:pt x="82559" y="769985"/>
                </a:lnTo>
                <a:lnTo>
                  <a:pt x="82915" y="755178"/>
                </a:lnTo>
                <a:lnTo>
                  <a:pt x="83240" y="740370"/>
                </a:lnTo>
                <a:lnTo>
                  <a:pt x="83522" y="725563"/>
                </a:lnTo>
                <a:lnTo>
                  <a:pt x="83754" y="710756"/>
                </a:lnTo>
                <a:lnTo>
                  <a:pt x="83932" y="695948"/>
                </a:lnTo>
                <a:lnTo>
                  <a:pt x="84052" y="681141"/>
                </a:lnTo>
                <a:lnTo>
                  <a:pt x="84114" y="666333"/>
                </a:lnTo>
                <a:lnTo>
                  <a:pt x="84115" y="651526"/>
                </a:lnTo>
                <a:lnTo>
                  <a:pt x="84057" y="636719"/>
                </a:lnTo>
                <a:lnTo>
                  <a:pt x="83938" y="621911"/>
                </a:lnTo>
                <a:lnTo>
                  <a:pt x="83762" y="607104"/>
                </a:lnTo>
                <a:lnTo>
                  <a:pt x="83534" y="592296"/>
                </a:lnTo>
                <a:lnTo>
                  <a:pt x="83262" y="577489"/>
                </a:lnTo>
                <a:lnTo>
                  <a:pt x="82957" y="562682"/>
                </a:lnTo>
                <a:lnTo>
                  <a:pt x="82634" y="547874"/>
                </a:lnTo>
                <a:lnTo>
                  <a:pt x="82308" y="533067"/>
                </a:lnTo>
                <a:lnTo>
                  <a:pt x="81997" y="518259"/>
                </a:lnTo>
                <a:lnTo>
                  <a:pt x="81717" y="503452"/>
                </a:lnTo>
                <a:lnTo>
                  <a:pt x="81483" y="488644"/>
                </a:lnTo>
                <a:lnTo>
                  <a:pt x="81305" y="473837"/>
                </a:lnTo>
                <a:lnTo>
                  <a:pt x="81191" y="459030"/>
                </a:lnTo>
                <a:lnTo>
                  <a:pt x="81142" y="444222"/>
                </a:lnTo>
                <a:lnTo>
                  <a:pt x="81156" y="429415"/>
                </a:lnTo>
                <a:lnTo>
                  <a:pt x="81226" y="414607"/>
                </a:lnTo>
                <a:lnTo>
                  <a:pt x="81345" y="399800"/>
                </a:lnTo>
                <a:lnTo>
                  <a:pt x="81499" y="384993"/>
                </a:lnTo>
                <a:lnTo>
                  <a:pt x="81679" y="370185"/>
                </a:lnTo>
                <a:lnTo>
                  <a:pt x="81870" y="355378"/>
                </a:lnTo>
                <a:lnTo>
                  <a:pt x="82059" y="340570"/>
                </a:lnTo>
                <a:lnTo>
                  <a:pt x="82228" y="325763"/>
                </a:lnTo>
                <a:lnTo>
                  <a:pt x="82356" y="310956"/>
                </a:lnTo>
                <a:lnTo>
                  <a:pt x="82415" y="296148"/>
                </a:lnTo>
                <a:lnTo>
                  <a:pt x="82367" y="281341"/>
                </a:lnTo>
                <a:lnTo>
                  <a:pt x="82164" y="266533"/>
                </a:lnTo>
                <a:lnTo>
                  <a:pt x="81743" y="251726"/>
                </a:lnTo>
                <a:lnTo>
                  <a:pt x="81033" y="236919"/>
                </a:lnTo>
                <a:lnTo>
                  <a:pt x="79949" y="222111"/>
                </a:lnTo>
                <a:lnTo>
                  <a:pt x="78406" y="207304"/>
                </a:lnTo>
                <a:lnTo>
                  <a:pt x="76319" y="192496"/>
                </a:lnTo>
                <a:lnTo>
                  <a:pt x="73619" y="177689"/>
                </a:lnTo>
                <a:lnTo>
                  <a:pt x="70261" y="162881"/>
                </a:lnTo>
                <a:lnTo>
                  <a:pt x="66240" y="148074"/>
                </a:lnTo>
                <a:lnTo>
                  <a:pt x="61599" y="133267"/>
                </a:lnTo>
                <a:lnTo>
                  <a:pt x="56441" y="118459"/>
                </a:lnTo>
                <a:lnTo>
                  <a:pt x="50930" y="103652"/>
                </a:lnTo>
                <a:lnTo>
                  <a:pt x="45289" y="88844"/>
                </a:lnTo>
                <a:lnTo>
                  <a:pt x="39787" y="74037"/>
                </a:lnTo>
                <a:lnTo>
                  <a:pt x="34723" y="59230"/>
                </a:lnTo>
                <a:lnTo>
                  <a:pt x="30394" y="44422"/>
                </a:lnTo>
                <a:lnTo>
                  <a:pt x="27077" y="29615"/>
                </a:lnTo>
                <a:lnTo>
                  <a:pt x="24991" y="14807"/>
                </a:lnTo>
                <a:lnTo>
                  <a:pt x="24279" y="0"/>
                </a:lnTo>
                <a:lnTo>
                  <a:pt x="153308" y="0"/>
                </a:lnTo>
                <a:lnTo>
                  <a:pt x="153308" y="0"/>
                </a:lnTo>
                <a:lnTo>
                  <a:pt x="152596" y="14807"/>
                </a:lnTo>
                <a:lnTo>
                  <a:pt x="150510" y="29615"/>
                </a:lnTo>
                <a:lnTo>
                  <a:pt x="147193" y="44422"/>
                </a:lnTo>
                <a:lnTo>
                  <a:pt x="142865" y="59230"/>
                </a:lnTo>
                <a:lnTo>
                  <a:pt x="137800" y="74037"/>
                </a:lnTo>
                <a:lnTo>
                  <a:pt x="132298" y="88844"/>
                </a:lnTo>
                <a:lnTo>
                  <a:pt x="126657" y="103652"/>
                </a:lnTo>
                <a:lnTo>
                  <a:pt x="121147" y="118459"/>
                </a:lnTo>
                <a:lnTo>
                  <a:pt x="115988" y="133267"/>
                </a:lnTo>
                <a:lnTo>
                  <a:pt x="111347" y="148074"/>
                </a:lnTo>
                <a:lnTo>
                  <a:pt x="107326" y="162881"/>
                </a:lnTo>
                <a:lnTo>
                  <a:pt x="103968" y="177689"/>
                </a:lnTo>
                <a:lnTo>
                  <a:pt x="101268" y="192496"/>
                </a:lnTo>
                <a:lnTo>
                  <a:pt x="99181" y="207304"/>
                </a:lnTo>
                <a:lnTo>
                  <a:pt x="97638" y="222111"/>
                </a:lnTo>
                <a:lnTo>
                  <a:pt x="96555" y="236919"/>
                </a:lnTo>
                <a:lnTo>
                  <a:pt x="95844" y="251726"/>
                </a:lnTo>
                <a:lnTo>
                  <a:pt x="95423" y="266533"/>
                </a:lnTo>
                <a:lnTo>
                  <a:pt x="95220" y="281341"/>
                </a:lnTo>
                <a:lnTo>
                  <a:pt x="95172" y="296148"/>
                </a:lnTo>
                <a:lnTo>
                  <a:pt x="95231" y="310956"/>
                </a:lnTo>
                <a:lnTo>
                  <a:pt x="95359" y="325763"/>
                </a:lnTo>
                <a:lnTo>
                  <a:pt x="95529" y="340570"/>
                </a:lnTo>
                <a:lnTo>
                  <a:pt x="95717" y="355378"/>
                </a:lnTo>
                <a:lnTo>
                  <a:pt x="95908" y="370185"/>
                </a:lnTo>
                <a:lnTo>
                  <a:pt x="96088" y="384993"/>
                </a:lnTo>
                <a:lnTo>
                  <a:pt x="96243" y="399800"/>
                </a:lnTo>
                <a:lnTo>
                  <a:pt x="96361" y="414607"/>
                </a:lnTo>
                <a:lnTo>
                  <a:pt x="96431" y="429415"/>
                </a:lnTo>
                <a:lnTo>
                  <a:pt x="96445" y="444222"/>
                </a:lnTo>
                <a:lnTo>
                  <a:pt x="96396" y="459030"/>
                </a:lnTo>
                <a:lnTo>
                  <a:pt x="96282" y="473837"/>
                </a:lnTo>
                <a:lnTo>
                  <a:pt x="96104" y="488644"/>
                </a:lnTo>
                <a:lnTo>
                  <a:pt x="95870" y="503452"/>
                </a:lnTo>
                <a:lnTo>
                  <a:pt x="95590" y="518259"/>
                </a:lnTo>
                <a:lnTo>
                  <a:pt x="95279" y="533067"/>
                </a:lnTo>
                <a:lnTo>
                  <a:pt x="94953" y="547874"/>
                </a:lnTo>
                <a:lnTo>
                  <a:pt x="94630" y="562682"/>
                </a:lnTo>
                <a:lnTo>
                  <a:pt x="94325" y="577489"/>
                </a:lnTo>
                <a:lnTo>
                  <a:pt x="94053" y="592296"/>
                </a:lnTo>
                <a:lnTo>
                  <a:pt x="93825" y="607104"/>
                </a:lnTo>
                <a:lnTo>
                  <a:pt x="93649" y="621911"/>
                </a:lnTo>
                <a:lnTo>
                  <a:pt x="93531" y="636719"/>
                </a:lnTo>
                <a:lnTo>
                  <a:pt x="93472" y="651526"/>
                </a:lnTo>
                <a:lnTo>
                  <a:pt x="93473" y="666333"/>
                </a:lnTo>
                <a:lnTo>
                  <a:pt x="93535" y="681141"/>
                </a:lnTo>
                <a:lnTo>
                  <a:pt x="93656" y="695948"/>
                </a:lnTo>
                <a:lnTo>
                  <a:pt x="93833" y="710756"/>
                </a:lnTo>
                <a:lnTo>
                  <a:pt x="94066" y="725563"/>
                </a:lnTo>
                <a:lnTo>
                  <a:pt x="94348" y="740370"/>
                </a:lnTo>
                <a:lnTo>
                  <a:pt x="94672" y="755178"/>
                </a:lnTo>
                <a:lnTo>
                  <a:pt x="95029" y="769985"/>
                </a:lnTo>
                <a:lnTo>
                  <a:pt x="95402" y="784793"/>
                </a:lnTo>
                <a:lnTo>
                  <a:pt x="95772" y="799600"/>
                </a:lnTo>
                <a:lnTo>
                  <a:pt x="96118" y="814407"/>
                </a:lnTo>
                <a:lnTo>
                  <a:pt x="96413" y="829215"/>
                </a:lnTo>
                <a:lnTo>
                  <a:pt x="96635" y="844022"/>
                </a:lnTo>
                <a:lnTo>
                  <a:pt x="96762" y="858830"/>
                </a:lnTo>
                <a:lnTo>
                  <a:pt x="96778" y="873637"/>
                </a:lnTo>
                <a:lnTo>
                  <a:pt x="96678" y="888444"/>
                </a:lnTo>
                <a:lnTo>
                  <a:pt x="96464" y="903252"/>
                </a:lnTo>
                <a:lnTo>
                  <a:pt x="96150" y="918059"/>
                </a:lnTo>
                <a:lnTo>
                  <a:pt x="95757" y="932867"/>
                </a:lnTo>
                <a:lnTo>
                  <a:pt x="95318" y="947674"/>
                </a:lnTo>
                <a:lnTo>
                  <a:pt x="94866" y="962482"/>
                </a:lnTo>
                <a:lnTo>
                  <a:pt x="94438" y="977289"/>
                </a:lnTo>
                <a:lnTo>
                  <a:pt x="94071" y="992096"/>
                </a:lnTo>
                <a:lnTo>
                  <a:pt x="93793" y="1006904"/>
                </a:lnTo>
                <a:lnTo>
                  <a:pt x="93628" y="1021711"/>
                </a:lnTo>
                <a:lnTo>
                  <a:pt x="93588" y="1036519"/>
                </a:lnTo>
                <a:lnTo>
                  <a:pt x="93677" y="1051326"/>
                </a:lnTo>
                <a:lnTo>
                  <a:pt x="93889" y="1066133"/>
                </a:lnTo>
                <a:lnTo>
                  <a:pt x="94209" y="1080941"/>
                </a:lnTo>
                <a:lnTo>
                  <a:pt x="94612" y="1095748"/>
                </a:lnTo>
                <a:lnTo>
                  <a:pt x="95073" y="1110556"/>
                </a:lnTo>
                <a:lnTo>
                  <a:pt x="95558" y="1125363"/>
                </a:lnTo>
                <a:lnTo>
                  <a:pt x="96038" y="1140170"/>
                </a:lnTo>
                <a:lnTo>
                  <a:pt x="96482" y="1154978"/>
                </a:lnTo>
                <a:lnTo>
                  <a:pt x="96865" y="1169785"/>
                </a:lnTo>
                <a:lnTo>
                  <a:pt x="97167" y="1184593"/>
                </a:lnTo>
                <a:lnTo>
                  <a:pt x="97375" y="1199400"/>
                </a:lnTo>
                <a:lnTo>
                  <a:pt x="97483" y="1214207"/>
                </a:lnTo>
                <a:lnTo>
                  <a:pt x="97494" y="1229015"/>
                </a:lnTo>
                <a:lnTo>
                  <a:pt x="97417" y="1243822"/>
                </a:lnTo>
                <a:lnTo>
                  <a:pt x="97267" y="1258630"/>
                </a:lnTo>
                <a:lnTo>
                  <a:pt x="97066" y="1273437"/>
                </a:lnTo>
                <a:lnTo>
                  <a:pt x="96836" y="1288245"/>
                </a:lnTo>
                <a:lnTo>
                  <a:pt x="96600" y="1303052"/>
                </a:lnTo>
                <a:lnTo>
                  <a:pt x="96381" y="1317859"/>
                </a:lnTo>
                <a:lnTo>
                  <a:pt x="96196" y="1332667"/>
                </a:lnTo>
                <a:lnTo>
                  <a:pt x="96060" y="1347474"/>
                </a:lnTo>
                <a:lnTo>
                  <a:pt x="95980" y="1362282"/>
                </a:lnTo>
                <a:lnTo>
                  <a:pt x="95956" y="1377089"/>
                </a:lnTo>
                <a:lnTo>
                  <a:pt x="95983" y="1391896"/>
                </a:lnTo>
                <a:lnTo>
                  <a:pt x="96052" y="1406704"/>
                </a:lnTo>
                <a:lnTo>
                  <a:pt x="96154" y="1421511"/>
                </a:lnTo>
                <a:lnTo>
                  <a:pt x="96278" y="1436319"/>
                </a:lnTo>
                <a:lnTo>
                  <a:pt x="96424" y="1451126"/>
                </a:lnTo>
                <a:lnTo>
                  <a:pt x="96598" y="1465933"/>
                </a:lnTo>
                <a:lnTo>
                  <a:pt x="96824" y="1480741"/>
                </a:lnTo>
                <a:lnTo>
                  <a:pt x="97143" y="1495548"/>
                </a:lnTo>
                <a:lnTo>
                  <a:pt x="97616" y="1510356"/>
                </a:lnTo>
                <a:lnTo>
                  <a:pt x="98330" y="1525163"/>
                </a:lnTo>
                <a:lnTo>
                  <a:pt x="99388" y="1539970"/>
                </a:lnTo>
                <a:lnTo>
                  <a:pt x="100915" y="1554778"/>
                </a:lnTo>
                <a:lnTo>
                  <a:pt x="103039" y="1569585"/>
                </a:lnTo>
                <a:lnTo>
                  <a:pt x="105887" y="1584393"/>
                </a:lnTo>
                <a:lnTo>
                  <a:pt x="109568" y="1599200"/>
                </a:lnTo>
                <a:lnTo>
                  <a:pt x="114152" y="1614007"/>
                </a:lnTo>
                <a:lnTo>
                  <a:pt x="119656" y="1628815"/>
                </a:lnTo>
                <a:lnTo>
                  <a:pt x="126026" y="1643622"/>
                </a:lnTo>
                <a:lnTo>
                  <a:pt x="133122" y="1658430"/>
                </a:lnTo>
                <a:lnTo>
                  <a:pt x="140719" y="1673237"/>
                </a:lnTo>
                <a:lnTo>
                  <a:pt x="148508" y="1688045"/>
                </a:lnTo>
                <a:lnTo>
                  <a:pt x="156114" y="1702852"/>
                </a:lnTo>
                <a:lnTo>
                  <a:pt x="163122" y="1717659"/>
                </a:lnTo>
                <a:lnTo>
                  <a:pt x="169115" y="1732467"/>
                </a:lnTo>
                <a:lnTo>
                  <a:pt x="173710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4" name="data_8530">
            <a:extLst xmlns:a="http://schemas.openxmlformats.org/drawingml/2006/main">
              <a:ext uri="{FF2B5EF4-FFF2-40B4-BE49-F238E27FC236}">
                <a16:creationId xmlns:a16="http://schemas.microsoft.com/office/drawing/2014/main" id="{CDBF0971-4C50-4574-8089-E1898024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887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4340" y="1776889"/>
                </a:moveTo>
                <a:lnTo>
                  <a:pt x="3247" y="1776889"/>
                </a:lnTo>
                <a:lnTo>
                  <a:pt x="4185" y="1762082"/>
                </a:lnTo>
                <a:lnTo>
                  <a:pt x="6932" y="1747274"/>
                </a:lnTo>
                <a:lnTo>
                  <a:pt x="11304" y="1732467"/>
                </a:lnTo>
                <a:lnTo>
                  <a:pt x="17011" y="1717659"/>
                </a:lnTo>
                <a:lnTo>
                  <a:pt x="23697" y="1702852"/>
                </a:lnTo>
                <a:lnTo>
                  <a:pt x="30968" y="1688045"/>
                </a:lnTo>
                <a:lnTo>
                  <a:pt x="38435" y="1673237"/>
                </a:lnTo>
                <a:lnTo>
                  <a:pt x="45745" y="1658430"/>
                </a:lnTo>
                <a:lnTo>
                  <a:pt x="52605" y="1643622"/>
                </a:lnTo>
                <a:lnTo>
                  <a:pt x="58800" y="1628815"/>
                </a:lnTo>
                <a:lnTo>
                  <a:pt x="64193" y="1614007"/>
                </a:lnTo>
                <a:lnTo>
                  <a:pt x="68727" y="1599200"/>
                </a:lnTo>
                <a:lnTo>
                  <a:pt x="72409" y="1584393"/>
                </a:lnTo>
                <a:lnTo>
                  <a:pt x="75299" y="1569585"/>
                </a:lnTo>
                <a:lnTo>
                  <a:pt x="77487" y="1554778"/>
                </a:lnTo>
                <a:lnTo>
                  <a:pt x="79084" y="1539970"/>
                </a:lnTo>
                <a:lnTo>
                  <a:pt x="80200" y="1525163"/>
                </a:lnTo>
                <a:lnTo>
                  <a:pt x="80945" y="1510356"/>
                </a:lnTo>
                <a:lnTo>
                  <a:pt x="81409" y="1495548"/>
                </a:lnTo>
                <a:lnTo>
                  <a:pt x="81671" y="1480741"/>
                </a:lnTo>
                <a:lnTo>
                  <a:pt x="81789" y="1465933"/>
                </a:lnTo>
                <a:lnTo>
                  <a:pt x="81807" y="1451126"/>
                </a:lnTo>
                <a:lnTo>
                  <a:pt x="81756" y="1436319"/>
                </a:lnTo>
                <a:lnTo>
                  <a:pt x="81655" y="1421511"/>
                </a:lnTo>
                <a:lnTo>
                  <a:pt x="81517" y="1406704"/>
                </a:lnTo>
                <a:lnTo>
                  <a:pt x="81350" y="1391896"/>
                </a:lnTo>
                <a:lnTo>
                  <a:pt x="81159" y="1377089"/>
                </a:lnTo>
                <a:lnTo>
                  <a:pt x="80947" y="1362282"/>
                </a:lnTo>
                <a:lnTo>
                  <a:pt x="80720" y="1347474"/>
                </a:lnTo>
                <a:lnTo>
                  <a:pt x="80482" y="1332667"/>
                </a:lnTo>
                <a:lnTo>
                  <a:pt x="80242" y="1317859"/>
                </a:lnTo>
                <a:lnTo>
                  <a:pt x="80008" y="1303052"/>
                </a:lnTo>
                <a:lnTo>
                  <a:pt x="79792" y="1288245"/>
                </a:lnTo>
                <a:lnTo>
                  <a:pt x="79606" y="1273437"/>
                </a:lnTo>
                <a:lnTo>
                  <a:pt x="79465" y="1258630"/>
                </a:lnTo>
                <a:lnTo>
                  <a:pt x="79381" y="1243822"/>
                </a:lnTo>
                <a:lnTo>
                  <a:pt x="79369" y="1229015"/>
                </a:lnTo>
                <a:lnTo>
                  <a:pt x="79438" y="1214207"/>
                </a:lnTo>
                <a:lnTo>
                  <a:pt x="79596" y="1199400"/>
                </a:lnTo>
                <a:lnTo>
                  <a:pt x="79843" y="1184593"/>
                </a:lnTo>
                <a:lnTo>
                  <a:pt x="80175" y="1169785"/>
                </a:lnTo>
                <a:lnTo>
                  <a:pt x="80579" y="1154978"/>
                </a:lnTo>
                <a:lnTo>
                  <a:pt x="81036" y="1140170"/>
                </a:lnTo>
                <a:lnTo>
                  <a:pt x="81523" y="1125363"/>
                </a:lnTo>
                <a:lnTo>
                  <a:pt x="82008" y="1110556"/>
                </a:lnTo>
                <a:lnTo>
                  <a:pt x="82460" y="1095748"/>
                </a:lnTo>
                <a:lnTo>
                  <a:pt x="82847" y="1080941"/>
                </a:lnTo>
                <a:lnTo>
                  <a:pt x="83140" y="1066133"/>
                </a:lnTo>
                <a:lnTo>
                  <a:pt x="83317" y="1051326"/>
                </a:lnTo>
                <a:lnTo>
                  <a:pt x="83361" y="1036519"/>
                </a:lnTo>
                <a:lnTo>
                  <a:pt x="83269" y="1021711"/>
                </a:lnTo>
                <a:lnTo>
                  <a:pt x="83047" y="1006904"/>
                </a:lnTo>
                <a:lnTo>
                  <a:pt x="82714" y="992096"/>
                </a:lnTo>
                <a:lnTo>
                  <a:pt x="82299" y="977289"/>
                </a:lnTo>
                <a:lnTo>
                  <a:pt x="81838" y="962482"/>
                </a:lnTo>
                <a:lnTo>
                  <a:pt x="81375" y="947674"/>
                </a:lnTo>
                <a:lnTo>
                  <a:pt x="80950" y="932867"/>
                </a:lnTo>
                <a:lnTo>
                  <a:pt x="80605" y="918059"/>
                </a:lnTo>
                <a:lnTo>
                  <a:pt x="80372" y="903252"/>
                </a:lnTo>
                <a:lnTo>
                  <a:pt x="80271" y="888444"/>
                </a:lnTo>
                <a:lnTo>
                  <a:pt x="80312" y="873637"/>
                </a:lnTo>
                <a:lnTo>
                  <a:pt x="80490" y="858830"/>
                </a:lnTo>
                <a:lnTo>
                  <a:pt x="80788" y="844022"/>
                </a:lnTo>
                <a:lnTo>
                  <a:pt x="81177" y="829215"/>
                </a:lnTo>
                <a:lnTo>
                  <a:pt x="81624" y="814407"/>
                </a:lnTo>
                <a:lnTo>
                  <a:pt x="82089" y="799600"/>
                </a:lnTo>
                <a:lnTo>
                  <a:pt x="82535" y="784793"/>
                </a:lnTo>
                <a:lnTo>
                  <a:pt x="82927" y="769985"/>
                </a:lnTo>
                <a:lnTo>
                  <a:pt x="83237" y="755178"/>
                </a:lnTo>
                <a:lnTo>
                  <a:pt x="83447" y="740370"/>
                </a:lnTo>
                <a:lnTo>
                  <a:pt x="83547" y="725563"/>
                </a:lnTo>
                <a:lnTo>
                  <a:pt x="83533" y="710756"/>
                </a:lnTo>
                <a:lnTo>
                  <a:pt x="83413" y="695948"/>
                </a:lnTo>
                <a:lnTo>
                  <a:pt x="83201" y="681141"/>
                </a:lnTo>
                <a:lnTo>
                  <a:pt x="82914" y="666333"/>
                </a:lnTo>
                <a:lnTo>
                  <a:pt x="82575" y="651526"/>
                </a:lnTo>
                <a:lnTo>
                  <a:pt x="82207" y="636719"/>
                </a:lnTo>
                <a:lnTo>
                  <a:pt x="81836" y="621911"/>
                </a:lnTo>
                <a:lnTo>
                  <a:pt x="81483" y="607104"/>
                </a:lnTo>
                <a:lnTo>
                  <a:pt x="81169" y="592296"/>
                </a:lnTo>
                <a:lnTo>
                  <a:pt x="80912" y="577489"/>
                </a:lnTo>
                <a:lnTo>
                  <a:pt x="80724" y="562682"/>
                </a:lnTo>
                <a:lnTo>
                  <a:pt x="80615" y="547874"/>
                </a:lnTo>
                <a:lnTo>
                  <a:pt x="80587" y="533067"/>
                </a:lnTo>
                <a:lnTo>
                  <a:pt x="80640" y="518259"/>
                </a:lnTo>
                <a:lnTo>
                  <a:pt x="80770" y="503452"/>
                </a:lnTo>
                <a:lnTo>
                  <a:pt x="80968" y="488644"/>
                </a:lnTo>
                <a:lnTo>
                  <a:pt x="81223" y="473837"/>
                </a:lnTo>
                <a:lnTo>
                  <a:pt x="81524" y="459030"/>
                </a:lnTo>
                <a:lnTo>
                  <a:pt x="81857" y="444222"/>
                </a:lnTo>
                <a:lnTo>
                  <a:pt x="82207" y="429415"/>
                </a:lnTo>
                <a:lnTo>
                  <a:pt x="82563" y="414607"/>
                </a:lnTo>
                <a:lnTo>
                  <a:pt x="82912" y="399800"/>
                </a:lnTo>
                <a:lnTo>
                  <a:pt x="83243" y="384993"/>
                </a:lnTo>
                <a:lnTo>
                  <a:pt x="83548" y="370185"/>
                </a:lnTo>
                <a:lnTo>
                  <a:pt x="83816" y="355378"/>
                </a:lnTo>
                <a:lnTo>
                  <a:pt x="84035" y="340570"/>
                </a:lnTo>
                <a:lnTo>
                  <a:pt x="84191" y="325763"/>
                </a:lnTo>
                <a:lnTo>
                  <a:pt x="84258" y="310956"/>
                </a:lnTo>
                <a:lnTo>
                  <a:pt x="84204" y="296148"/>
                </a:lnTo>
                <a:lnTo>
                  <a:pt x="83981" y="281341"/>
                </a:lnTo>
                <a:lnTo>
                  <a:pt x="83524" y="266533"/>
                </a:lnTo>
                <a:lnTo>
                  <a:pt x="82752" y="251726"/>
                </a:lnTo>
                <a:lnTo>
                  <a:pt x="81565" y="236919"/>
                </a:lnTo>
                <a:lnTo>
                  <a:pt x="79852" y="222111"/>
                </a:lnTo>
                <a:lnTo>
                  <a:pt x="77493" y="207304"/>
                </a:lnTo>
                <a:lnTo>
                  <a:pt x="74373" y="192496"/>
                </a:lnTo>
                <a:lnTo>
                  <a:pt x="70398" y="177689"/>
                </a:lnTo>
                <a:lnTo>
                  <a:pt x="65508" y="162881"/>
                </a:lnTo>
                <a:lnTo>
                  <a:pt x="59697" y="148074"/>
                </a:lnTo>
                <a:lnTo>
                  <a:pt x="53028" y="133267"/>
                </a:lnTo>
                <a:lnTo>
                  <a:pt x="45649" y="118459"/>
                </a:lnTo>
                <a:lnTo>
                  <a:pt x="37790" y="103652"/>
                </a:lnTo>
                <a:lnTo>
                  <a:pt x="29767" y="88844"/>
                </a:lnTo>
                <a:lnTo>
                  <a:pt x="21957" y="74037"/>
                </a:lnTo>
                <a:lnTo>
                  <a:pt x="14778" y="59230"/>
                </a:lnTo>
                <a:lnTo>
                  <a:pt x="8649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8" y="44422"/>
                </a:lnTo>
                <a:lnTo>
                  <a:pt x="162810" y="59230"/>
                </a:lnTo>
                <a:lnTo>
                  <a:pt x="155630" y="74037"/>
                </a:lnTo>
                <a:lnTo>
                  <a:pt x="147820" y="88844"/>
                </a:lnTo>
                <a:lnTo>
                  <a:pt x="139797" y="103652"/>
                </a:lnTo>
                <a:lnTo>
                  <a:pt x="131939" y="118459"/>
                </a:lnTo>
                <a:lnTo>
                  <a:pt x="124559" y="133267"/>
                </a:lnTo>
                <a:lnTo>
                  <a:pt x="117891" y="148074"/>
                </a:lnTo>
                <a:lnTo>
                  <a:pt x="112079" y="162881"/>
                </a:lnTo>
                <a:lnTo>
                  <a:pt x="107189" y="177689"/>
                </a:lnTo>
                <a:lnTo>
                  <a:pt x="103214" y="192496"/>
                </a:lnTo>
                <a:lnTo>
                  <a:pt x="100095" y="207304"/>
                </a:lnTo>
                <a:lnTo>
                  <a:pt x="97735" y="222111"/>
                </a:lnTo>
                <a:lnTo>
                  <a:pt x="96022" y="236919"/>
                </a:lnTo>
                <a:lnTo>
                  <a:pt x="94835" y="251726"/>
                </a:lnTo>
                <a:lnTo>
                  <a:pt x="94063" y="266533"/>
                </a:lnTo>
                <a:lnTo>
                  <a:pt x="93607" y="281341"/>
                </a:lnTo>
                <a:lnTo>
                  <a:pt x="93383" y="296148"/>
                </a:lnTo>
                <a:lnTo>
                  <a:pt x="93329" y="310956"/>
                </a:lnTo>
                <a:lnTo>
                  <a:pt x="93397" y="325763"/>
                </a:lnTo>
                <a:lnTo>
                  <a:pt x="93552" y="340570"/>
                </a:lnTo>
                <a:lnTo>
                  <a:pt x="93771" y="355378"/>
                </a:lnTo>
                <a:lnTo>
                  <a:pt x="94039" y="370185"/>
                </a:lnTo>
                <a:lnTo>
                  <a:pt x="94344" y="384993"/>
                </a:lnTo>
                <a:lnTo>
                  <a:pt x="94676" y="399800"/>
                </a:lnTo>
                <a:lnTo>
                  <a:pt x="95025" y="414607"/>
                </a:lnTo>
                <a:lnTo>
                  <a:pt x="95380" y="429415"/>
                </a:lnTo>
                <a:lnTo>
                  <a:pt x="95731" y="444222"/>
                </a:lnTo>
                <a:lnTo>
                  <a:pt x="96063" y="459030"/>
                </a:lnTo>
                <a:lnTo>
                  <a:pt x="96364" y="473837"/>
                </a:lnTo>
                <a:lnTo>
                  <a:pt x="96620" y="488644"/>
                </a:lnTo>
                <a:lnTo>
                  <a:pt x="96818" y="503452"/>
                </a:lnTo>
                <a:lnTo>
                  <a:pt x="96947" y="518259"/>
                </a:lnTo>
                <a:lnTo>
                  <a:pt x="97000" y="533067"/>
                </a:lnTo>
                <a:lnTo>
                  <a:pt x="96972" y="547874"/>
                </a:lnTo>
                <a:lnTo>
                  <a:pt x="96863" y="562682"/>
                </a:lnTo>
                <a:lnTo>
                  <a:pt x="96675" y="577489"/>
                </a:lnTo>
                <a:lnTo>
                  <a:pt x="96418" y="592296"/>
                </a:lnTo>
                <a:lnTo>
                  <a:pt x="96104" y="607104"/>
                </a:lnTo>
                <a:lnTo>
                  <a:pt x="95752" y="621911"/>
                </a:lnTo>
                <a:lnTo>
                  <a:pt x="95380" y="636719"/>
                </a:lnTo>
                <a:lnTo>
                  <a:pt x="95012" y="651526"/>
                </a:lnTo>
                <a:lnTo>
                  <a:pt x="94673" y="666333"/>
                </a:lnTo>
                <a:lnTo>
                  <a:pt x="94387" y="681141"/>
                </a:lnTo>
                <a:lnTo>
                  <a:pt x="94174" y="695948"/>
                </a:lnTo>
                <a:lnTo>
                  <a:pt x="94054" y="710756"/>
                </a:lnTo>
                <a:lnTo>
                  <a:pt x="94041" y="725563"/>
                </a:lnTo>
                <a:lnTo>
                  <a:pt x="94140" y="740370"/>
                </a:lnTo>
                <a:lnTo>
                  <a:pt x="94350" y="755178"/>
                </a:lnTo>
                <a:lnTo>
                  <a:pt x="94661" y="769985"/>
                </a:lnTo>
                <a:lnTo>
                  <a:pt x="95053" y="784793"/>
                </a:lnTo>
                <a:lnTo>
                  <a:pt x="95498" y="799600"/>
                </a:lnTo>
                <a:lnTo>
                  <a:pt x="95963" y="814407"/>
                </a:lnTo>
                <a:lnTo>
                  <a:pt x="96410" y="829215"/>
                </a:lnTo>
                <a:lnTo>
                  <a:pt x="96800" y="844022"/>
                </a:lnTo>
                <a:lnTo>
                  <a:pt x="97097" y="858830"/>
                </a:lnTo>
                <a:lnTo>
                  <a:pt x="97275" y="873637"/>
                </a:lnTo>
                <a:lnTo>
                  <a:pt x="97316" y="888444"/>
                </a:lnTo>
                <a:lnTo>
                  <a:pt x="97216" y="903252"/>
                </a:lnTo>
                <a:lnTo>
                  <a:pt x="96982" y="918059"/>
                </a:lnTo>
                <a:lnTo>
                  <a:pt x="96637" y="932867"/>
                </a:lnTo>
                <a:lnTo>
                  <a:pt x="96213" y="947674"/>
                </a:lnTo>
                <a:lnTo>
                  <a:pt x="95749" y="962482"/>
                </a:lnTo>
                <a:lnTo>
                  <a:pt x="95288" y="977289"/>
                </a:lnTo>
                <a:lnTo>
                  <a:pt x="94873" y="992096"/>
                </a:lnTo>
                <a:lnTo>
                  <a:pt x="94540" y="1006904"/>
                </a:lnTo>
                <a:lnTo>
                  <a:pt x="94319" y="1021711"/>
                </a:lnTo>
                <a:lnTo>
                  <a:pt x="94226" y="1036519"/>
                </a:lnTo>
                <a:lnTo>
                  <a:pt x="94271" y="1051326"/>
                </a:lnTo>
                <a:lnTo>
                  <a:pt x="94447" y="1066133"/>
                </a:lnTo>
                <a:lnTo>
                  <a:pt x="94740" y="1080941"/>
                </a:lnTo>
                <a:lnTo>
                  <a:pt x="95127" y="1095748"/>
                </a:lnTo>
                <a:lnTo>
                  <a:pt x="95579" y="1110556"/>
                </a:lnTo>
                <a:lnTo>
                  <a:pt x="96065" y="1125363"/>
                </a:lnTo>
                <a:lnTo>
                  <a:pt x="96551" y="1140170"/>
                </a:lnTo>
                <a:lnTo>
                  <a:pt x="97008" y="1154978"/>
                </a:lnTo>
                <a:lnTo>
                  <a:pt x="97412" y="1169785"/>
                </a:lnTo>
                <a:lnTo>
                  <a:pt x="97744" y="1184593"/>
                </a:lnTo>
                <a:lnTo>
                  <a:pt x="97991" y="1199400"/>
                </a:lnTo>
                <a:lnTo>
                  <a:pt x="98149" y="1214207"/>
                </a:lnTo>
                <a:lnTo>
                  <a:pt x="98218" y="1229015"/>
                </a:lnTo>
                <a:lnTo>
                  <a:pt x="98206" y="1243822"/>
                </a:lnTo>
                <a:lnTo>
                  <a:pt x="98122" y="1258630"/>
                </a:lnTo>
                <a:lnTo>
                  <a:pt x="97981" y="1273437"/>
                </a:lnTo>
                <a:lnTo>
                  <a:pt x="97795" y="1288245"/>
                </a:lnTo>
                <a:lnTo>
                  <a:pt x="97579" y="1303052"/>
                </a:lnTo>
                <a:lnTo>
                  <a:pt x="97345" y="1317859"/>
                </a:lnTo>
                <a:lnTo>
                  <a:pt x="97105" y="1332667"/>
                </a:lnTo>
                <a:lnTo>
                  <a:pt x="96868" y="1347474"/>
                </a:lnTo>
                <a:lnTo>
                  <a:pt x="96640" y="1362282"/>
                </a:lnTo>
                <a:lnTo>
                  <a:pt x="96429" y="1377089"/>
                </a:lnTo>
                <a:lnTo>
                  <a:pt x="96237" y="1391896"/>
                </a:lnTo>
                <a:lnTo>
                  <a:pt x="96070" y="1406704"/>
                </a:lnTo>
                <a:lnTo>
                  <a:pt x="95932" y="1421511"/>
                </a:lnTo>
                <a:lnTo>
                  <a:pt x="95831" y="1436319"/>
                </a:lnTo>
                <a:lnTo>
                  <a:pt x="95780" y="1451126"/>
                </a:lnTo>
                <a:lnTo>
                  <a:pt x="95798" y="1465933"/>
                </a:lnTo>
                <a:lnTo>
                  <a:pt x="95917" y="1480741"/>
                </a:lnTo>
                <a:lnTo>
                  <a:pt x="96178" y="1495548"/>
                </a:lnTo>
                <a:lnTo>
                  <a:pt x="96643" y="1510356"/>
                </a:lnTo>
                <a:lnTo>
                  <a:pt x="97387" y="1525163"/>
                </a:lnTo>
                <a:lnTo>
                  <a:pt x="98504" y="1539970"/>
                </a:lnTo>
                <a:lnTo>
                  <a:pt x="100100" y="1554778"/>
                </a:lnTo>
                <a:lnTo>
                  <a:pt x="102288" y="1569585"/>
                </a:lnTo>
                <a:lnTo>
                  <a:pt x="105178" y="1584393"/>
                </a:lnTo>
                <a:lnTo>
                  <a:pt x="108860" y="1599200"/>
                </a:lnTo>
                <a:lnTo>
                  <a:pt x="113394" y="1614007"/>
                </a:lnTo>
                <a:lnTo>
                  <a:pt x="118788" y="1628815"/>
                </a:lnTo>
                <a:lnTo>
                  <a:pt x="124982" y="1643622"/>
                </a:lnTo>
                <a:lnTo>
                  <a:pt x="131842" y="1658430"/>
                </a:lnTo>
                <a:lnTo>
                  <a:pt x="139152" y="1673237"/>
                </a:lnTo>
                <a:lnTo>
                  <a:pt x="146619" y="1688045"/>
                </a:lnTo>
                <a:lnTo>
                  <a:pt x="153890" y="1702852"/>
                </a:lnTo>
                <a:lnTo>
                  <a:pt x="160576" y="1717659"/>
                </a:lnTo>
                <a:lnTo>
                  <a:pt x="166284" y="1732467"/>
                </a:lnTo>
                <a:lnTo>
                  <a:pt x="170655" y="1747274"/>
                </a:lnTo>
                <a:lnTo>
                  <a:pt x="173403" y="1762082"/>
                </a:lnTo>
                <a:lnTo>
                  <a:pt x="174340" y="1776889"/>
                </a:lnTo>
                <a:lnTo>
                  <a:pt x="174340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5" name="data_8531">
            <a:extLst xmlns:a="http://schemas.openxmlformats.org/drawingml/2006/main">
              <a:ext uri="{FF2B5EF4-FFF2-40B4-BE49-F238E27FC236}">
                <a16:creationId xmlns:a16="http://schemas.microsoft.com/office/drawing/2014/main" id="{6A5F2179-49EE-43F2-A513-1C2640E0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8914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66897" y="1776889"/>
                </a:moveTo>
                <a:lnTo>
                  <a:pt x="10690" y="1776889"/>
                </a:lnTo>
                <a:lnTo>
                  <a:pt x="11545" y="1762082"/>
                </a:lnTo>
                <a:lnTo>
                  <a:pt x="14050" y="1747274"/>
                </a:lnTo>
                <a:lnTo>
                  <a:pt x="18035" y="1732467"/>
                </a:lnTo>
                <a:lnTo>
                  <a:pt x="23239" y="1717659"/>
                </a:lnTo>
                <a:lnTo>
                  <a:pt x="29334" y="1702852"/>
                </a:lnTo>
                <a:lnTo>
                  <a:pt x="35962" y="1688045"/>
                </a:lnTo>
                <a:lnTo>
                  <a:pt x="42769" y="1673237"/>
                </a:lnTo>
                <a:lnTo>
                  <a:pt x="49431" y="1658430"/>
                </a:lnTo>
                <a:lnTo>
                  <a:pt x="55682" y="1643622"/>
                </a:lnTo>
                <a:lnTo>
                  <a:pt x="61325" y="1628815"/>
                </a:lnTo>
                <a:lnTo>
                  <a:pt x="66236" y="1614007"/>
                </a:lnTo>
                <a:lnTo>
                  <a:pt x="70364" y="1599200"/>
                </a:lnTo>
                <a:lnTo>
                  <a:pt x="73714" y="1584393"/>
                </a:lnTo>
                <a:lnTo>
                  <a:pt x="76341" y="1569585"/>
                </a:lnTo>
                <a:lnTo>
                  <a:pt x="78328" y="1554778"/>
                </a:lnTo>
                <a:lnTo>
                  <a:pt x="79775" y="1539970"/>
                </a:lnTo>
                <a:lnTo>
                  <a:pt x="80785" y="1525163"/>
                </a:lnTo>
                <a:lnTo>
                  <a:pt x="81456" y="1510356"/>
                </a:lnTo>
                <a:lnTo>
                  <a:pt x="81873" y="1495548"/>
                </a:lnTo>
                <a:lnTo>
                  <a:pt x="82105" y="1480741"/>
                </a:lnTo>
                <a:lnTo>
                  <a:pt x="82207" y="1465933"/>
                </a:lnTo>
                <a:lnTo>
                  <a:pt x="82218" y="1451126"/>
                </a:lnTo>
                <a:lnTo>
                  <a:pt x="82166" y="1436319"/>
                </a:lnTo>
                <a:lnTo>
                  <a:pt x="82068" y="1421511"/>
                </a:lnTo>
                <a:lnTo>
                  <a:pt x="81937" y="1406704"/>
                </a:lnTo>
                <a:lnTo>
                  <a:pt x="81778" y="1391896"/>
                </a:lnTo>
                <a:lnTo>
                  <a:pt x="81597" y="1377089"/>
                </a:lnTo>
                <a:lnTo>
                  <a:pt x="81397" y="1362282"/>
                </a:lnTo>
                <a:lnTo>
                  <a:pt x="81183" y="1347474"/>
                </a:lnTo>
                <a:lnTo>
                  <a:pt x="80959" y="1332667"/>
                </a:lnTo>
                <a:lnTo>
                  <a:pt x="80733" y="1317859"/>
                </a:lnTo>
                <a:lnTo>
                  <a:pt x="80513" y="1303052"/>
                </a:lnTo>
                <a:lnTo>
                  <a:pt x="80309" y="1288245"/>
                </a:lnTo>
                <a:lnTo>
                  <a:pt x="80134" y="1273437"/>
                </a:lnTo>
                <a:lnTo>
                  <a:pt x="80001" y="1258630"/>
                </a:lnTo>
                <a:lnTo>
                  <a:pt x="79923" y="1243822"/>
                </a:lnTo>
                <a:lnTo>
                  <a:pt x="79913" y="1229015"/>
                </a:lnTo>
                <a:lnTo>
                  <a:pt x="79980" y="1214207"/>
                </a:lnTo>
                <a:lnTo>
                  <a:pt x="80132" y="1199400"/>
                </a:lnTo>
                <a:lnTo>
                  <a:pt x="80370" y="1184593"/>
                </a:lnTo>
                <a:lnTo>
                  <a:pt x="80689" y="1169785"/>
                </a:lnTo>
                <a:lnTo>
                  <a:pt x="81081" y="1154978"/>
                </a:lnTo>
                <a:lnTo>
                  <a:pt x="81527" y="1140170"/>
                </a:lnTo>
                <a:lnTo>
                  <a:pt x="82007" y="1125363"/>
                </a:lnTo>
                <a:lnTo>
                  <a:pt x="82493" y="1110556"/>
                </a:lnTo>
                <a:lnTo>
                  <a:pt x="82957" y="1095748"/>
                </a:lnTo>
                <a:lnTo>
                  <a:pt x="83371" y="1080941"/>
                </a:lnTo>
                <a:lnTo>
                  <a:pt x="83707" y="1066133"/>
                </a:lnTo>
                <a:lnTo>
                  <a:pt x="83947" y="1051326"/>
                </a:lnTo>
                <a:lnTo>
                  <a:pt x="84075" y="1036519"/>
                </a:lnTo>
                <a:lnTo>
                  <a:pt x="84086" y="1021711"/>
                </a:lnTo>
                <a:lnTo>
                  <a:pt x="83985" y="1006904"/>
                </a:lnTo>
                <a:lnTo>
                  <a:pt x="83785" y="992096"/>
                </a:lnTo>
                <a:lnTo>
                  <a:pt x="83511" y="977289"/>
                </a:lnTo>
                <a:lnTo>
                  <a:pt x="83190" y="962482"/>
                </a:lnTo>
                <a:lnTo>
                  <a:pt x="82858" y="947674"/>
                </a:lnTo>
                <a:lnTo>
                  <a:pt x="82549" y="932867"/>
                </a:lnTo>
                <a:lnTo>
                  <a:pt x="82295" y="918059"/>
                </a:lnTo>
                <a:lnTo>
                  <a:pt x="82124" y="903252"/>
                </a:lnTo>
                <a:lnTo>
                  <a:pt x="82054" y="888444"/>
                </a:lnTo>
                <a:lnTo>
                  <a:pt x="82093" y="873637"/>
                </a:lnTo>
                <a:lnTo>
                  <a:pt x="82241" y="858830"/>
                </a:lnTo>
                <a:lnTo>
                  <a:pt x="82487" y="844022"/>
                </a:lnTo>
                <a:lnTo>
                  <a:pt x="82812" y="829215"/>
                </a:lnTo>
                <a:lnTo>
                  <a:pt x="83192" y="814407"/>
                </a:lnTo>
                <a:lnTo>
                  <a:pt x="83601" y="799600"/>
                </a:lnTo>
                <a:lnTo>
                  <a:pt x="84013" y="784793"/>
                </a:lnTo>
                <a:lnTo>
                  <a:pt x="84404" y="769985"/>
                </a:lnTo>
                <a:lnTo>
                  <a:pt x="84756" y="755178"/>
                </a:lnTo>
                <a:lnTo>
                  <a:pt x="85055" y="740370"/>
                </a:lnTo>
                <a:lnTo>
                  <a:pt x="85291" y="725563"/>
                </a:lnTo>
                <a:lnTo>
                  <a:pt x="85461" y="710756"/>
                </a:lnTo>
                <a:lnTo>
                  <a:pt x="85562" y="695948"/>
                </a:lnTo>
                <a:lnTo>
                  <a:pt x="85598" y="681141"/>
                </a:lnTo>
                <a:lnTo>
                  <a:pt x="85569" y="666333"/>
                </a:lnTo>
                <a:lnTo>
                  <a:pt x="85480" y="651526"/>
                </a:lnTo>
                <a:lnTo>
                  <a:pt x="85334" y="636719"/>
                </a:lnTo>
                <a:lnTo>
                  <a:pt x="85134" y="621911"/>
                </a:lnTo>
                <a:lnTo>
                  <a:pt x="84885" y="607104"/>
                </a:lnTo>
                <a:lnTo>
                  <a:pt x="84591" y="592296"/>
                </a:lnTo>
                <a:lnTo>
                  <a:pt x="84257" y="577489"/>
                </a:lnTo>
                <a:lnTo>
                  <a:pt x="83893" y="562682"/>
                </a:lnTo>
                <a:lnTo>
                  <a:pt x="83506" y="547874"/>
                </a:lnTo>
                <a:lnTo>
                  <a:pt x="83108" y="533067"/>
                </a:lnTo>
                <a:lnTo>
                  <a:pt x="82713" y="518259"/>
                </a:lnTo>
                <a:lnTo>
                  <a:pt x="82333" y="503452"/>
                </a:lnTo>
                <a:lnTo>
                  <a:pt x="81983" y="488644"/>
                </a:lnTo>
                <a:lnTo>
                  <a:pt x="81676" y="473837"/>
                </a:lnTo>
                <a:lnTo>
                  <a:pt x="81421" y="459030"/>
                </a:lnTo>
                <a:lnTo>
                  <a:pt x="81229" y="444222"/>
                </a:lnTo>
                <a:lnTo>
                  <a:pt x="81103" y="429415"/>
                </a:lnTo>
                <a:lnTo>
                  <a:pt x="81046" y="414607"/>
                </a:lnTo>
                <a:lnTo>
                  <a:pt x="81056" y="399800"/>
                </a:lnTo>
                <a:lnTo>
                  <a:pt x="81128" y="384993"/>
                </a:lnTo>
                <a:lnTo>
                  <a:pt x="81254" y="370185"/>
                </a:lnTo>
                <a:lnTo>
                  <a:pt x="81421" y="355378"/>
                </a:lnTo>
                <a:lnTo>
                  <a:pt x="81612" y="340570"/>
                </a:lnTo>
                <a:lnTo>
                  <a:pt x="81801" y="325763"/>
                </a:lnTo>
                <a:lnTo>
                  <a:pt x="81958" y="310956"/>
                </a:lnTo>
                <a:lnTo>
                  <a:pt x="82036" y="296148"/>
                </a:lnTo>
                <a:lnTo>
                  <a:pt x="81978" y="281341"/>
                </a:lnTo>
                <a:lnTo>
                  <a:pt x="81709" y="266533"/>
                </a:lnTo>
                <a:lnTo>
                  <a:pt x="81138" y="251726"/>
                </a:lnTo>
                <a:lnTo>
                  <a:pt x="80156" y="236919"/>
                </a:lnTo>
                <a:lnTo>
                  <a:pt x="78644" y="222111"/>
                </a:lnTo>
                <a:lnTo>
                  <a:pt x="76477" y="207304"/>
                </a:lnTo>
                <a:lnTo>
                  <a:pt x="73535" y="192496"/>
                </a:lnTo>
                <a:lnTo>
                  <a:pt x="69720" y="177689"/>
                </a:lnTo>
                <a:lnTo>
                  <a:pt x="64971" y="162881"/>
                </a:lnTo>
                <a:lnTo>
                  <a:pt x="59280" y="148074"/>
                </a:lnTo>
                <a:lnTo>
                  <a:pt x="52713" y="133267"/>
                </a:lnTo>
                <a:lnTo>
                  <a:pt x="45417" y="118459"/>
                </a:lnTo>
                <a:lnTo>
                  <a:pt x="37625" y="103652"/>
                </a:lnTo>
                <a:lnTo>
                  <a:pt x="29653" y="88844"/>
                </a:lnTo>
                <a:lnTo>
                  <a:pt x="21883" y="74037"/>
                </a:lnTo>
                <a:lnTo>
                  <a:pt x="14733" y="59230"/>
                </a:lnTo>
                <a:lnTo>
                  <a:pt x="8625" y="44422"/>
                </a:lnTo>
                <a:lnTo>
                  <a:pt x="3946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3" y="14807"/>
                </a:lnTo>
                <a:lnTo>
                  <a:pt x="173641" y="29615"/>
                </a:lnTo>
                <a:lnTo>
                  <a:pt x="168962" y="44422"/>
                </a:lnTo>
                <a:lnTo>
                  <a:pt x="162854" y="59230"/>
                </a:lnTo>
                <a:lnTo>
                  <a:pt x="155704" y="74037"/>
                </a:lnTo>
                <a:lnTo>
                  <a:pt x="147934" y="88844"/>
                </a:lnTo>
                <a:lnTo>
                  <a:pt x="139962" y="103652"/>
                </a:lnTo>
                <a:lnTo>
                  <a:pt x="132170" y="118459"/>
                </a:lnTo>
                <a:lnTo>
                  <a:pt x="124874" y="133267"/>
                </a:lnTo>
                <a:lnTo>
                  <a:pt x="118307" y="148074"/>
                </a:lnTo>
                <a:lnTo>
                  <a:pt x="112616" y="162881"/>
                </a:lnTo>
                <a:lnTo>
                  <a:pt x="107867" y="177689"/>
                </a:lnTo>
                <a:lnTo>
                  <a:pt x="104052" y="192496"/>
                </a:lnTo>
                <a:lnTo>
                  <a:pt x="101110" y="207304"/>
                </a:lnTo>
                <a:lnTo>
                  <a:pt x="98943" y="222111"/>
                </a:lnTo>
                <a:lnTo>
                  <a:pt x="97431" y="236919"/>
                </a:lnTo>
                <a:lnTo>
                  <a:pt x="96449" y="251726"/>
                </a:lnTo>
                <a:lnTo>
                  <a:pt x="95878" y="266533"/>
                </a:lnTo>
                <a:lnTo>
                  <a:pt x="95609" y="281341"/>
                </a:lnTo>
                <a:lnTo>
                  <a:pt x="95551" y="296148"/>
                </a:lnTo>
                <a:lnTo>
                  <a:pt x="95630" y="310956"/>
                </a:lnTo>
                <a:lnTo>
                  <a:pt x="95786" y="325763"/>
                </a:lnTo>
                <a:lnTo>
                  <a:pt x="95976" y="340570"/>
                </a:lnTo>
                <a:lnTo>
                  <a:pt x="96166" y="355378"/>
                </a:lnTo>
                <a:lnTo>
                  <a:pt x="96333" y="370185"/>
                </a:lnTo>
                <a:lnTo>
                  <a:pt x="96459" y="384993"/>
                </a:lnTo>
                <a:lnTo>
                  <a:pt x="96531" y="399800"/>
                </a:lnTo>
                <a:lnTo>
                  <a:pt x="96541" y="414607"/>
                </a:lnTo>
                <a:lnTo>
                  <a:pt x="96484" y="429415"/>
                </a:lnTo>
                <a:lnTo>
                  <a:pt x="96358" y="444222"/>
                </a:lnTo>
                <a:lnTo>
                  <a:pt x="96166" y="459030"/>
                </a:lnTo>
                <a:lnTo>
                  <a:pt x="95911" y="473837"/>
                </a:lnTo>
                <a:lnTo>
                  <a:pt x="95604" y="488644"/>
                </a:lnTo>
                <a:lnTo>
                  <a:pt x="95254" y="503452"/>
                </a:lnTo>
                <a:lnTo>
                  <a:pt x="94874" y="518259"/>
                </a:lnTo>
                <a:lnTo>
                  <a:pt x="94479" y="533067"/>
                </a:lnTo>
                <a:lnTo>
                  <a:pt x="94081" y="547874"/>
                </a:lnTo>
                <a:lnTo>
                  <a:pt x="93695" y="562682"/>
                </a:lnTo>
                <a:lnTo>
                  <a:pt x="93330" y="577489"/>
                </a:lnTo>
                <a:lnTo>
                  <a:pt x="92996" y="592296"/>
                </a:lnTo>
                <a:lnTo>
                  <a:pt x="92702" y="607104"/>
                </a:lnTo>
                <a:lnTo>
                  <a:pt x="92453" y="621911"/>
                </a:lnTo>
                <a:lnTo>
                  <a:pt x="92253" y="636719"/>
                </a:lnTo>
                <a:lnTo>
                  <a:pt x="92107" y="651526"/>
                </a:lnTo>
                <a:lnTo>
                  <a:pt x="92018" y="666333"/>
                </a:lnTo>
                <a:lnTo>
                  <a:pt x="91989" y="681141"/>
                </a:lnTo>
                <a:lnTo>
                  <a:pt x="92025" y="695948"/>
                </a:lnTo>
                <a:lnTo>
                  <a:pt x="92126" y="710756"/>
                </a:lnTo>
                <a:lnTo>
                  <a:pt x="92296" y="725563"/>
                </a:lnTo>
                <a:lnTo>
                  <a:pt x="92532" y="740370"/>
                </a:lnTo>
                <a:lnTo>
                  <a:pt x="92831" y="755178"/>
                </a:lnTo>
                <a:lnTo>
                  <a:pt x="93183" y="769985"/>
                </a:lnTo>
                <a:lnTo>
                  <a:pt x="93575" y="784793"/>
                </a:lnTo>
                <a:lnTo>
                  <a:pt x="93986" y="799600"/>
                </a:lnTo>
                <a:lnTo>
                  <a:pt x="94395" y="814407"/>
                </a:lnTo>
                <a:lnTo>
                  <a:pt x="94775" y="829215"/>
                </a:lnTo>
                <a:lnTo>
                  <a:pt x="95100" y="844022"/>
                </a:lnTo>
                <a:lnTo>
                  <a:pt x="95346" y="858830"/>
                </a:lnTo>
                <a:lnTo>
                  <a:pt x="95494" y="873637"/>
                </a:lnTo>
                <a:lnTo>
                  <a:pt x="95533" y="888444"/>
                </a:lnTo>
                <a:lnTo>
                  <a:pt x="95463" y="903252"/>
                </a:lnTo>
                <a:lnTo>
                  <a:pt x="95292" y="918059"/>
                </a:lnTo>
                <a:lnTo>
                  <a:pt x="95038" y="932867"/>
                </a:lnTo>
                <a:lnTo>
                  <a:pt x="94729" y="947674"/>
                </a:lnTo>
                <a:lnTo>
                  <a:pt x="94397" y="962482"/>
                </a:lnTo>
                <a:lnTo>
                  <a:pt x="94076" y="977289"/>
                </a:lnTo>
                <a:lnTo>
                  <a:pt x="93802" y="992096"/>
                </a:lnTo>
                <a:lnTo>
                  <a:pt x="93602" y="1006904"/>
                </a:lnTo>
                <a:lnTo>
                  <a:pt x="93501" y="1021711"/>
                </a:lnTo>
                <a:lnTo>
                  <a:pt x="93512" y="1036519"/>
                </a:lnTo>
                <a:lnTo>
                  <a:pt x="93640" y="1051326"/>
                </a:lnTo>
                <a:lnTo>
                  <a:pt x="93880" y="1066133"/>
                </a:lnTo>
                <a:lnTo>
                  <a:pt x="94217" y="1080941"/>
                </a:lnTo>
                <a:lnTo>
                  <a:pt x="94630" y="1095748"/>
                </a:lnTo>
                <a:lnTo>
                  <a:pt x="95094" y="1110556"/>
                </a:lnTo>
                <a:lnTo>
                  <a:pt x="95580" y="1125363"/>
                </a:lnTo>
                <a:lnTo>
                  <a:pt x="96060" y="1140170"/>
                </a:lnTo>
                <a:lnTo>
                  <a:pt x="96506" y="1154978"/>
                </a:lnTo>
                <a:lnTo>
                  <a:pt x="96898" y="1169785"/>
                </a:lnTo>
                <a:lnTo>
                  <a:pt x="97218" y="1184593"/>
                </a:lnTo>
                <a:lnTo>
                  <a:pt x="97455" y="1199400"/>
                </a:lnTo>
                <a:lnTo>
                  <a:pt x="97607" y="1214207"/>
                </a:lnTo>
                <a:lnTo>
                  <a:pt x="97674" y="1229015"/>
                </a:lnTo>
                <a:lnTo>
                  <a:pt x="97664" y="1243822"/>
                </a:lnTo>
                <a:lnTo>
                  <a:pt x="97586" y="1258630"/>
                </a:lnTo>
                <a:lnTo>
                  <a:pt x="97453" y="1273437"/>
                </a:lnTo>
                <a:lnTo>
                  <a:pt x="97278" y="1288245"/>
                </a:lnTo>
                <a:lnTo>
                  <a:pt x="97074" y="1303052"/>
                </a:lnTo>
                <a:lnTo>
                  <a:pt x="96854" y="1317859"/>
                </a:lnTo>
                <a:lnTo>
                  <a:pt x="96628" y="1332667"/>
                </a:lnTo>
                <a:lnTo>
                  <a:pt x="96404" y="1347474"/>
                </a:lnTo>
                <a:lnTo>
                  <a:pt x="96190" y="1362282"/>
                </a:lnTo>
                <a:lnTo>
                  <a:pt x="95990" y="1377089"/>
                </a:lnTo>
                <a:lnTo>
                  <a:pt x="95809" y="1391896"/>
                </a:lnTo>
                <a:lnTo>
                  <a:pt x="95650" y="1406704"/>
                </a:lnTo>
                <a:lnTo>
                  <a:pt x="95519" y="1421511"/>
                </a:lnTo>
                <a:lnTo>
                  <a:pt x="95422" y="1436319"/>
                </a:lnTo>
                <a:lnTo>
                  <a:pt x="95369" y="1451126"/>
                </a:lnTo>
                <a:lnTo>
                  <a:pt x="95380" y="1465933"/>
                </a:lnTo>
                <a:lnTo>
                  <a:pt x="95482" y="1480741"/>
                </a:lnTo>
                <a:lnTo>
                  <a:pt x="95714" y="1495548"/>
                </a:lnTo>
                <a:lnTo>
                  <a:pt x="96131" y="1510356"/>
                </a:lnTo>
                <a:lnTo>
                  <a:pt x="96802" y="1525163"/>
                </a:lnTo>
                <a:lnTo>
                  <a:pt x="97812" y="1539970"/>
                </a:lnTo>
                <a:lnTo>
                  <a:pt x="99260" y="1554778"/>
                </a:lnTo>
                <a:lnTo>
                  <a:pt x="101247" y="1569585"/>
                </a:lnTo>
                <a:lnTo>
                  <a:pt x="103873" y="1584393"/>
                </a:lnTo>
                <a:lnTo>
                  <a:pt x="107224" y="1599200"/>
                </a:lnTo>
                <a:lnTo>
                  <a:pt x="111351" y="1614007"/>
                </a:lnTo>
                <a:lnTo>
                  <a:pt x="116262" y="1628815"/>
                </a:lnTo>
                <a:lnTo>
                  <a:pt x="121905" y="1643622"/>
                </a:lnTo>
                <a:lnTo>
                  <a:pt x="128156" y="1658430"/>
                </a:lnTo>
                <a:lnTo>
                  <a:pt x="134818" y="1673237"/>
                </a:lnTo>
                <a:lnTo>
                  <a:pt x="141625" y="1688045"/>
                </a:lnTo>
                <a:lnTo>
                  <a:pt x="148253" y="1702852"/>
                </a:lnTo>
                <a:lnTo>
                  <a:pt x="154348" y="1717659"/>
                </a:lnTo>
                <a:lnTo>
                  <a:pt x="159552" y="1732467"/>
                </a:lnTo>
                <a:lnTo>
                  <a:pt x="163537" y="1747274"/>
                </a:lnTo>
                <a:lnTo>
                  <a:pt x="166043" y="1762082"/>
                </a:lnTo>
                <a:lnTo>
                  <a:pt x="166897" y="1776889"/>
                </a:lnTo>
                <a:lnTo>
                  <a:pt x="16689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6" name="data_8532">
            <a:extLst xmlns:a="http://schemas.openxmlformats.org/drawingml/2006/main">
              <a:ext uri="{FF2B5EF4-FFF2-40B4-BE49-F238E27FC236}">
                <a16:creationId xmlns:a16="http://schemas.microsoft.com/office/drawing/2014/main" id="{DCD68201-2F60-47EF-A494-B82BBD84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87" name="text_8533">
            <a:extLst xmlns:a="http://schemas.openxmlformats.org/drawingml/2006/main">
              <a:ext uri="{FF2B5EF4-FFF2-40B4-BE49-F238E27FC236}">
                <a16:creationId xmlns:a16="http://schemas.microsoft.com/office/drawing/2014/main" id="{E1FBDC82-DB12-4086-9BC8-327A0125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25807" y="7133966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088" name="data_8534">
            <a:extLst xmlns:a="http://schemas.openxmlformats.org/drawingml/2006/main">
              <a:ext uri="{FF2B5EF4-FFF2-40B4-BE49-F238E27FC236}">
                <a16:creationId xmlns:a16="http://schemas.microsoft.com/office/drawing/2014/main" id="{85D68837-BBB8-410B-B4D7-6BA72B9D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139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89" name="text_8535">
            <a:extLst xmlns:a="http://schemas.openxmlformats.org/drawingml/2006/main">
              <a:ext uri="{FF2B5EF4-FFF2-40B4-BE49-F238E27FC236}">
                <a16:creationId xmlns:a16="http://schemas.microsoft.com/office/drawing/2014/main" id="{6792F2BB-213C-4EB8-97EF-00981102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4502" y="7133966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090" name="data_8536">
            <a:extLst xmlns:a="http://schemas.openxmlformats.org/drawingml/2006/main">
              <a:ext uri="{FF2B5EF4-FFF2-40B4-BE49-F238E27FC236}">
                <a16:creationId xmlns:a16="http://schemas.microsoft.com/office/drawing/2014/main" id="{39BDEDD8-F2F8-4E89-8CBF-B7050175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653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1" name="text_8537">
            <a:extLst xmlns:a="http://schemas.openxmlformats.org/drawingml/2006/main">
              <a:ext uri="{FF2B5EF4-FFF2-40B4-BE49-F238E27FC236}">
                <a16:creationId xmlns:a16="http://schemas.microsoft.com/office/drawing/2014/main" id="{9A624445-F1A8-4427-8144-23E9BEAC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197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092" name="data_8538">
            <a:extLst xmlns:a="http://schemas.openxmlformats.org/drawingml/2006/main">
              <a:ext uri="{FF2B5EF4-FFF2-40B4-BE49-F238E27FC236}">
                <a16:creationId xmlns:a16="http://schemas.microsoft.com/office/drawing/2014/main" id="{21A68E0F-6D52-471C-8956-A1190AFA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680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3" name="text_8539">
            <a:extLst xmlns:a="http://schemas.openxmlformats.org/drawingml/2006/main">
              <a:ext uri="{FF2B5EF4-FFF2-40B4-BE49-F238E27FC236}">
                <a16:creationId xmlns:a16="http://schemas.microsoft.com/office/drawing/2014/main" id="{52102653-20F3-401D-9BF6-20A91DBF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6225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3094" name="data_8540">
            <a:extLst xmlns:a="http://schemas.openxmlformats.org/drawingml/2006/main">
              <a:ext uri="{FF2B5EF4-FFF2-40B4-BE49-F238E27FC236}">
                <a16:creationId xmlns:a16="http://schemas.microsoft.com/office/drawing/2014/main" id="{8F68AF55-6672-4073-B93A-D9BC9BA4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708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5" name="text_8541">
            <a:extLst xmlns:a="http://schemas.openxmlformats.org/drawingml/2006/main">
              <a:ext uri="{FF2B5EF4-FFF2-40B4-BE49-F238E27FC236}">
                <a16:creationId xmlns:a16="http://schemas.microsoft.com/office/drawing/2014/main" id="{7759BC28-F255-45B2-B98A-AC375F5D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09253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3096" name="text_8542">
            <a:extLst xmlns:a="http://schemas.openxmlformats.org/drawingml/2006/main">
              <a:ext uri="{FF2B5EF4-FFF2-40B4-BE49-F238E27FC236}">
                <a16:creationId xmlns:a16="http://schemas.microsoft.com/office/drawing/2014/main" id="{B20016F0-59C2-4F79-A537-55A5EE15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2900" y="7316591"/>
            <a:ext cx="14923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3097" name="data_8543">
            <a:extLst xmlns:a="http://schemas.openxmlformats.org/drawingml/2006/main">
              <a:ext uri="{FF2B5EF4-FFF2-40B4-BE49-F238E27FC236}">
                <a16:creationId xmlns:a16="http://schemas.microsoft.com/office/drawing/2014/main" id="{CE0F1D34-4B56-40D4-9BB5-4930B286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6952935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3098" name="data_8544">
            <a:extLst xmlns:a="http://schemas.openxmlformats.org/drawingml/2006/main">
              <a:ext uri="{FF2B5EF4-FFF2-40B4-BE49-F238E27FC236}">
                <a16:creationId xmlns:a16="http://schemas.microsoft.com/office/drawing/2014/main" id="{BEAFC2E3-17E1-4884-840E-EE0E19BD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6952935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9" name="text_8545">
            <a:extLst xmlns:a="http://schemas.openxmlformats.org/drawingml/2006/main">
              <a:ext uri="{FF2B5EF4-FFF2-40B4-BE49-F238E27FC236}">
                <a16:creationId xmlns:a16="http://schemas.microsoft.com/office/drawing/2014/main" id="{AC6ABFC5-7504-47E7-8E41-AF057079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6091" y="6894688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00" name="data_8546">
            <a:extLst xmlns:a="http://schemas.openxmlformats.org/drawingml/2006/main">
              <a:ext uri="{FF2B5EF4-FFF2-40B4-BE49-F238E27FC236}">
                <a16:creationId xmlns:a16="http://schemas.microsoft.com/office/drawing/2014/main" id="{77C74623-E4E9-4E2F-8DEE-FCA7987D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606449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3101" name="data_8547">
            <a:extLst xmlns:a="http://schemas.openxmlformats.org/drawingml/2006/main">
              <a:ext uri="{FF2B5EF4-FFF2-40B4-BE49-F238E27FC236}">
                <a16:creationId xmlns:a16="http://schemas.microsoft.com/office/drawing/2014/main" id="{4CD3DDC6-C30C-41C2-AB69-2A238CA0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6064491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102" name="text_8548">
            <a:extLst xmlns:a="http://schemas.openxmlformats.org/drawingml/2006/main">
              <a:ext uri="{FF2B5EF4-FFF2-40B4-BE49-F238E27FC236}">
                <a16:creationId xmlns:a16="http://schemas.microsoft.com/office/drawing/2014/main" id="{37AC610C-F973-495C-99A1-C747F0A6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0454" y="6006243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103" name="data_8549">
            <a:extLst xmlns:a="http://schemas.openxmlformats.org/drawingml/2006/main">
              <a:ext uri="{FF2B5EF4-FFF2-40B4-BE49-F238E27FC236}">
                <a16:creationId xmlns:a16="http://schemas.microsoft.com/office/drawing/2014/main" id="{76AD1E2E-F960-4D13-87FA-4FCE63F9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5176046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3104" name="data_8550">
            <a:extLst xmlns:a="http://schemas.openxmlformats.org/drawingml/2006/main">
              <a:ext uri="{FF2B5EF4-FFF2-40B4-BE49-F238E27FC236}">
                <a16:creationId xmlns:a16="http://schemas.microsoft.com/office/drawing/2014/main" id="{484B6367-2572-4A2E-B23D-85CE3D61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5176046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105" name="text_8551">
            <a:extLst xmlns:a="http://schemas.openxmlformats.org/drawingml/2006/main">
              <a:ext uri="{FF2B5EF4-FFF2-40B4-BE49-F238E27FC236}">
                <a16:creationId xmlns:a16="http://schemas.microsoft.com/office/drawing/2014/main" id="{39967220-0890-44B3-BA0A-EB3A3711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4817" y="5117799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106" name="data_8552">
            <a:extLst xmlns:a="http://schemas.openxmlformats.org/drawingml/2006/main">
              <a:ext uri="{FF2B5EF4-FFF2-40B4-BE49-F238E27FC236}">
                <a16:creationId xmlns:a16="http://schemas.microsoft.com/office/drawing/2014/main" id="{84EEFF71-ACD2-4766-BBF1-342B754A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9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7" name="data_8553">
            <a:extLst xmlns:a="http://schemas.openxmlformats.org/drawingml/2006/main">
              <a:ext uri="{FF2B5EF4-FFF2-40B4-BE49-F238E27FC236}">
                <a16:creationId xmlns:a16="http://schemas.microsoft.com/office/drawing/2014/main" id="{AE6ADDE1-9F2C-4797-85D1-F9E73D5F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348" y="62041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8" name="data_8554">
            <a:extLst xmlns:a="http://schemas.openxmlformats.org/drawingml/2006/main">
              <a:ext uri="{FF2B5EF4-FFF2-40B4-BE49-F238E27FC236}">
                <a16:creationId xmlns:a16="http://schemas.microsoft.com/office/drawing/2014/main" id="{C437387F-E033-4F03-83C0-4315DE66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5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9" name="data_8555">
            <a:extLst xmlns:a="http://schemas.openxmlformats.org/drawingml/2006/main">
              <a:ext uri="{FF2B5EF4-FFF2-40B4-BE49-F238E27FC236}">
                <a16:creationId xmlns:a16="http://schemas.microsoft.com/office/drawing/2014/main" id="{03FD1A65-FB7B-45EA-8AAC-4369903D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9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0" name="data_8556">
            <a:extLst xmlns:a="http://schemas.openxmlformats.org/drawingml/2006/main">
              <a:ext uri="{FF2B5EF4-FFF2-40B4-BE49-F238E27FC236}">
                <a16:creationId xmlns:a16="http://schemas.microsoft.com/office/drawing/2014/main" id="{9106E439-7BD7-4F55-94AF-B0302F28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1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1" name="data_8557">
            <a:extLst xmlns:a="http://schemas.openxmlformats.org/drawingml/2006/main">
              <a:ext uri="{FF2B5EF4-FFF2-40B4-BE49-F238E27FC236}">
                <a16:creationId xmlns:a16="http://schemas.microsoft.com/office/drawing/2014/main" id="{5403C7EB-956E-4DAB-96DB-78DA8375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59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2" name="data_8558">
            <a:extLst xmlns:a="http://schemas.openxmlformats.org/drawingml/2006/main">
              <a:ext uri="{FF2B5EF4-FFF2-40B4-BE49-F238E27FC236}">
                <a16:creationId xmlns:a16="http://schemas.microsoft.com/office/drawing/2014/main" id="{92889568-3752-4D04-B0D2-C3F0112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8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3" name="data_8559">
            <a:extLst xmlns:a="http://schemas.openxmlformats.org/drawingml/2006/main">
              <a:ext uri="{FF2B5EF4-FFF2-40B4-BE49-F238E27FC236}">
                <a16:creationId xmlns:a16="http://schemas.microsoft.com/office/drawing/2014/main" id="{DD7F1BCA-8CBB-4A8F-8EBC-1D76E85B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413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4" name="data_8560">
            <a:extLst xmlns:a="http://schemas.openxmlformats.org/drawingml/2006/main">
              <a:ext uri="{FF2B5EF4-FFF2-40B4-BE49-F238E27FC236}">
                <a16:creationId xmlns:a16="http://schemas.microsoft.com/office/drawing/2014/main" id="{BE5A3602-64BD-4C89-BA45-27CAB24B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1157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5" name="data_8561">
            <a:extLst xmlns:a="http://schemas.openxmlformats.org/drawingml/2006/main">
              <a:ext uri="{FF2B5EF4-FFF2-40B4-BE49-F238E27FC236}">
                <a16:creationId xmlns:a16="http://schemas.microsoft.com/office/drawing/2014/main" id="{AA1A1978-7DD7-4CB0-8FEC-1E252918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9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6" name="data_8562">
            <a:extLst xmlns:a="http://schemas.openxmlformats.org/drawingml/2006/main">
              <a:ext uri="{FF2B5EF4-FFF2-40B4-BE49-F238E27FC236}">
                <a16:creationId xmlns:a16="http://schemas.microsoft.com/office/drawing/2014/main" id="{82D8D5C9-2398-4F57-8FE0-DD3AB6B6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8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7" name="data_8563">
            <a:extLst xmlns:a="http://schemas.openxmlformats.org/drawingml/2006/main">
              <a:ext uri="{FF2B5EF4-FFF2-40B4-BE49-F238E27FC236}">
                <a16:creationId xmlns:a16="http://schemas.microsoft.com/office/drawing/2014/main" id="{39C527B3-938E-46BE-8F6C-39067F63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45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8" name="data_8564">
            <a:extLst xmlns:a="http://schemas.openxmlformats.org/drawingml/2006/main">
              <a:ext uri="{FF2B5EF4-FFF2-40B4-BE49-F238E27FC236}">
                <a16:creationId xmlns:a16="http://schemas.microsoft.com/office/drawing/2014/main" id="{772E852B-B0CF-46B4-9B40-E626DFDA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4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9" name="data_8565">
            <a:extLst xmlns:a="http://schemas.openxmlformats.org/drawingml/2006/main">
              <a:ext uri="{FF2B5EF4-FFF2-40B4-BE49-F238E27FC236}">
                <a16:creationId xmlns:a16="http://schemas.microsoft.com/office/drawing/2014/main" id="{ABD11E45-EFDF-4AB8-AE5E-F95F17EE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57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0" name="data_8566">
            <a:extLst xmlns:a="http://schemas.openxmlformats.org/drawingml/2006/main">
              <a:ext uri="{FF2B5EF4-FFF2-40B4-BE49-F238E27FC236}">
                <a16:creationId xmlns:a16="http://schemas.microsoft.com/office/drawing/2014/main" id="{BB46E913-27FD-4217-B6B3-FFBF43C9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37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1" name="data_8567">
            <a:extLst xmlns:a="http://schemas.openxmlformats.org/drawingml/2006/main">
              <a:ext uri="{FF2B5EF4-FFF2-40B4-BE49-F238E27FC236}">
                <a16:creationId xmlns:a16="http://schemas.microsoft.com/office/drawing/2014/main" id="{9FF262F1-88B3-4FEE-B004-E62A8CAE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864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2" name="data_8568">
            <a:extLst xmlns:a="http://schemas.openxmlformats.org/drawingml/2006/main">
              <a:ext uri="{FF2B5EF4-FFF2-40B4-BE49-F238E27FC236}">
                <a16:creationId xmlns:a16="http://schemas.microsoft.com/office/drawing/2014/main" id="{724975EE-98B9-4FF3-B1EC-0300122A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50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3" name="data_8569">
            <a:extLst xmlns:a="http://schemas.openxmlformats.org/drawingml/2006/main">
              <a:ext uri="{FF2B5EF4-FFF2-40B4-BE49-F238E27FC236}">
                <a16:creationId xmlns:a16="http://schemas.microsoft.com/office/drawing/2014/main" id="{3D3745B3-B2BC-41D7-B10F-F124C78D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751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4" name="data_8570">
            <a:extLst xmlns:a="http://schemas.openxmlformats.org/drawingml/2006/main">
              <a:ext uri="{FF2B5EF4-FFF2-40B4-BE49-F238E27FC236}">
                <a16:creationId xmlns:a16="http://schemas.microsoft.com/office/drawing/2014/main" id="{AFC2FC90-B234-413E-9FA8-784C7C8A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232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5" name="data_8571">
            <a:extLst xmlns:a="http://schemas.openxmlformats.org/drawingml/2006/main">
              <a:ext uri="{FF2B5EF4-FFF2-40B4-BE49-F238E27FC236}">
                <a16:creationId xmlns:a16="http://schemas.microsoft.com/office/drawing/2014/main" id="{A4B23401-C2B8-456A-9D70-EC3540DA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86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6" name="data_8572">
            <a:extLst xmlns:a="http://schemas.openxmlformats.org/drawingml/2006/main">
              <a:ext uri="{FF2B5EF4-FFF2-40B4-BE49-F238E27FC236}">
                <a16:creationId xmlns:a16="http://schemas.microsoft.com/office/drawing/2014/main" id="{8E95C921-D356-490D-B138-5CEAFE15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7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7" name="data_8573">
            <a:extLst xmlns:a="http://schemas.openxmlformats.org/drawingml/2006/main">
              <a:ext uri="{FF2B5EF4-FFF2-40B4-BE49-F238E27FC236}">
                <a16:creationId xmlns:a16="http://schemas.microsoft.com/office/drawing/2014/main" id="{3116EEED-E800-4876-A1CD-F15CBA20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85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8" name="data_8574">
            <a:extLst xmlns:a="http://schemas.openxmlformats.org/drawingml/2006/main">
              <a:ext uri="{FF2B5EF4-FFF2-40B4-BE49-F238E27FC236}">
                <a16:creationId xmlns:a16="http://schemas.microsoft.com/office/drawing/2014/main" id="{0A35B2D3-A7DE-4472-8C4A-6D18D0A0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2071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9" name="data_8575">
            <a:extLst xmlns:a="http://schemas.openxmlformats.org/drawingml/2006/main">
              <a:ext uri="{FF2B5EF4-FFF2-40B4-BE49-F238E27FC236}">
                <a16:creationId xmlns:a16="http://schemas.microsoft.com/office/drawing/2014/main" id="{1292E656-F1B8-4E3B-9B19-19FCEB29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9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0" name="data_8576">
            <a:extLst xmlns:a="http://schemas.openxmlformats.org/drawingml/2006/main">
              <a:ext uri="{FF2B5EF4-FFF2-40B4-BE49-F238E27FC236}">
                <a16:creationId xmlns:a16="http://schemas.microsoft.com/office/drawing/2014/main" id="{B55AB2EC-F262-4DB9-8F16-8A9118B9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731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1" name="data_8577">
            <a:extLst xmlns:a="http://schemas.openxmlformats.org/drawingml/2006/main">
              <a:ext uri="{FF2B5EF4-FFF2-40B4-BE49-F238E27FC236}">
                <a16:creationId xmlns:a16="http://schemas.microsoft.com/office/drawing/2014/main" id="{A743A744-D42E-4235-AF58-0123D185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557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2" name="data_8578">
            <a:extLst xmlns:a="http://schemas.openxmlformats.org/drawingml/2006/main">
              <a:ext uri="{FF2B5EF4-FFF2-40B4-BE49-F238E27FC236}">
                <a16:creationId xmlns:a16="http://schemas.microsoft.com/office/drawing/2014/main" id="{2F9CE150-092D-4653-A0D5-C1C8BEEB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62869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3" name="data_8579">
            <a:extLst xmlns:a="http://schemas.openxmlformats.org/drawingml/2006/main">
              <a:ext uri="{FF2B5EF4-FFF2-40B4-BE49-F238E27FC236}">
                <a16:creationId xmlns:a16="http://schemas.microsoft.com/office/drawing/2014/main" id="{6EA936D9-FB05-4943-A264-0FC1BFF4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7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4" name="data_8580">
            <a:extLst xmlns:a="http://schemas.openxmlformats.org/drawingml/2006/main">
              <a:ext uri="{FF2B5EF4-FFF2-40B4-BE49-F238E27FC236}">
                <a16:creationId xmlns:a16="http://schemas.microsoft.com/office/drawing/2014/main" id="{F3D3C68A-8D1A-48F3-9D2C-A6C4BE1B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976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5" name="data_8581">
            <a:extLst xmlns:a="http://schemas.openxmlformats.org/drawingml/2006/main">
              <a:ext uri="{FF2B5EF4-FFF2-40B4-BE49-F238E27FC236}">
                <a16:creationId xmlns:a16="http://schemas.microsoft.com/office/drawing/2014/main" id="{92BCFBE1-DDAD-4687-9355-820E5DDC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4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6" name="data_8582">
            <a:extLst xmlns:a="http://schemas.openxmlformats.org/drawingml/2006/main">
              <a:ext uri="{FF2B5EF4-FFF2-40B4-BE49-F238E27FC236}">
                <a16:creationId xmlns:a16="http://schemas.microsoft.com/office/drawing/2014/main" id="{0AD88746-2899-4FB5-8120-6AD1FE4F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600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7" name="data_8583">
            <a:extLst xmlns:a="http://schemas.openxmlformats.org/drawingml/2006/main">
              <a:ext uri="{FF2B5EF4-FFF2-40B4-BE49-F238E27FC236}">
                <a16:creationId xmlns:a16="http://schemas.microsoft.com/office/drawing/2014/main" id="{85239DAB-4474-4743-879D-65437670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5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8" name="data_8584">
            <a:extLst xmlns:a="http://schemas.openxmlformats.org/drawingml/2006/main">
              <a:ext uri="{FF2B5EF4-FFF2-40B4-BE49-F238E27FC236}">
                <a16:creationId xmlns:a16="http://schemas.microsoft.com/office/drawing/2014/main" id="{4255A8FB-5557-4D95-A3A4-5AC2E40A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68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9" name="data_8585">
            <a:extLst xmlns:a="http://schemas.openxmlformats.org/drawingml/2006/main">
              <a:ext uri="{FF2B5EF4-FFF2-40B4-BE49-F238E27FC236}">
                <a16:creationId xmlns:a16="http://schemas.microsoft.com/office/drawing/2014/main" id="{F072C651-1A3C-4EA3-B596-4A1E534E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0" name="data_8586">
            <a:extLst xmlns:a="http://schemas.openxmlformats.org/drawingml/2006/main">
              <a:ext uri="{FF2B5EF4-FFF2-40B4-BE49-F238E27FC236}">
                <a16:creationId xmlns:a16="http://schemas.microsoft.com/office/drawing/2014/main" id="{BF4293CA-D64A-4C94-B96D-8BDFBB96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26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1" name="data_8587">
            <a:extLst xmlns:a="http://schemas.openxmlformats.org/drawingml/2006/main">
              <a:ext uri="{FF2B5EF4-FFF2-40B4-BE49-F238E27FC236}">
                <a16:creationId xmlns:a16="http://schemas.microsoft.com/office/drawing/2014/main" id="{486B3830-024A-4855-8EE8-CE365106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164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2" name="data_8588">
            <a:extLst xmlns:a="http://schemas.openxmlformats.org/drawingml/2006/main">
              <a:ext uri="{FF2B5EF4-FFF2-40B4-BE49-F238E27FC236}">
                <a16:creationId xmlns:a16="http://schemas.microsoft.com/office/drawing/2014/main" id="{D3B4EE19-6628-4479-A214-1295EB2E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728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3" name="data_8589">
            <a:extLst xmlns:a="http://schemas.openxmlformats.org/drawingml/2006/main">
              <a:ext uri="{FF2B5EF4-FFF2-40B4-BE49-F238E27FC236}">
                <a16:creationId xmlns:a16="http://schemas.microsoft.com/office/drawing/2014/main" id="{2A1BC815-871C-4ED6-8071-FE0AA794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05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4" name="data_8590">
            <a:extLst xmlns:a="http://schemas.openxmlformats.org/drawingml/2006/main">
              <a:ext uri="{FF2B5EF4-FFF2-40B4-BE49-F238E27FC236}">
                <a16:creationId xmlns:a16="http://schemas.microsoft.com/office/drawing/2014/main" id="{A00B5A7E-CDCF-4BDD-A9EB-AA3DF670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8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5" name="data_8591">
            <a:extLst xmlns:a="http://schemas.openxmlformats.org/drawingml/2006/main">
              <a:ext uri="{FF2B5EF4-FFF2-40B4-BE49-F238E27FC236}">
                <a16:creationId xmlns:a16="http://schemas.microsoft.com/office/drawing/2014/main" id="{1E720C95-80ED-4BC5-80CB-D8A3E9A0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92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6" name="data_8592">
            <a:extLst xmlns:a="http://schemas.openxmlformats.org/drawingml/2006/main">
              <a:ext uri="{FF2B5EF4-FFF2-40B4-BE49-F238E27FC236}">
                <a16:creationId xmlns:a16="http://schemas.microsoft.com/office/drawing/2014/main" id="{A51F39AE-87C4-488D-9E80-F6634B01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1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7" name="data_8593">
            <a:extLst xmlns:a="http://schemas.openxmlformats.org/drawingml/2006/main">
              <a:ext uri="{FF2B5EF4-FFF2-40B4-BE49-F238E27FC236}">
                <a16:creationId xmlns:a16="http://schemas.microsoft.com/office/drawing/2014/main" id="{4A39C48D-F2AA-4CFA-9888-F5E4AC54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8" name="data_8594">
            <a:extLst xmlns:a="http://schemas.openxmlformats.org/drawingml/2006/main">
              <a:ext uri="{FF2B5EF4-FFF2-40B4-BE49-F238E27FC236}">
                <a16:creationId xmlns:a16="http://schemas.microsoft.com/office/drawing/2014/main" id="{0AD1A830-3124-450B-8D20-4D974D3B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10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9" name="data_8595">
            <a:extLst xmlns:a="http://schemas.openxmlformats.org/drawingml/2006/main">
              <a:ext uri="{FF2B5EF4-FFF2-40B4-BE49-F238E27FC236}">
                <a16:creationId xmlns:a16="http://schemas.microsoft.com/office/drawing/2014/main" id="{0CD408BD-05FB-4E60-8C61-03050DAC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16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0" name="data_8596">
            <a:extLst xmlns:a="http://schemas.openxmlformats.org/drawingml/2006/main">
              <a:ext uri="{FF2B5EF4-FFF2-40B4-BE49-F238E27FC236}">
                <a16:creationId xmlns:a16="http://schemas.microsoft.com/office/drawing/2014/main" id="{4C14897F-BA3D-4897-B061-A2110F68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2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1" name="data_8597">
            <a:extLst xmlns:a="http://schemas.openxmlformats.org/drawingml/2006/main">
              <a:ext uri="{FF2B5EF4-FFF2-40B4-BE49-F238E27FC236}">
                <a16:creationId xmlns:a16="http://schemas.microsoft.com/office/drawing/2014/main" id="{8D1FE4FA-851E-4978-8F37-D3459CA6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05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2" name="data_8598">
            <a:extLst xmlns:a="http://schemas.openxmlformats.org/drawingml/2006/main">
              <a:ext uri="{FF2B5EF4-FFF2-40B4-BE49-F238E27FC236}">
                <a16:creationId xmlns:a16="http://schemas.microsoft.com/office/drawing/2014/main" id="{1DF31D33-0F4D-43FA-ADFA-3A574974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3" name="data_8599">
            <a:extLst xmlns:a="http://schemas.openxmlformats.org/drawingml/2006/main">
              <a:ext uri="{FF2B5EF4-FFF2-40B4-BE49-F238E27FC236}">
                <a16:creationId xmlns:a16="http://schemas.microsoft.com/office/drawing/2014/main" id="{A825EE66-837F-4222-A65B-5C0C7A9D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808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4" name="data_8600">
            <a:extLst xmlns:a="http://schemas.openxmlformats.org/drawingml/2006/main">
              <a:ext uri="{FF2B5EF4-FFF2-40B4-BE49-F238E27FC236}">
                <a16:creationId xmlns:a16="http://schemas.microsoft.com/office/drawing/2014/main" id="{FE673103-9BC6-4439-B491-95D90168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5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5" name="data_8601">
            <a:extLst xmlns:a="http://schemas.openxmlformats.org/drawingml/2006/main">
              <a:ext uri="{FF2B5EF4-FFF2-40B4-BE49-F238E27FC236}">
                <a16:creationId xmlns:a16="http://schemas.microsoft.com/office/drawing/2014/main" id="{7843C406-D19D-4FF1-8FE3-FE273526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6" name="data_8602">
            <a:extLst xmlns:a="http://schemas.openxmlformats.org/drawingml/2006/main">
              <a:ext uri="{FF2B5EF4-FFF2-40B4-BE49-F238E27FC236}">
                <a16:creationId xmlns:a16="http://schemas.microsoft.com/office/drawing/2014/main" id="{7A49CCCB-70D6-4C14-82D1-1DBDB33C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880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7" name="data_8603">
            <a:extLst xmlns:a="http://schemas.openxmlformats.org/drawingml/2006/main">
              <a:ext uri="{FF2B5EF4-FFF2-40B4-BE49-F238E27FC236}">
                <a16:creationId xmlns:a16="http://schemas.microsoft.com/office/drawing/2014/main" id="{2155EE27-2780-4B5C-A3AB-604E0EE0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6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8" name="data_8604">
            <a:extLst xmlns:a="http://schemas.openxmlformats.org/drawingml/2006/main">
              <a:ext uri="{FF2B5EF4-FFF2-40B4-BE49-F238E27FC236}">
                <a16:creationId xmlns:a16="http://schemas.microsoft.com/office/drawing/2014/main" id="{D0E51014-866C-4C64-8521-A62C6D0D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14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9" name="data_8605">
            <a:extLst xmlns:a="http://schemas.openxmlformats.org/drawingml/2006/main">
              <a:ext uri="{FF2B5EF4-FFF2-40B4-BE49-F238E27FC236}">
                <a16:creationId xmlns:a16="http://schemas.microsoft.com/office/drawing/2014/main" id="{3476FFED-39AD-4462-9E0A-943C9657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24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0" name="data_8606">
            <a:extLst xmlns:a="http://schemas.openxmlformats.org/drawingml/2006/main">
              <a:ext uri="{FF2B5EF4-FFF2-40B4-BE49-F238E27FC236}">
                <a16:creationId xmlns:a16="http://schemas.microsoft.com/office/drawing/2014/main" id="{2899BC4D-509E-4124-AA40-63C0FC72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423" y="607427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1" name="data_8607">
            <a:extLst xmlns:a="http://schemas.openxmlformats.org/drawingml/2006/main">
              <a:ext uri="{FF2B5EF4-FFF2-40B4-BE49-F238E27FC236}">
                <a16:creationId xmlns:a16="http://schemas.microsoft.com/office/drawing/2014/main" id="{2AED6D85-7092-4814-9FD4-CE86152B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50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2" name="data_8608">
            <a:extLst xmlns:a="http://schemas.openxmlformats.org/drawingml/2006/main">
              <a:ext uri="{FF2B5EF4-FFF2-40B4-BE49-F238E27FC236}">
                <a16:creationId xmlns:a16="http://schemas.microsoft.com/office/drawing/2014/main" id="{BF2C0933-BDAB-4516-AFEF-2688400F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19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3" name="data_8609">
            <a:extLst xmlns:a="http://schemas.openxmlformats.org/drawingml/2006/main">
              <a:ext uri="{FF2B5EF4-FFF2-40B4-BE49-F238E27FC236}">
                <a16:creationId xmlns:a16="http://schemas.microsoft.com/office/drawing/2014/main" id="{2A025468-DC64-4343-9D08-961E2F83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555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4" name="data_8610">
            <a:extLst xmlns:a="http://schemas.openxmlformats.org/drawingml/2006/main">
              <a:ext uri="{FF2B5EF4-FFF2-40B4-BE49-F238E27FC236}">
                <a16:creationId xmlns:a16="http://schemas.microsoft.com/office/drawing/2014/main" id="{355D015F-A4C7-4C3A-AE7E-05079503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0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5" name="data_8611">
            <a:extLst xmlns:a="http://schemas.openxmlformats.org/drawingml/2006/main">
              <a:ext uri="{FF2B5EF4-FFF2-40B4-BE49-F238E27FC236}">
                <a16:creationId xmlns:a16="http://schemas.microsoft.com/office/drawing/2014/main" id="{5990E016-9893-43F3-9055-86BCB241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422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6" name="data_8612">
            <a:extLst xmlns:a="http://schemas.openxmlformats.org/drawingml/2006/main">
              <a:ext uri="{FF2B5EF4-FFF2-40B4-BE49-F238E27FC236}">
                <a16:creationId xmlns:a16="http://schemas.microsoft.com/office/drawing/2014/main" id="{9BFEB3EB-3762-4396-AD6C-6905C1F3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803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7" name="data_8613">
            <a:extLst xmlns:a="http://schemas.openxmlformats.org/drawingml/2006/main">
              <a:ext uri="{FF2B5EF4-FFF2-40B4-BE49-F238E27FC236}">
                <a16:creationId xmlns:a16="http://schemas.microsoft.com/office/drawing/2014/main" id="{FB3C5A4E-B261-42C8-B862-EEAA8B47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091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8" name="data_8614">
            <a:extLst xmlns:a="http://schemas.openxmlformats.org/drawingml/2006/main">
              <a:ext uri="{FF2B5EF4-FFF2-40B4-BE49-F238E27FC236}">
                <a16:creationId xmlns:a16="http://schemas.microsoft.com/office/drawing/2014/main" id="{E239ABA0-F396-45FF-AF35-B4BF5FBA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184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9" name="data_8615">
            <a:extLst xmlns:a="http://schemas.openxmlformats.org/drawingml/2006/main">
              <a:ext uri="{FF2B5EF4-FFF2-40B4-BE49-F238E27FC236}">
                <a16:creationId xmlns:a16="http://schemas.microsoft.com/office/drawing/2014/main" id="{7C165969-B643-4962-8146-06D91F2D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83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0" name="data_8616">
            <a:extLst xmlns:a="http://schemas.openxmlformats.org/drawingml/2006/main">
              <a:ext uri="{FF2B5EF4-FFF2-40B4-BE49-F238E27FC236}">
                <a16:creationId xmlns:a16="http://schemas.microsoft.com/office/drawing/2014/main" id="{71FA0835-3BE8-4F86-A7C2-67079C7E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0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1" name="data_8617">
            <a:extLst xmlns:a="http://schemas.openxmlformats.org/drawingml/2006/main">
              <a:ext uri="{FF2B5EF4-FFF2-40B4-BE49-F238E27FC236}">
                <a16:creationId xmlns:a16="http://schemas.microsoft.com/office/drawing/2014/main" id="{7D65CE76-2B0C-4E4C-A223-F06B1DE7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86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2" name="data_8618">
            <a:extLst xmlns:a="http://schemas.openxmlformats.org/drawingml/2006/main">
              <a:ext uri="{FF2B5EF4-FFF2-40B4-BE49-F238E27FC236}">
                <a16:creationId xmlns:a16="http://schemas.microsoft.com/office/drawing/2014/main" id="{81E45E82-75A8-42ED-ADFE-75C04554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21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3" name="data_8619">
            <a:extLst xmlns:a="http://schemas.openxmlformats.org/drawingml/2006/main">
              <a:ext uri="{FF2B5EF4-FFF2-40B4-BE49-F238E27FC236}">
                <a16:creationId xmlns:a16="http://schemas.microsoft.com/office/drawing/2014/main" id="{EEB8F72F-D197-4981-8AFD-7C589700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5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4" name="data_8620">
            <a:extLst xmlns:a="http://schemas.openxmlformats.org/drawingml/2006/main">
              <a:ext uri="{FF2B5EF4-FFF2-40B4-BE49-F238E27FC236}">
                <a16:creationId xmlns:a16="http://schemas.microsoft.com/office/drawing/2014/main" id="{D9F8A0CD-EC22-48D7-9BFE-48715460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5" name="data_8621">
            <a:extLst xmlns:a="http://schemas.openxmlformats.org/drawingml/2006/main">
              <a:ext uri="{FF2B5EF4-FFF2-40B4-BE49-F238E27FC236}">
                <a16:creationId xmlns:a16="http://schemas.microsoft.com/office/drawing/2014/main" id="{608CF67A-CD1B-4221-9B41-76B8146B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6" name="data_8622">
            <a:extLst xmlns:a="http://schemas.openxmlformats.org/drawingml/2006/main">
              <a:ext uri="{FF2B5EF4-FFF2-40B4-BE49-F238E27FC236}">
                <a16:creationId xmlns:a16="http://schemas.microsoft.com/office/drawing/2014/main" id="{B2A6418D-8AE4-49D8-84B5-B7AFE9E3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589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7" name="data_8623">
            <a:extLst xmlns:a="http://schemas.openxmlformats.org/drawingml/2006/main">
              <a:ext uri="{FF2B5EF4-FFF2-40B4-BE49-F238E27FC236}">
                <a16:creationId xmlns:a16="http://schemas.microsoft.com/office/drawing/2014/main" id="{E8363B77-BF1C-4A16-883F-BADEFA5A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8" name="data_8624">
            <a:extLst xmlns:a="http://schemas.openxmlformats.org/drawingml/2006/main">
              <a:ext uri="{FF2B5EF4-FFF2-40B4-BE49-F238E27FC236}">
                <a16:creationId xmlns:a16="http://schemas.microsoft.com/office/drawing/2014/main" id="{ED8CA1E1-9AB6-4B8C-BB8A-D858DF1F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9" name="data_8625">
            <a:extLst xmlns:a="http://schemas.openxmlformats.org/drawingml/2006/main">
              <a:ext uri="{FF2B5EF4-FFF2-40B4-BE49-F238E27FC236}">
                <a16:creationId xmlns:a16="http://schemas.microsoft.com/office/drawing/2014/main" id="{6A635636-1714-44E6-96F1-DD20BF90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894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0" name="data_8626">
            <a:extLst xmlns:a="http://schemas.openxmlformats.org/drawingml/2006/main">
              <a:ext uri="{FF2B5EF4-FFF2-40B4-BE49-F238E27FC236}">
                <a16:creationId xmlns:a16="http://schemas.microsoft.com/office/drawing/2014/main" id="{6ACC1B97-C5D7-4104-84C5-0118E9BB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110" y="66597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1" name="data_8627">
            <a:extLst xmlns:a="http://schemas.openxmlformats.org/drawingml/2006/main">
              <a:ext uri="{FF2B5EF4-FFF2-40B4-BE49-F238E27FC236}">
                <a16:creationId xmlns:a16="http://schemas.microsoft.com/office/drawing/2014/main" id="{E6CAA32B-31D1-4098-907C-60AEBD79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3309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2" name="data_8628">
            <a:extLst xmlns:a="http://schemas.openxmlformats.org/drawingml/2006/main">
              <a:ext uri="{FF2B5EF4-FFF2-40B4-BE49-F238E27FC236}">
                <a16:creationId xmlns:a16="http://schemas.microsoft.com/office/drawing/2014/main" id="{E7DD646B-D9EF-446B-A343-E3CEF838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57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3" name="data_8629">
            <a:extLst xmlns:a="http://schemas.openxmlformats.org/drawingml/2006/main">
              <a:ext uri="{FF2B5EF4-FFF2-40B4-BE49-F238E27FC236}">
                <a16:creationId xmlns:a16="http://schemas.microsoft.com/office/drawing/2014/main" id="{2BF6D0FD-4F28-4835-A4E0-53E98032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79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4" name="data_8630">
            <a:extLst xmlns:a="http://schemas.openxmlformats.org/drawingml/2006/main">
              <a:ext uri="{FF2B5EF4-FFF2-40B4-BE49-F238E27FC236}">
                <a16:creationId xmlns:a16="http://schemas.microsoft.com/office/drawing/2014/main" id="{5199B248-F9DC-4D71-BBE8-4BF23DE5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5" name="data_8631">
            <a:extLst xmlns:a="http://schemas.openxmlformats.org/drawingml/2006/main">
              <a:ext uri="{FF2B5EF4-FFF2-40B4-BE49-F238E27FC236}">
                <a16:creationId xmlns:a16="http://schemas.microsoft.com/office/drawing/2014/main" id="{E997C8D5-6A22-46C6-8540-ED1CFD0A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466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6" name="data_8632">
            <a:extLst xmlns:a="http://schemas.openxmlformats.org/drawingml/2006/main">
              <a:ext uri="{FF2B5EF4-FFF2-40B4-BE49-F238E27FC236}">
                <a16:creationId xmlns:a16="http://schemas.microsoft.com/office/drawing/2014/main" id="{11908D4F-814C-4587-8D62-3B8F80CC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06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7" name="data_8633">
            <a:extLst xmlns:a="http://schemas.openxmlformats.org/drawingml/2006/main">
              <a:ext uri="{FF2B5EF4-FFF2-40B4-BE49-F238E27FC236}">
                <a16:creationId xmlns:a16="http://schemas.microsoft.com/office/drawing/2014/main" id="{B3CEA689-BD7D-4F16-A68A-52C55423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454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8" name="data_8634">
            <a:extLst xmlns:a="http://schemas.openxmlformats.org/drawingml/2006/main">
              <a:ext uri="{FF2B5EF4-FFF2-40B4-BE49-F238E27FC236}">
                <a16:creationId xmlns:a16="http://schemas.microsoft.com/office/drawing/2014/main" id="{EF133817-5314-4EDC-96B1-EB6C4B08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3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9" name="data_8635">
            <a:extLst xmlns:a="http://schemas.openxmlformats.org/drawingml/2006/main">
              <a:ext uri="{FF2B5EF4-FFF2-40B4-BE49-F238E27FC236}">
                <a16:creationId xmlns:a16="http://schemas.microsoft.com/office/drawing/2014/main" id="{9713AF69-6359-436D-A36E-A39F77E3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26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0" name="data_8636">
            <a:extLst xmlns:a="http://schemas.openxmlformats.org/drawingml/2006/main">
              <a:ext uri="{FF2B5EF4-FFF2-40B4-BE49-F238E27FC236}">
                <a16:creationId xmlns:a16="http://schemas.microsoft.com/office/drawing/2014/main" id="{1970EC20-2044-47E2-A6C1-963BC15D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1" name="data_8637">
            <a:extLst xmlns:a="http://schemas.openxmlformats.org/drawingml/2006/main">
              <a:ext uri="{FF2B5EF4-FFF2-40B4-BE49-F238E27FC236}">
                <a16:creationId xmlns:a16="http://schemas.microsoft.com/office/drawing/2014/main" id="{9DA8A4E5-C202-4703-8199-6590758E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22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2" name="data_8638">
            <a:extLst xmlns:a="http://schemas.openxmlformats.org/drawingml/2006/main">
              <a:ext uri="{FF2B5EF4-FFF2-40B4-BE49-F238E27FC236}">
                <a16:creationId xmlns:a16="http://schemas.microsoft.com/office/drawing/2014/main" id="{205CF60F-C0C6-495E-BF60-9BF8D8A4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5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3" name="data_8639">
            <a:extLst xmlns:a="http://schemas.openxmlformats.org/drawingml/2006/main">
              <a:ext uri="{FF2B5EF4-FFF2-40B4-BE49-F238E27FC236}">
                <a16:creationId xmlns:a16="http://schemas.microsoft.com/office/drawing/2014/main" id="{34C3A3E5-D739-4A3A-8ECB-3A3E50A1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467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4" name="data_8640">
            <a:extLst xmlns:a="http://schemas.openxmlformats.org/drawingml/2006/main">
              <a:ext uri="{FF2B5EF4-FFF2-40B4-BE49-F238E27FC236}">
                <a16:creationId xmlns:a16="http://schemas.microsoft.com/office/drawing/2014/main" id="{A014EF33-B210-438D-85E0-4124E25C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31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5" name="data_8641">
            <a:extLst xmlns:a="http://schemas.openxmlformats.org/drawingml/2006/main">
              <a:ext uri="{FF2B5EF4-FFF2-40B4-BE49-F238E27FC236}">
                <a16:creationId xmlns:a16="http://schemas.microsoft.com/office/drawing/2014/main" id="{F1F361D7-70A8-4D61-AE17-86A831F1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6" name="data_8642">
            <a:extLst xmlns:a="http://schemas.openxmlformats.org/drawingml/2006/main">
              <a:ext uri="{FF2B5EF4-FFF2-40B4-BE49-F238E27FC236}">
                <a16:creationId xmlns:a16="http://schemas.microsoft.com/office/drawing/2014/main" id="{BFAFC982-1E9D-423D-A0FD-690B9530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68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7" name="data_8643">
            <a:extLst xmlns:a="http://schemas.openxmlformats.org/drawingml/2006/main">
              <a:ext uri="{FF2B5EF4-FFF2-40B4-BE49-F238E27FC236}">
                <a16:creationId xmlns:a16="http://schemas.microsoft.com/office/drawing/2014/main" id="{44F59A5A-411A-4ECA-8B84-3F1BBAEC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7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8" name="data_8644">
            <a:extLst xmlns:a="http://schemas.openxmlformats.org/drawingml/2006/main">
              <a:ext uri="{FF2B5EF4-FFF2-40B4-BE49-F238E27FC236}">
                <a16:creationId xmlns:a16="http://schemas.microsoft.com/office/drawing/2014/main" id="{8B783BDA-3F64-4293-B2CC-3A39D324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36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9" name="data_8645">
            <a:extLst xmlns:a="http://schemas.openxmlformats.org/drawingml/2006/main">
              <a:ext uri="{FF2B5EF4-FFF2-40B4-BE49-F238E27FC236}">
                <a16:creationId xmlns:a16="http://schemas.microsoft.com/office/drawing/2014/main" id="{B55B92AD-4354-4840-89CA-B2C06737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2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0" name="data_8646">
            <a:extLst xmlns:a="http://schemas.openxmlformats.org/drawingml/2006/main">
              <a:ext uri="{FF2B5EF4-FFF2-40B4-BE49-F238E27FC236}">
                <a16:creationId xmlns:a16="http://schemas.microsoft.com/office/drawing/2014/main" id="{F8E91282-3F1D-4A8E-846B-B32A57D2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47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1" name="data_8647">
            <a:extLst xmlns:a="http://schemas.openxmlformats.org/drawingml/2006/main">
              <a:ext uri="{FF2B5EF4-FFF2-40B4-BE49-F238E27FC236}">
                <a16:creationId xmlns:a16="http://schemas.microsoft.com/office/drawing/2014/main" id="{FCD1887D-BCE2-49B9-B072-E165DE18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862" y="59991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2" name="data_8648">
            <a:extLst xmlns:a="http://schemas.openxmlformats.org/drawingml/2006/main">
              <a:ext uri="{FF2B5EF4-FFF2-40B4-BE49-F238E27FC236}">
                <a16:creationId xmlns:a16="http://schemas.microsoft.com/office/drawing/2014/main" id="{3470AAD5-F6A1-4964-A30E-E0B0ED04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11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3" name="data_8649">
            <a:extLst xmlns:a="http://schemas.openxmlformats.org/drawingml/2006/main">
              <a:ext uri="{FF2B5EF4-FFF2-40B4-BE49-F238E27FC236}">
                <a16:creationId xmlns:a16="http://schemas.microsoft.com/office/drawing/2014/main" id="{C897ECC5-BB5F-4C8D-8B39-A324FE0A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4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4" name="data_8650">
            <a:extLst xmlns:a="http://schemas.openxmlformats.org/drawingml/2006/main">
              <a:ext uri="{FF2B5EF4-FFF2-40B4-BE49-F238E27FC236}">
                <a16:creationId xmlns:a16="http://schemas.microsoft.com/office/drawing/2014/main" id="{18540D04-9956-4D66-9E31-C0EF4EA5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71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5" name="data_8651">
            <a:extLst xmlns:a="http://schemas.openxmlformats.org/drawingml/2006/main">
              <a:ext uri="{FF2B5EF4-FFF2-40B4-BE49-F238E27FC236}">
                <a16:creationId xmlns:a16="http://schemas.microsoft.com/office/drawing/2014/main" id="{3475B8E4-D4A4-4D8F-A42F-ABC9DA59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81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6" name="data_8652">
            <a:extLst xmlns:a="http://schemas.openxmlformats.org/drawingml/2006/main">
              <a:ext uri="{FF2B5EF4-FFF2-40B4-BE49-F238E27FC236}">
                <a16:creationId xmlns:a16="http://schemas.microsoft.com/office/drawing/2014/main" id="{2A9B0A3C-2EA8-4BC1-9EFD-95171156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34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7" name="data_8653">
            <a:extLst xmlns:a="http://schemas.openxmlformats.org/drawingml/2006/main">
              <a:ext uri="{FF2B5EF4-FFF2-40B4-BE49-F238E27FC236}">
                <a16:creationId xmlns:a16="http://schemas.microsoft.com/office/drawing/2014/main" id="{1DB0F6F6-4DF2-4F4A-928C-655D2CE1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9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8" name="data_8654">
            <a:extLst xmlns:a="http://schemas.openxmlformats.org/drawingml/2006/main">
              <a:ext uri="{FF2B5EF4-FFF2-40B4-BE49-F238E27FC236}">
                <a16:creationId xmlns:a16="http://schemas.microsoft.com/office/drawing/2014/main" id="{096288E4-B4C2-47EC-97F5-269E8151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670" y="54792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9" name="data_8655">
            <a:extLst xmlns:a="http://schemas.openxmlformats.org/drawingml/2006/main">
              <a:ext uri="{FF2B5EF4-FFF2-40B4-BE49-F238E27FC236}">
                <a16:creationId xmlns:a16="http://schemas.microsoft.com/office/drawing/2014/main" id="{A024886C-AE93-457A-B37F-1DA930B6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4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0" name="data_8656">
            <a:extLst xmlns:a="http://schemas.openxmlformats.org/drawingml/2006/main">
              <a:ext uri="{FF2B5EF4-FFF2-40B4-BE49-F238E27FC236}">
                <a16:creationId xmlns:a16="http://schemas.microsoft.com/office/drawing/2014/main" id="{D221C5AB-FAAA-4B71-B641-2499DFEE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4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1" name="data_8657">
            <a:extLst xmlns:a="http://schemas.openxmlformats.org/drawingml/2006/main">
              <a:ext uri="{FF2B5EF4-FFF2-40B4-BE49-F238E27FC236}">
                <a16:creationId xmlns:a16="http://schemas.microsoft.com/office/drawing/2014/main" id="{3C6165A3-2BF6-4216-BE02-D806AF2E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0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2" name="data_8658">
            <a:extLst xmlns:a="http://schemas.openxmlformats.org/drawingml/2006/main">
              <a:ext uri="{FF2B5EF4-FFF2-40B4-BE49-F238E27FC236}">
                <a16:creationId xmlns:a16="http://schemas.microsoft.com/office/drawing/2014/main" id="{A924E542-FB55-4257-A003-2FFC23EB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0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3" name="data_8659">
            <a:extLst xmlns:a="http://schemas.openxmlformats.org/drawingml/2006/main">
              <a:ext uri="{FF2B5EF4-FFF2-40B4-BE49-F238E27FC236}">
                <a16:creationId xmlns:a16="http://schemas.microsoft.com/office/drawing/2014/main" id="{B9EF21EA-57AD-413E-A32C-6E960459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08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4" name="data_8660">
            <a:extLst xmlns:a="http://schemas.openxmlformats.org/drawingml/2006/main">
              <a:ext uri="{FF2B5EF4-FFF2-40B4-BE49-F238E27FC236}">
                <a16:creationId xmlns:a16="http://schemas.microsoft.com/office/drawing/2014/main" id="{902BA354-FA0C-47B7-9ACE-2A845181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2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5" name="data_8661">
            <a:extLst xmlns:a="http://schemas.openxmlformats.org/drawingml/2006/main">
              <a:ext uri="{FF2B5EF4-FFF2-40B4-BE49-F238E27FC236}">
                <a16:creationId xmlns:a16="http://schemas.microsoft.com/office/drawing/2014/main" id="{674C899F-0820-45E1-A8F9-474095F5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378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6" name="data_8662">
            <a:extLst xmlns:a="http://schemas.openxmlformats.org/drawingml/2006/main">
              <a:ext uri="{FF2B5EF4-FFF2-40B4-BE49-F238E27FC236}">
                <a16:creationId xmlns:a16="http://schemas.microsoft.com/office/drawing/2014/main" id="{4B360DDA-7E6F-4EBA-9B8F-3124D2C7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1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7" name="data_8663">
            <a:extLst xmlns:a="http://schemas.openxmlformats.org/drawingml/2006/main">
              <a:ext uri="{FF2B5EF4-FFF2-40B4-BE49-F238E27FC236}">
                <a16:creationId xmlns:a16="http://schemas.microsoft.com/office/drawing/2014/main" id="{57CABE95-C382-44FA-804C-9AB940D0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02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8" name="data_8664">
            <a:extLst xmlns:a="http://schemas.openxmlformats.org/drawingml/2006/main">
              <a:ext uri="{FF2B5EF4-FFF2-40B4-BE49-F238E27FC236}">
                <a16:creationId xmlns:a16="http://schemas.microsoft.com/office/drawing/2014/main" id="{B50DC77A-ECDE-4253-B237-A5DD4B78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3843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9" name="data_8665">
            <a:extLst xmlns:a="http://schemas.openxmlformats.org/drawingml/2006/main">
              <a:ext uri="{FF2B5EF4-FFF2-40B4-BE49-F238E27FC236}">
                <a16:creationId xmlns:a16="http://schemas.microsoft.com/office/drawing/2014/main" id="{C5CCC90E-72D7-4C41-BFE9-B6AABA88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38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0" name="data_8666">
            <a:extLst xmlns:a="http://schemas.openxmlformats.org/drawingml/2006/main">
              <a:ext uri="{FF2B5EF4-FFF2-40B4-BE49-F238E27FC236}">
                <a16:creationId xmlns:a16="http://schemas.microsoft.com/office/drawing/2014/main" id="{4668BA6C-1BBF-4839-A3C9-61FCA392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23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1" name="data_8667">
            <a:extLst xmlns:a="http://schemas.openxmlformats.org/drawingml/2006/main">
              <a:ext uri="{FF2B5EF4-FFF2-40B4-BE49-F238E27FC236}">
                <a16:creationId xmlns:a16="http://schemas.microsoft.com/office/drawing/2014/main" id="{AE114EC8-0355-4965-8721-934881C7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436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2" name="data_8668">
            <a:extLst xmlns:a="http://schemas.openxmlformats.org/drawingml/2006/main">
              <a:ext uri="{FF2B5EF4-FFF2-40B4-BE49-F238E27FC236}">
                <a16:creationId xmlns:a16="http://schemas.microsoft.com/office/drawing/2014/main" id="{3B9ACFAE-2E66-4F7B-883E-54C8B12D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35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3" name="data_8669">
            <a:extLst xmlns:a="http://schemas.openxmlformats.org/drawingml/2006/main">
              <a:ext uri="{FF2B5EF4-FFF2-40B4-BE49-F238E27FC236}">
                <a16:creationId xmlns:a16="http://schemas.microsoft.com/office/drawing/2014/main" id="{4AB6F40F-8B78-4E12-BC0B-8B019D4B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4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4" name="data_8670">
            <a:extLst xmlns:a="http://schemas.openxmlformats.org/drawingml/2006/main">
              <a:ext uri="{FF2B5EF4-FFF2-40B4-BE49-F238E27FC236}">
                <a16:creationId xmlns:a16="http://schemas.microsoft.com/office/drawing/2014/main" id="{9B636E80-75EB-4256-9563-06BD6D48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245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5" name="data_8671">
            <a:extLst xmlns:a="http://schemas.openxmlformats.org/drawingml/2006/main">
              <a:ext uri="{FF2B5EF4-FFF2-40B4-BE49-F238E27FC236}">
                <a16:creationId xmlns:a16="http://schemas.microsoft.com/office/drawing/2014/main" id="{F968C267-A112-46D5-9335-3929FD78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071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6" name="data_8672">
            <a:extLst xmlns:a="http://schemas.openxmlformats.org/drawingml/2006/main">
              <a:ext uri="{FF2B5EF4-FFF2-40B4-BE49-F238E27FC236}">
                <a16:creationId xmlns:a16="http://schemas.microsoft.com/office/drawing/2014/main" id="{DAE266DE-B604-4675-825D-DD219343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56408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7" name="data_8673">
            <a:extLst xmlns:a="http://schemas.openxmlformats.org/drawingml/2006/main">
              <a:ext uri="{FF2B5EF4-FFF2-40B4-BE49-F238E27FC236}">
                <a16:creationId xmlns:a16="http://schemas.microsoft.com/office/drawing/2014/main" id="{9503FEEB-0A47-46EB-983F-66F6D176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3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8" name="data_8674">
            <a:extLst xmlns:a="http://schemas.openxmlformats.org/drawingml/2006/main">
              <a:ext uri="{FF2B5EF4-FFF2-40B4-BE49-F238E27FC236}">
                <a16:creationId xmlns:a16="http://schemas.microsoft.com/office/drawing/2014/main" id="{D25290FA-9D13-4F68-98AA-8B911A36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90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9" name="data_8675">
            <a:extLst xmlns:a="http://schemas.openxmlformats.org/drawingml/2006/main">
              <a:ext uri="{FF2B5EF4-FFF2-40B4-BE49-F238E27FC236}">
                <a16:creationId xmlns:a16="http://schemas.microsoft.com/office/drawing/2014/main" id="{ADA9736A-395C-44F5-B78B-6F6CCEA7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9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0" name="data_8676">
            <a:extLst xmlns:a="http://schemas.openxmlformats.org/drawingml/2006/main">
              <a:ext uri="{FF2B5EF4-FFF2-40B4-BE49-F238E27FC236}">
                <a16:creationId xmlns:a16="http://schemas.microsoft.com/office/drawing/2014/main" id="{D16EFB97-4248-4FAE-BE24-8C5E3ADE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114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1" name="data_8677">
            <a:extLst xmlns:a="http://schemas.openxmlformats.org/drawingml/2006/main">
              <a:ext uri="{FF2B5EF4-FFF2-40B4-BE49-F238E27FC236}">
                <a16:creationId xmlns:a16="http://schemas.microsoft.com/office/drawing/2014/main" id="{5DF6AC00-1F41-4192-B802-453CA27F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60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2" name="data_8678">
            <a:extLst xmlns:a="http://schemas.openxmlformats.org/drawingml/2006/main">
              <a:ext uri="{FF2B5EF4-FFF2-40B4-BE49-F238E27FC236}">
                <a16:creationId xmlns:a16="http://schemas.microsoft.com/office/drawing/2014/main" id="{6CE72641-8243-4D07-872F-4BD3C2A5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19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3" name="data_8679">
            <a:extLst xmlns:a="http://schemas.openxmlformats.org/drawingml/2006/main">
              <a:ext uri="{FF2B5EF4-FFF2-40B4-BE49-F238E27FC236}">
                <a16:creationId xmlns:a16="http://schemas.microsoft.com/office/drawing/2014/main" id="{4AA3C95C-5B37-4214-9052-5668F9AC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4" name="data_8680">
            <a:extLst xmlns:a="http://schemas.openxmlformats.org/drawingml/2006/main">
              <a:ext uri="{FF2B5EF4-FFF2-40B4-BE49-F238E27FC236}">
                <a16:creationId xmlns:a16="http://schemas.microsoft.com/office/drawing/2014/main" id="{D59662AB-8E10-44E8-81E7-A31F1579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7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5" name="data_8681">
            <a:extLst xmlns:a="http://schemas.openxmlformats.org/drawingml/2006/main">
              <a:ext uri="{FF2B5EF4-FFF2-40B4-BE49-F238E27FC236}">
                <a16:creationId xmlns:a16="http://schemas.microsoft.com/office/drawing/2014/main" id="{43869033-F883-4E26-9EB3-6FC55490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16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6" name="data_8682">
            <a:extLst xmlns:a="http://schemas.openxmlformats.org/drawingml/2006/main">
              <a:ext uri="{FF2B5EF4-FFF2-40B4-BE49-F238E27FC236}">
                <a16:creationId xmlns:a16="http://schemas.microsoft.com/office/drawing/2014/main" id="{4FC8B9F9-6615-4D8B-B768-03490D33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241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7" name="data_8683">
            <a:extLst xmlns:a="http://schemas.openxmlformats.org/drawingml/2006/main">
              <a:ext uri="{FF2B5EF4-FFF2-40B4-BE49-F238E27FC236}">
                <a16:creationId xmlns:a16="http://schemas.microsoft.com/office/drawing/2014/main" id="{EA328A2E-F58F-42AD-9C59-0B2A72BD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56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8" name="data_8684">
            <a:extLst xmlns:a="http://schemas.openxmlformats.org/drawingml/2006/main">
              <a:ext uri="{FF2B5EF4-FFF2-40B4-BE49-F238E27FC236}">
                <a16:creationId xmlns:a16="http://schemas.microsoft.com/office/drawing/2014/main" id="{25F7FE35-88E8-4189-B756-30A4D661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43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9" name="data_8685">
            <a:extLst xmlns:a="http://schemas.openxmlformats.org/drawingml/2006/main">
              <a:ext uri="{FF2B5EF4-FFF2-40B4-BE49-F238E27FC236}">
                <a16:creationId xmlns:a16="http://schemas.microsoft.com/office/drawing/2014/main" id="{ED6389F1-F4B1-4D1A-B251-6928BA76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44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0" name="data_8686">
            <a:extLst xmlns:a="http://schemas.openxmlformats.org/drawingml/2006/main">
              <a:ext uri="{FF2B5EF4-FFF2-40B4-BE49-F238E27FC236}">
                <a16:creationId xmlns:a16="http://schemas.microsoft.com/office/drawing/2014/main" id="{F5B28E64-9AA9-404E-B39D-61C09969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6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1" name="data_8687">
            <a:extLst xmlns:a="http://schemas.openxmlformats.org/drawingml/2006/main">
              <a:ext uri="{FF2B5EF4-FFF2-40B4-BE49-F238E27FC236}">
                <a16:creationId xmlns:a16="http://schemas.microsoft.com/office/drawing/2014/main" id="{FD8F4A34-66EA-45D5-BDAA-055A50D3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2" name="data_8688">
            <a:extLst xmlns:a="http://schemas.openxmlformats.org/drawingml/2006/main">
              <a:ext uri="{FF2B5EF4-FFF2-40B4-BE49-F238E27FC236}">
                <a16:creationId xmlns:a16="http://schemas.microsoft.com/office/drawing/2014/main" id="{A9824E18-64F8-462F-8E00-6F09A6E9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6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3" name="data_8689">
            <a:extLst xmlns:a="http://schemas.openxmlformats.org/drawingml/2006/main">
              <a:ext uri="{FF2B5EF4-FFF2-40B4-BE49-F238E27FC236}">
                <a16:creationId xmlns:a16="http://schemas.microsoft.com/office/drawing/2014/main" id="{2CE1D0DA-32FC-4D92-95C1-20871AB2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6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4" name="data_8690">
            <a:extLst xmlns:a="http://schemas.openxmlformats.org/drawingml/2006/main">
              <a:ext uri="{FF2B5EF4-FFF2-40B4-BE49-F238E27FC236}">
                <a16:creationId xmlns:a16="http://schemas.microsoft.com/office/drawing/2014/main" id="{A6B66B7B-8010-4E37-8531-977FEC6E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7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5" name="data_8691">
            <a:extLst xmlns:a="http://schemas.openxmlformats.org/drawingml/2006/main">
              <a:ext uri="{FF2B5EF4-FFF2-40B4-BE49-F238E27FC236}">
                <a16:creationId xmlns:a16="http://schemas.microsoft.com/office/drawing/2014/main" id="{8919FDB2-6AC9-4A75-B9A6-C146A5D7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557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6" name="data_8692">
            <a:extLst xmlns:a="http://schemas.openxmlformats.org/drawingml/2006/main">
              <a:ext uri="{FF2B5EF4-FFF2-40B4-BE49-F238E27FC236}">
                <a16:creationId xmlns:a16="http://schemas.microsoft.com/office/drawing/2014/main" id="{ECFDFC57-EC0C-48E3-ACA7-BC2537F7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7" name="data_8693">
            <a:extLst xmlns:a="http://schemas.openxmlformats.org/drawingml/2006/main">
              <a:ext uri="{FF2B5EF4-FFF2-40B4-BE49-F238E27FC236}">
                <a16:creationId xmlns:a16="http://schemas.microsoft.com/office/drawing/2014/main" id="{589190E1-5195-44A2-9C8B-52792E7D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322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8" name="data_8694">
            <a:extLst xmlns:a="http://schemas.openxmlformats.org/drawingml/2006/main">
              <a:ext uri="{FF2B5EF4-FFF2-40B4-BE49-F238E27FC236}">
                <a16:creationId xmlns:a16="http://schemas.microsoft.com/office/drawing/2014/main" id="{95D34235-BE85-4FFC-9CA7-AEAFD044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9" name="data_8695">
            <a:extLst xmlns:a="http://schemas.openxmlformats.org/drawingml/2006/main">
              <a:ext uri="{FF2B5EF4-FFF2-40B4-BE49-F238E27FC236}">
                <a16:creationId xmlns:a16="http://schemas.microsoft.com/office/drawing/2014/main" id="{13329138-DB5D-474A-A57A-8316BF6C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0" name="data_8696">
            <a:extLst xmlns:a="http://schemas.openxmlformats.org/drawingml/2006/main">
              <a:ext uri="{FF2B5EF4-FFF2-40B4-BE49-F238E27FC236}">
                <a16:creationId xmlns:a16="http://schemas.microsoft.com/office/drawing/2014/main" id="{F3BC07E0-99AF-4DA4-AEC6-6695F4CC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7394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1" name="data_8697">
            <a:extLst xmlns:a="http://schemas.openxmlformats.org/drawingml/2006/main">
              <a:ext uri="{FF2B5EF4-FFF2-40B4-BE49-F238E27FC236}">
                <a16:creationId xmlns:a16="http://schemas.microsoft.com/office/drawing/2014/main" id="{3E2A3155-74FF-42FB-B15E-1075496A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41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2" name="data_8698">
            <a:extLst xmlns:a="http://schemas.openxmlformats.org/drawingml/2006/main">
              <a:ext uri="{FF2B5EF4-FFF2-40B4-BE49-F238E27FC236}">
                <a16:creationId xmlns:a16="http://schemas.microsoft.com/office/drawing/2014/main" id="{FE6E7FBC-23E2-4754-B2AD-8C290FE8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06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3" name="data_8699">
            <a:extLst xmlns:a="http://schemas.openxmlformats.org/drawingml/2006/main">
              <a:ext uri="{FF2B5EF4-FFF2-40B4-BE49-F238E27FC236}">
                <a16:creationId xmlns:a16="http://schemas.microsoft.com/office/drawing/2014/main" id="{A7AA03FC-E51F-49F9-BE27-6DAA2778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760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4" name="data_8700">
            <a:extLst xmlns:a="http://schemas.openxmlformats.org/drawingml/2006/main">
              <a:ext uri="{FF2B5EF4-FFF2-40B4-BE49-F238E27FC236}">
                <a16:creationId xmlns:a16="http://schemas.microsoft.com/office/drawing/2014/main" id="{D23E70A7-4187-428A-9C82-AF667E39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93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5" name="data_8701">
            <a:extLst xmlns:a="http://schemas.openxmlformats.org/drawingml/2006/main">
              <a:ext uri="{FF2B5EF4-FFF2-40B4-BE49-F238E27FC236}">
                <a16:creationId xmlns:a16="http://schemas.microsoft.com/office/drawing/2014/main" id="{D8F1DD86-81DB-4FDF-9B68-32211F34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0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6" name="data_8702">
            <a:extLst xmlns:a="http://schemas.openxmlformats.org/drawingml/2006/main">
              <a:ext uri="{FF2B5EF4-FFF2-40B4-BE49-F238E27FC236}">
                <a16:creationId xmlns:a16="http://schemas.microsoft.com/office/drawing/2014/main" id="{3E85A12E-3922-4E81-A298-84B494B3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7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7" name="data_8703">
            <a:extLst xmlns:a="http://schemas.openxmlformats.org/drawingml/2006/main">
              <a:ext uri="{FF2B5EF4-FFF2-40B4-BE49-F238E27FC236}">
                <a16:creationId xmlns:a16="http://schemas.microsoft.com/office/drawing/2014/main" id="{25D9AE08-088B-41B5-83C6-1F8D9D7E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70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8" name="data_8704">
            <a:extLst xmlns:a="http://schemas.openxmlformats.org/drawingml/2006/main">
              <a:ext uri="{FF2B5EF4-FFF2-40B4-BE49-F238E27FC236}">
                <a16:creationId xmlns:a16="http://schemas.microsoft.com/office/drawing/2014/main" id="{53F822CE-40A7-444C-944B-1E2FF5BF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54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9" name="data_8705">
            <a:extLst xmlns:a="http://schemas.openxmlformats.org/drawingml/2006/main">
              <a:ext uri="{FF2B5EF4-FFF2-40B4-BE49-F238E27FC236}">
                <a16:creationId xmlns:a16="http://schemas.microsoft.com/office/drawing/2014/main" id="{6911D211-A399-4E5F-AECD-883459AB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5734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0" name="data_8706">
            <a:extLst xmlns:a="http://schemas.openxmlformats.org/drawingml/2006/main">
              <a:ext uri="{FF2B5EF4-FFF2-40B4-BE49-F238E27FC236}">
                <a16:creationId xmlns:a16="http://schemas.microsoft.com/office/drawing/2014/main" id="{F9FE04A9-9C75-4A55-84ED-D049227D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317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1" name="data_8707">
            <a:extLst xmlns:a="http://schemas.openxmlformats.org/drawingml/2006/main">
              <a:ext uri="{FF2B5EF4-FFF2-40B4-BE49-F238E27FC236}">
                <a16:creationId xmlns:a16="http://schemas.microsoft.com/office/drawing/2014/main" id="{DF38759D-C68C-4722-81CC-E933F948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605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2" name="data_8708">
            <a:extLst xmlns:a="http://schemas.openxmlformats.org/drawingml/2006/main">
              <a:ext uri="{FF2B5EF4-FFF2-40B4-BE49-F238E27FC236}">
                <a16:creationId xmlns:a16="http://schemas.microsoft.com/office/drawing/2014/main" id="{002867A9-DA9E-4535-8210-67CCE992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355" y="53339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3" name="data_8709">
            <a:extLst xmlns:a="http://schemas.openxmlformats.org/drawingml/2006/main">
              <a:ext uri="{FF2B5EF4-FFF2-40B4-BE49-F238E27FC236}">
                <a16:creationId xmlns:a16="http://schemas.microsoft.com/office/drawing/2014/main" id="{C567C973-ED6D-48D5-A13B-543169AF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34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4" name="data_8710">
            <a:extLst xmlns:a="http://schemas.openxmlformats.org/drawingml/2006/main">
              <a:ext uri="{FF2B5EF4-FFF2-40B4-BE49-F238E27FC236}">
                <a16:creationId xmlns:a16="http://schemas.microsoft.com/office/drawing/2014/main" id="{B33CB469-313E-4D25-B0AC-9AE6FB80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35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5" name="data_8711">
            <a:extLst xmlns:a="http://schemas.openxmlformats.org/drawingml/2006/main">
              <a:ext uri="{FF2B5EF4-FFF2-40B4-BE49-F238E27FC236}">
                <a16:creationId xmlns:a16="http://schemas.microsoft.com/office/drawing/2014/main" id="{BB065D7A-6AEE-4EAF-A449-20A38F9E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3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6" name="data_8712">
            <a:extLst xmlns:a="http://schemas.openxmlformats.org/drawingml/2006/main">
              <a:ext uri="{FF2B5EF4-FFF2-40B4-BE49-F238E27FC236}">
                <a16:creationId xmlns:a16="http://schemas.microsoft.com/office/drawing/2014/main" id="{664002BC-20D0-4DB3-ACE2-94DEF4F1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7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7" name="data_8713">
            <a:extLst xmlns:a="http://schemas.openxmlformats.org/drawingml/2006/main">
              <a:ext uri="{FF2B5EF4-FFF2-40B4-BE49-F238E27FC236}">
                <a16:creationId xmlns:a16="http://schemas.microsoft.com/office/drawing/2014/main" id="{DD543AA5-98A3-4B8C-BE7D-45DFDBF5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50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8" name="data_8714">
            <a:extLst xmlns:a="http://schemas.openxmlformats.org/drawingml/2006/main">
              <a:ext uri="{FF2B5EF4-FFF2-40B4-BE49-F238E27FC236}">
                <a16:creationId xmlns:a16="http://schemas.microsoft.com/office/drawing/2014/main" id="{E879A89D-4390-4C6B-8D0C-298A8C7A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9" name="data_8715">
            <a:extLst xmlns:a="http://schemas.openxmlformats.org/drawingml/2006/main">
              <a:ext uri="{FF2B5EF4-FFF2-40B4-BE49-F238E27FC236}">
                <a16:creationId xmlns:a16="http://schemas.microsoft.com/office/drawing/2014/main" id="{96F3F6CD-3AB7-46FC-B7C6-CD2664E2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0" name="data_8716">
            <a:extLst xmlns:a="http://schemas.openxmlformats.org/drawingml/2006/main">
              <a:ext uri="{FF2B5EF4-FFF2-40B4-BE49-F238E27FC236}">
                <a16:creationId xmlns:a16="http://schemas.microsoft.com/office/drawing/2014/main" id="{1A432CCD-B8F5-4BDC-B88C-1BB97C05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10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1" name="data_8717">
            <a:extLst xmlns:a="http://schemas.openxmlformats.org/drawingml/2006/main">
              <a:ext uri="{FF2B5EF4-FFF2-40B4-BE49-F238E27FC236}">
                <a16:creationId xmlns:a16="http://schemas.microsoft.com/office/drawing/2014/main" id="{158CE208-07E3-4BAF-A28E-2B4BE41C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2" name="data_8718">
            <a:extLst xmlns:a="http://schemas.openxmlformats.org/drawingml/2006/main">
              <a:ext uri="{FF2B5EF4-FFF2-40B4-BE49-F238E27FC236}">
                <a16:creationId xmlns:a16="http://schemas.microsoft.com/office/drawing/2014/main" id="{1E3DDB4B-BAC3-4642-B1D8-C083D317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0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3" name="data_8719">
            <a:extLst xmlns:a="http://schemas.openxmlformats.org/drawingml/2006/main">
              <a:ext uri="{FF2B5EF4-FFF2-40B4-BE49-F238E27FC236}">
                <a16:creationId xmlns:a16="http://schemas.microsoft.com/office/drawing/2014/main" id="{5A5723A4-74E0-473C-87C6-AB043790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045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4" name="data_8720">
            <a:extLst xmlns:a="http://schemas.openxmlformats.org/drawingml/2006/main">
              <a:ext uri="{FF2B5EF4-FFF2-40B4-BE49-F238E27FC236}">
                <a16:creationId xmlns:a16="http://schemas.microsoft.com/office/drawing/2014/main" id="{CC46C8DC-7773-4D34-913E-73E25D15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624" y="659139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5" name="data_8721">
            <a:extLst xmlns:a="http://schemas.openxmlformats.org/drawingml/2006/main">
              <a:ext uri="{FF2B5EF4-FFF2-40B4-BE49-F238E27FC236}">
                <a16:creationId xmlns:a16="http://schemas.microsoft.com/office/drawing/2014/main" id="{37FA3B05-4E18-4880-997F-56640BEA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823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6" name="data_8722">
            <a:extLst xmlns:a="http://schemas.openxmlformats.org/drawingml/2006/main">
              <a:ext uri="{FF2B5EF4-FFF2-40B4-BE49-F238E27FC236}">
                <a16:creationId xmlns:a16="http://schemas.microsoft.com/office/drawing/2014/main" id="{0A7100E0-277F-4055-AB9E-42A64C91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208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7" name="data_8723">
            <a:extLst xmlns:a="http://schemas.openxmlformats.org/drawingml/2006/main">
              <a:ext uri="{FF2B5EF4-FFF2-40B4-BE49-F238E27FC236}">
                <a16:creationId xmlns:a16="http://schemas.microsoft.com/office/drawing/2014/main" id="{5EB14F14-B1C5-4D8D-9B82-86F770CF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1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8" name="data_8724">
            <a:extLst xmlns:a="http://schemas.openxmlformats.org/drawingml/2006/main">
              <a:ext uri="{FF2B5EF4-FFF2-40B4-BE49-F238E27FC236}">
                <a16:creationId xmlns:a16="http://schemas.microsoft.com/office/drawing/2014/main" id="{47997C16-25A8-4F01-9C86-E16B2995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9" name="data_8725">
            <a:extLst xmlns:a="http://schemas.openxmlformats.org/drawingml/2006/main">
              <a:ext uri="{FF2B5EF4-FFF2-40B4-BE49-F238E27FC236}">
                <a16:creationId xmlns:a16="http://schemas.microsoft.com/office/drawing/2014/main" id="{03C5E4CD-0768-4186-8A64-050DCF96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80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0" name="data_8726">
            <a:extLst xmlns:a="http://schemas.openxmlformats.org/drawingml/2006/main">
              <a:ext uri="{FF2B5EF4-FFF2-40B4-BE49-F238E27FC236}">
                <a16:creationId xmlns:a16="http://schemas.microsoft.com/office/drawing/2014/main" id="{FF43F354-EAC6-4877-97BE-2D1714AF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582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1" name="data_8727">
            <a:extLst xmlns:a="http://schemas.openxmlformats.org/drawingml/2006/main">
              <a:ext uri="{FF2B5EF4-FFF2-40B4-BE49-F238E27FC236}">
                <a16:creationId xmlns:a16="http://schemas.microsoft.com/office/drawing/2014/main" id="{7C8D34D5-0C4C-4429-A88F-5C526432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05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2" name="data_8728">
            <a:extLst xmlns:a="http://schemas.openxmlformats.org/drawingml/2006/main">
              <a:ext uri="{FF2B5EF4-FFF2-40B4-BE49-F238E27FC236}">
                <a16:creationId xmlns:a16="http://schemas.microsoft.com/office/drawing/2014/main" id="{267AE219-CBFD-4FD7-85BE-35A22BB7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87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3" name="data_8729">
            <a:extLst xmlns:a="http://schemas.openxmlformats.org/drawingml/2006/main">
              <a:ext uri="{FF2B5EF4-FFF2-40B4-BE49-F238E27FC236}">
                <a16:creationId xmlns:a16="http://schemas.microsoft.com/office/drawing/2014/main" id="{602C7BC9-012A-4C40-940A-30BA3542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378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4" name="data_8730">
            <a:extLst xmlns:a="http://schemas.openxmlformats.org/drawingml/2006/main">
              <a:ext uri="{FF2B5EF4-FFF2-40B4-BE49-F238E27FC236}">
                <a16:creationId xmlns:a16="http://schemas.microsoft.com/office/drawing/2014/main" id="{27F81DF0-472C-44C2-A42D-794B8C76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5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5" name="data_8731">
            <a:extLst xmlns:a="http://schemas.openxmlformats.org/drawingml/2006/main">
              <a:ext uri="{FF2B5EF4-FFF2-40B4-BE49-F238E27FC236}">
                <a16:creationId xmlns:a16="http://schemas.microsoft.com/office/drawing/2014/main" id="{EBFF4E5D-696B-47E8-8446-6582B29E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73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6" name="data_8732">
            <a:extLst xmlns:a="http://schemas.openxmlformats.org/drawingml/2006/main">
              <a:ext uri="{FF2B5EF4-FFF2-40B4-BE49-F238E27FC236}">
                <a16:creationId xmlns:a16="http://schemas.microsoft.com/office/drawing/2014/main" id="{2D81A410-06B8-4E3A-A9C8-5A6A499D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0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7" name="data_8733">
            <a:extLst xmlns:a="http://schemas.openxmlformats.org/drawingml/2006/main">
              <a:ext uri="{FF2B5EF4-FFF2-40B4-BE49-F238E27FC236}">
                <a16:creationId xmlns:a16="http://schemas.microsoft.com/office/drawing/2014/main" id="{3EF38F4A-5E55-40FC-B5FD-01C8AE37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18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8" name="data_8734">
            <a:extLst xmlns:a="http://schemas.openxmlformats.org/drawingml/2006/main">
              <a:ext uri="{FF2B5EF4-FFF2-40B4-BE49-F238E27FC236}">
                <a16:creationId xmlns:a16="http://schemas.microsoft.com/office/drawing/2014/main" id="{2A59BEE1-9D69-4AC4-A376-4B882593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8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9" name="data_8735">
            <a:extLst xmlns:a="http://schemas.openxmlformats.org/drawingml/2006/main">
              <a:ext uri="{FF2B5EF4-FFF2-40B4-BE49-F238E27FC236}">
                <a16:creationId xmlns:a16="http://schemas.microsoft.com/office/drawing/2014/main" id="{D5562896-0463-4B07-B330-4E6CBA89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0" name="data_8736">
            <a:extLst xmlns:a="http://schemas.openxmlformats.org/drawingml/2006/main">
              <a:ext uri="{FF2B5EF4-FFF2-40B4-BE49-F238E27FC236}">
                <a16:creationId xmlns:a16="http://schemas.microsoft.com/office/drawing/2014/main" id="{CAD0FBF6-A4E0-44FF-8B4C-DD738043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20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1" name="data_8737">
            <a:extLst xmlns:a="http://schemas.openxmlformats.org/drawingml/2006/main">
              <a:ext uri="{FF2B5EF4-FFF2-40B4-BE49-F238E27FC236}">
                <a16:creationId xmlns:a16="http://schemas.microsoft.com/office/drawing/2014/main" id="{18DE9448-B6C6-4004-9AD3-A5BF5D18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2" name="data_8738">
            <a:extLst xmlns:a="http://schemas.openxmlformats.org/drawingml/2006/main">
              <a:ext uri="{FF2B5EF4-FFF2-40B4-BE49-F238E27FC236}">
                <a16:creationId xmlns:a16="http://schemas.microsoft.com/office/drawing/2014/main" id="{D11BD0D1-40FB-4F91-B5B2-057DEBFD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3" name="data_8739">
            <a:extLst xmlns:a="http://schemas.openxmlformats.org/drawingml/2006/main">
              <a:ext uri="{FF2B5EF4-FFF2-40B4-BE49-F238E27FC236}">
                <a16:creationId xmlns:a16="http://schemas.microsoft.com/office/drawing/2014/main" id="{F67DD544-9FA7-47C6-B9E7-72978A37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17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4" name="data_8740">
            <a:extLst xmlns:a="http://schemas.openxmlformats.org/drawingml/2006/main">
              <a:ext uri="{FF2B5EF4-FFF2-40B4-BE49-F238E27FC236}">
                <a16:creationId xmlns:a16="http://schemas.microsoft.com/office/drawing/2014/main" id="{0EF5C710-3A81-4908-99FD-EEFB3D7C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5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5" name="data_8741">
            <a:extLst xmlns:a="http://schemas.openxmlformats.org/drawingml/2006/main">
              <a:ext uri="{FF2B5EF4-FFF2-40B4-BE49-F238E27FC236}">
                <a16:creationId xmlns:a16="http://schemas.microsoft.com/office/drawing/2014/main" id="{2AD2927C-5313-4C03-B48B-5AAEDA73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890" y="568017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6" name="data_8742">
            <a:extLst xmlns:a="http://schemas.openxmlformats.org/drawingml/2006/main">
              <a:ext uri="{FF2B5EF4-FFF2-40B4-BE49-F238E27FC236}">
                <a16:creationId xmlns:a16="http://schemas.microsoft.com/office/drawing/2014/main" id="{CE1A4830-A0DE-45BA-A1D7-5951C9E3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11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7" name="data_8743">
            <a:extLst xmlns:a="http://schemas.openxmlformats.org/drawingml/2006/main">
              <a:ext uri="{FF2B5EF4-FFF2-40B4-BE49-F238E27FC236}">
                <a16:creationId xmlns:a16="http://schemas.microsoft.com/office/drawing/2014/main" id="{2BE8885E-DE2A-414C-9CDA-20BB8152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4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8" name="data_8744">
            <a:extLst xmlns:a="http://schemas.openxmlformats.org/drawingml/2006/main">
              <a:ext uri="{FF2B5EF4-FFF2-40B4-BE49-F238E27FC236}">
                <a16:creationId xmlns:a16="http://schemas.microsoft.com/office/drawing/2014/main" id="{20B070A3-E3D1-46FE-A932-C575C8D1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7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9" name="data_8745">
            <a:extLst xmlns:a="http://schemas.openxmlformats.org/drawingml/2006/main">
              <a:ext uri="{FF2B5EF4-FFF2-40B4-BE49-F238E27FC236}">
                <a16:creationId xmlns:a16="http://schemas.microsoft.com/office/drawing/2014/main" id="{3CF36172-D265-4C75-AB50-66809DC9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11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0" name="data_8746">
            <a:extLst xmlns:a="http://schemas.openxmlformats.org/drawingml/2006/main">
              <a:ext uri="{FF2B5EF4-FFF2-40B4-BE49-F238E27FC236}">
                <a16:creationId xmlns:a16="http://schemas.microsoft.com/office/drawing/2014/main" id="{B6C9076B-F293-4EE7-B93C-26A8BF4F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3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1" name="data_8747">
            <a:extLst xmlns:a="http://schemas.openxmlformats.org/drawingml/2006/main">
              <a:ext uri="{FF2B5EF4-FFF2-40B4-BE49-F238E27FC236}">
                <a16:creationId xmlns:a16="http://schemas.microsoft.com/office/drawing/2014/main" id="{7569D0E9-B0EF-4D76-8545-D63C047C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9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2" name="data_8748">
            <a:extLst xmlns:a="http://schemas.openxmlformats.org/drawingml/2006/main">
              <a:ext uri="{FF2B5EF4-FFF2-40B4-BE49-F238E27FC236}">
                <a16:creationId xmlns:a16="http://schemas.microsoft.com/office/drawing/2014/main" id="{5F3DA2DA-79DB-47B7-A987-07853AA7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698" y="54792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3" name="data_8749">
            <a:extLst xmlns:a="http://schemas.openxmlformats.org/drawingml/2006/main">
              <a:ext uri="{FF2B5EF4-FFF2-40B4-BE49-F238E27FC236}">
                <a16:creationId xmlns:a16="http://schemas.microsoft.com/office/drawing/2014/main" id="{974C16A6-485B-4B51-B8DC-CFEE9CDC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4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4" name="data_8750">
            <a:extLst xmlns:a="http://schemas.openxmlformats.org/drawingml/2006/main">
              <a:ext uri="{FF2B5EF4-FFF2-40B4-BE49-F238E27FC236}">
                <a16:creationId xmlns:a16="http://schemas.microsoft.com/office/drawing/2014/main" id="{3B0015E8-547F-41E5-937B-67DC35F6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437" y="685907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5" name="data_8751">
            <a:extLst xmlns:a="http://schemas.openxmlformats.org/drawingml/2006/main">
              <a:ext uri="{FF2B5EF4-FFF2-40B4-BE49-F238E27FC236}">
                <a16:creationId xmlns:a16="http://schemas.microsoft.com/office/drawing/2014/main" id="{BA57B2D3-415C-45D5-B3A8-2705D1F3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05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6" name="data_8752">
            <a:extLst xmlns:a="http://schemas.openxmlformats.org/drawingml/2006/main">
              <a:ext uri="{FF2B5EF4-FFF2-40B4-BE49-F238E27FC236}">
                <a16:creationId xmlns:a16="http://schemas.microsoft.com/office/drawing/2014/main" id="{7C5C7940-F9DB-4B5C-8FFE-9E23EE53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0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7" name="data_8753">
            <a:extLst xmlns:a="http://schemas.openxmlformats.org/drawingml/2006/main">
              <a:ext uri="{FF2B5EF4-FFF2-40B4-BE49-F238E27FC236}">
                <a16:creationId xmlns:a16="http://schemas.microsoft.com/office/drawing/2014/main" id="{51646144-D21B-4E03-B93C-FE06B5EC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11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8" name="data_8754">
            <a:extLst xmlns:a="http://schemas.openxmlformats.org/drawingml/2006/main">
              <a:ext uri="{FF2B5EF4-FFF2-40B4-BE49-F238E27FC236}">
                <a16:creationId xmlns:a16="http://schemas.microsoft.com/office/drawing/2014/main" id="{40D67EF3-3619-4A11-9B54-CC4B2EDE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3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9" name="data_8755">
            <a:extLst xmlns:a="http://schemas.openxmlformats.org/drawingml/2006/main">
              <a:ext uri="{FF2B5EF4-FFF2-40B4-BE49-F238E27FC236}">
                <a16:creationId xmlns:a16="http://schemas.microsoft.com/office/drawing/2014/main" id="{4DD4B746-F1FE-4EDC-A4BF-187AD5CB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406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0" name="data_8756">
            <a:extLst xmlns:a="http://schemas.openxmlformats.org/drawingml/2006/main">
              <a:ext uri="{FF2B5EF4-FFF2-40B4-BE49-F238E27FC236}">
                <a16:creationId xmlns:a16="http://schemas.microsoft.com/office/drawing/2014/main" id="{2E26CEF7-E5D3-4C34-BAF0-F235E43B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04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1" name="data_8757">
            <a:extLst xmlns:a="http://schemas.openxmlformats.org/drawingml/2006/main">
              <a:ext uri="{FF2B5EF4-FFF2-40B4-BE49-F238E27FC236}">
                <a16:creationId xmlns:a16="http://schemas.microsoft.com/office/drawing/2014/main" id="{417883A6-C267-44D5-AC13-0602435B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0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2" name="data_8758">
            <a:extLst xmlns:a="http://schemas.openxmlformats.org/drawingml/2006/main">
              <a:ext uri="{FF2B5EF4-FFF2-40B4-BE49-F238E27FC236}">
                <a16:creationId xmlns:a16="http://schemas.microsoft.com/office/drawing/2014/main" id="{7F5F2BB6-1B8F-40BF-8F8E-487CB6DB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6871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3" name="data_8759">
            <a:extLst xmlns:a="http://schemas.openxmlformats.org/drawingml/2006/main">
              <a:ext uri="{FF2B5EF4-FFF2-40B4-BE49-F238E27FC236}">
                <a16:creationId xmlns:a16="http://schemas.microsoft.com/office/drawing/2014/main" id="{CDCDCDDC-6690-455E-9A8A-4A05DDA3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41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4" name="data_8760">
            <a:extLst xmlns:a="http://schemas.openxmlformats.org/drawingml/2006/main">
              <a:ext uri="{FF2B5EF4-FFF2-40B4-BE49-F238E27FC236}">
                <a16:creationId xmlns:a16="http://schemas.microsoft.com/office/drawing/2014/main" id="{574A4DE1-A9BD-436A-9350-BE6E24DD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25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5" name="data_8761">
            <a:extLst xmlns:a="http://schemas.openxmlformats.org/drawingml/2006/main">
              <a:ext uri="{FF2B5EF4-FFF2-40B4-BE49-F238E27FC236}">
                <a16:creationId xmlns:a16="http://schemas.microsoft.com/office/drawing/2014/main" id="{BC2DC962-208C-46E6-A5DF-5DD3BCD1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395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6" name="data_8762">
            <a:extLst xmlns:a="http://schemas.openxmlformats.org/drawingml/2006/main">
              <a:ext uri="{FF2B5EF4-FFF2-40B4-BE49-F238E27FC236}">
                <a16:creationId xmlns:a16="http://schemas.microsoft.com/office/drawing/2014/main" id="{A95501A5-08BD-42F6-846F-A70E0D43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66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7" name="data_8763">
            <a:extLst xmlns:a="http://schemas.openxmlformats.org/drawingml/2006/main">
              <a:ext uri="{FF2B5EF4-FFF2-40B4-BE49-F238E27FC236}">
                <a16:creationId xmlns:a16="http://schemas.microsoft.com/office/drawing/2014/main" id="{C8239336-48D9-4BFA-8945-C5AC40F6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47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8" name="data_8764">
            <a:extLst xmlns:a="http://schemas.openxmlformats.org/drawingml/2006/main">
              <a:ext uri="{FF2B5EF4-FFF2-40B4-BE49-F238E27FC236}">
                <a16:creationId xmlns:a16="http://schemas.microsoft.com/office/drawing/2014/main" id="{9630E65F-F08B-4AC0-A2AE-A7DD273C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272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9" name="data_8765">
            <a:extLst xmlns:a="http://schemas.openxmlformats.org/drawingml/2006/main">
              <a:ext uri="{FF2B5EF4-FFF2-40B4-BE49-F238E27FC236}">
                <a16:creationId xmlns:a16="http://schemas.microsoft.com/office/drawing/2014/main" id="{AA23F6AD-2D1B-4A10-81C2-C5FB5D11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009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0" name="data_8766">
            <a:extLst xmlns:a="http://schemas.openxmlformats.org/drawingml/2006/main">
              <a:ext uri="{FF2B5EF4-FFF2-40B4-BE49-F238E27FC236}">
                <a16:creationId xmlns:a16="http://schemas.microsoft.com/office/drawing/2014/main" id="{2FB43F4F-BF4F-4062-A3DB-39F12857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1" name="data_8767">
            <a:extLst xmlns:a="http://schemas.openxmlformats.org/drawingml/2006/main">
              <a:ext uri="{FF2B5EF4-FFF2-40B4-BE49-F238E27FC236}">
                <a16:creationId xmlns:a16="http://schemas.microsoft.com/office/drawing/2014/main" id="{2DADB72F-0E64-4039-951F-418353E6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2" name="data_8768">
            <a:extLst xmlns:a="http://schemas.openxmlformats.org/drawingml/2006/main">
              <a:ext uri="{FF2B5EF4-FFF2-40B4-BE49-F238E27FC236}">
                <a16:creationId xmlns:a16="http://schemas.microsoft.com/office/drawing/2014/main" id="{AA31D0D9-C97E-4A26-B090-ADEA2F38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518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3" name="data_8769">
            <a:extLst xmlns:a="http://schemas.openxmlformats.org/drawingml/2006/main">
              <a:ext uri="{FF2B5EF4-FFF2-40B4-BE49-F238E27FC236}">
                <a16:creationId xmlns:a16="http://schemas.microsoft.com/office/drawing/2014/main" id="{959886F2-97DD-4209-8504-CD884684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9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4" name="data_8770">
            <a:extLst xmlns:a="http://schemas.openxmlformats.org/drawingml/2006/main">
              <a:ext uri="{FF2B5EF4-FFF2-40B4-BE49-F238E27FC236}">
                <a16:creationId xmlns:a16="http://schemas.microsoft.com/office/drawing/2014/main" id="{5B7FD21D-E562-4B09-9769-0BDEBE30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14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5" name="data_8771">
            <a:extLst xmlns:a="http://schemas.openxmlformats.org/drawingml/2006/main">
              <a:ext uri="{FF2B5EF4-FFF2-40B4-BE49-F238E27FC236}">
                <a16:creationId xmlns:a16="http://schemas.microsoft.com/office/drawing/2014/main" id="{50A6CA91-F76D-4D5C-9D61-44644B29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05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6" name="data_8772">
            <a:extLst xmlns:a="http://schemas.openxmlformats.org/drawingml/2006/main">
              <a:ext uri="{FF2B5EF4-FFF2-40B4-BE49-F238E27FC236}">
                <a16:creationId xmlns:a16="http://schemas.microsoft.com/office/drawing/2014/main" id="{9524A0E0-FCC7-4704-BCA6-CE640F18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2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7" name="data_8773">
            <a:extLst xmlns:a="http://schemas.openxmlformats.org/drawingml/2006/main">
              <a:ext uri="{FF2B5EF4-FFF2-40B4-BE49-F238E27FC236}">
                <a16:creationId xmlns:a16="http://schemas.microsoft.com/office/drawing/2014/main" id="{F67D5C15-A840-4D11-88CB-77320AA1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8" name="data_8774">
            <a:extLst xmlns:a="http://schemas.openxmlformats.org/drawingml/2006/main">
              <a:ext uri="{FF2B5EF4-FFF2-40B4-BE49-F238E27FC236}">
                <a16:creationId xmlns:a16="http://schemas.microsoft.com/office/drawing/2014/main" id="{0E21F5F7-AFEB-426D-900E-66DBAE76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9" name="data_8775">
            <a:extLst xmlns:a="http://schemas.openxmlformats.org/drawingml/2006/main">
              <a:ext uri="{FF2B5EF4-FFF2-40B4-BE49-F238E27FC236}">
                <a16:creationId xmlns:a16="http://schemas.microsoft.com/office/drawing/2014/main" id="{4BC358A9-DF8F-4487-8CD9-1FAF3391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189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0" name="data_8776">
            <a:extLst xmlns:a="http://schemas.openxmlformats.org/drawingml/2006/main">
              <a:ext uri="{FF2B5EF4-FFF2-40B4-BE49-F238E27FC236}">
                <a16:creationId xmlns:a16="http://schemas.microsoft.com/office/drawing/2014/main" id="{8D574547-73FF-440D-9B34-CFAF7533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1269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1" name="data_8777">
            <a:extLst xmlns:a="http://schemas.openxmlformats.org/drawingml/2006/main">
              <a:ext uri="{FF2B5EF4-FFF2-40B4-BE49-F238E27FC236}">
                <a16:creationId xmlns:a16="http://schemas.microsoft.com/office/drawing/2014/main" id="{9201525E-6C75-47D1-AF7A-C9EB0C14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59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2" name="data_8778">
            <a:extLst xmlns:a="http://schemas.openxmlformats.org/drawingml/2006/main">
              <a:ext uri="{FF2B5EF4-FFF2-40B4-BE49-F238E27FC236}">
                <a16:creationId xmlns:a16="http://schemas.microsoft.com/office/drawing/2014/main" id="{C903C649-0F60-46D4-BA83-458906DF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4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3" name="data_8779">
            <a:extLst xmlns:a="http://schemas.openxmlformats.org/drawingml/2006/main">
              <a:ext uri="{FF2B5EF4-FFF2-40B4-BE49-F238E27FC236}">
                <a16:creationId xmlns:a16="http://schemas.microsoft.com/office/drawing/2014/main" id="{A8CDFE2C-F83D-46D5-9324-BE69B50D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4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4" name="data_8780">
            <a:extLst xmlns:a="http://schemas.openxmlformats.org/drawingml/2006/main">
              <a:ext uri="{FF2B5EF4-FFF2-40B4-BE49-F238E27FC236}">
                <a16:creationId xmlns:a16="http://schemas.microsoft.com/office/drawing/2014/main" id="{83602B2F-2997-480C-BCD3-DCFC81AE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6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5" name="data_8781">
            <a:extLst xmlns:a="http://schemas.openxmlformats.org/drawingml/2006/main">
              <a:ext uri="{FF2B5EF4-FFF2-40B4-BE49-F238E27FC236}">
                <a16:creationId xmlns:a16="http://schemas.microsoft.com/office/drawing/2014/main" id="{66180E60-ACDC-4BA0-A7D9-8A21077D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6" name="data_8782">
            <a:extLst xmlns:a="http://schemas.openxmlformats.org/drawingml/2006/main">
              <a:ext uri="{FF2B5EF4-FFF2-40B4-BE49-F238E27FC236}">
                <a16:creationId xmlns:a16="http://schemas.microsoft.com/office/drawing/2014/main" id="{B2651906-BC3E-4048-A6DC-E106848F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64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7" name="data_8783">
            <a:extLst xmlns:a="http://schemas.openxmlformats.org/drawingml/2006/main">
              <a:ext uri="{FF2B5EF4-FFF2-40B4-BE49-F238E27FC236}">
                <a16:creationId xmlns:a16="http://schemas.microsoft.com/office/drawing/2014/main" id="{792FFFBA-0EBE-431A-812F-CE8C2343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70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8" name="data_8784">
            <a:extLst xmlns:a="http://schemas.openxmlformats.org/drawingml/2006/main">
              <a:ext uri="{FF2B5EF4-FFF2-40B4-BE49-F238E27FC236}">
                <a16:creationId xmlns:a16="http://schemas.microsoft.com/office/drawing/2014/main" id="{3086C8E7-4FDC-4D0A-9008-87539515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7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9" name="data_8785">
            <a:extLst xmlns:a="http://schemas.openxmlformats.org/drawingml/2006/main">
              <a:ext uri="{FF2B5EF4-FFF2-40B4-BE49-F238E27FC236}">
                <a16:creationId xmlns:a16="http://schemas.microsoft.com/office/drawing/2014/main" id="{FEE6850B-31DA-4F3C-B314-E64940DA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59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0" name="data_8786">
            <a:extLst xmlns:a="http://schemas.openxmlformats.org/drawingml/2006/main">
              <a:ext uri="{FF2B5EF4-FFF2-40B4-BE49-F238E27FC236}">
                <a16:creationId xmlns:a16="http://schemas.microsoft.com/office/drawing/2014/main" id="{BE401568-2637-47B6-8402-85960F19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1" name="data_8787">
            <a:extLst xmlns:a="http://schemas.openxmlformats.org/drawingml/2006/main">
              <a:ext uri="{FF2B5EF4-FFF2-40B4-BE49-F238E27FC236}">
                <a16:creationId xmlns:a16="http://schemas.microsoft.com/office/drawing/2014/main" id="{ECBB59CC-AAF0-40B4-8DE7-90437E49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49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2" name="data_8788">
            <a:extLst xmlns:a="http://schemas.openxmlformats.org/drawingml/2006/main">
              <a:ext uri="{FF2B5EF4-FFF2-40B4-BE49-F238E27FC236}">
                <a16:creationId xmlns:a16="http://schemas.microsoft.com/office/drawing/2014/main" id="{7435DC3D-34E2-4853-9A38-2EA713B4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0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3" name="data_8789">
            <a:extLst xmlns:a="http://schemas.openxmlformats.org/drawingml/2006/main">
              <a:ext uri="{FF2B5EF4-FFF2-40B4-BE49-F238E27FC236}">
                <a16:creationId xmlns:a16="http://schemas.microsoft.com/office/drawing/2014/main" id="{8080FA92-6919-49E8-9B62-5BD0A8B4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4" name="data_8790">
            <a:extLst xmlns:a="http://schemas.openxmlformats.org/drawingml/2006/main">
              <a:ext uri="{FF2B5EF4-FFF2-40B4-BE49-F238E27FC236}">
                <a16:creationId xmlns:a16="http://schemas.microsoft.com/office/drawing/2014/main" id="{F3210F28-7AC2-4297-B930-5380A7DC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04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5" name="data_8791">
            <a:extLst xmlns:a="http://schemas.openxmlformats.org/drawingml/2006/main">
              <a:ext uri="{FF2B5EF4-FFF2-40B4-BE49-F238E27FC236}">
                <a16:creationId xmlns:a16="http://schemas.microsoft.com/office/drawing/2014/main" id="{D75E3316-509C-4FBB-AA0B-C5D4E169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1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6" name="data_8792">
            <a:extLst xmlns:a="http://schemas.openxmlformats.org/drawingml/2006/main">
              <a:ext uri="{FF2B5EF4-FFF2-40B4-BE49-F238E27FC236}">
                <a16:creationId xmlns:a16="http://schemas.microsoft.com/office/drawing/2014/main" id="{C3798052-7DA5-47E9-8486-DDAE4B4C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68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7" name="data_8793">
            <a:extLst xmlns:a="http://schemas.openxmlformats.org/drawingml/2006/main">
              <a:ext uri="{FF2B5EF4-FFF2-40B4-BE49-F238E27FC236}">
                <a16:creationId xmlns:a16="http://schemas.microsoft.com/office/drawing/2014/main" id="{86C2808D-CA43-4250-A4C5-0D28C1F8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788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8" name="data_8794">
            <a:extLst xmlns:a="http://schemas.openxmlformats.org/drawingml/2006/main">
              <a:ext uri="{FF2B5EF4-FFF2-40B4-BE49-F238E27FC236}">
                <a16:creationId xmlns:a16="http://schemas.microsoft.com/office/drawing/2014/main" id="{1C60A387-5B39-40CA-B3E2-3274120E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65" y="54227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9" name="data_8795">
            <a:extLst xmlns:a="http://schemas.openxmlformats.org/drawingml/2006/main">
              <a:ext uri="{FF2B5EF4-FFF2-40B4-BE49-F238E27FC236}">
                <a16:creationId xmlns:a16="http://schemas.microsoft.com/office/drawing/2014/main" id="{E3327E86-3ACB-4E86-ADF2-E767E68A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20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0" name="data_8796">
            <a:extLst xmlns:a="http://schemas.openxmlformats.org/drawingml/2006/main">
              <a:ext uri="{FF2B5EF4-FFF2-40B4-BE49-F238E27FC236}">
                <a16:creationId xmlns:a16="http://schemas.microsoft.com/office/drawing/2014/main" id="{A1DB0F6F-C815-44EC-ACFE-F94DE708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57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1" name="data_8797">
            <a:extLst xmlns:a="http://schemas.openxmlformats.org/drawingml/2006/main">
              <a:ext uri="{FF2B5EF4-FFF2-40B4-BE49-F238E27FC236}">
                <a16:creationId xmlns:a16="http://schemas.microsoft.com/office/drawing/2014/main" id="{3813F820-40D3-4CCB-B4F8-52F04B92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2" name="data_8798">
            <a:extLst xmlns:a="http://schemas.openxmlformats.org/drawingml/2006/main">
              <a:ext uri="{FF2B5EF4-FFF2-40B4-BE49-F238E27FC236}">
                <a16:creationId xmlns:a16="http://schemas.microsoft.com/office/drawing/2014/main" id="{B2EFA39D-2D9F-4D88-BEDD-F6C35653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957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3" name="data_8799">
            <a:extLst xmlns:a="http://schemas.openxmlformats.org/drawingml/2006/main">
              <a:ext uri="{FF2B5EF4-FFF2-40B4-BE49-F238E27FC236}">
                <a16:creationId xmlns:a16="http://schemas.microsoft.com/office/drawing/2014/main" id="{334F0BBB-AF8C-4EB1-9210-AE40846D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7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4" name="data_8800">
            <a:extLst xmlns:a="http://schemas.openxmlformats.org/drawingml/2006/main">
              <a:ext uri="{FF2B5EF4-FFF2-40B4-BE49-F238E27FC236}">
                <a16:creationId xmlns:a16="http://schemas.microsoft.com/office/drawing/2014/main" id="{A63D570D-05C1-40DD-A750-8C77FCBD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344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5" name="data_8801">
            <a:extLst xmlns:a="http://schemas.openxmlformats.org/drawingml/2006/main">
              <a:ext uri="{FF2B5EF4-FFF2-40B4-BE49-F238E27FC236}">
                <a16:creationId xmlns:a16="http://schemas.microsoft.com/office/drawing/2014/main" id="{EFA57BF7-051A-4DE1-9F4F-65192FF0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632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6" name="data_8802">
            <a:extLst xmlns:a="http://schemas.openxmlformats.org/drawingml/2006/main">
              <a:ext uri="{FF2B5EF4-FFF2-40B4-BE49-F238E27FC236}">
                <a16:creationId xmlns:a16="http://schemas.microsoft.com/office/drawing/2014/main" id="{613EA727-39CB-4FD8-9A6D-EDAC21E5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38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7" name="data_8803">
            <a:extLst xmlns:a="http://schemas.openxmlformats.org/drawingml/2006/main">
              <a:ext uri="{FF2B5EF4-FFF2-40B4-BE49-F238E27FC236}">
                <a16:creationId xmlns:a16="http://schemas.microsoft.com/office/drawing/2014/main" id="{B20121F2-36B0-4D53-8EF3-9F6A7A84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237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8" name="data_8804">
            <a:extLst xmlns:a="http://schemas.openxmlformats.org/drawingml/2006/main">
              <a:ext uri="{FF2B5EF4-FFF2-40B4-BE49-F238E27FC236}">
                <a16:creationId xmlns:a16="http://schemas.microsoft.com/office/drawing/2014/main" id="{C07DEAFA-F83D-443C-8281-879F9E24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5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9" name="data_8805">
            <a:extLst xmlns:a="http://schemas.openxmlformats.org/drawingml/2006/main">
              <a:ext uri="{FF2B5EF4-FFF2-40B4-BE49-F238E27FC236}">
                <a16:creationId xmlns:a16="http://schemas.microsoft.com/office/drawing/2014/main" id="{968EE548-DFF6-4BF0-B84A-BFACA63D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4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0" name="data_8806">
            <a:extLst xmlns:a="http://schemas.openxmlformats.org/drawingml/2006/main">
              <a:ext uri="{FF2B5EF4-FFF2-40B4-BE49-F238E27FC236}">
                <a16:creationId xmlns:a16="http://schemas.microsoft.com/office/drawing/2014/main" id="{1F06BDEE-1DD0-447B-B70C-674FE392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75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1" name="data_8807">
            <a:extLst xmlns:a="http://schemas.openxmlformats.org/drawingml/2006/main">
              <a:ext uri="{FF2B5EF4-FFF2-40B4-BE49-F238E27FC236}">
                <a16:creationId xmlns:a16="http://schemas.microsoft.com/office/drawing/2014/main" id="{63768668-4DF2-4657-9BE9-EAC1FD76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807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2" name="data_8808">
            <a:extLst xmlns:a="http://schemas.openxmlformats.org/drawingml/2006/main">
              <a:ext uri="{FF2B5EF4-FFF2-40B4-BE49-F238E27FC236}">
                <a16:creationId xmlns:a16="http://schemas.microsoft.com/office/drawing/2014/main" id="{F6E4B11A-A50C-4B3B-B497-1215BA15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3" name="data_8809">
            <a:extLst xmlns:a="http://schemas.openxmlformats.org/drawingml/2006/main">
              <a:ext uri="{FF2B5EF4-FFF2-40B4-BE49-F238E27FC236}">
                <a16:creationId xmlns:a16="http://schemas.microsoft.com/office/drawing/2014/main" id="{38B097A6-B4BD-4935-9C5A-12E23A88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4" name="data_8810">
            <a:extLst xmlns:a="http://schemas.openxmlformats.org/drawingml/2006/main">
              <a:ext uri="{FF2B5EF4-FFF2-40B4-BE49-F238E27FC236}">
                <a16:creationId xmlns:a16="http://schemas.microsoft.com/office/drawing/2014/main" id="{AE12532F-4AE7-4466-8EA0-E99FDC78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3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5" name="data_8811">
            <a:extLst xmlns:a="http://schemas.openxmlformats.org/drawingml/2006/main">
              <a:ext uri="{FF2B5EF4-FFF2-40B4-BE49-F238E27FC236}">
                <a16:creationId xmlns:a16="http://schemas.microsoft.com/office/drawing/2014/main" id="{16065C08-38C7-44FA-A8F1-8F892948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6" name="data_8812">
            <a:extLst xmlns:a="http://schemas.openxmlformats.org/drawingml/2006/main">
              <a:ext uri="{FF2B5EF4-FFF2-40B4-BE49-F238E27FC236}">
                <a16:creationId xmlns:a16="http://schemas.microsoft.com/office/drawing/2014/main" id="{18FADE0F-1CFB-4F70-B9E0-CF52526F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10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7" name="data_8813">
            <a:extLst xmlns:a="http://schemas.openxmlformats.org/drawingml/2006/main">
              <a:ext uri="{FF2B5EF4-FFF2-40B4-BE49-F238E27FC236}">
                <a16:creationId xmlns:a16="http://schemas.microsoft.com/office/drawing/2014/main" id="{B5FD40CB-1F72-4ABB-BEC5-68A4A085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348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8" name="data_8814">
            <a:extLst xmlns:a="http://schemas.openxmlformats.org/drawingml/2006/main">
              <a:ext uri="{FF2B5EF4-FFF2-40B4-BE49-F238E27FC236}">
                <a16:creationId xmlns:a16="http://schemas.microsoft.com/office/drawing/2014/main" id="{980DBFEE-0672-4B20-B3B0-DAB872B3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651" y="65230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9" name="data_8815">
            <a:extLst xmlns:a="http://schemas.openxmlformats.org/drawingml/2006/main">
              <a:ext uri="{FF2B5EF4-FFF2-40B4-BE49-F238E27FC236}">
                <a16:creationId xmlns:a16="http://schemas.microsoft.com/office/drawing/2014/main" id="{9265022E-E1EE-49A5-AFFE-442460E9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850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0" name="data_8816">
            <a:extLst xmlns:a="http://schemas.openxmlformats.org/drawingml/2006/main">
              <a:ext uri="{FF2B5EF4-FFF2-40B4-BE49-F238E27FC236}">
                <a16:creationId xmlns:a16="http://schemas.microsoft.com/office/drawing/2014/main" id="{CFA53182-1FF4-4445-88C9-BCF26FBA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1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1" name="data_8817">
            <a:extLst xmlns:a="http://schemas.openxmlformats.org/drawingml/2006/main">
              <a:ext uri="{FF2B5EF4-FFF2-40B4-BE49-F238E27FC236}">
                <a16:creationId xmlns:a16="http://schemas.microsoft.com/office/drawing/2014/main" id="{DE140432-F0E5-4442-B077-864104C6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34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2" name="data_8818">
            <a:extLst xmlns:a="http://schemas.openxmlformats.org/drawingml/2006/main">
              <a:ext uri="{FF2B5EF4-FFF2-40B4-BE49-F238E27FC236}">
                <a16:creationId xmlns:a16="http://schemas.microsoft.com/office/drawing/2014/main" id="{442058AF-4140-4432-9268-DFDB597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3" name="data_8819">
            <a:extLst xmlns:a="http://schemas.openxmlformats.org/drawingml/2006/main">
              <a:ext uri="{FF2B5EF4-FFF2-40B4-BE49-F238E27FC236}">
                <a16:creationId xmlns:a16="http://schemas.microsoft.com/office/drawing/2014/main" id="{B831A574-064A-4599-92B3-1954D3E9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007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4" name="data_8820">
            <a:extLst xmlns:a="http://schemas.openxmlformats.org/drawingml/2006/main">
              <a:ext uri="{FF2B5EF4-FFF2-40B4-BE49-F238E27FC236}">
                <a16:creationId xmlns:a16="http://schemas.microsoft.com/office/drawing/2014/main" id="{CCBCBAC4-9A5B-4994-A061-6BC00E56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6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5" name="data_8821">
            <a:extLst xmlns:a="http://schemas.openxmlformats.org/drawingml/2006/main">
              <a:ext uri="{FF2B5EF4-FFF2-40B4-BE49-F238E27FC236}">
                <a16:creationId xmlns:a16="http://schemas.microsoft.com/office/drawing/2014/main" id="{28CD5C4C-CBBF-4DB9-B95C-0D11D0D8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08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6" name="data_8822">
            <a:extLst xmlns:a="http://schemas.openxmlformats.org/drawingml/2006/main">
              <a:ext uri="{FF2B5EF4-FFF2-40B4-BE49-F238E27FC236}">
                <a16:creationId xmlns:a16="http://schemas.microsoft.com/office/drawing/2014/main" id="{EACE3E95-D28C-4FAC-B251-D17EDB5F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906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7" name="data_8823">
            <a:extLst xmlns:a="http://schemas.openxmlformats.org/drawingml/2006/main">
              <a:ext uri="{FF2B5EF4-FFF2-40B4-BE49-F238E27FC236}">
                <a16:creationId xmlns:a16="http://schemas.microsoft.com/office/drawing/2014/main" id="{53DFDBB6-690B-49C0-BB21-CFF518FA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68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8" name="data_8824">
            <a:extLst xmlns:a="http://schemas.openxmlformats.org/drawingml/2006/main">
              <a:ext uri="{FF2B5EF4-FFF2-40B4-BE49-F238E27FC236}">
                <a16:creationId xmlns:a16="http://schemas.microsoft.com/office/drawing/2014/main" id="{404F14E2-CC24-44E0-8C70-9288B447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5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9" name="data_8825">
            <a:extLst xmlns:a="http://schemas.openxmlformats.org/drawingml/2006/main">
              <a:ext uri="{FF2B5EF4-FFF2-40B4-BE49-F238E27FC236}">
                <a16:creationId xmlns:a16="http://schemas.microsoft.com/office/drawing/2014/main" id="{E900C7FA-B214-40CB-B86A-8AAE3D98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7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0" name="data_8826">
            <a:extLst xmlns:a="http://schemas.openxmlformats.org/drawingml/2006/main">
              <a:ext uri="{FF2B5EF4-FFF2-40B4-BE49-F238E27FC236}">
                <a16:creationId xmlns:a16="http://schemas.microsoft.com/office/drawing/2014/main" id="{1B6E989D-1F53-4B55-825D-5AB6A8B1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08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1" name="data_8827">
            <a:extLst xmlns:a="http://schemas.openxmlformats.org/drawingml/2006/main">
              <a:ext uri="{FF2B5EF4-FFF2-40B4-BE49-F238E27FC236}">
                <a16:creationId xmlns:a16="http://schemas.microsoft.com/office/drawing/2014/main" id="{DF6A943D-7FCB-4C6C-80DD-D42EDBDF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921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2" name="data_8828">
            <a:extLst xmlns:a="http://schemas.openxmlformats.org/drawingml/2006/main">
              <a:ext uri="{FF2B5EF4-FFF2-40B4-BE49-F238E27FC236}">
                <a16:creationId xmlns:a16="http://schemas.microsoft.com/office/drawing/2014/main" id="{5367E5C9-3D7E-4F70-A22A-F2C39002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85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3" name="data_8829">
            <a:extLst xmlns:a="http://schemas.openxmlformats.org/drawingml/2006/main">
              <a:ext uri="{FF2B5EF4-FFF2-40B4-BE49-F238E27FC236}">
                <a16:creationId xmlns:a16="http://schemas.microsoft.com/office/drawing/2014/main" id="{521F8D86-C194-4374-B759-A632150A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4" name="data_8830">
            <a:extLst xmlns:a="http://schemas.openxmlformats.org/drawingml/2006/main">
              <a:ext uri="{FF2B5EF4-FFF2-40B4-BE49-F238E27FC236}">
                <a16:creationId xmlns:a16="http://schemas.microsoft.com/office/drawing/2014/main" id="{FEDD5E4C-99CC-4C8B-99F1-C6D73C2A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723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5" name="data_8831">
            <a:extLst xmlns:a="http://schemas.openxmlformats.org/drawingml/2006/main">
              <a:ext uri="{FF2B5EF4-FFF2-40B4-BE49-F238E27FC236}">
                <a16:creationId xmlns:a16="http://schemas.microsoft.com/office/drawing/2014/main" id="{6EA9013C-840A-455B-92E9-01BCF6ED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3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6" name="data_8832">
            <a:extLst xmlns:a="http://schemas.openxmlformats.org/drawingml/2006/main">
              <a:ext uri="{FF2B5EF4-FFF2-40B4-BE49-F238E27FC236}">
                <a16:creationId xmlns:a16="http://schemas.microsoft.com/office/drawing/2014/main" id="{A4EA7958-8CDC-4377-A97C-0063949E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91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7" name="data_8833">
            <a:extLst xmlns:a="http://schemas.openxmlformats.org/drawingml/2006/main">
              <a:ext uri="{FF2B5EF4-FFF2-40B4-BE49-F238E27FC236}">
                <a16:creationId xmlns:a16="http://schemas.microsoft.com/office/drawing/2014/main" id="{76A649E4-265F-409E-A9D4-264FC52B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7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8" name="data_8834">
            <a:extLst xmlns:a="http://schemas.openxmlformats.org/drawingml/2006/main">
              <a:ext uri="{FF2B5EF4-FFF2-40B4-BE49-F238E27FC236}">
                <a16:creationId xmlns:a16="http://schemas.microsoft.com/office/drawing/2014/main" id="{0CE42F49-C94B-4844-92A9-0C97F21C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5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9" name="data_8835">
            <a:extLst xmlns:a="http://schemas.openxmlformats.org/drawingml/2006/main">
              <a:ext uri="{FF2B5EF4-FFF2-40B4-BE49-F238E27FC236}">
                <a16:creationId xmlns:a16="http://schemas.microsoft.com/office/drawing/2014/main" id="{F137395D-9906-48AE-9E60-735B805E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917" y="55434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0" name="data_8836">
            <a:extLst xmlns:a="http://schemas.openxmlformats.org/drawingml/2006/main">
              <a:ext uri="{FF2B5EF4-FFF2-40B4-BE49-F238E27FC236}">
                <a16:creationId xmlns:a16="http://schemas.microsoft.com/office/drawing/2014/main" id="{9C164373-B470-4F42-A47C-B515FCF5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16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1" name="data_8837">
            <a:extLst xmlns:a="http://schemas.openxmlformats.org/drawingml/2006/main">
              <a:ext uri="{FF2B5EF4-FFF2-40B4-BE49-F238E27FC236}">
                <a16:creationId xmlns:a16="http://schemas.microsoft.com/office/drawing/2014/main" id="{9139E75E-CAD5-413A-BDE4-A1890595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4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2" name="data_8838">
            <a:extLst xmlns:a="http://schemas.openxmlformats.org/drawingml/2006/main">
              <a:ext uri="{FF2B5EF4-FFF2-40B4-BE49-F238E27FC236}">
                <a16:creationId xmlns:a16="http://schemas.microsoft.com/office/drawing/2014/main" id="{022C2125-6544-431F-8A00-B5E82AA0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7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3" name="data_8839">
            <a:extLst xmlns:a="http://schemas.openxmlformats.org/drawingml/2006/main">
              <a:ext uri="{FF2B5EF4-FFF2-40B4-BE49-F238E27FC236}">
                <a16:creationId xmlns:a16="http://schemas.microsoft.com/office/drawing/2014/main" id="{E3938B23-674C-4290-A69A-17BADDE6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16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4" name="data_8840">
            <a:extLst xmlns:a="http://schemas.openxmlformats.org/drawingml/2006/main">
              <a:ext uri="{FF2B5EF4-FFF2-40B4-BE49-F238E27FC236}">
                <a16:creationId xmlns:a16="http://schemas.microsoft.com/office/drawing/2014/main" id="{EF7716C4-6E47-41CC-BA04-2D8C6430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5" name="data_8841">
            <a:extLst xmlns:a="http://schemas.openxmlformats.org/drawingml/2006/main">
              <a:ext uri="{FF2B5EF4-FFF2-40B4-BE49-F238E27FC236}">
                <a16:creationId xmlns:a16="http://schemas.microsoft.com/office/drawing/2014/main" id="{522D3C2C-B991-45B8-9CD5-A664152F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98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6" name="data_8842">
            <a:extLst xmlns:a="http://schemas.openxmlformats.org/drawingml/2006/main">
              <a:ext uri="{FF2B5EF4-FFF2-40B4-BE49-F238E27FC236}">
                <a16:creationId xmlns:a16="http://schemas.microsoft.com/office/drawing/2014/main" id="{AD44886F-23EB-4DB3-A19A-4D463F13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726" y="54792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7" name="data_8843">
            <a:extLst xmlns:a="http://schemas.openxmlformats.org/drawingml/2006/main">
              <a:ext uri="{FF2B5EF4-FFF2-40B4-BE49-F238E27FC236}">
                <a16:creationId xmlns:a16="http://schemas.microsoft.com/office/drawing/2014/main" id="{8D4879AF-719A-4D94-B0BB-7068D234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4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8" name="data_8844">
            <a:extLst xmlns:a="http://schemas.openxmlformats.org/drawingml/2006/main">
              <a:ext uri="{FF2B5EF4-FFF2-40B4-BE49-F238E27FC236}">
                <a16:creationId xmlns:a16="http://schemas.microsoft.com/office/drawing/2014/main" id="{83BAB21C-C358-4EE6-A1E3-B86E4BB9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465" y="685907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9" name="data_8845">
            <a:extLst xmlns:a="http://schemas.openxmlformats.org/drawingml/2006/main">
              <a:ext uri="{FF2B5EF4-FFF2-40B4-BE49-F238E27FC236}">
                <a16:creationId xmlns:a16="http://schemas.microsoft.com/office/drawing/2014/main" id="{F1B0A818-B42E-4607-B552-E54919A0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08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0" name="data_8846">
            <a:extLst xmlns:a="http://schemas.openxmlformats.org/drawingml/2006/main">
              <a:ext uri="{FF2B5EF4-FFF2-40B4-BE49-F238E27FC236}">
                <a16:creationId xmlns:a16="http://schemas.microsoft.com/office/drawing/2014/main" id="{BEEE1D2F-560A-4AAA-9697-970BD881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05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1" name="data_8847">
            <a:extLst xmlns:a="http://schemas.openxmlformats.org/drawingml/2006/main">
              <a:ext uri="{FF2B5EF4-FFF2-40B4-BE49-F238E27FC236}">
                <a16:creationId xmlns:a16="http://schemas.microsoft.com/office/drawing/2014/main" id="{591A912C-75CB-4B0D-B928-B5A14A76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14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2" name="data_8848">
            <a:extLst xmlns:a="http://schemas.openxmlformats.org/drawingml/2006/main">
              <a:ext uri="{FF2B5EF4-FFF2-40B4-BE49-F238E27FC236}">
                <a16:creationId xmlns:a16="http://schemas.microsoft.com/office/drawing/2014/main" id="{636A3855-E40E-4014-BCC7-73C588D4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13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3" name="data_8849">
            <a:extLst xmlns:a="http://schemas.openxmlformats.org/drawingml/2006/main">
              <a:ext uri="{FF2B5EF4-FFF2-40B4-BE49-F238E27FC236}">
                <a16:creationId xmlns:a16="http://schemas.microsoft.com/office/drawing/2014/main" id="{3CAB812E-CBC0-48C1-9081-B7988832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433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4" name="data_8850">
            <a:extLst xmlns:a="http://schemas.openxmlformats.org/drawingml/2006/main">
              <a:ext uri="{FF2B5EF4-FFF2-40B4-BE49-F238E27FC236}">
                <a16:creationId xmlns:a16="http://schemas.microsoft.com/office/drawing/2014/main" id="{AF902003-34D1-4C13-9916-5E1BE437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7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5" name="data_8851">
            <a:extLst xmlns:a="http://schemas.openxmlformats.org/drawingml/2006/main">
              <a:ext uri="{FF2B5EF4-FFF2-40B4-BE49-F238E27FC236}">
                <a16:creationId xmlns:a16="http://schemas.microsoft.com/office/drawing/2014/main" id="{9EF518B8-6C07-422C-A3C2-F705476B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08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6" name="data_8852">
            <a:extLst xmlns:a="http://schemas.openxmlformats.org/drawingml/2006/main">
              <a:ext uri="{FF2B5EF4-FFF2-40B4-BE49-F238E27FC236}">
                <a16:creationId xmlns:a16="http://schemas.microsoft.com/office/drawing/2014/main" id="{13990658-6FDD-4D0E-87E6-81A8DA78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898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7" name="data_8853">
            <a:extLst xmlns:a="http://schemas.openxmlformats.org/drawingml/2006/main">
              <a:ext uri="{FF2B5EF4-FFF2-40B4-BE49-F238E27FC236}">
                <a16:creationId xmlns:a16="http://schemas.microsoft.com/office/drawing/2014/main" id="{B02946C7-1150-46F1-82EA-6FE0DFAD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4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8" name="data_8854">
            <a:extLst xmlns:a="http://schemas.openxmlformats.org/drawingml/2006/main">
              <a:ext uri="{FF2B5EF4-FFF2-40B4-BE49-F238E27FC236}">
                <a16:creationId xmlns:a16="http://schemas.microsoft.com/office/drawing/2014/main" id="{E6D7FB54-B426-4196-B60B-943DC2F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28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9" name="data_8855">
            <a:extLst xmlns:a="http://schemas.openxmlformats.org/drawingml/2006/main">
              <a:ext uri="{FF2B5EF4-FFF2-40B4-BE49-F238E27FC236}">
                <a16:creationId xmlns:a16="http://schemas.microsoft.com/office/drawing/2014/main" id="{E9AC4C7A-0BD2-4D8C-BFA5-D437FFEE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423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0" name="data_8856">
            <a:extLst xmlns:a="http://schemas.openxmlformats.org/drawingml/2006/main">
              <a:ext uri="{FF2B5EF4-FFF2-40B4-BE49-F238E27FC236}">
                <a16:creationId xmlns:a16="http://schemas.microsoft.com/office/drawing/2014/main" id="{461E57EF-1387-4CB8-B1E1-2D477010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96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1" name="data_8857">
            <a:extLst xmlns:a="http://schemas.openxmlformats.org/drawingml/2006/main">
              <a:ext uri="{FF2B5EF4-FFF2-40B4-BE49-F238E27FC236}">
                <a16:creationId xmlns:a16="http://schemas.microsoft.com/office/drawing/2014/main" id="{C80F50A7-055D-4F41-839E-415A008D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5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2" name="data_8858">
            <a:extLst xmlns:a="http://schemas.openxmlformats.org/drawingml/2006/main">
              <a:ext uri="{FF2B5EF4-FFF2-40B4-BE49-F238E27FC236}">
                <a16:creationId xmlns:a16="http://schemas.microsoft.com/office/drawing/2014/main" id="{C2B27EDE-19C7-43A0-AEE5-66471BC2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300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3" name="data_8859">
            <a:extLst xmlns:a="http://schemas.openxmlformats.org/drawingml/2006/main">
              <a:ext uri="{FF2B5EF4-FFF2-40B4-BE49-F238E27FC236}">
                <a16:creationId xmlns:a16="http://schemas.microsoft.com/office/drawing/2014/main" id="{46666CCA-68C9-4F8B-A4A0-A7B58CA9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12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4" name="data_8860">
            <a:extLst xmlns:a="http://schemas.openxmlformats.org/drawingml/2006/main">
              <a:ext uri="{FF2B5EF4-FFF2-40B4-BE49-F238E27FC236}">
                <a16:creationId xmlns:a16="http://schemas.microsoft.com/office/drawing/2014/main" id="{51065026-7166-45FA-BD28-0527D9D6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5" name="data_8861">
            <a:extLst xmlns:a="http://schemas.openxmlformats.org/drawingml/2006/main">
              <a:ext uri="{FF2B5EF4-FFF2-40B4-BE49-F238E27FC236}">
                <a16:creationId xmlns:a16="http://schemas.microsoft.com/office/drawing/2014/main" id="{5AE2540D-77EE-4A6C-85D5-93B9DA7D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36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6" name="data_8862">
            <a:extLst xmlns:a="http://schemas.openxmlformats.org/drawingml/2006/main">
              <a:ext uri="{FF2B5EF4-FFF2-40B4-BE49-F238E27FC236}">
                <a16:creationId xmlns:a16="http://schemas.microsoft.com/office/drawing/2014/main" id="{7E446BB5-FD78-40D9-9763-D5244575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6545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7" name="data_8863">
            <a:extLst xmlns:a="http://schemas.openxmlformats.org/drawingml/2006/main">
              <a:ext uri="{FF2B5EF4-FFF2-40B4-BE49-F238E27FC236}">
                <a16:creationId xmlns:a16="http://schemas.microsoft.com/office/drawing/2014/main" id="{BC9A6C59-4382-4CD5-B60D-63F161DC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0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8" name="data_8864">
            <a:extLst xmlns:a="http://schemas.openxmlformats.org/drawingml/2006/main">
              <a:ext uri="{FF2B5EF4-FFF2-40B4-BE49-F238E27FC236}">
                <a16:creationId xmlns:a16="http://schemas.microsoft.com/office/drawing/2014/main" id="{A72C464E-7C05-4E2A-82BB-8A15FFC7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69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9" name="data_8865">
            <a:extLst xmlns:a="http://schemas.openxmlformats.org/drawingml/2006/main">
              <a:ext uri="{FF2B5EF4-FFF2-40B4-BE49-F238E27FC236}">
                <a16:creationId xmlns:a16="http://schemas.microsoft.com/office/drawing/2014/main" id="{9E2F4AED-CDF8-43E9-B96A-DC93E8CB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08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0" name="data_8866">
            <a:extLst xmlns:a="http://schemas.openxmlformats.org/drawingml/2006/main">
              <a:ext uri="{FF2B5EF4-FFF2-40B4-BE49-F238E27FC236}">
                <a16:creationId xmlns:a16="http://schemas.microsoft.com/office/drawing/2014/main" id="{E1137DF2-21CC-47FF-A424-2C440E9E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2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1" name="data_8867">
            <a:extLst xmlns:a="http://schemas.openxmlformats.org/drawingml/2006/main">
              <a:ext uri="{FF2B5EF4-FFF2-40B4-BE49-F238E27FC236}">
                <a16:creationId xmlns:a16="http://schemas.microsoft.com/office/drawing/2014/main" id="{1FC64D16-AABB-439D-A4FA-E7311888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2" name="data_8868">
            <a:extLst xmlns:a="http://schemas.openxmlformats.org/drawingml/2006/main">
              <a:ext uri="{FF2B5EF4-FFF2-40B4-BE49-F238E27FC236}">
                <a16:creationId xmlns:a16="http://schemas.microsoft.com/office/drawing/2014/main" id="{E8982955-4042-4B7B-B284-9B723ECF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8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3" name="data_8869">
            <a:extLst xmlns:a="http://schemas.openxmlformats.org/drawingml/2006/main">
              <a:ext uri="{FF2B5EF4-FFF2-40B4-BE49-F238E27FC236}">
                <a16:creationId xmlns:a16="http://schemas.microsoft.com/office/drawing/2014/main" id="{E3B321BB-840C-45B1-A33C-2ECD02E3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17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4" name="data_8870">
            <a:extLst xmlns:a="http://schemas.openxmlformats.org/drawingml/2006/main">
              <a:ext uri="{FF2B5EF4-FFF2-40B4-BE49-F238E27FC236}">
                <a16:creationId xmlns:a16="http://schemas.microsoft.com/office/drawing/2014/main" id="{E7D563E2-3780-4057-BD83-C6FF0518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4297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5" name="data_8871">
            <a:extLst xmlns:a="http://schemas.openxmlformats.org/drawingml/2006/main">
              <a:ext uri="{FF2B5EF4-FFF2-40B4-BE49-F238E27FC236}">
                <a16:creationId xmlns:a16="http://schemas.microsoft.com/office/drawing/2014/main" id="{9E9AA0A0-4E85-4F9B-9ECB-D962CD6A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62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6" name="data_8872">
            <a:extLst xmlns:a="http://schemas.openxmlformats.org/drawingml/2006/main">
              <a:ext uri="{FF2B5EF4-FFF2-40B4-BE49-F238E27FC236}">
                <a16:creationId xmlns:a16="http://schemas.microsoft.com/office/drawing/2014/main" id="{71A0CF19-3C61-47B8-B58C-46A7A912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4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7" name="data_8873">
            <a:extLst xmlns:a="http://schemas.openxmlformats.org/drawingml/2006/main">
              <a:ext uri="{FF2B5EF4-FFF2-40B4-BE49-F238E27FC236}">
                <a16:creationId xmlns:a16="http://schemas.microsoft.com/office/drawing/2014/main" id="{2382FCB8-D011-469E-8E23-F0F4C0BD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49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8" name="data_8874">
            <a:extLst xmlns:a="http://schemas.openxmlformats.org/drawingml/2006/main">
              <a:ext uri="{FF2B5EF4-FFF2-40B4-BE49-F238E27FC236}">
                <a16:creationId xmlns:a16="http://schemas.microsoft.com/office/drawing/2014/main" id="{7F663A0C-7FE8-4614-970B-9ADE9F32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70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9" name="data_8875">
            <a:extLst xmlns:a="http://schemas.openxmlformats.org/drawingml/2006/main">
              <a:ext uri="{FF2B5EF4-FFF2-40B4-BE49-F238E27FC236}">
                <a16:creationId xmlns:a16="http://schemas.microsoft.com/office/drawing/2014/main" id="{0F50116D-DB5D-4508-A900-CF053A14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0" name="data_8876">
            <a:extLst xmlns:a="http://schemas.openxmlformats.org/drawingml/2006/main">
              <a:ext uri="{FF2B5EF4-FFF2-40B4-BE49-F238E27FC236}">
                <a16:creationId xmlns:a16="http://schemas.microsoft.com/office/drawing/2014/main" id="{B23E8B95-C42E-486C-881C-D80353D9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67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1" name="data_8877">
            <a:extLst xmlns:a="http://schemas.openxmlformats.org/drawingml/2006/main">
              <a:ext uri="{FF2B5EF4-FFF2-40B4-BE49-F238E27FC236}">
                <a16:creationId xmlns:a16="http://schemas.microsoft.com/office/drawing/2014/main" id="{3A08A6E3-1499-441D-8D0C-0345AED7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2" name="data_8878">
            <a:extLst xmlns:a="http://schemas.openxmlformats.org/drawingml/2006/main">
              <a:ext uri="{FF2B5EF4-FFF2-40B4-BE49-F238E27FC236}">
                <a16:creationId xmlns:a16="http://schemas.microsoft.com/office/drawing/2014/main" id="{55771AC5-D3C5-4E30-B5AC-19008060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7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3" name="data_8879">
            <a:extLst xmlns:a="http://schemas.openxmlformats.org/drawingml/2006/main">
              <a:ext uri="{FF2B5EF4-FFF2-40B4-BE49-F238E27FC236}">
                <a16:creationId xmlns:a16="http://schemas.microsoft.com/office/drawing/2014/main" id="{7B96AEBF-BC56-46B8-8A9A-E22C4757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162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4" name="data_8880">
            <a:extLst xmlns:a="http://schemas.openxmlformats.org/drawingml/2006/main">
              <a:ext uri="{FF2B5EF4-FFF2-40B4-BE49-F238E27FC236}">
                <a16:creationId xmlns:a16="http://schemas.microsoft.com/office/drawing/2014/main" id="{8615460F-AEF9-496E-AF98-C7B8E6E5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5" name="data_8881">
            <a:extLst xmlns:a="http://schemas.openxmlformats.org/drawingml/2006/main">
              <a:ext uri="{FF2B5EF4-FFF2-40B4-BE49-F238E27FC236}">
                <a16:creationId xmlns:a16="http://schemas.microsoft.com/office/drawing/2014/main" id="{C83AB079-933D-470D-B3E3-2B1319D2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377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6" name="data_8882">
            <a:extLst xmlns:a="http://schemas.openxmlformats.org/drawingml/2006/main">
              <a:ext uri="{FF2B5EF4-FFF2-40B4-BE49-F238E27FC236}">
                <a16:creationId xmlns:a16="http://schemas.microsoft.com/office/drawing/2014/main" id="{896A33A4-629D-48E3-9148-A760263E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0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7" name="data_8883">
            <a:extLst xmlns:a="http://schemas.openxmlformats.org/drawingml/2006/main">
              <a:ext uri="{FF2B5EF4-FFF2-40B4-BE49-F238E27FC236}">
                <a16:creationId xmlns:a16="http://schemas.microsoft.com/office/drawing/2014/main" id="{F1057581-1CCA-44E8-BEA2-F31494E4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8" name="data_8884">
            <a:extLst xmlns:a="http://schemas.openxmlformats.org/drawingml/2006/main">
              <a:ext uri="{FF2B5EF4-FFF2-40B4-BE49-F238E27FC236}">
                <a16:creationId xmlns:a16="http://schemas.microsoft.com/office/drawing/2014/main" id="{20680277-DA43-4BBA-98DF-CA9897D6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44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9" name="data_8885">
            <a:extLst xmlns:a="http://schemas.openxmlformats.org/drawingml/2006/main">
              <a:ext uri="{FF2B5EF4-FFF2-40B4-BE49-F238E27FC236}">
                <a16:creationId xmlns:a16="http://schemas.microsoft.com/office/drawing/2014/main" id="{058BD8EE-136E-4DDE-9535-5142EDD9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019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0" name="data_8886">
            <a:extLst xmlns:a="http://schemas.openxmlformats.org/drawingml/2006/main">
              <a:ext uri="{FF2B5EF4-FFF2-40B4-BE49-F238E27FC236}">
                <a16:creationId xmlns:a16="http://schemas.microsoft.com/office/drawing/2014/main" id="{C7A36EE3-FF45-4C18-B041-9E2FC4A8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670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1" name="data_8887">
            <a:extLst xmlns:a="http://schemas.openxmlformats.org/drawingml/2006/main">
              <a:ext uri="{FF2B5EF4-FFF2-40B4-BE49-F238E27FC236}">
                <a16:creationId xmlns:a16="http://schemas.microsoft.com/office/drawing/2014/main" id="{5505160F-827E-4C8A-9B5A-848B61F6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816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2" name="data_8888">
            <a:extLst xmlns:a="http://schemas.openxmlformats.org/drawingml/2006/main">
              <a:ext uri="{FF2B5EF4-FFF2-40B4-BE49-F238E27FC236}">
                <a16:creationId xmlns:a16="http://schemas.microsoft.com/office/drawing/2014/main" id="{8CF40C43-2EB5-4F84-A901-B4BA467F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992" y="54227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3" name="data_8889">
            <a:extLst xmlns:a="http://schemas.openxmlformats.org/drawingml/2006/main">
              <a:ext uri="{FF2B5EF4-FFF2-40B4-BE49-F238E27FC236}">
                <a16:creationId xmlns:a16="http://schemas.microsoft.com/office/drawing/2014/main" id="{7E4E5161-303E-4917-8ADC-A524EEF2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50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4" name="data_8890">
            <a:extLst xmlns:a="http://schemas.openxmlformats.org/drawingml/2006/main">
              <a:ext uri="{FF2B5EF4-FFF2-40B4-BE49-F238E27FC236}">
                <a16:creationId xmlns:a16="http://schemas.microsoft.com/office/drawing/2014/main" id="{B440A067-14B5-4081-8D34-42A7B113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5" name="data_8891">
            <a:extLst xmlns:a="http://schemas.openxmlformats.org/drawingml/2006/main">
              <a:ext uri="{FF2B5EF4-FFF2-40B4-BE49-F238E27FC236}">
                <a16:creationId xmlns:a16="http://schemas.microsoft.com/office/drawing/2014/main" id="{AE2373C3-1FB2-4579-BF3F-93FA7996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12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6" name="data_8892">
            <a:extLst xmlns:a="http://schemas.openxmlformats.org/drawingml/2006/main">
              <a:ext uri="{FF2B5EF4-FFF2-40B4-BE49-F238E27FC236}">
                <a16:creationId xmlns:a16="http://schemas.microsoft.com/office/drawing/2014/main" id="{C7EC73D1-54C8-4E88-94B5-5D165D3D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260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7" name="data_8893">
            <a:extLst xmlns:a="http://schemas.openxmlformats.org/drawingml/2006/main">
              <a:ext uri="{FF2B5EF4-FFF2-40B4-BE49-F238E27FC236}">
                <a16:creationId xmlns:a16="http://schemas.microsoft.com/office/drawing/2014/main" id="{AD7D7034-4089-441A-B7E0-91577CA8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7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8" name="data_8894">
            <a:extLst xmlns:a="http://schemas.openxmlformats.org/drawingml/2006/main">
              <a:ext uri="{FF2B5EF4-FFF2-40B4-BE49-F238E27FC236}">
                <a16:creationId xmlns:a16="http://schemas.microsoft.com/office/drawing/2014/main" id="{FE74AF01-DBB9-4BB9-9471-C2FF9CD4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5372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9" name="data_8895">
            <a:extLst xmlns:a="http://schemas.openxmlformats.org/drawingml/2006/main">
              <a:ext uri="{FF2B5EF4-FFF2-40B4-BE49-F238E27FC236}">
                <a16:creationId xmlns:a16="http://schemas.microsoft.com/office/drawing/2014/main" id="{B09B553A-F08B-4830-9528-DC9CD402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660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0" name="data_8896">
            <a:extLst xmlns:a="http://schemas.openxmlformats.org/drawingml/2006/main">
              <a:ext uri="{FF2B5EF4-FFF2-40B4-BE49-F238E27FC236}">
                <a16:creationId xmlns:a16="http://schemas.microsoft.com/office/drawing/2014/main" id="{49D2148B-89DA-4C67-8459-B149F1CA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4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1" name="data_8897">
            <a:extLst xmlns:a="http://schemas.openxmlformats.org/drawingml/2006/main">
              <a:ext uri="{FF2B5EF4-FFF2-40B4-BE49-F238E27FC236}">
                <a16:creationId xmlns:a16="http://schemas.microsoft.com/office/drawing/2014/main" id="{DE14D913-CD2E-472F-8D01-4D527C49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4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2" name="data_8898">
            <a:extLst xmlns:a="http://schemas.openxmlformats.org/drawingml/2006/main">
              <a:ext uri="{FF2B5EF4-FFF2-40B4-BE49-F238E27FC236}">
                <a16:creationId xmlns:a16="http://schemas.microsoft.com/office/drawing/2014/main" id="{90227BD7-C723-4EC7-9089-554F2D58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96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3" name="data_8899">
            <a:extLst xmlns:a="http://schemas.openxmlformats.org/drawingml/2006/main">
              <a:ext uri="{FF2B5EF4-FFF2-40B4-BE49-F238E27FC236}">
                <a16:creationId xmlns:a16="http://schemas.microsoft.com/office/drawing/2014/main" id="{83117955-A1A0-40F5-9A8B-5A4A9C3D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84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4" name="data_8900">
            <a:extLst xmlns:a="http://schemas.openxmlformats.org/drawingml/2006/main">
              <a:ext uri="{FF2B5EF4-FFF2-40B4-BE49-F238E27FC236}">
                <a16:creationId xmlns:a16="http://schemas.microsoft.com/office/drawing/2014/main" id="{09B6286B-1F9B-4926-8F90-3A78F4C9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78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5" name="data_8901">
            <a:extLst xmlns:a="http://schemas.openxmlformats.org/drawingml/2006/main">
              <a:ext uri="{FF2B5EF4-FFF2-40B4-BE49-F238E27FC236}">
                <a16:creationId xmlns:a16="http://schemas.microsoft.com/office/drawing/2014/main" id="{2A330FFF-4E3F-4440-9B8D-D7DEC1CB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1106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6" name="data_8902">
            <a:extLst xmlns:a="http://schemas.openxmlformats.org/drawingml/2006/main">
              <a:ext uri="{FF2B5EF4-FFF2-40B4-BE49-F238E27FC236}">
                <a16:creationId xmlns:a16="http://schemas.microsoft.com/office/drawing/2014/main" id="{9F8A0751-2BD1-4F8F-97FE-E5BE0D2A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7" name="data_8903">
            <a:extLst xmlns:a="http://schemas.openxmlformats.org/drawingml/2006/main">
              <a:ext uri="{FF2B5EF4-FFF2-40B4-BE49-F238E27FC236}">
                <a16:creationId xmlns:a16="http://schemas.microsoft.com/office/drawing/2014/main" id="{93268D8B-3A60-48E8-8C11-44AD7826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8" name="data_8904">
            <a:extLst xmlns:a="http://schemas.openxmlformats.org/drawingml/2006/main">
              <a:ext uri="{FF2B5EF4-FFF2-40B4-BE49-F238E27FC236}">
                <a16:creationId xmlns:a16="http://schemas.microsoft.com/office/drawing/2014/main" id="{1191008B-FA99-4FAE-A81E-A2E497EC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15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9" name="data_8905">
            <a:extLst xmlns:a="http://schemas.openxmlformats.org/drawingml/2006/main">
              <a:ext uri="{FF2B5EF4-FFF2-40B4-BE49-F238E27FC236}">
                <a16:creationId xmlns:a16="http://schemas.microsoft.com/office/drawing/2014/main" id="{3BDB9D69-C7FB-4D33-B991-F23F40FD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0" name="data_8906">
            <a:extLst xmlns:a="http://schemas.openxmlformats.org/drawingml/2006/main">
              <a:ext uri="{FF2B5EF4-FFF2-40B4-BE49-F238E27FC236}">
                <a16:creationId xmlns:a16="http://schemas.microsoft.com/office/drawing/2014/main" id="{D4835F07-6681-4035-AA49-DC951751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41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1" name="data_8907">
            <a:extLst xmlns:a="http://schemas.openxmlformats.org/drawingml/2006/main">
              <a:ext uri="{FF2B5EF4-FFF2-40B4-BE49-F238E27FC236}">
                <a16:creationId xmlns:a16="http://schemas.microsoft.com/office/drawing/2014/main" id="{76C6B669-11A9-4178-BC51-09C10008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651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2" name="data_8908">
            <a:extLst xmlns:a="http://schemas.openxmlformats.org/drawingml/2006/main">
              <a:ext uri="{FF2B5EF4-FFF2-40B4-BE49-F238E27FC236}">
                <a16:creationId xmlns:a16="http://schemas.microsoft.com/office/drawing/2014/main" id="{F747797A-160E-4527-94DC-952ACFDB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679" y="65230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3" name="data_8909">
            <a:extLst xmlns:a="http://schemas.openxmlformats.org/drawingml/2006/main">
              <a:ext uri="{FF2B5EF4-FFF2-40B4-BE49-F238E27FC236}">
                <a16:creationId xmlns:a16="http://schemas.microsoft.com/office/drawing/2014/main" id="{0CFBAA0C-B768-4778-83A6-5E64EBBC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087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4" name="data_8910">
            <a:extLst xmlns:a="http://schemas.openxmlformats.org/drawingml/2006/main">
              <a:ext uri="{FF2B5EF4-FFF2-40B4-BE49-F238E27FC236}">
                <a16:creationId xmlns:a16="http://schemas.microsoft.com/office/drawing/2014/main" id="{BA100093-AB1E-45E1-9DAB-5728822B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1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5" name="data_8911">
            <a:extLst xmlns:a="http://schemas.openxmlformats.org/drawingml/2006/main">
              <a:ext uri="{FF2B5EF4-FFF2-40B4-BE49-F238E27FC236}">
                <a16:creationId xmlns:a16="http://schemas.microsoft.com/office/drawing/2014/main" id="{B54CFFA8-A27C-44E9-9BC5-08DD77AE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368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6" name="data_8912">
            <a:extLst xmlns:a="http://schemas.openxmlformats.org/drawingml/2006/main">
              <a:ext uri="{FF2B5EF4-FFF2-40B4-BE49-F238E27FC236}">
                <a16:creationId xmlns:a16="http://schemas.microsoft.com/office/drawing/2014/main" id="{CA8D83C6-0819-430A-BB7F-241F53DA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7" name="data_8913">
            <a:extLst xmlns:a="http://schemas.openxmlformats.org/drawingml/2006/main">
              <a:ext uri="{FF2B5EF4-FFF2-40B4-BE49-F238E27FC236}">
                <a16:creationId xmlns:a16="http://schemas.microsoft.com/office/drawing/2014/main" id="{44B8B47E-6810-462E-A560-D8481EB5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7035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8" name="data_8914">
            <a:extLst xmlns:a="http://schemas.openxmlformats.org/drawingml/2006/main">
              <a:ext uri="{FF2B5EF4-FFF2-40B4-BE49-F238E27FC236}">
                <a16:creationId xmlns:a16="http://schemas.microsoft.com/office/drawing/2014/main" id="{EEB9DB2D-5270-4447-A99E-87C08772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6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9" name="data_8915">
            <a:extLst xmlns:a="http://schemas.openxmlformats.org/drawingml/2006/main">
              <a:ext uri="{FF2B5EF4-FFF2-40B4-BE49-F238E27FC236}">
                <a16:creationId xmlns:a16="http://schemas.microsoft.com/office/drawing/2014/main" id="{70FD2404-F074-4EC1-8CE5-4D4D569B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1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0" name="data_8916">
            <a:extLst xmlns:a="http://schemas.openxmlformats.org/drawingml/2006/main">
              <a:ext uri="{FF2B5EF4-FFF2-40B4-BE49-F238E27FC236}">
                <a16:creationId xmlns:a16="http://schemas.microsoft.com/office/drawing/2014/main" id="{89690722-7411-49B2-B498-A2A17104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9933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1" name="data_8917">
            <a:extLst xmlns:a="http://schemas.openxmlformats.org/drawingml/2006/main">
              <a:ext uri="{FF2B5EF4-FFF2-40B4-BE49-F238E27FC236}">
                <a16:creationId xmlns:a16="http://schemas.microsoft.com/office/drawing/2014/main" id="{CA40EDA0-8D13-4025-91E6-D3EBB37C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8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2" name="data_8918">
            <a:extLst xmlns:a="http://schemas.openxmlformats.org/drawingml/2006/main">
              <a:ext uri="{FF2B5EF4-FFF2-40B4-BE49-F238E27FC236}">
                <a16:creationId xmlns:a16="http://schemas.microsoft.com/office/drawing/2014/main" id="{4335354C-61A4-44E9-962B-97C6EB07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6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3" name="data_8919">
            <a:extLst xmlns:a="http://schemas.openxmlformats.org/drawingml/2006/main">
              <a:ext uri="{FF2B5EF4-FFF2-40B4-BE49-F238E27FC236}">
                <a16:creationId xmlns:a16="http://schemas.microsoft.com/office/drawing/2014/main" id="{1BA0ED2F-1E46-45AA-A1BA-C67F0ED1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79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4" name="data_8920">
            <a:extLst xmlns:a="http://schemas.openxmlformats.org/drawingml/2006/main">
              <a:ext uri="{FF2B5EF4-FFF2-40B4-BE49-F238E27FC236}">
                <a16:creationId xmlns:a16="http://schemas.microsoft.com/office/drawing/2014/main" id="{5EEE07D2-8CFD-4E81-9195-07A7FEC3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21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5" name="data_8921">
            <a:extLst xmlns:a="http://schemas.openxmlformats.org/drawingml/2006/main">
              <a:ext uri="{FF2B5EF4-FFF2-40B4-BE49-F238E27FC236}">
                <a16:creationId xmlns:a16="http://schemas.microsoft.com/office/drawing/2014/main" id="{44DDA1C1-3A21-471F-AF44-7D9F7EB2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24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6" name="data_8922">
            <a:extLst xmlns:a="http://schemas.openxmlformats.org/drawingml/2006/main">
              <a:ext uri="{FF2B5EF4-FFF2-40B4-BE49-F238E27FC236}">
                <a16:creationId xmlns:a16="http://schemas.microsoft.com/office/drawing/2014/main" id="{ADC2D960-4286-4348-88CF-CD216DAE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88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7" name="data_8923">
            <a:extLst xmlns:a="http://schemas.openxmlformats.org/drawingml/2006/main">
              <a:ext uri="{FF2B5EF4-FFF2-40B4-BE49-F238E27FC236}">
                <a16:creationId xmlns:a16="http://schemas.microsoft.com/office/drawing/2014/main" id="{EC159550-6AE6-4373-A0E3-BBDF34AC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8" name="data_8924">
            <a:extLst xmlns:a="http://schemas.openxmlformats.org/drawingml/2006/main">
              <a:ext uri="{FF2B5EF4-FFF2-40B4-BE49-F238E27FC236}">
                <a16:creationId xmlns:a16="http://schemas.microsoft.com/office/drawing/2014/main" id="{8E57B8B4-7BEE-4949-926E-C67AB6A7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025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9" name="data_8925">
            <a:extLst xmlns:a="http://schemas.openxmlformats.org/drawingml/2006/main">
              <a:ext uri="{FF2B5EF4-FFF2-40B4-BE49-F238E27FC236}">
                <a16:creationId xmlns:a16="http://schemas.microsoft.com/office/drawing/2014/main" id="{35995880-9D8D-4B06-B50F-A68822D6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035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0" name="data_8926">
            <a:extLst xmlns:a="http://schemas.openxmlformats.org/drawingml/2006/main">
              <a:ext uri="{FF2B5EF4-FFF2-40B4-BE49-F238E27FC236}">
                <a16:creationId xmlns:a16="http://schemas.microsoft.com/office/drawing/2014/main" id="{8498A2E9-8D78-4E6F-AE38-D02D0759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93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1" name="data_8927">
            <a:extLst xmlns:a="http://schemas.openxmlformats.org/drawingml/2006/main">
              <a:ext uri="{FF2B5EF4-FFF2-40B4-BE49-F238E27FC236}">
                <a16:creationId xmlns:a16="http://schemas.microsoft.com/office/drawing/2014/main" id="{5D26489C-D7A9-4241-86DD-8F1EC279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78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2" name="data_8928">
            <a:extLst xmlns:a="http://schemas.openxmlformats.org/drawingml/2006/main">
              <a:ext uri="{FF2B5EF4-FFF2-40B4-BE49-F238E27FC236}">
                <a16:creationId xmlns:a16="http://schemas.microsoft.com/office/drawing/2014/main" id="{737D881F-30C6-463F-BC05-E133100F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5087202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483" name="data_8929">
            <a:extLst xmlns:a="http://schemas.openxmlformats.org/drawingml/2006/main">
              <a:ext uri="{FF2B5EF4-FFF2-40B4-BE49-F238E27FC236}">
                <a16:creationId xmlns:a16="http://schemas.microsoft.com/office/drawing/2014/main" id="{1E33B4A2-FA08-4F43-8E29-6691D666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7041780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484" name="text_8930">
            <a:extLst xmlns:a="http://schemas.openxmlformats.org/drawingml/2006/main">
              <a:ext uri="{FF2B5EF4-FFF2-40B4-BE49-F238E27FC236}">
                <a16:creationId xmlns:a16="http://schemas.microsoft.com/office/drawing/2014/main" id="{D957B224-B534-450E-9B49-0B04ADC3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47977" y="4773801"/>
            <a:ext cx="64908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3485" name="text_8931">
            <a:extLst xmlns:a="http://schemas.openxmlformats.org/drawingml/2006/main">
              <a:ext uri="{FF2B5EF4-FFF2-40B4-BE49-F238E27FC236}">
                <a16:creationId xmlns:a16="http://schemas.microsoft.com/office/drawing/2014/main" id="{6E4D776E-3E69-4E97-9A46-4EC9728F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8134" y="4808505"/>
            <a:ext cx="1629200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Emap2lig</a:t>
            </a:r>
          </a:p>
        </p:txBody>
      </p:sp>
      <p:sp>
        <p:nvSpPr>
          <p:cNvPr id="3486" name="data_8932">
            <a:extLst xmlns:a="http://schemas.openxmlformats.org/drawingml/2006/main">
              <a:ext uri="{FF2B5EF4-FFF2-40B4-BE49-F238E27FC236}">
                <a16:creationId xmlns:a16="http://schemas.microsoft.com/office/drawing/2014/main" id="{AA1C023C-1CDF-4301-9B35-B56BBEE8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6036870"/>
            <a:ext cx="2049083" cy="916065"/>
          </a:xfrm>
          <a:custGeom xmlns:a="http://schemas.openxmlformats.org/drawingml/2006/main">
            <a:pathLst>
              <a:path w="2049083" h="916065">
                <a:moveTo>
                  <a:pt x="0" y="916065"/>
                </a:moveTo>
                <a:lnTo>
                  <a:pt x="26270" y="914613"/>
                </a:lnTo>
                <a:lnTo>
                  <a:pt x="26270" y="913643"/>
                </a:lnTo>
                <a:lnTo>
                  <a:pt x="37946" y="912141"/>
                </a:lnTo>
                <a:lnTo>
                  <a:pt x="37946" y="910040"/>
                </a:lnTo>
                <a:lnTo>
                  <a:pt x="48788" y="909483"/>
                </a:lnTo>
                <a:lnTo>
                  <a:pt x="48788" y="906782"/>
                </a:lnTo>
                <a:lnTo>
                  <a:pt x="56919" y="905813"/>
                </a:lnTo>
                <a:lnTo>
                  <a:pt x="56919" y="902347"/>
                </a:lnTo>
                <a:lnTo>
                  <a:pt x="68303" y="900387"/>
                </a:lnTo>
                <a:lnTo>
                  <a:pt x="70054" y="896994"/>
                </a:lnTo>
                <a:lnTo>
                  <a:pt x="75892" y="896994"/>
                </a:lnTo>
                <a:lnTo>
                  <a:pt x="75892" y="894893"/>
                </a:lnTo>
                <a:lnTo>
                  <a:pt x="85378" y="893609"/>
                </a:lnTo>
                <a:lnTo>
                  <a:pt x="85378" y="886520"/>
                </a:lnTo>
                <a:lnTo>
                  <a:pt x="97575" y="885721"/>
                </a:lnTo>
                <a:lnTo>
                  <a:pt x="97575" y="878970"/>
                </a:lnTo>
                <a:lnTo>
                  <a:pt x="113838" y="877467"/>
                </a:lnTo>
                <a:lnTo>
                  <a:pt x="113838" y="860107"/>
                </a:lnTo>
                <a:lnTo>
                  <a:pt x="124187" y="859865"/>
                </a:lnTo>
                <a:lnTo>
                  <a:pt x="125222" y="856113"/>
                </a:lnTo>
                <a:lnTo>
                  <a:pt x="136606" y="855870"/>
                </a:lnTo>
                <a:lnTo>
                  <a:pt x="136606" y="842323"/>
                </a:lnTo>
                <a:lnTo>
                  <a:pt x="157622" y="840473"/>
                </a:lnTo>
                <a:lnTo>
                  <a:pt x="159373" y="839916"/>
                </a:lnTo>
                <a:lnTo>
                  <a:pt x="170757" y="839916"/>
                </a:lnTo>
                <a:lnTo>
                  <a:pt x="170757" y="807308"/>
                </a:lnTo>
                <a:lnTo>
                  <a:pt x="186280" y="806750"/>
                </a:lnTo>
                <a:lnTo>
                  <a:pt x="186280" y="803314"/>
                </a:lnTo>
                <a:lnTo>
                  <a:pt x="195151" y="801706"/>
                </a:lnTo>
                <a:lnTo>
                  <a:pt x="195151" y="796305"/>
                </a:lnTo>
                <a:lnTo>
                  <a:pt x="204908" y="796063"/>
                </a:lnTo>
                <a:lnTo>
                  <a:pt x="204908" y="792912"/>
                </a:lnTo>
                <a:lnTo>
                  <a:pt x="227676" y="792113"/>
                </a:lnTo>
                <a:lnTo>
                  <a:pt x="227676" y="758717"/>
                </a:lnTo>
                <a:lnTo>
                  <a:pt x="243938" y="758160"/>
                </a:lnTo>
                <a:lnTo>
                  <a:pt x="243938" y="755459"/>
                </a:lnTo>
                <a:lnTo>
                  <a:pt x="248374" y="755459"/>
                </a:lnTo>
                <a:lnTo>
                  <a:pt x="248374" y="752022"/>
                </a:lnTo>
                <a:lnTo>
                  <a:pt x="256135" y="751465"/>
                </a:lnTo>
                <a:lnTo>
                  <a:pt x="256135" y="744376"/>
                </a:lnTo>
                <a:lnTo>
                  <a:pt x="265622" y="744061"/>
                </a:lnTo>
                <a:lnTo>
                  <a:pt x="265622" y="741961"/>
                </a:lnTo>
                <a:lnTo>
                  <a:pt x="273211" y="741719"/>
                </a:lnTo>
                <a:lnTo>
                  <a:pt x="273211" y="728171"/>
                </a:lnTo>
                <a:lnTo>
                  <a:pt x="292726" y="726645"/>
                </a:lnTo>
                <a:lnTo>
                  <a:pt x="292726" y="721244"/>
                </a:lnTo>
                <a:lnTo>
                  <a:pt x="310467" y="720371"/>
                </a:lnTo>
                <a:lnTo>
                  <a:pt x="310467" y="716934"/>
                </a:lnTo>
                <a:lnTo>
                  <a:pt x="341514" y="715892"/>
                </a:lnTo>
                <a:lnTo>
                  <a:pt x="341514" y="576865"/>
                </a:lnTo>
                <a:lnTo>
                  <a:pt x="372561" y="575750"/>
                </a:lnTo>
                <a:lnTo>
                  <a:pt x="372561" y="572313"/>
                </a:lnTo>
                <a:lnTo>
                  <a:pt x="390302" y="571683"/>
                </a:lnTo>
                <a:lnTo>
                  <a:pt x="390302" y="566282"/>
                </a:lnTo>
                <a:lnTo>
                  <a:pt x="409817" y="565967"/>
                </a:lnTo>
                <a:lnTo>
                  <a:pt x="411568" y="555958"/>
                </a:lnTo>
                <a:lnTo>
                  <a:pt x="426892" y="555716"/>
                </a:lnTo>
                <a:lnTo>
                  <a:pt x="426892" y="553353"/>
                </a:lnTo>
                <a:lnTo>
                  <a:pt x="434654" y="553038"/>
                </a:lnTo>
                <a:lnTo>
                  <a:pt x="434654" y="549601"/>
                </a:lnTo>
                <a:lnTo>
                  <a:pt x="455352" y="549358"/>
                </a:lnTo>
                <a:lnTo>
                  <a:pt x="455352" y="514460"/>
                </a:lnTo>
                <a:lnTo>
                  <a:pt x="487877" y="514145"/>
                </a:lnTo>
                <a:lnTo>
                  <a:pt x="487877" y="508744"/>
                </a:lnTo>
                <a:lnTo>
                  <a:pt x="496747" y="508744"/>
                </a:lnTo>
                <a:lnTo>
                  <a:pt x="496747" y="505307"/>
                </a:lnTo>
                <a:lnTo>
                  <a:pt x="512271" y="505065"/>
                </a:lnTo>
                <a:lnTo>
                  <a:pt x="512271" y="483799"/>
                </a:lnTo>
                <a:lnTo>
                  <a:pt x="546422" y="482999"/>
                </a:lnTo>
                <a:lnTo>
                  <a:pt x="546422" y="473233"/>
                </a:lnTo>
                <a:lnTo>
                  <a:pt x="569190" y="472918"/>
                </a:lnTo>
                <a:lnTo>
                  <a:pt x="569190" y="460001"/>
                </a:lnTo>
                <a:lnTo>
                  <a:pt x="585452" y="459686"/>
                </a:lnTo>
                <a:lnTo>
                  <a:pt x="585452" y="456985"/>
                </a:lnTo>
                <a:lnTo>
                  <a:pt x="614725" y="455305"/>
                </a:lnTo>
                <a:lnTo>
                  <a:pt x="614725" y="453415"/>
                </a:lnTo>
                <a:lnTo>
                  <a:pt x="626109" y="451696"/>
                </a:lnTo>
                <a:lnTo>
                  <a:pt x="626109" y="451381"/>
                </a:lnTo>
                <a:lnTo>
                  <a:pt x="683028" y="450654"/>
                </a:lnTo>
                <a:lnTo>
                  <a:pt x="683028" y="131026"/>
                </a:lnTo>
                <a:lnTo>
                  <a:pt x="745121" y="130154"/>
                </a:lnTo>
                <a:lnTo>
                  <a:pt x="745121" y="128436"/>
                </a:lnTo>
                <a:lnTo>
                  <a:pt x="761839" y="126545"/>
                </a:lnTo>
                <a:lnTo>
                  <a:pt x="761839" y="125576"/>
                </a:lnTo>
                <a:lnTo>
                  <a:pt x="796866" y="125576"/>
                </a:lnTo>
                <a:lnTo>
                  <a:pt x="796866" y="118960"/>
                </a:lnTo>
                <a:lnTo>
                  <a:pt x="808249" y="116999"/>
                </a:lnTo>
                <a:lnTo>
                  <a:pt x="808249" y="116684"/>
                </a:lnTo>
                <a:lnTo>
                  <a:pt x="819633" y="116442"/>
                </a:lnTo>
                <a:lnTo>
                  <a:pt x="819633" y="112661"/>
                </a:lnTo>
                <a:lnTo>
                  <a:pt x="869308" y="112176"/>
                </a:lnTo>
                <a:lnTo>
                  <a:pt x="869308" y="110458"/>
                </a:lnTo>
                <a:lnTo>
                  <a:pt x="1024541" y="108616"/>
                </a:lnTo>
                <a:lnTo>
                  <a:pt x="1024541" y="103890"/>
                </a:lnTo>
                <a:lnTo>
                  <a:pt x="1138379" y="103648"/>
                </a:lnTo>
                <a:lnTo>
                  <a:pt x="1138379" y="98922"/>
                </a:lnTo>
                <a:lnTo>
                  <a:pt x="1195298" y="98680"/>
                </a:lnTo>
                <a:lnTo>
                  <a:pt x="1195298" y="93954"/>
                </a:lnTo>
                <a:lnTo>
                  <a:pt x="1229450" y="93712"/>
                </a:lnTo>
                <a:lnTo>
                  <a:pt x="1229450" y="89931"/>
                </a:lnTo>
                <a:lnTo>
                  <a:pt x="1366055" y="88093"/>
                </a:lnTo>
                <a:lnTo>
                  <a:pt x="1366055" y="34534"/>
                </a:lnTo>
                <a:lnTo>
                  <a:pt x="1593731" y="33807"/>
                </a:lnTo>
                <a:lnTo>
                  <a:pt x="1593731" y="24356"/>
                </a:lnTo>
                <a:lnTo>
                  <a:pt x="1707569" y="24114"/>
                </a:lnTo>
                <a:lnTo>
                  <a:pt x="1707569" y="19388"/>
                </a:lnTo>
                <a:lnTo>
                  <a:pt x="2049083" y="18903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3487" name="data_8933">
            <a:extLst xmlns:a="http://schemas.openxmlformats.org/drawingml/2006/main">
              <a:ext uri="{FF2B5EF4-FFF2-40B4-BE49-F238E27FC236}">
                <a16:creationId xmlns:a16="http://schemas.microsoft.com/office/drawing/2014/main" id="{EC783CBE-9600-4D24-B2C3-42192D1D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6064491"/>
            <a:ext cx="2049083" cy="888444"/>
          </a:xfrm>
          <a:custGeom xmlns:a="http://schemas.openxmlformats.org/drawingml/2006/main">
            <a:pathLst>
              <a:path w="2049083" h="888444">
                <a:moveTo>
                  <a:pt x="0" y="888444"/>
                </a:moveTo>
                <a:lnTo>
                  <a:pt x="569190" y="888444"/>
                </a:lnTo>
                <a:lnTo>
                  <a:pt x="569190" y="872579"/>
                </a:lnTo>
                <a:lnTo>
                  <a:pt x="683028" y="872579"/>
                </a:lnTo>
                <a:lnTo>
                  <a:pt x="683028" y="296148"/>
                </a:lnTo>
                <a:lnTo>
                  <a:pt x="1366055" y="296148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3488" name="data_8934">
            <a:extLst xmlns:a="http://schemas.openxmlformats.org/drawingml/2006/main">
              <a:ext uri="{FF2B5EF4-FFF2-40B4-BE49-F238E27FC236}">
                <a16:creationId xmlns:a16="http://schemas.microsoft.com/office/drawing/2014/main" id="{14535CC5-DE59-4C57-802E-1EB1AB7B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990" y="658358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89" name="data_8935">
            <a:extLst xmlns:a="http://schemas.openxmlformats.org/drawingml/2006/main">
              <a:ext uri="{FF2B5EF4-FFF2-40B4-BE49-F238E27FC236}">
                <a16:creationId xmlns:a16="http://schemas.microsoft.com/office/drawing/2014/main" id="{B12DF079-0106-454A-AFB2-CBEB4D95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1504" y="613774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90" name="data_8936">
            <a:extLst xmlns:a="http://schemas.openxmlformats.org/drawingml/2006/main">
              <a:ext uri="{FF2B5EF4-FFF2-40B4-BE49-F238E27FC236}">
                <a16:creationId xmlns:a16="http://schemas.microsoft.com/office/drawing/2014/main" id="{2E280775-789B-4B81-9705-EF474E55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4532" y="604125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91" name="data_8937">
            <a:extLst xmlns:a="http://schemas.openxmlformats.org/drawingml/2006/main">
              <a:ext uri="{FF2B5EF4-FFF2-40B4-BE49-F238E27FC236}">
                <a16:creationId xmlns:a16="http://schemas.microsoft.com/office/drawing/2014/main" id="{68E29BA0-D996-4D2E-B309-B875AD5F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7559" y="6006722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92" name="data_8938">
            <a:extLst xmlns:a="http://schemas.openxmlformats.org/drawingml/2006/main">
              <a:ext uri="{FF2B5EF4-FFF2-40B4-BE49-F238E27FC236}">
                <a16:creationId xmlns:a16="http://schemas.microsoft.com/office/drawing/2014/main" id="{CD4E3E5A-1004-4916-A4AE-55EDADB5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978" y="6902775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3" name="data_8939">
            <a:extLst xmlns:a="http://schemas.openxmlformats.org/drawingml/2006/main">
              <a:ext uri="{FF2B5EF4-FFF2-40B4-BE49-F238E27FC236}">
                <a16:creationId xmlns:a16="http://schemas.microsoft.com/office/drawing/2014/main" id="{31284940-872C-4CE8-BFE2-ACB3C9F3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92" y="6310478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4" name="data_8940">
            <a:extLst xmlns:a="http://schemas.openxmlformats.org/drawingml/2006/main">
              <a:ext uri="{FF2B5EF4-FFF2-40B4-BE49-F238E27FC236}">
                <a16:creationId xmlns:a16="http://schemas.microsoft.com/office/drawing/2014/main" id="{5A01DA58-4447-4735-B9B8-796AF8CA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520" y="601433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5" name="data_8941">
            <a:extLst xmlns:a="http://schemas.openxmlformats.org/drawingml/2006/main">
              <a:ext uri="{FF2B5EF4-FFF2-40B4-BE49-F238E27FC236}">
                <a16:creationId xmlns:a16="http://schemas.microsoft.com/office/drawing/2014/main" id="{A07C67EF-B3A0-4FC3-852E-97315F30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7547" y="601433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6" name="data_8942">
            <a:extLst xmlns:a="http://schemas.openxmlformats.org/drawingml/2006/main">
              <a:ext uri="{FF2B5EF4-FFF2-40B4-BE49-F238E27FC236}">
                <a16:creationId xmlns:a16="http://schemas.microsoft.com/office/drawing/2014/main" id="{E5E599DC-9785-4E9F-94D2-967F59F9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820" y="1142567"/>
            <a:ext cx="269563" cy="191"/>
          </a:xfrm>
          <a:custGeom xmlns:a="http://schemas.openxmlformats.org/drawingml/2006/main"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3497" name="data_8943">
            <a:extLst xmlns:a="http://schemas.openxmlformats.org/drawingml/2006/main">
              <a:ext uri="{FF2B5EF4-FFF2-40B4-BE49-F238E27FC236}">
                <a16:creationId xmlns:a16="http://schemas.microsoft.com/office/drawing/2014/main" id="{9B5C277A-6A2A-4776-BB78-F323A5DA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2000" y="1115965"/>
            <a:ext cx="53203" cy="532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17734">
            <a:solidFill>
              <a:srgbClr val="00878B"/>
            </a:solidFill>
            <a:prstDash val="solid"/>
          </a:ln>
        </p:spPr>
      </p:sp>
      <p:sp>
        <p:nvSpPr>
          <p:cNvPr id="3498" name="text_8944">
            <a:extLst xmlns:a="http://schemas.openxmlformats.org/drawingml/2006/main">
              <a:ext uri="{FF2B5EF4-FFF2-40B4-BE49-F238E27FC236}">
                <a16:creationId xmlns:a16="http://schemas.microsoft.com/office/drawing/2014/main" id="{9304818A-D43A-4399-B544-63CCAC6B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1208" y="1083263"/>
            <a:ext cx="326548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</a:t>
            </a:r>
          </a:p>
        </p:txBody>
      </p:sp>
      <p:sp>
        <p:nvSpPr>
          <p:cNvPr id="3499" name="data_8945">
            <a:extLst xmlns:a="http://schemas.openxmlformats.org/drawingml/2006/main">
              <a:ext uri="{FF2B5EF4-FFF2-40B4-BE49-F238E27FC236}">
                <a16:creationId xmlns:a16="http://schemas.microsoft.com/office/drawing/2014/main" id="{553CD366-5C41-40CF-A3D0-D7E0E14F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456" y="1142567"/>
            <a:ext cx="269563" cy="191"/>
          </a:xfrm>
          <a:custGeom xmlns:a="http://schemas.openxmlformats.org/drawingml/2006/main"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3500" name="data_8946">
            <a:extLst xmlns:a="http://schemas.openxmlformats.org/drawingml/2006/main">
              <a:ext uri="{FF2B5EF4-FFF2-40B4-BE49-F238E27FC236}">
                <a16:creationId xmlns:a16="http://schemas.microsoft.com/office/drawing/2014/main" id="{4C638A3F-F28B-4871-B52A-AE40CAEF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348" y="1098677"/>
            <a:ext cx="87781" cy="87781"/>
          </a:xfrm>
          <a:custGeom xmlns:a="http://schemas.openxmlformats.org/drawingml/2006/main">
            <a:pathLst>
              <a:path w="87781" h="87781">
                <a:moveTo>
                  <a:pt x="43890" y="87781"/>
                </a:moveTo>
                <a:lnTo>
                  <a:pt x="87781" y="43890"/>
                </a:lnTo>
                <a:lnTo>
                  <a:pt x="43890" y="0"/>
                </a:lnTo>
                <a:lnTo>
                  <a:pt x="0" y="43890"/>
                </a:lnTo>
                <a:lnTo>
                  <a:pt x="43890" y="8778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7734">
            <a:solidFill>
              <a:srgbClr val="3A64C8"/>
            </a:solidFill>
            <a:prstDash val="solid"/>
          </a:ln>
        </p:spPr>
      </p:sp>
      <p:sp>
        <p:nvSpPr>
          <p:cNvPr id="3501" name="text_8947">
            <a:extLst xmlns:a="http://schemas.openxmlformats.org/drawingml/2006/main">
              <a:ext uri="{FF2B5EF4-FFF2-40B4-BE49-F238E27FC236}">
                <a16:creationId xmlns:a16="http://schemas.microsoft.com/office/drawing/2014/main" id="{63E2EAC1-6D8A-41F2-8012-E094F63D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75845" y="1083263"/>
            <a:ext cx="428308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Median</a:t>
            </a:r>
          </a:p>
        </p:txBody>
      </p:sp>
      <p:sp>
        <p:nvSpPr>
          <p:cNvPr id="3502" name="data_8948">
            <a:extLst xmlns:a="http://schemas.openxmlformats.org/drawingml/2006/main">
              <a:ext uri="{FF2B5EF4-FFF2-40B4-BE49-F238E27FC236}">
                <a16:creationId xmlns:a16="http://schemas.microsoft.com/office/drawing/2014/main" id="{C9E1DC64-3F13-43A3-815D-6454A9C4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3033" y="1115965"/>
            <a:ext cx="53203" cy="532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/>
          </a:solidFill>
          <a:ln xmlns:a="http://schemas.openxmlformats.org/drawingml/2006/main" w="17734">
            <a:solidFill>
              <a:srgbClr val="7F8C97"/>
            </a:solidFill>
            <a:prstDash val="solid"/>
          </a:ln>
        </p:spPr>
      </p:sp>
      <p:sp>
        <p:nvSpPr>
          <p:cNvPr id="3503" name="text_8949">
            <a:extLst xmlns:a="http://schemas.openxmlformats.org/drawingml/2006/main">
              <a:ext uri="{FF2B5EF4-FFF2-40B4-BE49-F238E27FC236}">
                <a16:creationId xmlns:a16="http://schemas.microsoft.com/office/drawing/2014/main" id="{9B1745DE-6170-4651-867A-08637CD6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2242" y="1083263"/>
            <a:ext cx="800710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278594593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2e2ac7da1602438d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10912</TotalTime>
  <Words>6749</Words>
  <Application>Microsoft Office PowerPoint</Application>
  <DocSecurity>0</DocSecurity>
  <PresentationFormat>自定义</PresentationFormat>
  <Paragraphs>716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3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26</cp:revision>
  <dcterms:created xsi:type="dcterms:W3CDTF">2026-09-23T07:01:10Z</dcterms:created>
  <dcterms:modified xsi:type="dcterms:W3CDTF">2026-10-20T13:16:42Z</dcterms:modified>
</cp:coreProperties>
</file>