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2"/>
    <p:sldId id="261" r:id="rId3"/>
  </p:sldIdLst>
  <p:sldSz cx="6480175" cy="446881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8" d="100"/>
          <a:sy n="158" d="100"/>
        </p:scale>
        <p:origin x="10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Match encodes each candidate region and each user-provided ligand identity from the same PDB. The candidate encoder combines a local density–atom voxel representation with pocket, blob and pseudo-atom features through pooling, attention and FiLM modulation. The identity encoder combines the original SMI-TED language representation with attention summaries from its own molecular graph and the other ligand identities. An independent foreground head predicts the foreground probability. Learned projections and cosine scoring relate candidate j to identity k in a J × K score matrix. The highlighted matrix cell identifies the illustrated candidate–identity pair; the grid does not display experimental scores. SMILES strings and molecular graphics are schematic examples. Fusion denotes integration of the identity branches at the level of this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D4837-680F-B979-AC0C-C0D6B2FA30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B596E3-B979-B51A-BC53-5D821C2EC09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ADC2986-6699-1CCE-0DE6-CE5CA7079D6D}"/>
              </a:ext>
            </a:extLst>
          </p:cNvPr>
          <p:cNvSpPr>
            <a:spLocks noGrp="1"/>
          </p:cNvSpPr>
          <p:nvPr>
            <p:ph type="body" sz="quarter" idx="3"/>
          </p:nvPr>
        </p:nvSpPr>
        <p:spPr/>
        <p:txBody>
          <a:bodyPr/>
          <a:lstStyle/>
          <a:p>
            <a:r>
              <a:t>V2 — 双编码器并行</a:t>
            </a:r>
          </a:p>
          <a:p>
            <a:r>
              <a:t>候选与配体两个编码器并排，各自向下形成表示，并在底部汇入评分。优点是两侧独立性和读出关系直观；不足是候选侧仍需克制地控制细节。</a:t>
            </a:r>
          </a:p>
          <a:p>
            <a:endParaRPr/>
          </a:p>
          <a:p>
            <a:r>
              <a:t>这张图与 Overview 分工：Overview 讲整体任务，此图解释 Methods。密度输入、通道堆叠，以及 b 部分的 U-Net 特征块和受体原子采用独立高分辨率示意素材；文字、边框、连线及其余原有对象保持可编辑。按语义分组，可逐层取消组合。</a:t>
            </a:r>
          </a:p>
          <a:p>
            <a:endParaRPr/>
          </a:p>
          <a:p>
            <a:r>
              <a:t>绘图依据：论文草稿.nature.Stage1更新.docx / 论文草稿.operation.docx 中统一输入、Stage1-Find、Stage2-Match、Stage3-Build 方法段落；以及用户在历史图片上的批注与本轮要求。</a:t>
            </a:r>
          </a:p>
          <a:p>
            <a:r>
              <a:t>科学关系：密度由 4 × 2 × 7 构成 56 通道；受体原子有 50 维特征。受体嵌入通过 soft scatter 为体素分支供特征，同时为点云分支供真实原子表示；伪原子来自 binding-area 采样。多尺度信息只由 voxel 向 point 注入。PTV3 中真实原子为较大浅色球、伪原子为较小橙色实心菱形。</a:t>
            </a:r>
          </a:p>
          <a:p>
            <a:r>
              <a:t>Match 的 U-Net 只输出 h_j^vox；基础摘要一方面进入 FiLM 作为被调制对象，另一方面作为交叉注意力查询。口袋与 local cues（blob、伪原子）在图中独立，池化与注意力是并行读出。摘要拼接后经 MLP 为 FiLM 提供条件。示意不规定不同特征类型之间的参数共享、MLP 数量或逐次调制顺序。配体语言向量分别读取自身图与其他身份语言向量；两个编码器只在评分处汇合，前景头独立。</a:t>
            </a:r>
          </a:p>
          <a:p>
            <a:r>
              <a:t>Build 的 site p 来自 Find，配体身份以 SMILES 表示，结合口袋一起进入默认密度适配 PocketXMol 或符合适用条件的其他 docking 工具。默认分支与工具分支并列，非串联；不强行将其他工具定义为“无密度”。</a:t>
            </a:r>
          </a:p>
          <a:p>
            <a:endParaRPr/>
          </a:p>
          <a:p>
            <a:r>
              <a:t>抽象与限制：模型尺度仅作代表性展开，不表示实际层数/宽度；Find 的候选阈值与 Gaussian 候选打分未展开；recycle 以成对状态符号表示，并非 PTV3 内任意跳连。所有受体/概率/blob/化学结构/矩阵都是合成示意，不是真实 PDB、实验密度或预测成绩。受体原子概率颜色为蓝—白—红，没有密度背景。正式投稿时可替换少量示意为统一样本的真实渲染，箭头与文字仍保持矢量。</a:t>
            </a:r>
          </a:p>
          <a:p>
            <a:endParaRPr/>
          </a:p>
          <a:p>
            <a:r>
              <a:t>页面尺寸：146 × 173.375 mm；正文主要标签约 7–9 pt，小型数学下标与次级标签更小。建议把 146 mm 和 159 mm 两种插入尺寸一起检查。</a:t>
            </a:r>
          </a:p>
        </p:txBody>
      </p:sp>
      <p:sp>
        <p:nvSpPr>
          <p:cNvPr id="4" name="Slide Number Placeholder 3">
            <a:extLst>
              <a:ext uri="{FF2B5EF4-FFF2-40B4-BE49-F238E27FC236}">
                <a16:creationId xmlns:a16="http://schemas.microsoft.com/office/drawing/2014/main" id="{8CEC6F70-D756-BAE5-5D23-2E6D56E73021}"/>
              </a:ext>
            </a:extLst>
          </p:cNvPr>
          <p:cNvSpPr>
            <a:spLocks noGrp="1"/>
          </p:cNvSpPr>
          <p:nvPr>
            <p:ph type="sldNum" sz="quarter" idx="5"/>
          </p:nvPr>
        </p:nvSpPr>
        <p:spPr/>
      </p:sp>
    </p:spTree>
    <p:extLst>
      <p:ext uri="{BB962C8B-B14F-4D97-AF65-F5344CB8AC3E}">
        <p14:creationId xmlns:p14="http://schemas.microsoft.com/office/powerpoint/2010/main" val="3084248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96109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abel 1 c">
            <a:extLst>
              <a:ext uri="{FF2B5EF4-FFF2-40B4-BE49-F238E27FC236}">
                <a16:creationId xmlns:a16="http://schemas.microsoft.com/office/drawing/2014/main" id="{780145EB-7CDF-407B-B830-70007DDE4B0C}"/>
              </a:ext>
            </a:extLst>
          </p:cNvPr>
          <p:cNvSpPr>
            <a:spLocks noGrp="1"/>
          </p:cNvSpPr>
          <p:nvPr/>
        </p:nvSpPr>
        <p:spPr>
          <a:xfrm>
            <a:off x="187697" y="134069"/>
            <a:ext cx="134069" cy="201103"/>
          </a:xfrm>
          <a:prstGeom prst="rect">
            <a:avLst/>
          </a:prstGeom>
          <a:noFill/>
          <a:ln w="0">
            <a:noFill/>
          </a:ln>
        </p:spPr>
        <p:txBody>
          <a:bodyPr wrap="none" lIns="0" tIns="0" rIns="0" bIns="0" anchor="ctr">
            <a:noAutofit/>
          </a:bodyPr>
          <a:lstStyle/>
          <a:p>
            <a:pPr algn="ctr">
              <a:defRPr sz="1196" b="1">
                <a:solidFill>
                  <a:srgbClr val="203646"/>
                </a:solidFill>
                <a:latin typeface="Arial"/>
                <a:ea typeface="Arial"/>
                <a:cs typeface="Arial"/>
              </a:defRPr>
            </a:pPr>
            <a:r>
              <a:rPr sz="1196" b="1">
                <a:solidFill>
                  <a:srgbClr val="203646"/>
                </a:solidFill>
                <a:latin typeface="Arial"/>
                <a:ea typeface="Arial"/>
                <a:cs typeface="Arial"/>
              </a:rPr>
              <a:t>c</a:t>
            </a:r>
          </a:p>
        </p:txBody>
      </p:sp>
      <p:sp>
        <p:nvSpPr>
          <p:cNvPr id="3" name="Label 2 Match: candidate-to-identity assignment">
            <a:extLst>
              <a:ext uri="{FF2B5EF4-FFF2-40B4-BE49-F238E27FC236}">
                <a16:creationId xmlns:a16="http://schemas.microsoft.com/office/drawing/2014/main" id="{13A74E88-4D7A-42DE-B1C2-387942C7A5E2}"/>
              </a:ext>
            </a:extLst>
          </p:cNvPr>
          <p:cNvSpPr>
            <a:spLocks noGrp="1"/>
          </p:cNvSpPr>
          <p:nvPr/>
        </p:nvSpPr>
        <p:spPr>
          <a:xfrm>
            <a:off x="388800" y="134069"/>
            <a:ext cx="5630897" cy="201103"/>
          </a:xfrm>
          <a:prstGeom prst="rect">
            <a:avLst/>
          </a:prstGeom>
          <a:noFill/>
          <a:ln w="0">
            <a:noFill/>
          </a:ln>
        </p:spPr>
        <p:txBody>
          <a:bodyPr wrap="none" lIns="0" tIns="0" rIns="0" bIns="0" anchor="ctr">
            <a:noAutofit/>
          </a:bodyPr>
          <a:lstStyle/>
          <a:p>
            <a:pPr algn="l">
              <a:defRPr sz="1126" b="1">
                <a:solidFill>
                  <a:srgbClr val="203646"/>
                </a:solidFill>
                <a:latin typeface="Arial"/>
                <a:ea typeface="Arial"/>
                <a:cs typeface="Arial"/>
              </a:defRPr>
            </a:pPr>
            <a:r>
              <a:rPr sz="1126" b="1">
                <a:solidFill>
                  <a:srgbClr val="203646"/>
                </a:solidFill>
                <a:latin typeface="Arial"/>
                <a:ea typeface="Arial"/>
                <a:cs typeface="Arial"/>
              </a:rPr>
              <a:t>Match: candidate-to-identity assignment</a:t>
            </a:r>
          </a:p>
        </p:txBody>
      </p:sp>
      <p:sp>
        <p:nvSpPr>
          <p:cNvPr id="4" name="Label 3 Candidate encoder">
            <a:extLst>
              <a:ext uri="{FF2B5EF4-FFF2-40B4-BE49-F238E27FC236}">
                <a16:creationId xmlns:a16="http://schemas.microsoft.com/office/drawing/2014/main" id="{28092F23-6384-499D-818F-2DC6DD332196}"/>
              </a:ext>
            </a:extLst>
          </p:cNvPr>
          <p:cNvSpPr>
            <a:spLocks noGrp="1"/>
          </p:cNvSpPr>
          <p:nvPr/>
        </p:nvSpPr>
        <p:spPr>
          <a:xfrm>
            <a:off x="232387" y="455835"/>
            <a:ext cx="2569655" cy="156414"/>
          </a:xfrm>
          <a:prstGeom prst="rect">
            <a:avLst/>
          </a:prstGeom>
          <a:noFill/>
          <a:ln w="0">
            <a:noFill/>
          </a:ln>
        </p:spPr>
        <p:txBody>
          <a:bodyPr wrap="none" lIns="0" tIns="0" rIns="0" bIns="0" anchor="ctr">
            <a:noAutofit/>
          </a:bodyPr>
          <a:lstStyle/>
          <a:p>
            <a:pPr algn="l">
              <a:defRPr sz="985" b="1">
                <a:solidFill>
                  <a:srgbClr val="203646"/>
                </a:solidFill>
                <a:latin typeface="Arial"/>
                <a:ea typeface="Arial"/>
                <a:cs typeface="Arial"/>
              </a:defRPr>
            </a:pPr>
            <a:r>
              <a:rPr sz="985" b="1">
                <a:solidFill>
                  <a:srgbClr val="203646"/>
                </a:solidFill>
                <a:latin typeface="Arial"/>
                <a:ea typeface="Arial"/>
                <a:cs typeface="Arial"/>
              </a:rPr>
              <a:t>Candidate encoder</a:t>
            </a:r>
          </a:p>
        </p:txBody>
      </p:sp>
      <p:sp>
        <p:nvSpPr>
          <p:cNvPr id="5" name="Label 4 Identity encoder">
            <a:extLst>
              <a:ext uri="{FF2B5EF4-FFF2-40B4-BE49-F238E27FC236}">
                <a16:creationId xmlns:a16="http://schemas.microsoft.com/office/drawing/2014/main" id="{F6E8AB9E-9300-4E8B-AFA2-3496E7C5F52D}"/>
              </a:ext>
            </a:extLst>
          </p:cNvPr>
          <p:cNvSpPr>
            <a:spLocks noGrp="1"/>
          </p:cNvSpPr>
          <p:nvPr/>
        </p:nvSpPr>
        <p:spPr>
          <a:xfrm>
            <a:off x="3383007" y="455835"/>
            <a:ext cx="2726069" cy="156414"/>
          </a:xfrm>
          <a:prstGeom prst="rect">
            <a:avLst/>
          </a:prstGeom>
          <a:noFill/>
          <a:ln w="0">
            <a:noFill/>
          </a:ln>
        </p:spPr>
        <p:txBody>
          <a:bodyPr wrap="none" lIns="0" tIns="0" rIns="0" bIns="0" anchor="ctr">
            <a:noAutofit/>
          </a:bodyPr>
          <a:lstStyle/>
          <a:p>
            <a:pPr algn="l">
              <a:defRPr sz="985" b="1">
                <a:solidFill>
                  <a:srgbClr val="203646"/>
                </a:solidFill>
                <a:latin typeface="Arial"/>
                <a:ea typeface="Arial"/>
                <a:cs typeface="Arial"/>
              </a:defRPr>
            </a:pPr>
            <a:r>
              <a:rPr sz="985" b="1" dirty="0">
                <a:solidFill>
                  <a:srgbClr val="203646"/>
                </a:solidFill>
                <a:latin typeface="Arial"/>
                <a:ea typeface="Arial"/>
                <a:cs typeface="Arial"/>
              </a:rPr>
              <a:t>Identity encoder</a:t>
            </a:r>
          </a:p>
        </p:txBody>
      </p:sp>
      <p:sp>
        <p:nvSpPr>
          <p:cNvPr id="6" name="Line 5">
            <a:extLst>
              <a:ext uri="{FF2B5EF4-FFF2-40B4-BE49-F238E27FC236}">
                <a16:creationId xmlns:a16="http://schemas.microsoft.com/office/drawing/2014/main" id="{884494DB-896F-48EF-A71C-A509949C0F15}"/>
              </a:ext>
            </a:extLst>
          </p:cNvPr>
          <p:cNvSpPr>
            <a:spLocks noGrp="1"/>
          </p:cNvSpPr>
          <p:nvPr/>
        </p:nvSpPr>
        <p:spPr>
          <a:xfrm>
            <a:off x="3195311" y="464773"/>
            <a:ext cx="45" cy="3065711"/>
          </a:xfrm>
          <a:custGeom>
            <a:avLst/>
            <a:gdLst/>
            <a:ahLst/>
            <a:cxnLst/>
            <a:rect l="0" t="0" r="0" b="0"/>
            <a:pathLst>
              <a:path w="95" h="6534150">
                <a:moveTo>
                  <a:pt x="0" y="0"/>
                </a:moveTo>
                <a:lnTo>
                  <a:pt x="0" y="6534150"/>
                </a:lnTo>
              </a:path>
            </a:pathLst>
          </a:custGeom>
          <a:noFill/>
          <a:ln w="5363">
            <a:solidFill>
              <a:srgbClr val="DCE6E5"/>
            </a:solidFill>
            <a:prstDash val="solid"/>
          </a:ln>
        </p:spPr>
      </p:sp>
      <p:sp>
        <p:nvSpPr>
          <p:cNvPr id="7" name="Label 6 Density + atoms">
            <a:extLst>
              <a:ext uri="{FF2B5EF4-FFF2-40B4-BE49-F238E27FC236}">
                <a16:creationId xmlns:a16="http://schemas.microsoft.com/office/drawing/2014/main" id="{7AA71A21-8868-40BB-AB45-E30FEFAAAAAD}"/>
              </a:ext>
            </a:extLst>
          </p:cNvPr>
          <p:cNvSpPr>
            <a:spLocks noGrp="1"/>
          </p:cNvSpPr>
          <p:nvPr/>
        </p:nvSpPr>
        <p:spPr>
          <a:xfrm>
            <a:off x="174336" y="732910"/>
            <a:ext cx="759724" cy="134069"/>
          </a:xfrm>
          <a:prstGeom prst="rect">
            <a:avLst/>
          </a:prstGeom>
          <a:noFill/>
          <a:ln w="0">
            <a:noFill/>
          </a:ln>
        </p:spPr>
        <p:txBody>
          <a:bodyPr wrap="none" lIns="0" tIns="0" rIns="0" bIns="0" anchor="ctr">
            <a:noAutofit/>
          </a:bodyPr>
          <a:lstStyle/>
          <a:p>
            <a:pPr algn="ctr">
              <a:defRPr sz="739" b="0">
                <a:solidFill>
                  <a:srgbClr val="6F8290"/>
                </a:solidFill>
                <a:latin typeface="Arial"/>
                <a:ea typeface="Arial"/>
                <a:cs typeface="Arial"/>
              </a:defRPr>
            </a:pPr>
            <a:r>
              <a:rPr sz="739" b="0" dirty="0">
                <a:solidFill>
                  <a:srgbClr val="6F8290"/>
                </a:solidFill>
                <a:latin typeface="Arial"/>
                <a:ea typeface="Arial"/>
                <a:cs typeface="Arial"/>
              </a:rPr>
              <a:t>Density + atoms</a:t>
            </a:r>
          </a:p>
        </p:txBody>
      </p:sp>
      <p:sp>
        <p:nvSpPr>
          <p:cNvPr id="8" name="Label 7 48³ crop">
            <a:extLst>
              <a:ext uri="{FF2B5EF4-FFF2-40B4-BE49-F238E27FC236}">
                <a16:creationId xmlns:a16="http://schemas.microsoft.com/office/drawing/2014/main" id="{6A921FB7-CCEC-4B73-A5AD-A92D40A7719C}"/>
              </a:ext>
            </a:extLst>
          </p:cNvPr>
          <p:cNvSpPr>
            <a:spLocks noGrp="1"/>
          </p:cNvSpPr>
          <p:nvPr/>
        </p:nvSpPr>
        <p:spPr>
          <a:xfrm>
            <a:off x="186763" y="1318345"/>
            <a:ext cx="706097" cy="134069"/>
          </a:xfrm>
          <a:prstGeom prst="rect">
            <a:avLst/>
          </a:prstGeom>
          <a:noFill/>
          <a:ln w="0">
            <a:noFill/>
          </a:ln>
        </p:spPr>
        <p:txBody>
          <a:bodyPr wrap="none" lIns="0" tIns="0" rIns="0" bIns="0" anchor="ctr">
            <a:noAutofit/>
          </a:bodyPr>
          <a:lstStyle/>
          <a:p>
            <a:pPr algn="ctr">
              <a:defRPr sz="739" b="0">
                <a:solidFill>
                  <a:srgbClr val="6F8290"/>
                </a:solidFill>
                <a:latin typeface="Arial"/>
                <a:ea typeface="Arial"/>
                <a:cs typeface="Arial"/>
              </a:defRPr>
            </a:pPr>
            <a:r>
              <a:rPr sz="739" b="0" dirty="0">
                <a:solidFill>
                  <a:srgbClr val="6F8290"/>
                </a:solidFill>
                <a:latin typeface="Arial"/>
                <a:ea typeface="Arial"/>
                <a:cs typeface="Arial"/>
              </a:rPr>
              <a:t>48³ crop</a:t>
            </a:r>
          </a:p>
        </p:txBody>
      </p:sp>
      <p:sp>
        <p:nvSpPr>
          <p:cNvPr id="9" name="Label 8 Base summary">
            <a:extLst>
              <a:ext uri="{FF2B5EF4-FFF2-40B4-BE49-F238E27FC236}">
                <a16:creationId xmlns:a16="http://schemas.microsoft.com/office/drawing/2014/main" id="{A54301D3-B9A3-490E-85A8-FFA847CD0817}"/>
              </a:ext>
            </a:extLst>
          </p:cNvPr>
          <p:cNvSpPr>
            <a:spLocks noGrp="1"/>
          </p:cNvSpPr>
          <p:nvPr/>
        </p:nvSpPr>
        <p:spPr>
          <a:xfrm>
            <a:off x="2305987" y="701628"/>
            <a:ext cx="795476" cy="129600"/>
          </a:xfrm>
          <a:prstGeom prst="rect">
            <a:avLst/>
          </a:prstGeom>
          <a:noFill/>
          <a:ln w="0">
            <a:noFill/>
          </a:ln>
        </p:spPr>
        <p:txBody>
          <a:bodyPr wrap="none" lIns="0" tIns="0" rIns="0" bIns="0" anchor="ctr">
            <a:noAutofit/>
          </a:bodyPr>
          <a:lstStyle/>
          <a:p>
            <a:pPr algn="ctr">
              <a:defRPr sz="774" b="1">
                <a:solidFill>
                  <a:srgbClr val="203646"/>
                </a:solidFill>
                <a:latin typeface="Arial"/>
                <a:ea typeface="Arial"/>
                <a:cs typeface="Arial"/>
              </a:defRPr>
            </a:pPr>
            <a:r>
              <a:rPr sz="774" b="1">
                <a:solidFill>
                  <a:srgbClr val="203646"/>
                </a:solidFill>
                <a:latin typeface="Arial"/>
                <a:ea typeface="Arial"/>
                <a:cs typeface="Arial"/>
              </a:rPr>
              <a:t>Base summary</a:t>
            </a:r>
          </a:p>
        </p:txBody>
      </p:sp>
      <p:sp>
        <p:nvSpPr>
          <p:cNvPr id="10" name="Label 9 h">
            <a:extLst>
              <a:ext uri="{FF2B5EF4-FFF2-40B4-BE49-F238E27FC236}">
                <a16:creationId xmlns:a16="http://schemas.microsoft.com/office/drawing/2014/main" id="{9CA57657-6035-4233-A57D-887697F6B0E7}"/>
              </a:ext>
            </a:extLst>
          </p:cNvPr>
          <p:cNvSpPr>
            <a:spLocks noGrp="1"/>
          </p:cNvSpPr>
          <p:nvPr/>
        </p:nvSpPr>
        <p:spPr>
          <a:xfrm>
            <a:off x="2578594" y="840166"/>
            <a:ext cx="107255" cy="151945"/>
          </a:xfrm>
          <a:prstGeom prst="rect">
            <a:avLst/>
          </a:prstGeom>
          <a:noFill/>
          <a:ln w="0">
            <a:noFill/>
          </a:ln>
        </p:spPr>
        <p:txBody>
          <a:bodyPr wrap="none" lIns="0" tIns="0" rIns="0" bIns="0" anchor="ctr">
            <a:noAutofit/>
          </a:bodyPr>
          <a:lstStyle/>
          <a:p>
            <a:pPr algn="ctr">
              <a:defRPr sz="985" b="0">
                <a:solidFill>
                  <a:srgbClr val="203646"/>
                </a:solidFill>
                <a:latin typeface="Arial"/>
                <a:ea typeface="Arial"/>
                <a:cs typeface="Arial"/>
              </a:defRPr>
            </a:pPr>
            <a:r>
              <a:rPr sz="985" b="0" i="1">
                <a:solidFill>
                  <a:srgbClr val="203646"/>
                </a:solidFill>
                <a:latin typeface="Arial"/>
                <a:ea typeface="Arial"/>
                <a:cs typeface="Arial"/>
              </a:rPr>
              <a:t>h</a:t>
            </a:r>
          </a:p>
        </p:txBody>
      </p:sp>
      <p:sp>
        <p:nvSpPr>
          <p:cNvPr id="11" name="Label 10 j">
            <a:extLst>
              <a:ext uri="{FF2B5EF4-FFF2-40B4-BE49-F238E27FC236}">
                <a16:creationId xmlns:a16="http://schemas.microsoft.com/office/drawing/2014/main" id="{367DB482-AAAA-460D-B7EC-39B3B6F97288}"/>
              </a:ext>
            </a:extLst>
          </p:cNvPr>
          <p:cNvSpPr>
            <a:spLocks noGrp="1"/>
          </p:cNvSpPr>
          <p:nvPr/>
        </p:nvSpPr>
        <p:spPr>
          <a:xfrm>
            <a:off x="2681380" y="916138"/>
            <a:ext cx="58097" cy="93848"/>
          </a:xfrm>
          <a:prstGeom prst="rect">
            <a:avLst/>
          </a:prstGeom>
          <a:noFill/>
          <a:ln w="0">
            <a:noFill/>
          </a:ln>
        </p:spPr>
        <p:txBody>
          <a:bodyPr wrap="none" lIns="0" tIns="0" rIns="0" bIns="0" anchor="ctr">
            <a:noAutofit/>
          </a:bodyPr>
          <a:lstStyle/>
          <a:p>
            <a:pPr algn="ctr">
              <a:defRPr sz="633" b="0">
                <a:solidFill>
                  <a:srgbClr val="203646"/>
                </a:solidFill>
                <a:latin typeface="Arial"/>
                <a:ea typeface="Arial"/>
                <a:cs typeface="Arial"/>
              </a:defRPr>
            </a:pPr>
            <a:r>
              <a:rPr sz="633" b="0">
                <a:solidFill>
                  <a:srgbClr val="203646"/>
                </a:solidFill>
                <a:latin typeface="Arial"/>
                <a:ea typeface="Arial"/>
                <a:cs typeface="Arial"/>
              </a:rPr>
              <a:t>j</a:t>
            </a:r>
          </a:p>
        </p:txBody>
      </p:sp>
      <p:sp>
        <p:nvSpPr>
          <p:cNvPr id="12" name="Label 11 vox">
            <a:extLst>
              <a:ext uri="{FF2B5EF4-FFF2-40B4-BE49-F238E27FC236}">
                <a16:creationId xmlns:a16="http://schemas.microsoft.com/office/drawing/2014/main" id="{1E1AC834-7144-4014-8C84-8C3D07AB8F68}"/>
              </a:ext>
            </a:extLst>
          </p:cNvPr>
          <p:cNvSpPr>
            <a:spLocks noGrp="1"/>
          </p:cNvSpPr>
          <p:nvPr/>
        </p:nvSpPr>
        <p:spPr>
          <a:xfrm>
            <a:off x="2681380" y="822290"/>
            <a:ext cx="183228" cy="98317"/>
          </a:xfrm>
          <a:prstGeom prst="rect">
            <a:avLst/>
          </a:prstGeom>
          <a:noFill/>
          <a:ln w="0">
            <a:noFill/>
          </a:ln>
        </p:spPr>
        <p:txBody>
          <a:bodyPr wrap="none" lIns="0" tIns="0" rIns="0" bIns="0" anchor="ctr">
            <a:noAutofit/>
          </a:bodyPr>
          <a:lstStyle/>
          <a:p>
            <a:pPr algn="ctr">
              <a:defRPr sz="598" b="0">
                <a:solidFill>
                  <a:srgbClr val="203646"/>
                </a:solidFill>
                <a:latin typeface="Arial"/>
                <a:ea typeface="Arial"/>
                <a:cs typeface="Arial"/>
              </a:defRPr>
            </a:pPr>
            <a:r>
              <a:rPr sz="598" b="0">
                <a:solidFill>
                  <a:srgbClr val="203646"/>
                </a:solidFill>
                <a:latin typeface="Arial"/>
                <a:ea typeface="Arial"/>
                <a:cs typeface="Arial"/>
              </a:rPr>
              <a:t>vox</a:t>
            </a:r>
          </a:p>
        </p:txBody>
      </p:sp>
      <p:sp>
        <p:nvSpPr>
          <p:cNvPr id="13" name="Arrow 12">
            <a:extLst>
              <a:ext uri="{FF2B5EF4-FFF2-40B4-BE49-F238E27FC236}">
                <a16:creationId xmlns:a16="http://schemas.microsoft.com/office/drawing/2014/main" id="{9B257FD6-F131-4FAB-93A7-BE4D121539A4}"/>
              </a:ext>
            </a:extLst>
          </p:cNvPr>
          <p:cNvSpPr>
            <a:spLocks noGrp="1"/>
          </p:cNvSpPr>
          <p:nvPr/>
        </p:nvSpPr>
        <p:spPr>
          <a:xfrm>
            <a:off x="791006" y="1116212"/>
            <a:ext cx="504994" cy="45719"/>
          </a:xfrm>
          <a:custGeom>
            <a:avLst/>
            <a:gdLst/>
            <a:ahLst/>
            <a:cxnLst/>
            <a:rect l="0" t="0" r="0" b="0"/>
            <a:pathLst>
              <a:path w="933450" h="95">
                <a:moveTo>
                  <a:pt x="0" y="0"/>
                </a:moveTo>
                <a:lnTo>
                  <a:pt x="933450" y="0"/>
                </a:lnTo>
              </a:path>
            </a:pathLst>
          </a:custGeom>
          <a:noFill/>
          <a:ln w="7597">
            <a:solidFill>
              <a:srgbClr val="397FA6"/>
            </a:solidFill>
            <a:prstDash val="solid"/>
            <a:tailEnd type="triangle" w="sm" len="sm"/>
          </a:ln>
        </p:spPr>
      </p:sp>
      <p:sp>
        <p:nvSpPr>
          <p:cNvPr id="14" name="Arrow 13">
            <a:extLst>
              <a:ext uri="{FF2B5EF4-FFF2-40B4-BE49-F238E27FC236}">
                <a16:creationId xmlns:a16="http://schemas.microsoft.com/office/drawing/2014/main" id="{274D0FB2-ECE6-4651-8F44-96D4AFFD6AD2}"/>
              </a:ext>
            </a:extLst>
          </p:cNvPr>
          <p:cNvSpPr>
            <a:spLocks noGrp="1"/>
          </p:cNvSpPr>
          <p:nvPr/>
        </p:nvSpPr>
        <p:spPr>
          <a:xfrm>
            <a:off x="1818869" y="1121711"/>
            <a:ext cx="545214" cy="45"/>
          </a:xfrm>
          <a:custGeom>
            <a:avLst/>
            <a:gdLst/>
            <a:ahLst/>
            <a:cxnLst/>
            <a:rect l="0" t="0" r="0" b="0"/>
            <a:pathLst>
              <a:path w="1162050" h="95">
                <a:moveTo>
                  <a:pt x="0" y="0"/>
                </a:moveTo>
                <a:lnTo>
                  <a:pt x="1162050" y="0"/>
                </a:lnTo>
              </a:path>
            </a:pathLst>
          </a:custGeom>
          <a:noFill/>
          <a:ln w="7597">
            <a:solidFill>
              <a:srgbClr val="397FA6"/>
            </a:solidFill>
            <a:prstDash val="solid"/>
            <a:tailEnd type="triangle" w="sm" len="sm"/>
          </a:ln>
        </p:spPr>
      </p:sp>
      <p:sp>
        <p:nvSpPr>
          <p:cNvPr id="15" name="Arrow 14">
            <a:extLst>
              <a:ext uri="{FF2B5EF4-FFF2-40B4-BE49-F238E27FC236}">
                <a16:creationId xmlns:a16="http://schemas.microsoft.com/office/drawing/2014/main" id="{B7AF976C-F2E0-4C2F-8A95-D125BF18514B}"/>
              </a:ext>
            </a:extLst>
          </p:cNvPr>
          <p:cNvSpPr>
            <a:spLocks noGrp="1"/>
          </p:cNvSpPr>
          <p:nvPr/>
        </p:nvSpPr>
        <p:spPr>
          <a:xfrm>
            <a:off x="2703725" y="1179807"/>
            <a:ext cx="45" cy="1693738"/>
          </a:xfrm>
          <a:custGeom>
            <a:avLst/>
            <a:gdLst/>
            <a:ahLst/>
            <a:cxnLst/>
            <a:rect l="0" t="0" r="0" b="0"/>
            <a:pathLst>
              <a:path w="95" h="3609975">
                <a:moveTo>
                  <a:pt x="0" y="0"/>
                </a:moveTo>
                <a:lnTo>
                  <a:pt x="0" y="3609975"/>
                </a:lnTo>
              </a:path>
            </a:pathLst>
          </a:custGeom>
          <a:noFill/>
          <a:ln w="7597">
            <a:solidFill>
              <a:srgbClr val="397FA6"/>
            </a:solidFill>
            <a:prstDash val="solid"/>
            <a:tailEnd type="triangle" w="sm" len="sm"/>
          </a:ln>
        </p:spPr>
      </p:sp>
      <p:sp>
        <p:nvSpPr>
          <p:cNvPr id="16" name="Operator ">
            <a:extLst>
              <a:ext uri="{FF2B5EF4-FFF2-40B4-BE49-F238E27FC236}">
                <a16:creationId xmlns:a16="http://schemas.microsoft.com/office/drawing/2014/main" id="{72993787-D119-41CB-B590-72A8F82BABEE}"/>
              </a:ext>
            </a:extLst>
          </p:cNvPr>
          <p:cNvSpPr>
            <a:spLocks noGrp="1"/>
          </p:cNvSpPr>
          <p:nvPr/>
        </p:nvSpPr>
        <p:spPr>
          <a:xfrm>
            <a:off x="302114" y="1617766"/>
            <a:ext cx="2142365" cy="639062"/>
          </a:xfrm>
          <a:prstGeom prst="roundRect">
            <a:avLst>
              <a:gd name="adj" fmla="val 4895"/>
            </a:avLst>
          </a:prstGeom>
          <a:solidFill>
            <a:srgbClr val="FCFEFD"/>
          </a:solidFill>
          <a:ln w="7150">
            <a:solidFill>
              <a:srgbClr val="C6DDD5"/>
            </a:solidFill>
          </a:ln>
        </p:spPr>
        <p:txBody>
          <a:bodyPr/>
          <a:lstStyle/>
          <a:p>
            <a:endParaRPr lang="zh-CN" altLang="en-US" dirty="0"/>
          </a:p>
        </p:txBody>
      </p:sp>
      <p:sp>
        <p:nvSpPr>
          <p:cNvPr id="17" name="Line 15">
            <a:extLst>
              <a:ext uri="{FF2B5EF4-FFF2-40B4-BE49-F238E27FC236}">
                <a16:creationId xmlns:a16="http://schemas.microsoft.com/office/drawing/2014/main" id="{76CB15AB-875C-449B-95A4-AAD09955410D}"/>
              </a:ext>
            </a:extLst>
          </p:cNvPr>
          <p:cNvSpPr>
            <a:spLocks noGrp="1"/>
          </p:cNvSpPr>
          <p:nvPr/>
        </p:nvSpPr>
        <p:spPr>
          <a:xfrm>
            <a:off x="1099366" y="1680331"/>
            <a:ext cx="45" cy="513931"/>
          </a:xfrm>
          <a:custGeom>
            <a:avLst/>
            <a:gdLst/>
            <a:ahLst/>
            <a:cxnLst/>
            <a:rect l="0" t="0" r="0" b="0"/>
            <a:pathLst>
              <a:path w="95" h="1095375">
                <a:moveTo>
                  <a:pt x="0" y="0"/>
                </a:moveTo>
                <a:lnTo>
                  <a:pt x="0" y="1095375"/>
                </a:lnTo>
              </a:path>
            </a:pathLst>
          </a:custGeom>
          <a:noFill/>
          <a:ln w="5363">
            <a:solidFill>
              <a:srgbClr val="C6DDD5"/>
            </a:solidFill>
            <a:prstDash val="dash"/>
          </a:ln>
        </p:spPr>
      </p:sp>
      <p:sp>
        <p:nvSpPr>
          <p:cNvPr id="18" name="Label 16 Pocket">
            <a:extLst>
              <a:ext uri="{FF2B5EF4-FFF2-40B4-BE49-F238E27FC236}">
                <a16:creationId xmlns:a16="http://schemas.microsoft.com/office/drawing/2014/main" id="{32597F17-7918-406B-8E6C-75D4932F6A7F}"/>
              </a:ext>
            </a:extLst>
          </p:cNvPr>
          <p:cNvSpPr>
            <a:spLocks noGrp="1"/>
          </p:cNvSpPr>
          <p:nvPr/>
        </p:nvSpPr>
        <p:spPr>
          <a:xfrm>
            <a:off x="366456" y="1653518"/>
            <a:ext cx="661407" cy="134069"/>
          </a:xfrm>
          <a:prstGeom prst="rect">
            <a:avLst/>
          </a:prstGeom>
          <a:noFill/>
          <a:ln w="0">
            <a:noFill/>
          </a:ln>
        </p:spPr>
        <p:txBody>
          <a:bodyPr wrap="none" lIns="0" tIns="0" rIns="0" bIns="0" anchor="ctr">
            <a:noAutofit/>
          </a:bodyPr>
          <a:lstStyle/>
          <a:p>
            <a:pPr algn="ctr">
              <a:defRPr sz="809" b="1">
                <a:solidFill>
                  <a:srgbClr val="203646"/>
                </a:solidFill>
                <a:latin typeface="Arial"/>
                <a:ea typeface="Arial"/>
                <a:cs typeface="Arial"/>
              </a:defRPr>
            </a:pPr>
            <a:r>
              <a:rPr sz="809" b="1">
                <a:solidFill>
                  <a:srgbClr val="203646"/>
                </a:solidFill>
                <a:latin typeface="Arial"/>
                <a:ea typeface="Arial"/>
                <a:cs typeface="Arial"/>
              </a:rPr>
              <a:t>Pocket</a:t>
            </a:r>
          </a:p>
        </p:txBody>
      </p:sp>
      <p:sp>
        <p:nvSpPr>
          <p:cNvPr id="19" name="Label 17 Local candidate cues">
            <a:extLst>
              <a:ext uri="{FF2B5EF4-FFF2-40B4-BE49-F238E27FC236}">
                <a16:creationId xmlns:a16="http://schemas.microsoft.com/office/drawing/2014/main" id="{10465F74-30BA-4E59-B962-04B0D8CCEA14}"/>
              </a:ext>
            </a:extLst>
          </p:cNvPr>
          <p:cNvSpPr>
            <a:spLocks noGrp="1"/>
          </p:cNvSpPr>
          <p:nvPr/>
        </p:nvSpPr>
        <p:spPr>
          <a:xfrm>
            <a:off x="1184276" y="1653518"/>
            <a:ext cx="1322814" cy="134069"/>
          </a:xfrm>
          <a:prstGeom prst="rect">
            <a:avLst/>
          </a:prstGeom>
          <a:noFill/>
          <a:ln w="0">
            <a:noFill/>
          </a:ln>
        </p:spPr>
        <p:txBody>
          <a:bodyPr wrap="none" lIns="0" tIns="0" rIns="0" bIns="0" anchor="ctr">
            <a:noAutofit/>
          </a:bodyPr>
          <a:lstStyle/>
          <a:p>
            <a:pPr algn="ctr">
              <a:defRPr sz="809" b="1">
                <a:solidFill>
                  <a:srgbClr val="203646"/>
                </a:solidFill>
                <a:latin typeface="Arial"/>
                <a:ea typeface="Arial"/>
                <a:cs typeface="Arial"/>
              </a:defRPr>
            </a:pPr>
            <a:r>
              <a:rPr lang="en-US" sz="809" b="1" dirty="0">
                <a:solidFill>
                  <a:srgbClr val="203646"/>
                </a:solidFill>
                <a:latin typeface="Arial"/>
                <a:ea typeface="Arial"/>
                <a:cs typeface="Arial"/>
              </a:rPr>
              <a:t>C</a:t>
            </a:r>
            <a:r>
              <a:rPr sz="809" b="1" dirty="0">
                <a:solidFill>
                  <a:srgbClr val="203646"/>
                </a:solidFill>
                <a:latin typeface="Arial"/>
                <a:ea typeface="Arial"/>
                <a:cs typeface="Arial"/>
              </a:rPr>
              <a:t>ues</a:t>
            </a:r>
            <a:r>
              <a:rPr lang="en-US" sz="809" b="1" dirty="0">
                <a:solidFill>
                  <a:srgbClr val="203646"/>
                </a:solidFill>
                <a:latin typeface="Arial"/>
                <a:ea typeface="Arial"/>
                <a:cs typeface="Arial"/>
              </a:rPr>
              <a:t> </a:t>
            </a:r>
            <a:r>
              <a:rPr lang="en-US" altLang="zh-CN" sz="809" b="1" dirty="0">
                <a:solidFill>
                  <a:srgbClr val="203646"/>
                </a:solidFill>
                <a:latin typeface="Arial"/>
                <a:ea typeface="Arial"/>
                <a:cs typeface="Arial"/>
              </a:rPr>
              <a:t>from Find</a:t>
            </a:r>
            <a:endParaRPr sz="809" b="1" dirty="0">
              <a:solidFill>
                <a:srgbClr val="203646"/>
              </a:solidFill>
              <a:latin typeface="Arial"/>
              <a:ea typeface="Arial"/>
              <a:cs typeface="Arial"/>
            </a:endParaRPr>
          </a:p>
        </p:txBody>
      </p:sp>
      <p:sp>
        <p:nvSpPr>
          <p:cNvPr id="20" name="Label 18 Blob">
            <a:extLst>
              <a:ext uri="{FF2B5EF4-FFF2-40B4-BE49-F238E27FC236}">
                <a16:creationId xmlns:a16="http://schemas.microsoft.com/office/drawing/2014/main" id="{5E050F16-DEF4-42D1-9664-FBEE2E54782F}"/>
              </a:ext>
            </a:extLst>
          </p:cNvPr>
          <p:cNvSpPr>
            <a:spLocks noGrp="1"/>
          </p:cNvSpPr>
          <p:nvPr/>
        </p:nvSpPr>
        <p:spPr>
          <a:xfrm>
            <a:off x="1251311" y="2100414"/>
            <a:ext cx="469241" cy="125131"/>
          </a:xfrm>
          <a:prstGeom prst="rect">
            <a:avLst/>
          </a:prstGeom>
          <a:noFill/>
          <a:ln w="0">
            <a:noFill/>
          </a:ln>
        </p:spPr>
        <p:txBody>
          <a:bodyPr wrap="none" lIns="0" tIns="0" rIns="0" bIns="0" anchor="ctr">
            <a:noAutofit/>
          </a:bodyPr>
          <a:lstStyle/>
          <a:p>
            <a:pPr algn="ctr">
              <a:defRPr sz="704" b="0">
                <a:solidFill>
                  <a:srgbClr val="203646"/>
                </a:solidFill>
                <a:latin typeface="Arial"/>
                <a:ea typeface="Arial"/>
                <a:cs typeface="Arial"/>
              </a:defRPr>
            </a:pPr>
            <a:r>
              <a:rPr sz="704" b="0">
                <a:solidFill>
                  <a:srgbClr val="203646"/>
                </a:solidFill>
                <a:latin typeface="Arial"/>
                <a:ea typeface="Arial"/>
                <a:cs typeface="Arial"/>
              </a:rPr>
              <a:t>Blob</a:t>
            </a:r>
          </a:p>
        </p:txBody>
      </p:sp>
      <p:sp>
        <p:nvSpPr>
          <p:cNvPr id="21" name="Label 19 Pseudo">
            <a:extLst>
              <a:ext uri="{FF2B5EF4-FFF2-40B4-BE49-F238E27FC236}">
                <a16:creationId xmlns:a16="http://schemas.microsoft.com/office/drawing/2014/main" id="{B3062C46-0369-42EE-BC78-26F3419FDE67}"/>
              </a:ext>
            </a:extLst>
          </p:cNvPr>
          <p:cNvSpPr>
            <a:spLocks noGrp="1"/>
          </p:cNvSpPr>
          <p:nvPr/>
        </p:nvSpPr>
        <p:spPr>
          <a:xfrm>
            <a:off x="1953761" y="2100414"/>
            <a:ext cx="469241" cy="125131"/>
          </a:xfrm>
          <a:prstGeom prst="rect">
            <a:avLst/>
          </a:prstGeom>
          <a:noFill/>
          <a:ln w="0">
            <a:noFill/>
          </a:ln>
        </p:spPr>
        <p:txBody>
          <a:bodyPr wrap="none" lIns="0" tIns="0" rIns="0" bIns="0" anchor="ctr">
            <a:noAutofit/>
          </a:bodyPr>
          <a:lstStyle/>
          <a:p>
            <a:pPr algn="ctr">
              <a:defRPr sz="704" b="0">
                <a:solidFill>
                  <a:srgbClr val="203646"/>
                </a:solidFill>
                <a:latin typeface="Arial"/>
                <a:ea typeface="Arial"/>
                <a:cs typeface="Arial"/>
              </a:defRPr>
            </a:pPr>
            <a:r>
              <a:rPr sz="704" b="0" dirty="0">
                <a:solidFill>
                  <a:srgbClr val="203646"/>
                </a:solidFill>
                <a:latin typeface="Arial"/>
                <a:ea typeface="Arial"/>
                <a:cs typeface="Arial"/>
              </a:rPr>
              <a:t>Pseudo</a:t>
            </a:r>
          </a:p>
        </p:txBody>
      </p:sp>
      <p:sp>
        <p:nvSpPr>
          <p:cNvPr id="22" name="Operator Mean/max pool">
            <a:extLst>
              <a:ext uri="{FF2B5EF4-FFF2-40B4-BE49-F238E27FC236}">
                <a16:creationId xmlns:a16="http://schemas.microsoft.com/office/drawing/2014/main" id="{D2F3ACF3-A1AF-48A0-ADA5-6440640688AC}"/>
              </a:ext>
            </a:extLst>
          </p:cNvPr>
          <p:cNvSpPr>
            <a:spLocks noGrp="1"/>
          </p:cNvSpPr>
          <p:nvPr/>
        </p:nvSpPr>
        <p:spPr>
          <a:xfrm>
            <a:off x="303890" y="2498152"/>
            <a:ext cx="938483" cy="218979"/>
          </a:xfrm>
          <a:prstGeom prst="roundRect">
            <a:avLst>
              <a:gd name="adj" fmla="val 14286"/>
            </a:avLst>
          </a:prstGeom>
          <a:solidFill>
            <a:srgbClr val="FFFFFF"/>
          </a:solidFill>
          <a:ln w="7150">
            <a:solidFill>
              <a:srgbClr val="2B887C"/>
            </a:solidFill>
          </a:ln>
        </p:spPr>
        <p:txBody>
          <a:bodyPr wrap="none" lIns="28575" tIns="9525" rIns="28575" bIns="9525" anchor="ctr">
            <a:noAutofit/>
          </a:bodyPr>
          <a:lstStyle/>
          <a:p>
            <a:pPr algn="ctr">
              <a:defRPr sz="809" b="1">
                <a:solidFill>
                  <a:srgbClr val="2B887C"/>
                </a:solidFill>
                <a:latin typeface="Arial"/>
                <a:ea typeface="Arial"/>
                <a:cs typeface="Arial"/>
              </a:defRPr>
            </a:pPr>
            <a:r>
              <a:rPr sz="809" b="1" dirty="0">
                <a:solidFill>
                  <a:srgbClr val="2B887C"/>
                </a:solidFill>
                <a:latin typeface="Arial"/>
                <a:ea typeface="Arial"/>
                <a:cs typeface="Arial"/>
              </a:rPr>
              <a:t>Mean/</a:t>
            </a:r>
            <a:r>
              <a:rPr lang="en-US" sz="809" b="1" dirty="0">
                <a:solidFill>
                  <a:srgbClr val="2B887C"/>
                </a:solidFill>
                <a:latin typeface="Arial"/>
                <a:ea typeface="Arial"/>
                <a:cs typeface="Arial"/>
              </a:rPr>
              <a:t>max </a:t>
            </a:r>
            <a:r>
              <a:rPr sz="809" b="1" dirty="0">
                <a:solidFill>
                  <a:srgbClr val="2B887C"/>
                </a:solidFill>
                <a:latin typeface="Arial"/>
                <a:ea typeface="Arial"/>
                <a:cs typeface="Arial"/>
              </a:rPr>
              <a:t>pool</a:t>
            </a:r>
          </a:p>
        </p:txBody>
      </p:sp>
      <p:sp>
        <p:nvSpPr>
          <p:cNvPr id="24" name="Line 20">
            <a:extLst>
              <a:ext uri="{FF2B5EF4-FFF2-40B4-BE49-F238E27FC236}">
                <a16:creationId xmlns:a16="http://schemas.microsoft.com/office/drawing/2014/main" id="{93068FCE-9AD5-4D81-AC7D-2641BA168E08}"/>
              </a:ext>
            </a:extLst>
          </p:cNvPr>
          <p:cNvSpPr>
            <a:spLocks noGrp="1"/>
          </p:cNvSpPr>
          <p:nvPr/>
        </p:nvSpPr>
        <p:spPr>
          <a:xfrm>
            <a:off x="1369175" y="2261296"/>
            <a:ext cx="45" cy="116193"/>
          </a:xfrm>
          <a:custGeom>
            <a:avLst/>
            <a:gdLst/>
            <a:ahLst/>
            <a:cxnLst/>
            <a:rect l="0" t="0" r="0" b="0"/>
            <a:pathLst>
              <a:path w="95" h="247650">
                <a:moveTo>
                  <a:pt x="0" y="0"/>
                </a:moveTo>
                <a:lnTo>
                  <a:pt x="0" y="247650"/>
                </a:lnTo>
              </a:path>
            </a:pathLst>
          </a:custGeom>
          <a:noFill/>
          <a:ln w="7597">
            <a:solidFill>
              <a:srgbClr val="2B887C"/>
            </a:solidFill>
            <a:prstDash val="solid"/>
          </a:ln>
        </p:spPr>
      </p:sp>
      <p:sp>
        <p:nvSpPr>
          <p:cNvPr id="25" name="Line 21">
            <a:extLst>
              <a:ext uri="{FF2B5EF4-FFF2-40B4-BE49-F238E27FC236}">
                <a16:creationId xmlns:a16="http://schemas.microsoft.com/office/drawing/2014/main" id="{D5A5618A-D9D0-4442-8794-8A52A65FF690}"/>
              </a:ext>
            </a:extLst>
          </p:cNvPr>
          <p:cNvSpPr>
            <a:spLocks noGrp="1"/>
          </p:cNvSpPr>
          <p:nvPr/>
        </p:nvSpPr>
        <p:spPr>
          <a:xfrm flipV="1">
            <a:off x="773132" y="2327301"/>
            <a:ext cx="1174442" cy="50187"/>
          </a:xfrm>
          <a:custGeom>
            <a:avLst/>
            <a:gdLst/>
            <a:ahLst/>
            <a:cxnLst/>
            <a:rect l="0" t="0" r="0" b="0"/>
            <a:pathLst>
              <a:path w="2924175" h="95">
                <a:moveTo>
                  <a:pt x="0" y="0"/>
                </a:moveTo>
                <a:lnTo>
                  <a:pt x="2924175" y="0"/>
                </a:lnTo>
              </a:path>
            </a:pathLst>
          </a:custGeom>
          <a:noFill/>
          <a:ln w="7597">
            <a:solidFill>
              <a:srgbClr val="2B887C"/>
            </a:solidFill>
            <a:prstDash val="solid"/>
          </a:ln>
        </p:spPr>
      </p:sp>
      <p:sp>
        <p:nvSpPr>
          <p:cNvPr id="26" name="Arrow 22">
            <a:extLst>
              <a:ext uri="{FF2B5EF4-FFF2-40B4-BE49-F238E27FC236}">
                <a16:creationId xmlns:a16="http://schemas.microsoft.com/office/drawing/2014/main" id="{C32E5418-6559-491F-A2FE-E4DEFBC2CAF9}"/>
              </a:ext>
            </a:extLst>
          </p:cNvPr>
          <p:cNvSpPr>
            <a:spLocks noGrp="1"/>
          </p:cNvSpPr>
          <p:nvPr/>
        </p:nvSpPr>
        <p:spPr>
          <a:xfrm flipH="1">
            <a:off x="727411" y="2377488"/>
            <a:ext cx="45720" cy="118429"/>
          </a:xfrm>
          <a:custGeom>
            <a:avLst/>
            <a:gdLst/>
            <a:ahLst/>
            <a:cxnLst/>
            <a:rect l="0" t="0" r="0" b="0"/>
            <a:pathLst>
              <a:path w="95" h="161925">
                <a:moveTo>
                  <a:pt x="0" y="0"/>
                </a:moveTo>
                <a:lnTo>
                  <a:pt x="0" y="161925"/>
                </a:lnTo>
              </a:path>
            </a:pathLst>
          </a:custGeom>
          <a:noFill/>
          <a:ln w="7597">
            <a:solidFill>
              <a:srgbClr val="2B887C"/>
            </a:solidFill>
            <a:prstDash val="solid"/>
            <a:tailEnd type="triangle" w="sm" len="sm"/>
          </a:ln>
        </p:spPr>
      </p:sp>
      <p:sp>
        <p:nvSpPr>
          <p:cNvPr id="27" name="Arrow 23">
            <a:extLst>
              <a:ext uri="{FF2B5EF4-FFF2-40B4-BE49-F238E27FC236}">
                <a16:creationId xmlns:a16="http://schemas.microsoft.com/office/drawing/2014/main" id="{CCB39956-D15A-4724-86AB-98BAFAA36843}"/>
              </a:ext>
            </a:extLst>
          </p:cNvPr>
          <p:cNvSpPr>
            <a:spLocks noGrp="1"/>
          </p:cNvSpPr>
          <p:nvPr/>
        </p:nvSpPr>
        <p:spPr>
          <a:xfrm>
            <a:off x="1950191" y="2373021"/>
            <a:ext cx="48496" cy="119221"/>
          </a:xfrm>
          <a:custGeom>
            <a:avLst/>
            <a:gdLst/>
            <a:ahLst/>
            <a:cxnLst/>
            <a:rect l="0" t="0" r="0" b="0"/>
            <a:pathLst>
              <a:path w="95" h="161925">
                <a:moveTo>
                  <a:pt x="0" y="0"/>
                </a:moveTo>
                <a:lnTo>
                  <a:pt x="0" y="161925"/>
                </a:lnTo>
              </a:path>
            </a:pathLst>
          </a:custGeom>
          <a:noFill/>
          <a:ln w="7597">
            <a:solidFill>
              <a:srgbClr val="2B887C"/>
            </a:solidFill>
            <a:prstDash val="solid"/>
            <a:tailEnd type="triangle" w="sm" len="sm"/>
          </a:ln>
        </p:spPr>
      </p:sp>
      <p:sp>
        <p:nvSpPr>
          <p:cNvPr id="28" name="Label 24 K, V">
            <a:extLst>
              <a:ext uri="{FF2B5EF4-FFF2-40B4-BE49-F238E27FC236}">
                <a16:creationId xmlns:a16="http://schemas.microsoft.com/office/drawing/2014/main" id="{4E86D5ED-9074-427C-B431-B5F3D48156AF}"/>
              </a:ext>
            </a:extLst>
          </p:cNvPr>
          <p:cNvSpPr>
            <a:spLocks noGrp="1"/>
          </p:cNvSpPr>
          <p:nvPr/>
        </p:nvSpPr>
        <p:spPr>
          <a:xfrm>
            <a:off x="1940568" y="2372950"/>
            <a:ext cx="281545" cy="111724"/>
          </a:xfrm>
          <a:prstGeom prst="rect">
            <a:avLst/>
          </a:prstGeom>
          <a:noFill/>
          <a:ln w="0">
            <a:noFill/>
          </a:ln>
        </p:spPr>
        <p:txBody>
          <a:bodyPr wrap="none" lIns="0" tIns="0" rIns="0" bIns="0" anchor="ctr">
            <a:noAutofit/>
          </a:bodyPr>
          <a:lstStyle/>
          <a:p>
            <a:pPr algn="ctr">
              <a:defRPr sz="669" b="0">
                <a:solidFill>
                  <a:srgbClr val="2B887C"/>
                </a:solidFill>
                <a:latin typeface="Arial"/>
                <a:ea typeface="Arial"/>
                <a:cs typeface="Arial"/>
              </a:defRPr>
            </a:pPr>
            <a:r>
              <a:rPr sz="669" b="0" dirty="0">
                <a:solidFill>
                  <a:srgbClr val="2B887C"/>
                </a:solidFill>
                <a:latin typeface="Arial"/>
                <a:ea typeface="Arial"/>
                <a:cs typeface="Arial"/>
              </a:rPr>
              <a:t>K, V</a:t>
            </a:r>
          </a:p>
        </p:txBody>
      </p:sp>
      <p:sp>
        <p:nvSpPr>
          <p:cNvPr id="29" name="Arrow 25">
            <a:extLst>
              <a:ext uri="{FF2B5EF4-FFF2-40B4-BE49-F238E27FC236}">
                <a16:creationId xmlns:a16="http://schemas.microsoft.com/office/drawing/2014/main" id="{7F17D49F-B7AD-4FE2-9B42-45DC0E4B68D4}"/>
              </a:ext>
            </a:extLst>
          </p:cNvPr>
          <p:cNvSpPr>
            <a:spLocks noGrp="1"/>
          </p:cNvSpPr>
          <p:nvPr/>
        </p:nvSpPr>
        <p:spPr>
          <a:xfrm>
            <a:off x="2444479" y="2608069"/>
            <a:ext cx="259246" cy="45719"/>
          </a:xfrm>
          <a:custGeom>
            <a:avLst/>
            <a:gdLst/>
            <a:ahLst/>
            <a:cxnLst/>
            <a:rect l="0" t="0" r="0" b="0"/>
            <a:pathLst>
              <a:path w="333375" h="95">
                <a:moveTo>
                  <a:pt x="333375" y="0"/>
                </a:moveTo>
                <a:lnTo>
                  <a:pt x="0" y="0"/>
                </a:lnTo>
              </a:path>
            </a:pathLst>
          </a:custGeom>
          <a:noFill/>
          <a:ln w="7597">
            <a:solidFill>
              <a:srgbClr val="397FA6"/>
            </a:solidFill>
            <a:prstDash val="solid"/>
            <a:tailEnd type="triangle" w="sm" len="sm"/>
          </a:ln>
        </p:spPr>
      </p:sp>
      <p:sp>
        <p:nvSpPr>
          <p:cNvPr id="30" name="Label 26 Q">
            <a:extLst>
              <a:ext uri="{FF2B5EF4-FFF2-40B4-BE49-F238E27FC236}">
                <a16:creationId xmlns:a16="http://schemas.microsoft.com/office/drawing/2014/main" id="{1CF9508B-9C47-42CA-8048-82FEE301E1B4}"/>
              </a:ext>
            </a:extLst>
          </p:cNvPr>
          <p:cNvSpPr>
            <a:spLocks noGrp="1"/>
          </p:cNvSpPr>
          <p:nvPr/>
        </p:nvSpPr>
        <p:spPr>
          <a:xfrm>
            <a:off x="2555260" y="2478512"/>
            <a:ext cx="129600" cy="125131"/>
          </a:xfrm>
          <a:prstGeom prst="rect">
            <a:avLst/>
          </a:prstGeom>
          <a:noFill/>
          <a:ln w="0">
            <a:noFill/>
          </a:ln>
        </p:spPr>
        <p:txBody>
          <a:bodyPr wrap="none" lIns="0" tIns="0" rIns="0" bIns="0" anchor="ctr">
            <a:noAutofit/>
          </a:bodyPr>
          <a:lstStyle/>
          <a:p>
            <a:pPr algn="ctr">
              <a:defRPr sz="704" b="1">
                <a:solidFill>
                  <a:srgbClr val="397FA6"/>
                </a:solidFill>
                <a:latin typeface="Arial"/>
                <a:ea typeface="Arial"/>
                <a:cs typeface="Arial"/>
              </a:defRPr>
            </a:pPr>
            <a:r>
              <a:rPr sz="704" b="1">
                <a:solidFill>
                  <a:srgbClr val="397FA6"/>
                </a:solidFill>
                <a:latin typeface="Arial"/>
                <a:ea typeface="Arial"/>
                <a:cs typeface="Arial"/>
              </a:rPr>
              <a:t>Q</a:t>
            </a:r>
          </a:p>
        </p:txBody>
      </p:sp>
      <p:sp>
        <p:nvSpPr>
          <p:cNvPr id="31" name="Line 27">
            <a:extLst>
              <a:ext uri="{FF2B5EF4-FFF2-40B4-BE49-F238E27FC236}">
                <a16:creationId xmlns:a16="http://schemas.microsoft.com/office/drawing/2014/main" id="{1F214719-CDE5-4231-B354-B0616F1C322D}"/>
              </a:ext>
            </a:extLst>
          </p:cNvPr>
          <p:cNvSpPr>
            <a:spLocks noGrp="1"/>
          </p:cNvSpPr>
          <p:nvPr/>
        </p:nvSpPr>
        <p:spPr>
          <a:xfrm>
            <a:off x="773132" y="2716603"/>
            <a:ext cx="706097" cy="134069"/>
          </a:xfrm>
          <a:custGeom>
            <a:avLst/>
            <a:gdLst/>
            <a:ahLst/>
            <a:cxnLst/>
            <a:rect l="0" t="0" r="0" b="0"/>
            <a:pathLst>
              <a:path w="1504950" h="285750">
                <a:moveTo>
                  <a:pt x="0" y="0"/>
                </a:moveTo>
                <a:lnTo>
                  <a:pt x="0" y="285750"/>
                </a:lnTo>
                <a:lnTo>
                  <a:pt x="1504950" y="285750"/>
                </a:lnTo>
              </a:path>
            </a:pathLst>
          </a:custGeom>
          <a:noFill/>
          <a:ln w="7597">
            <a:solidFill>
              <a:srgbClr val="2B887C"/>
            </a:solidFill>
            <a:prstDash val="solid"/>
          </a:ln>
        </p:spPr>
      </p:sp>
      <p:sp>
        <p:nvSpPr>
          <p:cNvPr id="32" name="Arrow 28">
            <a:extLst>
              <a:ext uri="{FF2B5EF4-FFF2-40B4-BE49-F238E27FC236}">
                <a16:creationId xmlns:a16="http://schemas.microsoft.com/office/drawing/2014/main" id="{B25CE1F2-99F6-44F4-9583-A12B431B74D3}"/>
              </a:ext>
            </a:extLst>
          </p:cNvPr>
          <p:cNvSpPr>
            <a:spLocks noGrp="1"/>
          </p:cNvSpPr>
          <p:nvPr/>
        </p:nvSpPr>
        <p:spPr>
          <a:xfrm>
            <a:off x="1365269" y="2718720"/>
            <a:ext cx="595392" cy="201103"/>
          </a:xfrm>
          <a:custGeom>
            <a:avLst/>
            <a:gdLst/>
            <a:ahLst/>
            <a:cxnLst/>
            <a:rect l="0" t="0" r="0" b="0"/>
            <a:pathLst>
              <a:path w="1419225" h="428625">
                <a:moveTo>
                  <a:pt x="1419225" y="0"/>
                </a:moveTo>
                <a:lnTo>
                  <a:pt x="1419225" y="285750"/>
                </a:lnTo>
                <a:lnTo>
                  <a:pt x="0" y="285750"/>
                </a:lnTo>
                <a:lnTo>
                  <a:pt x="0" y="428625"/>
                </a:lnTo>
              </a:path>
            </a:pathLst>
          </a:custGeom>
          <a:noFill/>
          <a:ln w="7597">
            <a:solidFill>
              <a:srgbClr val="2B887C"/>
            </a:solidFill>
            <a:prstDash val="solid"/>
            <a:tailEnd type="triangle" w="sm" len="sm"/>
          </a:ln>
        </p:spPr>
        <p:txBody>
          <a:bodyPr/>
          <a:lstStyle/>
          <a:p>
            <a:endParaRPr lang="zh-CN" altLang="en-US" dirty="0"/>
          </a:p>
        </p:txBody>
      </p:sp>
      <p:sp>
        <p:nvSpPr>
          <p:cNvPr id="33" name="Label 29 Concat">
            <a:extLst>
              <a:ext uri="{FF2B5EF4-FFF2-40B4-BE49-F238E27FC236}">
                <a16:creationId xmlns:a16="http://schemas.microsoft.com/office/drawing/2014/main" id="{C2FACB1D-59D5-492F-BEBC-C2942270BA94}"/>
              </a:ext>
            </a:extLst>
          </p:cNvPr>
          <p:cNvSpPr>
            <a:spLocks noGrp="1"/>
          </p:cNvSpPr>
          <p:nvPr/>
        </p:nvSpPr>
        <p:spPr>
          <a:xfrm>
            <a:off x="1184276" y="2738948"/>
            <a:ext cx="402207" cy="111724"/>
          </a:xfrm>
          <a:prstGeom prst="rect">
            <a:avLst/>
          </a:prstGeom>
          <a:noFill/>
          <a:ln w="0">
            <a:noFill/>
          </a:ln>
        </p:spPr>
        <p:txBody>
          <a:bodyPr wrap="none" lIns="0" tIns="0" rIns="0" bIns="0" anchor="ctr">
            <a:noAutofit/>
          </a:bodyPr>
          <a:lstStyle/>
          <a:p>
            <a:pPr algn="ctr">
              <a:defRPr sz="669" b="0">
                <a:solidFill>
                  <a:srgbClr val="6F8290"/>
                </a:solidFill>
                <a:latin typeface="Arial"/>
                <a:ea typeface="Arial"/>
                <a:cs typeface="Arial"/>
              </a:defRPr>
            </a:pPr>
            <a:r>
              <a:rPr sz="669" b="0" dirty="0" err="1">
                <a:solidFill>
                  <a:srgbClr val="6F8290"/>
                </a:solidFill>
                <a:latin typeface="Arial"/>
                <a:ea typeface="Arial"/>
                <a:cs typeface="Arial"/>
              </a:rPr>
              <a:t>Concat</a:t>
            </a:r>
            <a:endParaRPr sz="669" b="0" dirty="0">
              <a:solidFill>
                <a:srgbClr val="6F8290"/>
              </a:solidFill>
              <a:latin typeface="Arial"/>
              <a:ea typeface="Arial"/>
              <a:cs typeface="Arial"/>
            </a:endParaRPr>
          </a:p>
        </p:txBody>
      </p:sp>
      <p:sp>
        <p:nvSpPr>
          <p:cNvPr id="34" name="Operator MLP">
            <a:extLst>
              <a:ext uri="{FF2B5EF4-FFF2-40B4-BE49-F238E27FC236}">
                <a16:creationId xmlns:a16="http://schemas.microsoft.com/office/drawing/2014/main" id="{8A3AB32C-D74A-43A7-9BED-AF30AF9DF28D}"/>
              </a:ext>
            </a:extLst>
          </p:cNvPr>
          <p:cNvSpPr>
            <a:spLocks noGrp="1"/>
          </p:cNvSpPr>
          <p:nvPr/>
        </p:nvSpPr>
        <p:spPr>
          <a:xfrm>
            <a:off x="1155228" y="2920467"/>
            <a:ext cx="464772" cy="187697"/>
          </a:xfrm>
          <a:prstGeom prst="roundRect">
            <a:avLst>
              <a:gd name="adj" fmla="val 16667"/>
            </a:avLst>
          </a:prstGeom>
          <a:solidFill>
            <a:srgbClr val="FFFFFF"/>
          </a:solidFill>
          <a:ln w="7150">
            <a:solidFill>
              <a:srgbClr val="2B887C"/>
            </a:solidFill>
          </a:ln>
        </p:spPr>
        <p:txBody>
          <a:bodyPr wrap="none" lIns="28575" tIns="9525" rIns="28575" bIns="9525" anchor="ctr">
            <a:noAutofit/>
          </a:bodyPr>
          <a:lstStyle/>
          <a:p>
            <a:pPr algn="ctr">
              <a:defRPr sz="809" b="1">
                <a:solidFill>
                  <a:srgbClr val="2B887C"/>
                </a:solidFill>
                <a:latin typeface="Arial"/>
                <a:ea typeface="Arial"/>
                <a:cs typeface="Arial"/>
              </a:defRPr>
            </a:pPr>
            <a:r>
              <a:rPr sz="809" b="1">
                <a:solidFill>
                  <a:srgbClr val="2B887C"/>
                </a:solidFill>
                <a:latin typeface="Arial"/>
                <a:ea typeface="Arial"/>
                <a:cs typeface="Arial"/>
              </a:rPr>
              <a:t>MLP</a:t>
            </a:r>
          </a:p>
        </p:txBody>
      </p:sp>
      <p:sp>
        <p:nvSpPr>
          <p:cNvPr id="35" name="Arrow 30">
            <a:extLst>
              <a:ext uri="{FF2B5EF4-FFF2-40B4-BE49-F238E27FC236}">
                <a16:creationId xmlns:a16="http://schemas.microsoft.com/office/drawing/2014/main" id="{C9AEE2BC-D3CE-4037-B2CD-1A88D2C43E6A}"/>
              </a:ext>
            </a:extLst>
          </p:cNvPr>
          <p:cNvSpPr>
            <a:spLocks noGrp="1"/>
          </p:cNvSpPr>
          <p:nvPr/>
        </p:nvSpPr>
        <p:spPr>
          <a:xfrm>
            <a:off x="1619999" y="3014316"/>
            <a:ext cx="861901" cy="45719"/>
          </a:xfrm>
          <a:custGeom>
            <a:avLst/>
            <a:gdLst/>
            <a:ahLst/>
            <a:cxnLst/>
            <a:rect l="0" t="0" r="0" b="0"/>
            <a:pathLst>
              <a:path w="1562100" h="95">
                <a:moveTo>
                  <a:pt x="0" y="0"/>
                </a:moveTo>
                <a:lnTo>
                  <a:pt x="1562100" y="0"/>
                </a:lnTo>
              </a:path>
            </a:pathLst>
          </a:custGeom>
          <a:noFill/>
          <a:ln w="7597">
            <a:solidFill>
              <a:srgbClr val="2B887C"/>
            </a:solidFill>
            <a:prstDash val="solid"/>
            <a:tailEnd type="triangle" w="sm" len="sm"/>
          </a:ln>
        </p:spPr>
      </p:sp>
      <p:sp>
        <p:nvSpPr>
          <p:cNvPr id="36" name="Operator FiLM">
            <a:extLst>
              <a:ext uri="{FF2B5EF4-FFF2-40B4-BE49-F238E27FC236}">
                <a16:creationId xmlns:a16="http://schemas.microsoft.com/office/drawing/2014/main" id="{B97212EE-BAAD-4A16-B786-F67D21ECB83B}"/>
              </a:ext>
            </a:extLst>
          </p:cNvPr>
          <p:cNvSpPr>
            <a:spLocks noGrp="1"/>
          </p:cNvSpPr>
          <p:nvPr/>
        </p:nvSpPr>
        <p:spPr>
          <a:xfrm>
            <a:off x="2489214" y="2904828"/>
            <a:ext cx="429021" cy="218979"/>
          </a:xfrm>
          <a:prstGeom prst="roundRect">
            <a:avLst>
              <a:gd name="adj" fmla="val 14286"/>
            </a:avLst>
          </a:prstGeom>
          <a:solidFill>
            <a:srgbClr val="F4F0F8"/>
          </a:solidFill>
          <a:ln w="7150">
            <a:solidFill>
              <a:srgbClr val="9988B8"/>
            </a:solidFill>
          </a:ln>
        </p:spPr>
        <p:txBody>
          <a:bodyPr wrap="none" lIns="28575" tIns="9525" rIns="28575" bIns="9525" anchor="ctr">
            <a:noAutofit/>
          </a:bodyPr>
          <a:lstStyle/>
          <a:p>
            <a:pPr algn="ctr">
              <a:defRPr sz="845" b="1">
                <a:solidFill>
                  <a:srgbClr val="9988B8"/>
                </a:solidFill>
                <a:latin typeface="Arial"/>
                <a:ea typeface="Arial"/>
                <a:cs typeface="Arial"/>
              </a:defRPr>
            </a:pPr>
            <a:r>
              <a:rPr sz="845" b="1">
                <a:solidFill>
                  <a:srgbClr val="9988B8"/>
                </a:solidFill>
                <a:latin typeface="Arial"/>
                <a:ea typeface="Arial"/>
                <a:cs typeface="Arial"/>
              </a:rPr>
              <a:t>FiLM</a:t>
            </a:r>
          </a:p>
        </p:txBody>
      </p:sp>
      <p:sp>
        <p:nvSpPr>
          <p:cNvPr id="37" name="Arrow 31">
            <a:extLst>
              <a:ext uri="{FF2B5EF4-FFF2-40B4-BE49-F238E27FC236}">
                <a16:creationId xmlns:a16="http://schemas.microsoft.com/office/drawing/2014/main" id="{8BBA0E06-4F70-4073-9445-2160E286A087}"/>
              </a:ext>
            </a:extLst>
          </p:cNvPr>
          <p:cNvSpPr>
            <a:spLocks noGrp="1"/>
          </p:cNvSpPr>
          <p:nvPr/>
        </p:nvSpPr>
        <p:spPr>
          <a:xfrm>
            <a:off x="2703725" y="3123808"/>
            <a:ext cx="45" cy="165352"/>
          </a:xfrm>
          <a:custGeom>
            <a:avLst/>
            <a:gdLst/>
            <a:ahLst/>
            <a:cxnLst/>
            <a:rect l="0" t="0" r="0" b="0"/>
            <a:pathLst>
              <a:path w="95" h="352425">
                <a:moveTo>
                  <a:pt x="0" y="0"/>
                </a:moveTo>
                <a:lnTo>
                  <a:pt x="0" y="352425"/>
                </a:lnTo>
              </a:path>
            </a:pathLst>
          </a:custGeom>
          <a:noFill/>
          <a:ln w="7597">
            <a:solidFill>
              <a:srgbClr val="2B887C"/>
            </a:solidFill>
            <a:prstDash val="solid"/>
            <a:tailEnd type="triangle" w="sm" len="sm"/>
          </a:ln>
        </p:spPr>
      </p:sp>
      <p:sp>
        <p:nvSpPr>
          <p:cNvPr id="38" name="Label 32 h">
            <a:extLst>
              <a:ext uri="{FF2B5EF4-FFF2-40B4-BE49-F238E27FC236}">
                <a16:creationId xmlns:a16="http://schemas.microsoft.com/office/drawing/2014/main" id="{7B183FF8-92D8-43CB-B45A-BAEFFF05DDAB}"/>
              </a:ext>
            </a:extLst>
          </p:cNvPr>
          <p:cNvSpPr>
            <a:spLocks noGrp="1"/>
          </p:cNvSpPr>
          <p:nvPr/>
        </p:nvSpPr>
        <p:spPr>
          <a:xfrm>
            <a:off x="2475807" y="3164028"/>
            <a:ext cx="111724" cy="143007"/>
          </a:xfrm>
          <a:prstGeom prst="rect">
            <a:avLst/>
          </a:prstGeom>
          <a:noFill/>
          <a:ln w="0">
            <a:noFill/>
          </a:ln>
        </p:spPr>
        <p:txBody>
          <a:bodyPr wrap="none" lIns="0" tIns="0" rIns="0" bIns="0" anchor="ctr">
            <a:noAutofit/>
          </a:bodyPr>
          <a:lstStyle/>
          <a:p>
            <a:pPr algn="ctr">
              <a:defRPr sz="985" b="0">
                <a:solidFill>
                  <a:srgbClr val="203646"/>
                </a:solidFill>
                <a:latin typeface="Arial"/>
                <a:ea typeface="Arial"/>
                <a:cs typeface="Arial"/>
              </a:defRPr>
            </a:pPr>
            <a:r>
              <a:rPr sz="985" b="0" i="1">
                <a:solidFill>
                  <a:srgbClr val="203646"/>
                </a:solidFill>
                <a:latin typeface="Arial"/>
                <a:ea typeface="Arial"/>
                <a:cs typeface="Arial"/>
              </a:rPr>
              <a:t>h</a:t>
            </a:r>
          </a:p>
        </p:txBody>
      </p:sp>
      <p:sp>
        <p:nvSpPr>
          <p:cNvPr id="39" name="Label 33 j">
            <a:extLst>
              <a:ext uri="{FF2B5EF4-FFF2-40B4-BE49-F238E27FC236}">
                <a16:creationId xmlns:a16="http://schemas.microsoft.com/office/drawing/2014/main" id="{A41158B7-C643-4D88-9557-5D29073FA3D5}"/>
              </a:ext>
            </a:extLst>
          </p:cNvPr>
          <p:cNvSpPr>
            <a:spLocks noGrp="1"/>
          </p:cNvSpPr>
          <p:nvPr/>
        </p:nvSpPr>
        <p:spPr>
          <a:xfrm>
            <a:off x="2574125" y="3231063"/>
            <a:ext cx="62566" cy="93848"/>
          </a:xfrm>
          <a:prstGeom prst="rect">
            <a:avLst/>
          </a:prstGeom>
          <a:noFill/>
          <a:ln w="0">
            <a:noFill/>
          </a:ln>
        </p:spPr>
        <p:txBody>
          <a:bodyPr wrap="none" lIns="0" tIns="0" rIns="0" bIns="0" anchor="ctr">
            <a:noAutofit/>
          </a:bodyPr>
          <a:lstStyle/>
          <a:p>
            <a:pPr algn="ctr">
              <a:defRPr sz="633" b="0">
                <a:solidFill>
                  <a:srgbClr val="203646"/>
                </a:solidFill>
                <a:latin typeface="Arial"/>
                <a:ea typeface="Arial"/>
                <a:cs typeface="Arial"/>
              </a:defRPr>
            </a:pPr>
            <a:r>
              <a:rPr sz="633" b="0">
                <a:solidFill>
                  <a:srgbClr val="203646"/>
                </a:solidFill>
                <a:latin typeface="Arial"/>
                <a:ea typeface="Arial"/>
                <a:cs typeface="Arial"/>
              </a:rPr>
              <a:t>j</a:t>
            </a:r>
          </a:p>
        </p:txBody>
      </p:sp>
      <p:sp>
        <p:nvSpPr>
          <p:cNvPr id="40" name="Label 34 User-provided SMILES · same PDB">
            <a:extLst>
              <a:ext uri="{FF2B5EF4-FFF2-40B4-BE49-F238E27FC236}">
                <a16:creationId xmlns:a16="http://schemas.microsoft.com/office/drawing/2014/main" id="{BCA4D160-9FA0-4E5A-803F-A1400877E66D}"/>
              </a:ext>
            </a:extLst>
          </p:cNvPr>
          <p:cNvSpPr>
            <a:spLocks noGrp="1"/>
          </p:cNvSpPr>
          <p:nvPr/>
        </p:nvSpPr>
        <p:spPr>
          <a:xfrm>
            <a:off x="3530483" y="665876"/>
            <a:ext cx="2547310" cy="134069"/>
          </a:xfrm>
          <a:prstGeom prst="rect">
            <a:avLst/>
          </a:prstGeom>
          <a:noFill/>
          <a:ln w="0">
            <a:noFill/>
          </a:ln>
        </p:spPr>
        <p:txBody>
          <a:bodyPr wrap="none" lIns="0" tIns="0" rIns="0" bIns="0" anchor="ctr">
            <a:noAutofit/>
          </a:bodyPr>
          <a:lstStyle/>
          <a:p>
            <a:pPr algn="ctr">
              <a:defRPr sz="774" b="0">
                <a:solidFill>
                  <a:srgbClr val="6F8290"/>
                </a:solidFill>
                <a:latin typeface="Arial"/>
                <a:ea typeface="Arial"/>
                <a:cs typeface="Arial"/>
              </a:defRPr>
            </a:pPr>
            <a:r>
              <a:rPr sz="774" b="0" dirty="0">
                <a:solidFill>
                  <a:srgbClr val="6F8290"/>
                </a:solidFill>
                <a:latin typeface="Arial"/>
                <a:ea typeface="Arial"/>
                <a:cs typeface="Arial"/>
              </a:rPr>
              <a:t>User-provided SMILES · same PDB</a:t>
            </a:r>
          </a:p>
        </p:txBody>
      </p:sp>
      <p:sp>
        <p:nvSpPr>
          <p:cNvPr id="41" name="Operator ">
            <a:extLst>
              <a:ext uri="{FF2B5EF4-FFF2-40B4-BE49-F238E27FC236}">
                <a16:creationId xmlns:a16="http://schemas.microsoft.com/office/drawing/2014/main" id="{F72F864E-EFB9-460B-81E9-A821B2206D49}"/>
              </a:ext>
            </a:extLst>
          </p:cNvPr>
          <p:cNvSpPr>
            <a:spLocks noGrp="1"/>
          </p:cNvSpPr>
          <p:nvPr/>
        </p:nvSpPr>
        <p:spPr>
          <a:xfrm>
            <a:off x="4303614" y="853573"/>
            <a:ext cx="916138" cy="572028"/>
          </a:xfrm>
          <a:prstGeom prst="roundRect">
            <a:avLst>
              <a:gd name="adj" fmla="val 5469"/>
            </a:avLst>
          </a:prstGeom>
          <a:solidFill>
            <a:srgbClr val="FFFFFF"/>
          </a:solidFill>
          <a:ln w="7150">
            <a:solidFill>
              <a:srgbClr val="BFD9CF"/>
            </a:solidFill>
          </a:ln>
        </p:spPr>
      </p:sp>
      <p:sp>
        <p:nvSpPr>
          <p:cNvPr id="42" name="Operator ">
            <a:extLst>
              <a:ext uri="{FF2B5EF4-FFF2-40B4-BE49-F238E27FC236}">
                <a16:creationId xmlns:a16="http://schemas.microsoft.com/office/drawing/2014/main" id="{8A85F76D-22AA-4570-B84E-E6D0B3E3B4CE}"/>
              </a:ext>
            </a:extLst>
          </p:cNvPr>
          <p:cNvSpPr>
            <a:spLocks noGrp="1"/>
          </p:cNvSpPr>
          <p:nvPr/>
        </p:nvSpPr>
        <p:spPr>
          <a:xfrm>
            <a:off x="4325959" y="1018924"/>
            <a:ext cx="871448" cy="169821"/>
          </a:xfrm>
          <a:prstGeom prst="roundRect">
            <a:avLst>
              <a:gd name="adj" fmla="val 18421"/>
            </a:avLst>
          </a:prstGeom>
          <a:solidFill>
            <a:srgbClr val="EDF6F1"/>
          </a:solidFill>
          <a:ln w="7150">
            <a:solidFill>
              <a:srgbClr val="2B887C"/>
            </a:solidFill>
          </a:ln>
        </p:spPr>
      </p:sp>
      <p:sp>
        <p:nvSpPr>
          <p:cNvPr id="43" name="Label 35 CCO">
            <a:extLst>
              <a:ext uri="{FF2B5EF4-FFF2-40B4-BE49-F238E27FC236}">
                <a16:creationId xmlns:a16="http://schemas.microsoft.com/office/drawing/2014/main" id="{BBB2E735-5CD5-4EBD-82AB-A84BA1E38795}"/>
              </a:ext>
            </a:extLst>
          </p:cNvPr>
          <p:cNvSpPr>
            <a:spLocks noGrp="1"/>
          </p:cNvSpPr>
          <p:nvPr/>
        </p:nvSpPr>
        <p:spPr>
          <a:xfrm>
            <a:off x="4500249" y="884855"/>
            <a:ext cx="558621" cy="116193"/>
          </a:xfrm>
          <a:prstGeom prst="rect">
            <a:avLst/>
          </a:prstGeom>
          <a:noFill/>
          <a:ln w="0">
            <a:noFill/>
          </a:ln>
        </p:spPr>
        <p:txBody>
          <a:bodyPr wrap="none" lIns="0" tIns="0" rIns="0" bIns="0" anchor="ctr">
            <a:noAutofit/>
          </a:bodyPr>
          <a:lstStyle/>
          <a:p>
            <a:pPr algn="l">
              <a:defRPr sz="774" b="0">
                <a:solidFill>
                  <a:srgbClr val="6F8290"/>
                </a:solidFill>
                <a:latin typeface="Arial"/>
                <a:ea typeface="Arial"/>
                <a:cs typeface="Arial"/>
              </a:defRPr>
            </a:pPr>
            <a:r>
              <a:rPr sz="774" b="0">
                <a:solidFill>
                  <a:srgbClr val="6F8290"/>
                </a:solidFill>
                <a:latin typeface="Arial"/>
                <a:ea typeface="Arial"/>
                <a:cs typeface="Arial"/>
              </a:rPr>
              <a:t>CCO</a:t>
            </a:r>
          </a:p>
        </p:txBody>
      </p:sp>
      <p:sp>
        <p:nvSpPr>
          <p:cNvPr id="44" name="Label 36 Cc1ccccc1">
            <a:extLst>
              <a:ext uri="{FF2B5EF4-FFF2-40B4-BE49-F238E27FC236}">
                <a16:creationId xmlns:a16="http://schemas.microsoft.com/office/drawing/2014/main" id="{F33F8BBE-A381-4539-8012-8D7F0B21E90C}"/>
              </a:ext>
            </a:extLst>
          </p:cNvPr>
          <p:cNvSpPr>
            <a:spLocks noGrp="1"/>
          </p:cNvSpPr>
          <p:nvPr/>
        </p:nvSpPr>
        <p:spPr>
          <a:xfrm>
            <a:off x="4500249" y="1045738"/>
            <a:ext cx="648000" cy="120662"/>
          </a:xfrm>
          <a:prstGeom prst="rect">
            <a:avLst/>
          </a:prstGeom>
          <a:noFill/>
          <a:ln w="0">
            <a:noFill/>
          </a:ln>
        </p:spPr>
        <p:txBody>
          <a:bodyPr wrap="none" lIns="0" tIns="0" rIns="0" bIns="0" anchor="ctr">
            <a:noAutofit/>
          </a:bodyPr>
          <a:lstStyle/>
          <a:p>
            <a:pPr algn="l">
              <a:defRPr sz="774" b="1">
                <a:solidFill>
                  <a:srgbClr val="2B887C"/>
                </a:solidFill>
                <a:latin typeface="Arial"/>
                <a:ea typeface="Arial"/>
                <a:cs typeface="Arial"/>
              </a:defRPr>
            </a:pPr>
            <a:r>
              <a:rPr sz="774" b="1">
                <a:solidFill>
                  <a:srgbClr val="2B887C"/>
                </a:solidFill>
                <a:latin typeface="Arial"/>
                <a:ea typeface="Arial"/>
                <a:cs typeface="Arial"/>
              </a:rPr>
              <a:t>Cc1ccccc1</a:t>
            </a:r>
          </a:p>
        </p:txBody>
      </p:sp>
      <p:sp>
        <p:nvSpPr>
          <p:cNvPr id="45" name="Label 37 CC(N)=O">
            <a:extLst>
              <a:ext uri="{FF2B5EF4-FFF2-40B4-BE49-F238E27FC236}">
                <a16:creationId xmlns:a16="http://schemas.microsoft.com/office/drawing/2014/main" id="{64538C9B-C7B5-4A5B-9716-4F02EDB78433}"/>
              </a:ext>
            </a:extLst>
          </p:cNvPr>
          <p:cNvSpPr>
            <a:spLocks noGrp="1"/>
          </p:cNvSpPr>
          <p:nvPr/>
        </p:nvSpPr>
        <p:spPr>
          <a:xfrm>
            <a:off x="4500249" y="1224497"/>
            <a:ext cx="648000" cy="120662"/>
          </a:xfrm>
          <a:prstGeom prst="rect">
            <a:avLst/>
          </a:prstGeom>
          <a:noFill/>
          <a:ln w="0">
            <a:noFill/>
          </a:ln>
        </p:spPr>
        <p:txBody>
          <a:bodyPr wrap="none" lIns="0" tIns="0" rIns="0" bIns="0" anchor="ctr">
            <a:noAutofit/>
          </a:bodyPr>
          <a:lstStyle/>
          <a:p>
            <a:pPr algn="l">
              <a:defRPr sz="774" b="0">
                <a:solidFill>
                  <a:srgbClr val="6F8290"/>
                </a:solidFill>
                <a:latin typeface="Arial"/>
                <a:ea typeface="Arial"/>
                <a:cs typeface="Arial"/>
              </a:defRPr>
            </a:pPr>
            <a:r>
              <a:rPr sz="774" b="0">
                <a:solidFill>
                  <a:srgbClr val="6F8290"/>
                </a:solidFill>
                <a:latin typeface="Arial"/>
                <a:ea typeface="Arial"/>
                <a:cs typeface="Arial"/>
              </a:rPr>
              <a:t>CC(N)=O</a:t>
            </a:r>
          </a:p>
        </p:txBody>
      </p:sp>
      <p:sp>
        <p:nvSpPr>
          <p:cNvPr id="46" name="Label 38 1">
            <a:extLst>
              <a:ext uri="{FF2B5EF4-FFF2-40B4-BE49-F238E27FC236}">
                <a16:creationId xmlns:a16="http://schemas.microsoft.com/office/drawing/2014/main" id="{C0310E16-B91B-47BE-A879-8438C52BEDD8}"/>
              </a:ext>
            </a:extLst>
          </p:cNvPr>
          <p:cNvSpPr>
            <a:spLocks noGrp="1"/>
          </p:cNvSpPr>
          <p:nvPr/>
        </p:nvSpPr>
        <p:spPr>
          <a:xfrm>
            <a:off x="4357242" y="884855"/>
            <a:ext cx="102786" cy="116193"/>
          </a:xfrm>
          <a:prstGeom prst="rect">
            <a:avLst/>
          </a:prstGeom>
          <a:noFill/>
          <a:ln w="0">
            <a:noFill/>
          </a:ln>
        </p:spPr>
        <p:txBody>
          <a:bodyPr wrap="none" lIns="0" tIns="0" rIns="0" bIns="0" anchor="ctr">
            <a:noAutofit/>
          </a:bodyPr>
          <a:lstStyle/>
          <a:p>
            <a:pPr algn="ctr">
              <a:defRPr sz="633" b="0">
                <a:solidFill>
                  <a:srgbClr val="6F8290"/>
                </a:solidFill>
                <a:latin typeface="Arial"/>
                <a:ea typeface="Arial"/>
                <a:cs typeface="Arial"/>
              </a:defRPr>
            </a:pPr>
            <a:r>
              <a:rPr sz="633" b="0">
                <a:solidFill>
                  <a:srgbClr val="6F8290"/>
                </a:solidFill>
                <a:latin typeface="Arial"/>
                <a:ea typeface="Arial"/>
                <a:cs typeface="Arial"/>
              </a:rPr>
              <a:t>1</a:t>
            </a:r>
          </a:p>
        </p:txBody>
      </p:sp>
      <p:sp>
        <p:nvSpPr>
          <p:cNvPr id="47" name="Label 39 k">
            <a:extLst>
              <a:ext uri="{FF2B5EF4-FFF2-40B4-BE49-F238E27FC236}">
                <a16:creationId xmlns:a16="http://schemas.microsoft.com/office/drawing/2014/main" id="{AB5C7A37-B931-4D58-A627-3B9B1C3AF003}"/>
              </a:ext>
            </a:extLst>
          </p:cNvPr>
          <p:cNvSpPr>
            <a:spLocks noGrp="1"/>
          </p:cNvSpPr>
          <p:nvPr/>
        </p:nvSpPr>
        <p:spPr>
          <a:xfrm>
            <a:off x="4357242" y="1045738"/>
            <a:ext cx="102786" cy="120662"/>
          </a:xfrm>
          <a:prstGeom prst="rect">
            <a:avLst/>
          </a:prstGeom>
          <a:noFill/>
          <a:ln w="0">
            <a:noFill/>
          </a:ln>
        </p:spPr>
        <p:txBody>
          <a:bodyPr wrap="none" lIns="0" tIns="0" rIns="0" bIns="0" anchor="ctr">
            <a:noAutofit/>
          </a:bodyPr>
          <a:lstStyle/>
          <a:p>
            <a:pPr algn="ctr">
              <a:defRPr sz="704" b="1">
                <a:solidFill>
                  <a:srgbClr val="2B887C"/>
                </a:solidFill>
                <a:latin typeface="Arial"/>
                <a:ea typeface="Arial"/>
                <a:cs typeface="Arial"/>
              </a:defRPr>
            </a:pPr>
            <a:r>
              <a:rPr sz="704" b="1">
                <a:solidFill>
                  <a:srgbClr val="2B887C"/>
                </a:solidFill>
                <a:latin typeface="Arial"/>
                <a:ea typeface="Arial"/>
                <a:cs typeface="Arial"/>
              </a:rPr>
              <a:t>k</a:t>
            </a:r>
          </a:p>
        </p:txBody>
      </p:sp>
      <p:sp>
        <p:nvSpPr>
          <p:cNvPr id="48" name="Label 40 K">
            <a:extLst>
              <a:ext uri="{FF2B5EF4-FFF2-40B4-BE49-F238E27FC236}">
                <a16:creationId xmlns:a16="http://schemas.microsoft.com/office/drawing/2014/main" id="{3E8349E8-4988-4DD3-9356-FF75012DC6E0}"/>
              </a:ext>
            </a:extLst>
          </p:cNvPr>
          <p:cNvSpPr>
            <a:spLocks noGrp="1"/>
          </p:cNvSpPr>
          <p:nvPr/>
        </p:nvSpPr>
        <p:spPr>
          <a:xfrm>
            <a:off x="4357242" y="1224497"/>
            <a:ext cx="102786" cy="120662"/>
          </a:xfrm>
          <a:prstGeom prst="rect">
            <a:avLst/>
          </a:prstGeom>
          <a:noFill/>
          <a:ln w="0">
            <a:noFill/>
          </a:ln>
        </p:spPr>
        <p:txBody>
          <a:bodyPr wrap="none" lIns="0" tIns="0" rIns="0" bIns="0" anchor="ctr">
            <a:noAutofit/>
          </a:bodyPr>
          <a:lstStyle/>
          <a:p>
            <a:pPr algn="ctr">
              <a:defRPr sz="633" b="0">
                <a:solidFill>
                  <a:srgbClr val="6F8290"/>
                </a:solidFill>
                <a:latin typeface="Arial"/>
                <a:ea typeface="Arial"/>
                <a:cs typeface="Arial"/>
              </a:defRPr>
            </a:pPr>
            <a:r>
              <a:rPr sz="633" b="0">
                <a:solidFill>
                  <a:srgbClr val="6F8290"/>
                </a:solidFill>
                <a:latin typeface="Arial"/>
                <a:ea typeface="Arial"/>
                <a:cs typeface="Arial"/>
              </a:rPr>
              <a:t>K</a:t>
            </a:r>
          </a:p>
        </p:txBody>
      </p:sp>
      <p:sp>
        <p:nvSpPr>
          <p:cNvPr id="49" name="Arrow 41">
            <a:extLst>
              <a:ext uri="{FF2B5EF4-FFF2-40B4-BE49-F238E27FC236}">
                <a16:creationId xmlns:a16="http://schemas.microsoft.com/office/drawing/2014/main" id="{0C375DD5-A23A-4B59-89B7-C12B2121373C}"/>
              </a:ext>
            </a:extLst>
          </p:cNvPr>
          <p:cNvSpPr>
            <a:spLocks noGrp="1"/>
          </p:cNvSpPr>
          <p:nvPr/>
        </p:nvSpPr>
        <p:spPr>
          <a:xfrm>
            <a:off x="3691366" y="1103835"/>
            <a:ext cx="612248" cy="397738"/>
          </a:xfrm>
          <a:custGeom>
            <a:avLst/>
            <a:gdLst/>
            <a:ahLst/>
            <a:cxnLst/>
            <a:rect l="0" t="0" r="0" b="0"/>
            <a:pathLst>
              <a:path w="1304925" h="847725">
                <a:moveTo>
                  <a:pt x="1304925" y="0"/>
                </a:moveTo>
                <a:lnTo>
                  <a:pt x="0" y="0"/>
                </a:lnTo>
                <a:lnTo>
                  <a:pt x="0" y="847725"/>
                </a:lnTo>
              </a:path>
            </a:pathLst>
          </a:custGeom>
          <a:noFill/>
          <a:ln w="7597">
            <a:solidFill>
              <a:srgbClr val="2B887C"/>
            </a:solidFill>
            <a:prstDash val="solid"/>
            <a:tailEnd type="triangle" w="sm" len="sm"/>
          </a:ln>
        </p:spPr>
      </p:sp>
      <p:sp>
        <p:nvSpPr>
          <p:cNvPr id="50" name="Label 42 RDKit">
            <a:extLst>
              <a:ext uri="{FF2B5EF4-FFF2-40B4-BE49-F238E27FC236}">
                <a16:creationId xmlns:a16="http://schemas.microsoft.com/office/drawing/2014/main" id="{6250A73B-5A02-4EC3-A4B1-095CE0FB7E53}"/>
              </a:ext>
            </a:extLst>
          </p:cNvPr>
          <p:cNvSpPr>
            <a:spLocks noGrp="1"/>
          </p:cNvSpPr>
          <p:nvPr/>
        </p:nvSpPr>
        <p:spPr>
          <a:xfrm>
            <a:off x="3765135" y="969779"/>
            <a:ext cx="366455" cy="120662"/>
          </a:xfrm>
          <a:prstGeom prst="rect">
            <a:avLst/>
          </a:prstGeom>
          <a:noFill/>
          <a:ln w="0">
            <a:noFill/>
          </a:ln>
        </p:spPr>
        <p:txBody>
          <a:bodyPr wrap="none" lIns="0" tIns="0" rIns="0" bIns="0" anchor="ctr">
            <a:noAutofit/>
          </a:bodyPr>
          <a:lstStyle/>
          <a:p>
            <a:pPr algn="ctr">
              <a:defRPr sz="704" b="0">
                <a:solidFill>
                  <a:srgbClr val="6F8290"/>
                </a:solidFill>
                <a:latin typeface="Arial"/>
                <a:ea typeface="Arial"/>
                <a:cs typeface="Arial"/>
              </a:defRPr>
            </a:pPr>
            <a:r>
              <a:rPr sz="704" b="0" dirty="0" err="1">
                <a:solidFill>
                  <a:srgbClr val="6F8290"/>
                </a:solidFill>
                <a:latin typeface="Arial"/>
                <a:ea typeface="Arial"/>
                <a:cs typeface="Arial"/>
              </a:rPr>
              <a:t>RDKit</a:t>
            </a:r>
            <a:endParaRPr sz="704" b="0" dirty="0">
              <a:solidFill>
                <a:srgbClr val="6F8290"/>
              </a:solidFill>
              <a:latin typeface="Arial"/>
              <a:ea typeface="Arial"/>
              <a:cs typeface="Arial"/>
            </a:endParaRPr>
          </a:p>
        </p:txBody>
      </p:sp>
      <p:sp>
        <p:nvSpPr>
          <p:cNvPr id="51" name="Arrow 43">
            <a:extLst>
              <a:ext uri="{FF2B5EF4-FFF2-40B4-BE49-F238E27FC236}">
                <a16:creationId xmlns:a16="http://schemas.microsoft.com/office/drawing/2014/main" id="{35CACF43-7234-4BFA-9D87-17AC2A8E505F}"/>
              </a:ext>
            </a:extLst>
          </p:cNvPr>
          <p:cNvSpPr>
            <a:spLocks noGrp="1"/>
          </p:cNvSpPr>
          <p:nvPr/>
        </p:nvSpPr>
        <p:spPr>
          <a:xfrm>
            <a:off x="4759449" y="1425600"/>
            <a:ext cx="45" cy="116193"/>
          </a:xfrm>
          <a:custGeom>
            <a:avLst/>
            <a:gdLst/>
            <a:ahLst/>
            <a:cxnLst/>
            <a:rect l="0" t="0" r="0" b="0"/>
            <a:pathLst>
              <a:path w="95" h="247650">
                <a:moveTo>
                  <a:pt x="0" y="0"/>
                </a:moveTo>
                <a:lnTo>
                  <a:pt x="0" y="247650"/>
                </a:lnTo>
              </a:path>
            </a:pathLst>
          </a:custGeom>
          <a:noFill/>
          <a:ln w="7597">
            <a:solidFill>
              <a:srgbClr val="2B887C"/>
            </a:solidFill>
            <a:prstDash val="solid"/>
            <a:tailEnd type="triangle" w="sm" len="sm"/>
          </a:ln>
        </p:spPr>
      </p:sp>
      <p:sp>
        <p:nvSpPr>
          <p:cNvPr id="52" name="Arrow 44">
            <a:extLst>
              <a:ext uri="{FF2B5EF4-FFF2-40B4-BE49-F238E27FC236}">
                <a16:creationId xmlns:a16="http://schemas.microsoft.com/office/drawing/2014/main" id="{56006A24-0552-4BCD-970C-7AD4BBD00EAF}"/>
              </a:ext>
            </a:extLst>
          </p:cNvPr>
          <p:cNvSpPr>
            <a:spLocks noGrp="1"/>
          </p:cNvSpPr>
          <p:nvPr/>
        </p:nvSpPr>
        <p:spPr>
          <a:xfrm>
            <a:off x="5219752" y="942952"/>
            <a:ext cx="522869" cy="598842"/>
          </a:xfrm>
          <a:custGeom>
            <a:avLst/>
            <a:gdLst/>
            <a:ahLst/>
            <a:cxnLst/>
            <a:rect l="0" t="0" r="0" b="0"/>
            <a:pathLst>
              <a:path w="1114425" h="1276350">
                <a:moveTo>
                  <a:pt x="0" y="0"/>
                </a:moveTo>
                <a:lnTo>
                  <a:pt x="1114425" y="0"/>
                </a:lnTo>
                <a:lnTo>
                  <a:pt x="1114425" y="1276350"/>
                </a:lnTo>
              </a:path>
            </a:pathLst>
          </a:custGeom>
          <a:noFill/>
          <a:ln w="7597">
            <a:solidFill>
              <a:srgbClr val="2B887C"/>
            </a:solidFill>
            <a:prstDash val="solid"/>
            <a:tailEnd type="triangle" w="sm" len="sm"/>
          </a:ln>
        </p:spPr>
      </p:sp>
      <p:sp>
        <p:nvSpPr>
          <p:cNvPr id="53" name="Line 45">
            <a:extLst>
              <a:ext uri="{FF2B5EF4-FFF2-40B4-BE49-F238E27FC236}">
                <a16:creationId xmlns:a16="http://schemas.microsoft.com/office/drawing/2014/main" id="{B240FC1B-C522-4DAB-9FE0-8C4E4C7E914E}"/>
              </a:ext>
            </a:extLst>
          </p:cNvPr>
          <p:cNvSpPr>
            <a:spLocks noGrp="1"/>
          </p:cNvSpPr>
          <p:nvPr/>
        </p:nvSpPr>
        <p:spPr>
          <a:xfrm>
            <a:off x="5219752" y="1291531"/>
            <a:ext cx="522869" cy="45"/>
          </a:xfrm>
          <a:custGeom>
            <a:avLst/>
            <a:gdLst/>
            <a:ahLst/>
            <a:cxnLst/>
            <a:rect l="0" t="0" r="0" b="0"/>
            <a:pathLst>
              <a:path w="1114425" h="95">
                <a:moveTo>
                  <a:pt x="0" y="0"/>
                </a:moveTo>
                <a:lnTo>
                  <a:pt x="1114425" y="0"/>
                </a:lnTo>
              </a:path>
            </a:pathLst>
          </a:custGeom>
          <a:noFill/>
          <a:ln w="7597">
            <a:solidFill>
              <a:srgbClr val="2B887C"/>
            </a:solidFill>
            <a:prstDash val="solid"/>
          </a:ln>
        </p:spPr>
      </p:sp>
      <p:sp>
        <p:nvSpPr>
          <p:cNvPr id="54" name="Label 46 Other identities">
            <a:extLst>
              <a:ext uri="{FF2B5EF4-FFF2-40B4-BE49-F238E27FC236}">
                <a16:creationId xmlns:a16="http://schemas.microsoft.com/office/drawing/2014/main" id="{9E964C49-4898-4CA8-B6A7-FA346BD43D9C}"/>
              </a:ext>
            </a:extLst>
          </p:cNvPr>
          <p:cNvSpPr>
            <a:spLocks noGrp="1"/>
          </p:cNvSpPr>
          <p:nvPr/>
        </p:nvSpPr>
        <p:spPr>
          <a:xfrm>
            <a:off x="5309132" y="1376486"/>
            <a:ext cx="835697" cy="116193"/>
          </a:xfrm>
          <a:prstGeom prst="rect">
            <a:avLst/>
          </a:prstGeom>
          <a:noFill/>
          <a:ln w="0">
            <a:noFill/>
          </a:ln>
        </p:spPr>
        <p:txBody>
          <a:bodyPr wrap="none" lIns="0" tIns="0" rIns="0" bIns="0" anchor="ctr">
            <a:noAutofit/>
          </a:bodyPr>
          <a:lstStyle/>
          <a:p>
            <a:pPr algn="ctr">
              <a:defRPr sz="669" b="0">
                <a:solidFill>
                  <a:srgbClr val="6F8290"/>
                </a:solidFill>
                <a:latin typeface="Arial"/>
                <a:ea typeface="Arial"/>
                <a:cs typeface="Arial"/>
              </a:defRPr>
            </a:pPr>
            <a:r>
              <a:rPr sz="669" b="0" dirty="0">
                <a:solidFill>
                  <a:srgbClr val="6F8290"/>
                </a:solidFill>
                <a:latin typeface="Arial"/>
                <a:ea typeface="Arial"/>
                <a:cs typeface="Arial"/>
              </a:rPr>
              <a:t>Other identities</a:t>
            </a:r>
          </a:p>
        </p:txBody>
      </p:sp>
      <p:sp>
        <p:nvSpPr>
          <p:cNvPr id="55" name="Label 47 Own graph">
            <a:extLst>
              <a:ext uri="{FF2B5EF4-FFF2-40B4-BE49-F238E27FC236}">
                <a16:creationId xmlns:a16="http://schemas.microsoft.com/office/drawing/2014/main" id="{1D498DF3-D67F-46B8-BE40-A5A24D502DB7}"/>
              </a:ext>
            </a:extLst>
          </p:cNvPr>
          <p:cNvSpPr>
            <a:spLocks noGrp="1"/>
          </p:cNvSpPr>
          <p:nvPr/>
        </p:nvSpPr>
        <p:spPr>
          <a:xfrm>
            <a:off x="3360663" y="1850152"/>
            <a:ext cx="665876" cy="129600"/>
          </a:xfrm>
          <a:prstGeom prst="rect">
            <a:avLst/>
          </a:prstGeom>
          <a:noFill/>
          <a:ln w="0">
            <a:noFill/>
          </a:ln>
        </p:spPr>
        <p:txBody>
          <a:bodyPr wrap="none" lIns="0" tIns="0" rIns="0" bIns="0" anchor="ctr">
            <a:noAutofit/>
          </a:bodyPr>
          <a:lstStyle/>
          <a:p>
            <a:pPr algn="ctr">
              <a:defRPr sz="739" b="0">
                <a:solidFill>
                  <a:srgbClr val="6F8290"/>
                </a:solidFill>
                <a:latin typeface="Arial"/>
                <a:ea typeface="Arial"/>
                <a:cs typeface="Arial"/>
              </a:defRPr>
            </a:pPr>
            <a:r>
              <a:rPr sz="739" b="0">
                <a:solidFill>
                  <a:srgbClr val="6F8290"/>
                </a:solidFill>
                <a:latin typeface="Arial"/>
                <a:ea typeface="Arial"/>
                <a:cs typeface="Arial"/>
              </a:rPr>
              <a:t>Own graph</a:t>
            </a:r>
          </a:p>
        </p:txBody>
      </p:sp>
      <p:sp>
        <p:nvSpPr>
          <p:cNvPr id="56" name="Operator SMI-TED">
            <a:extLst>
              <a:ext uri="{FF2B5EF4-FFF2-40B4-BE49-F238E27FC236}">
                <a16:creationId xmlns:a16="http://schemas.microsoft.com/office/drawing/2014/main" id="{607A81FD-97F0-4D5B-A0F7-A05230837CAF}"/>
              </a:ext>
            </a:extLst>
          </p:cNvPr>
          <p:cNvSpPr>
            <a:spLocks noGrp="1"/>
          </p:cNvSpPr>
          <p:nvPr/>
        </p:nvSpPr>
        <p:spPr>
          <a:xfrm>
            <a:off x="4406401" y="1582014"/>
            <a:ext cx="706097" cy="218979"/>
          </a:xfrm>
          <a:prstGeom prst="roundRect">
            <a:avLst>
              <a:gd name="adj" fmla="val 14286"/>
            </a:avLst>
          </a:prstGeom>
          <a:solidFill>
            <a:srgbClr val="FFFFFF"/>
          </a:solidFill>
          <a:ln w="7150">
            <a:solidFill>
              <a:srgbClr val="2B887C"/>
            </a:solidFill>
          </a:ln>
        </p:spPr>
        <p:txBody>
          <a:bodyPr wrap="none" lIns="28575" tIns="9525" rIns="28575" bIns="9525" anchor="ctr">
            <a:noAutofit/>
          </a:bodyPr>
          <a:lstStyle/>
          <a:p>
            <a:pPr algn="ctr">
              <a:defRPr sz="809" b="1">
                <a:solidFill>
                  <a:srgbClr val="2B887C"/>
                </a:solidFill>
                <a:latin typeface="Arial"/>
                <a:ea typeface="Arial"/>
                <a:cs typeface="Arial"/>
              </a:defRPr>
            </a:pPr>
            <a:r>
              <a:rPr sz="809" b="1">
                <a:solidFill>
                  <a:srgbClr val="2B887C"/>
                </a:solidFill>
                <a:latin typeface="Arial"/>
                <a:ea typeface="Arial"/>
                <a:cs typeface="Arial"/>
              </a:rPr>
              <a:t>SMI-TED</a:t>
            </a:r>
          </a:p>
        </p:txBody>
      </p:sp>
      <p:sp>
        <p:nvSpPr>
          <p:cNvPr id="57" name="Label 48 + linear">
            <a:extLst>
              <a:ext uri="{FF2B5EF4-FFF2-40B4-BE49-F238E27FC236}">
                <a16:creationId xmlns:a16="http://schemas.microsoft.com/office/drawing/2014/main" id="{15EB0FB3-2930-4A2C-837D-543192F1AA72}"/>
              </a:ext>
            </a:extLst>
          </p:cNvPr>
          <p:cNvSpPr>
            <a:spLocks noGrp="1"/>
          </p:cNvSpPr>
          <p:nvPr/>
        </p:nvSpPr>
        <p:spPr>
          <a:xfrm>
            <a:off x="4468966" y="1850152"/>
            <a:ext cx="580966" cy="125131"/>
          </a:xfrm>
          <a:prstGeom prst="rect">
            <a:avLst/>
          </a:prstGeom>
          <a:noFill/>
          <a:ln w="0">
            <a:noFill/>
          </a:ln>
        </p:spPr>
        <p:txBody>
          <a:bodyPr wrap="none" lIns="0" tIns="0" rIns="0" bIns="0" anchor="ctr">
            <a:noAutofit/>
          </a:bodyPr>
          <a:lstStyle/>
          <a:p>
            <a:pPr algn="ctr">
              <a:defRPr sz="704" b="0">
                <a:solidFill>
                  <a:srgbClr val="6F8290"/>
                </a:solidFill>
                <a:latin typeface="Arial"/>
                <a:ea typeface="Arial"/>
                <a:cs typeface="Arial"/>
              </a:defRPr>
            </a:pPr>
            <a:r>
              <a:rPr sz="704" b="0">
                <a:solidFill>
                  <a:srgbClr val="6F8290"/>
                </a:solidFill>
                <a:latin typeface="Arial"/>
                <a:ea typeface="Arial"/>
                <a:cs typeface="Arial"/>
              </a:rPr>
              <a:t>+ linear</a:t>
            </a:r>
          </a:p>
        </p:txBody>
      </p:sp>
      <p:sp>
        <p:nvSpPr>
          <p:cNvPr id="58" name="Operator SMI-TED">
            <a:extLst>
              <a:ext uri="{FF2B5EF4-FFF2-40B4-BE49-F238E27FC236}">
                <a16:creationId xmlns:a16="http://schemas.microsoft.com/office/drawing/2014/main" id="{CAD70239-59B0-4E95-A32B-A54FDD3334F6}"/>
              </a:ext>
            </a:extLst>
          </p:cNvPr>
          <p:cNvSpPr>
            <a:spLocks noGrp="1"/>
          </p:cNvSpPr>
          <p:nvPr/>
        </p:nvSpPr>
        <p:spPr>
          <a:xfrm>
            <a:off x="5389573" y="1582014"/>
            <a:ext cx="706097" cy="218979"/>
          </a:xfrm>
          <a:prstGeom prst="roundRect">
            <a:avLst>
              <a:gd name="adj" fmla="val 14286"/>
            </a:avLst>
          </a:prstGeom>
          <a:solidFill>
            <a:srgbClr val="FFFFFF"/>
          </a:solidFill>
          <a:ln w="7150">
            <a:solidFill>
              <a:srgbClr val="2B887C"/>
            </a:solidFill>
          </a:ln>
        </p:spPr>
        <p:txBody>
          <a:bodyPr wrap="none" lIns="28575" tIns="9525" rIns="28575" bIns="9525" anchor="ctr">
            <a:noAutofit/>
          </a:bodyPr>
          <a:lstStyle/>
          <a:p>
            <a:pPr algn="ctr">
              <a:defRPr sz="809" b="1">
                <a:solidFill>
                  <a:srgbClr val="2B887C"/>
                </a:solidFill>
                <a:latin typeface="Arial"/>
                <a:ea typeface="Arial"/>
                <a:cs typeface="Arial"/>
              </a:defRPr>
            </a:pPr>
            <a:r>
              <a:rPr sz="809" b="1">
                <a:solidFill>
                  <a:srgbClr val="2B887C"/>
                </a:solidFill>
                <a:latin typeface="Arial"/>
                <a:ea typeface="Arial"/>
                <a:cs typeface="Arial"/>
              </a:rPr>
              <a:t>SMI-TED</a:t>
            </a:r>
          </a:p>
        </p:txBody>
      </p:sp>
      <p:sp>
        <p:nvSpPr>
          <p:cNvPr id="59" name="Label 49 + linear">
            <a:extLst>
              <a:ext uri="{FF2B5EF4-FFF2-40B4-BE49-F238E27FC236}">
                <a16:creationId xmlns:a16="http://schemas.microsoft.com/office/drawing/2014/main" id="{172799A6-BADE-4691-8DA8-E7721FF3B01B}"/>
              </a:ext>
            </a:extLst>
          </p:cNvPr>
          <p:cNvSpPr>
            <a:spLocks noGrp="1"/>
          </p:cNvSpPr>
          <p:nvPr/>
        </p:nvSpPr>
        <p:spPr>
          <a:xfrm>
            <a:off x="5452139" y="1850152"/>
            <a:ext cx="580966" cy="125131"/>
          </a:xfrm>
          <a:prstGeom prst="rect">
            <a:avLst/>
          </a:prstGeom>
          <a:noFill/>
          <a:ln w="0">
            <a:noFill/>
          </a:ln>
        </p:spPr>
        <p:txBody>
          <a:bodyPr wrap="none" lIns="0" tIns="0" rIns="0" bIns="0" anchor="ctr">
            <a:noAutofit/>
          </a:bodyPr>
          <a:lstStyle/>
          <a:p>
            <a:pPr algn="ctr">
              <a:defRPr sz="704" b="0">
                <a:solidFill>
                  <a:srgbClr val="6F8290"/>
                </a:solidFill>
                <a:latin typeface="Arial"/>
                <a:ea typeface="Arial"/>
                <a:cs typeface="Arial"/>
              </a:defRPr>
            </a:pPr>
            <a:r>
              <a:rPr sz="704" b="0">
                <a:solidFill>
                  <a:srgbClr val="6F8290"/>
                </a:solidFill>
                <a:latin typeface="Arial"/>
                <a:ea typeface="Arial"/>
                <a:cs typeface="Arial"/>
              </a:rPr>
              <a:t>+ linear</a:t>
            </a:r>
          </a:p>
        </p:txBody>
      </p:sp>
      <p:sp>
        <p:nvSpPr>
          <p:cNvPr id="60" name="Arrow 50">
            <a:extLst>
              <a:ext uri="{FF2B5EF4-FFF2-40B4-BE49-F238E27FC236}">
                <a16:creationId xmlns:a16="http://schemas.microsoft.com/office/drawing/2014/main" id="{B93D70FA-AD33-4305-9EAA-2AAEE17F3194}"/>
              </a:ext>
            </a:extLst>
          </p:cNvPr>
          <p:cNvSpPr>
            <a:spLocks noGrp="1"/>
          </p:cNvSpPr>
          <p:nvPr/>
        </p:nvSpPr>
        <p:spPr>
          <a:xfrm>
            <a:off x="3691366" y="1988690"/>
            <a:ext cx="45" cy="89379"/>
          </a:xfrm>
          <a:custGeom>
            <a:avLst/>
            <a:gdLst/>
            <a:ahLst/>
            <a:cxnLst/>
            <a:rect l="0" t="0" r="0" b="0"/>
            <a:pathLst>
              <a:path w="95" h="190500">
                <a:moveTo>
                  <a:pt x="0" y="0"/>
                </a:moveTo>
                <a:lnTo>
                  <a:pt x="0" y="190500"/>
                </a:lnTo>
              </a:path>
            </a:pathLst>
          </a:custGeom>
          <a:noFill/>
          <a:ln w="7597">
            <a:solidFill>
              <a:srgbClr val="2B887C"/>
            </a:solidFill>
            <a:prstDash val="solid"/>
            <a:tailEnd type="triangle" w="sm" len="sm"/>
          </a:ln>
        </p:spPr>
      </p:sp>
      <p:sp>
        <p:nvSpPr>
          <p:cNvPr id="61" name="Operator GNN">
            <a:extLst>
              <a:ext uri="{FF2B5EF4-FFF2-40B4-BE49-F238E27FC236}">
                <a16:creationId xmlns:a16="http://schemas.microsoft.com/office/drawing/2014/main" id="{DBA92EE6-034E-4CB7-83CA-D120E9FF7DDA}"/>
              </a:ext>
            </a:extLst>
          </p:cNvPr>
          <p:cNvSpPr>
            <a:spLocks noGrp="1"/>
          </p:cNvSpPr>
          <p:nvPr/>
        </p:nvSpPr>
        <p:spPr>
          <a:xfrm>
            <a:off x="3418759" y="2118290"/>
            <a:ext cx="545214" cy="192166"/>
          </a:xfrm>
          <a:prstGeom prst="roundRect">
            <a:avLst>
              <a:gd name="adj" fmla="val 16279"/>
            </a:avLst>
          </a:prstGeom>
          <a:solidFill>
            <a:srgbClr val="FFFFFF"/>
          </a:solidFill>
          <a:ln w="7150">
            <a:solidFill>
              <a:srgbClr val="2B887C"/>
            </a:solidFill>
          </a:ln>
        </p:spPr>
        <p:txBody>
          <a:bodyPr wrap="none" lIns="28575" tIns="9525" rIns="28575" bIns="9525" anchor="ctr">
            <a:noAutofit/>
          </a:bodyPr>
          <a:lstStyle/>
          <a:p>
            <a:pPr algn="ctr">
              <a:defRPr sz="809" b="1">
                <a:solidFill>
                  <a:srgbClr val="2B887C"/>
                </a:solidFill>
                <a:latin typeface="Arial"/>
                <a:ea typeface="Arial"/>
                <a:cs typeface="Arial"/>
              </a:defRPr>
            </a:pPr>
            <a:r>
              <a:rPr sz="809" b="1">
                <a:solidFill>
                  <a:srgbClr val="2B887C"/>
                </a:solidFill>
                <a:latin typeface="Arial"/>
                <a:ea typeface="Arial"/>
                <a:cs typeface="Arial"/>
              </a:rPr>
              <a:t>GNN</a:t>
            </a:r>
          </a:p>
        </p:txBody>
      </p:sp>
      <p:sp>
        <p:nvSpPr>
          <p:cNvPr id="62" name="Arrow 51">
            <a:extLst>
              <a:ext uri="{FF2B5EF4-FFF2-40B4-BE49-F238E27FC236}">
                <a16:creationId xmlns:a16="http://schemas.microsoft.com/office/drawing/2014/main" id="{643C4234-FD5F-4CF7-8AA2-8C08232E8757}"/>
              </a:ext>
            </a:extLst>
          </p:cNvPr>
          <p:cNvSpPr>
            <a:spLocks noGrp="1"/>
          </p:cNvSpPr>
          <p:nvPr/>
        </p:nvSpPr>
        <p:spPr>
          <a:xfrm>
            <a:off x="3691366" y="2310456"/>
            <a:ext cx="45" cy="138538"/>
          </a:xfrm>
          <a:custGeom>
            <a:avLst/>
            <a:gdLst/>
            <a:ahLst/>
            <a:cxnLst/>
            <a:rect l="0" t="0" r="0" b="0"/>
            <a:pathLst>
              <a:path w="95" h="295275">
                <a:moveTo>
                  <a:pt x="0" y="0"/>
                </a:moveTo>
                <a:lnTo>
                  <a:pt x="0" y="295275"/>
                </a:lnTo>
              </a:path>
            </a:pathLst>
          </a:custGeom>
          <a:noFill/>
          <a:ln w="7597">
            <a:solidFill>
              <a:srgbClr val="2B887C"/>
            </a:solidFill>
            <a:prstDash val="solid"/>
            <a:tailEnd type="triangle" w="sm" len="sm"/>
          </a:ln>
        </p:spPr>
      </p:sp>
      <p:sp>
        <p:nvSpPr>
          <p:cNvPr id="63" name="Label 52 K, V">
            <a:extLst>
              <a:ext uri="{FF2B5EF4-FFF2-40B4-BE49-F238E27FC236}">
                <a16:creationId xmlns:a16="http://schemas.microsoft.com/office/drawing/2014/main" id="{BABFD331-97C1-4BB4-A3F0-2D5B20790DDC}"/>
              </a:ext>
            </a:extLst>
          </p:cNvPr>
          <p:cNvSpPr>
            <a:spLocks noGrp="1"/>
          </p:cNvSpPr>
          <p:nvPr/>
        </p:nvSpPr>
        <p:spPr>
          <a:xfrm>
            <a:off x="3740525" y="2332801"/>
            <a:ext cx="268138" cy="116193"/>
          </a:xfrm>
          <a:prstGeom prst="rect">
            <a:avLst/>
          </a:prstGeom>
          <a:noFill/>
          <a:ln w="0">
            <a:noFill/>
          </a:ln>
        </p:spPr>
        <p:txBody>
          <a:bodyPr wrap="none" lIns="0" tIns="0" rIns="0" bIns="0" anchor="ctr">
            <a:noAutofit/>
          </a:bodyPr>
          <a:lstStyle/>
          <a:p>
            <a:pPr algn="ctr">
              <a:defRPr sz="669" b="0">
                <a:solidFill>
                  <a:srgbClr val="2B887C"/>
                </a:solidFill>
                <a:latin typeface="Arial"/>
                <a:ea typeface="Arial"/>
                <a:cs typeface="Arial"/>
              </a:defRPr>
            </a:pPr>
            <a:r>
              <a:rPr sz="669" b="0">
                <a:solidFill>
                  <a:srgbClr val="2B887C"/>
                </a:solidFill>
                <a:latin typeface="Arial"/>
                <a:ea typeface="Arial"/>
                <a:cs typeface="Arial"/>
              </a:rPr>
              <a:t>K, V</a:t>
            </a:r>
          </a:p>
        </p:txBody>
      </p:sp>
      <p:sp>
        <p:nvSpPr>
          <p:cNvPr id="64" name="Arrow 53">
            <a:extLst>
              <a:ext uri="{FF2B5EF4-FFF2-40B4-BE49-F238E27FC236}">
                <a16:creationId xmlns:a16="http://schemas.microsoft.com/office/drawing/2014/main" id="{027C672A-0196-4A85-99FA-8A6D5E9E23A6}"/>
              </a:ext>
            </a:extLst>
          </p:cNvPr>
          <p:cNvSpPr>
            <a:spLocks noGrp="1"/>
          </p:cNvSpPr>
          <p:nvPr/>
        </p:nvSpPr>
        <p:spPr>
          <a:xfrm>
            <a:off x="4759449" y="1988690"/>
            <a:ext cx="45" cy="531807"/>
          </a:xfrm>
          <a:custGeom>
            <a:avLst/>
            <a:gdLst/>
            <a:ahLst/>
            <a:cxnLst/>
            <a:rect l="0" t="0" r="0" b="0"/>
            <a:pathLst>
              <a:path w="95" h="1133475">
                <a:moveTo>
                  <a:pt x="0" y="0"/>
                </a:moveTo>
                <a:lnTo>
                  <a:pt x="0" y="1133475"/>
                </a:lnTo>
              </a:path>
            </a:pathLst>
          </a:custGeom>
          <a:noFill/>
          <a:ln w="7597">
            <a:solidFill>
              <a:srgbClr val="2B887C"/>
            </a:solidFill>
            <a:prstDash val="solid"/>
            <a:tailEnd type="triangle" w="sm" len="sm"/>
          </a:ln>
        </p:spPr>
      </p:sp>
      <p:sp>
        <p:nvSpPr>
          <p:cNvPr id="65" name="Arrow 54">
            <a:extLst>
              <a:ext uri="{FF2B5EF4-FFF2-40B4-BE49-F238E27FC236}">
                <a16:creationId xmlns:a16="http://schemas.microsoft.com/office/drawing/2014/main" id="{7997BFC6-A4FF-4E74-93B6-80DB6CB140A1}"/>
              </a:ext>
            </a:extLst>
          </p:cNvPr>
          <p:cNvSpPr>
            <a:spLocks noGrp="1"/>
          </p:cNvSpPr>
          <p:nvPr/>
        </p:nvSpPr>
        <p:spPr>
          <a:xfrm>
            <a:off x="5742621" y="1988690"/>
            <a:ext cx="45" cy="75972"/>
          </a:xfrm>
          <a:custGeom>
            <a:avLst/>
            <a:gdLst/>
            <a:ahLst/>
            <a:cxnLst/>
            <a:rect l="0" t="0" r="0" b="0"/>
            <a:pathLst>
              <a:path w="95" h="161925">
                <a:moveTo>
                  <a:pt x="0" y="0"/>
                </a:moveTo>
                <a:lnTo>
                  <a:pt x="0" y="161925"/>
                </a:lnTo>
              </a:path>
            </a:pathLst>
          </a:custGeom>
          <a:noFill/>
          <a:ln w="7597">
            <a:solidFill>
              <a:srgbClr val="2B887C"/>
            </a:solidFill>
            <a:prstDash val="solid"/>
            <a:tailEnd type="triangle" w="sm" len="sm"/>
          </a:ln>
        </p:spPr>
      </p:sp>
      <p:sp>
        <p:nvSpPr>
          <p:cNvPr id="66" name="Arrow 55">
            <a:extLst>
              <a:ext uri="{FF2B5EF4-FFF2-40B4-BE49-F238E27FC236}">
                <a16:creationId xmlns:a16="http://schemas.microsoft.com/office/drawing/2014/main" id="{8829FD0F-CABF-4D33-83FE-6C872A520064}"/>
              </a:ext>
            </a:extLst>
          </p:cNvPr>
          <p:cNvSpPr>
            <a:spLocks noGrp="1"/>
          </p:cNvSpPr>
          <p:nvPr/>
        </p:nvSpPr>
        <p:spPr>
          <a:xfrm>
            <a:off x="5742621" y="2305987"/>
            <a:ext cx="45" cy="143007"/>
          </a:xfrm>
          <a:custGeom>
            <a:avLst/>
            <a:gdLst/>
            <a:ahLst/>
            <a:cxnLst/>
            <a:rect l="0" t="0" r="0" b="0"/>
            <a:pathLst>
              <a:path w="95" h="304800">
                <a:moveTo>
                  <a:pt x="0" y="0"/>
                </a:moveTo>
                <a:lnTo>
                  <a:pt x="0" y="304800"/>
                </a:lnTo>
              </a:path>
            </a:pathLst>
          </a:custGeom>
          <a:noFill/>
          <a:ln w="7597">
            <a:solidFill>
              <a:srgbClr val="2B887C"/>
            </a:solidFill>
            <a:prstDash val="solid"/>
            <a:tailEnd type="triangle" w="sm" len="sm"/>
          </a:ln>
        </p:spPr>
      </p:sp>
      <p:sp>
        <p:nvSpPr>
          <p:cNvPr id="67" name="Label 56 K, V">
            <a:extLst>
              <a:ext uri="{FF2B5EF4-FFF2-40B4-BE49-F238E27FC236}">
                <a16:creationId xmlns:a16="http://schemas.microsoft.com/office/drawing/2014/main" id="{8F7DA7EA-B3ED-4D09-9DD5-43C1D8E79A2B}"/>
              </a:ext>
            </a:extLst>
          </p:cNvPr>
          <p:cNvSpPr>
            <a:spLocks noGrp="1"/>
          </p:cNvSpPr>
          <p:nvPr/>
        </p:nvSpPr>
        <p:spPr>
          <a:xfrm>
            <a:off x="5791780" y="2332801"/>
            <a:ext cx="268138" cy="116193"/>
          </a:xfrm>
          <a:prstGeom prst="rect">
            <a:avLst/>
          </a:prstGeom>
          <a:noFill/>
          <a:ln w="0">
            <a:noFill/>
          </a:ln>
        </p:spPr>
        <p:txBody>
          <a:bodyPr wrap="none" lIns="0" tIns="0" rIns="0" bIns="0" anchor="ctr">
            <a:noAutofit/>
          </a:bodyPr>
          <a:lstStyle/>
          <a:p>
            <a:pPr algn="ctr">
              <a:defRPr sz="669" b="0">
                <a:solidFill>
                  <a:srgbClr val="2B887C"/>
                </a:solidFill>
                <a:latin typeface="Arial"/>
                <a:ea typeface="Arial"/>
                <a:cs typeface="Arial"/>
              </a:defRPr>
            </a:pPr>
            <a:r>
              <a:rPr sz="669" b="0">
                <a:solidFill>
                  <a:srgbClr val="2B887C"/>
                </a:solidFill>
                <a:latin typeface="Arial"/>
                <a:ea typeface="Arial"/>
                <a:cs typeface="Arial"/>
              </a:rPr>
              <a:t>K, V</a:t>
            </a:r>
          </a:p>
        </p:txBody>
      </p:sp>
      <p:sp>
        <p:nvSpPr>
          <p:cNvPr id="68" name="Operator Graph attention">
            <a:extLst>
              <a:ext uri="{FF2B5EF4-FFF2-40B4-BE49-F238E27FC236}">
                <a16:creationId xmlns:a16="http://schemas.microsoft.com/office/drawing/2014/main" id="{3216FE79-16E8-44F5-81F0-646D96812A65}"/>
              </a:ext>
            </a:extLst>
          </p:cNvPr>
          <p:cNvSpPr>
            <a:spLocks noGrp="1"/>
          </p:cNvSpPr>
          <p:nvPr/>
        </p:nvSpPr>
        <p:spPr>
          <a:xfrm>
            <a:off x="3293628" y="2498152"/>
            <a:ext cx="799945" cy="218979"/>
          </a:xfrm>
          <a:prstGeom prst="roundRect">
            <a:avLst>
              <a:gd name="adj" fmla="val 14286"/>
            </a:avLst>
          </a:prstGeom>
          <a:solidFill>
            <a:srgbClr val="FFFFFF"/>
          </a:solidFill>
          <a:ln w="7150">
            <a:solidFill>
              <a:srgbClr val="2B887C"/>
            </a:solidFill>
          </a:ln>
        </p:spPr>
        <p:txBody>
          <a:bodyPr wrap="none" lIns="28575" tIns="9525" rIns="28575" bIns="9525" anchor="ctr">
            <a:noAutofit/>
          </a:bodyPr>
          <a:lstStyle/>
          <a:p>
            <a:pPr algn="ctr">
              <a:defRPr sz="739" b="1">
                <a:solidFill>
                  <a:srgbClr val="2B887C"/>
                </a:solidFill>
                <a:latin typeface="Arial"/>
                <a:ea typeface="Arial"/>
                <a:cs typeface="Arial"/>
              </a:defRPr>
            </a:pPr>
            <a:r>
              <a:rPr sz="739" b="1">
                <a:solidFill>
                  <a:srgbClr val="2B887C"/>
                </a:solidFill>
                <a:latin typeface="Arial"/>
                <a:ea typeface="Arial"/>
                <a:cs typeface="Arial"/>
              </a:rPr>
              <a:t>Graph attention</a:t>
            </a:r>
          </a:p>
        </p:txBody>
      </p:sp>
      <p:sp>
        <p:nvSpPr>
          <p:cNvPr id="69" name="Operator Context attention">
            <a:extLst>
              <a:ext uri="{FF2B5EF4-FFF2-40B4-BE49-F238E27FC236}">
                <a16:creationId xmlns:a16="http://schemas.microsoft.com/office/drawing/2014/main" id="{02D276D3-75D2-4B66-BC4E-FDA5E6A6B47C}"/>
              </a:ext>
            </a:extLst>
          </p:cNvPr>
          <p:cNvSpPr>
            <a:spLocks noGrp="1"/>
          </p:cNvSpPr>
          <p:nvPr/>
        </p:nvSpPr>
        <p:spPr>
          <a:xfrm>
            <a:off x="5309132" y="2498152"/>
            <a:ext cx="871448" cy="218979"/>
          </a:xfrm>
          <a:prstGeom prst="roundRect">
            <a:avLst>
              <a:gd name="adj" fmla="val 14286"/>
            </a:avLst>
          </a:prstGeom>
          <a:solidFill>
            <a:srgbClr val="FFFFFF"/>
          </a:solidFill>
          <a:ln w="7150">
            <a:solidFill>
              <a:srgbClr val="2B887C"/>
            </a:solidFill>
          </a:ln>
        </p:spPr>
        <p:txBody>
          <a:bodyPr wrap="none" lIns="28575" tIns="9525" rIns="28575" bIns="9525" anchor="ctr">
            <a:noAutofit/>
          </a:bodyPr>
          <a:lstStyle/>
          <a:p>
            <a:pPr algn="ctr">
              <a:defRPr sz="739" b="1">
                <a:solidFill>
                  <a:srgbClr val="2B887C"/>
                </a:solidFill>
                <a:latin typeface="Arial"/>
                <a:ea typeface="Arial"/>
                <a:cs typeface="Arial"/>
              </a:defRPr>
            </a:pPr>
            <a:r>
              <a:rPr sz="739" b="1">
                <a:solidFill>
                  <a:srgbClr val="2B887C"/>
                </a:solidFill>
                <a:latin typeface="Arial"/>
                <a:ea typeface="Arial"/>
                <a:cs typeface="Arial"/>
              </a:rPr>
              <a:t>Context attention</a:t>
            </a:r>
          </a:p>
        </p:txBody>
      </p:sp>
      <p:sp>
        <p:nvSpPr>
          <p:cNvPr id="70" name="Operator ">
            <a:extLst>
              <a:ext uri="{FF2B5EF4-FFF2-40B4-BE49-F238E27FC236}">
                <a16:creationId xmlns:a16="http://schemas.microsoft.com/office/drawing/2014/main" id="{B7A2720F-EA99-44E9-A13E-A834420A1688}"/>
              </a:ext>
            </a:extLst>
          </p:cNvPr>
          <p:cNvSpPr>
            <a:spLocks noGrp="1"/>
          </p:cNvSpPr>
          <p:nvPr/>
        </p:nvSpPr>
        <p:spPr>
          <a:xfrm>
            <a:off x="4464497" y="2538373"/>
            <a:ext cx="589903" cy="143007"/>
          </a:xfrm>
          <a:prstGeom prst="roundRect">
            <a:avLst>
              <a:gd name="adj" fmla="val 21875"/>
            </a:avLst>
          </a:prstGeom>
          <a:solidFill>
            <a:srgbClr val="F7FBF8"/>
          </a:solidFill>
          <a:ln w="7150">
            <a:solidFill>
              <a:srgbClr val="8AB9AB"/>
            </a:solidFill>
          </a:ln>
        </p:spPr>
      </p:sp>
      <p:sp>
        <p:nvSpPr>
          <p:cNvPr id="71" name="Arrow 57">
            <a:extLst>
              <a:ext uri="{FF2B5EF4-FFF2-40B4-BE49-F238E27FC236}">
                <a16:creationId xmlns:a16="http://schemas.microsoft.com/office/drawing/2014/main" id="{13FFB320-0052-438C-A604-FFBA0ADA6389}"/>
              </a:ext>
            </a:extLst>
          </p:cNvPr>
          <p:cNvSpPr>
            <a:spLocks noGrp="1"/>
          </p:cNvSpPr>
          <p:nvPr/>
        </p:nvSpPr>
        <p:spPr>
          <a:xfrm>
            <a:off x="4138263" y="2609876"/>
            <a:ext cx="330703" cy="45"/>
          </a:xfrm>
          <a:custGeom>
            <a:avLst/>
            <a:gdLst/>
            <a:ahLst/>
            <a:cxnLst/>
            <a:rect l="0" t="0" r="0" b="0"/>
            <a:pathLst>
              <a:path w="704850" h="95">
                <a:moveTo>
                  <a:pt x="704850" y="0"/>
                </a:moveTo>
                <a:lnTo>
                  <a:pt x="0" y="0"/>
                </a:lnTo>
              </a:path>
            </a:pathLst>
          </a:custGeom>
          <a:noFill/>
          <a:ln w="7597">
            <a:solidFill>
              <a:srgbClr val="397FA6"/>
            </a:solidFill>
            <a:prstDash val="solid"/>
            <a:tailEnd type="triangle" w="sm" len="sm"/>
          </a:ln>
        </p:spPr>
      </p:sp>
      <p:sp>
        <p:nvSpPr>
          <p:cNvPr id="72" name="Arrow 58">
            <a:extLst>
              <a:ext uri="{FF2B5EF4-FFF2-40B4-BE49-F238E27FC236}">
                <a16:creationId xmlns:a16="http://schemas.microsoft.com/office/drawing/2014/main" id="{D7344620-D995-4B85-B9D9-153F7F6AB76D}"/>
              </a:ext>
            </a:extLst>
          </p:cNvPr>
          <p:cNvSpPr>
            <a:spLocks noGrp="1"/>
          </p:cNvSpPr>
          <p:nvPr/>
        </p:nvSpPr>
        <p:spPr>
          <a:xfrm>
            <a:off x="5049932" y="2609876"/>
            <a:ext cx="214510" cy="45"/>
          </a:xfrm>
          <a:custGeom>
            <a:avLst/>
            <a:gdLst/>
            <a:ahLst/>
            <a:cxnLst/>
            <a:rect l="0" t="0" r="0" b="0"/>
            <a:pathLst>
              <a:path w="457200" h="95">
                <a:moveTo>
                  <a:pt x="0" y="0"/>
                </a:moveTo>
                <a:lnTo>
                  <a:pt x="457200" y="0"/>
                </a:lnTo>
              </a:path>
            </a:pathLst>
          </a:custGeom>
          <a:noFill/>
          <a:ln w="7597">
            <a:solidFill>
              <a:srgbClr val="397FA6"/>
            </a:solidFill>
            <a:prstDash val="solid"/>
            <a:tailEnd type="triangle" w="sm" len="sm"/>
          </a:ln>
        </p:spPr>
      </p:sp>
      <p:sp>
        <p:nvSpPr>
          <p:cNvPr id="73" name="Label 59 Q">
            <a:extLst>
              <a:ext uri="{FF2B5EF4-FFF2-40B4-BE49-F238E27FC236}">
                <a16:creationId xmlns:a16="http://schemas.microsoft.com/office/drawing/2014/main" id="{7CE50FFD-1E11-4F54-9634-8EAB47E1AF21}"/>
              </a:ext>
            </a:extLst>
          </p:cNvPr>
          <p:cNvSpPr>
            <a:spLocks noGrp="1"/>
          </p:cNvSpPr>
          <p:nvPr/>
        </p:nvSpPr>
        <p:spPr>
          <a:xfrm>
            <a:off x="4236580" y="2462401"/>
            <a:ext cx="125131" cy="125131"/>
          </a:xfrm>
          <a:prstGeom prst="rect">
            <a:avLst/>
          </a:prstGeom>
          <a:noFill/>
          <a:ln w="0">
            <a:noFill/>
          </a:ln>
        </p:spPr>
        <p:txBody>
          <a:bodyPr wrap="none" lIns="0" tIns="0" rIns="0" bIns="0" anchor="ctr">
            <a:noAutofit/>
          </a:bodyPr>
          <a:lstStyle/>
          <a:p>
            <a:pPr algn="ctr">
              <a:defRPr sz="704" b="1">
                <a:solidFill>
                  <a:srgbClr val="397FA6"/>
                </a:solidFill>
                <a:latin typeface="Arial"/>
                <a:ea typeface="Arial"/>
                <a:cs typeface="Arial"/>
              </a:defRPr>
            </a:pPr>
            <a:r>
              <a:rPr sz="704" b="1">
                <a:solidFill>
                  <a:srgbClr val="397FA6"/>
                </a:solidFill>
                <a:latin typeface="Arial"/>
                <a:ea typeface="Arial"/>
                <a:cs typeface="Arial"/>
              </a:rPr>
              <a:t>Q</a:t>
            </a:r>
          </a:p>
        </p:txBody>
      </p:sp>
      <p:sp>
        <p:nvSpPr>
          <p:cNvPr id="74" name="Label 60 Q">
            <a:extLst>
              <a:ext uri="{FF2B5EF4-FFF2-40B4-BE49-F238E27FC236}">
                <a16:creationId xmlns:a16="http://schemas.microsoft.com/office/drawing/2014/main" id="{D65EA7C3-68C8-41B4-81F4-3BD348E277BF}"/>
              </a:ext>
            </a:extLst>
          </p:cNvPr>
          <p:cNvSpPr>
            <a:spLocks noGrp="1"/>
          </p:cNvSpPr>
          <p:nvPr/>
        </p:nvSpPr>
        <p:spPr>
          <a:xfrm>
            <a:off x="5099090" y="2462401"/>
            <a:ext cx="125131" cy="125131"/>
          </a:xfrm>
          <a:prstGeom prst="rect">
            <a:avLst/>
          </a:prstGeom>
          <a:noFill/>
          <a:ln w="0">
            <a:noFill/>
          </a:ln>
        </p:spPr>
        <p:txBody>
          <a:bodyPr wrap="none" lIns="0" tIns="0" rIns="0" bIns="0" anchor="ctr">
            <a:noAutofit/>
          </a:bodyPr>
          <a:lstStyle/>
          <a:p>
            <a:pPr algn="ctr">
              <a:defRPr sz="704" b="1">
                <a:solidFill>
                  <a:srgbClr val="397FA6"/>
                </a:solidFill>
                <a:latin typeface="Arial"/>
                <a:ea typeface="Arial"/>
                <a:cs typeface="Arial"/>
              </a:defRPr>
            </a:pPr>
            <a:r>
              <a:rPr sz="704" b="1">
                <a:solidFill>
                  <a:srgbClr val="397FA6"/>
                </a:solidFill>
                <a:latin typeface="Arial"/>
                <a:ea typeface="Arial"/>
                <a:cs typeface="Arial"/>
              </a:rPr>
              <a:t>Q</a:t>
            </a:r>
          </a:p>
        </p:txBody>
      </p:sp>
      <p:sp>
        <p:nvSpPr>
          <p:cNvPr id="75" name="Arrow 61">
            <a:extLst>
              <a:ext uri="{FF2B5EF4-FFF2-40B4-BE49-F238E27FC236}">
                <a16:creationId xmlns:a16="http://schemas.microsoft.com/office/drawing/2014/main" id="{1FEF09D0-E00C-46D2-B50E-E843F8B7001A}"/>
              </a:ext>
            </a:extLst>
          </p:cNvPr>
          <p:cNvSpPr>
            <a:spLocks noGrp="1"/>
          </p:cNvSpPr>
          <p:nvPr/>
        </p:nvSpPr>
        <p:spPr>
          <a:xfrm>
            <a:off x="3691366" y="2717132"/>
            <a:ext cx="746317" cy="299421"/>
          </a:xfrm>
          <a:custGeom>
            <a:avLst/>
            <a:gdLst/>
            <a:ahLst/>
            <a:cxnLst/>
            <a:rect l="0" t="0" r="0" b="0"/>
            <a:pathLst>
              <a:path w="1590675" h="638175">
                <a:moveTo>
                  <a:pt x="0" y="0"/>
                </a:moveTo>
                <a:lnTo>
                  <a:pt x="0" y="638175"/>
                </a:lnTo>
                <a:lnTo>
                  <a:pt x="1590675" y="638175"/>
                </a:lnTo>
              </a:path>
            </a:pathLst>
          </a:custGeom>
          <a:noFill/>
          <a:ln w="7597">
            <a:solidFill>
              <a:srgbClr val="2B887C"/>
            </a:solidFill>
            <a:prstDash val="solid"/>
            <a:tailEnd type="triangle" w="sm" len="sm"/>
          </a:ln>
        </p:spPr>
      </p:sp>
      <p:sp>
        <p:nvSpPr>
          <p:cNvPr id="76" name="Arrow 62">
            <a:extLst>
              <a:ext uri="{FF2B5EF4-FFF2-40B4-BE49-F238E27FC236}">
                <a16:creationId xmlns:a16="http://schemas.microsoft.com/office/drawing/2014/main" id="{25566BDE-CC74-4B59-9144-F8303BDC06AE}"/>
              </a:ext>
            </a:extLst>
          </p:cNvPr>
          <p:cNvSpPr>
            <a:spLocks noGrp="1"/>
          </p:cNvSpPr>
          <p:nvPr/>
        </p:nvSpPr>
        <p:spPr>
          <a:xfrm>
            <a:off x="5081214" y="2717132"/>
            <a:ext cx="661407" cy="299421"/>
          </a:xfrm>
          <a:custGeom>
            <a:avLst/>
            <a:gdLst/>
            <a:ahLst/>
            <a:cxnLst/>
            <a:rect l="0" t="0" r="0" b="0"/>
            <a:pathLst>
              <a:path w="1409700" h="638175">
                <a:moveTo>
                  <a:pt x="1409700" y="0"/>
                </a:moveTo>
                <a:lnTo>
                  <a:pt x="1409700" y="638175"/>
                </a:lnTo>
                <a:lnTo>
                  <a:pt x="0" y="638175"/>
                </a:lnTo>
              </a:path>
            </a:pathLst>
          </a:custGeom>
          <a:noFill/>
          <a:ln w="7597">
            <a:solidFill>
              <a:srgbClr val="2B887C"/>
            </a:solidFill>
            <a:prstDash val="solid"/>
            <a:tailEnd type="triangle" w="sm" len="sm"/>
          </a:ln>
        </p:spPr>
      </p:sp>
      <p:sp>
        <p:nvSpPr>
          <p:cNvPr id="77" name="Arrow 63">
            <a:extLst>
              <a:ext uri="{FF2B5EF4-FFF2-40B4-BE49-F238E27FC236}">
                <a16:creationId xmlns:a16="http://schemas.microsoft.com/office/drawing/2014/main" id="{6F55680C-DB87-4929-AD67-1E14E2A97B1D}"/>
              </a:ext>
            </a:extLst>
          </p:cNvPr>
          <p:cNvSpPr>
            <a:spLocks noGrp="1"/>
          </p:cNvSpPr>
          <p:nvPr/>
        </p:nvSpPr>
        <p:spPr>
          <a:xfrm>
            <a:off x="4759449" y="2654566"/>
            <a:ext cx="45" cy="218979"/>
          </a:xfrm>
          <a:custGeom>
            <a:avLst/>
            <a:gdLst/>
            <a:ahLst/>
            <a:cxnLst/>
            <a:rect l="0" t="0" r="0" b="0"/>
            <a:pathLst>
              <a:path w="95" h="466725">
                <a:moveTo>
                  <a:pt x="0" y="0"/>
                </a:moveTo>
                <a:lnTo>
                  <a:pt x="0" y="466725"/>
                </a:lnTo>
              </a:path>
            </a:pathLst>
          </a:custGeom>
          <a:noFill/>
          <a:ln w="7597">
            <a:solidFill>
              <a:srgbClr val="2B887C"/>
            </a:solidFill>
            <a:prstDash val="solid"/>
            <a:tailEnd type="triangle" w="sm" len="sm"/>
          </a:ln>
        </p:spPr>
      </p:sp>
      <p:sp>
        <p:nvSpPr>
          <p:cNvPr id="78" name="Operator Fusion">
            <a:extLst>
              <a:ext uri="{FF2B5EF4-FFF2-40B4-BE49-F238E27FC236}">
                <a16:creationId xmlns:a16="http://schemas.microsoft.com/office/drawing/2014/main" id="{469799FA-1D1B-47E1-AA96-CF8AC27373B0}"/>
              </a:ext>
            </a:extLst>
          </p:cNvPr>
          <p:cNvSpPr>
            <a:spLocks noGrp="1"/>
          </p:cNvSpPr>
          <p:nvPr/>
        </p:nvSpPr>
        <p:spPr>
          <a:xfrm>
            <a:off x="4482373" y="2904828"/>
            <a:ext cx="554152" cy="218979"/>
          </a:xfrm>
          <a:prstGeom prst="roundRect">
            <a:avLst>
              <a:gd name="adj" fmla="val 14286"/>
            </a:avLst>
          </a:prstGeom>
          <a:solidFill>
            <a:srgbClr val="FFFFFF"/>
          </a:solidFill>
          <a:ln w="7150">
            <a:solidFill>
              <a:srgbClr val="2B887C"/>
            </a:solidFill>
          </a:ln>
        </p:spPr>
        <p:txBody>
          <a:bodyPr wrap="none" lIns="28575" tIns="9525" rIns="28575" bIns="9525" anchor="ctr">
            <a:noAutofit/>
          </a:bodyPr>
          <a:lstStyle/>
          <a:p>
            <a:pPr algn="ctr">
              <a:defRPr sz="809" b="1">
                <a:solidFill>
                  <a:srgbClr val="2B887C"/>
                </a:solidFill>
                <a:latin typeface="Arial"/>
                <a:ea typeface="Arial"/>
                <a:cs typeface="Arial"/>
              </a:defRPr>
            </a:pPr>
            <a:r>
              <a:rPr sz="809" b="1">
                <a:solidFill>
                  <a:srgbClr val="2B887C"/>
                </a:solidFill>
                <a:latin typeface="Arial"/>
                <a:ea typeface="Arial"/>
                <a:cs typeface="Arial"/>
              </a:rPr>
              <a:t>Fusion</a:t>
            </a:r>
          </a:p>
        </p:txBody>
      </p:sp>
      <p:sp>
        <p:nvSpPr>
          <p:cNvPr id="79" name="Arrow 64">
            <a:extLst>
              <a:ext uri="{FF2B5EF4-FFF2-40B4-BE49-F238E27FC236}">
                <a16:creationId xmlns:a16="http://schemas.microsoft.com/office/drawing/2014/main" id="{5FD488BA-B4FA-4120-9428-DDC64970C681}"/>
              </a:ext>
            </a:extLst>
          </p:cNvPr>
          <p:cNvSpPr>
            <a:spLocks noGrp="1"/>
          </p:cNvSpPr>
          <p:nvPr/>
        </p:nvSpPr>
        <p:spPr>
          <a:xfrm>
            <a:off x="4759449" y="3123808"/>
            <a:ext cx="45" cy="165352"/>
          </a:xfrm>
          <a:custGeom>
            <a:avLst/>
            <a:gdLst/>
            <a:ahLst/>
            <a:cxnLst/>
            <a:rect l="0" t="0" r="0" b="0"/>
            <a:pathLst>
              <a:path w="95" h="352425">
                <a:moveTo>
                  <a:pt x="0" y="0"/>
                </a:moveTo>
                <a:lnTo>
                  <a:pt x="0" y="352425"/>
                </a:lnTo>
              </a:path>
            </a:pathLst>
          </a:custGeom>
          <a:noFill/>
          <a:ln w="7597">
            <a:solidFill>
              <a:srgbClr val="2B887C"/>
            </a:solidFill>
            <a:prstDash val="solid"/>
            <a:tailEnd type="triangle" w="sm" len="sm"/>
          </a:ln>
        </p:spPr>
      </p:sp>
      <p:sp>
        <p:nvSpPr>
          <p:cNvPr id="80" name="Label 65 g">
            <a:extLst>
              <a:ext uri="{FF2B5EF4-FFF2-40B4-BE49-F238E27FC236}">
                <a16:creationId xmlns:a16="http://schemas.microsoft.com/office/drawing/2014/main" id="{C513C0F6-0951-435A-B203-7FE6BA964023}"/>
              </a:ext>
            </a:extLst>
          </p:cNvPr>
          <p:cNvSpPr>
            <a:spLocks noGrp="1"/>
          </p:cNvSpPr>
          <p:nvPr/>
        </p:nvSpPr>
        <p:spPr>
          <a:xfrm>
            <a:off x="4826483" y="3164028"/>
            <a:ext cx="111724" cy="143007"/>
          </a:xfrm>
          <a:prstGeom prst="rect">
            <a:avLst/>
          </a:prstGeom>
          <a:noFill/>
          <a:ln w="0">
            <a:noFill/>
          </a:ln>
        </p:spPr>
        <p:txBody>
          <a:bodyPr wrap="none" lIns="0" tIns="0" rIns="0" bIns="0" anchor="ctr">
            <a:noAutofit/>
          </a:bodyPr>
          <a:lstStyle/>
          <a:p>
            <a:pPr algn="ctr">
              <a:defRPr sz="985" b="0">
                <a:solidFill>
                  <a:srgbClr val="203646"/>
                </a:solidFill>
                <a:latin typeface="Arial"/>
                <a:ea typeface="Arial"/>
                <a:cs typeface="Arial"/>
              </a:defRPr>
            </a:pPr>
            <a:r>
              <a:rPr sz="985" b="0" i="1">
                <a:solidFill>
                  <a:srgbClr val="203646"/>
                </a:solidFill>
                <a:latin typeface="Arial"/>
                <a:ea typeface="Arial"/>
                <a:cs typeface="Arial"/>
              </a:rPr>
              <a:t>g</a:t>
            </a:r>
          </a:p>
        </p:txBody>
      </p:sp>
      <p:sp>
        <p:nvSpPr>
          <p:cNvPr id="81" name="Label 66 k">
            <a:extLst>
              <a:ext uri="{FF2B5EF4-FFF2-40B4-BE49-F238E27FC236}">
                <a16:creationId xmlns:a16="http://schemas.microsoft.com/office/drawing/2014/main" id="{A55FCB0F-35B6-48BE-BE16-4C5A109489FB}"/>
              </a:ext>
            </a:extLst>
          </p:cNvPr>
          <p:cNvSpPr>
            <a:spLocks noGrp="1"/>
          </p:cNvSpPr>
          <p:nvPr/>
        </p:nvSpPr>
        <p:spPr>
          <a:xfrm>
            <a:off x="4929270" y="3231063"/>
            <a:ext cx="62566" cy="93848"/>
          </a:xfrm>
          <a:prstGeom prst="rect">
            <a:avLst/>
          </a:prstGeom>
          <a:noFill/>
          <a:ln w="0">
            <a:noFill/>
          </a:ln>
        </p:spPr>
        <p:txBody>
          <a:bodyPr wrap="none" lIns="0" tIns="0" rIns="0" bIns="0" anchor="ctr">
            <a:noAutofit/>
          </a:bodyPr>
          <a:lstStyle/>
          <a:p>
            <a:pPr algn="ctr">
              <a:defRPr sz="633" b="0">
                <a:solidFill>
                  <a:srgbClr val="203646"/>
                </a:solidFill>
                <a:latin typeface="Arial"/>
                <a:ea typeface="Arial"/>
                <a:cs typeface="Arial"/>
              </a:defRPr>
            </a:pPr>
            <a:r>
              <a:rPr sz="633" b="0">
                <a:solidFill>
                  <a:srgbClr val="203646"/>
                </a:solidFill>
                <a:latin typeface="Arial"/>
                <a:ea typeface="Arial"/>
                <a:cs typeface="Arial"/>
              </a:rPr>
              <a:t>k</a:t>
            </a:r>
          </a:p>
        </p:txBody>
      </p:sp>
      <p:sp>
        <p:nvSpPr>
          <p:cNvPr id="82" name="Arrow 67">
            <a:extLst>
              <a:ext uri="{FF2B5EF4-FFF2-40B4-BE49-F238E27FC236}">
                <a16:creationId xmlns:a16="http://schemas.microsoft.com/office/drawing/2014/main" id="{27BB4451-9324-4502-83D9-83EA4CE3CBC6}"/>
              </a:ext>
            </a:extLst>
          </p:cNvPr>
          <p:cNvSpPr>
            <a:spLocks noGrp="1"/>
          </p:cNvSpPr>
          <p:nvPr/>
        </p:nvSpPr>
        <p:spPr>
          <a:xfrm>
            <a:off x="773132" y="3378539"/>
            <a:ext cx="1635641" cy="357517"/>
          </a:xfrm>
          <a:custGeom>
            <a:avLst/>
            <a:gdLst/>
            <a:ahLst/>
            <a:cxnLst/>
            <a:rect l="0" t="0" r="0" b="0"/>
            <a:pathLst>
              <a:path w="3486150" h="762000">
                <a:moveTo>
                  <a:pt x="3486150" y="0"/>
                </a:moveTo>
                <a:lnTo>
                  <a:pt x="0" y="0"/>
                </a:lnTo>
                <a:lnTo>
                  <a:pt x="0" y="762000"/>
                </a:lnTo>
              </a:path>
            </a:pathLst>
          </a:custGeom>
          <a:noFill/>
          <a:ln w="7597">
            <a:solidFill>
              <a:srgbClr val="397FA6"/>
            </a:solidFill>
            <a:prstDash val="solid"/>
            <a:tailEnd type="triangle" w="sm" len="sm"/>
          </a:ln>
        </p:spPr>
      </p:sp>
      <p:sp>
        <p:nvSpPr>
          <p:cNvPr id="83" name="Operator Foreground head">
            <a:extLst>
              <a:ext uri="{FF2B5EF4-FFF2-40B4-BE49-F238E27FC236}">
                <a16:creationId xmlns:a16="http://schemas.microsoft.com/office/drawing/2014/main" id="{84F9B6E6-CA58-4B49-B777-15445253A440}"/>
              </a:ext>
            </a:extLst>
          </p:cNvPr>
          <p:cNvSpPr>
            <a:spLocks noGrp="1"/>
          </p:cNvSpPr>
          <p:nvPr/>
        </p:nvSpPr>
        <p:spPr>
          <a:xfrm>
            <a:off x="286014" y="3785215"/>
            <a:ext cx="974235" cy="218979"/>
          </a:xfrm>
          <a:prstGeom prst="roundRect">
            <a:avLst>
              <a:gd name="adj" fmla="val 14286"/>
            </a:avLst>
          </a:prstGeom>
          <a:solidFill>
            <a:srgbClr val="F7FAFC"/>
          </a:solidFill>
          <a:ln w="7150">
            <a:solidFill>
              <a:srgbClr val="397FA6"/>
            </a:solidFill>
          </a:ln>
        </p:spPr>
        <p:txBody>
          <a:bodyPr wrap="none" lIns="28575" tIns="9525" rIns="28575" bIns="9525" anchor="ctr">
            <a:noAutofit/>
          </a:bodyPr>
          <a:lstStyle/>
          <a:p>
            <a:pPr algn="ctr">
              <a:defRPr sz="809" b="1">
                <a:solidFill>
                  <a:srgbClr val="397FA6"/>
                </a:solidFill>
                <a:latin typeface="Arial"/>
                <a:ea typeface="Arial"/>
                <a:cs typeface="Arial"/>
              </a:defRPr>
            </a:pPr>
            <a:r>
              <a:rPr sz="809" b="1">
                <a:solidFill>
                  <a:srgbClr val="397FA6"/>
                </a:solidFill>
                <a:latin typeface="Arial"/>
                <a:ea typeface="Arial"/>
                <a:cs typeface="Arial"/>
              </a:rPr>
              <a:t>Foreground head</a:t>
            </a:r>
          </a:p>
        </p:txBody>
      </p:sp>
      <p:sp>
        <p:nvSpPr>
          <p:cNvPr id="84" name="Arrow 68">
            <a:extLst>
              <a:ext uri="{FF2B5EF4-FFF2-40B4-BE49-F238E27FC236}">
                <a16:creationId xmlns:a16="http://schemas.microsoft.com/office/drawing/2014/main" id="{109CCB65-823D-41D0-BE68-3BDD2644A837}"/>
              </a:ext>
            </a:extLst>
          </p:cNvPr>
          <p:cNvSpPr>
            <a:spLocks noGrp="1"/>
          </p:cNvSpPr>
          <p:nvPr/>
        </p:nvSpPr>
        <p:spPr>
          <a:xfrm>
            <a:off x="773132" y="4004194"/>
            <a:ext cx="45" cy="111724"/>
          </a:xfrm>
          <a:custGeom>
            <a:avLst/>
            <a:gdLst/>
            <a:ahLst/>
            <a:cxnLst/>
            <a:rect l="0" t="0" r="0" b="0"/>
            <a:pathLst>
              <a:path w="95" h="238125">
                <a:moveTo>
                  <a:pt x="0" y="0"/>
                </a:moveTo>
                <a:lnTo>
                  <a:pt x="0" y="238125"/>
                </a:lnTo>
              </a:path>
            </a:pathLst>
          </a:custGeom>
          <a:noFill/>
          <a:ln w="7597">
            <a:solidFill>
              <a:srgbClr val="397FA6"/>
            </a:solidFill>
            <a:prstDash val="solid"/>
            <a:tailEnd type="triangle" w="sm" len="sm"/>
          </a:ln>
        </p:spPr>
      </p:sp>
      <p:sp>
        <p:nvSpPr>
          <p:cNvPr id="85" name="Label 69 Foreground probability">
            <a:extLst>
              <a:ext uri="{FF2B5EF4-FFF2-40B4-BE49-F238E27FC236}">
                <a16:creationId xmlns:a16="http://schemas.microsoft.com/office/drawing/2014/main" id="{DDB5B109-DA81-47C5-8BC4-CB5956FB4490}"/>
              </a:ext>
            </a:extLst>
          </p:cNvPr>
          <p:cNvSpPr>
            <a:spLocks noGrp="1"/>
          </p:cNvSpPr>
          <p:nvPr/>
        </p:nvSpPr>
        <p:spPr>
          <a:xfrm>
            <a:off x="227918" y="4276801"/>
            <a:ext cx="1090428" cy="125131"/>
          </a:xfrm>
          <a:prstGeom prst="rect">
            <a:avLst/>
          </a:prstGeom>
          <a:noFill/>
          <a:ln w="0">
            <a:noFill/>
          </a:ln>
        </p:spPr>
        <p:txBody>
          <a:bodyPr wrap="none" lIns="0" tIns="0" rIns="0" bIns="0" anchor="ctr">
            <a:noAutofit/>
          </a:bodyPr>
          <a:lstStyle/>
          <a:p>
            <a:pPr algn="ctr">
              <a:defRPr sz="739" b="0">
                <a:solidFill>
                  <a:srgbClr val="6F8290"/>
                </a:solidFill>
                <a:latin typeface="Arial"/>
                <a:ea typeface="Arial"/>
                <a:cs typeface="Arial"/>
              </a:defRPr>
            </a:pPr>
            <a:r>
              <a:rPr sz="739" b="0" dirty="0">
                <a:solidFill>
                  <a:srgbClr val="6F8290"/>
                </a:solidFill>
                <a:latin typeface="Arial"/>
                <a:ea typeface="Arial"/>
                <a:cs typeface="Arial"/>
              </a:rPr>
              <a:t>Foreground probability</a:t>
            </a:r>
          </a:p>
        </p:txBody>
      </p:sp>
      <p:sp>
        <p:nvSpPr>
          <p:cNvPr id="86" name="Label 70 p">
            <a:extLst>
              <a:ext uri="{FF2B5EF4-FFF2-40B4-BE49-F238E27FC236}">
                <a16:creationId xmlns:a16="http://schemas.microsoft.com/office/drawing/2014/main" id="{37D82EA3-B559-4670-964D-C0DFFE9BFEBB}"/>
              </a:ext>
            </a:extLst>
          </p:cNvPr>
          <p:cNvSpPr>
            <a:spLocks noGrp="1"/>
          </p:cNvSpPr>
          <p:nvPr/>
        </p:nvSpPr>
        <p:spPr>
          <a:xfrm>
            <a:off x="589904" y="4124856"/>
            <a:ext cx="102786" cy="129600"/>
          </a:xfrm>
          <a:prstGeom prst="rect">
            <a:avLst/>
          </a:prstGeom>
          <a:noFill/>
          <a:ln w="0">
            <a:noFill/>
          </a:ln>
        </p:spPr>
        <p:txBody>
          <a:bodyPr wrap="none" lIns="0" tIns="0" rIns="0" bIns="0" anchor="ctr">
            <a:noAutofit/>
          </a:bodyPr>
          <a:lstStyle/>
          <a:p>
            <a:pPr algn="ctr">
              <a:defRPr sz="950" b="0">
                <a:solidFill>
                  <a:srgbClr val="203646"/>
                </a:solidFill>
                <a:latin typeface="Arial"/>
                <a:ea typeface="Arial"/>
                <a:cs typeface="Arial"/>
              </a:defRPr>
            </a:pPr>
            <a:r>
              <a:rPr sz="950" b="0">
                <a:solidFill>
                  <a:srgbClr val="203646"/>
                </a:solidFill>
                <a:latin typeface="Arial"/>
                <a:ea typeface="Arial"/>
                <a:cs typeface="Arial"/>
              </a:rPr>
              <a:t>p</a:t>
            </a:r>
          </a:p>
        </p:txBody>
      </p:sp>
      <p:sp>
        <p:nvSpPr>
          <p:cNvPr id="87" name="Label 71 j">
            <a:extLst>
              <a:ext uri="{FF2B5EF4-FFF2-40B4-BE49-F238E27FC236}">
                <a16:creationId xmlns:a16="http://schemas.microsoft.com/office/drawing/2014/main" id="{CBB72EA2-3C87-4ADB-AB7C-C9D9A57A22F1}"/>
              </a:ext>
            </a:extLst>
          </p:cNvPr>
          <p:cNvSpPr>
            <a:spLocks noGrp="1"/>
          </p:cNvSpPr>
          <p:nvPr/>
        </p:nvSpPr>
        <p:spPr>
          <a:xfrm>
            <a:off x="688221" y="4187422"/>
            <a:ext cx="62566" cy="80441"/>
          </a:xfrm>
          <a:prstGeom prst="rect">
            <a:avLst/>
          </a:prstGeom>
          <a:noFill/>
          <a:ln w="0">
            <a:noFill/>
          </a:ln>
        </p:spPr>
        <p:txBody>
          <a:bodyPr wrap="none" lIns="0" tIns="0" rIns="0" bIns="0" anchor="ctr">
            <a:noAutofit/>
          </a:bodyPr>
          <a:lstStyle/>
          <a:p>
            <a:pPr algn="ctr">
              <a:defRPr sz="633" b="0">
                <a:solidFill>
                  <a:srgbClr val="203646"/>
                </a:solidFill>
                <a:latin typeface="Arial"/>
                <a:ea typeface="Arial"/>
                <a:cs typeface="Arial"/>
              </a:defRPr>
            </a:pPr>
            <a:r>
              <a:rPr sz="633" b="0">
                <a:solidFill>
                  <a:srgbClr val="203646"/>
                </a:solidFill>
                <a:latin typeface="Arial"/>
                <a:ea typeface="Arial"/>
                <a:cs typeface="Arial"/>
              </a:rPr>
              <a:t>j</a:t>
            </a:r>
          </a:p>
        </p:txBody>
      </p:sp>
      <p:sp>
        <p:nvSpPr>
          <p:cNvPr id="88" name="Label 72 fg">
            <a:extLst>
              <a:ext uri="{FF2B5EF4-FFF2-40B4-BE49-F238E27FC236}">
                <a16:creationId xmlns:a16="http://schemas.microsoft.com/office/drawing/2014/main" id="{4541FF5A-DE08-4ABF-B355-1389F4ADCC59}"/>
              </a:ext>
            </a:extLst>
          </p:cNvPr>
          <p:cNvSpPr>
            <a:spLocks noGrp="1"/>
          </p:cNvSpPr>
          <p:nvPr/>
        </p:nvSpPr>
        <p:spPr>
          <a:xfrm>
            <a:off x="674814" y="4084635"/>
            <a:ext cx="111724" cy="98317"/>
          </a:xfrm>
          <a:prstGeom prst="rect">
            <a:avLst/>
          </a:prstGeom>
          <a:noFill/>
          <a:ln w="0">
            <a:noFill/>
          </a:ln>
        </p:spPr>
        <p:txBody>
          <a:bodyPr wrap="none" lIns="0" tIns="0" rIns="0" bIns="0" anchor="ctr">
            <a:noAutofit/>
          </a:bodyPr>
          <a:lstStyle/>
          <a:p>
            <a:pPr algn="ctr">
              <a:defRPr sz="598" b="0">
                <a:solidFill>
                  <a:srgbClr val="203646"/>
                </a:solidFill>
                <a:latin typeface="Arial"/>
                <a:ea typeface="Arial"/>
                <a:cs typeface="Arial"/>
              </a:defRPr>
            </a:pPr>
            <a:r>
              <a:rPr sz="598" b="0">
                <a:solidFill>
                  <a:srgbClr val="203646"/>
                </a:solidFill>
                <a:latin typeface="Arial"/>
                <a:ea typeface="Arial"/>
                <a:cs typeface="Arial"/>
              </a:rPr>
              <a:t>fg</a:t>
            </a:r>
          </a:p>
        </p:txBody>
      </p:sp>
      <p:sp>
        <p:nvSpPr>
          <p:cNvPr id="89" name="Arrow 73">
            <a:extLst>
              <a:ext uri="{FF2B5EF4-FFF2-40B4-BE49-F238E27FC236}">
                <a16:creationId xmlns:a16="http://schemas.microsoft.com/office/drawing/2014/main" id="{A104CF24-5BEF-49B8-9FFF-D7081F94BDA0}"/>
              </a:ext>
            </a:extLst>
          </p:cNvPr>
          <p:cNvSpPr>
            <a:spLocks noGrp="1"/>
          </p:cNvSpPr>
          <p:nvPr/>
        </p:nvSpPr>
        <p:spPr>
          <a:xfrm>
            <a:off x="2703725" y="3436635"/>
            <a:ext cx="607779" cy="455835"/>
          </a:xfrm>
          <a:custGeom>
            <a:avLst/>
            <a:gdLst/>
            <a:ahLst/>
            <a:cxnLst/>
            <a:rect l="0" t="0" r="0" b="0"/>
            <a:pathLst>
              <a:path w="1295400" h="971550">
                <a:moveTo>
                  <a:pt x="0" y="0"/>
                </a:moveTo>
                <a:lnTo>
                  <a:pt x="0" y="971550"/>
                </a:lnTo>
                <a:lnTo>
                  <a:pt x="1295400" y="971550"/>
                </a:lnTo>
              </a:path>
            </a:pathLst>
          </a:custGeom>
          <a:noFill/>
          <a:ln w="7597">
            <a:solidFill>
              <a:srgbClr val="397FA6"/>
            </a:solidFill>
            <a:prstDash val="solid"/>
            <a:tailEnd type="triangle" w="sm" len="sm"/>
          </a:ln>
        </p:spPr>
      </p:sp>
      <p:sp>
        <p:nvSpPr>
          <p:cNvPr id="90" name="Arrow 74">
            <a:extLst>
              <a:ext uri="{FF2B5EF4-FFF2-40B4-BE49-F238E27FC236}">
                <a16:creationId xmlns:a16="http://schemas.microsoft.com/office/drawing/2014/main" id="{6E7FB73A-D325-4D30-B25A-C6EA54DAD26D}"/>
              </a:ext>
            </a:extLst>
          </p:cNvPr>
          <p:cNvSpPr>
            <a:spLocks noGrp="1"/>
          </p:cNvSpPr>
          <p:nvPr/>
        </p:nvSpPr>
        <p:spPr>
          <a:xfrm>
            <a:off x="3803090" y="3436635"/>
            <a:ext cx="956359" cy="299421"/>
          </a:xfrm>
          <a:custGeom>
            <a:avLst/>
            <a:gdLst/>
            <a:ahLst/>
            <a:cxnLst/>
            <a:rect l="0" t="0" r="0" b="0"/>
            <a:pathLst>
              <a:path w="2038350" h="638175">
                <a:moveTo>
                  <a:pt x="2038350" y="0"/>
                </a:moveTo>
                <a:lnTo>
                  <a:pt x="2038350" y="390525"/>
                </a:lnTo>
                <a:lnTo>
                  <a:pt x="0" y="390525"/>
                </a:lnTo>
                <a:lnTo>
                  <a:pt x="0" y="638175"/>
                </a:lnTo>
              </a:path>
            </a:pathLst>
          </a:custGeom>
          <a:noFill/>
          <a:ln w="7597">
            <a:solidFill>
              <a:srgbClr val="2B887C"/>
            </a:solidFill>
            <a:prstDash val="solid"/>
            <a:tailEnd type="triangle" w="sm" len="sm"/>
          </a:ln>
        </p:spPr>
      </p:sp>
      <p:sp>
        <p:nvSpPr>
          <p:cNvPr id="91" name="Operator Cosine score">
            <a:extLst>
              <a:ext uri="{FF2B5EF4-FFF2-40B4-BE49-F238E27FC236}">
                <a16:creationId xmlns:a16="http://schemas.microsoft.com/office/drawing/2014/main" id="{9CE7DBCA-FFAD-4DB6-9273-5440D9A9E4B3}"/>
              </a:ext>
            </a:extLst>
          </p:cNvPr>
          <p:cNvSpPr>
            <a:spLocks noGrp="1"/>
          </p:cNvSpPr>
          <p:nvPr/>
        </p:nvSpPr>
        <p:spPr>
          <a:xfrm>
            <a:off x="3356194" y="3785215"/>
            <a:ext cx="893793" cy="218979"/>
          </a:xfrm>
          <a:prstGeom prst="roundRect">
            <a:avLst>
              <a:gd name="adj" fmla="val 14286"/>
            </a:avLst>
          </a:prstGeom>
          <a:solidFill>
            <a:srgbClr val="FFFFFF"/>
          </a:solidFill>
          <a:ln w="7150">
            <a:solidFill>
              <a:srgbClr val="2B887C"/>
            </a:solidFill>
          </a:ln>
        </p:spPr>
        <p:txBody>
          <a:bodyPr wrap="none" lIns="28575" tIns="9525" rIns="28575" bIns="9525" anchor="ctr">
            <a:noAutofit/>
          </a:bodyPr>
          <a:lstStyle/>
          <a:p>
            <a:pPr algn="ctr">
              <a:defRPr sz="845" b="1">
                <a:solidFill>
                  <a:srgbClr val="2B887C"/>
                </a:solidFill>
                <a:latin typeface="Arial"/>
                <a:ea typeface="Arial"/>
                <a:cs typeface="Arial"/>
              </a:defRPr>
            </a:pPr>
            <a:r>
              <a:rPr sz="845" b="1">
                <a:solidFill>
                  <a:srgbClr val="2B887C"/>
                </a:solidFill>
                <a:latin typeface="Arial"/>
                <a:ea typeface="Arial"/>
                <a:cs typeface="Arial"/>
              </a:rPr>
              <a:t>Cosine score</a:t>
            </a:r>
          </a:p>
        </p:txBody>
      </p:sp>
      <p:sp>
        <p:nvSpPr>
          <p:cNvPr id="92" name="Label 75 Learned projections">
            <a:extLst>
              <a:ext uri="{FF2B5EF4-FFF2-40B4-BE49-F238E27FC236}">
                <a16:creationId xmlns:a16="http://schemas.microsoft.com/office/drawing/2014/main" id="{F74662B0-63FE-48B4-B2BD-49E24C76058A}"/>
              </a:ext>
            </a:extLst>
          </p:cNvPr>
          <p:cNvSpPr>
            <a:spLocks noGrp="1"/>
          </p:cNvSpPr>
          <p:nvPr/>
        </p:nvSpPr>
        <p:spPr>
          <a:xfrm>
            <a:off x="3289600" y="4064494"/>
            <a:ext cx="1018924" cy="129600"/>
          </a:xfrm>
          <a:prstGeom prst="rect">
            <a:avLst/>
          </a:prstGeom>
          <a:noFill/>
          <a:ln w="0">
            <a:noFill/>
          </a:ln>
        </p:spPr>
        <p:txBody>
          <a:bodyPr wrap="none" lIns="0" tIns="0" rIns="0" bIns="0" anchor="ctr">
            <a:noAutofit/>
          </a:bodyPr>
          <a:lstStyle/>
          <a:p>
            <a:pPr algn="ctr">
              <a:defRPr sz="739" b="0">
                <a:solidFill>
                  <a:srgbClr val="6F8290"/>
                </a:solidFill>
                <a:latin typeface="Arial"/>
                <a:ea typeface="Arial"/>
                <a:cs typeface="Arial"/>
              </a:defRPr>
            </a:pPr>
            <a:r>
              <a:rPr sz="739" b="0" dirty="0">
                <a:solidFill>
                  <a:srgbClr val="6F8290"/>
                </a:solidFill>
                <a:latin typeface="Arial"/>
                <a:ea typeface="Arial"/>
                <a:cs typeface="Arial"/>
              </a:rPr>
              <a:t>Learned projections</a:t>
            </a:r>
          </a:p>
        </p:txBody>
      </p:sp>
      <p:sp>
        <p:nvSpPr>
          <p:cNvPr id="93" name="Arrow 76">
            <a:extLst>
              <a:ext uri="{FF2B5EF4-FFF2-40B4-BE49-F238E27FC236}">
                <a16:creationId xmlns:a16="http://schemas.microsoft.com/office/drawing/2014/main" id="{9C6343C3-12B9-4D38-B9A1-68F26B9163FC}"/>
              </a:ext>
            </a:extLst>
          </p:cNvPr>
          <p:cNvSpPr>
            <a:spLocks noGrp="1"/>
          </p:cNvSpPr>
          <p:nvPr/>
        </p:nvSpPr>
        <p:spPr>
          <a:xfrm>
            <a:off x="4249987" y="3892470"/>
            <a:ext cx="759724" cy="45"/>
          </a:xfrm>
          <a:custGeom>
            <a:avLst/>
            <a:gdLst/>
            <a:ahLst/>
            <a:cxnLst/>
            <a:rect l="0" t="0" r="0" b="0"/>
            <a:pathLst>
              <a:path w="1619250" h="95">
                <a:moveTo>
                  <a:pt x="0" y="0"/>
                </a:moveTo>
                <a:lnTo>
                  <a:pt x="1619250" y="0"/>
                </a:lnTo>
              </a:path>
            </a:pathLst>
          </a:custGeom>
          <a:noFill/>
          <a:ln w="7597">
            <a:solidFill>
              <a:srgbClr val="2B887C"/>
            </a:solidFill>
            <a:prstDash val="solid"/>
            <a:tailEnd type="triangle" w="sm" len="sm"/>
          </a:ln>
        </p:spPr>
      </p:sp>
      <p:sp>
        <p:nvSpPr>
          <p:cNvPr id="94" name="Label 77 s">
            <a:extLst>
              <a:ext uri="{FF2B5EF4-FFF2-40B4-BE49-F238E27FC236}">
                <a16:creationId xmlns:a16="http://schemas.microsoft.com/office/drawing/2014/main" id="{2A7ABC28-F7B4-40A3-80F6-254444AAE952}"/>
              </a:ext>
            </a:extLst>
          </p:cNvPr>
          <p:cNvSpPr>
            <a:spLocks noGrp="1"/>
          </p:cNvSpPr>
          <p:nvPr/>
        </p:nvSpPr>
        <p:spPr>
          <a:xfrm>
            <a:off x="4460028" y="3704773"/>
            <a:ext cx="98317" cy="129600"/>
          </a:xfrm>
          <a:prstGeom prst="rect">
            <a:avLst/>
          </a:prstGeom>
          <a:noFill/>
          <a:ln w="0">
            <a:noFill/>
          </a:ln>
        </p:spPr>
        <p:txBody>
          <a:bodyPr wrap="none" lIns="0" tIns="0" rIns="0" bIns="0" anchor="ctr">
            <a:noAutofit/>
          </a:bodyPr>
          <a:lstStyle/>
          <a:p>
            <a:pPr algn="ctr">
              <a:defRPr sz="915" b="0">
                <a:solidFill>
                  <a:srgbClr val="203646"/>
                </a:solidFill>
                <a:latin typeface="Arial"/>
                <a:ea typeface="Arial"/>
                <a:cs typeface="Arial"/>
              </a:defRPr>
            </a:pPr>
            <a:r>
              <a:rPr sz="915" b="0">
                <a:solidFill>
                  <a:srgbClr val="203646"/>
                </a:solidFill>
                <a:latin typeface="Arial"/>
                <a:ea typeface="Arial"/>
                <a:cs typeface="Arial"/>
              </a:rPr>
              <a:t>s</a:t>
            </a:r>
          </a:p>
        </p:txBody>
      </p:sp>
      <p:sp>
        <p:nvSpPr>
          <p:cNvPr id="95" name="Label 78 j,k">
            <a:extLst>
              <a:ext uri="{FF2B5EF4-FFF2-40B4-BE49-F238E27FC236}">
                <a16:creationId xmlns:a16="http://schemas.microsoft.com/office/drawing/2014/main" id="{4E0B0EF7-7B0F-4203-B697-117C28115A0B}"/>
              </a:ext>
            </a:extLst>
          </p:cNvPr>
          <p:cNvSpPr>
            <a:spLocks noGrp="1"/>
          </p:cNvSpPr>
          <p:nvPr/>
        </p:nvSpPr>
        <p:spPr>
          <a:xfrm>
            <a:off x="4549408" y="3758401"/>
            <a:ext cx="147476" cy="98317"/>
          </a:xfrm>
          <a:prstGeom prst="rect">
            <a:avLst/>
          </a:prstGeom>
          <a:noFill/>
          <a:ln w="0">
            <a:noFill/>
          </a:ln>
        </p:spPr>
        <p:txBody>
          <a:bodyPr wrap="none" lIns="0" tIns="0" rIns="0" bIns="0" anchor="ctr">
            <a:noAutofit/>
          </a:bodyPr>
          <a:lstStyle/>
          <a:p>
            <a:pPr algn="ctr">
              <a:defRPr sz="598" b="0">
                <a:solidFill>
                  <a:srgbClr val="203646"/>
                </a:solidFill>
                <a:latin typeface="Arial"/>
                <a:ea typeface="Arial"/>
                <a:cs typeface="Arial"/>
              </a:defRPr>
            </a:pPr>
            <a:r>
              <a:rPr sz="598" b="0">
                <a:solidFill>
                  <a:srgbClr val="203646"/>
                </a:solidFill>
                <a:latin typeface="Arial"/>
                <a:ea typeface="Arial"/>
                <a:cs typeface="Arial"/>
              </a:rPr>
              <a:t>j,k</a:t>
            </a:r>
          </a:p>
        </p:txBody>
      </p:sp>
      <p:sp>
        <p:nvSpPr>
          <p:cNvPr id="96" name="Label 79 Identity scores">
            <a:extLst>
              <a:ext uri="{FF2B5EF4-FFF2-40B4-BE49-F238E27FC236}">
                <a16:creationId xmlns:a16="http://schemas.microsoft.com/office/drawing/2014/main" id="{9722748C-264C-4C10-B4E2-9B325E6CDBCF}"/>
              </a:ext>
            </a:extLst>
          </p:cNvPr>
          <p:cNvSpPr>
            <a:spLocks noGrp="1"/>
          </p:cNvSpPr>
          <p:nvPr/>
        </p:nvSpPr>
        <p:spPr>
          <a:xfrm>
            <a:off x="4973959" y="3490263"/>
            <a:ext cx="1108303" cy="129600"/>
          </a:xfrm>
          <a:prstGeom prst="rect">
            <a:avLst/>
          </a:prstGeom>
          <a:noFill/>
          <a:ln w="0">
            <a:noFill/>
          </a:ln>
        </p:spPr>
        <p:txBody>
          <a:bodyPr wrap="none" lIns="0" tIns="0" rIns="0" bIns="0" anchor="ctr">
            <a:noAutofit/>
          </a:bodyPr>
          <a:lstStyle/>
          <a:p>
            <a:pPr algn="ctr">
              <a:defRPr sz="774" b="1">
                <a:solidFill>
                  <a:srgbClr val="203646"/>
                </a:solidFill>
                <a:latin typeface="Arial"/>
                <a:ea typeface="Arial"/>
                <a:cs typeface="Arial"/>
              </a:defRPr>
            </a:pPr>
            <a:r>
              <a:rPr sz="774" b="1">
                <a:solidFill>
                  <a:srgbClr val="203646"/>
                </a:solidFill>
                <a:latin typeface="Arial"/>
                <a:ea typeface="Arial"/>
                <a:cs typeface="Arial"/>
              </a:rPr>
              <a:t>Identity scores</a:t>
            </a:r>
          </a:p>
        </p:txBody>
      </p:sp>
      <p:sp>
        <p:nvSpPr>
          <p:cNvPr id="97" name="Highlighted identity column k">
            <a:extLst>
              <a:ext uri="{FF2B5EF4-FFF2-40B4-BE49-F238E27FC236}">
                <a16:creationId xmlns:a16="http://schemas.microsoft.com/office/drawing/2014/main" id="{0ADE1C40-BF8E-43BC-98E3-995052390F16}"/>
              </a:ext>
            </a:extLst>
          </p:cNvPr>
          <p:cNvSpPr>
            <a:spLocks noGrp="1"/>
          </p:cNvSpPr>
          <p:nvPr/>
        </p:nvSpPr>
        <p:spPr>
          <a:xfrm>
            <a:off x="5340414" y="3709242"/>
            <a:ext cx="201103" cy="482648"/>
          </a:xfrm>
          <a:prstGeom prst="rect">
            <a:avLst/>
          </a:prstGeom>
          <a:solidFill>
            <a:srgbClr val="EDF6F1"/>
          </a:solidFill>
          <a:ln w="0">
            <a:noFill/>
          </a:ln>
        </p:spPr>
      </p:sp>
      <p:sp>
        <p:nvSpPr>
          <p:cNvPr id="98" name="Current pair score j,k">
            <a:extLst>
              <a:ext uri="{FF2B5EF4-FFF2-40B4-BE49-F238E27FC236}">
                <a16:creationId xmlns:a16="http://schemas.microsoft.com/office/drawing/2014/main" id="{D184DDBC-3E7B-465B-B26A-F6C157DCB24D}"/>
              </a:ext>
            </a:extLst>
          </p:cNvPr>
          <p:cNvSpPr>
            <a:spLocks noGrp="1"/>
          </p:cNvSpPr>
          <p:nvPr/>
        </p:nvSpPr>
        <p:spPr>
          <a:xfrm>
            <a:off x="5340414" y="3829904"/>
            <a:ext cx="201103" cy="120662"/>
          </a:xfrm>
          <a:prstGeom prst="rect">
            <a:avLst/>
          </a:prstGeom>
          <a:solidFill>
            <a:srgbClr val="4C9D8F"/>
          </a:solidFill>
          <a:ln w="0">
            <a:noFill/>
          </a:ln>
        </p:spPr>
      </p:sp>
      <p:sp>
        <p:nvSpPr>
          <p:cNvPr id="99" name="Line 80">
            <a:extLst>
              <a:ext uri="{FF2B5EF4-FFF2-40B4-BE49-F238E27FC236}">
                <a16:creationId xmlns:a16="http://schemas.microsoft.com/office/drawing/2014/main" id="{F8D50D11-1E8F-4E62-9EF7-353F751D2217}"/>
              </a:ext>
            </a:extLst>
          </p:cNvPr>
          <p:cNvSpPr>
            <a:spLocks noGrp="1"/>
          </p:cNvSpPr>
          <p:nvPr/>
        </p:nvSpPr>
        <p:spPr>
          <a:xfrm>
            <a:off x="5139311" y="3709242"/>
            <a:ext cx="45" cy="482648"/>
          </a:xfrm>
          <a:custGeom>
            <a:avLst/>
            <a:gdLst/>
            <a:ahLst/>
            <a:cxnLst/>
            <a:rect l="0" t="0" r="0" b="0"/>
            <a:pathLst>
              <a:path w="95" h="1028700">
                <a:moveTo>
                  <a:pt x="0" y="0"/>
                </a:moveTo>
                <a:lnTo>
                  <a:pt x="0" y="1028700"/>
                </a:lnTo>
              </a:path>
            </a:pathLst>
          </a:custGeom>
          <a:noFill/>
          <a:ln w="5363">
            <a:solidFill>
              <a:srgbClr val="A7C4BD"/>
            </a:solidFill>
            <a:prstDash val="solid"/>
          </a:ln>
        </p:spPr>
      </p:sp>
      <p:sp>
        <p:nvSpPr>
          <p:cNvPr id="100" name="Line 81">
            <a:extLst>
              <a:ext uri="{FF2B5EF4-FFF2-40B4-BE49-F238E27FC236}">
                <a16:creationId xmlns:a16="http://schemas.microsoft.com/office/drawing/2014/main" id="{49CE2E98-135D-456C-8528-5C11FD53BC4C}"/>
              </a:ext>
            </a:extLst>
          </p:cNvPr>
          <p:cNvSpPr>
            <a:spLocks noGrp="1"/>
          </p:cNvSpPr>
          <p:nvPr/>
        </p:nvSpPr>
        <p:spPr>
          <a:xfrm>
            <a:off x="5340414" y="3709242"/>
            <a:ext cx="45" cy="482648"/>
          </a:xfrm>
          <a:custGeom>
            <a:avLst/>
            <a:gdLst/>
            <a:ahLst/>
            <a:cxnLst/>
            <a:rect l="0" t="0" r="0" b="0"/>
            <a:pathLst>
              <a:path w="95" h="1028700">
                <a:moveTo>
                  <a:pt x="0" y="0"/>
                </a:moveTo>
                <a:lnTo>
                  <a:pt x="0" y="1028700"/>
                </a:lnTo>
              </a:path>
            </a:pathLst>
          </a:custGeom>
          <a:noFill/>
          <a:ln w="5363">
            <a:solidFill>
              <a:srgbClr val="A7C4BD"/>
            </a:solidFill>
            <a:prstDash val="solid"/>
          </a:ln>
        </p:spPr>
      </p:sp>
      <p:sp>
        <p:nvSpPr>
          <p:cNvPr id="101" name="Line 82">
            <a:extLst>
              <a:ext uri="{FF2B5EF4-FFF2-40B4-BE49-F238E27FC236}">
                <a16:creationId xmlns:a16="http://schemas.microsoft.com/office/drawing/2014/main" id="{6B3B9177-6662-45DD-AF45-69AE2827DD79}"/>
              </a:ext>
            </a:extLst>
          </p:cNvPr>
          <p:cNvSpPr>
            <a:spLocks noGrp="1"/>
          </p:cNvSpPr>
          <p:nvPr/>
        </p:nvSpPr>
        <p:spPr>
          <a:xfrm>
            <a:off x="5541518" y="3709242"/>
            <a:ext cx="45" cy="482648"/>
          </a:xfrm>
          <a:custGeom>
            <a:avLst/>
            <a:gdLst/>
            <a:ahLst/>
            <a:cxnLst/>
            <a:rect l="0" t="0" r="0" b="0"/>
            <a:pathLst>
              <a:path w="95" h="1028700">
                <a:moveTo>
                  <a:pt x="0" y="0"/>
                </a:moveTo>
                <a:lnTo>
                  <a:pt x="0" y="1028700"/>
                </a:lnTo>
              </a:path>
            </a:pathLst>
          </a:custGeom>
          <a:noFill/>
          <a:ln w="5363">
            <a:solidFill>
              <a:srgbClr val="A7C4BD"/>
            </a:solidFill>
            <a:prstDash val="solid"/>
          </a:ln>
        </p:spPr>
      </p:sp>
      <p:sp>
        <p:nvSpPr>
          <p:cNvPr id="102" name="Line 83">
            <a:extLst>
              <a:ext uri="{FF2B5EF4-FFF2-40B4-BE49-F238E27FC236}">
                <a16:creationId xmlns:a16="http://schemas.microsoft.com/office/drawing/2014/main" id="{597B506D-9AB8-4921-80FE-EEA681F10EFE}"/>
              </a:ext>
            </a:extLst>
          </p:cNvPr>
          <p:cNvSpPr>
            <a:spLocks noGrp="1"/>
          </p:cNvSpPr>
          <p:nvPr/>
        </p:nvSpPr>
        <p:spPr>
          <a:xfrm>
            <a:off x="5742621" y="3709242"/>
            <a:ext cx="45" cy="482648"/>
          </a:xfrm>
          <a:custGeom>
            <a:avLst/>
            <a:gdLst/>
            <a:ahLst/>
            <a:cxnLst/>
            <a:rect l="0" t="0" r="0" b="0"/>
            <a:pathLst>
              <a:path w="95" h="1028700">
                <a:moveTo>
                  <a:pt x="0" y="0"/>
                </a:moveTo>
                <a:lnTo>
                  <a:pt x="0" y="1028700"/>
                </a:lnTo>
              </a:path>
            </a:pathLst>
          </a:custGeom>
          <a:noFill/>
          <a:ln w="5363">
            <a:solidFill>
              <a:srgbClr val="A7C4BD"/>
            </a:solidFill>
            <a:prstDash val="solid"/>
          </a:ln>
        </p:spPr>
      </p:sp>
      <p:sp>
        <p:nvSpPr>
          <p:cNvPr id="103" name="Line 84">
            <a:extLst>
              <a:ext uri="{FF2B5EF4-FFF2-40B4-BE49-F238E27FC236}">
                <a16:creationId xmlns:a16="http://schemas.microsoft.com/office/drawing/2014/main" id="{2EA132F9-5ABF-4540-922C-26DCF6221D1B}"/>
              </a:ext>
            </a:extLst>
          </p:cNvPr>
          <p:cNvSpPr>
            <a:spLocks noGrp="1"/>
          </p:cNvSpPr>
          <p:nvPr/>
        </p:nvSpPr>
        <p:spPr>
          <a:xfrm>
            <a:off x="5943725" y="3709242"/>
            <a:ext cx="45" cy="482648"/>
          </a:xfrm>
          <a:custGeom>
            <a:avLst/>
            <a:gdLst/>
            <a:ahLst/>
            <a:cxnLst/>
            <a:rect l="0" t="0" r="0" b="0"/>
            <a:pathLst>
              <a:path w="95" h="1028700">
                <a:moveTo>
                  <a:pt x="0" y="0"/>
                </a:moveTo>
                <a:lnTo>
                  <a:pt x="0" y="1028700"/>
                </a:lnTo>
              </a:path>
            </a:pathLst>
          </a:custGeom>
          <a:noFill/>
          <a:ln w="5363">
            <a:solidFill>
              <a:srgbClr val="A7C4BD"/>
            </a:solidFill>
            <a:prstDash val="solid"/>
          </a:ln>
        </p:spPr>
      </p:sp>
      <p:sp>
        <p:nvSpPr>
          <p:cNvPr id="104" name="Line 85">
            <a:extLst>
              <a:ext uri="{FF2B5EF4-FFF2-40B4-BE49-F238E27FC236}">
                <a16:creationId xmlns:a16="http://schemas.microsoft.com/office/drawing/2014/main" id="{7B1934FB-314F-47E8-98D9-004BC4678070}"/>
              </a:ext>
            </a:extLst>
          </p:cNvPr>
          <p:cNvSpPr>
            <a:spLocks noGrp="1"/>
          </p:cNvSpPr>
          <p:nvPr/>
        </p:nvSpPr>
        <p:spPr>
          <a:xfrm>
            <a:off x="5139311" y="3709242"/>
            <a:ext cx="804414" cy="45"/>
          </a:xfrm>
          <a:custGeom>
            <a:avLst/>
            <a:gdLst/>
            <a:ahLst/>
            <a:cxnLst/>
            <a:rect l="0" t="0" r="0" b="0"/>
            <a:pathLst>
              <a:path w="1714500" h="95">
                <a:moveTo>
                  <a:pt x="0" y="0"/>
                </a:moveTo>
                <a:lnTo>
                  <a:pt x="1714500" y="0"/>
                </a:lnTo>
              </a:path>
            </a:pathLst>
          </a:custGeom>
          <a:noFill/>
          <a:ln w="5363">
            <a:solidFill>
              <a:srgbClr val="A7C4BD"/>
            </a:solidFill>
            <a:prstDash val="solid"/>
          </a:ln>
        </p:spPr>
      </p:sp>
      <p:sp>
        <p:nvSpPr>
          <p:cNvPr id="105" name="Line 86">
            <a:extLst>
              <a:ext uri="{FF2B5EF4-FFF2-40B4-BE49-F238E27FC236}">
                <a16:creationId xmlns:a16="http://schemas.microsoft.com/office/drawing/2014/main" id="{74A5E639-E63C-4000-A937-F3FD4658F8F0}"/>
              </a:ext>
            </a:extLst>
          </p:cNvPr>
          <p:cNvSpPr>
            <a:spLocks noGrp="1"/>
          </p:cNvSpPr>
          <p:nvPr/>
        </p:nvSpPr>
        <p:spPr>
          <a:xfrm>
            <a:off x="5139311" y="3829904"/>
            <a:ext cx="804414" cy="45"/>
          </a:xfrm>
          <a:custGeom>
            <a:avLst/>
            <a:gdLst/>
            <a:ahLst/>
            <a:cxnLst/>
            <a:rect l="0" t="0" r="0" b="0"/>
            <a:pathLst>
              <a:path w="1714500" h="95">
                <a:moveTo>
                  <a:pt x="0" y="0"/>
                </a:moveTo>
                <a:lnTo>
                  <a:pt x="1714500" y="0"/>
                </a:lnTo>
              </a:path>
            </a:pathLst>
          </a:custGeom>
          <a:noFill/>
          <a:ln w="5363">
            <a:solidFill>
              <a:srgbClr val="A7C4BD"/>
            </a:solidFill>
            <a:prstDash val="solid"/>
          </a:ln>
        </p:spPr>
      </p:sp>
      <p:sp>
        <p:nvSpPr>
          <p:cNvPr id="106" name="Line 87">
            <a:extLst>
              <a:ext uri="{FF2B5EF4-FFF2-40B4-BE49-F238E27FC236}">
                <a16:creationId xmlns:a16="http://schemas.microsoft.com/office/drawing/2014/main" id="{A64190D6-9055-49F3-9B1E-023A600768B8}"/>
              </a:ext>
            </a:extLst>
          </p:cNvPr>
          <p:cNvSpPr>
            <a:spLocks noGrp="1"/>
          </p:cNvSpPr>
          <p:nvPr/>
        </p:nvSpPr>
        <p:spPr>
          <a:xfrm>
            <a:off x="5139311" y="3950566"/>
            <a:ext cx="804414" cy="45"/>
          </a:xfrm>
          <a:custGeom>
            <a:avLst/>
            <a:gdLst/>
            <a:ahLst/>
            <a:cxnLst/>
            <a:rect l="0" t="0" r="0" b="0"/>
            <a:pathLst>
              <a:path w="1714500" h="95">
                <a:moveTo>
                  <a:pt x="0" y="0"/>
                </a:moveTo>
                <a:lnTo>
                  <a:pt x="1714500" y="0"/>
                </a:lnTo>
              </a:path>
            </a:pathLst>
          </a:custGeom>
          <a:noFill/>
          <a:ln w="5363">
            <a:solidFill>
              <a:srgbClr val="A7C4BD"/>
            </a:solidFill>
            <a:prstDash val="solid"/>
          </a:ln>
        </p:spPr>
      </p:sp>
      <p:sp>
        <p:nvSpPr>
          <p:cNvPr id="107" name="Line 88">
            <a:extLst>
              <a:ext uri="{FF2B5EF4-FFF2-40B4-BE49-F238E27FC236}">
                <a16:creationId xmlns:a16="http://schemas.microsoft.com/office/drawing/2014/main" id="{73FD2170-B21D-4163-B5CE-F243BD8D9D65}"/>
              </a:ext>
            </a:extLst>
          </p:cNvPr>
          <p:cNvSpPr>
            <a:spLocks noGrp="1"/>
          </p:cNvSpPr>
          <p:nvPr/>
        </p:nvSpPr>
        <p:spPr>
          <a:xfrm>
            <a:off x="5139311" y="4071228"/>
            <a:ext cx="804414" cy="45"/>
          </a:xfrm>
          <a:custGeom>
            <a:avLst/>
            <a:gdLst/>
            <a:ahLst/>
            <a:cxnLst/>
            <a:rect l="0" t="0" r="0" b="0"/>
            <a:pathLst>
              <a:path w="1714500" h="95">
                <a:moveTo>
                  <a:pt x="0" y="0"/>
                </a:moveTo>
                <a:lnTo>
                  <a:pt x="1714500" y="0"/>
                </a:lnTo>
              </a:path>
            </a:pathLst>
          </a:custGeom>
          <a:noFill/>
          <a:ln w="5363">
            <a:solidFill>
              <a:srgbClr val="A7C4BD"/>
            </a:solidFill>
            <a:prstDash val="solid"/>
          </a:ln>
        </p:spPr>
      </p:sp>
      <p:sp>
        <p:nvSpPr>
          <p:cNvPr id="108" name="Line 89">
            <a:extLst>
              <a:ext uri="{FF2B5EF4-FFF2-40B4-BE49-F238E27FC236}">
                <a16:creationId xmlns:a16="http://schemas.microsoft.com/office/drawing/2014/main" id="{04152308-5CDB-4AC7-9DF1-4B7CA1515142}"/>
              </a:ext>
            </a:extLst>
          </p:cNvPr>
          <p:cNvSpPr>
            <a:spLocks noGrp="1"/>
          </p:cNvSpPr>
          <p:nvPr/>
        </p:nvSpPr>
        <p:spPr>
          <a:xfrm>
            <a:off x="5139311" y="4191891"/>
            <a:ext cx="804414" cy="45"/>
          </a:xfrm>
          <a:custGeom>
            <a:avLst/>
            <a:gdLst/>
            <a:ahLst/>
            <a:cxnLst/>
            <a:rect l="0" t="0" r="0" b="0"/>
            <a:pathLst>
              <a:path w="1714500" h="95">
                <a:moveTo>
                  <a:pt x="0" y="0"/>
                </a:moveTo>
                <a:lnTo>
                  <a:pt x="1714500" y="0"/>
                </a:lnTo>
              </a:path>
            </a:pathLst>
          </a:custGeom>
          <a:noFill/>
          <a:ln w="5363">
            <a:solidFill>
              <a:srgbClr val="A7C4BD"/>
            </a:solidFill>
            <a:prstDash val="solid"/>
          </a:ln>
        </p:spPr>
      </p:sp>
      <p:sp>
        <p:nvSpPr>
          <p:cNvPr id="109" name="Label 90 k">
            <a:extLst>
              <a:ext uri="{FF2B5EF4-FFF2-40B4-BE49-F238E27FC236}">
                <a16:creationId xmlns:a16="http://schemas.microsoft.com/office/drawing/2014/main" id="{6554FBBC-DF1B-486C-A070-4435EACB01E9}"/>
              </a:ext>
            </a:extLst>
          </p:cNvPr>
          <p:cNvSpPr>
            <a:spLocks noGrp="1"/>
          </p:cNvSpPr>
          <p:nvPr/>
        </p:nvSpPr>
        <p:spPr>
          <a:xfrm>
            <a:off x="5385104" y="3597518"/>
            <a:ext cx="111724" cy="107255"/>
          </a:xfrm>
          <a:prstGeom prst="rect">
            <a:avLst/>
          </a:prstGeom>
          <a:noFill/>
          <a:ln w="0">
            <a:noFill/>
          </a:ln>
        </p:spPr>
        <p:txBody>
          <a:bodyPr wrap="none" lIns="0" tIns="0" rIns="0" bIns="0" anchor="ctr">
            <a:noAutofit/>
          </a:bodyPr>
          <a:lstStyle/>
          <a:p>
            <a:pPr algn="ctr">
              <a:defRPr sz="704" b="1">
                <a:solidFill>
                  <a:srgbClr val="2B887C"/>
                </a:solidFill>
                <a:latin typeface="Arial"/>
                <a:ea typeface="Arial"/>
                <a:cs typeface="Arial"/>
              </a:defRPr>
            </a:pPr>
            <a:r>
              <a:rPr sz="704" b="1">
                <a:solidFill>
                  <a:srgbClr val="2B887C"/>
                </a:solidFill>
                <a:latin typeface="Arial"/>
                <a:ea typeface="Arial"/>
                <a:cs typeface="Arial"/>
              </a:rPr>
              <a:t>k</a:t>
            </a:r>
          </a:p>
        </p:txBody>
      </p:sp>
      <p:sp>
        <p:nvSpPr>
          <p:cNvPr id="110" name="Label 91 j">
            <a:extLst>
              <a:ext uri="{FF2B5EF4-FFF2-40B4-BE49-F238E27FC236}">
                <a16:creationId xmlns:a16="http://schemas.microsoft.com/office/drawing/2014/main" id="{F1AF19A9-2CB2-46F7-B3FC-FD1E2EDF0013}"/>
              </a:ext>
            </a:extLst>
          </p:cNvPr>
          <p:cNvSpPr>
            <a:spLocks noGrp="1"/>
          </p:cNvSpPr>
          <p:nvPr/>
        </p:nvSpPr>
        <p:spPr>
          <a:xfrm>
            <a:off x="5014180" y="3829904"/>
            <a:ext cx="93848" cy="120662"/>
          </a:xfrm>
          <a:prstGeom prst="rect">
            <a:avLst/>
          </a:prstGeom>
          <a:noFill/>
          <a:ln w="0">
            <a:noFill/>
          </a:ln>
        </p:spPr>
        <p:txBody>
          <a:bodyPr wrap="none" lIns="0" tIns="0" rIns="0" bIns="0" anchor="ctr">
            <a:noAutofit/>
          </a:bodyPr>
          <a:lstStyle/>
          <a:p>
            <a:pPr algn="ctr">
              <a:defRPr sz="704" b="1">
                <a:solidFill>
                  <a:srgbClr val="397FA6"/>
                </a:solidFill>
                <a:latin typeface="Arial"/>
                <a:ea typeface="Arial"/>
                <a:cs typeface="Arial"/>
              </a:defRPr>
            </a:pPr>
            <a:r>
              <a:rPr sz="704" b="1">
                <a:solidFill>
                  <a:srgbClr val="397FA6"/>
                </a:solidFill>
                <a:latin typeface="Arial"/>
                <a:ea typeface="Arial"/>
                <a:cs typeface="Arial"/>
              </a:rPr>
              <a:t>j</a:t>
            </a:r>
          </a:p>
        </p:txBody>
      </p:sp>
      <p:sp>
        <p:nvSpPr>
          <p:cNvPr id="111" name="Label 92 J × K">
            <a:extLst>
              <a:ext uri="{FF2B5EF4-FFF2-40B4-BE49-F238E27FC236}">
                <a16:creationId xmlns:a16="http://schemas.microsoft.com/office/drawing/2014/main" id="{570A1617-597E-4B0F-AE69-C49A44C3F831}"/>
              </a:ext>
            </a:extLst>
          </p:cNvPr>
          <p:cNvSpPr>
            <a:spLocks noGrp="1"/>
          </p:cNvSpPr>
          <p:nvPr/>
        </p:nvSpPr>
        <p:spPr>
          <a:xfrm>
            <a:off x="5237628" y="4249987"/>
            <a:ext cx="612248" cy="129600"/>
          </a:xfrm>
          <a:prstGeom prst="rect">
            <a:avLst/>
          </a:prstGeom>
          <a:noFill/>
          <a:ln w="0">
            <a:noFill/>
          </a:ln>
        </p:spPr>
        <p:txBody>
          <a:bodyPr wrap="none" lIns="0" tIns="0" rIns="0" bIns="0" anchor="ctr">
            <a:noAutofit/>
          </a:bodyPr>
          <a:lstStyle/>
          <a:p>
            <a:pPr algn="ctr">
              <a:defRPr sz="774" b="0">
                <a:solidFill>
                  <a:srgbClr val="6F8290"/>
                </a:solidFill>
                <a:latin typeface="Arial"/>
                <a:ea typeface="Arial"/>
                <a:cs typeface="Arial"/>
              </a:defRPr>
            </a:pPr>
            <a:r>
              <a:rPr sz="774" b="0">
                <a:solidFill>
                  <a:srgbClr val="6F8290"/>
                </a:solidFill>
                <a:latin typeface="Arial"/>
                <a:ea typeface="Arial"/>
                <a:cs typeface="Arial"/>
              </a:rPr>
              <a:t>J × K</a:t>
            </a:r>
          </a:p>
        </p:txBody>
      </p:sp>
      <p:grpSp>
        <p:nvGrpSpPr>
          <p:cNvPr id="112" name="Density voxel illustration | exp">
            <a:extLst>
              <a:ext uri="{FF2B5EF4-FFF2-40B4-BE49-F238E27FC236}">
                <a16:creationId xmlns:a16="http://schemas.microsoft.com/office/drawing/2014/main" id="{F17BDBC2-33AE-C128-EAA3-5581B99C76F7}"/>
              </a:ext>
            </a:extLst>
          </p:cNvPr>
          <p:cNvGrpSpPr/>
          <p:nvPr/>
        </p:nvGrpSpPr>
        <p:grpSpPr>
          <a:xfrm>
            <a:off x="302114" y="899142"/>
            <a:ext cx="424552" cy="375393"/>
            <a:chOff x="1179315" y="2886201"/>
            <a:chExt cx="295650" cy="262800"/>
          </a:xfrm>
        </p:grpSpPr>
        <p:sp>
          <p:nvSpPr>
            <p:cNvPr id="113" name="path_2370">
              <a:extLst>
                <a:ext uri="{FF2B5EF4-FFF2-40B4-BE49-F238E27FC236}">
                  <a16:creationId xmlns:a16="http://schemas.microsoft.com/office/drawing/2014/main" id="{3B46EB8D-B8F6-3337-7DC2-FD5800A84A85}"/>
                </a:ext>
              </a:extLst>
            </p:cNvPr>
            <p:cNvSpPr/>
            <p:nvPr/>
          </p:nvSpPr>
          <p:spPr>
            <a:xfrm>
              <a:off x="1179315" y="2886201"/>
              <a:ext cx="295650" cy="47304"/>
            </a:xfrm>
            <a:custGeom>
              <a:avLst/>
              <a:gdLst/>
              <a:ahLst/>
              <a:cxnLst/>
              <a:rect l="0" t="0" r="w" b="h"/>
              <a:pathLst>
                <a:path w="295650" h="47304" extrusionOk="0">
                  <a:moveTo>
                    <a:pt x="0" y="47304"/>
                  </a:moveTo>
                  <a:lnTo>
                    <a:pt x="47304" y="0"/>
                  </a:lnTo>
                  <a:lnTo>
                    <a:pt x="295650" y="0"/>
                  </a:lnTo>
                  <a:lnTo>
                    <a:pt x="248346" y="47304"/>
                  </a:lnTo>
                  <a:close/>
                </a:path>
              </a:pathLst>
            </a:custGeom>
            <a:solidFill>
              <a:srgbClr val="EEF6FB">
                <a:alpha val="70000"/>
              </a:srgbClr>
            </a:solidFill>
            <a:ln w="2628" cap="rnd" cmpd="sng" algn="ctr">
              <a:solidFill>
                <a:srgbClr val="367FB7">
                  <a:alpha val="70000"/>
                </a:srgbClr>
              </a:solidFill>
              <a:prstDash val="solid"/>
              <a:round/>
              <a:headEnd type="none" w="med" len="med"/>
              <a:tailEnd type="none" w="med" len="med"/>
            </a:ln>
            <a:effectLst/>
          </p:spPr>
        </p:sp>
        <p:sp>
          <p:nvSpPr>
            <p:cNvPr id="114" name="path_2371">
              <a:extLst>
                <a:ext uri="{FF2B5EF4-FFF2-40B4-BE49-F238E27FC236}">
                  <a16:creationId xmlns:a16="http://schemas.microsoft.com/office/drawing/2014/main" id="{97A60EDB-AB8B-4A6B-AB9C-7023D70C0734}"/>
                </a:ext>
              </a:extLst>
            </p:cNvPr>
            <p:cNvSpPr/>
            <p:nvPr/>
          </p:nvSpPr>
          <p:spPr>
            <a:xfrm>
              <a:off x="1427661" y="2886201"/>
              <a:ext cx="47304" cy="262800"/>
            </a:xfrm>
            <a:custGeom>
              <a:avLst/>
              <a:gdLst/>
              <a:ahLst/>
              <a:cxnLst/>
              <a:rect l="0" t="0" r="w" b="h"/>
              <a:pathLst>
                <a:path w="47304" h="262800" extrusionOk="0">
                  <a:moveTo>
                    <a:pt x="0" y="47304"/>
                  </a:moveTo>
                  <a:lnTo>
                    <a:pt x="47304" y="0"/>
                  </a:lnTo>
                  <a:lnTo>
                    <a:pt x="47304" y="215496"/>
                  </a:lnTo>
                  <a:lnTo>
                    <a:pt x="0" y="262800"/>
                  </a:lnTo>
                  <a:close/>
                </a:path>
              </a:pathLst>
            </a:custGeom>
            <a:solidFill>
              <a:srgbClr val="E1EEF6">
                <a:alpha val="60000"/>
              </a:srgbClr>
            </a:solidFill>
            <a:ln w="2628" cap="rnd" cmpd="sng" algn="ctr">
              <a:solidFill>
                <a:srgbClr val="367FB7">
                  <a:alpha val="60000"/>
                </a:srgbClr>
              </a:solidFill>
              <a:prstDash val="solid"/>
              <a:round/>
              <a:headEnd type="none" w="med" len="med"/>
              <a:tailEnd type="none" w="med" len="med"/>
            </a:ln>
            <a:effectLst/>
          </p:spPr>
        </p:sp>
        <p:sp>
          <p:nvSpPr>
            <p:cNvPr id="115" name="rect_2372">
              <a:extLst>
                <a:ext uri="{FF2B5EF4-FFF2-40B4-BE49-F238E27FC236}">
                  <a16:creationId xmlns:a16="http://schemas.microsoft.com/office/drawing/2014/main" id="{4D08E4CD-76E8-47FE-4B88-41CFC087E247}"/>
                </a:ext>
              </a:extLst>
            </p:cNvPr>
            <p:cNvSpPr/>
            <p:nvPr/>
          </p:nvSpPr>
          <p:spPr>
            <a:xfrm>
              <a:off x="1179315" y="2933505"/>
              <a:ext cx="248346" cy="215496"/>
            </a:xfrm>
            <a:prstGeom prst="rect">
              <a:avLst/>
            </a:prstGeom>
            <a:solidFill>
              <a:srgbClr val="F7FBFE"/>
            </a:solidFill>
            <a:ln w="2628" cap="rnd" cmpd="sng" algn="ctr">
              <a:solidFill>
                <a:srgbClr val="367FB7"/>
              </a:solidFill>
              <a:prstDash val="solid"/>
              <a:round/>
              <a:headEnd type="none" w="med" len="med"/>
              <a:tailEnd type="none" w="med" len="med"/>
            </a:ln>
            <a:effectLst/>
          </p:spPr>
        </p:sp>
        <p:sp>
          <p:nvSpPr>
            <p:cNvPr id="116" name="Density voxel cell">
              <a:extLst>
                <a:ext uri="{FF2B5EF4-FFF2-40B4-BE49-F238E27FC236}">
                  <a16:creationId xmlns:a16="http://schemas.microsoft.com/office/drawing/2014/main" id="{9BF715A1-25E2-DA2F-DD9A-72ADFBE4DCBF}"/>
                </a:ext>
              </a:extLst>
            </p:cNvPr>
            <p:cNvSpPr/>
            <p:nvPr/>
          </p:nvSpPr>
          <p:spPr>
            <a:xfrm>
              <a:off x="1180465" y="2934655"/>
              <a:ext cx="20277" cy="17291"/>
            </a:xfrm>
            <a:prstGeom prst="rect">
              <a:avLst/>
            </a:prstGeom>
            <a:solidFill>
              <a:srgbClr val="F1F7FC"/>
            </a:solidFill>
            <a:ln w="4599" cap="rnd" cmpd="sng" algn="ctr">
              <a:noFill/>
              <a:prstDash val="solid"/>
              <a:round/>
              <a:headEnd type="none" w="med" len="med"/>
              <a:tailEnd type="none" w="med" len="med"/>
            </a:ln>
            <a:effectLst/>
          </p:spPr>
        </p:sp>
        <p:sp>
          <p:nvSpPr>
            <p:cNvPr id="117" name="Density voxel cell">
              <a:extLst>
                <a:ext uri="{FF2B5EF4-FFF2-40B4-BE49-F238E27FC236}">
                  <a16:creationId xmlns:a16="http://schemas.microsoft.com/office/drawing/2014/main" id="{41E334CD-D4DD-DB35-255B-BECD98FCCA34}"/>
                </a:ext>
              </a:extLst>
            </p:cNvPr>
            <p:cNvSpPr/>
            <p:nvPr/>
          </p:nvSpPr>
          <p:spPr>
            <a:xfrm>
              <a:off x="1203042" y="2934655"/>
              <a:ext cx="20277" cy="17291"/>
            </a:xfrm>
            <a:prstGeom prst="rect">
              <a:avLst/>
            </a:prstGeom>
            <a:solidFill>
              <a:srgbClr val="E5F0F8"/>
            </a:solidFill>
            <a:ln w="4599" cap="rnd" cmpd="sng" algn="ctr">
              <a:noFill/>
              <a:prstDash val="solid"/>
              <a:round/>
              <a:headEnd type="none" w="med" len="med"/>
              <a:tailEnd type="none" w="med" len="med"/>
            </a:ln>
            <a:effectLst/>
          </p:spPr>
        </p:sp>
        <p:sp>
          <p:nvSpPr>
            <p:cNvPr id="118" name="Density voxel cell">
              <a:extLst>
                <a:ext uri="{FF2B5EF4-FFF2-40B4-BE49-F238E27FC236}">
                  <a16:creationId xmlns:a16="http://schemas.microsoft.com/office/drawing/2014/main" id="{D9569432-012A-B5B3-8C53-37F77AFF3FD3}"/>
                </a:ext>
              </a:extLst>
            </p:cNvPr>
            <p:cNvSpPr/>
            <p:nvPr/>
          </p:nvSpPr>
          <p:spPr>
            <a:xfrm>
              <a:off x="1225619" y="2934655"/>
              <a:ext cx="20277" cy="17291"/>
            </a:xfrm>
            <a:prstGeom prst="rect">
              <a:avLst/>
            </a:prstGeom>
            <a:solidFill>
              <a:srgbClr val="D3E5F1"/>
            </a:solidFill>
            <a:ln w="4599" cap="rnd" cmpd="sng" algn="ctr">
              <a:noFill/>
              <a:prstDash val="solid"/>
              <a:round/>
              <a:headEnd type="none" w="med" len="med"/>
              <a:tailEnd type="none" w="med" len="med"/>
            </a:ln>
            <a:effectLst/>
          </p:spPr>
        </p:sp>
        <p:sp>
          <p:nvSpPr>
            <p:cNvPr id="119" name="Density voxel cell">
              <a:extLst>
                <a:ext uri="{FF2B5EF4-FFF2-40B4-BE49-F238E27FC236}">
                  <a16:creationId xmlns:a16="http://schemas.microsoft.com/office/drawing/2014/main" id="{A02D6558-ACDB-39C3-E1F7-C7675C780653}"/>
                </a:ext>
              </a:extLst>
            </p:cNvPr>
            <p:cNvSpPr/>
            <p:nvPr/>
          </p:nvSpPr>
          <p:spPr>
            <a:xfrm>
              <a:off x="1248195" y="2934655"/>
              <a:ext cx="20277" cy="17291"/>
            </a:xfrm>
            <a:prstGeom prst="rect">
              <a:avLst/>
            </a:prstGeom>
            <a:solidFill>
              <a:srgbClr val="C6DDED"/>
            </a:solidFill>
            <a:ln w="4599" cap="rnd" cmpd="sng" algn="ctr">
              <a:noFill/>
              <a:prstDash val="solid"/>
              <a:round/>
              <a:headEnd type="none" w="med" len="med"/>
              <a:tailEnd type="none" w="med" len="med"/>
            </a:ln>
            <a:effectLst/>
          </p:spPr>
        </p:sp>
        <p:sp>
          <p:nvSpPr>
            <p:cNvPr id="120" name="Density voxel cell">
              <a:extLst>
                <a:ext uri="{FF2B5EF4-FFF2-40B4-BE49-F238E27FC236}">
                  <a16:creationId xmlns:a16="http://schemas.microsoft.com/office/drawing/2014/main" id="{29585C36-18BD-AE6D-FF3D-F4A54A407BA6}"/>
                </a:ext>
              </a:extLst>
            </p:cNvPr>
            <p:cNvSpPr/>
            <p:nvPr/>
          </p:nvSpPr>
          <p:spPr>
            <a:xfrm>
              <a:off x="1270772" y="2934655"/>
              <a:ext cx="20277" cy="17291"/>
            </a:xfrm>
            <a:prstGeom prst="rect">
              <a:avLst/>
            </a:prstGeom>
            <a:solidFill>
              <a:srgbClr val="C9DEEE"/>
            </a:solidFill>
            <a:ln w="4599" cap="rnd" cmpd="sng" algn="ctr">
              <a:noFill/>
              <a:prstDash val="solid"/>
              <a:round/>
              <a:headEnd type="none" w="med" len="med"/>
              <a:tailEnd type="none" w="med" len="med"/>
            </a:ln>
            <a:effectLst/>
          </p:spPr>
        </p:sp>
        <p:sp>
          <p:nvSpPr>
            <p:cNvPr id="121" name="Density voxel cell">
              <a:extLst>
                <a:ext uri="{FF2B5EF4-FFF2-40B4-BE49-F238E27FC236}">
                  <a16:creationId xmlns:a16="http://schemas.microsoft.com/office/drawing/2014/main" id="{AB02672E-1DBC-F1A5-0456-4138E5C86DE0}"/>
                </a:ext>
              </a:extLst>
            </p:cNvPr>
            <p:cNvSpPr/>
            <p:nvPr/>
          </p:nvSpPr>
          <p:spPr>
            <a:xfrm>
              <a:off x="1293349" y="2934655"/>
              <a:ext cx="20277" cy="17291"/>
            </a:xfrm>
            <a:prstGeom prst="rect">
              <a:avLst/>
            </a:prstGeom>
            <a:solidFill>
              <a:srgbClr val="D9E8F3"/>
            </a:solidFill>
            <a:ln w="4599" cap="rnd" cmpd="sng" algn="ctr">
              <a:noFill/>
              <a:prstDash val="solid"/>
              <a:round/>
              <a:headEnd type="none" w="med" len="med"/>
              <a:tailEnd type="none" w="med" len="med"/>
            </a:ln>
            <a:effectLst/>
          </p:spPr>
        </p:sp>
        <p:sp>
          <p:nvSpPr>
            <p:cNvPr id="122" name="Density voxel cell">
              <a:extLst>
                <a:ext uri="{FF2B5EF4-FFF2-40B4-BE49-F238E27FC236}">
                  <a16:creationId xmlns:a16="http://schemas.microsoft.com/office/drawing/2014/main" id="{CC3278B1-6432-9508-0D2E-389BD2185A93}"/>
                </a:ext>
              </a:extLst>
            </p:cNvPr>
            <p:cNvSpPr/>
            <p:nvPr/>
          </p:nvSpPr>
          <p:spPr>
            <a:xfrm>
              <a:off x="1315926" y="2934655"/>
              <a:ext cx="20277" cy="17291"/>
            </a:xfrm>
            <a:prstGeom prst="rect">
              <a:avLst/>
            </a:prstGeom>
            <a:solidFill>
              <a:srgbClr val="E9F3F9"/>
            </a:solidFill>
            <a:ln w="4599" cap="rnd" cmpd="sng" algn="ctr">
              <a:noFill/>
              <a:prstDash val="solid"/>
              <a:round/>
              <a:headEnd type="none" w="med" len="med"/>
              <a:tailEnd type="none" w="med" len="med"/>
            </a:ln>
            <a:effectLst/>
          </p:spPr>
        </p:sp>
        <p:sp>
          <p:nvSpPr>
            <p:cNvPr id="123" name="Density voxel cell">
              <a:extLst>
                <a:ext uri="{FF2B5EF4-FFF2-40B4-BE49-F238E27FC236}">
                  <a16:creationId xmlns:a16="http://schemas.microsoft.com/office/drawing/2014/main" id="{7F566B7C-FEA4-641B-FAEA-4707B0E6F894}"/>
                </a:ext>
              </a:extLst>
            </p:cNvPr>
            <p:cNvSpPr/>
            <p:nvPr/>
          </p:nvSpPr>
          <p:spPr>
            <a:xfrm>
              <a:off x="1338503" y="2934655"/>
              <a:ext cx="20277" cy="17291"/>
            </a:xfrm>
            <a:prstGeom prst="rect">
              <a:avLst/>
            </a:prstGeom>
            <a:solidFill>
              <a:srgbClr val="F3F8FC"/>
            </a:solidFill>
            <a:ln w="4599" cap="rnd" cmpd="sng" algn="ctr">
              <a:noFill/>
              <a:prstDash val="solid"/>
              <a:round/>
              <a:headEnd type="none" w="med" len="med"/>
              <a:tailEnd type="none" w="med" len="med"/>
            </a:ln>
            <a:effectLst/>
          </p:spPr>
        </p:sp>
        <p:sp>
          <p:nvSpPr>
            <p:cNvPr id="124" name="Density voxel cell">
              <a:extLst>
                <a:ext uri="{FF2B5EF4-FFF2-40B4-BE49-F238E27FC236}">
                  <a16:creationId xmlns:a16="http://schemas.microsoft.com/office/drawing/2014/main" id="{74619C84-F5DB-6106-06C8-6E595EBB5358}"/>
                </a:ext>
              </a:extLst>
            </p:cNvPr>
            <p:cNvSpPr/>
            <p:nvPr/>
          </p:nvSpPr>
          <p:spPr>
            <a:xfrm>
              <a:off x="1361080" y="2934655"/>
              <a:ext cx="20277" cy="17291"/>
            </a:xfrm>
            <a:prstGeom prst="rect">
              <a:avLst/>
            </a:prstGeom>
            <a:solidFill>
              <a:srgbClr val="F6FAFE"/>
            </a:solidFill>
            <a:ln w="4599" cap="rnd" cmpd="sng" algn="ctr">
              <a:noFill/>
              <a:prstDash val="solid"/>
              <a:round/>
              <a:headEnd type="none" w="med" len="med"/>
              <a:tailEnd type="none" w="med" len="med"/>
            </a:ln>
            <a:effectLst/>
          </p:spPr>
        </p:sp>
        <p:sp>
          <p:nvSpPr>
            <p:cNvPr id="125" name="Density voxel cell">
              <a:extLst>
                <a:ext uri="{FF2B5EF4-FFF2-40B4-BE49-F238E27FC236}">
                  <a16:creationId xmlns:a16="http://schemas.microsoft.com/office/drawing/2014/main" id="{C4C408E6-DB20-1598-25A2-EAAB8F6FE3DB}"/>
                </a:ext>
              </a:extLst>
            </p:cNvPr>
            <p:cNvSpPr/>
            <p:nvPr/>
          </p:nvSpPr>
          <p:spPr>
            <a:xfrm>
              <a:off x="1383657" y="2934655"/>
              <a:ext cx="20277" cy="17291"/>
            </a:xfrm>
            <a:prstGeom prst="rect">
              <a:avLst/>
            </a:prstGeom>
            <a:solidFill>
              <a:srgbClr val="F7FBFE"/>
            </a:solidFill>
            <a:ln w="4599" cap="rnd" cmpd="sng" algn="ctr">
              <a:noFill/>
              <a:prstDash val="solid"/>
              <a:round/>
              <a:headEnd type="none" w="med" len="med"/>
              <a:tailEnd type="none" w="med" len="med"/>
            </a:ln>
            <a:effectLst/>
          </p:spPr>
        </p:sp>
        <p:sp>
          <p:nvSpPr>
            <p:cNvPr id="126" name="Density voxel cell">
              <a:extLst>
                <a:ext uri="{FF2B5EF4-FFF2-40B4-BE49-F238E27FC236}">
                  <a16:creationId xmlns:a16="http://schemas.microsoft.com/office/drawing/2014/main" id="{000F8736-20AE-E5AF-3296-BF98AF8EDEBC}"/>
                </a:ext>
              </a:extLst>
            </p:cNvPr>
            <p:cNvSpPr/>
            <p:nvPr/>
          </p:nvSpPr>
          <p:spPr>
            <a:xfrm>
              <a:off x="1406234" y="2934655"/>
              <a:ext cx="20277" cy="17291"/>
            </a:xfrm>
            <a:prstGeom prst="rect">
              <a:avLst/>
            </a:prstGeom>
            <a:solidFill>
              <a:srgbClr val="F7FBFE"/>
            </a:solidFill>
            <a:ln w="4599" cap="rnd" cmpd="sng" algn="ctr">
              <a:noFill/>
              <a:prstDash val="solid"/>
              <a:round/>
              <a:headEnd type="none" w="med" len="med"/>
              <a:tailEnd type="none" w="med" len="med"/>
            </a:ln>
            <a:effectLst/>
          </p:spPr>
        </p:sp>
        <p:sp>
          <p:nvSpPr>
            <p:cNvPr id="127" name="Density voxel cell">
              <a:extLst>
                <a:ext uri="{FF2B5EF4-FFF2-40B4-BE49-F238E27FC236}">
                  <a16:creationId xmlns:a16="http://schemas.microsoft.com/office/drawing/2014/main" id="{224FBE94-90E6-5C71-8E73-A0856AADCDB5}"/>
                </a:ext>
              </a:extLst>
            </p:cNvPr>
            <p:cNvSpPr/>
            <p:nvPr/>
          </p:nvSpPr>
          <p:spPr>
            <a:xfrm>
              <a:off x="1180465" y="2954245"/>
              <a:ext cx="20277" cy="17291"/>
            </a:xfrm>
            <a:prstGeom prst="rect">
              <a:avLst/>
            </a:prstGeom>
            <a:solidFill>
              <a:srgbClr val="EBF3FA"/>
            </a:solidFill>
            <a:ln w="4599" cap="rnd" cmpd="sng" algn="ctr">
              <a:noFill/>
              <a:prstDash val="solid"/>
              <a:round/>
              <a:headEnd type="none" w="med" len="med"/>
              <a:tailEnd type="none" w="med" len="med"/>
            </a:ln>
            <a:effectLst/>
          </p:spPr>
        </p:sp>
        <p:sp>
          <p:nvSpPr>
            <p:cNvPr id="128" name="Density voxel cell">
              <a:extLst>
                <a:ext uri="{FF2B5EF4-FFF2-40B4-BE49-F238E27FC236}">
                  <a16:creationId xmlns:a16="http://schemas.microsoft.com/office/drawing/2014/main" id="{35259CD0-2279-92F6-B157-01ABF8D47E63}"/>
                </a:ext>
              </a:extLst>
            </p:cNvPr>
            <p:cNvSpPr/>
            <p:nvPr/>
          </p:nvSpPr>
          <p:spPr>
            <a:xfrm>
              <a:off x="1203042" y="2954245"/>
              <a:ext cx="20277" cy="17291"/>
            </a:xfrm>
            <a:prstGeom prst="rect">
              <a:avLst/>
            </a:prstGeom>
            <a:solidFill>
              <a:srgbClr val="D4E5F2"/>
            </a:solidFill>
            <a:ln w="4599" cap="rnd" cmpd="sng" algn="ctr">
              <a:noFill/>
              <a:prstDash val="solid"/>
              <a:round/>
              <a:headEnd type="none" w="med" len="med"/>
              <a:tailEnd type="none" w="med" len="med"/>
            </a:ln>
            <a:effectLst/>
          </p:spPr>
        </p:sp>
        <p:sp>
          <p:nvSpPr>
            <p:cNvPr id="129" name="Density voxel cell">
              <a:extLst>
                <a:ext uri="{FF2B5EF4-FFF2-40B4-BE49-F238E27FC236}">
                  <a16:creationId xmlns:a16="http://schemas.microsoft.com/office/drawing/2014/main" id="{B77C8B13-85DC-D197-AC55-B201052B606B}"/>
                </a:ext>
              </a:extLst>
            </p:cNvPr>
            <p:cNvSpPr/>
            <p:nvPr/>
          </p:nvSpPr>
          <p:spPr>
            <a:xfrm>
              <a:off x="1225619" y="2954245"/>
              <a:ext cx="20277" cy="17291"/>
            </a:xfrm>
            <a:prstGeom prst="rect">
              <a:avLst/>
            </a:prstGeom>
            <a:solidFill>
              <a:srgbClr val="B1D0E5"/>
            </a:solidFill>
            <a:ln w="4599" cap="rnd" cmpd="sng" algn="ctr">
              <a:noFill/>
              <a:prstDash val="solid"/>
              <a:round/>
              <a:headEnd type="none" w="med" len="med"/>
              <a:tailEnd type="none" w="med" len="med"/>
            </a:ln>
            <a:effectLst/>
          </p:spPr>
        </p:sp>
        <p:sp>
          <p:nvSpPr>
            <p:cNvPr id="130" name="Density voxel cell">
              <a:extLst>
                <a:ext uri="{FF2B5EF4-FFF2-40B4-BE49-F238E27FC236}">
                  <a16:creationId xmlns:a16="http://schemas.microsoft.com/office/drawing/2014/main" id="{EF4D52F1-2674-F849-A5DF-A66200610794}"/>
                </a:ext>
              </a:extLst>
            </p:cNvPr>
            <p:cNvSpPr/>
            <p:nvPr/>
          </p:nvSpPr>
          <p:spPr>
            <a:xfrm>
              <a:off x="1248195" y="2954245"/>
              <a:ext cx="20277" cy="17291"/>
            </a:xfrm>
            <a:prstGeom prst="rect">
              <a:avLst/>
            </a:prstGeom>
            <a:solidFill>
              <a:srgbClr val="98C0DC"/>
            </a:solidFill>
            <a:ln w="4599" cap="rnd" cmpd="sng" algn="ctr">
              <a:noFill/>
              <a:prstDash val="solid"/>
              <a:round/>
              <a:headEnd type="none" w="med" len="med"/>
              <a:tailEnd type="none" w="med" len="med"/>
            </a:ln>
            <a:effectLst/>
          </p:spPr>
        </p:sp>
        <p:sp>
          <p:nvSpPr>
            <p:cNvPr id="131" name="Density voxel cell">
              <a:extLst>
                <a:ext uri="{FF2B5EF4-FFF2-40B4-BE49-F238E27FC236}">
                  <a16:creationId xmlns:a16="http://schemas.microsoft.com/office/drawing/2014/main" id="{EF8A9DEE-3146-0A8C-07F6-4B0436080DCD}"/>
                </a:ext>
              </a:extLst>
            </p:cNvPr>
            <p:cNvSpPr/>
            <p:nvPr/>
          </p:nvSpPr>
          <p:spPr>
            <a:xfrm>
              <a:off x="1270772" y="2954245"/>
              <a:ext cx="20277" cy="17291"/>
            </a:xfrm>
            <a:prstGeom prst="rect">
              <a:avLst/>
            </a:prstGeom>
            <a:solidFill>
              <a:srgbClr val="9DC3DE"/>
            </a:solidFill>
            <a:ln w="4599" cap="rnd" cmpd="sng" algn="ctr">
              <a:noFill/>
              <a:prstDash val="solid"/>
              <a:round/>
              <a:headEnd type="none" w="med" len="med"/>
              <a:tailEnd type="none" w="med" len="med"/>
            </a:ln>
            <a:effectLst/>
          </p:spPr>
        </p:sp>
        <p:sp>
          <p:nvSpPr>
            <p:cNvPr id="132" name="Density voxel cell">
              <a:extLst>
                <a:ext uri="{FF2B5EF4-FFF2-40B4-BE49-F238E27FC236}">
                  <a16:creationId xmlns:a16="http://schemas.microsoft.com/office/drawing/2014/main" id="{E92FF767-262B-48EB-1794-7F8A74486342}"/>
                </a:ext>
              </a:extLst>
            </p:cNvPr>
            <p:cNvSpPr/>
            <p:nvPr/>
          </p:nvSpPr>
          <p:spPr>
            <a:xfrm>
              <a:off x="1293349" y="2954245"/>
              <a:ext cx="20277" cy="17291"/>
            </a:xfrm>
            <a:prstGeom prst="rect">
              <a:avLst/>
            </a:prstGeom>
            <a:solidFill>
              <a:srgbClr val="BCD6E9"/>
            </a:solidFill>
            <a:ln w="4599" cap="rnd" cmpd="sng" algn="ctr">
              <a:noFill/>
              <a:prstDash val="solid"/>
              <a:round/>
              <a:headEnd type="none" w="med" len="med"/>
              <a:tailEnd type="none" w="med" len="med"/>
            </a:ln>
            <a:effectLst/>
          </p:spPr>
        </p:sp>
        <p:sp>
          <p:nvSpPr>
            <p:cNvPr id="133" name="Density voxel cell">
              <a:extLst>
                <a:ext uri="{FF2B5EF4-FFF2-40B4-BE49-F238E27FC236}">
                  <a16:creationId xmlns:a16="http://schemas.microsoft.com/office/drawing/2014/main" id="{31CD1140-55D8-695B-4B32-15A7EEFA7C2E}"/>
                </a:ext>
              </a:extLst>
            </p:cNvPr>
            <p:cNvSpPr/>
            <p:nvPr/>
          </p:nvSpPr>
          <p:spPr>
            <a:xfrm>
              <a:off x="1315926" y="2954245"/>
              <a:ext cx="20277" cy="17291"/>
            </a:xfrm>
            <a:prstGeom prst="rect">
              <a:avLst/>
            </a:prstGeom>
            <a:solidFill>
              <a:srgbClr val="DCEAF5"/>
            </a:solidFill>
            <a:ln w="4599" cap="rnd" cmpd="sng" algn="ctr">
              <a:noFill/>
              <a:prstDash val="solid"/>
              <a:round/>
              <a:headEnd type="none" w="med" len="med"/>
              <a:tailEnd type="none" w="med" len="med"/>
            </a:ln>
            <a:effectLst/>
          </p:spPr>
        </p:sp>
        <p:sp>
          <p:nvSpPr>
            <p:cNvPr id="134" name="Density voxel cell">
              <a:extLst>
                <a:ext uri="{FF2B5EF4-FFF2-40B4-BE49-F238E27FC236}">
                  <a16:creationId xmlns:a16="http://schemas.microsoft.com/office/drawing/2014/main" id="{6FCEC984-9FA2-8D34-062A-E775AEC21276}"/>
                </a:ext>
              </a:extLst>
            </p:cNvPr>
            <p:cNvSpPr/>
            <p:nvPr/>
          </p:nvSpPr>
          <p:spPr>
            <a:xfrm>
              <a:off x="1338503" y="2954245"/>
              <a:ext cx="20277" cy="17291"/>
            </a:xfrm>
            <a:prstGeom prst="rect">
              <a:avLst/>
            </a:prstGeom>
            <a:solidFill>
              <a:srgbClr val="EFF6FB"/>
            </a:solidFill>
            <a:ln w="4599" cap="rnd" cmpd="sng" algn="ctr">
              <a:noFill/>
              <a:prstDash val="solid"/>
              <a:round/>
              <a:headEnd type="none" w="med" len="med"/>
              <a:tailEnd type="none" w="med" len="med"/>
            </a:ln>
            <a:effectLst/>
          </p:spPr>
        </p:sp>
        <p:sp>
          <p:nvSpPr>
            <p:cNvPr id="135" name="Density voxel cell">
              <a:extLst>
                <a:ext uri="{FF2B5EF4-FFF2-40B4-BE49-F238E27FC236}">
                  <a16:creationId xmlns:a16="http://schemas.microsoft.com/office/drawing/2014/main" id="{5B7E56B6-C03E-EDB6-BE88-674B363A848A}"/>
                </a:ext>
              </a:extLst>
            </p:cNvPr>
            <p:cNvSpPr/>
            <p:nvPr/>
          </p:nvSpPr>
          <p:spPr>
            <a:xfrm>
              <a:off x="1361080" y="2954245"/>
              <a:ext cx="20277" cy="17291"/>
            </a:xfrm>
            <a:prstGeom prst="rect">
              <a:avLst/>
            </a:prstGeom>
            <a:solidFill>
              <a:srgbClr val="F5FAFD"/>
            </a:solidFill>
            <a:ln w="4599" cap="rnd" cmpd="sng" algn="ctr">
              <a:noFill/>
              <a:prstDash val="solid"/>
              <a:round/>
              <a:headEnd type="none" w="med" len="med"/>
              <a:tailEnd type="none" w="med" len="med"/>
            </a:ln>
            <a:effectLst/>
          </p:spPr>
        </p:sp>
        <p:sp>
          <p:nvSpPr>
            <p:cNvPr id="136" name="Density voxel cell">
              <a:extLst>
                <a:ext uri="{FF2B5EF4-FFF2-40B4-BE49-F238E27FC236}">
                  <a16:creationId xmlns:a16="http://schemas.microsoft.com/office/drawing/2014/main" id="{494C6813-DE42-273F-B43D-4042EF74AD85}"/>
                </a:ext>
              </a:extLst>
            </p:cNvPr>
            <p:cNvSpPr/>
            <p:nvPr/>
          </p:nvSpPr>
          <p:spPr>
            <a:xfrm>
              <a:off x="1383657" y="2954245"/>
              <a:ext cx="20277" cy="17291"/>
            </a:xfrm>
            <a:prstGeom prst="rect">
              <a:avLst/>
            </a:prstGeom>
            <a:solidFill>
              <a:srgbClr val="F7FBFE"/>
            </a:solidFill>
            <a:ln w="4599" cap="rnd" cmpd="sng" algn="ctr">
              <a:noFill/>
              <a:prstDash val="solid"/>
              <a:round/>
              <a:headEnd type="none" w="med" len="med"/>
              <a:tailEnd type="none" w="med" len="med"/>
            </a:ln>
            <a:effectLst/>
          </p:spPr>
        </p:sp>
        <p:sp>
          <p:nvSpPr>
            <p:cNvPr id="137" name="Density voxel cell">
              <a:extLst>
                <a:ext uri="{FF2B5EF4-FFF2-40B4-BE49-F238E27FC236}">
                  <a16:creationId xmlns:a16="http://schemas.microsoft.com/office/drawing/2014/main" id="{FE7FDE35-BDF0-6CC8-771C-E6D66E5E1759}"/>
                </a:ext>
              </a:extLst>
            </p:cNvPr>
            <p:cNvSpPr/>
            <p:nvPr/>
          </p:nvSpPr>
          <p:spPr>
            <a:xfrm>
              <a:off x="1406234" y="2954245"/>
              <a:ext cx="20277" cy="17291"/>
            </a:xfrm>
            <a:prstGeom prst="rect">
              <a:avLst/>
            </a:prstGeom>
            <a:solidFill>
              <a:srgbClr val="F7FBFE"/>
            </a:solidFill>
            <a:ln w="4599" cap="rnd" cmpd="sng" algn="ctr">
              <a:noFill/>
              <a:prstDash val="solid"/>
              <a:round/>
              <a:headEnd type="none" w="med" len="med"/>
              <a:tailEnd type="none" w="med" len="med"/>
            </a:ln>
            <a:effectLst/>
          </p:spPr>
        </p:sp>
        <p:sp>
          <p:nvSpPr>
            <p:cNvPr id="138" name="Density voxel cell">
              <a:extLst>
                <a:ext uri="{FF2B5EF4-FFF2-40B4-BE49-F238E27FC236}">
                  <a16:creationId xmlns:a16="http://schemas.microsoft.com/office/drawing/2014/main" id="{094997D5-E3E4-5104-D0E8-B2AC28130CA0}"/>
                </a:ext>
              </a:extLst>
            </p:cNvPr>
            <p:cNvSpPr/>
            <p:nvPr/>
          </p:nvSpPr>
          <p:spPr>
            <a:xfrm>
              <a:off x="1180465" y="2973836"/>
              <a:ext cx="20277" cy="17291"/>
            </a:xfrm>
            <a:prstGeom prst="rect">
              <a:avLst/>
            </a:prstGeom>
            <a:solidFill>
              <a:srgbClr val="E4EFF7"/>
            </a:solidFill>
            <a:ln w="4599" cap="rnd" cmpd="sng" algn="ctr">
              <a:noFill/>
              <a:prstDash val="solid"/>
              <a:round/>
              <a:headEnd type="none" w="med" len="med"/>
              <a:tailEnd type="none" w="med" len="med"/>
            </a:ln>
            <a:effectLst/>
          </p:spPr>
        </p:sp>
        <p:sp>
          <p:nvSpPr>
            <p:cNvPr id="139" name="Density voxel cell">
              <a:extLst>
                <a:ext uri="{FF2B5EF4-FFF2-40B4-BE49-F238E27FC236}">
                  <a16:creationId xmlns:a16="http://schemas.microsoft.com/office/drawing/2014/main" id="{EE2C12DD-02FF-046F-2A0F-797EA7D614B8}"/>
                </a:ext>
              </a:extLst>
            </p:cNvPr>
            <p:cNvSpPr/>
            <p:nvPr/>
          </p:nvSpPr>
          <p:spPr>
            <a:xfrm>
              <a:off x="1203042" y="2973836"/>
              <a:ext cx="20277" cy="17291"/>
            </a:xfrm>
            <a:prstGeom prst="rect">
              <a:avLst/>
            </a:prstGeom>
            <a:solidFill>
              <a:srgbClr val="C0D9EB"/>
            </a:solidFill>
            <a:ln w="4599" cap="rnd" cmpd="sng" algn="ctr">
              <a:noFill/>
              <a:prstDash val="solid"/>
              <a:round/>
              <a:headEnd type="none" w="med" len="med"/>
              <a:tailEnd type="none" w="med" len="med"/>
            </a:ln>
            <a:effectLst/>
          </p:spPr>
        </p:sp>
        <p:sp>
          <p:nvSpPr>
            <p:cNvPr id="140" name="Density voxel cell">
              <a:extLst>
                <a:ext uri="{FF2B5EF4-FFF2-40B4-BE49-F238E27FC236}">
                  <a16:creationId xmlns:a16="http://schemas.microsoft.com/office/drawing/2014/main" id="{B9BBCA64-478C-5BD7-5318-091F2F56B8BD}"/>
                </a:ext>
              </a:extLst>
            </p:cNvPr>
            <p:cNvSpPr/>
            <p:nvPr/>
          </p:nvSpPr>
          <p:spPr>
            <a:xfrm>
              <a:off x="1225619" y="2973836"/>
              <a:ext cx="20277" cy="17291"/>
            </a:xfrm>
            <a:prstGeom prst="rect">
              <a:avLst/>
            </a:prstGeom>
            <a:solidFill>
              <a:srgbClr val="8BB8D8"/>
            </a:solidFill>
            <a:ln w="4599" cap="rnd" cmpd="sng" algn="ctr">
              <a:noFill/>
              <a:prstDash val="solid"/>
              <a:round/>
              <a:headEnd type="none" w="med" len="med"/>
              <a:tailEnd type="none" w="med" len="med"/>
            </a:ln>
            <a:effectLst/>
          </p:spPr>
        </p:sp>
        <p:sp>
          <p:nvSpPr>
            <p:cNvPr id="141" name="Density voxel cell">
              <a:extLst>
                <a:ext uri="{FF2B5EF4-FFF2-40B4-BE49-F238E27FC236}">
                  <a16:creationId xmlns:a16="http://schemas.microsoft.com/office/drawing/2014/main" id="{328B4C68-24A7-4D3A-1162-518030C1CCD3}"/>
                </a:ext>
              </a:extLst>
            </p:cNvPr>
            <p:cNvSpPr/>
            <p:nvPr/>
          </p:nvSpPr>
          <p:spPr>
            <a:xfrm>
              <a:off x="1248195" y="2973836"/>
              <a:ext cx="20277" cy="17291"/>
            </a:xfrm>
            <a:prstGeom prst="rect">
              <a:avLst/>
            </a:prstGeom>
            <a:solidFill>
              <a:srgbClr val="64A0CA"/>
            </a:solidFill>
            <a:ln w="4599" cap="rnd" cmpd="sng" algn="ctr">
              <a:noFill/>
              <a:prstDash val="solid"/>
              <a:round/>
              <a:headEnd type="none" w="med" len="med"/>
              <a:tailEnd type="none" w="med" len="med"/>
            </a:ln>
            <a:effectLst/>
          </p:spPr>
        </p:sp>
        <p:sp>
          <p:nvSpPr>
            <p:cNvPr id="142" name="Density voxel cell">
              <a:extLst>
                <a:ext uri="{FF2B5EF4-FFF2-40B4-BE49-F238E27FC236}">
                  <a16:creationId xmlns:a16="http://schemas.microsoft.com/office/drawing/2014/main" id="{4B15846C-2FE4-F7D5-05E5-91EC8565AA11}"/>
                </a:ext>
              </a:extLst>
            </p:cNvPr>
            <p:cNvSpPr/>
            <p:nvPr/>
          </p:nvSpPr>
          <p:spPr>
            <a:xfrm>
              <a:off x="1270772" y="2973836"/>
              <a:ext cx="20277" cy="17291"/>
            </a:xfrm>
            <a:prstGeom prst="rect">
              <a:avLst/>
            </a:prstGeom>
            <a:solidFill>
              <a:srgbClr val="6BA4CD"/>
            </a:solidFill>
            <a:ln w="4599" cap="rnd" cmpd="sng" algn="ctr">
              <a:noFill/>
              <a:prstDash val="solid"/>
              <a:round/>
              <a:headEnd type="none" w="med" len="med"/>
              <a:tailEnd type="none" w="med" len="med"/>
            </a:ln>
            <a:effectLst/>
          </p:spPr>
        </p:sp>
        <p:sp>
          <p:nvSpPr>
            <p:cNvPr id="143" name="Density voxel cell">
              <a:extLst>
                <a:ext uri="{FF2B5EF4-FFF2-40B4-BE49-F238E27FC236}">
                  <a16:creationId xmlns:a16="http://schemas.microsoft.com/office/drawing/2014/main" id="{CA5A2E20-5928-DB07-7696-7A70F5C87BBA}"/>
                </a:ext>
              </a:extLst>
            </p:cNvPr>
            <p:cNvSpPr/>
            <p:nvPr/>
          </p:nvSpPr>
          <p:spPr>
            <a:xfrm>
              <a:off x="1293349" y="2973836"/>
              <a:ext cx="20277" cy="17291"/>
            </a:xfrm>
            <a:prstGeom prst="rect">
              <a:avLst/>
            </a:prstGeom>
            <a:solidFill>
              <a:srgbClr val="9CC2DE"/>
            </a:solidFill>
            <a:ln w="4599" cap="rnd" cmpd="sng" algn="ctr">
              <a:noFill/>
              <a:prstDash val="solid"/>
              <a:round/>
              <a:headEnd type="none" w="med" len="med"/>
              <a:tailEnd type="none" w="med" len="med"/>
            </a:ln>
            <a:effectLst/>
          </p:spPr>
        </p:sp>
        <p:sp>
          <p:nvSpPr>
            <p:cNvPr id="144" name="Density voxel cell">
              <a:extLst>
                <a:ext uri="{FF2B5EF4-FFF2-40B4-BE49-F238E27FC236}">
                  <a16:creationId xmlns:a16="http://schemas.microsoft.com/office/drawing/2014/main" id="{D26E1A62-30DE-618F-0941-BEEDFE91EFFD}"/>
                </a:ext>
              </a:extLst>
            </p:cNvPr>
            <p:cNvSpPr/>
            <p:nvPr/>
          </p:nvSpPr>
          <p:spPr>
            <a:xfrm>
              <a:off x="1315926" y="2973836"/>
              <a:ext cx="20277" cy="17291"/>
            </a:xfrm>
            <a:prstGeom prst="rect">
              <a:avLst/>
            </a:prstGeom>
            <a:solidFill>
              <a:srgbClr val="CDE1EF"/>
            </a:solidFill>
            <a:ln w="4599" cap="rnd" cmpd="sng" algn="ctr">
              <a:noFill/>
              <a:prstDash val="solid"/>
              <a:round/>
              <a:headEnd type="none" w="med" len="med"/>
              <a:tailEnd type="none" w="med" len="med"/>
            </a:ln>
            <a:effectLst/>
          </p:spPr>
        </p:sp>
        <p:sp>
          <p:nvSpPr>
            <p:cNvPr id="145" name="Density voxel cell">
              <a:extLst>
                <a:ext uri="{FF2B5EF4-FFF2-40B4-BE49-F238E27FC236}">
                  <a16:creationId xmlns:a16="http://schemas.microsoft.com/office/drawing/2014/main" id="{D7EA461D-7C3B-D215-8C6C-D3015AB487A9}"/>
                </a:ext>
              </a:extLst>
            </p:cNvPr>
            <p:cNvSpPr/>
            <p:nvPr/>
          </p:nvSpPr>
          <p:spPr>
            <a:xfrm>
              <a:off x="1338503" y="2973836"/>
              <a:ext cx="20277" cy="17291"/>
            </a:xfrm>
            <a:prstGeom prst="rect">
              <a:avLst/>
            </a:prstGeom>
            <a:solidFill>
              <a:srgbClr val="EAF3F9"/>
            </a:solidFill>
            <a:ln w="4599" cap="rnd" cmpd="sng" algn="ctr">
              <a:noFill/>
              <a:prstDash val="solid"/>
              <a:round/>
              <a:headEnd type="none" w="med" len="med"/>
              <a:tailEnd type="none" w="med" len="med"/>
            </a:ln>
            <a:effectLst/>
          </p:spPr>
        </p:sp>
        <p:sp>
          <p:nvSpPr>
            <p:cNvPr id="146" name="Density voxel cell">
              <a:extLst>
                <a:ext uri="{FF2B5EF4-FFF2-40B4-BE49-F238E27FC236}">
                  <a16:creationId xmlns:a16="http://schemas.microsoft.com/office/drawing/2014/main" id="{3B6CE279-F093-9188-AF2B-3914C0F2C10D}"/>
                </a:ext>
              </a:extLst>
            </p:cNvPr>
            <p:cNvSpPr/>
            <p:nvPr/>
          </p:nvSpPr>
          <p:spPr>
            <a:xfrm>
              <a:off x="1361080" y="2973836"/>
              <a:ext cx="20277" cy="17291"/>
            </a:xfrm>
            <a:prstGeom prst="rect">
              <a:avLst/>
            </a:prstGeom>
            <a:solidFill>
              <a:srgbClr val="F4F9FD"/>
            </a:solidFill>
            <a:ln w="4599" cap="rnd" cmpd="sng" algn="ctr">
              <a:noFill/>
              <a:prstDash val="solid"/>
              <a:round/>
              <a:headEnd type="none" w="med" len="med"/>
              <a:tailEnd type="none" w="med" len="med"/>
            </a:ln>
            <a:effectLst/>
          </p:spPr>
        </p:sp>
        <p:sp>
          <p:nvSpPr>
            <p:cNvPr id="147" name="Density voxel cell">
              <a:extLst>
                <a:ext uri="{FF2B5EF4-FFF2-40B4-BE49-F238E27FC236}">
                  <a16:creationId xmlns:a16="http://schemas.microsoft.com/office/drawing/2014/main" id="{16D79E8C-A282-9C8D-5C2E-9A1CEE7DCB3C}"/>
                </a:ext>
              </a:extLst>
            </p:cNvPr>
            <p:cNvSpPr/>
            <p:nvPr/>
          </p:nvSpPr>
          <p:spPr>
            <a:xfrm>
              <a:off x="1383657" y="2973836"/>
              <a:ext cx="20277" cy="17291"/>
            </a:xfrm>
            <a:prstGeom prst="rect">
              <a:avLst/>
            </a:prstGeom>
            <a:solidFill>
              <a:srgbClr val="F7FBFE"/>
            </a:solidFill>
            <a:ln w="4599" cap="rnd" cmpd="sng" algn="ctr">
              <a:noFill/>
              <a:prstDash val="solid"/>
              <a:round/>
              <a:headEnd type="none" w="med" len="med"/>
              <a:tailEnd type="none" w="med" len="med"/>
            </a:ln>
            <a:effectLst/>
          </p:spPr>
        </p:sp>
        <p:sp>
          <p:nvSpPr>
            <p:cNvPr id="148" name="Density voxel cell">
              <a:extLst>
                <a:ext uri="{FF2B5EF4-FFF2-40B4-BE49-F238E27FC236}">
                  <a16:creationId xmlns:a16="http://schemas.microsoft.com/office/drawing/2014/main" id="{C6BC222C-5D8E-5651-056E-8FBF2D1C8081}"/>
                </a:ext>
              </a:extLst>
            </p:cNvPr>
            <p:cNvSpPr/>
            <p:nvPr/>
          </p:nvSpPr>
          <p:spPr>
            <a:xfrm>
              <a:off x="1406234" y="2973836"/>
              <a:ext cx="20277" cy="17291"/>
            </a:xfrm>
            <a:prstGeom prst="rect">
              <a:avLst/>
            </a:prstGeom>
            <a:solidFill>
              <a:srgbClr val="F7FBFE"/>
            </a:solidFill>
            <a:ln w="4599" cap="rnd" cmpd="sng" algn="ctr">
              <a:noFill/>
              <a:prstDash val="solid"/>
              <a:round/>
              <a:headEnd type="none" w="med" len="med"/>
              <a:tailEnd type="none" w="med" len="med"/>
            </a:ln>
            <a:effectLst/>
          </p:spPr>
        </p:sp>
        <p:sp>
          <p:nvSpPr>
            <p:cNvPr id="149" name="Density voxel cell">
              <a:extLst>
                <a:ext uri="{FF2B5EF4-FFF2-40B4-BE49-F238E27FC236}">
                  <a16:creationId xmlns:a16="http://schemas.microsoft.com/office/drawing/2014/main" id="{29FDEF44-D407-471E-31F0-9ECD70E8B9F1}"/>
                </a:ext>
              </a:extLst>
            </p:cNvPr>
            <p:cNvSpPr/>
            <p:nvPr/>
          </p:nvSpPr>
          <p:spPr>
            <a:xfrm>
              <a:off x="1180465" y="2993426"/>
              <a:ext cx="20277" cy="17291"/>
            </a:xfrm>
            <a:prstGeom prst="rect">
              <a:avLst/>
            </a:prstGeom>
            <a:solidFill>
              <a:srgbClr val="E0ECF6"/>
            </a:solidFill>
            <a:ln w="4599" cap="rnd" cmpd="sng" algn="ctr">
              <a:noFill/>
              <a:prstDash val="solid"/>
              <a:round/>
              <a:headEnd type="none" w="med" len="med"/>
              <a:tailEnd type="none" w="med" len="med"/>
            </a:ln>
            <a:effectLst/>
          </p:spPr>
        </p:sp>
        <p:sp>
          <p:nvSpPr>
            <p:cNvPr id="150" name="Density voxel cell">
              <a:extLst>
                <a:ext uri="{FF2B5EF4-FFF2-40B4-BE49-F238E27FC236}">
                  <a16:creationId xmlns:a16="http://schemas.microsoft.com/office/drawing/2014/main" id="{AFF7AAFF-AD23-F9E9-BD44-B1FAB0671920}"/>
                </a:ext>
              </a:extLst>
            </p:cNvPr>
            <p:cNvSpPr/>
            <p:nvPr/>
          </p:nvSpPr>
          <p:spPr>
            <a:xfrm>
              <a:off x="1203042" y="2993426"/>
              <a:ext cx="20277" cy="17291"/>
            </a:xfrm>
            <a:prstGeom prst="rect">
              <a:avLst/>
            </a:prstGeom>
            <a:solidFill>
              <a:srgbClr val="B4D2E6"/>
            </a:solidFill>
            <a:ln w="4599" cap="rnd" cmpd="sng" algn="ctr">
              <a:noFill/>
              <a:prstDash val="solid"/>
              <a:round/>
              <a:headEnd type="none" w="med" len="med"/>
              <a:tailEnd type="none" w="med" len="med"/>
            </a:ln>
            <a:effectLst/>
          </p:spPr>
        </p:sp>
        <p:sp>
          <p:nvSpPr>
            <p:cNvPr id="151" name="Density voxel cell">
              <a:extLst>
                <a:ext uri="{FF2B5EF4-FFF2-40B4-BE49-F238E27FC236}">
                  <a16:creationId xmlns:a16="http://schemas.microsoft.com/office/drawing/2014/main" id="{D7F8DD1C-1086-78A9-A4EB-A80D76C7CF6D}"/>
                </a:ext>
              </a:extLst>
            </p:cNvPr>
            <p:cNvSpPr/>
            <p:nvPr/>
          </p:nvSpPr>
          <p:spPr>
            <a:xfrm>
              <a:off x="1225619" y="2993426"/>
              <a:ext cx="20277" cy="17291"/>
            </a:xfrm>
            <a:prstGeom prst="rect">
              <a:avLst/>
            </a:prstGeom>
            <a:solidFill>
              <a:srgbClr val="73A9CF"/>
            </a:solidFill>
            <a:ln w="4599" cap="rnd" cmpd="sng" algn="ctr">
              <a:noFill/>
              <a:prstDash val="solid"/>
              <a:round/>
              <a:headEnd type="none" w="med" len="med"/>
              <a:tailEnd type="none" w="med" len="med"/>
            </a:ln>
            <a:effectLst/>
          </p:spPr>
        </p:sp>
        <p:sp>
          <p:nvSpPr>
            <p:cNvPr id="152" name="Density voxel cell">
              <a:extLst>
                <a:ext uri="{FF2B5EF4-FFF2-40B4-BE49-F238E27FC236}">
                  <a16:creationId xmlns:a16="http://schemas.microsoft.com/office/drawing/2014/main" id="{DCFFE912-BA8C-160E-1379-617364030841}"/>
                </a:ext>
              </a:extLst>
            </p:cNvPr>
            <p:cNvSpPr/>
            <p:nvPr/>
          </p:nvSpPr>
          <p:spPr>
            <a:xfrm>
              <a:off x="1248195" y="2993426"/>
              <a:ext cx="20277" cy="17291"/>
            </a:xfrm>
            <a:prstGeom prst="rect">
              <a:avLst/>
            </a:prstGeom>
            <a:solidFill>
              <a:srgbClr val="458DBF"/>
            </a:solidFill>
            <a:ln w="4599" cap="rnd" cmpd="sng" algn="ctr">
              <a:noFill/>
              <a:prstDash val="solid"/>
              <a:round/>
              <a:headEnd type="none" w="med" len="med"/>
              <a:tailEnd type="none" w="med" len="med"/>
            </a:ln>
            <a:effectLst/>
          </p:spPr>
        </p:sp>
        <p:sp>
          <p:nvSpPr>
            <p:cNvPr id="153" name="Density voxel cell">
              <a:extLst>
                <a:ext uri="{FF2B5EF4-FFF2-40B4-BE49-F238E27FC236}">
                  <a16:creationId xmlns:a16="http://schemas.microsoft.com/office/drawing/2014/main" id="{FF240BE5-31B8-0D82-B584-C61459649583}"/>
                </a:ext>
              </a:extLst>
            </p:cNvPr>
            <p:cNvSpPr/>
            <p:nvPr/>
          </p:nvSpPr>
          <p:spPr>
            <a:xfrm>
              <a:off x="1270772" y="2993426"/>
              <a:ext cx="20277" cy="17291"/>
            </a:xfrm>
            <a:prstGeom prst="rect">
              <a:avLst/>
            </a:prstGeom>
            <a:solidFill>
              <a:srgbClr val="4C91C2"/>
            </a:solidFill>
            <a:ln w="4599" cap="rnd" cmpd="sng" algn="ctr">
              <a:noFill/>
              <a:prstDash val="solid"/>
              <a:round/>
              <a:headEnd type="none" w="med" len="med"/>
              <a:tailEnd type="none" w="med" len="med"/>
            </a:ln>
            <a:effectLst/>
          </p:spPr>
        </p:sp>
        <p:sp>
          <p:nvSpPr>
            <p:cNvPr id="154" name="Density voxel cell">
              <a:extLst>
                <a:ext uri="{FF2B5EF4-FFF2-40B4-BE49-F238E27FC236}">
                  <a16:creationId xmlns:a16="http://schemas.microsoft.com/office/drawing/2014/main" id="{9318405E-D2F4-F1DD-2995-771F58D17300}"/>
                </a:ext>
              </a:extLst>
            </p:cNvPr>
            <p:cNvSpPr/>
            <p:nvPr/>
          </p:nvSpPr>
          <p:spPr>
            <a:xfrm>
              <a:off x="1293349" y="2993426"/>
              <a:ext cx="20277" cy="17291"/>
            </a:xfrm>
            <a:prstGeom prst="rect">
              <a:avLst/>
            </a:prstGeom>
            <a:solidFill>
              <a:srgbClr val="87B6D7"/>
            </a:solidFill>
            <a:ln w="4599" cap="rnd" cmpd="sng" algn="ctr">
              <a:noFill/>
              <a:prstDash val="solid"/>
              <a:round/>
              <a:headEnd type="none" w="med" len="med"/>
              <a:tailEnd type="none" w="med" len="med"/>
            </a:ln>
            <a:effectLst/>
          </p:spPr>
        </p:sp>
        <p:sp>
          <p:nvSpPr>
            <p:cNvPr id="155" name="Density voxel cell">
              <a:extLst>
                <a:ext uri="{FF2B5EF4-FFF2-40B4-BE49-F238E27FC236}">
                  <a16:creationId xmlns:a16="http://schemas.microsoft.com/office/drawing/2014/main" id="{41759856-FB43-40FB-DE97-D8EC0CA676BC}"/>
                </a:ext>
              </a:extLst>
            </p:cNvPr>
            <p:cNvSpPr/>
            <p:nvPr/>
          </p:nvSpPr>
          <p:spPr>
            <a:xfrm>
              <a:off x="1315926" y="2993426"/>
              <a:ext cx="20277" cy="17291"/>
            </a:xfrm>
            <a:prstGeom prst="rect">
              <a:avLst/>
            </a:prstGeom>
            <a:solidFill>
              <a:srgbClr val="C4DBEC"/>
            </a:solidFill>
            <a:ln w="4599" cap="rnd" cmpd="sng" algn="ctr">
              <a:noFill/>
              <a:prstDash val="solid"/>
              <a:round/>
              <a:headEnd type="none" w="med" len="med"/>
              <a:tailEnd type="none" w="med" len="med"/>
            </a:ln>
            <a:effectLst/>
          </p:spPr>
        </p:sp>
        <p:sp>
          <p:nvSpPr>
            <p:cNvPr id="156" name="Density voxel cell">
              <a:extLst>
                <a:ext uri="{FF2B5EF4-FFF2-40B4-BE49-F238E27FC236}">
                  <a16:creationId xmlns:a16="http://schemas.microsoft.com/office/drawing/2014/main" id="{B2D45D46-B054-3666-1A2D-8F4369758C8D}"/>
                </a:ext>
              </a:extLst>
            </p:cNvPr>
            <p:cNvSpPr/>
            <p:nvPr/>
          </p:nvSpPr>
          <p:spPr>
            <a:xfrm>
              <a:off x="1338503" y="2993426"/>
              <a:ext cx="20277" cy="17291"/>
            </a:xfrm>
            <a:prstGeom prst="rect">
              <a:avLst/>
            </a:prstGeom>
            <a:solidFill>
              <a:srgbClr val="E7F1F8"/>
            </a:solidFill>
            <a:ln w="4599" cap="rnd" cmpd="sng" algn="ctr">
              <a:noFill/>
              <a:prstDash val="solid"/>
              <a:round/>
              <a:headEnd type="none" w="med" len="med"/>
              <a:tailEnd type="none" w="med" len="med"/>
            </a:ln>
            <a:effectLst/>
          </p:spPr>
        </p:sp>
        <p:sp>
          <p:nvSpPr>
            <p:cNvPr id="157" name="Density voxel cell">
              <a:extLst>
                <a:ext uri="{FF2B5EF4-FFF2-40B4-BE49-F238E27FC236}">
                  <a16:creationId xmlns:a16="http://schemas.microsoft.com/office/drawing/2014/main" id="{AB84AB3F-F61A-0E19-6BC4-0B1CDFF16E7A}"/>
                </a:ext>
              </a:extLst>
            </p:cNvPr>
            <p:cNvSpPr/>
            <p:nvPr/>
          </p:nvSpPr>
          <p:spPr>
            <a:xfrm>
              <a:off x="1361080" y="2993426"/>
              <a:ext cx="20277" cy="17291"/>
            </a:xfrm>
            <a:prstGeom prst="rect">
              <a:avLst/>
            </a:prstGeom>
            <a:solidFill>
              <a:srgbClr val="F3F9FD"/>
            </a:solidFill>
            <a:ln w="4599" cap="rnd" cmpd="sng" algn="ctr">
              <a:noFill/>
              <a:prstDash val="solid"/>
              <a:round/>
              <a:headEnd type="none" w="med" len="med"/>
              <a:tailEnd type="none" w="med" len="med"/>
            </a:ln>
            <a:effectLst/>
          </p:spPr>
        </p:sp>
        <p:sp>
          <p:nvSpPr>
            <p:cNvPr id="158" name="Density voxel cell">
              <a:extLst>
                <a:ext uri="{FF2B5EF4-FFF2-40B4-BE49-F238E27FC236}">
                  <a16:creationId xmlns:a16="http://schemas.microsoft.com/office/drawing/2014/main" id="{DBB8CA3A-B5F3-298F-C7DA-D5A02CB9F963}"/>
                </a:ext>
              </a:extLst>
            </p:cNvPr>
            <p:cNvSpPr/>
            <p:nvPr/>
          </p:nvSpPr>
          <p:spPr>
            <a:xfrm>
              <a:off x="1383657" y="2993426"/>
              <a:ext cx="20277" cy="17291"/>
            </a:xfrm>
            <a:prstGeom prst="rect">
              <a:avLst/>
            </a:prstGeom>
            <a:solidFill>
              <a:srgbClr val="F6FBFE"/>
            </a:solidFill>
            <a:ln w="4599" cap="rnd" cmpd="sng" algn="ctr">
              <a:noFill/>
              <a:prstDash val="solid"/>
              <a:round/>
              <a:headEnd type="none" w="med" len="med"/>
              <a:tailEnd type="none" w="med" len="med"/>
            </a:ln>
            <a:effectLst/>
          </p:spPr>
        </p:sp>
        <p:sp>
          <p:nvSpPr>
            <p:cNvPr id="159" name="Density voxel cell">
              <a:extLst>
                <a:ext uri="{FF2B5EF4-FFF2-40B4-BE49-F238E27FC236}">
                  <a16:creationId xmlns:a16="http://schemas.microsoft.com/office/drawing/2014/main" id="{AF0D0C5C-EE51-C6D2-F0BE-AF0563DECEAD}"/>
                </a:ext>
              </a:extLst>
            </p:cNvPr>
            <p:cNvSpPr/>
            <p:nvPr/>
          </p:nvSpPr>
          <p:spPr>
            <a:xfrm>
              <a:off x="1406234" y="2993426"/>
              <a:ext cx="20277" cy="17291"/>
            </a:xfrm>
            <a:prstGeom prst="rect">
              <a:avLst/>
            </a:prstGeom>
            <a:solidFill>
              <a:srgbClr val="F7FBFE"/>
            </a:solidFill>
            <a:ln w="4599" cap="rnd" cmpd="sng" algn="ctr">
              <a:noFill/>
              <a:prstDash val="solid"/>
              <a:round/>
              <a:headEnd type="none" w="med" len="med"/>
              <a:tailEnd type="none" w="med" len="med"/>
            </a:ln>
            <a:effectLst/>
          </p:spPr>
        </p:sp>
        <p:sp>
          <p:nvSpPr>
            <p:cNvPr id="160" name="Density voxel cell">
              <a:extLst>
                <a:ext uri="{FF2B5EF4-FFF2-40B4-BE49-F238E27FC236}">
                  <a16:creationId xmlns:a16="http://schemas.microsoft.com/office/drawing/2014/main" id="{CF5045B6-EFCE-7D6C-B2F1-E33597D00C9C}"/>
                </a:ext>
              </a:extLst>
            </p:cNvPr>
            <p:cNvSpPr/>
            <p:nvPr/>
          </p:nvSpPr>
          <p:spPr>
            <a:xfrm>
              <a:off x="1180465" y="3013017"/>
              <a:ext cx="20277" cy="17291"/>
            </a:xfrm>
            <a:prstGeom prst="rect">
              <a:avLst/>
            </a:prstGeom>
            <a:solidFill>
              <a:srgbClr val="E0EDF6"/>
            </a:solidFill>
            <a:ln w="4599" cap="rnd" cmpd="sng" algn="ctr">
              <a:noFill/>
              <a:prstDash val="solid"/>
              <a:round/>
              <a:headEnd type="none" w="med" len="med"/>
              <a:tailEnd type="none" w="med" len="med"/>
            </a:ln>
            <a:effectLst/>
          </p:spPr>
        </p:sp>
        <p:sp>
          <p:nvSpPr>
            <p:cNvPr id="161" name="Density voxel cell">
              <a:extLst>
                <a:ext uri="{FF2B5EF4-FFF2-40B4-BE49-F238E27FC236}">
                  <a16:creationId xmlns:a16="http://schemas.microsoft.com/office/drawing/2014/main" id="{D63D7054-2E53-5AC5-0097-0387F842EDA9}"/>
                </a:ext>
              </a:extLst>
            </p:cNvPr>
            <p:cNvSpPr/>
            <p:nvPr/>
          </p:nvSpPr>
          <p:spPr>
            <a:xfrm>
              <a:off x="1203042" y="3013017"/>
              <a:ext cx="20277" cy="17291"/>
            </a:xfrm>
            <a:prstGeom prst="rect">
              <a:avLst/>
            </a:prstGeom>
            <a:solidFill>
              <a:srgbClr val="B6D3E7"/>
            </a:solidFill>
            <a:ln w="4599" cap="rnd" cmpd="sng" algn="ctr">
              <a:noFill/>
              <a:prstDash val="solid"/>
              <a:round/>
              <a:headEnd type="none" w="med" len="med"/>
              <a:tailEnd type="none" w="med" len="med"/>
            </a:ln>
            <a:effectLst/>
          </p:spPr>
        </p:sp>
        <p:sp>
          <p:nvSpPr>
            <p:cNvPr id="162" name="Density voxel cell">
              <a:extLst>
                <a:ext uri="{FF2B5EF4-FFF2-40B4-BE49-F238E27FC236}">
                  <a16:creationId xmlns:a16="http://schemas.microsoft.com/office/drawing/2014/main" id="{5CAA6197-9453-7B21-0C08-24A19B30CBF8}"/>
                </a:ext>
              </a:extLst>
            </p:cNvPr>
            <p:cNvSpPr/>
            <p:nvPr/>
          </p:nvSpPr>
          <p:spPr>
            <a:xfrm>
              <a:off x="1225619" y="3013017"/>
              <a:ext cx="20277" cy="17291"/>
            </a:xfrm>
            <a:prstGeom prst="rect">
              <a:avLst/>
            </a:prstGeom>
            <a:solidFill>
              <a:srgbClr val="78ACD1"/>
            </a:solidFill>
            <a:ln w="4599" cap="rnd" cmpd="sng" algn="ctr">
              <a:noFill/>
              <a:prstDash val="solid"/>
              <a:round/>
              <a:headEnd type="none" w="med" len="med"/>
              <a:tailEnd type="none" w="med" len="med"/>
            </a:ln>
            <a:effectLst/>
          </p:spPr>
        </p:sp>
        <p:sp>
          <p:nvSpPr>
            <p:cNvPr id="163" name="Density voxel cell">
              <a:extLst>
                <a:ext uri="{FF2B5EF4-FFF2-40B4-BE49-F238E27FC236}">
                  <a16:creationId xmlns:a16="http://schemas.microsoft.com/office/drawing/2014/main" id="{13E6F680-305F-6F27-2D70-E1C6C47E8153}"/>
                </a:ext>
              </a:extLst>
            </p:cNvPr>
            <p:cNvSpPr/>
            <p:nvPr/>
          </p:nvSpPr>
          <p:spPr>
            <a:xfrm>
              <a:off x="1248195" y="3013017"/>
              <a:ext cx="20277" cy="17291"/>
            </a:xfrm>
            <a:prstGeom prst="rect">
              <a:avLst/>
            </a:prstGeom>
            <a:solidFill>
              <a:srgbClr val="498FC1"/>
            </a:solidFill>
            <a:ln w="4599" cap="rnd" cmpd="sng" algn="ctr">
              <a:noFill/>
              <a:prstDash val="solid"/>
              <a:round/>
              <a:headEnd type="none" w="med" len="med"/>
              <a:tailEnd type="none" w="med" len="med"/>
            </a:ln>
            <a:effectLst/>
          </p:spPr>
        </p:sp>
        <p:sp>
          <p:nvSpPr>
            <p:cNvPr id="164" name="Density voxel cell">
              <a:extLst>
                <a:ext uri="{FF2B5EF4-FFF2-40B4-BE49-F238E27FC236}">
                  <a16:creationId xmlns:a16="http://schemas.microsoft.com/office/drawing/2014/main" id="{947EEB47-6B02-0572-AC93-096BBD62465F}"/>
                </a:ext>
              </a:extLst>
            </p:cNvPr>
            <p:cNvSpPr/>
            <p:nvPr/>
          </p:nvSpPr>
          <p:spPr>
            <a:xfrm>
              <a:off x="1270772" y="3013017"/>
              <a:ext cx="20277" cy="17291"/>
            </a:xfrm>
            <a:prstGeom prst="rect">
              <a:avLst/>
            </a:prstGeom>
            <a:solidFill>
              <a:srgbClr val="5295C4"/>
            </a:solidFill>
            <a:ln w="4599" cap="rnd" cmpd="sng" algn="ctr">
              <a:noFill/>
              <a:prstDash val="solid"/>
              <a:round/>
              <a:headEnd type="none" w="med" len="med"/>
              <a:tailEnd type="none" w="med" len="med"/>
            </a:ln>
            <a:effectLst/>
          </p:spPr>
        </p:sp>
        <p:sp>
          <p:nvSpPr>
            <p:cNvPr id="165" name="Density voxel cell">
              <a:extLst>
                <a:ext uri="{FF2B5EF4-FFF2-40B4-BE49-F238E27FC236}">
                  <a16:creationId xmlns:a16="http://schemas.microsoft.com/office/drawing/2014/main" id="{5C0E8D5A-2402-F860-B80A-808D1F874329}"/>
                </a:ext>
              </a:extLst>
            </p:cNvPr>
            <p:cNvSpPr/>
            <p:nvPr/>
          </p:nvSpPr>
          <p:spPr>
            <a:xfrm>
              <a:off x="1293349" y="3013017"/>
              <a:ext cx="20277" cy="17291"/>
            </a:xfrm>
            <a:prstGeom prst="rect">
              <a:avLst/>
            </a:prstGeom>
            <a:solidFill>
              <a:srgbClr val="8AB7D7"/>
            </a:solidFill>
            <a:ln w="4599" cap="rnd" cmpd="sng" algn="ctr">
              <a:noFill/>
              <a:prstDash val="solid"/>
              <a:round/>
              <a:headEnd type="none" w="med" len="med"/>
              <a:tailEnd type="none" w="med" len="med"/>
            </a:ln>
            <a:effectLst/>
          </p:spPr>
        </p:sp>
        <p:sp>
          <p:nvSpPr>
            <p:cNvPr id="166" name="Density voxel cell">
              <a:extLst>
                <a:ext uri="{FF2B5EF4-FFF2-40B4-BE49-F238E27FC236}">
                  <a16:creationId xmlns:a16="http://schemas.microsoft.com/office/drawing/2014/main" id="{1936F1B8-C24F-60A2-7EE7-6C2382C21BBC}"/>
                </a:ext>
              </a:extLst>
            </p:cNvPr>
            <p:cNvSpPr/>
            <p:nvPr/>
          </p:nvSpPr>
          <p:spPr>
            <a:xfrm>
              <a:off x="1315926" y="3013017"/>
              <a:ext cx="20277" cy="17291"/>
            </a:xfrm>
            <a:prstGeom prst="rect">
              <a:avLst/>
            </a:prstGeom>
            <a:solidFill>
              <a:srgbClr val="C3DBEC"/>
            </a:solidFill>
            <a:ln w="4599" cap="rnd" cmpd="sng" algn="ctr">
              <a:noFill/>
              <a:prstDash val="solid"/>
              <a:round/>
              <a:headEnd type="none" w="med" len="med"/>
              <a:tailEnd type="none" w="med" len="med"/>
            </a:ln>
            <a:effectLst/>
          </p:spPr>
        </p:sp>
        <p:sp>
          <p:nvSpPr>
            <p:cNvPr id="167" name="Density voxel cell">
              <a:extLst>
                <a:ext uri="{FF2B5EF4-FFF2-40B4-BE49-F238E27FC236}">
                  <a16:creationId xmlns:a16="http://schemas.microsoft.com/office/drawing/2014/main" id="{D60497D2-B940-473C-5DEE-E5F8DFCF1E67}"/>
                </a:ext>
              </a:extLst>
            </p:cNvPr>
            <p:cNvSpPr/>
            <p:nvPr/>
          </p:nvSpPr>
          <p:spPr>
            <a:xfrm>
              <a:off x="1338503" y="3013017"/>
              <a:ext cx="20277" cy="17291"/>
            </a:xfrm>
            <a:prstGeom prst="rect">
              <a:avLst/>
            </a:prstGeom>
            <a:solidFill>
              <a:srgbClr val="E4EFF7"/>
            </a:solidFill>
            <a:ln w="4599" cap="rnd" cmpd="sng" algn="ctr">
              <a:noFill/>
              <a:prstDash val="solid"/>
              <a:round/>
              <a:headEnd type="none" w="med" len="med"/>
              <a:tailEnd type="none" w="med" len="med"/>
            </a:ln>
            <a:effectLst/>
          </p:spPr>
        </p:sp>
        <p:sp>
          <p:nvSpPr>
            <p:cNvPr id="168" name="Density voxel cell">
              <a:extLst>
                <a:ext uri="{FF2B5EF4-FFF2-40B4-BE49-F238E27FC236}">
                  <a16:creationId xmlns:a16="http://schemas.microsoft.com/office/drawing/2014/main" id="{E6F990AC-8B59-38D8-DA66-33F71DE0D1E1}"/>
                </a:ext>
              </a:extLst>
            </p:cNvPr>
            <p:cNvSpPr/>
            <p:nvPr/>
          </p:nvSpPr>
          <p:spPr>
            <a:xfrm>
              <a:off x="1361080" y="3013017"/>
              <a:ext cx="20277" cy="17291"/>
            </a:xfrm>
            <a:prstGeom prst="rect">
              <a:avLst/>
            </a:prstGeom>
            <a:solidFill>
              <a:srgbClr val="F1F7FC"/>
            </a:solidFill>
            <a:ln w="4599" cap="rnd" cmpd="sng" algn="ctr">
              <a:noFill/>
              <a:prstDash val="solid"/>
              <a:round/>
              <a:headEnd type="none" w="med" len="med"/>
              <a:tailEnd type="none" w="med" len="med"/>
            </a:ln>
            <a:effectLst/>
          </p:spPr>
        </p:sp>
        <p:sp>
          <p:nvSpPr>
            <p:cNvPr id="169" name="Density voxel cell">
              <a:extLst>
                <a:ext uri="{FF2B5EF4-FFF2-40B4-BE49-F238E27FC236}">
                  <a16:creationId xmlns:a16="http://schemas.microsoft.com/office/drawing/2014/main" id="{20DB01DE-99E1-473C-EF92-1090C6B1A2CD}"/>
                </a:ext>
              </a:extLst>
            </p:cNvPr>
            <p:cNvSpPr/>
            <p:nvPr/>
          </p:nvSpPr>
          <p:spPr>
            <a:xfrm>
              <a:off x="1383657" y="3013017"/>
              <a:ext cx="20277" cy="17291"/>
            </a:xfrm>
            <a:prstGeom prst="rect">
              <a:avLst/>
            </a:prstGeom>
            <a:solidFill>
              <a:srgbClr val="F6FAFE"/>
            </a:solidFill>
            <a:ln w="4599" cap="rnd" cmpd="sng" algn="ctr">
              <a:noFill/>
              <a:prstDash val="solid"/>
              <a:round/>
              <a:headEnd type="none" w="med" len="med"/>
              <a:tailEnd type="none" w="med" len="med"/>
            </a:ln>
            <a:effectLst/>
          </p:spPr>
        </p:sp>
        <p:sp>
          <p:nvSpPr>
            <p:cNvPr id="170" name="Density voxel cell">
              <a:extLst>
                <a:ext uri="{FF2B5EF4-FFF2-40B4-BE49-F238E27FC236}">
                  <a16:creationId xmlns:a16="http://schemas.microsoft.com/office/drawing/2014/main" id="{DF8C4298-EFBC-9938-84E9-FD43361BCAB5}"/>
                </a:ext>
              </a:extLst>
            </p:cNvPr>
            <p:cNvSpPr/>
            <p:nvPr/>
          </p:nvSpPr>
          <p:spPr>
            <a:xfrm>
              <a:off x="1406234" y="3013017"/>
              <a:ext cx="20277" cy="17291"/>
            </a:xfrm>
            <a:prstGeom prst="rect">
              <a:avLst/>
            </a:prstGeom>
            <a:solidFill>
              <a:srgbClr val="F7FBFE"/>
            </a:solidFill>
            <a:ln w="4599" cap="rnd" cmpd="sng" algn="ctr">
              <a:noFill/>
              <a:prstDash val="solid"/>
              <a:round/>
              <a:headEnd type="none" w="med" len="med"/>
              <a:tailEnd type="none" w="med" len="med"/>
            </a:ln>
            <a:effectLst/>
          </p:spPr>
        </p:sp>
        <p:sp>
          <p:nvSpPr>
            <p:cNvPr id="171" name="Density voxel cell">
              <a:extLst>
                <a:ext uri="{FF2B5EF4-FFF2-40B4-BE49-F238E27FC236}">
                  <a16:creationId xmlns:a16="http://schemas.microsoft.com/office/drawing/2014/main" id="{4B5E68ED-FA3B-EE4B-4C1A-08FDC6B90916}"/>
                </a:ext>
              </a:extLst>
            </p:cNvPr>
            <p:cNvSpPr/>
            <p:nvPr/>
          </p:nvSpPr>
          <p:spPr>
            <a:xfrm>
              <a:off x="1180465" y="3032607"/>
              <a:ext cx="20277" cy="17291"/>
            </a:xfrm>
            <a:prstGeom prst="rect">
              <a:avLst/>
            </a:prstGeom>
            <a:solidFill>
              <a:srgbClr val="E6F0F8"/>
            </a:solidFill>
            <a:ln w="4599" cap="rnd" cmpd="sng" algn="ctr">
              <a:noFill/>
              <a:prstDash val="solid"/>
              <a:round/>
              <a:headEnd type="none" w="med" len="med"/>
              <a:tailEnd type="none" w="med" len="med"/>
            </a:ln>
            <a:effectLst/>
          </p:spPr>
        </p:sp>
        <p:sp>
          <p:nvSpPr>
            <p:cNvPr id="172" name="Density voxel cell">
              <a:extLst>
                <a:ext uri="{FF2B5EF4-FFF2-40B4-BE49-F238E27FC236}">
                  <a16:creationId xmlns:a16="http://schemas.microsoft.com/office/drawing/2014/main" id="{2C46878B-5D28-6EC0-A85E-F58661601163}"/>
                </a:ext>
              </a:extLst>
            </p:cNvPr>
            <p:cNvSpPr/>
            <p:nvPr/>
          </p:nvSpPr>
          <p:spPr>
            <a:xfrm>
              <a:off x="1203042" y="3032607"/>
              <a:ext cx="20277" cy="17291"/>
            </a:xfrm>
            <a:prstGeom prst="rect">
              <a:avLst/>
            </a:prstGeom>
            <a:solidFill>
              <a:srgbClr val="C6DCED"/>
            </a:solidFill>
            <a:ln w="4599" cap="rnd" cmpd="sng" algn="ctr">
              <a:noFill/>
              <a:prstDash val="solid"/>
              <a:round/>
              <a:headEnd type="none" w="med" len="med"/>
              <a:tailEnd type="none" w="med" len="med"/>
            </a:ln>
            <a:effectLst/>
          </p:spPr>
        </p:sp>
        <p:sp>
          <p:nvSpPr>
            <p:cNvPr id="173" name="Density voxel cell">
              <a:extLst>
                <a:ext uri="{FF2B5EF4-FFF2-40B4-BE49-F238E27FC236}">
                  <a16:creationId xmlns:a16="http://schemas.microsoft.com/office/drawing/2014/main" id="{EF6D6C3A-00F3-76CA-CF9B-7AFE3B80D361}"/>
                </a:ext>
              </a:extLst>
            </p:cNvPr>
            <p:cNvSpPr/>
            <p:nvPr/>
          </p:nvSpPr>
          <p:spPr>
            <a:xfrm>
              <a:off x="1225619" y="3032607"/>
              <a:ext cx="20277" cy="17291"/>
            </a:xfrm>
            <a:prstGeom prst="rect">
              <a:avLst/>
            </a:prstGeom>
            <a:solidFill>
              <a:srgbClr val="96BFDC"/>
            </a:solidFill>
            <a:ln w="4599" cap="rnd" cmpd="sng" algn="ctr">
              <a:noFill/>
              <a:prstDash val="solid"/>
              <a:round/>
              <a:headEnd type="none" w="med" len="med"/>
              <a:tailEnd type="none" w="med" len="med"/>
            </a:ln>
            <a:effectLst/>
          </p:spPr>
        </p:sp>
        <p:sp>
          <p:nvSpPr>
            <p:cNvPr id="174" name="Density voxel cell">
              <a:extLst>
                <a:ext uri="{FF2B5EF4-FFF2-40B4-BE49-F238E27FC236}">
                  <a16:creationId xmlns:a16="http://schemas.microsoft.com/office/drawing/2014/main" id="{D79F7988-6E54-A275-98D1-5A8597F0CD75}"/>
                </a:ext>
              </a:extLst>
            </p:cNvPr>
            <p:cNvSpPr/>
            <p:nvPr/>
          </p:nvSpPr>
          <p:spPr>
            <a:xfrm>
              <a:off x="1248195" y="3032607"/>
              <a:ext cx="20277" cy="17291"/>
            </a:xfrm>
            <a:prstGeom prst="rect">
              <a:avLst/>
            </a:prstGeom>
            <a:solidFill>
              <a:srgbClr val="72A9CF"/>
            </a:solidFill>
            <a:ln w="4599" cap="rnd" cmpd="sng" algn="ctr">
              <a:noFill/>
              <a:prstDash val="solid"/>
              <a:round/>
              <a:headEnd type="none" w="med" len="med"/>
              <a:tailEnd type="none" w="med" len="med"/>
            </a:ln>
            <a:effectLst/>
          </p:spPr>
        </p:sp>
        <p:sp>
          <p:nvSpPr>
            <p:cNvPr id="175" name="Density voxel cell">
              <a:extLst>
                <a:ext uri="{FF2B5EF4-FFF2-40B4-BE49-F238E27FC236}">
                  <a16:creationId xmlns:a16="http://schemas.microsoft.com/office/drawing/2014/main" id="{3025CE9C-A45C-236F-9071-2EABD11D38DE}"/>
                </a:ext>
              </a:extLst>
            </p:cNvPr>
            <p:cNvSpPr/>
            <p:nvPr/>
          </p:nvSpPr>
          <p:spPr>
            <a:xfrm>
              <a:off x="1270772" y="3032607"/>
              <a:ext cx="20277" cy="17291"/>
            </a:xfrm>
            <a:prstGeom prst="rect">
              <a:avLst/>
            </a:prstGeom>
            <a:solidFill>
              <a:srgbClr val="78ACD1"/>
            </a:solidFill>
            <a:ln w="4599" cap="rnd" cmpd="sng" algn="ctr">
              <a:noFill/>
              <a:prstDash val="solid"/>
              <a:round/>
              <a:headEnd type="none" w="med" len="med"/>
              <a:tailEnd type="none" w="med" len="med"/>
            </a:ln>
            <a:effectLst/>
          </p:spPr>
        </p:sp>
        <p:sp>
          <p:nvSpPr>
            <p:cNvPr id="176" name="Density voxel cell">
              <a:extLst>
                <a:ext uri="{FF2B5EF4-FFF2-40B4-BE49-F238E27FC236}">
                  <a16:creationId xmlns:a16="http://schemas.microsoft.com/office/drawing/2014/main" id="{0AE665CC-128F-FA9F-7B0D-D6A82D94F792}"/>
                </a:ext>
              </a:extLst>
            </p:cNvPr>
            <p:cNvSpPr/>
            <p:nvPr/>
          </p:nvSpPr>
          <p:spPr>
            <a:xfrm>
              <a:off x="1293349" y="3032607"/>
              <a:ext cx="20277" cy="17291"/>
            </a:xfrm>
            <a:prstGeom prst="rect">
              <a:avLst/>
            </a:prstGeom>
            <a:solidFill>
              <a:srgbClr val="9CC3DE"/>
            </a:solidFill>
            <a:ln w="4599" cap="rnd" cmpd="sng" algn="ctr">
              <a:noFill/>
              <a:prstDash val="solid"/>
              <a:round/>
              <a:headEnd type="none" w="med" len="med"/>
              <a:tailEnd type="none" w="med" len="med"/>
            </a:ln>
            <a:effectLst/>
          </p:spPr>
        </p:sp>
        <p:sp>
          <p:nvSpPr>
            <p:cNvPr id="177" name="Density voxel cell">
              <a:extLst>
                <a:ext uri="{FF2B5EF4-FFF2-40B4-BE49-F238E27FC236}">
                  <a16:creationId xmlns:a16="http://schemas.microsoft.com/office/drawing/2014/main" id="{FEA6CE90-C862-1C07-1285-808E319995AC}"/>
                </a:ext>
              </a:extLst>
            </p:cNvPr>
            <p:cNvSpPr/>
            <p:nvPr/>
          </p:nvSpPr>
          <p:spPr>
            <a:xfrm>
              <a:off x="1315926" y="3032607"/>
              <a:ext cx="20277" cy="17291"/>
            </a:xfrm>
            <a:prstGeom prst="rect">
              <a:avLst/>
            </a:prstGeom>
            <a:solidFill>
              <a:srgbClr val="BDD7E9"/>
            </a:solidFill>
            <a:ln w="4599" cap="rnd" cmpd="sng" algn="ctr">
              <a:noFill/>
              <a:prstDash val="solid"/>
              <a:round/>
              <a:headEnd type="none" w="med" len="med"/>
              <a:tailEnd type="none" w="med" len="med"/>
            </a:ln>
            <a:effectLst/>
          </p:spPr>
        </p:sp>
        <p:sp>
          <p:nvSpPr>
            <p:cNvPr id="178" name="Density voxel cell">
              <a:extLst>
                <a:ext uri="{FF2B5EF4-FFF2-40B4-BE49-F238E27FC236}">
                  <a16:creationId xmlns:a16="http://schemas.microsoft.com/office/drawing/2014/main" id="{5E1D3F84-F19E-6846-EDD1-AA1C15226817}"/>
                </a:ext>
              </a:extLst>
            </p:cNvPr>
            <p:cNvSpPr/>
            <p:nvPr/>
          </p:nvSpPr>
          <p:spPr>
            <a:xfrm>
              <a:off x="1338503" y="3032607"/>
              <a:ext cx="20277" cy="17291"/>
            </a:xfrm>
            <a:prstGeom prst="rect">
              <a:avLst/>
            </a:prstGeom>
            <a:solidFill>
              <a:srgbClr val="D2E4F1"/>
            </a:solidFill>
            <a:ln w="4599" cap="rnd" cmpd="sng" algn="ctr">
              <a:noFill/>
              <a:prstDash val="solid"/>
              <a:round/>
              <a:headEnd type="none" w="med" len="med"/>
              <a:tailEnd type="none" w="med" len="med"/>
            </a:ln>
            <a:effectLst/>
          </p:spPr>
        </p:sp>
        <p:sp>
          <p:nvSpPr>
            <p:cNvPr id="179" name="Density voxel cell">
              <a:extLst>
                <a:ext uri="{FF2B5EF4-FFF2-40B4-BE49-F238E27FC236}">
                  <a16:creationId xmlns:a16="http://schemas.microsoft.com/office/drawing/2014/main" id="{E83125CD-EFD0-9BCE-34C6-B07A0A1A52F0}"/>
                </a:ext>
              </a:extLst>
            </p:cNvPr>
            <p:cNvSpPr/>
            <p:nvPr/>
          </p:nvSpPr>
          <p:spPr>
            <a:xfrm>
              <a:off x="1361080" y="3032607"/>
              <a:ext cx="20277" cy="17291"/>
            </a:xfrm>
            <a:prstGeom prst="rect">
              <a:avLst/>
            </a:prstGeom>
            <a:solidFill>
              <a:srgbClr val="E5F0F8"/>
            </a:solidFill>
            <a:ln w="4599" cap="rnd" cmpd="sng" algn="ctr">
              <a:noFill/>
              <a:prstDash val="solid"/>
              <a:round/>
              <a:headEnd type="none" w="med" len="med"/>
              <a:tailEnd type="none" w="med" len="med"/>
            </a:ln>
            <a:effectLst/>
          </p:spPr>
        </p:sp>
        <p:sp>
          <p:nvSpPr>
            <p:cNvPr id="180" name="Density voxel cell">
              <a:extLst>
                <a:ext uri="{FF2B5EF4-FFF2-40B4-BE49-F238E27FC236}">
                  <a16:creationId xmlns:a16="http://schemas.microsoft.com/office/drawing/2014/main" id="{C9F65B22-FFBE-3683-2EC3-58135A9810CD}"/>
                </a:ext>
              </a:extLst>
            </p:cNvPr>
            <p:cNvSpPr/>
            <p:nvPr/>
          </p:nvSpPr>
          <p:spPr>
            <a:xfrm>
              <a:off x="1383657" y="3032607"/>
              <a:ext cx="20277" cy="17291"/>
            </a:xfrm>
            <a:prstGeom prst="rect">
              <a:avLst/>
            </a:prstGeom>
            <a:solidFill>
              <a:srgbClr val="F2F8FC"/>
            </a:solidFill>
            <a:ln w="4599" cap="rnd" cmpd="sng" algn="ctr">
              <a:noFill/>
              <a:prstDash val="solid"/>
              <a:round/>
              <a:headEnd type="none" w="med" len="med"/>
              <a:tailEnd type="none" w="med" len="med"/>
            </a:ln>
            <a:effectLst/>
          </p:spPr>
        </p:sp>
        <p:sp>
          <p:nvSpPr>
            <p:cNvPr id="181" name="Density voxel cell">
              <a:extLst>
                <a:ext uri="{FF2B5EF4-FFF2-40B4-BE49-F238E27FC236}">
                  <a16:creationId xmlns:a16="http://schemas.microsoft.com/office/drawing/2014/main" id="{2361F1F5-5F63-35A6-52B0-09223E36E208}"/>
                </a:ext>
              </a:extLst>
            </p:cNvPr>
            <p:cNvSpPr/>
            <p:nvPr/>
          </p:nvSpPr>
          <p:spPr>
            <a:xfrm>
              <a:off x="1406234" y="3032607"/>
              <a:ext cx="20277" cy="17291"/>
            </a:xfrm>
            <a:prstGeom prst="rect">
              <a:avLst/>
            </a:prstGeom>
            <a:solidFill>
              <a:srgbClr val="F6FBFE"/>
            </a:solidFill>
            <a:ln w="4599" cap="rnd" cmpd="sng" algn="ctr">
              <a:noFill/>
              <a:prstDash val="solid"/>
              <a:round/>
              <a:headEnd type="none" w="med" len="med"/>
              <a:tailEnd type="none" w="med" len="med"/>
            </a:ln>
            <a:effectLst/>
          </p:spPr>
        </p:sp>
        <p:sp>
          <p:nvSpPr>
            <p:cNvPr id="182" name="Density voxel cell">
              <a:extLst>
                <a:ext uri="{FF2B5EF4-FFF2-40B4-BE49-F238E27FC236}">
                  <a16:creationId xmlns:a16="http://schemas.microsoft.com/office/drawing/2014/main" id="{FB84A6FB-0C1A-E1FB-7D56-BEA2E7165FF8}"/>
                </a:ext>
              </a:extLst>
            </p:cNvPr>
            <p:cNvSpPr/>
            <p:nvPr/>
          </p:nvSpPr>
          <p:spPr>
            <a:xfrm>
              <a:off x="1180465" y="3052198"/>
              <a:ext cx="20277" cy="17291"/>
            </a:xfrm>
            <a:prstGeom prst="rect">
              <a:avLst/>
            </a:prstGeom>
            <a:solidFill>
              <a:srgbClr val="EDF5FA"/>
            </a:solidFill>
            <a:ln w="4599" cap="rnd" cmpd="sng" algn="ctr">
              <a:noFill/>
              <a:prstDash val="solid"/>
              <a:round/>
              <a:headEnd type="none" w="med" len="med"/>
              <a:tailEnd type="none" w="med" len="med"/>
            </a:ln>
            <a:effectLst/>
          </p:spPr>
        </p:sp>
        <p:sp>
          <p:nvSpPr>
            <p:cNvPr id="183" name="Density voxel cell">
              <a:extLst>
                <a:ext uri="{FF2B5EF4-FFF2-40B4-BE49-F238E27FC236}">
                  <a16:creationId xmlns:a16="http://schemas.microsoft.com/office/drawing/2014/main" id="{0B452EFE-49D3-B8D7-5845-9FF2877FD6E7}"/>
                </a:ext>
              </a:extLst>
            </p:cNvPr>
            <p:cNvSpPr/>
            <p:nvPr/>
          </p:nvSpPr>
          <p:spPr>
            <a:xfrm>
              <a:off x="1203042" y="3052198"/>
              <a:ext cx="20277" cy="17291"/>
            </a:xfrm>
            <a:prstGeom prst="rect">
              <a:avLst/>
            </a:prstGeom>
            <a:solidFill>
              <a:srgbClr val="D9E9F4"/>
            </a:solidFill>
            <a:ln w="4599" cap="rnd" cmpd="sng" algn="ctr">
              <a:noFill/>
              <a:prstDash val="solid"/>
              <a:round/>
              <a:headEnd type="none" w="med" len="med"/>
              <a:tailEnd type="none" w="med" len="med"/>
            </a:ln>
            <a:effectLst/>
          </p:spPr>
        </p:sp>
        <p:sp>
          <p:nvSpPr>
            <p:cNvPr id="184" name="Density voxel cell">
              <a:extLst>
                <a:ext uri="{FF2B5EF4-FFF2-40B4-BE49-F238E27FC236}">
                  <a16:creationId xmlns:a16="http://schemas.microsoft.com/office/drawing/2014/main" id="{0FDB8035-0DC0-5DFE-5366-6E292F265FEB}"/>
                </a:ext>
              </a:extLst>
            </p:cNvPr>
            <p:cNvSpPr/>
            <p:nvPr/>
          </p:nvSpPr>
          <p:spPr>
            <a:xfrm>
              <a:off x="1225619" y="3052198"/>
              <a:ext cx="20277" cy="17291"/>
            </a:xfrm>
            <a:prstGeom prst="rect">
              <a:avLst/>
            </a:prstGeom>
            <a:solidFill>
              <a:srgbClr val="BDD7E9"/>
            </a:solidFill>
            <a:ln w="4599" cap="rnd" cmpd="sng" algn="ctr">
              <a:noFill/>
              <a:prstDash val="solid"/>
              <a:round/>
              <a:headEnd type="none" w="med" len="med"/>
              <a:tailEnd type="none" w="med" len="med"/>
            </a:ln>
            <a:effectLst/>
          </p:spPr>
        </p:sp>
        <p:sp>
          <p:nvSpPr>
            <p:cNvPr id="185" name="Density voxel cell">
              <a:extLst>
                <a:ext uri="{FF2B5EF4-FFF2-40B4-BE49-F238E27FC236}">
                  <a16:creationId xmlns:a16="http://schemas.microsoft.com/office/drawing/2014/main" id="{A0197778-3C7F-9E6B-47D8-DAC3CE347487}"/>
                </a:ext>
              </a:extLst>
            </p:cNvPr>
            <p:cNvSpPr/>
            <p:nvPr/>
          </p:nvSpPr>
          <p:spPr>
            <a:xfrm>
              <a:off x="1248195" y="3052198"/>
              <a:ext cx="20277" cy="17291"/>
            </a:xfrm>
            <a:prstGeom prst="rect">
              <a:avLst/>
            </a:prstGeom>
            <a:solidFill>
              <a:srgbClr val="A7C9E2"/>
            </a:solidFill>
            <a:ln w="4599" cap="rnd" cmpd="sng" algn="ctr">
              <a:noFill/>
              <a:prstDash val="solid"/>
              <a:round/>
              <a:headEnd type="none" w="med" len="med"/>
              <a:tailEnd type="none" w="med" len="med"/>
            </a:ln>
            <a:effectLst/>
          </p:spPr>
        </p:sp>
        <p:sp>
          <p:nvSpPr>
            <p:cNvPr id="186" name="Density voxel cell">
              <a:extLst>
                <a:ext uri="{FF2B5EF4-FFF2-40B4-BE49-F238E27FC236}">
                  <a16:creationId xmlns:a16="http://schemas.microsoft.com/office/drawing/2014/main" id="{987C99AA-69B9-C9F5-45A6-408AA2C986F3}"/>
                </a:ext>
              </a:extLst>
            </p:cNvPr>
            <p:cNvSpPr/>
            <p:nvPr/>
          </p:nvSpPr>
          <p:spPr>
            <a:xfrm>
              <a:off x="1270772" y="3052198"/>
              <a:ext cx="20277" cy="17291"/>
            </a:xfrm>
            <a:prstGeom prst="rect">
              <a:avLst/>
            </a:prstGeom>
            <a:solidFill>
              <a:srgbClr val="A5C8E1"/>
            </a:solidFill>
            <a:ln w="4599" cap="rnd" cmpd="sng" algn="ctr">
              <a:noFill/>
              <a:prstDash val="solid"/>
              <a:round/>
              <a:headEnd type="none" w="med" len="med"/>
              <a:tailEnd type="none" w="med" len="med"/>
            </a:ln>
            <a:effectLst/>
          </p:spPr>
        </p:sp>
        <p:sp>
          <p:nvSpPr>
            <p:cNvPr id="187" name="Density voxel cell">
              <a:extLst>
                <a:ext uri="{FF2B5EF4-FFF2-40B4-BE49-F238E27FC236}">
                  <a16:creationId xmlns:a16="http://schemas.microsoft.com/office/drawing/2014/main" id="{BA4E2FDF-B3FA-147B-FA94-2FD9346B0D93}"/>
                </a:ext>
              </a:extLst>
            </p:cNvPr>
            <p:cNvSpPr/>
            <p:nvPr/>
          </p:nvSpPr>
          <p:spPr>
            <a:xfrm>
              <a:off x="1293349" y="3052198"/>
              <a:ext cx="20277" cy="17291"/>
            </a:xfrm>
            <a:prstGeom prst="rect">
              <a:avLst/>
            </a:prstGeom>
            <a:solidFill>
              <a:srgbClr val="A8CAE2"/>
            </a:solidFill>
            <a:ln w="4599" cap="rnd" cmpd="sng" algn="ctr">
              <a:noFill/>
              <a:prstDash val="solid"/>
              <a:round/>
              <a:headEnd type="none" w="med" len="med"/>
              <a:tailEnd type="none" w="med" len="med"/>
            </a:ln>
            <a:effectLst/>
          </p:spPr>
        </p:sp>
        <p:sp>
          <p:nvSpPr>
            <p:cNvPr id="188" name="Density voxel cell">
              <a:extLst>
                <a:ext uri="{FF2B5EF4-FFF2-40B4-BE49-F238E27FC236}">
                  <a16:creationId xmlns:a16="http://schemas.microsoft.com/office/drawing/2014/main" id="{D46DBE3C-BEA2-20BE-E8E2-2B6AC76CC48F}"/>
                </a:ext>
              </a:extLst>
            </p:cNvPr>
            <p:cNvSpPr/>
            <p:nvPr/>
          </p:nvSpPr>
          <p:spPr>
            <a:xfrm>
              <a:off x="1315926" y="3052198"/>
              <a:ext cx="20277" cy="17291"/>
            </a:xfrm>
            <a:prstGeom prst="rect">
              <a:avLst/>
            </a:prstGeom>
            <a:solidFill>
              <a:srgbClr val="9BC2DE"/>
            </a:solidFill>
            <a:ln w="4599" cap="rnd" cmpd="sng" algn="ctr">
              <a:noFill/>
              <a:prstDash val="solid"/>
              <a:round/>
              <a:headEnd type="none" w="med" len="med"/>
              <a:tailEnd type="none" w="med" len="med"/>
            </a:ln>
            <a:effectLst/>
          </p:spPr>
        </p:sp>
        <p:sp>
          <p:nvSpPr>
            <p:cNvPr id="189" name="Density voxel cell">
              <a:extLst>
                <a:ext uri="{FF2B5EF4-FFF2-40B4-BE49-F238E27FC236}">
                  <a16:creationId xmlns:a16="http://schemas.microsoft.com/office/drawing/2014/main" id="{EFBFDB7C-B1C8-DCAC-453D-03D3964A62E7}"/>
                </a:ext>
              </a:extLst>
            </p:cNvPr>
            <p:cNvSpPr/>
            <p:nvPr/>
          </p:nvSpPr>
          <p:spPr>
            <a:xfrm>
              <a:off x="1338503" y="3052198"/>
              <a:ext cx="20277" cy="17291"/>
            </a:xfrm>
            <a:prstGeom prst="rect">
              <a:avLst/>
            </a:prstGeom>
            <a:solidFill>
              <a:srgbClr val="9DC3DE"/>
            </a:solidFill>
            <a:ln w="4599" cap="rnd" cmpd="sng" algn="ctr">
              <a:noFill/>
              <a:prstDash val="solid"/>
              <a:round/>
              <a:headEnd type="none" w="med" len="med"/>
              <a:tailEnd type="none" w="med" len="med"/>
            </a:ln>
            <a:effectLst/>
          </p:spPr>
        </p:sp>
        <p:sp>
          <p:nvSpPr>
            <p:cNvPr id="190" name="Density voxel cell">
              <a:extLst>
                <a:ext uri="{FF2B5EF4-FFF2-40B4-BE49-F238E27FC236}">
                  <a16:creationId xmlns:a16="http://schemas.microsoft.com/office/drawing/2014/main" id="{4C47AD83-2EBE-D266-B62C-F4E7DD877691}"/>
                </a:ext>
              </a:extLst>
            </p:cNvPr>
            <p:cNvSpPr/>
            <p:nvPr/>
          </p:nvSpPr>
          <p:spPr>
            <a:xfrm>
              <a:off x="1361080" y="3052198"/>
              <a:ext cx="20277" cy="17291"/>
            </a:xfrm>
            <a:prstGeom prst="rect">
              <a:avLst/>
            </a:prstGeom>
            <a:solidFill>
              <a:srgbClr val="C4DBEC"/>
            </a:solidFill>
            <a:ln w="4599" cap="rnd" cmpd="sng" algn="ctr">
              <a:noFill/>
              <a:prstDash val="solid"/>
              <a:round/>
              <a:headEnd type="none" w="med" len="med"/>
              <a:tailEnd type="none" w="med" len="med"/>
            </a:ln>
            <a:effectLst/>
          </p:spPr>
        </p:sp>
        <p:sp>
          <p:nvSpPr>
            <p:cNvPr id="191" name="Density voxel cell">
              <a:extLst>
                <a:ext uri="{FF2B5EF4-FFF2-40B4-BE49-F238E27FC236}">
                  <a16:creationId xmlns:a16="http://schemas.microsoft.com/office/drawing/2014/main" id="{6DDB0CFF-B0B7-4D03-6378-A9A335C2EC35}"/>
                </a:ext>
              </a:extLst>
            </p:cNvPr>
            <p:cNvSpPr/>
            <p:nvPr/>
          </p:nvSpPr>
          <p:spPr>
            <a:xfrm>
              <a:off x="1383657" y="3052198"/>
              <a:ext cx="20277" cy="17291"/>
            </a:xfrm>
            <a:prstGeom prst="rect">
              <a:avLst/>
            </a:prstGeom>
            <a:solidFill>
              <a:srgbClr val="E8F2F9"/>
            </a:solidFill>
            <a:ln w="4599" cap="rnd" cmpd="sng" algn="ctr">
              <a:noFill/>
              <a:prstDash val="solid"/>
              <a:round/>
              <a:headEnd type="none" w="med" len="med"/>
              <a:tailEnd type="none" w="med" len="med"/>
            </a:ln>
            <a:effectLst/>
          </p:spPr>
        </p:sp>
        <p:sp>
          <p:nvSpPr>
            <p:cNvPr id="192" name="Density voxel cell">
              <a:extLst>
                <a:ext uri="{FF2B5EF4-FFF2-40B4-BE49-F238E27FC236}">
                  <a16:creationId xmlns:a16="http://schemas.microsoft.com/office/drawing/2014/main" id="{ADB639B6-C644-5534-338F-E7CCE2EBCA84}"/>
                </a:ext>
              </a:extLst>
            </p:cNvPr>
            <p:cNvSpPr/>
            <p:nvPr/>
          </p:nvSpPr>
          <p:spPr>
            <a:xfrm>
              <a:off x="1406234" y="3052198"/>
              <a:ext cx="20277" cy="17291"/>
            </a:xfrm>
            <a:prstGeom prst="rect">
              <a:avLst/>
            </a:prstGeom>
            <a:solidFill>
              <a:srgbClr val="F5FAFD"/>
            </a:solidFill>
            <a:ln w="4599" cap="rnd" cmpd="sng" algn="ctr">
              <a:noFill/>
              <a:prstDash val="solid"/>
              <a:round/>
              <a:headEnd type="none" w="med" len="med"/>
              <a:tailEnd type="none" w="med" len="med"/>
            </a:ln>
            <a:effectLst/>
          </p:spPr>
        </p:sp>
        <p:sp>
          <p:nvSpPr>
            <p:cNvPr id="193" name="Density voxel cell">
              <a:extLst>
                <a:ext uri="{FF2B5EF4-FFF2-40B4-BE49-F238E27FC236}">
                  <a16:creationId xmlns:a16="http://schemas.microsoft.com/office/drawing/2014/main" id="{F0FF42AB-4A20-ACEC-842A-C49E1C90F291}"/>
                </a:ext>
              </a:extLst>
            </p:cNvPr>
            <p:cNvSpPr/>
            <p:nvPr/>
          </p:nvSpPr>
          <p:spPr>
            <a:xfrm>
              <a:off x="1180465" y="3071789"/>
              <a:ext cx="20277" cy="17291"/>
            </a:xfrm>
            <a:prstGeom prst="rect">
              <a:avLst/>
            </a:prstGeom>
            <a:solidFill>
              <a:srgbClr val="F2F8FC"/>
            </a:solidFill>
            <a:ln w="4599" cap="rnd" cmpd="sng" algn="ctr">
              <a:noFill/>
              <a:prstDash val="solid"/>
              <a:round/>
              <a:headEnd type="none" w="med" len="med"/>
              <a:tailEnd type="none" w="med" len="med"/>
            </a:ln>
            <a:effectLst/>
          </p:spPr>
        </p:sp>
        <p:sp>
          <p:nvSpPr>
            <p:cNvPr id="194" name="Density voxel cell">
              <a:extLst>
                <a:ext uri="{FF2B5EF4-FFF2-40B4-BE49-F238E27FC236}">
                  <a16:creationId xmlns:a16="http://schemas.microsoft.com/office/drawing/2014/main" id="{F76A7C32-7FFE-22DB-BF99-4B80BD3ABCE7}"/>
                </a:ext>
              </a:extLst>
            </p:cNvPr>
            <p:cNvSpPr/>
            <p:nvPr/>
          </p:nvSpPr>
          <p:spPr>
            <a:xfrm>
              <a:off x="1203042" y="3071789"/>
              <a:ext cx="20277" cy="17291"/>
            </a:xfrm>
            <a:prstGeom prst="rect">
              <a:avLst/>
            </a:prstGeom>
            <a:solidFill>
              <a:srgbClr val="E9F2F9"/>
            </a:solidFill>
            <a:ln w="4599" cap="rnd" cmpd="sng" algn="ctr">
              <a:noFill/>
              <a:prstDash val="solid"/>
              <a:round/>
              <a:headEnd type="none" w="med" len="med"/>
              <a:tailEnd type="none" w="med" len="med"/>
            </a:ln>
            <a:effectLst/>
          </p:spPr>
        </p:sp>
        <p:sp>
          <p:nvSpPr>
            <p:cNvPr id="195" name="Density voxel cell">
              <a:extLst>
                <a:ext uri="{FF2B5EF4-FFF2-40B4-BE49-F238E27FC236}">
                  <a16:creationId xmlns:a16="http://schemas.microsoft.com/office/drawing/2014/main" id="{C390261F-5DB5-7257-F04E-DFB2C1E47954}"/>
                </a:ext>
              </a:extLst>
            </p:cNvPr>
            <p:cNvSpPr/>
            <p:nvPr/>
          </p:nvSpPr>
          <p:spPr>
            <a:xfrm>
              <a:off x="1225619" y="3071789"/>
              <a:ext cx="20277" cy="17291"/>
            </a:xfrm>
            <a:prstGeom prst="rect">
              <a:avLst/>
            </a:prstGeom>
            <a:solidFill>
              <a:srgbClr val="DBEAF4"/>
            </a:solidFill>
            <a:ln w="4599" cap="rnd" cmpd="sng" algn="ctr">
              <a:noFill/>
              <a:prstDash val="solid"/>
              <a:round/>
              <a:headEnd type="none" w="med" len="med"/>
              <a:tailEnd type="none" w="med" len="med"/>
            </a:ln>
            <a:effectLst/>
          </p:spPr>
        </p:sp>
        <p:sp>
          <p:nvSpPr>
            <p:cNvPr id="196" name="Density voxel cell">
              <a:extLst>
                <a:ext uri="{FF2B5EF4-FFF2-40B4-BE49-F238E27FC236}">
                  <a16:creationId xmlns:a16="http://schemas.microsoft.com/office/drawing/2014/main" id="{E44EB6DA-5A90-65E6-2332-922FD555C953}"/>
                </a:ext>
              </a:extLst>
            </p:cNvPr>
            <p:cNvSpPr/>
            <p:nvPr/>
          </p:nvSpPr>
          <p:spPr>
            <a:xfrm>
              <a:off x="1248195" y="3071789"/>
              <a:ext cx="20277" cy="17291"/>
            </a:xfrm>
            <a:prstGeom prst="rect">
              <a:avLst/>
            </a:prstGeom>
            <a:solidFill>
              <a:srgbClr val="D0E3F0"/>
            </a:solidFill>
            <a:ln w="4599" cap="rnd" cmpd="sng" algn="ctr">
              <a:noFill/>
              <a:prstDash val="solid"/>
              <a:round/>
              <a:headEnd type="none" w="med" len="med"/>
              <a:tailEnd type="none" w="med" len="med"/>
            </a:ln>
            <a:effectLst/>
          </p:spPr>
        </p:sp>
        <p:sp>
          <p:nvSpPr>
            <p:cNvPr id="197" name="Density voxel cell">
              <a:extLst>
                <a:ext uri="{FF2B5EF4-FFF2-40B4-BE49-F238E27FC236}">
                  <a16:creationId xmlns:a16="http://schemas.microsoft.com/office/drawing/2014/main" id="{3B8F5E53-2562-620B-C3DC-EC1CFD4F6BB9}"/>
                </a:ext>
              </a:extLst>
            </p:cNvPr>
            <p:cNvSpPr/>
            <p:nvPr/>
          </p:nvSpPr>
          <p:spPr>
            <a:xfrm>
              <a:off x="1270772" y="3071789"/>
              <a:ext cx="20277" cy="17291"/>
            </a:xfrm>
            <a:prstGeom prst="rect">
              <a:avLst/>
            </a:prstGeom>
            <a:solidFill>
              <a:srgbClr val="C9DEEE"/>
            </a:solidFill>
            <a:ln w="4599" cap="rnd" cmpd="sng" algn="ctr">
              <a:noFill/>
              <a:prstDash val="solid"/>
              <a:round/>
              <a:headEnd type="none" w="med" len="med"/>
              <a:tailEnd type="none" w="med" len="med"/>
            </a:ln>
            <a:effectLst/>
          </p:spPr>
        </p:sp>
        <p:sp>
          <p:nvSpPr>
            <p:cNvPr id="198" name="Density voxel cell">
              <a:extLst>
                <a:ext uri="{FF2B5EF4-FFF2-40B4-BE49-F238E27FC236}">
                  <a16:creationId xmlns:a16="http://schemas.microsoft.com/office/drawing/2014/main" id="{233CD169-FEBD-C7E5-0057-F42B230601EB}"/>
                </a:ext>
              </a:extLst>
            </p:cNvPr>
            <p:cNvSpPr/>
            <p:nvPr/>
          </p:nvSpPr>
          <p:spPr>
            <a:xfrm>
              <a:off x="1293349" y="3071789"/>
              <a:ext cx="20277" cy="17291"/>
            </a:xfrm>
            <a:prstGeom prst="rect">
              <a:avLst/>
            </a:prstGeom>
            <a:solidFill>
              <a:srgbClr val="AECDE4"/>
            </a:solidFill>
            <a:ln w="4599" cap="rnd" cmpd="sng" algn="ctr">
              <a:noFill/>
              <a:prstDash val="solid"/>
              <a:round/>
              <a:headEnd type="none" w="med" len="med"/>
              <a:tailEnd type="none" w="med" len="med"/>
            </a:ln>
            <a:effectLst/>
          </p:spPr>
        </p:sp>
        <p:sp>
          <p:nvSpPr>
            <p:cNvPr id="199" name="Density voxel cell">
              <a:extLst>
                <a:ext uri="{FF2B5EF4-FFF2-40B4-BE49-F238E27FC236}">
                  <a16:creationId xmlns:a16="http://schemas.microsoft.com/office/drawing/2014/main" id="{A78B04AD-B49C-B575-DB43-6D90B8CA84E8}"/>
                </a:ext>
              </a:extLst>
            </p:cNvPr>
            <p:cNvSpPr/>
            <p:nvPr/>
          </p:nvSpPr>
          <p:spPr>
            <a:xfrm>
              <a:off x="1315926" y="3071789"/>
              <a:ext cx="20277" cy="17291"/>
            </a:xfrm>
            <a:prstGeom prst="rect">
              <a:avLst/>
            </a:prstGeom>
            <a:solidFill>
              <a:srgbClr val="76ABD0"/>
            </a:solidFill>
            <a:ln w="4599" cap="rnd" cmpd="sng" algn="ctr">
              <a:noFill/>
              <a:prstDash val="solid"/>
              <a:round/>
              <a:headEnd type="none" w="med" len="med"/>
              <a:tailEnd type="none" w="med" len="med"/>
            </a:ln>
            <a:effectLst/>
          </p:spPr>
        </p:sp>
        <p:sp>
          <p:nvSpPr>
            <p:cNvPr id="200" name="Density voxel cell">
              <a:extLst>
                <a:ext uri="{FF2B5EF4-FFF2-40B4-BE49-F238E27FC236}">
                  <a16:creationId xmlns:a16="http://schemas.microsoft.com/office/drawing/2014/main" id="{E373329B-E269-33B9-47CE-CBD9BD567DEE}"/>
                </a:ext>
              </a:extLst>
            </p:cNvPr>
            <p:cNvSpPr/>
            <p:nvPr/>
          </p:nvSpPr>
          <p:spPr>
            <a:xfrm>
              <a:off x="1338503" y="3071789"/>
              <a:ext cx="20277" cy="17291"/>
            </a:xfrm>
            <a:prstGeom prst="rect">
              <a:avLst/>
            </a:prstGeom>
            <a:solidFill>
              <a:srgbClr val="66A1CB"/>
            </a:solidFill>
            <a:ln w="4599" cap="rnd" cmpd="sng" algn="ctr">
              <a:noFill/>
              <a:prstDash val="solid"/>
              <a:round/>
              <a:headEnd type="none" w="med" len="med"/>
              <a:tailEnd type="none" w="med" len="med"/>
            </a:ln>
            <a:effectLst/>
          </p:spPr>
        </p:sp>
        <p:sp>
          <p:nvSpPr>
            <p:cNvPr id="201" name="Density voxel cell">
              <a:extLst>
                <a:ext uri="{FF2B5EF4-FFF2-40B4-BE49-F238E27FC236}">
                  <a16:creationId xmlns:a16="http://schemas.microsoft.com/office/drawing/2014/main" id="{89C9FB42-58FB-C06E-EF6F-6A4979B619DD}"/>
                </a:ext>
              </a:extLst>
            </p:cNvPr>
            <p:cNvSpPr/>
            <p:nvPr/>
          </p:nvSpPr>
          <p:spPr>
            <a:xfrm>
              <a:off x="1361080" y="3071789"/>
              <a:ext cx="20277" cy="17291"/>
            </a:xfrm>
            <a:prstGeom prst="rect">
              <a:avLst/>
            </a:prstGeom>
            <a:solidFill>
              <a:srgbClr val="A1C6E0"/>
            </a:solidFill>
            <a:ln w="4599" cap="rnd" cmpd="sng" algn="ctr">
              <a:noFill/>
              <a:prstDash val="solid"/>
              <a:round/>
              <a:headEnd type="none" w="med" len="med"/>
              <a:tailEnd type="none" w="med" len="med"/>
            </a:ln>
            <a:effectLst/>
          </p:spPr>
        </p:sp>
        <p:sp>
          <p:nvSpPr>
            <p:cNvPr id="202" name="Density voxel cell">
              <a:extLst>
                <a:ext uri="{FF2B5EF4-FFF2-40B4-BE49-F238E27FC236}">
                  <a16:creationId xmlns:a16="http://schemas.microsoft.com/office/drawing/2014/main" id="{E8E29BAB-F2E0-1C1F-885E-8286115BA070}"/>
                </a:ext>
              </a:extLst>
            </p:cNvPr>
            <p:cNvSpPr/>
            <p:nvPr/>
          </p:nvSpPr>
          <p:spPr>
            <a:xfrm>
              <a:off x="1383657" y="3071789"/>
              <a:ext cx="20277" cy="17291"/>
            </a:xfrm>
            <a:prstGeom prst="rect">
              <a:avLst/>
            </a:prstGeom>
            <a:solidFill>
              <a:srgbClr val="DDEBF5"/>
            </a:solidFill>
            <a:ln w="4599" cap="rnd" cmpd="sng" algn="ctr">
              <a:noFill/>
              <a:prstDash val="solid"/>
              <a:round/>
              <a:headEnd type="none" w="med" len="med"/>
              <a:tailEnd type="none" w="med" len="med"/>
            </a:ln>
            <a:effectLst/>
          </p:spPr>
        </p:sp>
        <p:sp>
          <p:nvSpPr>
            <p:cNvPr id="203" name="Density voxel cell">
              <a:extLst>
                <a:ext uri="{FF2B5EF4-FFF2-40B4-BE49-F238E27FC236}">
                  <a16:creationId xmlns:a16="http://schemas.microsoft.com/office/drawing/2014/main" id="{75D528CE-9C97-1CF6-8C79-C0F9962F0830}"/>
                </a:ext>
              </a:extLst>
            </p:cNvPr>
            <p:cNvSpPr/>
            <p:nvPr/>
          </p:nvSpPr>
          <p:spPr>
            <a:xfrm>
              <a:off x="1406234" y="3071789"/>
              <a:ext cx="20277" cy="17291"/>
            </a:xfrm>
            <a:prstGeom prst="rect">
              <a:avLst/>
            </a:prstGeom>
            <a:solidFill>
              <a:srgbClr val="F3F9FD"/>
            </a:solidFill>
            <a:ln w="4599" cap="rnd" cmpd="sng" algn="ctr">
              <a:noFill/>
              <a:prstDash val="solid"/>
              <a:round/>
              <a:headEnd type="none" w="med" len="med"/>
              <a:tailEnd type="none" w="med" len="med"/>
            </a:ln>
            <a:effectLst/>
          </p:spPr>
        </p:sp>
        <p:sp>
          <p:nvSpPr>
            <p:cNvPr id="204" name="Density voxel cell">
              <a:extLst>
                <a:ext uri="{FF2B5EF4-FFF2-40B4-BE49-F238E27FC236}">
                  <a16:creationId xmlns:a16="http://schemas.microsoft.com/office/drawing/2014/main" id="{02428E50-E939-8EF0-A73E-7EFF4C3BBE70}"/>
                </a:ext>
              </a:extLst>
            </p:cNvPr>
            <p:cNvSpPr/>
            <p:nvPr/>
          </p:nvSpPr>
          <p:spPr>
            <a:xfrm>
              <a:off x="1180465" y="3091379"/>
              <a:ext cx="20277" cy="17291"/>
            </a:xfrm>
            <a:prstGeom prst="rect">
              <a:avLst/>
            </a:prstGeom>
            <a:solidFill>
              <a:srgbClr val="F5FAFD"/>
            </a:solidFill>
            <a:ln w="4599" cap="rnd" cmpd="sng" algn="ctr">
              <a:noFill/>
              <a:prstDash val="solid"/>
              <a:round/>
              <a:headEnd type="none" w="med" len="med"/>
              <a:tailEnd type="none" w="med" len="med"/>
            </a:ln>
            <a:effectLst/>
          </p:spPr>
        </p:sp>
        <p:sp>
          <p:nvSpPr>
            <p:cNvPr id="205" name="Density voxel cell">
              <a:extLst>
                <a:ext uri="{FF2B5EF4-FFF2-40B4-BE49-F238E27FC236}">
                  <a16:creationId xmlns:a16="http://schemas.microsoft.com/office/drawing/2014/main" id="{F81743CA-F6DF-D91B-C3E8-BFE02C7351D0}"/>
                </a:ext>
              </a:extLst>
            </p:cNvPr>
            <p:cNvSpPr/>
            <p:nvPr/>
          </p:nvSpPr>
          <p:spPr>
            <a:xfrm>
              <a:off x="1203042" y="3091379"/>
              <a:ext cx="20277" cy="17291"/>
            </a:xfrm>
            <a:prstGeom prst="rect">
              <a:avLst/>
            </a:prstGeom>
            <a:solidFill>
              <a:srgbClr val="F2F8FC"/>
            </a:solidFill>
            <a:ln w="4599" cap="rnd" cmpd="sng" algn="ctr">
              <a:noFill/>
              <a:prstDash val="solid"/>
              <a:round/>
              <a:headEnd type="none" w="med" len="med"/>
              <a:tailEnd type="none" w="med" len="med"/>
            </a:ln>
            <a:effectLst/>
          </p:spPr>
        </p:sp>
        <p:sp>
          <p:nvSpPr>
            <p:cNvPr id="206" name="Density voxel cell">
              <a:extLst>
                <a:ext uri="{FF2B5EF4-FFF2-40B4-BE49-F238E27FC236}">
                  <a16:creationId xmlns:a16="http://schemas.microsoft.com/office/drawing/2014/main" id="{567B5E9B-8195-E7C2-DD90-053E494EA712}"/>
                </a:ext>
              </a:extLst>
            </p:cNvPr>
            <p:cNvSpPr/>
            <p:nvPr/>
          </p:nvSpPr>
          <p:spPr>
            <a:xfrm>
              <a:off x="1225619" y="3091379"/>
              <a:ext cx="20277" cy="17291"/>
            </a:xfrm>
            <a:prstGeom prst="rect">
              <a:avLst/>
            </a:prstGeom>
            <a:solidFill>
              <a:srgbClr val="EDF5FA"/>
            </a:solidFill>
            <a:ln w="4599" cap="rnd" cmpd="sng" algn="ctr">
              <a:noFill/>
              <a:prstDash val="solid"/>
              <a:round/>
              <a:headEnd type="none" w="med" len="med"/>
              <a:tailEnd type="none" w="med" len="med"/>
            </a:ln>
            <a:effectLst/>
          </p:spPr>
        </p:sp>
        <p:sp>
          <p:nvSpPr>
            <p:cNvPr id="207" name="Density voxel cell">
              <a:extLst>
                <a:ext uri="{FF2B5EF4-FFF2-40B4-BE49-F238E27FC236}">
                  <a16:creationId xmlns:a16="http://schemas.microsoft.com/office/drawing/2014/main" id="{437C888C-5EB4-D1D5-64CD-5B2D31ECBD1C}"/>
                </a:ext>
              </a:extLst>
            </p:cNvPr>
            <p:cNvSpPr/>
            <p:nvPr/>
          </p:nvSpPr>
          <p:spPr>
            <a:xfrm>
              <a:off x="1248195" y="3091379"/>
              <a:ext cx="20277" cy="17291"/>
            </a:xfrm>
            <a:prstGeom prst="rect">
              <a:avLst/>
            </a:prstGeom>
            <a:solidFill>
              <a:srgbClr val="E8F2F9"/>
            </a:solidFill>
            <a:ln w="4599" cap="rnd" cmpd="sng" algn="ctr">
              <a:noFill/>
              <a:prstDash val="solid"/>
              <a:round/>
              <a:headEnd type="none" w="med" len="med"/>
              <a:tailEnd type="none" w="med" len="med"/>
            </a:ln>
            <a:effectLst/>
          </p:spPr>
        </p:sp>
        <p:sp>
          <p:nvSpPr>
            <p:cNvPr id="208" name="Density voxel cell">
              <a:extLst>
                <a:ext uri="{FF2B5EF4-FFF2-40B4-BE49-F238E27FC236}">
                  <a16:creationId xmlns:a16="http://schemas.microsoft.com/office/drawing/2014/main" id="{67177DD2-52AD-D2DC-6B0C-CE46B5C8AB93}"/>
                </a:ext>
              </a:extLst>
            </p:cNvPr>
            <p:cNvSpPr/>
            <p:nvPr/>
          </p:nvSpPr>
          <p:spPr>
            <a:xfrm>
              <a:off x="1270772" y="3091379"/>
              <a:ext cx="20277" cy="17291"/>
            </a:xfrm>
            <a:prstGeom prst="rect">
              <a:avLst/>
            </a:prstGeom>
            <a:solidFill>
              <a:srgbClr val="E0EDF6"/>
            </a:solidFill>
            <a:ln w="4599" cap="rnd" cmpd="sng" algn="ctr">
              <a:noFill/>
              <a:prstDash val="solid"/>
              <a:round/>
              <a:headEnd type="none" w="med" len="med"/>
              <a:tailEnd type="none" w="med" len="med"/>
            </a:ln>
            <a:effectLst/>
          </p:spPr>
        </p:sp>
        <p:sp>
          <p:nvSpPr>
            <p:cNvPr id="209" name="Density voxel cell">
              <a:extLst>
                <a:ext uri="{FF2B5EF4-FFF2-40B4-BE49-F238E27FC236}">
                  <a16:creationId xmlns:a16="http://schemas.microsoft.com/office/drawing/2014/main" id="{390C67CD-39FD-A7A3-FF86-854A079F1972}"/>
                </a:ext>
              </a:extLst>
            </p:cNvPr>
            <p:cNvSpPr/>
            <p:nvPr/>
          </p:nvSpPr>
          <p:spPr>
            <a:xfrm>
              <a:off x="1293349" y="3091379"/>
              <a:ext cx="20277" cy="17291"/>
            </a:xfrm>
            <a:prstGeom prst="rect">
              <a:avLst/>
            </a:prstGeom>
            <a:solidFill>
              <a:srgbClr val="C2DAEB"/>
            </a:solidFill>
            <a:ln w="4599" cap="rnd" cmpd="sng" algn="ctr">
              <a:noFill/>
              <a:prstDash val="solid"/>
              <a:round/>
              <a:headEnd type="none" w="med" len="med"/>
              <a:tailEnd type="none" w="med" len="med"/>
            </a:ln>
            <a:effectLst/>
          </p:spPr>
        </p:sp>
        <p:sp>
          <p:nvSpPr>
            <p:cNvPr id="210" name="Density voxel cell">
              <a:extLst>
                <a:ext uri="{FF2B5EF4-FFF2-40B4-BE49-F238E27FC236}">
                  <a16:creationId xmlns:a16="http://schemas.microsoft.com/office/drawing/2014/main" id="{0472FD8B-8575-FB6E-536D-722A71488750}"/>
                </a:ext>
              </a:extLst>
            </p:cNvPr>
            <p:cNvSpPr/>
            <p:nvPr/>
          </p:nvSpPr>
          <p:spPr>
            <a:xfrm>
              <a:off x="1315926" y="3091379"/>
              <a:ext cx="20277" cy="17291"/>
            </a:xfrm>
            <a:prstGeom prst="rect">
              <a:avLst/>
            </a:prstGeom>
            <a:solidFill>
              <a:srgbClr val="8AB8D8"/>
            </a:solidFill>
            <a:ln w="4599" cap="rnd" cmpd="sng" algn="ctr">
              <a:noFill/>
              <a:prstDash val="solid"/>
              <a:round/>
              <a:headEnd type="none" w="med" len="med"/>
              <a:tailEnd type="none" w="med" len="med"/>
            </a:ln>
            <a:effectLst/>
          </p:spPr>
        </p:sp>
        <p:sp>
          <p:nvSpPr>
            <p:cNvPr id="211" name="Density voxel cell">
              <a:extLst>
                <a:ext uri="{FF2B5EF4-FFF2-40B4-BE49-F238E27FC236}">
                  <a16:creationId xmlns:a16="http://schemas.microsoft.com/office/drawing/2014/main" id="{1B9485FE-010C-F221-370D-F35EA3A77FD7}"/>
                </a:ext>
              </a:extLst>
            </p:cNvPr>
            <p:cNvSpPr/>
            <p:nvPr/>
          </p:nvSpPr>
          <p:spPr>
            <a:xfrm>
              <a:off x="1338503" y="3091379"/>
              <a:ext cx="20277" cy="17291"/>
            </a:xfrm>
            <a:prstGeom prst="rect">
              <a:avLst/>
            </a:prstGeom>
            <a:solidFill>
              <a:srgbClr val="78ACD1"/>
            </a:solidFill>
            <a:ln w="4599" cap="rnd" cmpd="sng" algn="ctr">
              <a:noFill/>
              <a:prstDash val="solid"/>
              <a:round/>
              <a:headEnd type="none" w="med" len="med"/>
              <a:tailEnd type="none" w="med" len="med"/>
            </a:ln>
            <a:effectLst/>
          </p:spPr>
        </p:sp>
        <p:sp>
          <p:nvSpPr>
            <p:cNvPr id="212" name="Density voxel cell">
              <a:extLst>
                <a:ext uri="{FF2B5EF4-FFF2-40B4-BE49-F238E27FC236}">
                  <a16:creationId xmlns:a16="http://schemas.microsoft.com/office/drawing/2014/main" id="{E4F281DC-25B5-EEB5-0A4C-71BF432C1AF2}"/>
                </a:ext>
              </a:extLst>
            </p:cNvPr>
            <p:cNvSpPr/>
            <p:nvPr/>
          </p:nvSpPr>
          <p:spPr>
            <a:xfrm>
              <a:off x="1361080" y="3091379"/>
              <a:ext cx="20277" cy="17291"/>
            </a:xfrm>
            <a:prstGeom prst="rect">
              <a:avLst/>
            </a:prstGeom>
            <a:solidFill>
              <a:srgbClr val="ABCCE3"/>
            </a:solidFill>
            <a:ln w="4599" cap="rnd" cmpd="sng" algn="ctr">
              <a:noFill/>
              <a:prstDash val="solid"/>
              <a:round/>
              <a:headEnd type="none" w="med" len="med"/>
              <a:tailEnd type="none" w="med" len="med"/>
            </a:ln>
            <a:effectLst/>
          </p:spPr>
        </p:sp>
        <p:sp>
          <p:nvSpPr>
            <p:cNvPr id="213" name="Density voxel cell">
              <a:extLst>
                <a:ext uri="{FF2B5EF4-FFF2-40B4-BE49-F238E27FC236}">
                  <a16:creationId xmlns:a16="http://schemas.microsoft.com/office/drawing/2014/main" id="{FBA1F386-8BED-0209-20FD-A492341E9C24}"/>
                </a:ext>
              </a:extLst>
            </p:cNvPr>
            <p:cNvSpPr/>
            <p:nvPr/>
          </p:nvSpPr>
          <p:spPr>
            <a:xfrm>
              <a:off x="1383657" y="3091379"/>
              <a:ext cx="20277" cy="17291"/>
            </a:xfrm>
            <a:prstGeom prst="rect">
              <a:avLst/>
            </a:prstGeom>
            <a:solidFill>
              <a:srgbClr val="E0EDF6"/>
            </a:solidFill>
            <a:ln w="4599" cap="rnd" cmpd="sng" algn="ctr">
              <a:noFill/>
              <a:prstDash val="solid"/>
              <a:round/>
              <a:headEnd type="none" w="med" len="med"/>
              <a:tailEnd type="none" w="med" len="med"/>
            </a:ln>
            <a:effectLst/>
          </p:spPr>
        </p:sp>
        <p:sp>
          <p:nvSpPr>
            <p:cNvPr id="214" name="Density voxel cell">
              <a:extLst>
                <a:ext uri="{FF2B5EF4-FFF2-40B4-BE49-F238E27FC236}">
                  <a16:creationId xmlns:a16="http://schemas.microsoft.com/office/drawing/2014/main" id="{BD2320C7-2820-4F0E-0BAA-C704E661014C}"/>
                </a:ext>
              </a:extLst>
            </p:cNvPr>
            <p:cNvSpPr/>
            <p:nvPr/>
          </p:nvSpPr>
          <p:spPr>
            <a:xfrm>
              <a:off x="1406234" y="3091379"/>
              <a:ext cx="20277" cy="17291"/>
            </a:xfrm>
            <a:prstGeom prst="rect">
              <a:avLst/>
            </a:prstGeom>
            <a:solidFill>
              <a:srgbClr val="F4F9FD"/>
            </a:solidFill>
            <a:ln w="4599" cap="rnd" cmpd="sng" algn="ctr">
              <a:noFill/>
              <a:prstDash val="solid"/>
              <a:round/>
              <a:headEnd type="none" w="med" len="med"/>
              <a:tailEnd type="none" w="med" len="med"/>
            </a:ln>
            <a:effectLst/>
          </p:spPr>
        </p:sp>
        <p:sp>
          <p:nvSpPr>
            <p:cNvPr id="215" name="Density voxel cell">
              <a:extLst>
                <a:ext uri="{FF2B5EF4-FFF2-40B4-BE49-F238E27FC236}">
                  <a16:creationId xmlns:a16="http://schemas.microsoft.com/office/drawing/2014/main" id="{791DA4EC-F207-4355-726B-29C7909419F2}"/>
                </a:ext>
              </a:extLst>
            </p:cNvPr>
            <p:cNvSpPr/>
            <p:nvPr/>
          </p:nvSpPr>
          <p:spPr>
            <a:xfrm>
              <a:off x="1180465" y="3110970"/>
              <a:ext cx="20277" cy="17291"/>
            </a:xfrm>
            <a:prstGeom prst="rect">
              <a:avLst/>
            </a:prstGeom>
            <a:solidFill>
              <a:srgbClr val="F6FBFE"/>
            </a:solidFill>
            <a:ln w="4599" cap="rnd" cmpd="sng" algn="ctr">
              <a:noFill/>
              <a:prstDash val="solid"/>
              <a:round/>
              <a:headEnd type="none" w="med" len="med"/>
              <a:tailEnd type="none" w="med" len="med"/>
            </a:ln>
            <a:effectLst/>
          </p:spPr>
        </p:sp>
        <p:sp>
          <p:nvSpPr>
            <p:cNvPr id="216" name="Density voxel cell">
              <a:extLst>
                <a:ext uri="{FF2B5EF4-FFF2-40B4-BE49-F238E27FC236}">
                  <a16:creationId xmlns:a16="http://schemas.microsoft.com/office/drawing/2014/main" id="{C5200CDC-C1AD-5612-A9E5-92C188E339A4}"/>
                </a:ext>
              </a:extLst>
            </p:cNvPr>
            <p:cNvSpPr/>
            <p:nvPr/>
          </p:nvSpPr>
          <p:spPr>
            <a:xfrm>
              <a:off x="1203042" y="3110970"/>
              <a:ext cx="20277" cy="17291"/>
            </a:xfrm>
            <a:prstGeom prst="rect">
              <a:avLst/>
            </a:prstGeom>
            <a:solidFill>
              <a:srgbClr val="F5FAFD"/>
            </a:solidFill>
            <a:ln w="4599" cap="rnd" cmpd="sng" algn="ctr">
              <a:noFill/>
              <a:prstDash val="solid"/>
              <a:round/>
              <a:headEnd type="none" w="med" len="med"/>
              <a:tailEnd type="none" w="med" len="med"/>
            </a:ln>
            <a:effectLst/>
          </p:spPr>
        </p:sp>
        <p:sp>
          <p:nvSpPr>
            <p:cNvPr id="217" name="Density voxel cell">
              <a:extLst>
                <a:ext uri="{FF2B5EF4-FFF2-40B4-BE49-F238E27FC236}">
                  <a16:creationId xmlns:a16="http://schemas.microsoft.com/office/drawing/2014/main" id="{F20B94B5-E3AC-3C4A-E435-6361A575B5C7}"/>
                </a:ext>
              </a:extLst>
            </p:cNvPr>
            <p:cNvSpPr/>
            <p:nvPr/>
          </p:nvSpPr>
          <p:spPr>
            <a:xfrm>
              <a:off x="1225619" y="3110970"/>
              <a:ext cx="20277" cy="17291"/>
            </a:xfrm>
            <a:prstGeom prst="rect">
              <a:avLst/>
            </a:prstGeom>
            <a:solidFill>
              <a:srgbClr val="F4F9FD"/>
            </a:solidFill>
            <a:ln w="4599" cap="rnd" cmpd="sng" algn="ctr">
              <a:noFill/>
              <a:prstDash val="solid"/>
              <a:round/>
              <a:headEnd type="none" w="med" len="med"/>
              <a:tailEnd type="none" w="med" len="med"/>
            </a:ln>
            <a:effectLst/>
          </p:spPr>
        </p:sp>
        <p:sp>
          <p:nvSpPr>
            <p:cNvPr id="218" name="Density voxel cell">
              <a:extLst>
                <a:ext uri="{FF2B5EF4-FFF2-40B4-BE49-F238E27FC236}">
                  <a16:creationId xmlns:a16="http://schemas.microsoft.com/office/drawing/2014/main" id="{C9F49614-963A-B610-A044-90733889FB62}"/>
                </a:ext>
              </a:extLst>
            </p:cNvPr>
            <p:cNvSpPr/>
            <p:nvPr/>
          </p:nvSpPr>
          <p:spPr>
            <a:xfrm>
              <a:off x="1248195" y="3110970"/>
              <a:ext cx="20277" cy="17291"/>
            </a:xfrm>
            <a:prstGeom prst="rect">
              <a:avLst/>
            </a:prstGeom>
            <a:solidFill>
              <a:srgbClr val="F2F8FC"/>
            </a:solidFill>
            <a:ln w="4599" cap="rnd" cmpd="sng" algn="ctr">
              <a:noFill/>
              <a:prstDash val="solid"/>
              <a:round/>
              <a:headEnd type="none" w="med" len="med"/>
              <a:tailEnd type="none" w="med" len="med"/>
            </a:ln>
            <a:effectLst/>
          </p:spPr>
        </p:sp>
        <p:sp>
          <p:nvSpPr>
            <p:cNvPr id="219" name="Density voxel cell">
              <a:extLst>
                <a:ext uri="{FF2B5EF4-FFF2-40B4-BE49-F238E27FC236}">
                  <a16:creationId xmlns:a16="http://schemas.microsoft.com/office/drawing/2014/main" id="{485F27DA-74DA-5260-DC15-A5EF7BC77E08}"/>
                </a:ext>
              </a:extLst>
            </p:cNvPr>
            <p:cNvSpPr/>
            <p:nvPr/>
          </p:nvSpPr>
          <p:spPr>
            <a:xfrm>
              <a:off x="1270772" y="3110970"/>
              <a:ext cx="20277" cy="17291"/>
            </a:xfrm>
            <a:prstGeom prst="rect">
              <a:avLst/>
            </a:prstGeom>
            <a:solidFill>
              <a:srgbClr val="EFF6FB"/>
            </a:solidFill>
            <a:ln w="4599" cap="rnd" cmpd="sng" algn="ctr">
              <a:noFill/>
              <a:prstDash val="solid"/>
              <a:round/>
              <a:headEnd type="none" w="med" len="med"/>
              <a:tailEnd type="none" w="med" len="med"/>
            </a:ln>
            <a:effectLst/>
          </p:spPr>
        </p:sp>
        <p:sp>
          <p:nvSpPr>
            <p:cNvPr id="220" name="Density voxel cell">
              <a:extLst>
                <a:ext uri="{FF2B5EF4-FFF2-40B4-BE49-F238E27FC236}">
                  <a16:creationId xmlns:a16="http://schemas.microsoft.com/office/drawing/2014/main" id="{3BD24B1C-E57B-608E-2846-BEC2E7789BF8}"/>
                </a:ext>
              </a:extLst>
            </p:cNvPr>
            <p:cNvSpPr/>
            <p:nvPr/>
          </p:nvSpPr>
          <p:spPr>
            <a:xfrm>
              <a:off x="1293349" y="3110970"/>
              <a:ext cx="20277" cy="17291"/>
            </a:xfrm>
            <a:prstGeom prst="rect">
              <a:avLst/>
            </a:prstGeom>
            <a:solidFill>
              <a:srgbClr val="E0EDF6"/>
            </a:solidFill>
            <a:ln w="4599" cap="rnd" cmpd="sng" algn="ctr">
              <a:noFill/>
              <a:prstDash val="solid"/>
              <a:round/>
              <a:headEnd type="none" w="med" len="med"/>
              <a:tailEnd type="none" w="med" len="med"/>
            </a:ln>
            <a:effectLst/>
          </p:spPr>
        </p:sp>
        <p:sp>
          <p:nvSpPr>
            <p:cNvPr id="221" name="Density voxel cell">
              <a:extLst>
                <a:ext uri="{FF2B5EF4-FFF2-40B4-BE49-F238E27FC236}">
                  <a16:creationId xmlns:a16="http://schemas.microsoft.com/office/drawing/2014/main" id="{ABDD6ABC-C670-F257-1D49-85B687DE86C2}"/>
                </a:ext>
              </a:extLst>
            </p:cNvPr>
            <p:cNvSpPr/>
            <p:nvPr/>
          </p:nvSpPr>
          <p:spPr>
            <a:xfrm>
              <a:off x="1315926" y="3110970"/>
              <a:ext cx="20277" cy="17291"/>
            </a:xfrm>
            <a:prstGeom prst="rect">
              <a:avLst/>
            </a:prstGeom>
            <a:solidFill>
              <a:srgbClr val="C6DDED"/>
            </a:solidFill>
            <a:ln w="4599" cap="rnd" cmpd="sng" algn="ctr">
              <a:noFill/>
              <a:prstDash val="solid"/>
              <a:round/>
              <a:headEnd type="none" w="med" len="med"/>
              <a:tailEnd type="none" w="med" len="med"/>
            </a:ln>
            <a:effectLst/>
          </p:spPr>
        </p:sp>
        <p:sp>
          <p:nvSpPr>
            <p:cNvPr id="222" name="Density voxel cell">
              <a:extLst>
                <a:ext uri="{FF2B5EF4-FFF2-40B4-BE49-F238E27FC236}">
                  <a16:creationId xmlns:a16="http://schemas.microsoft.com/office/drawing/2014/main" id="{5E004E6D-80D3-24E8-9F61-965C40CDCA94}"/>
                </a:ext>
              </a:extLst>
            </p:cNvPr>
            <p:cNvSpPr/>
            <p:nvPr/>
          </p:nvSpPr>
          <p:spPr>
            <a:xfrm>
              <a:off x="1338503" y="3110970"/>
              <a:ext cx="20277" cy="17291"/>
            </a:xfrm>
            <a:prstGeom prst="rect">
              <a:avLst/>
            </a:prstGeom>
            <a:solidFill>
              <a:srgbClr val="BED7EA"/>
            </a:solidFill>
            <a:ln w="4599" cap="rnd" cmpd="sng" algn="ctr">
              <a:noFill/>
              <a:prstDash val="solid"/>
              <a:round/>
              <a:headEnd type="none" w="med" len="med"/>
              <a:tailEnd type="none" w="med" len="med"/>
            </a:ln>
            <a:effectLst/>
          </p:spPr>
        </p:sp>
        <p:sp>
          <p:nvSpPr>
            <p:cNvPr id="223" name="Density voxel cell">
              <a:extLst>
                <a:ext uri="{FF2B5EF4-FFF2-40B4-BE49-F238E27FC236}">
                  <a16:creationId xmlns:a16="http://schemas.microsoft.com/office/drawing/2014/main" id="{E4EAEBA9-4BDB-13A2-2DF8-9B02FCB0E0E3}"/>
                </a:ext>
              </a:extLst>
            </p:cNvPr>
            <p:cNvSpPr/>
            <p:nvPr/>
          </p:nvSpPr>
          <p:spPr>
            <a:xfrm>
              <a:off x="1361080" y="3110970"/>
              <a:ext cx="20277" cy="17291"/>
            </a:xfrm>
            <a:prstGeom prst="rect">
              <a:avLst/>
            </a:prstGeom>
            <a:solidFill>
              <a:srgbClr val="D5E6F2"/>
            </a:solidFill>
            <a:ln w="4599" cap="rnd" cmpd="sng" algn="ctr">
              <a:noFill/>
              <a:prstDash val="solid"/>
              <a:round/>
              <a:headEnd type="none" w="med" len="med"/>
              <a:tailEnd type="none" w="med" len="med"/>
            </a:ln>
            <a:effectLst/>
          </p:spPr>
        </p:sp>
        <p:sp>
          <p:nvSpPr>
            <p:cNvPr id="224" name="Density voxel cell">
              <a:extLst>
                <a:ext uri="{FF2B5EF4-FFF2-40B4-BE49-F238E27FC236}">
                  <a16:creationId xmlns:a16="http://schemas.microsoft.com/office/drawing/2014/main" id="{C55EF68D-47DE-6970-D285-BA41F8F84F61}"/>
                </a:ext>
              </a:extLst>
            </p:cNvPr>
            <p:cNvSpPr/>
            <p:nvPr/>
          </p:nvSpPr>
          <p:spPr>
            <a:xfrm>
              <a:off x="1383657" y="3110970"/>
              <a:ext cx="20277" cy="17291"/>
            </a:xfrm>
            <a:prstGeom prst="rect">
              <a:avLst/>
            </a:prstGeom>
            <a:solidFill>
              <a:srgbClr val="EDF5FA"/>
            </a:solidFill>
            <a:ln w="4599" cap="rnd" cmpd="sng" algn="ctr">
              <a:noFill/>
              <a:prstDash val="solid"/>
              <a:round/>
              <a:headEnd type="none" w="med" len="med"/>
              <a:tailEnd type="none" w="med" len="med"/>
            </a:ln>
            <a:effectLst/>
          </p:spPr>
        </p:sp>
        <p:sp>
          <p:nvSpPr>
            <p:cNvPr id="225" name="Density voxel cell">
              <a:extLst>
                <a:ext uri="{FF2B5EF4-FFF2-40B4-BE49-F238E27FC236}">
                  <a16:creationId xmlns:a16="http://schemas.microsoft.com/office/drawing/2014/main" id="{698EE93B-CD3D-2BF2-C390-AEB56B50AA1C}"/>
                </a:ext>
              </a:extLst>
            </p:cNvPr>
            <p:cNvSpPr/>
            <p:nvPr/>
          </p:nvSpPr>
          <p:spPr>
            <a:xfrm>
              <a:off x="1406234" y="3110970"/>
              <a:ext cx="20277" cy="17291"/>
            </a:xfrm>
            <a:prstGeom prst="rect">
              <a:avLst/>
            </a:prstGeom>
            <a:solidFill>
              <a:srgbClr val="F5FAFD"/>
            </a:solidFill>
            <a:ln w="4599" cap="rnd" cmpd="sng" algn="ctr">
              <a:noFill/>
              <a:prstDash val="solid"/>
              <a:round/>
              <a:headEnd type="none" w="med" len="med"/>
              <a:tailEnd type="none" w="med" len="med"/>
            </a:ln>
            <a:effectLst/>
          </p:spPr>
        </p:sp>
        <p:sp>
          <p:nvSpPr>
            <p:cNvPr id="226" name="Density voxel cell">
              <a:extLst>
                <a:ext uri="{FF2B5EF4-FFF2-40B4-BE49-F238E27FC236}">
                  <a16:creationId xmlns:a16="http://schemas.microsoft.com/office/drawing/2014/main" id="{6834CA26-32C8-D962-7881-DCBF2125F1E7}"/>
                </a:ext>
              </a:extLst>
            </p:cNvPr>
            <p:cNvSpPr/>
            <p:nvPr/>
          </p:nvSpPr>
          <p:spPr>
            <a:xfrm>
              <a:off x="1180465" y="3130560"/>
              <a:ext cx="20277" cy="17291"/>
            </a:xfrm>
            <a:prstGeom prst="rect">
              <a:avLst/>
            </a:prstGeom>
            <a:solidFill>
              <a:srgbClr val="F7FBFE"/>
            </a:solidFill>
            <a:ln w="4599" cap="rnd" cmpd="sng" algn="ctr">
              <a:noFill/>
              <a:prstDash val="solid"/>
              <a:round/>
              <a:headEnd type="none" w="med" len="med"/>
              <a:tailEnd type="none" w="med" len="med"/>
            </a:ln>
            <a:effectLst/>
          </p:spPr>
        </p:sp>
        <p:sp>
          <p:nvSpPr>
            <p:cNvPr id="227" name="Density voxel cell">
              <a:extLst>
                <a:ext uri="{FF2B5EF4-FFF2-40B4-BE49-F238E27FC236}">
                  <a16:creationId xmlns:a16="http://schemas.microsoft.com/office/drawing/2014/main" id="{5E3D5964-6562-BB5A-F8FD-57ED28074506}"/>
                </a:ext>
              </a:extLst>
            </p:cNvPr>
            <p:cNvSpPr/>
            <p:nvPr/>
          </p:nvSpPr>
          <p:spPr>
            <a:xfrm>
              <a:off x="1203042" y="3130560"/>
              <a:ext cx="20277" cy="17291"/>
            </a:xfrm>
            <a:prstGeom prst="rect">
              <a:avLst/>
            </a:prstGeom>
            <a:solidFill>
              <a:srgbClr val="F7FBFE"/>
            </a:solidFill>
            <a:ln w="4599" cap="rnd" cmpd="sng" algn="ctr">
              <a:noFill/>
              <a:prstDash val="solid"/>
              <a:round/>
              <a:headEnd type="none" w="med" len="med"/>
              <a:tailEnd type="none" w="med" len="med"/>
            </a:ln>
            <a:effectLst/>
          </p:spPr>
        </p:sp>
        <p:sp>
          <p:nvSpPr>
            <p:cNvPr id="228" name="Density voxel cell">
              <a:extLst>
                <a:ext uri="{FF2B5EF4-FFF2-40B4-BE49-F238E27FC236}">
                  <a16:creationId xmlns:a16="http://schemas.microsoft.com/office/drawing/2014/main" id="{D5DC6309-4FE2-3123-0FE9-5EC8935B910C}"/>
                </a:ext>
              </a:extLst>
            </p:cNvPr>
            <p:cNvSpPr/>
            <p:nvPr/>
          </p:nvSpPr>
          <p:spPr>
            <a:xfrm>
              <a:off x="1225619" y="3130560"/>
              <a:ext cx="20277" cy="17291"/>
            </a:xfrm>
            <a:prstGeom prst="rect">
              <a:avLst/>
            </a:prstGeom>
            <a:solidFill>
              <a:srgbClr val="F6FBFE"/>
            </a:solidFill>
            <a:ln w="4599" cap="rnd" cmpd="sng" algn="ctr">
              <a:noFill/>
              <a:prstDash val="solid"/>
              <a:round/>
              <a:headEnd type="none" w="med" len="med"/>
              <a:tailEnd type="none" w="med" len="med"/>
            </a:ln>
            <a:effectLst/>
          </p:spPr>
        </p:sp>
        <p:sp>
          <p:nvSpPr>
            <p:cNvPr id="229" name="Density voxel cell">
              <a:extLst>
                <a:ext uri="{FF2B5EF4-FFF2-40B4-BE49-F238E27FC236}">
                  <a16:creationId xmlns:a16="http://schemas.microsoft.com/office/drawing/2014/main" id="{4A4FADAD-B80D-5ACA-405F-56868FB8E113}"/>
                </a:ext>
              </a:extLst>
            </p:cNvPr>
            <p:cNvSpPr/>
            <p:nvPr/>
          </p:nvSpPr>
          <p:spPr>
            <a:xfrm>
              <a:off x="1248195" y="3130560"/>
              <a:ext cx="20277" cy="17291"/>
            </a:xfrm>
            <a:prstGeom prst="rect">
              <a:avLst/>
            </a:prstGeom>
            <a:solidFill>
              <a:srgbClr val="F6FAFE"/>
            </a:solidFill>
            <a:ln w="4599" cap="rnd" cmpd="sng" algn="ctr">
              <a:noFill/>
              <a:prstDash val="solid"/>
              <a:round/>
              <a:headEnd type="none" w="med" len="med"/>
              <a:tailEnd type="none" w="med" len="med"/>
            </a:ln>
            <a:effectLst/>
          </p:spPr>
        </p:sp>
        <p:sp>
          <p:nvSpPr>
            <p:cNvPr id="230" name="Density voxel cell">
              <a:extLst>
                <a:ext uri="{FF2B5EF4-FFF2-40B4-BE49-F238E27FC236}">
                  <a16:creationId xmlns:a16="http://schemas.microsoft.com/office/drawing/2014/main" id="{583E2E26-C6D8-4638-2637-9FAF28C59D06}"/>
                </a:ext>
              </a:extLst>
            </p:cNvPr>
            <p:cNvSpPr/>
            <p:nvPr/>
          </p:nvSpPr>
          <p:spPr>
            <a:xfrm>
              <a:off x="1270772" y="3130560"/>
              <a:ext cx="20277" cy="17291"/>
            </a:xfrm>
            <a:prstGeom prst="rect">
              <a:avLst/>
            </a:prstGeom>
            <a:solidFill>
              <a:srgbClr val="F5FAFD"/>
            </a:solidFill>
            <a:ln w="4599" cap="rnd" cmpd="sng" algn="ctr">
              <a:noFill/>
              <a:prstDash val="solid"/>
              <a:round/>
              <a:headEnd type="none" w="med" len="med"/>
              <a:tailEnd type="none" w="med" len="med"/>
            </a:ln>
            <a:effectLst/>
          </p:spPr>
        </p:sp>
        <p:sp>
          <p:nvSpPr>
            <p:cNvPr id="231" name="Density voxel cell">
              <a:extLst>
                <a:ext uri="{FF2B5EF4-FFF2-40B4-BE49-F238E27FC236}">
                  <a16:creationId xmlns:a16="http://schemas.microsoft.com/office/drawing/2014/main" id="{B0846FD2-5DE6-0BF0-221C-6B05EFC57C34}"/>
                </a:ext>
              </a:extLst>
            </p:cNvPr>
            <p:cNvSpPr/>
            <p:nvPr/>
          </p:nvSpPr>
          <p:spPr>
            <a:xfrm>
              <a:off x="1293349" y="3130560"/>
              <a:ext cx="20277" cy="17291"/>
            </a:xfrm>
            <a:prstGeom prst="rect">
              <a:avLst/>
            </a:prstGeom>
            <a:solidFill>
              <a:srgbClr val="F2F8FC"/>
            </a:solidFill>
            <a:ln w="4599" cap="rnd" cmpd="sng" algn="ctr">
              <a:noFill/>
              <a:prstDash val="solid"/>
              <a:round/>
              <a:headEnd type="none" w="med" len="med"/>
              <a:tailEnd type="none" w="med" len="med"/>
            </a:ln>
            <a:effectLst/>
          </p:spPr>
        </p:sp>
        <p:sp>
          <p:nvSpPr>
            <p:cNvPr id="232" name="Density voxel cell">
              <a:extLst>
                <a:ext uri="{FF2B5EF4-FFF2-40B4-BE49-F238E27FC236}">
                  <a16:creationId xmlns:a16="http://schemas.microsoft.com/office/drawing/2014/main" id="{D6A26C51-95BC-A1E2-FFF2-6C4B262754AD}"/>
                </a:ext>
              </a:extLst>
            </p:cNvPr>
            <p:cNvSpPr/>
            <p:nvPr/>
          </p:nvSpPr>
          <p:spPr>
            <a:xfrm>
              <a:off x="1315926" y="3130560"/>
              <a:ext cx="20277" cy="17291"/>
            </a:xfrm>
            <a:prstGeom prst="rect">
              <a:avLst/>
            </a:prstGeom>
            <a:solidFill>
              <a:srgbClr val="ECF4FA"/>
            </a:solidFill>
            <a:ln w="4599" cap="rnd" cmpd="sng" algn="ctr">
              <a:noFill/>
              <a:prstDash val="solid"/>
              <a:round/>
              <a:headEnd type="none" w="med" len="med"/>
              <a:tailEnd type="none" w="med" len="med"/>
            </a:ln>
            <a:effectLst/>
          </p:spPr>
        </p:sp>
        <p:sp>
          <p:nvSpPr>
            <p:cNvPr id="233" name="Density voxel cell">
              <a:extLst>
                <a:ext uri="{FF2B5EF4-FFF2-40B4-BE49-F238E27FC236}">
                  <a16:creationId xmlns:a16="http://schemas.microsoft.com/office/drawing/2014/main" id="{5E08E8A1-D274-5576-92AC-83416D91C2AF}"/>
                </a:ext>
              </a:extLst>
            </p:cNvPr>
            <p:cNvSpPr/>
            <p:nvPr/>
          </p:nvSpPr>
          <p:spPr>
            <a:xfrm>
              <a:off x="1338503" y="3130560"/>
              <a:ext cx="20277" cy="17291"/>
            </a:xfrm>
            <a:prstGeom prst="rect">
              <a:avLst/>
            </a:prstGeom>
            <a:solidFill>
              <a:srgbClr val="EAF3F9"/>
            </a:solidFill>
            <a:ln w="4599" cap="rnd" cmpd="sng" algn="ctr">
              <a:noFill/>
              <a:prstDash val="solid"/>
              <a:round/>
              <a:headEnd type="none" w="med" len="med"/>
              <a:tailEnd type="none" w="med" len="med"/>
            </a:ln>
            <a:effectLst/>
          </p:spPr>
        </p:sp>
        <p:sp>
          <p:nvSpPr>
            <p:cNvPr id="234" name="Density voxel cell">
              <a:extLst>
                <a:ext uri="{FF2B5EF4-FFF2-40B4-BE49-F238E27FC236}">
                  <a16:creationId xmlns:a16="http://schemas.microsoft.com/office/drawing/2014/main" id="{1703A6D7-7C4E-382A-0AB4-BF738D09CAE8}"/>
                </a:ext>
              </a:extLst>
            </p:cNvPr>
            <p:cNvSpPr/>
            <p:nvPr/>
          </p:nvSpPr>
          <p:spPr>
            <a:xfrm>
              <a:off x="1361080" y="3130560"/>
              <a:ext cx="20277" cy="17291"/>
            </a:xfrm>
            <a:prstGeom prst="rect">
              <a:avLst/>
            </a:prstGeom>
            <a:solidFill>
              <a:srgbClr val="EFF6FB"/>
            </a:solidFill>
            <a:ln w="4599" cap="rnd" cmpd="sng" algn="ctr">
              <a:noFill/>
              <a:prstDash val="solid"/>
              <a:round/>
              <a:headEnd type="none" w="med" len="med"/>
              <a:tailEnd type="none" w="med" len="med"/>
            </a:ln>
            <a:effectLst/>
          </p:spPr>
        </p:sp>
        <p:sp>
          <p:nvSpPr>
            <p:cNvPr id="235" name="Density voxel cell">
              <a:extLst>
                <a:ext uri="{FF2B5EF4-FFF2-40B4-BE49-F238E27FC236}">
                  <a16:creationId xmlns:a16="http://schemas.microsoft.com/office/drawing/2014/main" id="{1F3C729F-004A-3286-EC69-46BAC4BF26A1}"/>
                </a:ext>
              </a:extLst>
            </p:cNvPr>
            <p:cNvSpPr/>
            <p:nvPr/>
          </p:nvSpPr>
          <p:spPr>
            <a:xfrm>
              <a:off x="1383657" y="3130560"/>
              <a:ext cx="20277" cy="17291"/>
            </a:xfrm>
            <a:prstGeom prst="rect">
              <a:avLst/>
            </a:prstGeom>
            <a:solidFill>
              <a:srgbClr val="F5F9FD"/>
            </a:solidFill>
            <a:ln w="4599" cap="rnd" cmpd="sng" algn="ctr">
              <a:noFill/>
              <a:prstDash val="solid"/>
              <a:round/>
              <a:headEnd type="none" w="med" len="med"/>
              <a:tailEnd type="none" w="med" len="med"/>
            </a:ln>
            <a:effectLst/>
          </p:spPr>
        </p:sp>
        <p:sp>
          <p:nvSpPr>
            <p:cNvPr id="236" name="Density voxel cell">
              <a:extLst>
                <a:ext uri="{FF2B5EF4-FFF2-40B4-BE49-F238E27FC236}">
                  <a16:creationId xmlns:a16="http://schemas.microsoft.com/office/drawing/2014/main" id="{FE168EEC-3163-0F93-F72E-A96C3EE67157}"/>
                </a:ext>
              </a:extLst>
            </p:cNvPr>
            <p:cNvSpPr/>
            <p:nvPr/>
          </p:nvSpPr>
          <p:spPr>
            <a:xfrm>
              <a:off x="1406234" y="3130560"/>
              <a:ext cx="20277" cy="17291"/>
            </a:xfrm>
            <a:prstGeom prst="rect">
              <a:avLst/>
            </a:prstGeom>
            <a:solidFill>
              <a:srgbClr val="F7FBFE"/>
            </a:solidFill>
            <a:ln w="4599" cap="rnd" cmpd="sng" algn="ctr">
              <a:noFill/>
              <a:prstDash val="solid"/>
              <a:round/>
              <a:headEnd type="none" w="med" len="med"/>
              <a:tailEnd type="none" w="med" len="med"/>
            </a:ln>
            <a:effectLst/>
          </p:spPr>
        </p:sp>
        <p:cxnSp>
          <p:nvCxnSpPr>
            <p:cNvPr id="237" name="path_2494">
              <a:extLst>
                <a:ext uri="{FF2B5EF4-FFF2-40B4-BE49-F238E27FC236}">
                  <a16:creationId xmlns:a16="http://schemas.microsoft.com/office/drawing/2014/main" id="{799387D9-7A49-9398-861C-D424E0DF0775}"/>
                </a:ext>
              </a:extLst>
            </p:cNvPr>
            <p:cNvCxnSpPr/>
            <p:nvPr/>
          </p:nvCxnSpPr>
          <p:spPr>
            <a:xfrm>
              <a:off x="1179315" y="2933505"/>
              <a:ext cx="248346" cy="0"/>
            </a:xfrm>
            <a:prstGeom prst="line">
              <a:avLst/>
            </a:prstGeom>
            <a:noFill/>
            <a:ln w="2628" cap="rnd" cmpd="sng" algn="ctr">
              <a:solidFill>
                <a:srgbClr val="367FB7"/>
              </a:solidFill>
              <a:prstDash val="solid"/>
              <a:round/>
              <a:headEnd type="none" w="med" len="med"/>
              <a:tailEnd type="none" w="med" len="med"/>
            </a:ln>
            <a:effectLst/>
          </p:spPr>
        </p:cxnSp>
        <p:cxnSp>
          <p:nvCxnSpPr>
            <p:cNvPr id="238" name="path_2495">
              <a:extLst>
                <a:ext uri="{FF2B5EF4-FFF2-40B4-BE49-F238E27FC236}">
                  <a16:creationId xmlns:a16="http://schemas.microsoft.com/office/drawing/2014/main" id="{D7DB86AF-B33F-58B0-7CE4-8F9B0CEBDC47}"/>
                </a:ext>
              </a:extLst>
            </p:cNvPr>
            <p:cNvCxnSpPr/>
            <p:nvPr/>
          </p:nvCxnSpPr>
          <p:spPr>
            <a:xfrm>
              <a:off x="1427661" y="2933505"/>
              <a:ext cx="0" cy="215496"/>
            </a:xfrm>
            <a:prstGeom prst="line">
              <a:avLst/>
            </a:prstGeom>
            <a:noFill/>
            <a:ln w="2628" cap="rnd" cmpd="sng" algn="ctr">
              <a:solidFill>
                <a:srgbClr val="367FB7"/>
              </a:solidFill>
              <a:prstDash val="solid"/>
              <a:round/>
              <a:headEnd type="none" w="med" len="med"/>
              <a:tailEnd type="none" w="med" len="med"/>
            </a:ln>
            <a:effectLst/>
          </p:spPr>
        </p:cxnSp>
      </p:grpSp>
      <p:grpSp>
        <p:nvGrpSpPr>
          <p:cNvPr id="239" name="Match | compact U-Net operator">
            <a:extLst>
              <a:ext uri="{FF2B5EF4-FFF2-40B4-BE49-F238E27FC236}">
                <a16:creationId xmlns:a16="http://schemas.microsoft.com/office/drawing/2014/main" id="{6128B88F-43E7-0942-7C4A-9552DEAED3C7}"/>
              </a:ext>
            </a:extLst>
          </p:cNvPr>
          <p:cNvGrpSpPr/>
          <p:nvPr/>
        </p:nvGrpSpPr>
        <p:grpSpPr>
          <a:xfrm>
            <a:off x="1313876" y="965297"/>
            <a:ext cx="464772" cy="312828"/>
            <a:chOff x="1680559" y="2920365"/>
            <a:chExt cx="333146" cy="216810"/>
          </a:xfrm>
        </p:grpSpPr>
        <p:sp>
          <p:nvSpPr>
            <p:cNvPr id="240" name="rect_2499">
              <a:extLst>
                <a:ext uri="{FF2B5EF4-FFF2-40B4-BE49-F238E27FC236}">
                  <a16:creationId xmlns:a16="http://schemas.microsoft.com/office/drawing/2014/main" id="{EA8A9DBE-7A55-2477-6B9B-D1AF7B973F59}"/>
                </a:ext>
              </a:extLst>
            </p:cNvPr>
            <p:cNvSpPr/>
            <p:nvPr/>
          </p:nvSpPr>
          <p:spPr>
            <a:xfrm>
              <a:off x="1757475" y="2920365"/>
              <a:ext cx="256230" cy="183960"/>
            </a:xfrm>
            <a:prstGeom prst="roundRect">
              <a:avLst>
                <a:gd name="adj" fmla="val 5357"/>
              </a:avLst>
            </a:prstGeom>
            <a:solidFill>
              <a:srgbClr val="E3EFF7"/>
            </a:solidFill>
            <a:ln w="4270" cap="rnd" cmpd="sng" algn="ctr">
              <a:solidFill>
                <a:srgbClr val="367FB7"/>
              </a:solidFill>
              <a:prstDash val="solid"/>
              <a:round/>
              <a:headEnd type="none" w="med" len="med"/>
              <a:tailEnd type="none" w="med" len="med"/>
            </a:ln>
            <a:effectLst/>
          </p:spPr>
        </p:sp>
        <p:sp>
          <p:nvSpPr>
            <p:cNvPr id="241" name="rect_2500">
              <a:extLst>
                <a:ext uri="{FF2B5EF4-FFF2-40B4-BE49-F238E27FC236}">
                  <a16:creationId xmlns:a16="http://schemas.microsoft.com/office/drawing/2014/main" id="{74FC5810-C12E-BEC7-522E-2688E68CB9AB}"/>
                </a:ext>
              </a:extLst>
            </p:cNvPr>
            <p:cNvSpPr/>
            <p:nvPr/>
          </p:nvSpPr>
          <p:spPr>
            <a:xfrm>
              <a:off x="1731195" y="2936790"/>
              <a:ext cx="256230" cy="183960"/>
            </a:xfrm>
            <a:prstGeom prst="roundRect">
              <a:avLst>
                <a:gd name="adj" fmla="val 5357"/>
              </a:avLst>
            </a:prstGeom>
            <a:solidFill>
              <a:srgbClr val="E3EFF7"/>
            </a:solidFill>
            <a:ln w="4270" cap="rnd" cmpd="sng" algn="ctr">
              <a:solidFill>
                <a:srgbClr val="367FB7"/>
              </a:solidFill>
              <a:prstDash val="solid"/>
              <a:round/>
              <a:headEnd type="none" w="med" len="med"/>
              <a:tailEnd type="none" w="med" len="med"/>
            </a:ln>
            <a:effectLst/>
          </p:spPr>
        </p:sp>
        <p:sp>
          <p:nvSpPr>
            <p:cNvPr id="242" name="rect_2501">
              <a:extLst>
                <a:ext uri="{FF2B5EF4-FFF2-40B4-BE49-F238E27FC236}">
                  <a16:creationId xmlns:a16="http://schemas.microsoft.com/office/drawing/2014/main" id="{09AB4D47-BE4F-1476-F0C4-C6489A07AAE5}"/>
                </a:ext>
              </a:extLst>
            </p:cNvPr>
            <p:cNvSpPr/>
            <p:nvPr/>
          </p:nvSpPr>
          <p:spPr>
            <a:xfrm>
              <a:off x="1704915" y="2953215"/>
              <a:ext cx="256230" cy="183960"/>
            </a:xfrm>
            <a:prstGeom prst="roundRect">
              <a:avLst>
                <a:gd name="adj" fmla="val 5357"/>
              </a:avLst>
            </a:prstGeom>
            <a:solidFill>
              <a:srgbClr val="E3EFF7"/>
            </a:solidFill>
            <a:ln w="4270" cap="rnd" cmpd="sng" algn="ctr">
              <a:solidFill>
                <a:srgbClr val="367FB7"/>
              </a:solidFill>
              <a:prstDash val="solid"/>
              <a:round/>
              <a:headEnd type="none" w="med" len="med"/>
              <a:tailEnd type="none" w="med" len="med"/>
            </a:ln>
            <a:effectLst/>
          </p:spPr>
        </p:sp>
        <p:sp>
          <p:nvSpPr>
            <p:cNvPr id="243" name="Text | U-Net">
              <a:extLst>
                <a:ext uri="{FF2B5EF4-FFF2-40B4-BE49-F238E27FC236}">
                  <a16:creationId xmlns:a16="http://schemas.microsoft.com/office/drawing/2014/main" id="{6577FB68-AC88-51AF-1B52-0FA4D9D6F355}"/>
                </a:ext>
              </a:extLst>
            </p:cNvPr>
            <p:cNvSpPr txBox="1"/>
            <p:nvPr/>
          </p:nvSpPr>
          <p:spPr>
            <a:xfrm>
              <a:off x="1680559" y="2989350"/>
              <a:ext cx="304942" cy="121282"/>
            </a:xfrm>
            <a:prstGeom prst="rect">
              <a:avLst/>
            </a:prstGeom>
            <a:noFill/>
            <a:ln>
              <a:noFill/>
            </a:ln>
            <a:effectLst/>
          </p:spPr>
          <p:txBody>
            <a:bodyPr vertOverflow="overflow" horzOverflow="overflow" wrap="none" lIns="0" tIns="0" rIns="0" bIns="0" anchor="t" anchorCtr="0">
              <a:noAutofit/>
            </a:bodyPr>
            <a:lstStyle/>
            <a:p>
              <a:pPr marL="0" marR="0" indent="0" algn="ctr">
                <a:spcBef>
                  <a:spcPts val="0"/>
                </a:spcBef>
                <a:spcAft>
                  <a:spcPts val="0"/>
                </a:spcAft>
                <a:buNone/>
              </a:pPr>
              <a:r>
                <a:rPr lang="en-US" sz="673" b="1" i="0" baseline="0" dirty="0">
                  <a:solidFill>
                    <a:srgbClr val="367FB7"/>
                  </a:solidFill>
                  <a:latin typeface="Arial"/>
                  <a:ea typeface="Arial"/>
                  <a:cs typeface="Arial"/>
                </a:rPr>
                <a:t>U-Net</a:t>
              </a:r>
              <a:endParaRPr lang="en-US" sz="673"/>
            </a:p>
          </p:txBody>
        </p:sp>
      </p:grpSp>
      <p:grpSp>
        <p:nvGrpSpPr>
          <p:cNvPr id="244" name="Base voxel summary h_j^vox">
            <a:extLst>
              <a:ext uri="{FF2B5EF4-FFF2-40B4-BE49-F238E27FC236}">
                <a16:creationId xmlns:a16="http://schemas.microsoft.com/office/drawing/2014/main" id="{79AC2BE8-FFB5-CB34-4DD1-EB168FB65885}"/>
              </a:ext>
            </a:extLst>
          </p:cNvPr>
          <p:cNvGrpSpPr/>
          <p:nvPr/>
        </p:nvGrpSpPr>
        <p:grpSpPr>
          <a:xfrm>
            <a:off x="2408773" y="1068083"/>
            <a:ext cx="589903" cy="111724"/>
            <a:chOff x="2375055" y="3012345"/>
            <a:chExt cx="400770" cy="78840"/>
          </a:xfrm>
        </p:grpSpPr>
        <p:sp>
          <p:nvSpPr>
            <p:cNvPr id="245" name="feature_1">
              <a:extLst>
                <a:ext uri="{FF2B5EF4-FFF2-40B4-BE49-F238E27FC236}">
                  <a16:creationId xmlns:a16="http://schemas.microsoft.com/office/drawing/2014/main" id="{29394FE3-BC56-B2A3-2353-E9A847D61D45}"/>
                </a:ext>
              </a:extLst>
            </p:cNvPr>
            <p:cNvSpPr/>
            <p:nvPr/>
          </p:nvSpPr>
          <p:spPr>
            <a:xfrm>
              <a:off x="2375055" y="3012345"/>
              <a:ext cx="54437" cy="78840"/>
            </a:xfrm>
            <a:prstGeom prst="rect">
              <a:avLst/>
            </a:prstGeom>
            <a:solidFill>
              <a:srgbClr val="367FB7"/>
            </a:solidFill>
            <a:ln w="4599" cap="rnd" cmpd="sng" algn="ctr">
              <a:noFill/>
              <a:prstDash val="solid"/>
              <a:round/>
              <a:headEnd type="none" w="med" len="med"/>
              <a:tailEnd type="none" w="med" len="med"/>
            </a:ln>
            <a:effectLst/>
          </p:spPr>
        </p:sp>
        <p:sp>
          <p:nvSpPr>
            <p:cNvPr id="246" name="feature_2">
              <a:extLst>
                <a:ext uri="{FF2B5EF4-FFF2-40B4-BE49-F238E27FC236}">
                  <a16:creationId xmlns:a16="http://schemas.microsoft.com/office/drawing/2014/main" id="{6B847FE5-7D0C-46AE-D6A6-0B429D9C70ED}"/>
                </a:ext>
              </a:extLst>
            </p:cNvPr>
            <p:cNvSpPr/>
            <p:nvPr/>
          </p:nvSpPr>
          <p:spPr>
            <a:xfrm>
              <a:off x="2432777" y="3012345"/>
              <a:ext cx="54437" cy="78840"/>
            </a:xfrm>
            <a:prstGeom prst="rect">
              <a:avLst/>
            </a:prstGeom>
            <a:solidFill>
              <a:srgbClr val="7EAED0"/>
            </a:solidFill>
            <a:ln w="4599" cap="rnd" cmpd="sng" algn="ctr">
              <a:noFill/>
              <a:prstDash val="solid"/>
              <a:round/>
              <a:headEnd type="none" w="med" len="med"/>
              <a:tailEnd type="none" w="med" len="med"/>
            </a:ln>
            <a:effectLst/>
          </p:spPr>
        </p:sp>
        <p:sp>
          <p:nvSpPr>
            <p:cNvPr id="247" name="feature_3">
              <a:extLst>
                <a:ext uri="{FF2B5EF4-FFF2-40B4-BE49-F238E27FC236}">
                  <a16:creationId xmlns:a16="http://schemas.microsoft.com/office/drawing/2014/main" id="{ECA431BA-AB44-4006-5FA2-541B286DFEC3}"/>
                </a:ext>
              </a:extLst>
            </p:cNvPr>
            <p:cNvSpPr/>
            <p:nvPr/>
          </p:nvSpPr>
          <p:spPr>
            <a:xfrm>
              <a:off x="2490499" y="3012345"/>
              <a:ext cx="54437" cy="78840"/>
            </a:xfrm>
            <a:prstGeom prst="rect">
              <a:avLst/>
            </a:prstGeom>
            <a:solidFill>
              <a:srgbClr val="BCD8E7"/>
            </a:solidFill>
            <a:ln w="4599" cap="rnd" cmpd="sng" algn="ctr">
              <a:noFill/>
              <a:prstDash val="solid"/>
              <a:round/>
              <a:headEnd type="none" w="med" len="med"/>
              <a:tailEnd type="none" w="med" len="med"/>
            </a:ln>
            <a:effectLst/>
          </p:spPr>
        </p:sp>
        <p:sp>
          <p:nvSpPr>
            <p:cNvPr id="248" name="feature_4">
              <a:extLst>
                <a:ext uri="{FF2B5EF4-FFF2-40B4-BE49-F238E27FC236}">
                  <a16:creationId xmlns:a16="http://schemas.microsoft.com/office/drawing/2014/main" id="{6B29FB8D-B3FE-A122-980E-845475951D94}"/>
                </a:ext>
              </a:extLst>
            </p:cNvPr>
            <p:cNvSpPr/>
            <p:nvPr/>
          </p:nvSpPr>
          <p:spPr>
            <a:xfrm>
              <a:off x="2548221" y="3012345"/>
              <a:ext cx="54437" cy="78840"/>
            </a:xfrm>
            <a:prstGeom prst="rect">
              <a:avLst/>
            </a:prstGeom>
            <a:solidFill>
              <a:srgbClr val="88C3B4"/>
            </a:solidFill>
            <a:ln w="4599" cap="rnd" cmpd="sng" algn="ctr">
              <a:noFill/>
              <a:prstDash val="solid"/>
              <a:round/>
              <a:headEnd type="none" w="med" len="med"/>
              <a:tailEnd type="none" w="med" len="med"/>
            </a:ln>
            <a:effectLst/>
          </p:spPr>
        </p:sp>
        <p:sp>
          <p:nvSpPr>
            <p:cNvPr id="249" name="feature_5">
              <a:extLst>
                <a:ext uri="{FF2B5EF4-FFF2-40B4-BE49-F238E27FC236}">
                  <a16:creationId xmlns:a16="http://schemas.microsoft.com/office/drawing/2014/main" id="{F59B3894-1B47-2C50-5364-F7CEB5D830B6}"/>
                </a:ext>
              </a:extLst>
            </p:cNvPr>
            <p:cNvSpPr/>
            <p:nvPr/>
          </p:nvSpPr>
          <p:spPr>
            <a:xfrm>
              <a:off x="2605944" y="3012345"/>
              <a:ext cx="54437" cy="78840"/>
            </a:xfrm>
            <a:prstGeom prst="rect">
              <a:avLst/>
            </a:prstGeom>
            <a:solidFill>
              <a:srgbClr val="238777"/>
            </a:solidFill>
            <a:ln w="4599" cap="rnd" cmpd="sng" algn="ctr">
              <a:noFill/>
              <a:prstDash val="solid"/>
              <a:round/>
              <a:headEnd type="none" w="med" len="med"/>
              <a:tailEnd type="none" w="med" len="med"/>
            </a:ln>
            <a:effectLst/>
          </p:spPr>
        </p:sp>
        <p:sp>
          <p:nvSpPr>
            <p:cNvPr id="250" name="feature_6">
              <a:extLst>
                <a:ext uri="{FF2B5EF4-FFF2-40B4-BE49-F238E27FC236}">
                  <a16:creationId xmlns:a16="http://schemas.microsoft.com/office/drawing/2014/main" id="{58333F02-3010-74DD-0039-DCC5A70C8F96}"/>
                </a:ext>
              </a:extLst>
            </p:cNvPr>
            <p:cNvSpPr/>
            <p:nvPr/>
          </p:nvSpPr>
          <p:spPr>
            <a:xfrm>
              <a:off x="2663666" y="3012345"/>
              <a:ext cx="54437" cy="78840"/>
            </a:xfrm>
            <a:prstGeom prst="rect">
              <a:avLst/>
            </a:prstGeom>
            <a:solidFill>
              <a:srgbClr val="B1A4CC"/>
            </a:solidFill>
            <a:ln w="4599" cap="rnd" cmpd="sng" algn="ctr">
              <a:noFill/>
              <a:prstDash val="solid"/>
              <a:round/>
              <a:headEnd type="none" w="med" len="med"/>
              <a:tailEnd type="none" w="med" len="med"/>
            </a:ln>
            <a:effectLst/>
          </p:spPr>
        </p:sp>
        <p:sp>
          <p:nvSpPr>
            <p:cNvPr id="251" name="feature_7">
              <a:extLst>
                <a:ext uri="{FF2B5EF4-FFF2-40B4-BE49-F238E27FC236}">
                  <a16:creationId xmlns:a16="http://schemas.microsoft.com/office/drawing/2014/main" id="{5453F6F6-9116-A69E-A408-A0B9D7EC45C0}"/>
                </a:ext>
              </a:extLst>
            </p:cNvPr>
            <p:cNvSpPr/>
            <p:nvPr/>
          </p:nvSpPr>
          <p:spPr>
            <a:xfrm>
              <a:off x="2721388" y="3012345"/>
              <a:ext cx="54437" cy="78840"/>
            </a:xfrm>
            <a:prstGeom prst="rect">
              <a:avLst/>
            </a:prstGeom>
            <a:solidFill>
              <a:srgbClr val="D4CBE6"/>
            </a:solidFill>
            <a:ln w="4599" cap="rnd" cmpd="sng" algn="ctr">
              <a:noFill/>
              <a:prstDash val="solid"/>
              <a:round/>
              <a:headEnd type="none" w="med" len="med"/>
              <a:tailEnd type="none" w="med" len="med"/>
            </a:ln>
            <a:effectLst/>
          </p:spPr>
        </p:sp>
      </p:grpSp>
      <p:grpSp>
        <p:nvGrpSpPr>
          <p:cNvPr id="252" name="Local receptor pocket | atom environment">
            <a:extLst>
              <a:ext uri="{FF2B5EF4-FFF2-40B4-BE49-F238E27FC236}">
                <a16:creationId xmlns:a16="http://schemas.microsoft.com/office/drawing/2014/main" id="{8A546335-9C89-DCEA-5E5B-E281D0EDC93A}"/>
              </a:ext>
            </a:extLst>
          </p:cNvPr>
          <p:cNvGrpSpPr/>
          <p:nvPr/>
        </p:nvGrpSpPr>
        <p:grpSpPr>
          <a:xfrm>
            <a:off x="500525" y="1823338"/>
            <a:ext cx="393269" cy="299421"/>
            <a:chOff x="1295748" y="3525328"/>
            <a:chExt cx="304113" cy="219890"/>
          </a:xfrm>
        </p:grpSpPr>
        <p:sp>
          <p:nvSpPr>
            <p:cNvPr id="253" name="ellipse_2517">
              <a:extLst>
                <a:ext uri="{FF2B5EF4-FFF2-40B4-BE49-F238E27FC236}">
                  <a16:creationId xmlns:a16="http://schemas.microsoft.com/office/drawing/2014/main" id="{490F1E75-C64B-41E9-72C1-C7F3991B01D0}"/>
                </a:ext>
              </a:extLst>
            </p:cNvPr>
            <p:cNvSpPr/>
            <p:nvPr/>
          </p:nvSpPr>
          <p:spPr>
            <a:xfrm>
              <a:off x="1343499" y="3569364"/>
              <a:ext cx="20494" cy="20494"/>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254" name="ellipse_2518">
              <a:extLst>
                <a:ext uri="{FF2B5EF4-FFF2-40B4-BE49-F238E27FC236}">
                  <a16:creationId xmlns:a16="http://schemas.microsoft.com/office/drawing/2014/main" id="{892F2879-C479-A255-F42A-FEFBC395FAAE}"/>
                </a:ext>
              </a:extLst>
            </p:cNvPr>
            <p:cNvSpPr/>
            <p:nvPr/>
          </p:nvSpPr>
          <p:spPr>
            <a:xfrm>
              <a:off x="1296724" y="3594466"/>
              <a:ext cx="19197" cy="19197"/>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255" name="ellipse_2519">
              <a:extLst>
                <a:ext uri="{FF2B5EF4-FFF2-40B4-BE49-F238E27FC236}">
                  <a16:creationId xmlns:a16="http://schemas.microsoft.com/office/drawing/2014/main" id="{183D700E-8E04-8CC9-C754-A55CDA7851B7}"/>
                </a:ext>
              </a:extLst>
            </p:cNvPr>
            <p:cNvSpPr/>
            <p:nvPr/>
          </p:nvSpPr>
          <p:spPr>
            <a:xfrm>
              <a:off x="1438834" y="3720705"/>
              <a:ext cx="24513" cy="24513"/>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256" name="ellipse_2520">
              <a:extLst>
                <a:ext uri="{FF2B5EF4-FFF2-40B4-BE49-F238E27FC236}">
                  <a16:creationId xmlns:a16="http://schemas.microsoft.com/office/drawing/2014/main" id="{1ADF4877-FF02-CD7A-5512-5FE1EEADEC33}"/>
                </a:ext>
              </a:extLst>
            </p:cNvPr>
            <p:cNvSpPr/>
            <p:nvPr/>
          </p:nvSpPr>
          <p:spPr>
            <a:xfrm>
              <a:off x="1501618" y="3664422"/>
              <a:ext cx="25439" cy="25439"/>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57" name="ellipse_2521">
              <a:extLst>
                <a:ext uri="{FF2B5EF4-FFF2-40B4-BE49-F238E27FC236}">
                  <a16:creationId xmlns:a16="http://schemas.microsoft.com/office/drawing/2014/main" id="{AD4A39CA-B81B-3CE8-18C8-06CC1DA13101}"/>
                </a:ext>
              </a:extLst>
            </p:cNvPr>
            <p:cNvSpPr/>
            <p:nvPr/>
          </p:nvSpPr>
          <p:spPr>
            <a:xfrm>
              <a:off x="1321281" y="3628338"/>
              <a:ext cx="23115" cy="23115"/>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58" name="ellipse_2522">
              <a:extLst>
                <a:ext uri="{FF2B5EF4-FFF2-40B4-BE49-F238E27FC236}">
                  <a16:creationId xmlns:a16="http://schemas.microsoft.com/office/drawing/2014/main" id="{C71B0CFC-6744-0808-6F8F-052B64A931AF}"/>
                </a:ext>
              </a:extLst>
            </p:cNvPr>
            <p:cNvSpPr/>
            <p:nvPr/>
          </p:nvSpPr>
          <p:spPr>
            <a:xfrm>
              <a:off x="1295748" y="3626085"/>
              <a:ext cx="19345" cy="19345"/>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259" name="ellipse_2523">
              <a:extLst>
                <a:ext uri="{FF2B5EF4-FFF2-40B4-BE49-F238E27FC236}">
                  <a16:creationId xmlns:a16="http://schemas.microsoft.com/office/drawing/2014/main" id="{81B904B4-D981-7D31-114B-C8031DA7E1E2}"/>
                </a:ext>
              </a:extLst>
            </p:cNvPr>
            <p:cNvSpPr/>
            <p:nvPr/>
          </p:nvSpPr>
          <p:spPr>
            <a:xfrm>
              <a:off x="1338176" y="3604570"/>
              <a:ext cx="23202" cy="23202"/>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260" name="ellipse_2524">
              <a:extLst>
                <a:ext uri="{FF2B5EF4-FFF2-40B4-BE49-F238E27FC236}">
                  <a16:creationId xmlns:a16="http://schemas.microsoft.com/office/drawing/2014/main" id="{5CEC5C9B-6C6D-6ABE-8A4C-F9DFE218A0AD}"/>
                </a:ext>
              </a:extLst>
            </p:cNvPr>
            <p:cNvSpPr/>
            <p:nvPr/>
          </p:nvSpPr>
          <p:spPr>
            <a:xfrm>
              <a:off x="1349937" y="3578135"/>
              <a:ext cx="25593" cy="25593"/>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261" name="ellipse_2525">
              <a:extLst>
                <a:ext uri="{FF2B5EF4-FFF2-40B4-BE49-F238E27FC236}">
                  <a16:creationId xmlns:a16="http://schemas.microsoft.com/office/drawing/2014/main" id="{26592A73-BCD5-B8D3-5929-96E05DF73040}"/>
                </a:ext>
              </a:extLst>
            </p:cNvPr>
            <p:cNvSpPr/>
            <p:nvPr/>
          </p:nvSpPr>
          <p:spPr>
            <a:xfrm>
              <a:off x="1391990" y="3698653"/>
              <a:ext cx="18941" cy="18941"/>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262" name="ellipse_2526">
              <a:extLst>
                <a:ext uri="{FF2B5EF4-FFF2-40B4-BE49-F238E27FC236}">
                  <a16:creationId xmlns:a16="http://schemas.microsoft.com/office/drawing/2014/main" id="{C1AD6372-FE11-C8A0-662E-7FCAB201B8B8}"/>
                </a:ext>
              </a:extLst>
            </p:cNvPr>
            <p:cNvSpPr/>
            <p:nvPr/>
          </p:nvSpPr>
          <p:spPr>
            <a:xfrm>
              <a:off x="1335383" y="3592607"/>
              <a:ext cx="16783" cy="16783"/>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263" name="ellipse_2527">
              <a:extLst>
                <a:ext uri="{FF2B5EF4-FFF2-40B4-BE49-F238E27FC236}">
                  <a16:creationId xmlns:a16="http://schemas.microsoft.com/office/drawing/2014/main" id="{B2F41DFF-E9DE-FCEF-8307-67CB513293EF}"/>
                </a:ext>
              </a:extLst>
            </p:cNvPr>
            <p:cNvSpPr/>
            <p:nvPr/>
          </p:nvSpPr>
          <p:spPr>
            <a:xfrm>
              <a:off x="1421016" y="3723168"/>
              <a:ext cx="20110" cy="20110"/>
            </a:xfrm>
            <a:prstGeom prst="ellipse">
              <a:avLst/>
            </a:prstGeom>
            <a:gradFill flip="none" rotWithShape="1">
              <a:gsLst>
                <a:gs pos="0">
                  <a:srgbClr val="F6F7F9"/>
                </a:gs>
                <a:gs pos="43000">
                  <a:srgbClr val="D2DAE0"/>
                </a:gs>
                <a:gs pos="100000">
                  <a:srgbClr val="AAB6BF"/>
                </a:gs>
              </a:gsLst>
              <a:lin ang="2700000" scaled="1"/>
              <a:tileRect/>
            </a:gradFill>
            <a:ln w="1807" cap="rnd" cmpd="sng" algn="ctr">
              <a:noFill/>
              <a:prstDash val="solid"/>
              <a:round/>
              <a:headEnd type="none" w="med" len="med"/>
              <a:tailEnd type="none" w="med" len="med"/>
            </a:ln>
            <a:effectLst/>
          </p:spPr>
        </p:sp>
        <p:sp>
          <p:nvSpPr>
            <p:cNvPr id="264" name="ellipse_2528">
              <a:extLst>
                <a:ext uri="{FF2B5EF4-FFF2-40B4-BE49-F238E27FC236}">
                  <a16:creationId xmlns:a16="http://schemas.microsoft.com/office/drawing/2014/main" id="{3A7C2394-B8D2-C5F1-80C2-555C570628AA}"/>
                </a:ext>
              </a:extLst>
            </p:cNvPr>
            <p:cNvSpPr/>
            <p:nvPr/>
          </p:nvSpPr>
          <p:spPr>
            <a:xfrm>
              <a:off x="1366273" y="3564666"/>
              <a:ext cx="21791" cy="21791"/>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265" name="ellipse_2529">
              <a:extLst>
                <a:ext uri="{FF2B5EF4-FFF2-40B4-BE49-F238E27FC236}">
                  <a16:creationId xmlns:a16="http://schemas.microsoft.com/office/drawing/2014/main" id="{D82D59C4-8258-92F6-372F-552A02221564}"/>
                </a:ext>
              </a:extLst>
            </p:cNvPr>
            <p:cNvSpPr/>
            <p:nvPr/>
          </p:nvSpPr>
          <p:spPr>
            <a:xfrm>
              <a:off x="1327790" y="3609446"/>
              <a:ext cx="20508" cy="20508"/>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266" name="ellipse_2530">
              <a:extLst>
                <a:ext uri="{FF2B5EF4-FFF2-40B4-BE49-F238E27FC236}">
                  <a16:creationId xmlns:a16="http://schemas.microsoft.com/office/drawing/2014/main" id="{6C0C96E3-2F52-EA25-C9DA-B71EC5622B4C}"/>
                </a:ext>
              </a:extLst>
            </p:cNvPr>
            <p:cNvSpPr/>
            <p:nvPr/>
          </p:nvSpPr>
          <p:spPr>
            <a:xfrm>
              <a:off x="1408118" y="3688755"/>
              <a:ext cx="22554" cy="22554"/>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267" name="ellipse_2531">
              <a:extLst>
                <a:ext uri="{FF2B5EF4-FFF2-40B4-BE49-F238E27FC236}">
                  <a16:creationId xmlns:a16="http://schemas.microsoft.com/office/drawing/2014/main" id="{93B3B389-A012-25BA-6F06-EC9DB59C4AFB}"/>
                </a:ext>
              </a:extLst>
            </p:cNvPr>
            <p:cNvSpPr/>
            <p:nvPr/>
          </p:nvSpPr>
          <p:spPr>
            <a:xfrm>
              <a:off x="1428373" y="3713303"/>
              <a:ext cx="24738" cy="24738"/>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268" name="ellipse_2532">
              <a:extLst>
                <a:ext uri="{FF2B5EF4-FFF2-40B4-BE49-F238E27FC236}">
                  <a16:creationId xmlns:a16="http://schemas.microsoft.com/office/drawing/2014/main" id="{2665C2E6-3081-4A7C-3918-CEE33E8D470F}"/>
                </a:ext>
              </a:extLst>
            </p:cNvPr>
            <p:cNvSpPr/>
            <p:nvPr/>
          </p:nvSpPr>
          <p:spPr>
            <a:xfrm>
              <a:off x="1547670" y="3653309"/>
              <a:ext cx="21842" cy="21842"/>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269" name="ellipse_2533">
              <a:extLst>
                <a:ext uri="{FF2B5EF4-FFF2-40B4-BE49-F238E27FC236}">
                  <a16:creationId xmlns:a16="http://schemas.microsoft.com/office/drawing/2014/main" id="{397B20B9-05A2-1028-A146-5C34D6D3B38B}"/>
                </a:ext>
              </a:extLst>
            </p:cNvPr>
            <p:cNvSpPr/>
            <p:nvPr/>
          </p:nvSpPr>
          <p:spPr>
            <a:xfrm>
              <a:off x="1517557" y="3700982"/>
              <a:ext cx="20964" cy="20964"/>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270" name="ellipse_2534">
              <a:extLst>
                <a:ext uri="{FF2B5EF4-FFF2-40B4-BE49-F238E27FC236}">
                  <a16:creationId xmlns:a16="http://schemas.microsoft.com/office/drawing/2014/main" id="{24BEC070-0982-29B4-3C14-877FC589287C}"/>
                </a:ext>
              </a:extLst>
            </p:cNvPr>
            <p:cNvSpPr/>
            <p:nvPr/>
          </p:nvSpPr>
          <p:spPr>
            <a:xfrm>
              <a:off x="1535521" y="3630252"/>
              <a:ext cx="17917" cy="17917"/>
            </a:xfrm>
            <a:prstGeom prst="ellipse">
              <a:avLst/>
            </a:prstGeom>
            <a:gradFill flip="none" rotWithShape="1">
              <a:gsLst>
                <a:gs pos="0">
                  <a:srgbClr val="F7F9FA"/>
                </a:gs>
                <a:gs pos="43000">
                  <a:srgbClr val="D9E0E5"/>
                </a:gs>
                <a:gs pos="100000">
                  <a:srgbClr val="B1BDC5"/>
                </a:gs>
              </a:gsLst>
              <a:lin ang="2700000" scaled="1"/>
              <a:tileRect/>
            </a:gradFill>
            <a:ln w="1807" cap="rnd" cmpd="sng" algn="ctr">
              <a:noFill/>
              <a:prstDash val="solid"/>
              <a:round/>
              <a:headEnd type="none" w="med" len="med"/>
              <a:tailEnd type="none" w="med" len="med"/>
            </a:ln>
            <a:effectLst/>
          </p:spPr>
        </p:sp>
        <p:sp>
          <p:nvSpPr>
            <p:cNvPr id="271" name="ellipse_2535">
              <a:extLst>
                <a:ext uri="{FF2B5EF4-FFF2-40B4-BE49-F238E27FC236}">
                  <a16:creationId xmlns:a16="http://schemas.microsoft.com/office/drawing/2014/main" id="{55DDB44C-FD52-691B-04E4-7F95F52CE81A}"/>
                </a:ext>
              </a:extLst>
            </p:cNvPr>
            <p:cNvSpPr/>
            <p:nvPr/>
          </p:nvSpPr>
          <p:spPr>
            <a:xfrm>
              <a:off x="1344039" y="3678107"/>
              <a:ext cx="21719" cy="21719"/>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272" name="ellipse_2536">
              <a:extLst>
                <a:ext uri="{FF2B5EF4-FFF2-40B4-BE49-F238E27FC236}">
                  <a16:creationId xmlns:a16="http://schemas.microsoft.com/office/drawing/2014/main" id="{DB3B2982-BFEB-6A45-029C-914E51F65C38}"/>
                </a:ext>
              </a:extLst>
            </p:cNvPr>
            <p:cNvSpPr/>
            <p:nvPr/>
          </p:nvSpPr>
          <p:spPr>
            <a:xfrm>
              <a:off x="1486134" y="3678415"/>
              <a:ext cx="22120" cy="22120"/>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273" name="ellipse_2537">
              <a:extLst>
                <a:ext uri="{FF2B5EF4-FFF2-40B4-BE49-F238E27FC236}">
                  <a16:creationId xmlns:a16="http://schemas.microsoft.com/office/drawing/2014/main" id="{1DCF7FB2-5804-A9AC-7BD3-2FD6484DAE31}"/>
                </a:ext>
              </a:extLst>
            </p:cNvPr>
            <p:cNvSpPr/>
            <p:nvPr/>
          </p:nvSpPr>
          <p:spPr>
            <a:xfrm>
              <a:off x="1538537" y="3597777"/>
              <a:ext cx="22828" cy="22828"/>
            </a:xfrm>
            <a:prstGeom prst="ellipse">
              <a:avLst/>
            </a:prstGeom>
            <a:gradFill flip="none" rotWithShape="1">
              <a:gsLst>
                <a:gs pos="0">
                  <a:srgbClr val="F5F7F8"/>
                </a:gs>
                <a:gs pos="43000">
                  <a:srgbClr val="CFD7DE"/>
                </a:gs>
                <a:gs pos="100000">
                  <a:srgbClr val="A5B3BD"/>
                </a:gs>
              </a:gsLst>
              <a:lin ang="2700000" scaled="1"/>
              <a:tileRect/>
            </a:gradFill>
            <a:ln w="1807" cap="rnd" cmpd="sng" algn="ctr">
              <a:noFill/>
              <a:prstDash val="solid"/>
              <a:round/>
              <a:headEnd type="none" w="med" len="med"/>
              <a:tailEnd type="none" w="med" len="med"/>
            </a:ln>
            <a:effectLst/>
          </p:spPr>
        </p:sp>
        <p:sp>
          <p:nvSpPr>
            <p:cNvPr id="274" name="ellipse_2538">
              <a:extLst>
                <a:ext uri="{FF2B5EF4-FFF2-40B4-BE49-F238E27FC236}">
                  <a16:creationId xmlns:a16="http://schemas.microsoft.com/office/drawing/2014/main" id="{A02474CD-446B-71E2-5988-474DDE931302}"/>
                </a:ext>
              </a:extLst>
            </p:cNvPr>
            <p:cNvSpPr/>
            <p:nvPr/>
          </p:nvSpPr>
          <p:spPr>
            <a:xfrm>
              <a:off x="1401131" y="3720374"/>
              <a:ext cx="16876" cy="16876"/>
            </a:xfrm>
            <a:prstGeom prst="ellipse">
              <a:avLst/>
            </a:prstGeom>
            <a:gradFill flip="none" rotWithShape="1">
              <a:gsLst>
                <a:gs pos="0">
                  <a:srgbClr val="F6F7F9"/>
                </a:gs>
                <a:gs pos="43000">
                  <a:srgbClr val="D2DAE0"/>
                </a:gs>
                <a:gs pos="100000">
                  <a:srgbClr val="A9B5BF"/>
                </a:gs>
              </a:gsLst>
              <a:lin ang="2700000" scaled="1"/>
              <a:tileRect/>
            </a:gradFill>
            <a:ln w="1807" cap="rnd" cmpd="sng" algn="ctr">
              <a:noFill/>
              <a:prstDash val="solid"/>
              <a:round/>
              <a:headEnd type="none" w="med" len="med"/>
              <a:tailEnd type="none" w="med" len="med"/>
            </a:ln>
            <a:effectLst/>
          </p:spPr>
        </p:sp>
        <p:sp>
          <p:nvSpPr>
            <p:cNvPr id="275" name="ellipse_2539">
              <a:extLst>
                <a:ext uri="{FF2B5EF4-FFF2-40B4-BE49-F238E27FC236}">
                  <a16:creationId xmlns:a16="http://schemas.microsoft.com/office/drawing/2014/main" id="{BD2F4409-7EEB-52D8-AAEB-448DFA620366}"/>
                </a:ext>
              </a:extLst>
            </p:cNvPr>
            <p:cNvSpPr/>
            <p:nvPr/>
          </p:nvSpPr>
          <p:spPr>
            <a:xfrm>
              <a:off x="1525941" y="3593109"/>
              <a:ext cx="21620" cy="21620"/>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276" name="ellipse_2540">
              <a:extLst>
                <a:ext uri="{FF2B5EF4-FFF2-40B4-BE49-F238E27FC236}">
                  <a16:creationId xmlns:a16="http://schemas.microsoft.com/office/drawing/2014/main" id="{B046F8B0-10BA-D952-FE90-C1B0C839E19C}"/>
                </a:ext>
              </a:extLst>
            </p:cNvPr>
            <p:cNvSpPr/>
            <p:nvPr/>
          </p:nvSpPr>
          <p:spPr>
            <a:xfrm>
              <a:off x="1462052" y="3689103"/>
              <a:ext cx="24723" cy="24723"/>
            </a:xfrm>
            <a:prstGeom prst="ellipse">
              <a:avLst/>
            </a:prstGeom>
            <a:gradFill flip="none" rotWithShape="1">
              <a:gsLst>
                <a:gs pos="0">
                  <a:srgbClr val="F5F6F8"/>
                </a:gs>
                <a:gs pos="43000">
                  <a:srgbClr val="CDD6DC"/>
                </a:gs>
                <a:gs pos="100000">
                  <a:srgbClr val="A4B1BB"/>
                </a:gs>
              </a:gsLst>
              <a:lin ang="2700000" scaled="1"/>
              <a:tileRect/>
            </a:gradFill>
            <a:ln w="1807" cap="rnd" cmpd="sng" algn="ctr">
              <a:noFill/>
              <a:prstDash val="solid"/>
              <a:round/>
              <a:headEnd type="none" w="med" len="med"/>
              <a:tailEnd type="none" w="med" len="med"/>
            </a:ln>
            <a:effectLst/>
          </p:spPr>
        </p:sp>
        <p:sp>
          <p:nvSpPr>
            <p:cNvPr id="277" name="ellipse_2541">
              <a:extLst>
                <a:ext uri="{FF2B5EF4-FFF2-40B4-BE49-F238E27FC236}">
                  <a16:creationId xmlns:a16="http://schemas.microsoft.com/office/drawing/2014/main" id="{6CDD3FDB-8919-EB67-CF24-0BBBB42F1B40}"/>
                </a:ext>
              </a:extLst>
            </p:cNvPr>
            <p:cNvSpPr/>
            <p:nvPr/>
          </p:nvSpPr>
          <p:spPr>
            <a:xfrm>
              <a:off x="1338003" y="3621442"/>
              <a:ext cx="17209" cy="17209"/>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78" name="ellipse_2542">
              <a:extLst>
                <a:ext uri="{FF2B5EF4-FFF2-40B4-BE49-F238E27FC236}">
                  <a16:creationId xmlns:a16="http://schemas.microsoft.com/office/drawing/2014/main" id="{CFF69E3F-D140-DFDF-D864-A50C0FB1B7E6}"/>
                </a:ext>
              </a:extLst>
            </p:cNvPr>
            <p:cNvSpPr/>
            <p:nvPr/>
          </p:nvSpPr>
          <p:spPr>
            <a:xfrm>
              <a:off x="1436611" y="3687896"/>
              <a:ext cx="16365" cy="16365"/>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279" name="ellipse_2543">
              <a:extLst>
                <a:ext uri="{FF2B5EF4-FFF2-40B4-BE49-F238E27FC236}">
                  <a16:creationId xmlns:a16="http://schemas.microsoft.com/office/drawing/2014/main" id="{B433D9F3-CB47-4D67-4580-C3837455EBB1}"/>
                </a:ext>
              </a:extLst>
            </p:cNvPr>
            <p:cNvSpPr/>
            <p:nvPr/>
          </p:nvSpPr>
          <p:spPr>
            <a:xfrm>
              <a:off x="1387354" y="3566640"/>
              <a:ext cx="17190" cy="17190"/>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280" name="ellipse_2544">
              <a:extLst>
                <a:ext uri="{FF2B5EF4-FFF2-40B4-BE49-F238E27FC236}">
                  <a16:creationId xmlns:a16="http://schemas.microsoft.com/office/drawing/2014/main" id="{391AF5BE-594E-6140-B5B9-411507B66A8E}"/>
                </a:ext>
              </a:extLst>
            </p:cNvPr>
            <p:cNvSpPr/>
            <p:nvPr/>
          </p:nvSpPr>
          <p:spPr>
            <a:xfrm>
              <a:off x="1453977" y="3540995"/>
              <a:ext cx="18775" cy="18775"/>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281" name="ellipse_2545">
              <a:extLst>
                <a:ext uri="{FF2B5EF4-FFF2-40B4-BE49-F238E27FC236}">
                  <a16:creationId xmlns:a16="http://schemas.microsoft.com/office/drawing/2014/main" id="{7CC3A651-DEF4-1329-531E-5B06B51EB7C0}"/>
                </a:ext>
              </a:extLst>
            </p:cNvPr>
            <p:cNvSpPr/>
            <p:nvPr/>
          </p:nvSpPr>
          <p:spPr>
            <a:xfrm>
              <a:off x="1487168" y="3548389"/>
              <a:ext cx="16148" cy="16148"/>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82" name="ellipse_2546">
              <a:extLst>
                <a:ext uri="{FF2B5EF4-FFF2-40B4-BE49-F238E27FC236}">
                  <a16:creationId xmlns:a16="http://schemas.microsoft.com/office/drawing/2014/main" id="{4C37BF13-BFF4-3F8C-15E9-FFCE23649A87}"/>
                </a:ext>
              </a:extLst>
            </p:cNvPr>
            <p:cNvSpPr/>
            <p:nvPr/>
          </p:nvSpPr>
          <p:spPr>
            <a:xfrm>
              <a:off x="1536436" y="3643342"/>
              <a:ext cx="21862" cy="21862"/>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283" name="ellipse_2547">
              <a:extLst>
                <a:ext uri="{FF2B5EF4-FFF2-40B4-BE49-F238E27FC236}">
                  <a16:creationId xmlns:a16="http://schemas.microsoft.com/office/drawing/2014/main" id="{15350B39-3D01-138C-1044-103868E6C1E9}"/>
                </a:ext>
              </a:extLst>
            </p:cNvPr>
            <p:cNvSpPr/>
            <p:nvPr/>
          </p:nvSpPr>
          <p:spPr>
            <a:xfrm>
              <a:off x="1542031" y="3603619"/>
              <a:ext cx="25264" cy="25264"/>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284" name="ellipse_2548">
              <a:extLst>
                <a:ext uri="{FF2B5EF4-FFF2-40B4-BE49-F238E27FC236}">
                  <a16:creationId xmlns:a16="http://schemas.microsoft.com/office/drawing/2014/main" id="{E5899459-B525-A733-FDD1-3CBAB3B3CEE2}"/>
                </a:ext>
              </a:extLst>
            </p:cNvPr>
            <p:cNvSpPr/>
            <p:nvPr/>
          </p:nvSpPr>
          <p:spPr>
            <a:xfrm>
              <a:off x="1434762" y="3711046"/>
              <a:ext cx="16788" cy="16788"/>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285" name="ellipse_2549">
              <a:extLst>
                <a:ext uri="{FF2B5EF4-FFF2-40B4-BE49-F238E27FC236}">
                  <a16:creationId xmlns:a16="http://schemas.microsoft.com/office/drawing/2014/main" id="{3EBF023C-14E9-4D4C-75BA-E653CC64E8C0}"/>
                </a:ext>
              </a:extLst>
            </p:cNvPr>
            <p:cNvSpPr/>
            <p:nvPr/>
          </p:nvSpPr>
          <p:spPr>
            <a:xfrm>
              <a:off x="1543438" y="3672057"/>
              <a:ext cx="23717" cy="23717"/>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286" name="ellipse_2550">
              <a:extLst>
                <a:ext uri="{FF2B5EF4-FFF2-40B4-BE49-F238E27FC236}">
                  <a16:creationId xmlns:a16="http://schemas.microsoft.com/office/drawing/2014/main" id="{6067695C-84D5-EECB-20B9-F27354119662}"/>
                </a:ext>
              </a:extLst>
            </p:cNvPr>
            <p:cNvSpPr/>
            <p:nvPr/>
          </p:nvSpPr>
          <p:spPr>
            <a:xfrm>
              <a:off x="1529817" y="3654293"/>
              <a:ext cx="15593" cy="15593"/>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287" name="ellipse_2551">
              <a:extLst>
                <a:ext uri="{FF2B5EF4-FFF2-40B4-BE49-F238E27FC236}">
                  <a16:creationId xmlns:a16="http://schemas.microsoft.com/office/drawing/2014/main" id="{C98B24CA-1AB6-4100-96AF-C2D6F92CAEDE}"/>
                </a:ext>
              </a:extLst>
            </p:cNvPr>
            <p:cNvSpPr/>
            <p:nvPr/>
          </p:nvSpPr>
          <p:spPr>
            <a:xfrm>
              <a:off x="1550063" y="3626271"/>
              <a:ext cx="18725" cy="18725"/>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288" name="ellipse_2552">
              <a:extLst>
                <a:ext uri="{FF2B5EF4-FFF2-40B4-BE49-F238E27FC236}">
                  <a16:creationId xmlns:a16="http://schemas.microsoft.com/office/drawing/2014/main" id="{A0A6909F-141E-1139-9538-16BE3B9D2B9E}"/>
                </a:ext>
              </a:extLst>
            </p:cNvPr>
            <p:cNvSpPr/>
            <p:nvPr/>
          </p:nvSpPr>
          <p:spPr>
            <a:xfrm>
              <a:off x="1395088" y="3533435"/>
              <a:ext cx="15948" cy="15948"/>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289" name="ellipse_2553">
              <a:extLst>
                <a:ext uri="{FF2B5EF4-FFF2-40B4-BE49-F238E27FC236}">
                  <a16:creationId xmlns:a16="http://schemas.microsoft.com/office/drawing/2014/main" id="{B51F9887-55B5-C5DF-F28A-983B345D8191}"/>
                </a:ext>
              </a:extLst>
            </p:cNvPr>
            <p:cNvSpPr/>
            <p:nvPr/>
          </p:nvSpPr>
          <p:spPr>
            <a:xfrm>
              <a:off x="1313742" y="3573420"/>
              <a:ext cx="15496" cy="15496"/>
            </a:xfrm>
            <a:prstGeom prst="ellipse">
              <a:avLst/>
            </a:prstGeom>
            <a:gradFill flip="none" rotWithShape="1">
              <a:gsLst>
                <a:gs pos="0">
                  <a:srgbClr val="F6F8F9"/>
                </a:gs>
                <a:gs pos="43000">
                  <a:srgbClr val="D5DCE3"/>
                </a:gs>
                <a:gs pos="100000">
                  <a:srgbClr val="ADB8C2"/>
                </a:gs>
              </a:gsLst>
              <a:lin ang="2700000" scaled="1"/>
              <a:tileRect/>
            </a:gradFill>
            <a:ln w="1807" cap="rnd" cmpd="sng" algn="ctr">
              <a:noFill/>
              <a:prstDash val="solid"/>
              <a:round/>
              <a:headEnd type="none" w="med" len="med"/>
              <a:tailEnd type="none" w="med" len="med"/>
            </a:ln>
            <a:effectLst/>
          </p:spPr>
        </p:sp>
        <p:sp>
          <p:nvSpPr>
            <p:cNvPr id="290" name="ellipse_2554">
              <a:extLst>
                <a:ext uri="{FF2B5EF4-FFF2-40B4-BE49-F238E27FC236}">
                  <a16:creationId xmlns:a16="http://schemas.microsoft.com/office/drawing/2014/main" id="{C9DD42D7-1497-EC7C-A5AF-39BDFD768099}"/>
                </a:ext>
              </a:extLst>
            </p:cNvPr>
            <p:cNvSpPr/>
            <p:nvPr/>
          </p:nvSpPr>
          <p:spPr>
            <a:xfrm>
              <a:off x="1329291" y="3672157"/>
              <a:ext cx="23375" cy="23375"/>
            </a:xfrm>
            <a:prstGeom prst="ellipse">
              <a:avLst/>
            </a:prstGeom>
            <a:gradFill flip="none" rotWithShape="1">
              <a:gsLst>
                <a:gs pos="0">
                  <a:srgbClr val="F7F9FA"/>
                </a:gs>
                <a:gs pos="43000">
                  <a:srgbClr val="DAE0E6"/>
                </a:gs>
                <a:gs pos="100000">
                  <a:srgbClr val="B2BDC6"/>
                </a:gs>
              </a:gsLst>
              <a:lin ang="2700000" scaled="1"/>
              <a:tileRect/>
            </a:gradFill>
            <a:ln w="1807" cap="rnd" cmpd="sng" algn="ctr">
              <a:noFill/>
              <a:prstDash val="solid"/>
              <a:round/>
              <a:headEnd type="none" w="med" len="med"/>
              <a:tailEnd type="none" w="med" len="med"/>
            </a:ln>
            <a:effectLst/>
          </p:spPr>
        </p:sp>
        <p:sp>
          <p:nvSpPr>
            <p:cNvPr id="291" name="ellipse_2555">
              <a:extLst>
                <a:ext uri="{FF2B5EF4-FFF2-40B4-BE49-F238E27FC236}">
                  <a16:creationId xmlns:a16="http://schemas.microsoft.com/office/drawing/2014/main" id="{3F789A2A-09D0-392D-BA7C-1F90338938D1}"/>
                </a:ext>
              </a:extLst>
            </p:cNvPr>
            <p:cNvSpPr/>
            <p:nvPr/>
          </p:nvSpPr>
          <p:spPr>
            <a:xfrm>
              <a:off x="1307786" y="3621846"/>
              <a:ext cx="22071" cy="22071"/>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292" name="ellipse_2556">
              <a:extLst>
                <a:ext uri="{FF2B5EF4-FFF2-40B4-BE49-F238E27FC236}">
                  <a16:creationId xmlns:a16="http://schemas.microsoft.com/office/drawing/2014/main" id="{CDD4C285-88D5-EB92-4FF3-FBA259B28892}"/>
                </a:ext>
              </a:extLst>
            </p:cNvPr>
            <p:cNvSpPr/>
            <p:nvPr/>
          </p:nvSpPr>
          <p:spPr>
            <a:xfrm>
              <a:off x="1584475" y="3627694"/>
              <a:ext cx="15386" cy="15386"/>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293" name="ellipse_2557">
              <a:extLst>
                <a:ext uri="{FF2B5EF4-FFF2-40B4-BE49-F238E27FC236}">
                  <a16:creationId xmlns:a16="http://schemas.microsoft.com/office/drawing/2014/main" id="{036C5327-B2B8-9796-434A-27EAEA809D16}"/>
                </a:ext>
              </a:extLst>
            </p:cNvPr>
            <p:cNvSpPr/>
            <p:nvPr/>
          </p:nvSpPr>
          <p:spPr>
            <a:xfrm>
              <a:off x="1453895" y="3558216"/>
              <a:ext cx="24625" cy="24625"/>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294" name="ellipse_2558">
              <a:extLst>
                <a:ext uri="{FF2B5EF4-FFF2-40B4-BE49-F238E27FC236}">
                  <a16:creationId xmlns:a16="http://schemas.microsoft.com/office/drawing/2014/main" id="{4378DB49-3909-9476-9010-BB5A947A7C2A}"/>
                </a:ext>
              </a:extLst>
            </p:cNvPr>
            <p:cNvSpPr/>
            <p:nvPr/>
          </p:nvSpPr>
          <p:spPr>
            <a:xfrm>
              <a:off x="1514397" y="3669171"/>
              <a:ext cx="15296" cy="15296"/>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295" name="ellipse_2559">
              <a:extLst>
                <a:ext uri="{FF2B5EF4-FFF2-40B4-BE49-F238E27FC236}">
                  <a16:creationId xmlns:a16="http://schemas.microsoft.com/office/drawing/2014/main" id="{09D4CB75-D7FC-1A97-951D-9CD42B6CC4BF}"/>
                </a:ext>
              </a:extLst>
            </p:cNvPr>
            <p:cNvSpPr/>
            <p:nvPr/>
          </p:nvSpPr>
          <p:spPr>
            <a:xfrm>
              <a:off x="1502877" y="3686988"/>
              <a:ext cx="19310" cy="19310"/>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296" name="ellipse_2560">
              <a:extLst>
                <a:ext uri="{FF2B5EF4-FFF2-40B4-BE49-F238E27FC236}">
                  <a16:creationId xmlns:a16="http://schemas.microsoft.com/office/drawing/2014/main" id="{A7D5DCB9-A475-94C4-BF7C-287AB3E1BAFD}"/>
                </a:ext>
              </a:extLst>
            </p:cNvPr>
            <p:cNvSpPr/>
            <p:nvPr/>
          </p:nvSpPr>
          <p:spPr>
            <a:xfrm>
              <a:off x="1507745" y="3695631"/>
              <a:ext cx="15466" cy="15466"/>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297" name="ellipse_2561">
              <a:extLst>
                <a:ext uri="{FF2B5EF4-FFF2-40B4-BE49-F238E27FC236}">
                  <a16:creationId xmlns:a16="http://schemas.microsoft.com/office/drawing/2014/main" id="{0CA673BF-357C-B01C-31A9-9FB9B19F7DA6}"/>
                </a:ext>
              </a:extLst>
            </p:cNvPr>
            <p:cNvSpPr/>
            <p:nvPr/>
          </p:nvSpPr>
          <p:spPr>
            <a:xfrm>
              <a:off x="1432818" y="3538051"/>
              <a:ext cx="19094" cy="19094"/>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298" name="ellipse_2562">
              <a:extLst>
                <a:ext uri="{FF2B5EF4-FFF2-40B4-BE49-F238E27FC236}">
                  <a16:creationId xmlns:a16="http://schemas.microsoft.com/office/drawing/2014/main" id="{14D7837D-194C-E0A4-16A4-B5F8F1BBDC8D}"/>
                </a:ext>
              </a:extLst>
            </p:cNvPr>
            <p:cNvSpPr/>
            <p:nvPr/>
          </p:nvSpPr>
          <p:spPr>
            <a:xfrm>
              <a:off x="1511410" y="3670510"/>
              <a:ext cx="18124" cy="18124"/>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299" name="ellipse_2563">
              <a:extLst>
                <a:ext uri="{FF2B5EF4-FFF2-40B4-BE49-F238E27FC236}">
                  <a16:creationId xmlns:a16="http://schemas.microsoft.com/office/drawing/2014/main" id="{52EF51FB-802D-1292-5FE0-A46343ADBA16}"/>
                </a:ext>
              </a:extLst>
            </p:cNvPr>
            <p:cNvSpPr/>
            <p:nvPr/>
          </p:nvSpPr>
          <p:spPr>
            <a:xfrm>
              <a:off x="1465959" y="3697582"/>
              <a:ext cx="20714" cy="20714"/>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00" name="ellipse_2564">
              <a:extLst>
                <a:ext uri="{FF2B5EF4-FFF2-40B4-BE49-F238E27FC236}">
                  <a16:creationId xmlns:a16="http://schemas.microsoft.com/office/drawing/2014/main" id="{AA596AC5-44B7-562E-BE66-331758298370}"/>
                </a:ext>
              </a:extLst>
            </p:cNvPr>
            <p:cNvSpPr/>
            <p:nvPr/>
          </p:nvSpPr>
          <p:spPr>
            <a:xfrm>
              <a:off x="1421039" y="3688264"/>
              <a:ext cx="20580" cy="20580"/>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01" name="ellipse_2565">
              <a:extLst>
                <a:ext uri="{FF2B5EF4-FFF2-40B4-BE49-F238E27FC236}">
                  <a16:creationId xmlns:a16="http://schemas.microsoft.com/office/drawing/2014/main" id="{36782CF2-34EA-A5F7-ED53-7D6A038E7F34}"/>
                </a:ext>
              </a:extLst>
            </p:cNvPr>
            <p:cNvSpPr/>
            <p:nvPr/>
          </p:nvSpPr>
          <p:spPr>
            <a:xfrm>
              <a:off x="1317547" y="3643031"/>
              <a:ext cx="24656" cy="24656"/>
            </a:xfrm>
            <a:prstGeom prst="ellipse">
              <a:avLst/>
            </a:prstGeom>
            <a:gradFill flip="none" rotWithShape="1">
              <a:gsLst>
                <a:gs pos="0">
                  <a:srgbClr val="F6F7F8"/>
                </a:gs>
                <a:gs pos="43000">
                  <a:srgbClr val="D2DADF"/>
                </a:gs>
                <a:gs pos="100000">
                  <a:srgbClr val="A9B5BE"/>
                </a:gs>
              </a:gsLst>
              <a:lin ang="2700000" scaled="1"/>
              <a:tileRect/>
            </a:gradFill>
            <a:ln w="1807" cap="rnd" cmpd="sng" algn="ctr">
              <a:noFill/>
              <a:prstDash val="solid"/>
              <a:round/>
              <a:headEnd type="none" w="med" len="med"/>
              <a:tailEnd type="none" w="med" len="med"/>
            </a:ln>
            <a:effectLst/>
          </p:spPr>
        </p:sp>
        <p:sp>
          <p:nvSpPr>
            <p:cNvPr id="302" name="ellipse_2566">
              <a:extLst>
                <a:ext uri="{FF2B5EF4-FFF2-40B4-BE49-F238E27FC236}">
                  <a16:creationId xmlns:a16="http://schemas.microsoft.com/office/drawing/2014/main" id="{91F74E74-C2E5-F844-4C90-9158C8F7F24E}"/>
                </a:ext>
              </a:extLst>
            </p:cNvPr>
            <p:cNvSpPr/>
            <p:nvPr/>
          </p:nvSpPr>
          <p:spPr>
            <a:xfrm>
              <a:off x="1490146" y="3564893"/>
              <a:ext cx="23114" cy="23114"/>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03" name="ellipse_2567">
              <a:extLst>
                <a:ext uri="{FF2B5EF4-FFF2-40B4-BE49-F238E27FC236}">
                  <a16:creationId xmlns:a16="http://schemas.microsoft.com/office/drawing/2014/main" id="{30CC97B4-48A6-02D8-0F93-B2F921571F2C}"/>
                </a:ext>
              </a:extLst>
            </p:cNvPr>
            <p:cNvSpPr/>
            <p:nvPr/>
          </p:nvSpPr>
          <p:spPr>
            <a:xfrm>
              <a:off x="1318021" y="3588334"/>
              <a:ext cx="19866" cy="19866"/>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04" name="ellipse_2568">
              <a:extLst>
                <a:ext uri="{FF2B5EF4-FFF2-40B4-BE49-F238E27FC236}">
                  <a16:creationId xmlns:a16="http://schemas.microsoft.com/office/drawing/2014/main" id="{427C21BA-4F52-388F-8A08-05021637FE66}"/>
                </a:ext>
              </a:extLst>
            </p:cNvPr>
            <p:cNvSpPr/>
            <p:nvPr/>
          </p:nvSpPr>
          <p:spPr>
            <a:xfrm>
              <a:off x="1478242" y="3571021"/>
              <a:ext cx="21106" cy="21106"/>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05" name="ellipse_2569">
              <a:extLst>
                <a:ext uri="{FF2B5EF4-FFF2-40B4-BE49-F238E27FC236}">
                  <a16:creationId xmlns:a16="http://schemas.microsoft.com/office/drawing/2014/main" id="{202A57B2-4C56-8A50-B31E-918ED56AEA81}"/>
                </a:ext>
              </a:extLst>
            </p:cNvPr>
            <p:cNvSpPr/>
            <p:nvPr/>
          </p:nvSpPr>
          <p:spPr>
            <a:xfrm>
              <a:off x="1317612" y="3652314"/>
              <a:ext cx="17900" cy="17900"/>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06" name="ellipse_2570">
              <a:extLst>
                <a:ext uri="{FF2B5EF4-FFF2-40B4-BE49-F238E27FC236}">
                  <a16:creationId xmlns:a16="http://schemas.microsoft.com/office/drawing/2014/main" id="{F450F644-39EA-B580-690F-C2B43B177AA9}"/>
                </a:ext>
              </a:extLst>
            </p:cNvPr>
            <p:cNvSpPr/>
            <p:nvPr/>
          </p:nvSpPr>
          <p:spPr>
            <a:xfrm>
              <a:off x="1437620" y="3709822"/>
              <a:ext cx="15418" cy="15418"/>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07" name="ellipse_2571">
              <a:extLst>
                <a:ext uri="{FF2B5EF4-FFF2-40B4-BE49-F238E27FC236}">
                  <a16:creationId xmlns:a16="http://schemas.microsoft.com/office/drawing/2014/main" id="{04BDA40D-AF67-3544-4DB8-4D61A0831D23}"/>
                </a:ext>
              </a:extLst>
            </p:cNvPr>
            <p:cNvSpPr/>
            <p:nvPr/>
          </p:nvSpPr>
          <p:spPr>
            <a:xfrm>
              <a:off x="1482151" y="3682518"/>
              <a:ext cx="16703" cy="16703"/>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08" name="ellipse_2572">
              <a:extLst>
                <a:ext uri="{FF2B5EF4-FFF2-40B4-BE49-F238E27FC236}">
                  <a16:creationId xmlns:a16="http://schemas.microsoft.com/office/drawing/2014/main" id="{6FD6116B-B584-6C99-2635-006146E86C3A}"/>
                </a:ext>
              </a:extLst>
            </p:cNvPr>
            <p:cNvSpPr/>
            <p:nvPr/>
          </p:nvSpPr>
          <p:spPr>
            <a:xfrm>
              <a:off x="1411116" y="3562784"/>
              <a:ext cx="21423" cy="21423"/>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09" name="ellipse_2573">
              <a:extLst>
                <a:ext uri="{FF2B5EF4-FFF2-40B4-BE49-F238E27FC236}">
                  <a16:creationId xmlns:a16="http://schemas.microsoft.com/office/drawing/2014/main" id="{408C328A-DC76-75E1-2FC1-91AD0B00FAA2}"/>
                </a:ext>
              </a:extLst>
            </p:cNvPr>
            <p:cNvSpPr/>
            <p:nvPr/>
          </p:nvSpPr>
          <p:spPr>
            <a:xfrm>
              <a:off x="1454564" y="3537748"/>
              <a:ext cx="19763" cy="19763"/>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10" name="ellipse_2574">
              <a:extLst>
                <a:ext uri="{FF2B5EF4-FFF2-40B4-BE49-F238E27FC236}">
                  <a16:creationId xmlns:a16="http://schemas.microsoft.com/office/drawing/2014/main" id="{E4AA29BE-10CD-DD58-32D2-8B44264F3B03}"/>
                </a:ext>
              </a:extLst>
            </p:cNvPr>
            <p:cNvSpPr/>
            <p:nvPr/>
          </p:nvSpPr>
          <p:spPr>
            <a:xfrm>
              <a:off x="1516785" y="3654731"/>
              <a:ext cx="21578" cy="21578"/>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11" name="ellipse_2575">
              <a:extLst>
                <a:ext uri="{FF2B5EF4-FFF2-40B4-BE49-F238E27FC236}">
                  <a16:creationId xmlns:a16="http://schemas.microsoft.com/office/drawing/2014/main" id="{77F2D6ED-1157-A558-808E-36CB9FF125C4}"/>
                </a:ext>
              </a:extLst>
            </p:cNvPr>
            <p:cNvSpPr/>
            <p:nvPr/>
          </p:nvSpPr>
          <p:spPr>
            <a:xfrm>
              <a:off x="1410634" y="3697683"/>
              <a:ext cx="24162" cy="24162"/>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12" name="ellipse_2576">
              <a:extLst>
                <a:ext uri="{FF2B5EF4-FFF2-40B4-BE49-F238E27FC236}">
                  <a16:creationId xmlns:a16="http://schemas.microsoft.com/office/drawing/2014/main" id="{CD7AC9AE-9E63-1900-227E-81832A033440}"/>
                </a:ext>
              </a:extLst>
            </p:cNvPr>
            <p:cNvSpPr/>
            <p:nvPr/>
          </p:nvSpPr>
          <p:spPr>
            <a:xfrm>
              <a:off x="1425946" y="3562304"/>
              <a:ext cx="17525" cy="17525"/>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13" name="ellipse_2577">
              <a:extLst>
                <a:ext uri="{FF2B5EF4-FFF2-40B4-BE49-F238E27FC236}">
                  <a16:creationId xmlns:a16="http://schemas.microsoft.com/office/drawing/2014/main" id="{FC4B9BDD-1E64-62A4-931E-8BE8F4956F13}"/>
                </a:ext>
              </a:extLst>
            </p:cNvPr>
            <p:cNvSpPr/>
            <p:nvPr/>
          </p:nvSpPr>
          <p:spPr>
            <a:xfrm>
              <a:off x="1355269" y="3594031"/>
              <a:ext cx="21133" cy="21133"/>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14" name="ellipse_2578">
              <a:extLst>
                <a:ext uri="{FF2B5EF4-FFF2-40B4-BE49-F238E27FC236}">
                  <a16:creationId xmlns:a16="http://schemas.microsoft.com/office/drawing/2014/main" id="{E90A7BCF-BBFD-63AC-4DC2-F0400FA90659}"/>
                </a:ext>
              </a:extLst>
            </p:cNvPr>
            <p:cNvSpPr/>
            <p:nvPr/>
          </p:nvSpPr>
          <p:spPr>
            <a:xfrm>
              <a:off x="1506719" y="3690770"/>
              <a:ext cx="17358" cy="17358"/>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5" name="ellipse_2579">
              <a:extLst>
                <a:ext uri="{FF2B5EF4-FFF2-40B4-BE49-F238E27FC236}">
                  <a16:creationId xmlns:a16="http://schemas.microsoft.com/office/drawing/2014/main" id="{4CA60284-5726-C93A-3B96-4ADB5E0851CD}"/>
                </a:ext>
              </a:extLst>
            </p:cNvPr>
            <p:cNvSpPr/>
            <p:nvPr/>
          </p:nvSpPr>
          <p:spPr>
            <a:xfrm>
              <a:off x="1349195" y="3647004"/>
              <a:ext cx="22300" cy="22300"/>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16" name="ellipse_2580">
              <a:extLst>
                <a:ext uri="{FF2B5EF4-FFF2-40B4-BE49-F238E27FC236}">
                  <a16:creationId xmlns:a16="http://schemas.microsoft.com/office/drawing/2014/main" id="{02C998C6-D15B-4D3E-F65C-901603E718E2}"/>
                </a:ext>
              </a:extLst>
            </p:cNvPr>
            <p:cNvSpPr/>
            <p:nvPr/>
          </p:nvSpPr>
          <p:spPr>
            <a:xfrm>
              <a:off x="1577404" y="3601425"/>
              <a:ext cx="20206" cy="20206"/>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17" name="ellipse_2581">
              <a:extLst>
                <a:ext uri="{FF2B5EF4-FFF2-40B4-BE49-F238E27FC236}">
                  <a16:creationId xmlns:a16="http://schemas.microsoft.com/office/drawing/2014/main" id="{89A6ED92-C757-C6F6-B945-4BE2E2866F5C}"/>
                </a:ext>
              </a:extLst>
            </p:cNvPr>
            <p:cNvSpPr/>
            <p:nvPr/>
          </p:nvSpPr>
          <p:spPr>
            <a:xfrm>
              <a:off x="1509076" y="3554975"/>
              <a:ext cx="15762" cy="15762"/>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18" name="ellipse_2582">
              <a:extLst>
                <a:ext uri="{FF2B5EF4-FFF2-40B4-BE49-F238E27FC236}">
                  <a16:creationId xmlns:a16="http://schemas.microsoft.com/office/drawing/2014/main" id="{D5B36787-5D31-63F7-73E4-671D3E9D0003}"/>
                </a:ext>
              </a:extLst>
            </p:cNvPr>
            <p:cNvSpPr/>
            <p:nvPr/>
          </p:nvSpPr>
          <p:spPr>
            <a:xfrm>
              <a:off x="1462460" y="3706007"/>
              <a:ext cx="22750" cy="22750"/>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19" name="ellipse_2583">
              <a:extLst>
                <a:ext uri="{FF2B5EF4-FFF2-40B4-BE49-F238E27FC236}">
                  <a16:creationId xmlns:a16="http://schemas.microsoft.com/office/drawing/2014/main" id="{3CA56C3F-6592-2A93-F9E6-53959D44FCC5}"/>
                </a:ext>
              </a:extLst>
            </p:cNvPr>
            <p:cNvSpPr/>
            <p:nvPr/>
          </p:nvSpPr>
          <p:spPr>
            <a:xfrm>
              <a:off x="1439477" y="3526920"/>
              <a:ext cx="21290" cy="21290"/>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20" name="ellipse_2584">
              <a:extLst>
                <a:ext uri="{FF2B5EF4-FFF2-40B4-BE49-F238E27FC236}">
                  <a16:creationId xmlns:a16="http://schemas.microsoft.com/office/drawing/2014/main" id="{BF1413D5-2A2A-D768-79D7-116EC5F56505}"/>
                </a:ext>
              </a:extLst>
            </p:cNvPr>
            <p:cNvSpPr/>
            <p:nvPr/>
          </p:nvSpPr>
          <p:spPr>
            <a:xfrm>
              <a:off x="1310268" y="3672453"/>
              <a:ext cx="21000" cy="21000"/>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21" name="ellipse_2585">
              <a:extLst>
                <a:ext uri="{FF2B5EF4-FFF2-40B4-BE49-F238E27FC236}">
                  <a16:creationId xmlns:a16="http://schemas.microsoft.com/office/drawing/2014/main" id="{DC0E42FA-FFBC-0032-EEBE-AC23C2C8A18F}"/>
                </a:ext>
              </a:extLst>
            </p:cNvPr>
            <p:cNvSpPr/>
            <p:nvPr/>
          </p:nvSpPr>
          <p:spPr>
            <a:xfrm>
              <a:off x="1552938" y="3621802"/>
              <a:ext cx="15605" cy="15605"/>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22" name="ellipse_2586">
              <a:extLst>
                <a:ext uri="{FF2B5EF4-FFF2-40B4-BE49-F238E27FC236}">
                  <a16:creationId xmlns:a16="http://schemas.microsoft.com/office/drawing/2014/main" id="{D5C55BEC-D6E8-C8A4-8630-7F45F0BB57D2}"/>
                </a:ext>
              </a:extLst>
            </p:cNvPr>
            <p:cNvSpPr/>
            <p:nvPr/>
          </p:nvSpPr>
          <p:spPr>
            <a:xfrm>
              <a:off x="1558418" y="3676011"/>
              <a:ext cx="22184" cy="22184"/>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23" name="ellipse_2587">
              <a:extLst>
                <a:ext uri="{FF2B5EF4-FFF2-40B4-BE49-F238E27FC236}">
                  <a16:creationId xmlns:a16="http://schemas.microsoft.com/office/drawing/2014/main" id="{C0808DA2-649F-C26E-84AA-F0E33EFC7AFE}"/>
                </a:ext>
              </a:extLst>
            </p:cNvPr>
            <p:cNvSpPr/>
            <p:nvPr/>
          </p:nvSpPr>
          <p:spPr>
            <a:xfrm>
              <a:off x="1456866" y="3525328"/>
              <a:ext cx="23606" cy="23606"/>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24" name="ellipse_2588">
              <a:extLst>
                <a:ext uri="{FF2B5EF4-FFF2-40B4-BE49-F238E27FC236}">
                  <a16:creationId xmlns:a16="http://schemas.microsoft.com/office/drawing/2014/main" id="{29107B3C-1C57-DFFE-E1D0-E36792584C4A}"/>
                </a:ext>
              </a:extLst>
            </p:cNvPr>
            <p:cNvSpPr/>
            <p:nvPr/>
          </p:nvSpPr>
          <p:spPr>
            <a:xfrm>
              <a:off x="1364561" y="3569140"/>
              <a:ext cx="22851" cy="22851"/>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25" name="ellipse_2589">
              <a:extLst>
                <a:ext uri="{FF2B5EF4-FFF2-40B4-BE49-F238E27FC236}">
                  <a16:creationId xmlns:a16="http://schemas.microsoft.com/office/drawing/2014/main" id="{2CEAF87E-D6F6-42AD-E07A-770EF7AC154A}"/>
                </a:ext>
              </a:extLst>
            </p:cNvPr>
            <p:cNvSpPr/>
            <p:nvPr/>
          </p:nvSpPr>
          <p:spPr>
            <a:xfrm>
              <a:off x="1539847" y="3619786"/>
              <a:ext cx="18619" cy="18619"/>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26" name="ellipse_2590">
              <a:extLst>
                <a:ext uri="{FF2B5EF4-FFF2-40B4-BE49-F238E27FC236}">
                  <a16:creationId xmlns:a16="http://schemas.microsoft.com/office/drawing/2014/main" id="{C277D38E-B71B-37FE-B76B-E7CEDF17CC39}"/>
                </a:ext>
              </a:extLst>
            </p:cNvPr>
            <p:cNvSpPr/>
            <p:nvPr/>
          </p:nvSpPr>
          <p:spPr>
            <a:xfrm>
              <a:off x="1298635" y="3654692"/>
              <a:ext cx="18927" cy="18927"/>
            </a:xfrm>
            <a:prstGeom prst="ellipse">
              <a:avLst/>
            </a:prstGeom>
            <a:gradFill flip="none" rotWithShape="1">
              <a:gsLst>
                <a:gs pos="0">
                  <a:srgbClr val="F6F8F9"/>
                </a:gs>
                <a:gs pos="43000">
                  <a:srgbClr val="D5DCE1"/>
                </a:gs>
                <a:gs pos="100000">
                  <a:srgbClr val="ACB8C1"/>
                </a:gs>
              </a:gsLst>
              <a:lin ang="2700000" scaled="1"/>
              <a:tileRect/>
            </a:gradFill>
            <a:ln w="1807" cap="rnd" cmpd="sng" algn="ctr">
              <a:noFill/>
              <a:prstDash val="solid"/>
              <a:round/>
              <a:headEnd type="none" w="med" len="med"/>
              <a:tailEnd type="none" w="med" len="med"/>
            </a:ln>
            <a:effectLst/>
          </p:spPr>
        </p:sp>
        <p:sp>
          <p:nvSpPr>
            <p:cNvPr id="327" name="ellipse_2591">
              <a:extLst>
                <a:ext uri="{FF2B5EF4-FFF2-40B4-BE49-F238E27FC236}">
                  <a16:creationId xmlns:a16="http://schemas.microsoft.com/office/drawing/2014/main" id="{5C5D75F6-3BFE-01B7-FAC9-0FE9C38DA789}"/>
                </a:ext>
              </a:extLst>
            </p:cNvPr>
            <p:cNvSpPr/>
            <p:nvPr/>
          </p:nvSpPr>
          <p:spPr>
            <a:xfrm>
              <a:off x="1319712" y="3686409"/>
              <a:ext cx="23715" cy="23715"/>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28" name="ellipse_2592">
              <a:extLst>
                <a:ext uri="{FF2B5EF4-FFF2-40B4-BE49-F238E27FC236}">
                  <a16:creationId xmlns:a16="http://schemas.microsoft.com/office/drawing/2014/main" id="{45E4E008-5C46-BA0E-38C4-A05788CDD8BF}"/>
                </a:ext>
              </a:extLst>
            </p:cNvPr>
            <p:cNvSpPr/>
            <p:nvPr/>
          </p:nvSpPr>
          <p:spPr>
            <a:xfrm>
              <a:off x="1501588" y="3562901"/>
              <a:ext cx="22327" cy="22327"/>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29" name="ellipse_2593">
              <a:extLst>
                <a:ext uri="{FF2B5EF4-FFF2-40B4-BE49-F238E27FC236}">
                  <a16:creationId xmlns:a16="http://schemas.microsoft.com/office/drawing/2014/main" id="{953775E4-20FB-6686-AA64-00A9EBB97126}"/>
                </a:ext>
              </a:extLst>
            </p:cNvPr>
            <p:cNvSpPr/>
            <p:nvPr/>
          </p:nvSpPr>
          <p:spPr>
            <a:xfrm>
              <a:off x="1466525" y="3529327"/>
              <a:ext cx="15101" cy="15101"/>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30" name="ellipse_2594">
              <a:extLst>
                <a:ext uri="{FF2B5EF4-FFF2-40B4-BE49-F238E27FC236}">
                  <a16:creationId xmlns:a16="http://schemas.microsoft.com/office/drawing/2014/main" id="{3F28BB9B-896D-933D-C8C4-5FF4AB72BB31}"/>
                </a:ext>
              </a:extLst>
            </p:cNvPr>
            <p:cNvSpPr/>
            <p:nvPr/>
          </p:nvSpPr>
          <p:spPr>
            <a:xfrm>
              <a:off x="1333290" y="3551629"/>
              <a:ext cx="21303" cy="21303"/>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31" name="ellipse_2595">
              <a:extLst>
                <a:ext uri="{FF2B5EF4-FFF2-40B4-BE49-F238E27FC236}">
                  <a16:creationId xmlns:a16="http://schemas.microsoft.com/office/drawing/2014/main" id="{369FC49F-F3C1-9361-482C-2D3F82CE8D95}"/>
                </a:ext>
              </a:extLst>
            </p:cNvPr>
            <p:cNvSpPr/>
            <p:nvPr/>
          </p:nvSpPr>
          <p:spPr>
            <a:xfrm>
              <a:off x="1339812" y="3618696"/>
              <a:ext cx="23994" cy="23994"/>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32" name="ellipse_2596">
              <a:extLst>
                <a:ext uri="{FF2B5EF4-FFF2-40B4-BE49-F238E27FC236}">
                  <a16:creationId xmlns:a16="http://schemas.microsoft.com/office/drawing/2014/main" id="{28872428-6A0B-EF19-253E-242AA15CBB05}"/>
                </a:ext>
              </a:extLst>
            </p:cNvPr>
            <p:cNvSpPr/>
            <p:nvPr/>
          </p:nvSpPr>
          <p:spPr>
            <a:xfrm>
              <a:off x="1322053" y="3616233"/>
              <a:ext cx="19417" cy="19417"/>
            </a:xfrm>
            <a:prstGeom prst="ellipse">
              <a:avLst/>
            </a:prstGeom>
            <a:gradFill flip="none" rotWithShape="1">
              <a:gsLst>
                <a:gs pos="0">
                  <a:srgbClr val="F5F6F8"/>
                </a:gs>
                <a:gs pos="43000">
                  <a:srgbClr val="CDD6DD"/>
                </a:gs>
                <a:gs pos="100000">
                  <a:srgbClr val="A4B1BC"/>
                </a:gs>
              </a:gsLst>
              <a:lin ang="2700000" scaled="1"/>
              <a:tileRect/>
            </a:gradFill>
            <a:ln w="1807" cap="rnd" cmpd="sng" algn="ctr">
              <a:noFill/>
              <a:prstDash val="solid"/>
              <a:round/>
              <a:headEnd type="none" w="med" len="med"/>
              <a:tailEnd type="none" w="med" len="med"/>
            </a:ln>
            <a:effectLst/>
          </p:spPr>
        </p:sp>
        <p:sp>
          <p:nvSpPr>
            <p:cNvPr id="333" name="ellipse_2597">
              <a:extLst>
                <a:ext uri="{FF2B5EF4-FFF2-40B4-BE49-F238E27FC236}">
                  <a16:creationId xmlns:a16="http://schemas.microsoft.com/office/drawing/2014/main" id="{7E3D634A-DE46-4983-25A1-09E745B1FC39}"/>
                </a:ext>
              </a:extLst>
            </p:cNvPr>
            <p:cNvSpPr/>
            <p:nvPr/>
          </p:nvSpPr>
          <p:spPr>
            <a:xfrm>
              <a:off x="1442627" y="3702519"/>
              <a:ext cx="16815" cy="16815"/>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34" name="ellipse_2598">
              <a:extLst>
                <a:ext uri="{FF2B5EF4-FFF2-40B4-BE49-F238E27FC236}">
                  <a16:creationId xmlns:a16="http://schemas.microsoft.com/office/drawing/2014/main" id="{208125C0-72CA-275B-FB72-F553429AC006}"/>
                </a:ext>
              </a:extLst>
            </p:cNvPr>
            <p:cNvSpPr/>
            <p:nvPr/>
          </p:nvSpPr>
          <p:spPr>
            <a:xfrm>
              <a:off x="1359926" y="3695336"/>
              <a:ext cx="19088" cy="19088"/>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35" name="ellipse_2599">
              <a:extLst>
                <a:ext uri="{FF2B5EF4-FFF2-40B4-BE49-F238E27FC236}">
                  <a16:creationId xmlns:a16="http://schemas.microsoft.com/office/drawing/2014/main" id="{BAC57C4D-45D8-B3D0-7413-303B62B1EECC}"/>
                </a:ext>
              </a:extLst>
            </p:cNvPr>
            <p:cNvSpPr/>
            <p:nvPr/>
          </p:nvSpPr>
          <p:spPr>
            <a:xfrm>
              <a:off x="1316114" y="3579850"/>
              <a:ext cx="19778" cy="19778"/>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36" name="ellipse_2600">
              <a:extLst>
                <a:ext uri="{FF2B5EF4-FFF2-40B4-BE49-F238E27FC236}">
                  <a16:creationId xmlns:a16="http://schemas.microsoft.com/office/drawing/2014/main" id="{82CD3015-F894-BF2C-A919-4D7F1BCBADC0}"/>
                </a:ext>
              </a:extLst>
            </p:cNvPr>
            <p:cNvSpPr/>
            <p:nvPr/>
          </p:nvSpPr>
          <p:spPr>
            <a:xfrm>
              <a:off x="1434798" y="3553542"/>
              <a:ext cx="17285" cy="17285"/>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37" name="ellipse_2601">
              <a:extLst>
                <a:ext uri="{FF2B5EF4-FFF2-40B4-BE49-F238E27FC236}">
                  <a16:creationId xmlns:a16="http://schemas.microsoft.com/office/drawing/2014/main" id="{B53DDC9A-1BFA-12A8-12C0-A6C59A8AF631}"/>
                </a:ext>
              </a:extLst>
            </p:cNvPr>
            <p:cNvSpPr/>
            <p:nvPr/>
          </p:nvSpPr>
          <p:spPr>
            <a:xfrm>
              <a:off x="1494855" y="3573622"/>
              <a:ext cx="23632" cy="23632"/>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grpSp>
      <p:grpSp>
        <p:nvGrpSpPr>
          <p:cNvPr id="338" name="Feature vector">
            <a:extLst>
              <a:ext uri="{FF2B5EF4-FFF2-40B4-BE49-F238E27FC236}">
                <a16:creationId xmlns:a16="http://schemas.microsoft.com/office/drawing/2014/main" id="{A560D1CF-DAE6-BC3C-8BCA-8EBDA8CCF180}"/>
              </a:ext>
            </a:extLst>
          </p:cNvPr>
          <p:cNvGrpSpPr/>
          <p:nvPr/>
        </p:nvGrpSpPr>
        <p:grpSpPr>
          <a:xfrm>
            <a:off x="491587" y="2154042"/>
            <a:ext cx="415614" cy="58097"/>
            <a:chOff x="1274580" y="3787605"/>
            <a:chExt cx="338355" cy="49275"/>
          </a:xfrm>
        </p:grpSpPr>
        <p:sp>
          <p:nvSpPr>
            <p:cNvPr id="339" name="feature_1">
              <a:extLst>
                <a:ext uri="{FF2B5EF4-FFF2-40B4-BE49-F238E27FC236}">
                  <a16:creationId xmlns:a16="http://schemas.microsoft.com/office/drawing/2014/main" id="{456842E3-0AD2-2B74-4A68-2F620A14BF62}"/>
                </a:ext>
              </a:extLst>
            </p:cNvPr>
            <p:cNvSpPr/>
            <p:nvPr/>
          </p:nvSpPr>
          <p:spPr>
            <a:xfrm>
              <a:off x="1274580" y="3787605"/>
              <a:ext cx="45521" cy="49275"/>
            </a:xfrm>
            <a:prstGeom prst="rect">
              <a:avLst/>
            </a:prstGeom>
            <a:solidFill>
              <a:srgbClr val="90C4B4"/>
            </a:solidFill>
            <a:ln w="4599" cap="rnd" cmpd="sng" algn="ctr">
              <a:noFill/>
              <a:prstDash val="solid"/>
              <a:round/>
              <a:headEnd type="none" w="med" len="med"/>
              <a:tailEnd type="none" w="med" len="med"/>
            </a:ln>
            <a:effectLst/>
          </p:spPr>
        </p:sp>
        <p:sp>
          <p:nvSpPr>
            <p:cNvPr id="340" name="feature_2">
              <a:extLst>
                <a:ext uri="{FF2B5EF4-FFF2-40B4-BE49-F238E27FC236}">
                  <a16:creationId xmlns:a16="http://schemas.microsoft.com/office/drawing/2014/main" id="{E257A1D0-E262-2434-240A-924058543E42}"/>
                </a:ext>
              </a:extLst>
            </p:cNvPr>
            <p:cNvSpPr/>
            <p:nvPr/>
          </p:nvSpPr>
          <p:spPr>
            <a:xfrm>
              <a:off x="1323386" y="3787605"/>
              <a:ext cx="45521" cy="49275"/>
            </a:xfrm>
            <a:prstGeom prst="rect">
              <a:avLst/>
            </a:prstGeom>
            <a:solidFill>
              <a:srgbClr val="B9DBD1"/>
            </a:solidFill>
            <a:ln w="4599" cap="rnd" cmpd="sng" algn="ctr">
              <a:noFill/>
              <a:prstDash val="solid"/>
              <a:round/>
              <a:headEnd type="none" w="med" len="med"/>
              <a:tailEnd type="none" w="med" len="med"/>
            </a:ln>
            <a:effectLst/>
          </p:spPr>
        </p:sp>
        <p:sp>
          <p:nvSpPr>
            <p:cNvPr id="341" name="feature_3">
              <a:extLst>
                <a:ext uri="{FF2B5EF4-FFF2-40B4-BE49-F238E27FC236}">
                  <a16:creationId xmlns:a16="http://schemas.microsoft.com/office/drawing/2014/main" id="{DC8740C6-4939-88C3-3E33-A546101172DE}"/>
                </a:ext>
              </a:extLst>
            </p:cNvPr>
            <p:cNvSpPr/>
            <p:nvPr/>
          </p:nvSpPr>
          <p:spPr>
            <a:xfrm>
              <a:off x="1372191" y="3787605"/>
              <a:ext cx="45521" cy="49275"/>
            </a:xfrm>
            <a:prstGeom prst="rect">
              <a:avLst/>
            </a:prstGeom>
            <a:solidFill>
              <a:srgbClr val="4EAA93"/>
            </a:solidFill>
            <a:ln w="4599" cap="rnd" cmpd="sng" algn="ctr">
              <a:noFill/>
              <a:prstDash val="solid"/>
              <a:round/>
              <a:headEnd type="none" w="med" len="med"/>
              <a:tailEnd type="none" w="med" len="med"/>
            </a:ln>
            <a:effectLst/>
          </p:spPr>
        </p:sp>
        <p:sp>
          <p:nvSpPr>
            <p:cNvPr id="342" name="feature_4">
              <a:extLst>
                <a:ext uri="{FF2B5EF4-FFF2-40B4-BE49-F238E27FC236}">
                  <a16:creationId xmlns:a16="http://schemas.microsoft.com/office/drawing/2014/main" id="{0E62A0FF-31C4-AC66-9157-5CB48D4008B3}"/>
                </a:ext>
              </a:extLst>
            </p:cNvPr>
            <p:cNvSpPr/>
            <p:nvPr/>
          </p:nvSpPr>
          <p:spPr>
            <a:xfrm>
              <a:off x="1420997" y="3787605"/>
              <a:ext cx="45521" cy="49275"/>
            </a:xfrm>
            <a:prstGeom prst="rect">
              <a:avLst/>
            </a:prstGeom>
            <a:solidFill>
              <a:srgbClr val="90C4B4"/>
            </a:solidFill>
            <a:ln w="4599" cap="rnd" cmpd="sng" algn="ctr">
              <a:noFill/>
              <a:prstDash val="solid"/>
              <a:round/>
              <a:headEnd type="none" w="med" len="med"/>
              <a:tailEnd type="none" w="med" len="med"/>
            </a:ln>
            <a:effectLst/>
          </p:spPr>
        </p:sp>
        <p:sp>
          <p:nvSpPr>
            <p:cNvPr id="343" name="feature_5">
              <a:extLst>
                <a:ext uri="{FF2B5EF4-FFF2-40B4-BE49-F238E27FC236}">
                  <a16:creationId xmlns:a16="http://schemas.microsoft.com/office/drawing/2014/main" id="{49542B0A-2559-4130-16DB-38C68896B0B7}"/>
                </a:ext>
              </a:extLst>
            </p:cNvPr>
            <p:cNvSpPr/>
            <p:nvPr/>
          </p:nvSpPr>
          <p:spPr>
            <a:xfrm>
              <a:off x="1469803" y="3787605"/>
              <a:ext cx="45521" cy="49275"/>
            </a:xfrm>
            <a:prstGeom prst="rect">
              <a:avLst/>
            </a:prstGeom>
            <a:solidFill>
              <a:srgbClr val="B9DBD1"/>
            </a:solidFill>
            <a:ln w="4599" cap="rnd" cmpd="sng" algn="ctr">
              <a:noFill/>
              <a:prstDash val="solid"/>
              <a:round/>
              <a:headEnd type="none" w="med" len="med"/>
              <a:tailEnd type="none" w="med" len="med"/>
            </a:ln>
            <a:effectLst/>
          </p:spPr>
        </p:sp>
        <p:sp>
          <p:nvSpPr>
            <p:cNvPr id="344" name="feature_6">
              <a:extLst>
                <a:ext uri="{FF2B5EF4-FFF2-40B4-BE49-F238E27FC236}">
                  <a16:creationId xmlns:a16="http://schemas.microsoft.com/office/drawing/2014/main" id="{99C3E403-5EFD-7FBF-762E-0BE994BD05EB}"/>
                </a:ext>
              </a:extLst>
            </p:cNvPr>
            <p:cNvSpPr/>
            <p:nvPr/>
          </p:nvSpPr>
          <p:spPr>
            <a:xfrm>
              <a:off x="1518609" y="3787605"/>
              <a:ext cx="45521" cy="49275"/>
            </a:xfrm>
            <a:prstGeom prst="rect">
              <a:avLst/>
            </a:prstGeom>
            <a:solidFill>
              <a:srgbClr val="4EAA93"/>
            </a:solidFill>
            <a:ln w="4599" cap="rnd" cmpd="sng" algn="ctr">
              <a:noFill/>
              <a:prstDash val="solid"/>
              <a:round/>
              <a:headEnd type="none" w="med" len="med"/>
              <a:tailEnd type="none" w="med" len="med"/>
            </a:ln>
            <a:effectLst/>
          </p:spPr>
        </p:sp>
        <p:sp>
          <p:nvSpPr>
            <p:cNvPr id="345" name="feature_7">
              <a:extLst>
                <a:ext uri="{FF2B5EF4-FFF2-40B4-BE49-F238E27FC236}">
                  <a16:creationId xmlns:a16="http://schemas.microsoft.com/office/drawing/2014/main" id="{F9D7F0BE-3E1C-18E2-8C8F-DF1C870A483A}"/>
                </a:ext>
              </a:extLst>
            </p:cNvPr>
            <p:cNvSpPr/>
            <p:nvPr/>
          </p:nvSpPr>
          <p:spPr>
            <a:xfrm>
              <a:off x="1567414" y="3787605"/>
              <a:ext cx="45521" cy="49275"/>
            </a:xfrm>
            <a:prstGeom prst="rect">
              <a:avLst/>
            </a:prstGeom>
            <a:solidFill>
              <a:srgbClr val="90C4B4"/>
            </a:solidFill>
            <a:ln w="4599" cap="rnd" cmpd="sng" algn="ctr">
              <a:noFill/>
              <a:prstDash val="solid"/>
              <a:round/>
              <a:headEnd type="none" w="med" len="med"/>
              <a:tailEnd type="none" w="med" len="med"/>
            </a:ln>
            <a:effectLst/>
          </p:spPr>
        </p:sp>
      </p:grpSp>
      <p:sp>
        <p:nvSpPr>
          <p:cNvPr id="346" name="Candidate blob | editable contour">
            <a:extLst>
              <a:ext uri="{FF2B5EF4-FFF2-40B4-BE49-F238E27FC236}">
                <a16:creationId xmlns:a16="http://schemas.microsoft.com/office/drawing/2014/main" id="{DD152797-C49A-6F84-763F-2B8A80C79150}"/>
              </a:ext>
            </a:extLst>
          </p:cNvPr>
          <p:cNvSpPr/>
          <p:nvPr/>
        </p:nvSpPr>
        <p:spPr>
          <a:xfrm>
            <a:off x="1318345" y="1863559"/>
            <a:ext cx="339641" cy="218979"/>
          </a:xfrm>
          <a:custGeom>
            <a:avLst/>
            <a:gdLst/>
            <a:ahLst/>
            <a:cxnLst/>
            <a:rect l="0" t="0" r="w" b="h"/>
            <a:pathLst>
              <a:path w="227897" h="155682" extrusionOk="0">
                <a:moveTo>
                  <a:pt x="5338" y="97866"/>
                </a:moveTo>
                <a:cubicBezTo>
                  <a:pt x="0" y="80701"/>
                  <a:pt x="18889" y="54504"/>
                  <a:pt x="29976" y="43663"/>
                </a:cubicBezTo>
                <a:cubicBezTo>
                  <a:pt x="41062" y="32823"/>
                  <a:pt x="58719" y="39447"/>
                  <a:pt x="71859" y="32823"/>
                </a:cubicBezTo>
                <a:cubicBezTo>
                  <a:pt x="84999" y="26198"/>
                  <a:pt x="92391" y="7829"/>
                  <a:pt x="108816" y="3915"/>
                </a:cubicBezTo>
                <a:cubicBezTo>
                  <a:pt x="125241" y="0"/>
                  <a:pt x="153984" y="3613"/>
                  <a:pt x="170409" y="9335"/>
                </a:cubicBezTo>
                <a:cubicBezTo>
                  <a:pt x="186834" y="15056"/>
                  <a:pt x="198332" y="26198"/>
                  <a:pt x="207366" y="38243"/>
                </a:cubicBezTo>
                <a:cubicBezTo>
                  <a:pt x="216399" y="50288"/>
                  <a:pt x="227897" y="67151"/>
                  <a:pt x="224612" y="81605"/>
                </a:cubicBezTo>
                <a:cubicBezTo>
                  <a:pt x="221327" y="96059"/>
                  <a:pt x="203259" y="113223"/>
                  <a:pt x="187656" y="124967"/>
                </a:cubicBezTo>
                <a:cubicBezTo>
                  <a:pt x="172052" y="136711"/>
                  <a:pt x="151931" y="148455"/>
                  <a:pt x="130989" y="152068"/>
                </a:cubicBezTo>
                <a:cubicBezTo>
                  <a:pt x="110048" y="155682"/>
                  <a:pt x="82946" y="155682"/>
                  <a:pt x="62004" y="146648"/>
                </a:cubicBezTo>
                <a:cubicBezTo>
                  <a:pt x="41062" y="137614"/>
                  <a:pt x="10676" y="115030"/>
                  <a:pt x="5338" y="97866"/>
                </a:cubicBezTo>
                <a:close/>
              </a:path>
            </a:pathLst>
          </a:custGeom>
          <a:gradFill flip="none" rotWithShape="1">
            <a:gsLst>
              <a:gs pos="0">
                <a:srgbClr val="E9F2F9"/>
              </a:gs>
              <a:gs pos="48000">
                <a:srgbClr val="85B7DD"/>
              </a:gs>
              <a:gs pos="100000">
                <a:srgbClr val="65A1CE"/>
              </a:gs>
            </a:gsLst>
            <a:lin ang="2700000" scaled="1"/>
            <a:tileRect/>
          </a:gradFill>
          <a:ln w="3285" cap="rnd" cmpd="sng" algn="ctr">
            <a:solidFill>
              <a:srgbClr val="71A9D4"/>
            </a:solidFill>
            <a:prstDash val="solid"/>
            <a:round/>
            <a:headEnd type="none" w="med" len="med"/>
            <a:tailEnd type="none" w="med" len="med"/>
          </a:ln>
          <a:effectLst/>
        </p:spPr>
      </p:sp>
      <p:sp>
        <p:nvSpPr>
          <p:cNvPr id="347" name="ellipse_2612">
            <a:extLst>
              <a:ext uri="{FF2B5EF4-FFF2-40B4-BE49-F238E27FC236}">
                <a16:creationId xmlns:a16="http://schemas.microsoft.com/office/drawing/2014/main" id="{054E2078-AECF-BEDC-52E3-044625A8D5D7}"/>
              </a:ext>
            </a:extLst>
          </p:cNvPr>
          <p:cNvSpPr/>
          <p:nvPr/>
        </p:nvSpPr>
        <p:spPr>
          <a:xfrm>
            <a:off x="1345159" y="1881435"/>
            <a:ext cx="178759" cy="75972"/>
          </a:xfrm>
          <a:prstGeom prst="ellipse">
            <a:avLst/>
          </a:prstGeom>
          <a:solidFill>
            <a:srgbClr val="FFFFFF">
              <a:alpha val="35000"/>
            </a:srgbClr>
          </a:solidFill>
          <a:ln w="3285" cap="rnd" cmpd="sng" algn="ctr">
            <a:noFill/>
            <a:prstDash val="solid"/>
            <a:round/>
            <a:headEnd type="none" w="med" len="med"/>
            <a:tailEnd type="none" w="med" len="med"/>
          </a:ln>
          <a:effectLst/>
        </p:spPr>
      </p:sp>
      <p:grpSp>
        <p:nvGrpSpPr>
          <p:cNvPr id="348" name="Pseudo-atom sampling points; no chemical bonds">
            <a:extLst>
              <a:ext uri="{FF2B5EF4-FFF2-40B4-BE49-F238E27FC236}">
                <a16:creationId xmlns:a16="http://schemas.microsoft.com/office/drawing/2014/main" id="{EA6D3834-51AA-0EDB-5019-9107894EC30B}"/>
              </a:ext>
            </a:extLst>
          </p:cNvPr>
          <p:cNvGrpSpPr/>
          <p:nvPr/>
        </p:nvGrpSpPr>
        <p:grpSpPr>
          <a:xfrm>
            <a:off x="2051196" y="1859090"/>
            <a:ext cx="290483" cy="218979"/>
            <a:chOff x="2356083" y="3581646"/>
            <a:chExt cx="132815" cy="121377"/>
          </a:xfrm>
        </p:grpSpPr>
        <p:sp>
          <p:nvSpPr>
            <p:cNvPr id="349" name="Pseudo atom | small solid diamond">
              <a:extLst>
                <a:ext uri="{FF2B5EF4-FFF2-40B4-BE49-F238E27FC236}">
                  <a16:creationId xmlns:a16="http://schemas.microsoft.com/office/drawing/2014/main" id="{2DCF19C2-FAD9-12F7-1170-0231010DD7C1}"/>
                </a:ext>
              </a:extLst>
            </p:cNvPr>
            <p:cNvSpPr/>
            <p:nvPr/>
          </p:nvSpPr>
          <p:spPr>
            <a:xfrm>
              <a:off x="2470337" y="3657927"/>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350" name="Pseudo atom | small solid diamond">
              <a:extLst>
                <a:ext uri="{FF2B5EF4-FFF2-40B4-BE49-F238E27FC236}">
                  <a16:creationId xmlns:a16="http://schemas.microsoft.com/office/drawing/2014/main" id="{4893D1A7-6A1F-0FC3-8271-EB9C49BD24DC}"/>
                </a:ext>
              </a:extLst>
            </p:cNvPr>
            <p:cNvSpPr/>
            <p:nvPr/>
          </p:nvSpPr>
          <p:spPr>
            <a:xfrm>
              <a:off x="2367832" y="3581646"/>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351" name="Pseudo atom | small solid diamond">
              <a:extLst>
                <a:ext uri="{FF2B5EF4-FFF2-40B4-BE49-F238E27FC236}">
                  <a16:creationId xmlns:a16="http://schemas.microsoft.com/office/drawing/2014/main" id="{E1DFD2F0-447E-7173-90E0-F66005707545}"/>
                </a:ext>
              </a:extLst>
            </p:cNvPr>
            <p:cNvSpPr/>
            <p:nvPr/>
          </p:nvSpPr>
          <p:spPr>
            <a:xfrm>
              <a:off x="2462977" y="3688569"/>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352" name="Pseudo atom | small solid diamond">
              <a:extLst>
                <a:ext uri="{FF2B5EF4-FFF2-40B4-BE49-F238E27FC236}">
                  <a16:creationId xmlns:a16="http://schemas.microsoft.com/office/drawing/2014/main" id="{2086D97D-8B8C-FF48-D6E3-C34611205208}"/>
                </a:ext>
              </a:extLst>
            </p:cNvPr>
            <p:cNvSpPr/>
            <p:nvPr/>
          </p:nvSpPr>
          <p:spPr>
            <a:xfrm>
              <a:off x="2381094" y="3596723"/>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353" name="Pseudo atom | small solid diamond">
              <a:extLst>
                <a:ext uri="{FF2B5EF4-FFF2-40B4-BE49-F238E27FC236}">
                  <a16:creationId xmlns:a16="http://schemas.microsoft.com/office/drawing/2014/main" id="{F51D1AF9-A78D-ED4C-053C-710E0A9A3C36}"/>
                </a:ext>
              </a:extLst>
            </p:cNvPr>
            <p:cNvSpPr/>
            <p:nvPr/>
          </p:nvSpPr>
          <p:spPr>
            <a:xfrm>
              <a:off x="2474444" y="3633245"/>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354" name="Pseudo atom | small solid diamond">
              <a:extLst>
                <a:ext uri="{FF2B5EF4-FFF2-40B4-BE49-F238E27FC236}">
                  <a16:creationId xmlns:a16="http://schemas.microsoft.com/office/drawing/2014/main" id="{C59EAD2E-876D-22B8-4EFC-04CF857179C6}"/>
                </a:ext>
              </a:extLst>
            </p:cNvPr>
            <p:cNvSpPr/>
            <p:nvPr/>
          </p:nvSpPr>
          <p:spPr>
            <a:xfrm>
              <a:off x="2419798" y="3615676"/>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355" name="Pseudo atom | small solid diamond">
              <a:extLst>
                <a:ext uri="{FF2B5EF4-FFF2-40B4-BE49-F238E27FC236}">
                  <a16:creationId xmlns:a16="http://schemas.microsoft.com/office/drawing/2014/main" id="{757A4101-0737-DD60-BDFB-88358D6A3D06}"/>
                </a:ext>
              </a:extLst>
            </p:cNvPr>
            <p:cNvSpPr/>
            <p:nvPr/>
          </p:nvSpPr>
          <p:spPr>
            <a:xfrm>
              <a:off x="2356083" y="3630928"/>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356" name="Pseudo atom | small solid diamond">
              <a:extLst>
                <a:ext uri="{FF2B5EF4-FFF2-40B4-BE49-F238E27FC236}">
                  <a16:creationId xmlns:a16="http://schemas.microsoft.com/office/drawing/2014/main" id="{AC71C9C7-3FA7-D82E-30ED-AE0089B220E8}"/>
                </a:ext>
              </a:extLst>
            </p:cNvPr>
            <p:cNvSpPr/>
            <p:nvPr/>
          </p:nvSpPr>
          <p:spPr>
            <a:xfrm>
              <a:off x="2399168" y="3621448"/>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357" name="Pseudo atom | small solid diamond">
              <a:extLst>
                <a:ext uri="{FF2B5EF4-FFF2-40B4-BE49-F238E27FC236}">
                  <a16:creationId xmlns:a16="http://schemas.microsoft.com/office/drawing/2014/main" id="{3BE552A0-8510-E494-CF88-1B9C854BB1E4}"/>
                </a:ext>
              </a:extLst>
            </p:cNvPr>
            <p:cNvSpPr/>
            <p:nvPr/>
          </p:nvSpPr>
          <p:spPr>
            <a:xfrm>
              <a:off x="2442478" y="3664017"/>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358" name="Pseudo atom | small solid diamond">
              <a:extLst>
                <a:ext uri="{FF2B5EF4-FFF2-40B4-BE49-F238E27FC236}">
                  <a16:creationId xmlns:a16="http://schemas.microsoft.com/office/drawing/2014/main" id="{5712722E-EDB1-CCB6-322A-9A113FB270A7}"/>
                </a:ext>
              </a:extLst>
            </p:cNvPr>
            <p:cNvSpPr/>
            <p:nvPr/>
          </p:nvSpPr>
          <p:spPr>
            <a:xfrm>
              <a:off x="2457792" y="3672561"/>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grpSp>
      <p:grpSp>
        <p:nvGrpSpPr>
          <p:cNvPr id="359" name="Candidate representation h_j">
            <a:extLst>
              <a:ext uri="{FF2B5EF4-FFF2-40B4-BE49-F238E27FC236}">
                <a16:creationId xmlns:a16="http://schemas.microsoft.com/office/drawing/2014/main" id="{E808B083-4417-1771-308C-398A37FB7F8E}"/>
              </a:ext>
            </a:extLst>
          </p:cNvPr>
          <p:cNvGrpSpPr/>
          <p:nvPr/>
        </p:nvGrpSpPr>
        <p:grpSpPr>
          <a:xfrm>
            <a:off x="2408773" y="3324911"/>
            <a:ext cx="589903" cy="111724"/>
            <a:chOff x="2641140" y="4746825"/>
            <a:chExt cx="397485" cy="72270"/>
          </a:xfrm>
        </p:grpSpPr>
        <p:sp>
          <p:nvSpPr>
            <p:cNvPr id="360" name="feature_1">
              <a:extLst>
                <a:ext uri="{FF2B5EF4-FFF2-40B4-BE49-F238E27FC236}">
                  <a16:creationId xmlns:a16="http://schemas.microsoft.com/office/drawing/2014/main" id="{F4BEE608-E132-2011-1392-3EF6316D3900}"/>
                </a:ext>
              </a:extLst>
            </p:cNvPr>
            <p:cNvSpPr/>
            <p:nvPr/>
          </p:nvSpPr>
          <p:spPr>
            <a:xfrm>
              <a:off x="2641140" y="4746825"/>
              <a:ext cx="53968" cy="72270"/>
            </a:xfrm>
            <a:prstGeom prst="rect">
              <a:avLst/>
            </a:prstGeom>
            <a:solidFill>
              <a:srgbClr val="367FB7"/>
            </a:solidFill>
            <a:ln w="4599" cap="rnd" cmpd="sng" algn="ctr">
              <a:noFill/>
              <a:prstDash val="solid"/>
              <a:round/>
              <a:headEnd type="none" w="med" len="med"/>
              <a:tailEnd type="none" w="med" len="med"/>
            </a:ln>
            <a:effectLst/>
          </p:spPr>
        </p:sp>
        <p:sp>
          <p:nvSpPr>
            <p:cNvPr id="361" name="feature_2">
              <a:extLst>
                <a:ext uri="{FF2B5EF4-FFF2-40B4-BE49-F238E27FC236}">
                  <a16:creationId xmlns:a16="http://schemas.microsoft.com/office/drawing/2014/main" id="{DF9F730B-53CC-06D6-A48E-43BC0951C4BC}"/>
                </a:ext>
              </a:extLst>
            </p:cNvPr>
            <p:cNvSpPr/>
            <p:nvPr/>
          </p:nvSpPr>
          <p:spPr>
            <a:xfrm>
              <a:off x="2698393" y="4746825"/>
              <a:ext cx="53968" cy="72270"/>
            </a:xfrm>
            <a:prstGeom prst="rect">
              <a:avLst/>
            </a:prstGeom>
            <a:solidFill>
              <a:srgbClr val="7EAED0"/>
            </a:solidFill>
            <a:ln w="4599" cap="rnd" cmpd="sng" algn="ctr">
              <a:noFill/>
              <a:prstDash val="solid"/>
              <a:round/>
              <a:headEnd type="none" w="med" len="med"/>
              <a:tailEnd type="none" w="med" len="med"/>
            </a:ln>
            <a:effectLst/>
          </p:spPr>
        </p:sp>
        <p:sp>
          <p:nvSpPr>
            <p:cNvPr id="362" name="feature_3">
              <a:extLst>
                <a:ext uri="{FF2B5EF4-FFF2-40B4-BE49-F238E27FC236}">
                  <a16:creationId xmlns:a16="http://schemas.microsoft.com/office/drawing/2014/main" id="{91720B8E-8505-0587-4865-8FE400661764}"/>
                </a:ext>
              </a:extLst>
            </p:cNvPr>
            <p:cNvSpPr/>
            <p:nvPr/>
          </p:nvSpPr>
          <p:spPr>
            <a:xfrm>
              <a:off x="2755646" y="4746825"/>
              <a:ext cx="53968" cy="72270"/>
            </a:xfrm>
            <a:prstGeom prst="rect">
              <a:avLst/>
            </a:prstGeom>
            <a:solidFill>
              <a:srgbClr val="BCD8E7"/>
            </a:solidFill>
            <a:ln w="4599" cap="rnd" cmpd="sng" algn="ctr">
              <a:noFill/>
              <a:prstDash val="solid"/>
              <a:round/>
              <a:headEnd type="none" w="med" len="med"/>
              <a:tailEnd type="none" w="med" len="med"/>
            </a:ln>
            <a:effectLst/>
          </p:spPr>
        </p:sp>
        <p:sp>
          <p:nvSpPr>
            <p:cNvPr id="363" name="feature_4">
              <a:extLst>
                <a:ext uri="{FF2B5EF4-FFF2-40B4-BE49-F238E27FC236}">
                  <a16:creationId xmlns:a16="http://schemas.microsoft.com/office/drawing/2014/main" id="{D7520224-E604-841B-2211-D7B4D981DE70}"/>
                </a:ext>
              </a:extLst>
            </p:cNvPr>
            <p:cNvSpPr/>
            <p:nvPr/>
          </p:nvSpPr>
          <p:spPr>
            <a:xfrm>
              <a:off x="2812899" y="4746825"/>
              <a:ext cx="53968" cy="72270"/>
            </a:xfrm>
            <a:prstGeom prst="rect">
              <a:avLst/>
            </a:prstGeom>
            <a:solidFill>
              <a:srgbClr val="88C3B4"/>
            </a:solidFill>
            <a:ln w="4599" cap="rnd" cmpd="sng" algn="ctr">
              <a:noFill/>
              <a:prstDash val="solid"/>
              <a:round/>
              <a:headEnd type="none" w="med" len="med"/>
              <a:tailEnd type="none" w="med" len="med"/>
            </a:ln>
            <a:effectLst/>
          </p:spPr>
        </p:sp>
        <p:sp>
          <p:nvSpPr>
            <p:cNvPr id="364" name="feature_5">
              <a:extLst>
                <a:ext uri="{FF2B5EF4-FFF2-40B4-BE49-F238E27FC236}">
                  <a16:creationId xmlns:a16="http://schemas.microsoft.com/office/drawing/2014/main" id="{816AEF65-3B8B-B61C-DB09-D93452B7A034}"/>
                </a:ext>
              </a:extLst>
            </p:cNvPr>
            <p:cNvSpPr/>
            <p:nvPr/>
          </p:nvSpPr>
          <p:spPr>
            <a:xfrm>
              <a:off x="2870151" y="4746825"/>
              <a:ext cx="53968" cy="72270"/>
            </a:xfrm>
            <a:prstGeom prst="rect">
              <a:avLst/>
            </a:prstGeom>
            <a:solidFill>
              <a:srgbClr val="238777"/>
            </a:solidFill>
            <a:ln w="4599" cap="rnd" cmpd="sng" algn="ctr">
              <a:noFill/>
              <a:prstDash val="solid"/>
              <a:round/>
              <a:headEnd type="none" w="med" len="med"/>
              <a:tailEnd type="none" w="med" len="med"/>
            </a:ln>
            <a:effectLst/>
          </p:spPr>
        </p:sp>
        <p:sp>
          <p:nvSpPr>
            <p:cNvPr id="365" name="feature_6">
              <a:extLst>
                <a:ext uri="{FF2B5EF4-FFF2-40B4-BE49-F238E27FC236}">
                  <a16:creationId xmlns:a16="http://schemas.microsoft.com/office/drawing/2014/main" id="{D45037CD-8F54-52FA-B088-E161A8C65847}"/>
                </a:ext>
              </a:extLst>
            </p:cNvPr>
            <p:cNvSpPr/>
            <p:nvPr/>
          </p:nvSpPr>
          <p:spPr>
            <a:xfrm>
              <a:off x="2927404" y="4746825"/>
              <a:ext cx="53968" cy="72270"/>
            </a:xfrm>
            <a:prstGeom prst="rect">
              <a:avLst/>
            </a:prstGeom>
            <a:solidFill>
              <a:srgbClr val="B1A4CC"/>
            </a:solidFill>
            <a:ln w="4599" cap="rnd" cmpd="sng" algn="ctr">
              <a:noFill/>
              <a:prstDash val="solid"/>
              <a:round/>
              <a:headEnd type="none" w="med" len="med"/>
              <a:tailEnd type="none" w="med" len="med"/>
            </a:ln>
            <a:effectLst/>
          </p:spPr>
        </p:sp>
        <p:sp>
          <p:nvSpPr>
            <p:cNvPr id="366" name="feature_7">
              <a:extLst>
                <a:ext uri="{FF2B5EF4-FFF2-40B4-BE49-F238E27FC236}">
                  <a16:creationId xmlns:a16="http://schemas.microsoft.com/office/drawing/2014/main" id="{486943A5-C7C5-BC6B-2A84-6698874C26B0}"/>
                </a:ext>
              </a:extLst>
            </p:cNvPr>
            <p:cNvSpPr/>
            <p:nvPr/>
          </p:nvSpPr>
          <p:spPr>
            <a:xfrm>
              <a:off x="2984657" y="4746825"/>
              <a:ext cx="53968" cy="72270"/>
            </a:xfrm>
            <a:prstGeom prst="rect">
              <a:avLst/>
            </a:prstGeom>
            <a:solidFill>
              <a:srgbClr val="D4CBE6"/>
            </a:solidFill>
            <a:ln w="4599" cap="rnd" cmpd="sng" algn="ctr">
              <a:noFill/>
              <a:prstDash val="solid"/>
              <a:round/>
              <a:headEnd type="none" w="med" len="med"/>
              <a:tailEnd type="none" w="med" len="med"/>
            </a:ln>
            <a:effectLst/>
          </p:spPr>
        </p:sp>
      </p:grpSp>
      <p:grpSp>
        <p:nvGrpSpPr>
          <p:cNvPr id="367" name="Own molecular graph | preserved original"/>
          <p:cNvGrpSpPr/>
          <p:nvPr/>
        </p:nvGrpSpPr>
        <p:grpSpPr>
          <a:xfrm>
            <a:off x="3494732" y="1537324"/>
            <a:ext cx="397738" cy="272607"/>
            <a:chOff x="2933657" y="2962431"/>
            <a:chExt cx="311024" cy="187573"/>
          </a:xfrm>
        </p:grpSpPr>
        <p:cxnSp>
          <p:nvCxnSpPr>
            <p:cNvPr id="368" name="path_2698">
              <a:extLst>
                <a:ext uri="{FF2B5EF4-FFF2-40B4-BE49-F238E27FC236}">
                  <a16:creationId xmlns:a16="http://schemas.microsoft.com/office/drawing/2014/main" id="{8247B682-DEF3-2B20-99DE-4A7500B6FA44}"/>
                </a:ext>
              </a:extLst>
            </p:cNvPr>
            <p:cNvCxnSpPr/>
            <p:nvPr/>
          </p:nvCxnSpPr>
          <p:spPr>
            <a:xfrm flipV="1">
              <a:off x="2948439" y="2977214"/>
              <a:ext cx="63663" cy="70463"/>
            </a:xfrm>
            <a:prstGeom prst="line">
              <a:avLst/>
            </a:prstGeom>
            <a:noFill/>
            <a:ln w="5256" cap="rnd" cmpd="sng" algn="ctr">
              <a:solidFill>
                <a:srgbClr val="238777"/>
              </a:solidFill>
              <a:prstDash val="solid"/>
              <a:round/>
              <a:headEnd type="none" w="med" len="med"/>
              <a:tailEnd type="none" w="med" len="med"/>
            </a:ln>
            <a:effectLst/>
          </p:spPr>
        </p:cxnSp>
        <p:cxnSp>
          <p:nvCxnSpPr>
            <p:cNvPr id="369" name="path_2699">
              <a:extLst>
                <a:ext uri="{FF2B5EF4-FFF2-40B4-BE49-F238E27FC236}">
                  <a16:creationId xmlns:a16="http://schemas.microsoft.com/office/drawing/2014/main" id="{25EDF8BE-8730-F586-6CCC-BA81F22BBBCE}"/>
                </a:ext>
              </a:extLst>
            </p:cNvPr>
            <p:cNvCxnSpPr/>
            <p:nvPr/>
          </p:nvCxnSpPr>
          <p:spPr>
            <a:xfrm>
              <a:off x="3012103" y="2977214"/>
              <a:ext cx="113924" cy="14947"/>
            </a:xfrm>
            <a:prstGeom prst="line">
              <a:avLst/>
            </a:prstGeom>
            <a:noFill/>
            <a:ln w="5256" cap="rnd" cmpd="sng" algn="ctr">
              <a:solidFill>
                <a:srgbClr val="238777"/>
              </a:solidFill>
              <a:prstDash val="solid"/>
              <a:round/>
              <a:headEnd type="none" w="med" len="med"/>
              <a:tailEnd type="none" w="med" len="med"/>
            </a:ln>
            <a:effectLst/>
          </p:spPr>
        </p:cxnSp>
        <p:cxnSp>
          <p:nvCxnSpPr>
            <p:cNvPr id="370" name="path_2700">
              <a:extLst>
                <a:ext uri="{FF2B5EF4-FFF2-40B4-BE49-F238E27FC236}">
                  <a16:creationId xmlns:a16="http://schemas.microsoft.com/office/drawing/2014/main" id="{26F6E1AF-D690-BF17-385C-6DE93B05ACD6}"/>
                </a:ext>
              </a:extLst>
            </p:cNvPr>
            <p:cNvCxnSpPr/>
            <p:nvPr/>
          </p:nvCxnSpPr>
          <p:spPr>
            <a:xfrm>
              <a:off x="3126026" y="2992160"/>
              <a:ext cx="73715" cy="64058"/>
            </a:xfrm>
            <a:prstGeom prst="line">
              <a:avLst/>
            </a:prstGeom>
            <a:noFill/>
            <a:ln w="5256" cap="rnd" cmpd="sng" algn="ctr">
              <a:solidFill>
                <a:srgbClr val="238777"/>
              </a:solidFill>
              <a:prstDash val="solid"/>
              <a:round/>
              <a:headEnd type="none" w="med" len="med"/>
              <a:tailEnd type="none" w="med" len="med"/>
            </a:ln>
            <a:effectLst/>
          </p:spPr>
        </p:cxnSp>
        <p:cxnSp>
          <p:nvCxnSpPr>
            <p:cNvPr id="371" name="path_2701">
              <a:extLst>
                <a:ext uri="{FF2B5EF4-FFF2-40B4-BE49-F238E27FC236}">
                  <a16:creationId xmlns:a16="http://schemas.microsoft.com/office/drawing/2014/main" id="{D06CDC23-C46F-205E-F21F-F1B136635C33}"/>
                </a:ext>
              </a:extLst>
            </p:cNvPr>
            <p:cNvCxnSpPr/>
            <p:nvPr/>
          </p:nvCxnSpPr>
          <p:spPr>
            <a:xfrm flipH="1">
              <a:off x="3129377" y="3056218"/>
              <a:ext cx="70365" cy="79004"/>
            </a:xfrm>
            <a:prstGeom prst="line">
              <a:avLst/>
            </a:prstGeom>
            <a:noFill/>
            <a:ln w="5256" cap="rnd" cmpd="sng" algn="ctr">
              <a:solidFill>
                <a:srgbClr val="238777"/>
              </a:solidFill>
              <a:prstDash val="solid"/>
              <a:round/>
              <a:headEnd type="none" w="med" len="med"/>
              <a:tailEnd type="none" w="med" len="med"/>
            </a:ln>
            <a:effectLst/>
          </p:spPr>
        </p:cxnSp>
        <p:cxnSp>
          <p:nvCxnSpPr>
            <p:cNvPr id="372" name="path_2702">
              <a:extLst>
                <a:ext uri="{FF2B5EF4-FFF2-40B4-BE49-F238E27FC236}">
                  <a16:creationId xmlns:a16="http://schemas.microsoft.com/office/drawing/2014/main" id="{FE67C821-2D25-0458-A234-F3F1DD54719C}"/>
                </a:ext>
              </a:extLst>
            </p:cNvPr>
            <p:cNvCxnSpPr/>
            <p:nvPr/>
          </p:nvCxnSpPr>
          <p:spPr>
            <a:xfrm flipH="1" flipV="1">
              <a:off x="3012103" y="3116005"/>
              <a:ext cx="117275" cy="19217"/>
            </a:xfrm>
            <a:prstGeom prst="line">
              <a:avLst/>
            </a:prstGeom>
            <a:noFill/>
            <a:ln w="5256" cap="rnd" cmpd="sng" algn="ctr">
              <a:solidFill>
                <a:srgbClr val="238777"/>
              </a:solidFill>
              <a:prstDash val="solid"/>
              <a:round/>
              <a:headEnd type="none" w="med" len="med"/>
              <a:tailEnd type="none" w="med" len="med"/>
            </a:ln>
            <a:effectLst/>
          </p:spPr>
        </p:cxnSp>
        <p:cxnSp>
          <p:nvCxnSpPr>
            <p:cNvPr id="373" name="path_2703">
              <a:extLst>
                <a:ext uri="{FF2B5EF4-FFF2-40B4-BE49-F238E27FC236}">
                  <a16:creationId xmlns:a16="http://schemas.microsoft.com/office/drawing/2014/main" id="{2C25DEAD-FEDD-52AE-A649-F265E8FD2EC6}"/>
                </a:ext>
              </a:extLst>
            </p:cNvPr>
            <p:cNvCxnSpPr/>
            <p:nvPr/>
          </p:nvCxnSpPr>
          <p:spPr>
            <a:xfrm flipH="1" flipV="1">
              <a:off x="2948439" y="3047677"/>
              <a:ext cx="63663" cy="68328"/>
            </a:xfrm>
            <a:prstGeom prst="line">
              <a:avLst/>
            </a:prstGeom>
            <a:noFill/>
            <a:ln w="5256" cap="rnd" cmpd="sng" algn="ctr">
              <a:solidFill>
                <a:srgbClr val="238777"/>
              </a:solidFill>
              <a:prstDash val="solid"/>
              <a:round/>
              <a:headEnd type="none" w="med" len="med"/>
              <a:tailEnd type="none" w="med" len="med"/>
            </a:ln>
            <a:effectLst/>
          </p:spPr>
        </p:cxnSp>
        <p:cxnSp>
          <p:nvCxnSpPr>
            <p:cNvPr id="374" name="path_2704">
              <a:extLst>
                <a:ext uri="{FF2B5EF4-FFF2-40B4-BE49-F238E27FC236}">
                  <a16:creationId xmlns:a16="http://schemas.microsoft.com/office/drawing/2014/main" id="{042ECEFF-3406-0DD7-1457-1907F31C43DA}"/>
                </a:ext>
              </a:extLst>
            </p:cNvPr>
            <p:cNvCxnSpPr/>
            <p:nvPr/>
          </p:nvCxnSpPr>
          <p:spPr>
            <a:xfrm flipV="1">
              <a:off x="3126026" y="2985754"/>
              <a:ext cx="103872" cy="6406"/>
            </a:xfrm>
            <a:prstGeom prst="line">
              <a:avLst/>
            </a:prstGeom>
            <a:noFill/>
            <a:ln w="5256" cap="rnd" cmpd="sng" algn="ctr">
              <a:solidFill>
                <a:srgbClr val="238777"/>
              </a:solidFill>
              <a:prstDash val="solid"/>
              <a:round/>
              <a:headEnd type="none" w="med" len="med"/>
              <a:tailEnd type="none" w="med" len="med"/>
            </a:ln>
            <a:effectLst/>
          </p:spPr>
        </p:cxnSp>
        <p:sp>
          <p:nvSpPr>
            <p:cNvPr id="375" name="ellipse_2705">
              <a:extLst>
                <a:ext uri="{FF2B5EF4-FFF2-40B4-BE49-F238E27FC236}">
                  <a16:creationId xmlns:a16="http://schemas.microsoft.com/office/drawing/2014/main" id="{64A3024B-540B-6C35-7E80-907181C7D606}"/>
                </a:ext>
              </a:extLst>
            </p:cNvPr>
            <p:cNvSpPr/>
            <p:nvPr/>
          </p:nvSpPr>
          <p:spPr>
            <a:xfrm>
              <a:off x="2933657" y="3032894"/>
              <a:ext cx="29565" cy="29565"/>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76" name="ellipse_2706">
              <a:extLst>
                <a:ext uri="{FF2B5EF4-FFF2-40B4-BE49-F238E27FC236}">
                  <a16:creationId xmlns:a16="http://schemas.microsoft.com/office/drawing/2014/main" id="{A60D2CB6-5D70-A2D3-513C-5C0416711579}"/>
                </a:ext>
              </a:extLst>
            </p:cNvPr>
            <p:cNvSpPr/>
            <p:nvPr/>
          </p:nvSpPr>
          <p:spPr>
            <a:xfrm>
              <a:off x="2997320" y="2962431"/>
              <a:ext cx="29565" cy="29565"/>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77" name="ellipse_2707">
              <a:extLst>
                <a:ext uri="{FF2B5EF4-FFF2-40B4-BE49-F238E27FC236}">
                  <a16:creationId xmlns:a16="http://schemas.microsoft.com/office/drawing/2014/main" id="{E22DDDF6-F5C6-EAD0-7C6C-CE2538C6D2B5}"/>
                </a:ext>
              </a:extLst>
            </p:cNvPr>
            <p:cNvSpPr/>
            <p:nvPr/>
          </p:nvSpPr>
          <p:spPr>
            <a:xfrm>
              <a:off x="3111244" y="2977378"/>
              <a:ext cx="29565" cy="29565"/>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78" name="ellipse_2708">
              <a:extLst>
                <a:ext uri="{FF2B5EF4-FFF2-40B4-BE49-F238E27FC236}">
                  <a16:creationId xmlns:a16="http://schemas.microsoft.com/office/drawing/2014/main" id="{05FB74E9-A01D-5EC3-FBA8-890B0A2C9630}"/>
                </a:ext>
              </a:extLst>
            </p:cNvPr>
            <p:cNvSpPr/>
            <p:nvPr/>
          </p:nvSpPr>
          <p:spPr>
            <a:xfrm>
              <a:off x="3184959" y="3041435"/>
              <a:ext cx="29565" cy="29565"/>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79" name="ellipse_2709">
              <a:extLst>
                <a:ext uri="{FF2B5EF4-FFF2-40B4-BE49-F238E27FC236}">
                  <a16:creationId xmlns:a16="http://schemas.microsoft.com/office/drawing/2014/main" id="{547FEFFA-12B2-C3D0-57F9-7B673B35816F}"/>
                </a:ext>
              </a:extLst>
            </p:cNvPr>
            <p:cNvSpPr/>
            <p:nvPr/>
          </p:nvSpPr>
          <p:spPr>
            <a:xfrm>
              <a:off x="3114595" y="3120439"/>
              <a:ext cx="29565" cy="29565"/>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80" name="ellipse_2710">
              <a:extLst>
                <a:ext uri="{FF2B5EF4-FFF2-40B4-BE49-F238E27FC236}">
                  <a16:creationId xmlns:a16="http://schemas.microsoft.com/office/drawing/2014/main" id="{97D3BE81-F0B1-0BB3-339A-8559E3C522E4}"/>
                </a:ext>
              </a:extLst>
            </p:cNvPr>
            <p:cNvSpPr/>
            <p:nvPr/>
          </p:nvSpPr>
          <p:spPr>
            <a:xfrm>
              <a:off x="2997320" y="3101222"/>
              <a:ext cx="29565" cy="29565"/>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81" name="ellipse_2711">
              <a:extLst>
                <a:ext uri="{FF2B5EF4-FFF2-40B4-BE49-F238E27FC236}">
                  <a16:creationId xmlns:a16="http://schemas.microsoft.com/office/drawing/2014/main" id="{7CD12097-1C5B-0233-090C-7479C3BE8EB5}"/>
                </a:ext>
              </a:extLst>
            </p:cNvPr>
            <p:cNvSpPr/>
            <p:nvPr/>
          </p:nvSpPr>
          <p:spPr>
            <a:xfrm>
              <a:off x="3215116" y="2970972"/>
              <a:ext cx="29565" cy="29565"/>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grpSp>
      <p:grpSp>
        <p:nvGrpSpPr>
          <p:cNvPr id="382" name="Language vector v_k">
            <a:extLst>
              <a:ext uri="{FF2B5EF4-FFF2-40B4-BE49-F238E27FC236}">
                <a16:creationId xmlns:a16="http://schemas.microsoft.com/office/drawing/2014/main" id="{581DCD05-3DE1-0842-01CE-4207D1A743B0}"/>
              </a:ext>
            </a:extLst>
          </p:cNvPr>
          <p:cNvGrpSpPr/>
          <p:nvPr/>
        </p:nvGrpSpPr>
        <p:grpSpPr>
          <a:xfrm>
            <a:off x="5465545" y="2100414"/>
            <a:ext cx="554152" cy="53628"/>
            <a:chOff x="3942000" y="3774465"/>
            <a:chExt cx="338355" cy="75555"/>
          </a:xfrm>
        </p:grpSpPr>
        <p:sp>
          <p:nvSpPr>
            <p:cNvPr id="383" name="feature_1">
              <a:extLst>
                <a:ext uri="{FF2B5EF4-FFF2-40B4-BE49-F238E27FC236}">
                  <a16:creationId xmlns:a16="http://schemas.microsoft.com/office/drawing/2014/main" id="{89922B52-C3FA-C682-2B4F-172D81758F86}"/>
                </a:ext>
              </a:extLst>
            </p:cNvPr>
            <p:cNvSpPr/>
            <p:nvPr/>
          </p:nvSpPr>
          <p:spPr>
            <a:xfrm>
              <a:off x="3942000" y="3774465"/>
              <a:ext cx="45521" cy="75555"/>
            </a:xfrm>
            <a:prstGeom prst="rect">
              <a:avLst/>
            </a:prstGeom>
            <a:solidFill>
              <a:srgbClr val="3C9B84"/>
            </a:solidFill>
            <a:ln w="4599" cap="rnd" cmpd="sng" algn="ctr">
              <a:noFill/>
              <a:prstDash val="solid"/>
              <a:round/>
              <a:headEnd type="none" w="med" len="med"/>
              <a:tailEnd type="none" w="med" len="med"/>
            </a:ln>
            <a:effectLst/>
          </p:spPr>
        </p:sp>
        <p:sp>
          <p:nvSpPr>
            <p:cNvPr id="384" name="feature_2">
              <a:extLst>
                <a:ext uri="{FF2B5EF4-FFF2-40B4-BE49-F238E27FC236}">
                  <a16:creationId xmlns:a16="http://schemas.microsoft.com/office/drawing/2014/main" id="{C1C68710-FDC8-15EA-6238-610EC7ED2D78}"/>
                </a:ext>
              </a:extLst>
            </p:cNvPr>
            <p:cNvSpPr/>
            <p:nvPr/>
          </p:nvSpPr>
          <p:spPr>
            <a:xfrm>
              <a:off x="3990806" y="3774465"/>
              <a:ext cx="45521" cy="75555"/>
            </a:xfrm>
            <a:prstGeom prst="rect">
              <a:avLst/>
            </a:prstGeom>
            <a:solidFill>
              <a:srgbClr val="6FB9A3"/>
            </a:solidFill>
            <a:ln w="4599" cap="rnd" cmpd="sng" algn="ctr">
              <a:noFill/>
              <a:prstDash val="solid"/>
              <a:round/>
              <a:headEnd type="none" w="med" len="med"/>
              <a:tailEnd type="none" w="med" len="med"/>
            </a:ln>
            <a:effectLst/>
          </p:spPr>
        </p:sp>
        <p:sp>
          <p:nvSpPr>
            <p:cNvPr id="385" name="feature_3">
              <a:extLst>
                <a:ext uri="{FF2B5EF4-FFF2-40B4-BE49-F238E27FC236}">
                  <a16:creationId xmlns:a16="http://schemas.microsoft.com/office/drawing/2014/main" id="{8E644591-396E-76E4-A75A-884D09156A61}"/>
                </a:ext>
              </a:extLst>
            </p:cNvPr>
            <p:cNvSpPr/>
            <p:nvPr/>
          </p:nvSpPr>
          <p:spPr>
            <a:xfrm>
              <a:off x="4039611" y="3774465"/>
              <a:ext cx="45521" cy="75555"/>
            </a:xfrm>
            <a:prstGeom prst="rect">
              <a:avLst/>
            </a:prstGeom>
            <a:solidFill>
              <a:srgbClr val="ADD8CA"/>
            </a:solidFill>
            <a:ln w="4599" cap="rnd" cmpd="sng" algn="ctr">
              <a:noFill/>
              <a:prstDash val="solid"/>
              <a:round/>
              <a:headEnd type="none" w="med" len="med"/>
              <a:tailEnd type="none" w="med" len="med"/>
            </a:ln>
            <a:effectLst/>
          </p:spPr>
        </p:sp>
        <p:sp>
          <p:nvSpPr>
            <p:cNvPr id="386" name="feature_4">
              <a:extLst>
                <a:ext uri="{FF2B5EF4-FFF2-40B4-BE49-F238E27FC236}">
                  <a16:creationId xmlns:a16="http://schemas.microsoft.com/office/drawing/2014/main" id="{B6B906AC-26D5-EADA-095A-01B162BCCFD7}"/>
                </a:ext>
              </a:extLst>
            </p:cNvPr>
            <p:cNvSpPr/>
            <p:nvPr/>
          </p:nvSpPr>
          <p:spPr>
            <a:xfrm>
              <a:off x="4088417" y="3774465"/>
              <a:ext cx="45521" cy="75555"/>
            </a:xfrm>
            <a:prstGeom prst="rect">
              <a:avLst/>
            </a:prstGeom>
            <a:solidFill>
              <a:srgbClr val="CBE7DC"/>
            </a:solidFill>
            <a:ln w="4599" cap="rnd" cmpd="sng" algn="ctr">
              <a:noFill/>
              <a:prstDash val="solid"/>
              <a:round/>
              <a:headEnd type="none" w="med" len="med"/>
              <a:tailEnd type="none" w="med" len="med"/>
            </a:ln>
            <a:effectLst/>
          </p:spPr>
        </p:sp>
        <p:sp>
          <p:nvSpPr>
            <p:cNvPr id="387" name="feature_5">
              <a:extLst>
                <a:ext uri="{FF2B5EF4-FFF2-40B4-BE49-F238E27FC236}">
                  <a16:creationId xmlns:a16="http://schemas.microsoft.com/office/drawing/2014/main" id="{94254A4E-B147-BCB1-E097-D30644901AAC}"/>
                </a:ext>
              </a:extLst>
            </p:cNvPr>
            <p:cNvSpPr/>
            <p:nvPr/>
          </p:nvSpPr>
          <p:spPr>
            <a:xfrm>
              <a:off x="4137223" y="3774465"/>
              <a:ext cx="45521" cy="75555"/>
            </a:xfrm>
            <a:prstGeom prst="rect">
              <a:avLst/>
            </a:prstGeom>
            <a:solidFill>
              <a:srgbClr val="3C9B84"/>
            </a:solidFill>
            <a:ln w="4599" cap="rnd" cmpd="sng" algn="ctr">
              <a:noFill/>
              <a:prstDash val="solid"/>
              <a:round/>
              <a:headEnd type="none" w="med" len="med"/>
              <a:tailEnd type="none" w="med" len="med"/>
            </a:ln>
            <a:effectLst/>
          </p:spPr>
        </p:sp>
        <p:sp>
          <p:nvSpPr>
            <p:cNvPr id="388" name="feature_6">
              <a:extLst>
                <a:ext uri="{FF2B5EF4-FFF2-40B4-BE49-F238E27FC236}">
                  <a16:creationId xmlns:a16="http://schemas.microsoft.com/office/drawing/2014/main" id="{C6E3E1E6-20F7-3C8B-1EA2-C8893D7CC92F}"/>
                </a:ext>
              </a:extLst>
            </p:cNvPr>
            <p:cNvSpPr/>
            <p:nvPr/>
          </p:nvSpPr>
          <p:spPr>
            <a:xfrm>
              <a:off x="4186029" y="3774465"/>
              <a:ext cx="45521" cy="75555"/>
            </a:xfrm>
            <a:prstGeom prst="rect">
              <a:avLst/>
            </a:prstGeom>
            <a:solidFill>
              <a:srgbClr val="6FB9A3"/>
            </a:solidFill>
            <a:ln w="4599" cap="rnd" cmpd="sng" algn="ctr">
              <a:noFill/>
              <a:prstDash val="solid"/>
              <a:round/>
              <a:headEnd type="none" w="med" len="med"/>
              <a:tailEnd type="none" w="med" len="med"/>
            </a:ln>
            <a:effectLst/>
          </p:spPr>
        </p:sp>
        <p:sp>
          <p:nvSpPr>
            <p:cNvPr id="389" name="feature_7">
              <a:extLst>
                <a:ext uri="{FF2B5EF4-FFF2-40B4-BE49-F238E27FC236}">
                  <a16:creationId xmlns:a16="http://schemas.microsoft.com/office/drawing/2014/main" id="{7DEF0E11-84CB-9994-BC07-B2E4C6E184D8}"/>
                </a:ext>
              </a:extLst>
            </p:cNvPr>
            <p:cNvSpPr/>
            <p:nvPr/>
          </p:nvSpPr>
          <p:spPr>
            <a:xfrm>
              <a:off x="4234834" y="3774465"/>
              <a:ext cx="45521" cy="75555"/>
            </a:xfrm>
            <a:prstGeom prst="rect">
              <a:avLst/>
            </a:prstGeom>
            <a:solidFill>
              <a:srgbClr val="ADD8CA"/>
            </a:solidFill>
            <a:ln w="4599" cap="rnd" cmpd="sng" algn="ctr">
              <a:noFill/>
              <a:prstDash val="solid"/>
              <a:round/>
              <a:headEnd type="none" w="med" len="med"/>
              <a:tailEnd type="none" w="med" len="med"/>
            </a:ln>
            <a:effectLst/>
          </p:spPr>
        </p:sp>
      </p:grpSp>
      <p:grpSp>
        <p:nvGrpSpPr>
          <p:cNvPr id="390" name="Language vector v_k">
            <a:extLst>
              <a:ext uri="{FF2B5EF4-FFF2-40B4-BE49-F238E27FC236}">
                <a16:creationId xmlns:a16="http://schemas.microsoft.com/office/drawing/2014/main" id="{581DCD05-3DE1-0842-01CE-4207D1A743B0}"/>
              </a:ext>
            </a:extLst>
          </p:cNvPr>
          <p:cNvGrpSpPr/>
          <p:nvPr/>
        </p:nvGrpSpPr>
        <p:grpSpPr>
          <a:xfrm>
            <a:off x="5465545" y="2176387"/>
            <a:ext cx="554152" cy="53628"/>
            <a:chOff x="3942000" y="3774465"/>
            <a:chExt cx="338355" cy="75555"/>
          </a:xfrm>
        </p:grpSpPr>
        <p:sp>
          <p:nvSpPr>
            <p:cNvPr id="391" name="feature_1">
              <a:extLst>
                <a:ext uri="{FF2B5EF4-FFF2-40B4-BE49-F238E27FC236}">
                  <a16:creationId xmlns:a16="http://schemas.microsoft.com/office/drawing/2014/main" id="{89922B52-C3FA-C682-2B4F-172D81758F86}"/>
                </a:ext>
              </a:extLst>
            </p:cNvPr>
            <p:cNvSpPr/>
            <p:nvPr/>
          </p:nvSpPr>
          <p:spPr>
            <a:xfrm>
              <a:off x="3942000" y="3774465"/>
              <a:ext cx="45521" cy="75555"/>
            </a:xfrm>
            <a:prstGeom prst="rect">
              <a:avLst/>
            </a:prstGeom>
            <a:solidFill>
              <a:srgbClr val="3C9B84"/>
            </a:solidFill>
            <a:ln w="4599" cap="rnd" cmpd="sng" algn="ctr">
              <a:noFill/>
              <a:prstDash val="solid"/>
              <a:round/>
              <a:headEnd type="none" w="med" len="med"/>
              <a:tailEnd type="none" w="med" len="med"/>
            </a:ln>
            <a:effectLst/>
          </p:spPr>
        </p:sp>
        <p:sp>
          <p:nvSpPr>
            <p:cNvPr id="392" name="feature_2">
              <a:extLst>
                <a:ext uri="{FF2B5EF4-FFF2-40B4-BE49-F238E27FC236}">
                  <a16:creationId xmlns:a16="http://schemas.microsoft.com/office/drawing/2014/main" id="{C1C68710-FDC8-15EA-6238-610EC7ED2D78}"/>
                </a:ext>
              </a:extLst>
            </p:cNvPr>
            <p:cNvSpPr/>
            <p:nvPr/>
          </p:nvSpPr>
          <p:spPr>
            <a:xfrm>
              <a:off x="3990806" y="3774465"/>
              <a:ext cx="45521" cy="75555"/>
            </a:xfrm>
            <a:prstGeom prst="rect">
              <a:avLst/>
            </a:prstGeom>
            <a:solidFill>
              <a:srgbClr val="6FB9A3"/>
            </a:solidFill>
            <a:ln w="4599" cap="rnd" cmpd="sng" algn="ctr">
              <a:noFill/>
              <a:prstDash val="solid"/>
              <a:round/>
              <a:headEnd type="none" w="med" len="med"/>
              <a:tailEnd type="none" w="med" len="med"/>
            </a:ln>
            <a:effectLst/>
          </p:spPr>
        </p:sp>
        <p:sp>
          <p:nvSpPr>
            <p:cNvPr id="393" name="feature_3">
              <a:extLst>
                <a:ext uri="{FF2B5EF4-FFF2-40B4-BE49-F238E27FC236}">
                  <a16:creationId xmlns:a16="http://schemas.microsoft.com/office/drawing/2014/main" id="{8E644591-396E-76E4-A75A-884D09156A61}"/>
                </a:ext>
              </a:extLst>
            </p:cNvPr>
            <p:cNvSpPr/>
            <p:nvPr/>
          </p:nvSpPr>
          <p:spPr>
            <a:xfrm>
              <a:off x="4039611" y="3774465"/>
              <a:ext cx="45521" cy="75555"/>
            </a:xfrm>
            <a:prstGeom prst="rect">
              <a:avLst/>
            </a:prstGeom>
            <a:solidFill>
              <a:srgbClr val="ADD8CA"/>
            </a:solidFill>
            <a:ln w="4599" cap="rnd" cmpd="sng" algn="ctr">
              <a:noFill/>
              <a:prstDash val="solid"/>
              <a:round/>
              <a:headEnd type="none" w="med" len="med"/>
              <a:tailEnd type="none" w="med" len="med"/>
            </a:ln>
            <a:effectLst/>
          </p:spPr>
        </p:sp>
        <p:sp>
          <p:nvSpPr>
            <p:cNvPr id="394" name="feature_4">
              <a:extLst>
                <a:ext uri="{FF2B5EF4-FFF2-40B4-BE49-F238E27FC236}">
                  <a16:creationId xmlns:a16="http://schemas.microsoft.com/office/drawing/2014/main" id="{B6B906AC-26D5-EADA-095A-01B162BCCFD7}"/>
                </a:ext>
              </a:extLst>
            </p:cNvPr>
            <p:cNvSpPr/>
            <p:nvPr/>
          </p:nvSpPr>
          <p:spPr>
            <a:xfrm>
              <a:off x="4088417" y="3774465"/>
              <a:ext cx="45521" cy="75555"/>
            </a:xfrm>
            <a:prstGeom prst="rect">
              <a:avLst/>
            </a:prstGeom>
            <a:solidFill>
              <a:srgbClr val="CBE7DC"/>
            </a:solidFill>
            <a:ln w="4599" cap="rnd" cmpd="sng" algn="ctr">
              <a:noFill/>
              <a:prstDash val="solid"/>
              <a:round/>
              <a:headEnd type="none" w="med" len="med"/>
              <a:tailEnd type="none" w="med" len="med"/>
            </a:ln>
            <a:effectLst/>
          </p:spPr>
        </p:sp>
        <p:sp>
          <p:nvSpPr>
            <p:cNvPr id="395" name="feature_5">
              <a:extLst>
                <a:ext uri="{FF2B5EF4-FFF2-40B4-BE49-F238E27FC236}">
                  <a16:creationId xmlns:a16="http://schemas.microsoft.com/office/drawing/2014/main" id="{94254A4E-B147-BCB1-E097-D30644901AAC}"/>
                </a:ext>
              </a:extLst>
            </p:cNvPr>
            <p:cNvSpPr/>
            <p:nvPr/>
          </p:nvSpPr>
          <p:spPr>
            <a:xfrm>
              <a:off x="4137223" y="3774465"/>
              <a:ext cx="45521" cy="75555"/>
            </a:xfrm>
            <a:prstGeom prst="rect">
              <a:avLst/>
            </a:prstGeom>
            <a:solidFill>
              <a:srgbClr val="3C9B84"/>
            </a:solidFill>
            <a:ln w="4599" cap="rnd" cmpd="sng" algn="ctr">
              <a:noFill/>
              <a:prstDash val="solid"/>
              <a:round/>
              <a:headEnd type="none" w="med" len="med"/>
              <a:tailEnd type="none" w="med" len="med"/>
            </a:ln>
            <a:effectLst/>
          </p:spPr>
        </p:sp>
        <p:sp>
          <p:nvSpPr>
            <p:cNvPr id="396" name="feature_6">
              <a:extLst>
                <a:ext uri="{FF2B5EF4-FFF2-40B4-BE49-F238E27FC236}">
                  <a16:creationId xmlns:a16="http://schemas.microsoft.com/office/drawing/2014/main" id="{C6E3E1E6-20F7-3C8B-1EA2-C8893D7CC92F}"/>
                </a:ext>
              </a:extLst>
            </p:cNvPr>
            <p:cNvSpPr/>
            <p:nvPr/>
          </p:nvSpPr>
          <p:spPr>
            <a:xfrm>
              <a:off x="4186029" y="3774465"/>
              <a:ext cx="45521" cy="75555"/>
            </a:xfrm>
            <a:prstGeom prst="rect">
              <a:avLst/>
            </a:prstGeom>
            <a:solidFill>
              <a:srgbClr val="6FB9A3"/>
            </a:solidFill>
            <a:ln w="4599" cap="rnd" cmpd="sng" algn="ctr">
              <a:noFill/>
              <a:prstDash val="solid"/>
              <a:round/>
              <a:headEnd type="none" w="med" len="med"/>
              <a:tailEnd type="none" w="med" len="med"/>
            </a:ln>
            <a:effectLst/>
          </p:spPr>
        </p:sp>
        <p:sp>
          <p:nvSpPr>
            <p:cNvPr id="397" name="feature_7">
              <a:extLst>
                <a:ext uri="{FF2B5EF4-FFF2-40B4-BE49-F238E27FC236}">
                  <a16:creationId xmlns:a16="http://schemas.microsoft.com/office/drawing/2014/main" id="{7DEF0E11-84CB-9994-BC07-B2E4C6E184D8}"/>
                </a:ext>
              </a:extLst>
            </p:cNvPr>
            <p:cNvSpPr/>
            <p:nvPr/>
          </p:nvSpPr>
          <p:spPr>
            <a:xfrm>
              <a:off x="4234834" y="3774465"/>
              <a:ext cx="45521" cy="75555"/>
            </a:xfrm>
            <a:prstGeom prst="rect">
              <a:avLst/>
            </a:prstGeom>
            <a:solidFill>
              <a:srgbClr val="ADD8CA"/>
            </a:solidFill>
            <a:ln w="4599" cap="rnd" cmpd="sng" algn="ctr">
              <a:noFill/>
              <a:prstDash val="solid"/>
              <a:round/>
              <a:headEnd type="none" w="med" len="med"/>
              <a:tailEnd type="none" w="med" len="med"/>
            </a:ln>
            <a:effectLst/>
          </p:spPr>
        </p:sp>
      </p:grpSp>
      <p:grpSp>
        <p:nvGrpSpPr>
          <p:cNvPr id="398" name="Language vector v_k">
            <a:extLst>
              <a:ext uri="{FF2B5EF4-FFF2-40B4-BE49-F238E27FC236}">
                <a16:creationId xmlns:a16="http://schemas.microsoft.com/office/drawing/2014/main" id="{581DCD05-3DE1-0842-01CE-4207D1A743B0}"/>
              </a:ext>
            </a:extLst>
          </p:cNvPr>
          <p:cNvGrpSpPr/>
          <p:nvPr/>
        </p:nvGrpSpPr>
        <p:grpSpPr>
          <a:xfrm>
            <a:off x="5465545" y="2252359"/>
            <a:ext cx="554152" cy="53628"/>
            <a:chOff x="3942000" y="3774465"/>
            <a:chExt cx="338355" cy="75555"/>
          </a:xfrm>
        </p:grpSpPr>
        <p:sp>
          <p:nvSpPr>
            <p:cNvPr id="399" name="feature_1">
              <a:extLst>
                <a:ext uri="{FF2B5EF4-FFF2-40B4-BE49-F238E27FC236}">
                  <a16:creationId xmlns:a16="http://schemas.microsoft.com/office/drawing/2014/main" id="{89922B52-C3FA-C682-2B4F-172D81758F86}"/>
                </a:ext>
              </a:extLst>
            </p:cNvPr>
            <p:cNvSpPr/>
            <p:nvPr/>
          </p:nvSpPr>
          <p:spPr>
            <a:xfrm>
              <a:off x="3942000" y="3774465"/>
              <a:ext cx="45521" cy="75555"/>
            </a:xfrm>
            <a:prstGeom prst="rect">
              <a:avLst/>
            </a:prstGeom>
            <a:solidFill>
              <a:srgbClr val="3C9B84"/>
            </a:solidFill>
            <a:ln w="4599" cap="rnd" cmpd="sng" algn="ctr">
              <a:noFill/>
              <a:prstDash val="solid"/>
              <a:round/>
              <a:headEnd type="none" w="med" len="med"/>
              <a:tailEnd type="none" w="med" len="med"/>
            </a:ln>
            <a:effectLst/>
          </p:spPr>
        </p:sp>
        <p:sp>
          <p:nvSpPr>
            <p:cNvPr id="400" name="feature_2">
              <a:extLst>
                <a:ext uri="{FF2B5EF4-FFF2-40B4-BE49-F238E27FC236}">
                  <a16:creationId xmlns:a16="http://schemas.microsoft.com/office/drawing/2014/main" id="{C1C68710-FDC8-15EA-6238-610EC7ED2D78}"/>
                </a:ext>
              </a:extLst>
            </p:cNvPr>
            <p:cNvSpPr/>
            <p:nvPr/>
          </p:nvSpPr>
          <p:spPr>
            <a:xfrm>
              <a:off x="3990806" y="3774465"/>
              <a:ext cx="45521" cy="75555"/>
            </a:xfrm>
            <a:prstGeom prst="rect">
              <a:avLst/>
            </a:prstGeom>
            <a:solidFill>
              <a:srgbClr val="6FB9A3"/>
            </a:solidFill>
            <a:ln w="4599" cap="rnd" cmpd="sng" algn="ctr">
              <a:noFill/>
              <a:prstDash val="solid"/>
              <a:round/>
              <a:headEnd type="none" w="med" len="med"/>
              <a:tailEnd type="none" w="med" len="med"/>
            </a:ln>
            <a:effectLst/>
          </p:spPr>
        </p:sp>
        <p:sp>
          <p:nvSpPr>
            <p:cNvPr id="401" name="feature_3">
              <a:extLst>
                <a:ext uri="{FF2B5EF4-FFF2-40B4-BE49-F238E27FC236}">
                  <a16:creationId xmlns:a16="http://schemas.microsoft.com/office/drawing/2014/main" id="{8E644591-396E-76E4-A75A-884D09156A61}"/>
                </a:ext>
              </a:extLst>
            </p:cNvPr>
            <p:cNvSpPr/>
            <p:nvPr/>
          </p:nvSpPr>
          <p:spPr>
            <a:xfrm>
              <a:off x="4039611" y="3774465"/>
              <a:ext cx="45521" cy="75555"/>
            </a:xfrm>
            <a:prstGeom prst="rect">
              <a:avLst/>
            </a:prstGeom>
            <a:solidFill>
              <a:srgbClr val="ADD8CA"/>
            </a:solidFill>
            <a:ln w="4599" cap="rnd" cmpd="sng" algn="ctr">
              <a:noFill/>
              <a:prstDash val="solid"/>
              <a:round/>
              <a:headEnd type="none" w="med" len="med"/>
              <a:tailEnd type="none" w="med" len="med"/>
            </a:ln>
            <a:effectLst/>
          </p:spPr>
        </p:sp>
        <p:sp>
          <p:nvSpPr>
            <p:cNvPr id="402" name="feature_4">
              <a:extLst>
                <a:ext uri="{FF2B5EF4-FFF2-40B4-BE49-F238E27FC236}">
                  <a16:creationId xmlns:a16="http://schemas.microsoft.com/office/drawing/2014/main" id="{B6B906AC-26D5-EADA-095A-01B162BCCFD7}"/>
                </a:ext>
              </a:extLst>
            </p:cNvPr>
            <p:cNvSpPr/>
            <p:nvPr/>
          </p:nvSpPr>
          <p:spPr>
            <a:xfrm>
              <a:off x="4088417" y="3774465"/>
              <a:ext cx="45521" cy="75555"/>
            </a:xfrm>
            <a:prstGeom prst="rect">
              <a:avLst/>
            </a:prstGeom>
            <a:solidFill>
              <a:srgbClr val="CBE7DC"/>
            </a:solidFill>
            <a:ln w="4599" cap="rnd" cmpd="sng" algn="ctr">
              <a:noFill/>
              <a:prstDash val="solid"/>
              <a:round/>
              <a:headEnd type="none" w="med" len="med"/>
              <a:tailEnd type="none" w="med" len="med"/>
            </a:ln>
            <a:effectLst/>
          </p:spPr>
        </p:sp>
        <p:sp>
          <p:nvSpPr>
            <p:cNvPr id="403" name="feature_5">
              <a:extLst>
                <a:ext uri="{FF2B5EF4-FFF2-40B4-BE49-F238E27FC236}">
                  <a16:creationId xmlns:a16="http://schemas.microsoft.com/office/drawing/2014/main" id="{94254A4E-B147-BCB1-E097-D30644901AAC}"/>
                </a:ext>
              </a:extLst>
            </p:cNvPr>
            <p:cNvSpPr/>
            <p:nvPr/>
          </p:nvSpPr>
          <p:spPr>
            <a:xfrm>
              <a:off x="4137223" y="3774465"/>
              <a:ext cx="45521" cy="75555"/>
            </a:xfrm>
            <a:prstGeom prst="rect">
              <a:avLst/>
            </a:prstGeom>
            <a:solidFill>
              <a:srgbClr val="3C9B84"/>
            </a:solidFill>
            <a:ln w="4599" cap="rnd" cmpd="sng" algn="ctr">
              <a:noFill/>
              <a:prstDash val="solid"/>
              <a:round/>
              <a:headEnd type="none" w="med" len="med"/>
              <a:tailEnd type="none" w="med" len="med"/>
            </a:ln>
            <a:effectLst/>
          </p:spPr>
        </p:sp>
        <p:sp>
          <p:nvSpPr>
            <p:cNvPr id="404" name="feature_6">
              <a:extLst>
                <a:ext uri="{FF2B5EF4-FFF2-40B4-BE49-F238E27FC236}">
                  <a16:creationId xmlns:a16="http://schemas.microsoft.com/office/drawing/2014/main" id="{C6E3E1E6-20F7-3C8B-1EA2-C8893D7CC92F}"/>
                </a:ext>
              </a:extLst>
            </p:cNvPr>
            <p:cNvSpPr/>
            <p:nvPr/>
          </p:nvSpPr>
          <p:spPr>
            <a:xfrm>
              <a:off x="4186029" y="3774465"/>
              <a:ext cx="45521" cy="75555"/>
            </a:xfrm>
            <a:prstGeom prst="rect">
              <a:avLst/>
            </a:prstGeom>
            <a:solidFill>
              <a:srgbClr val="6FB9A3"/>
            </a:solidFill>
            <a:ln w="4599" cap="rnd" cmpd="sng" algn="ctr">
              <a:noFill/>
              <a:prstDash val="solid"/>
              <a:round/>
              <a:headEnd type="none" w="med" len="med"/>
              <a:tailEnd type="none" w="med" len="med"/>
            </a:ln>
            <a:effectLst/>
          </p:spPr>
        </p:sp>
        <p:sp>
          <p:nvSpPr>
            <p:cNvPr id="405" name="feature_7">
              <a:extLst>
                <a:ext uri="{FF2B5EF4-FFF2-40B4-BE49-F238E27FC236}">
                  <a16:creationId xmlns:a16="http://schemas.microsoft.com/office/drawing/2014/main" id="{7DEF0E11-84CB-9994-BC07-B2E4C6E184D8}"/>
                </a:ext>
              </a:extLst>
            </p:cNvPr>
            <p:cNvSpPr/>
            <p:nvPr/>
          </p:nvSpPr>
          <p:spPr>
            <a:xfrm>
              <a:off x="4234834" y="3774465"/>
              <a:ext cx="45521" cy="75555"/>
            </a:xfrm>
            <a:prstGeom prst="rect">
              <a:avLst/>
            </a:prstGeom>
            <a:solidFill>
              <a:srgbClr val="ADD8CA"/>
            </a:solidFill>
            <a:ln w="4599" cap="rnd" cmpd="sng" algn="ctr">
              <a:noFill/>
              <a:prstDash val="solid"/>
              <a:round/>
              <a:headEnd type="none" w="med" len="med"/>
              <a:tailEnd type="none" w="med" len="med"/>
            </a:ln>
            <a:effectLst/>
          </p:spPr>
        </p:sp>
      </p:grpSp>
      <p:grpSp>
        <p:nvGrpSpPr>
          <p:cNvPr id="406" name="Language vector v_k">
            <a:extLst>
              <a:ext uri="{FF2B5EF4-FFF2-40B4-BE49-F238E27FC236}">
                <a16:creationId xmlns:a16="http://schemas.microsoft.com/office/drawing/2014/main" id="{581DCD05-3DE1-0842-01CE-4207D1A743B0}"/>
              </a:ext>
            </a:extLst>
          </p:cNvPr>
          <p:cNvGrpSpPr/>
          <p:nvPr/>
        </p:nvGrpSpPr>
        <p:grpSpPr>
          <a:xfrm>
            <a:off x="4491311" y="2565187"/>
            <a:ext cx="536276" cy="89379"/>
            <a:chOff x="3942000" y="3774465"/>
            <a:chExt cx="338355" cy="75555"/>
          </a:xfrm>
        </p:grpSpPr>
        <p:sp>
          <p:nvSpPr>
            <p:cNvPr id="407" name="feature_1">
              <a:extLst>
                <a:ext uri="{FF2B5EF4-FFF2-40B4-BE49-F238E27FC236}">
                  <a16:creationId xmlns:a16="http://schemas.microsoft.com/office/drawing/2014/main" id="{89922B52-C3FA-C682-2B4F-172D81758F86}"/>
                </a:ext>
              </a:extLst>
            </p:cNvPr>
            <p:cNvSpPr/>
            <p:nvPr/>
          </p:nvSpPr>
          <p:spPr>
            <a:xfrm>
              <a:off x="3942000" y="3774465"/>
              <a:ext cx="45521" cy="75555"/>
            </a:xfrm>
            <a:prstGeom prst="rect">
              <a:avLst/>
            </a:prstGeom>
            <a:solidFill>
              <a:srgbClr val="3C9B84"/>
            </a:solidFill>
            <a:ln w="4599" cap="rnd" cmpd="sng" algn="ctr">
              <a:noFill/>
              <a:prstDash val="solid"/>
              <a:round/>
              <a:headEnd type="none" w="med" len="med"/>
              <a:tailEnd type="none" w="med" len="med"/>
            </a:ln>
            <a:effectLst/>
          </p:spPr>
        </p:sp>
        <p:sp>
          <p:nvSpPr>
            <p:cNvPr id="408" name="feature_2">
              <a:extLst>
                <a:ext uri="{FF2B5EF4-FFF2-40B4-BE49-F238E27FC236}">
                  <a16:creationId xmlns:a16="http://schemas.microsoft.com/office/drawing/2014/main" id="{C1C68710-FDC8-15EA-6238-610EC7ED2D78}"/>
                </a:ext>
              </a:extLst>
            </p:cNvPr>
            <p:cNvSpPr/>
            <p:nvPr/>
          </p:nvSpPr>
          <p:spPr>
            <a:xfrm>
              <a:off x="3990806" y="3774465"/>
              <a:ext cx="45521" cy="75555"/>
            </a:xfrm>
            <a:prstGeom prst="rect">
              <a:avLst/>
            </a:prstGeom>
            <a:solidFill>
              <a:srgbClr val="6FB9A3"/>
            </a:solidFill>
            <a:ln w="4599" cap="rnd" cmpd="sng" algn="ctr">
              <a:noFill/>
              <a:prstDash val="solid"/>
              <a:round/>
              <a:headEnd type="none" w="med" len="med"/>
              <a:tailEnd type="none" w="med" len="med"/>
            </a:ln>
            <a:effectLst/>
          </p:spPr>
        </p:sp>
        <p:sp>
          <p:nvSpPr>
            <p:cNvPr id="409" name="feature_3">
              <a:extLst>
                <a:ext uri="{FF2B5EF4-FFF2-40B4-BE49-F238E27FC236}">
                  <a16:creationId xmlns:a16="http://schemas.microsoft.com/office/drawing/2014/main" id="{8E644591-396E-76E4-A75A-884D09156A61}"/>
                </a:ext>
              </a:extLst>
            </p:cNvPr>
            <p:cNvSpPr/>
            <p:nvPr/>
          </p:nvSpPr>
          <p:spPr>
            <a:xfrm>
              <a:off x="4039611" y="3774465"/>
              <a:ext cx="45521" cy="75555"/>
            </a:xfrm>
            <a:prstGeom prst="rect">
              <a:avLst/>
            </a:prstGeom>
            <a:solidFill>
              <a:srgbClr val="ADD8CA"/>
            </a:solidFill>
            <a:ln w="4599" cap="rnd" cmpd="sng" algn="ctr">
              <a:noFill/>
              <a:prstDash val="solid"/>
              <a:round/>
              <a:headEnd type="none" w="med" len="med"/>
              <a:tailEnd type="none" w="med" len="med"/>
            </a:ln>
            <a:effectLst/>
          </p:spPr>
        </p:sp>
        <p:sp>
          <p:nvSpPr>
            <p:cNvPr id="410" name="feature_4">
              <a:extLst>
                <a:ext uri="{FF2B5EF4-FFF2-40B4-BE49-F238E27FC236}">
                  <a16:creationId xmlns:a16="http://schemas.microsoft.com/office/drawing/2014/main" id="{B6B906AC-26D5-EADA-095A-01B162BCCFD7}"/>
                </a:ext>
              </a:extLst>
            </p:cNvPr>
            <p:cNvSpPr/>
            <p:nvPr/>
          </p:nvSpPr>
          <p:spPr>
            <a:xfrm>
              <a:off x="4088417" y="3774465"/>
              <a:ext cx="45521" cy="75555"/>
            </a:xfrm>
            <a:prstGeom prst="rect">
              <a:avLst/>
            </a:prstGeom>
            <a:solidFill>
              <a:srgbClr val="CBE7DC"/>
            </a:solidFill>
            <a:ln w="4599" cap="rnd" cmpd="sng" algn="ctr">
              <a:noFill/>
              <a:prstDash val="solid"/>
              <a:round/>
              <a:headEnd type="none" w="med" len="med"/>
              <a:tailEnd type="none" w="med" len="med"/>
            </a:ln>
            <a:effectLst/>
          </p:spPr>
        </p:sp>
        <p:sp>
          <p:nvSpPr>
            <p:cNvPr id="411" name="feature_5">
              <a:extLst>
                <a:ext uri="{FF2B5EF4-FFF2-40B4-BE49-F238E27FC236}">
                  <a16:creationId xmlns:a16="http://schemas.microsoft.com/office/drawing/2014/main" id="{94254A4E-B147-BCB1-E097-D30644901AAC}"/>
                </a:ext>
              </a:extLst>
            </p:cNvPr>
            <p:cNvSpPr/>
            <p:nvPr/>
          </p:nvSpPr>
          <p:spPr>
            <a:xfrm>
              <a:off x="4137223" y="3774465"/>
              <a:ext cx="45521" cy="75555"/>
            </a:xfrm>
            <a:prstGeom prst="rect">
              <a:avLst/>
            </a:prstGeom>
            <a:solidFill>
              <a:srgbClr val="3C9B84"/>
            </a:solidFill>
            <a:ln w="4599" cap="rnd" cmpd="sng" algn="ctr">
              <a:noFill/>
              <a:prstDash val="solid"/>
              <a:round/>
              <a:headEnd type="none" w="med" len="med"/>
              <a:tailEnd type="none" w="med" len="med"/>
            </a:ln>
            <a:effectLst/>
          </p:spPr>
        </p:sp>
        <p:sp>
          <p:nvSpPr>
            <p:cNvPr id="412" name="feature_6">
              <a:extLst>
                <a:ext uri="{FF2B5EF4-FFF2-40B4-BE49-F238E27FC236}">
                  <a16:creationId xmlns:a16="http://schemas.microsoft.com/office/drawing/2014/main" id="{C6E3E1E6-20F7-3C8B-1EA2-C8893D7CC92F}"/>
                </a:ext>
              </a:extLst>
            </p:cNvPr>
            <p:cNvSpPr/>
            <p:nvPr/>
          </p:nvSpPr>
          <p:spPr>
            <a:xfrm>
              <a:off x="4186029" y="3774465"/>
              <a:ext cx="45521" cy="75555"/>
            </a:xfrm>
            <a:prstGeom prst="rect">
              <a:avLst/>
            </a:prstGeom>
            <a:solidFill>
              <a:srgbClr val="6FB9A3"/>
            </a:solidFill>
            <a:ln w="4599" cap="rnd" cmpd="sng" algn="ctr">
              <a:noFill/>
              <a:prstDash val="solid"/>
              <a:round/>
              <a:headEnd type="none" w="med" len="med"/>
              <a:tailEnd type="none" w="med" len="med"/>
            </a:ln>
            <a:effectLst/>
          </p:spPr>
        </p:sp>
        <p:sp>
          <p:nvSpPr>
            <p:cNvPr id="413" name="feature_7">
              <a:extLst>
                <a:ext uri="{FF2B5EF4-FFF2-40B4-BE49-F238E27FC236}">
                  <a16:creationId xmlns:a16="http://schemas.microsoft.com/office/drawing/2014/main" id="{7DEF0E11-84CB-9994-BC07-B2E4C6E184D8}"/>
                </a:ext>
              </a:extLst>
            </p:cNvPr>
            <p:cNvSpPr/>
            <p:nvPr/>
          </p:nvSpPr>
          <p:spPr>
            <a:xfrm>
              <a:off x="4234834" y="3774465"/>
              <a:ext cx="45521" cy="75555"/>
            </a:xfrm>
            <a:prstGeom prst="rect">
              <a:avLst/>
            </a:prstGeom>
            <a:solidFill>
              <a:srgbClr val="ADD8CA"/>
            </a:solidFill>
            <a:ln w="4599" cap="rnd" cmpd="sng" algn="ctr">
              <a:noFill/>
              <a:prstDash val="solid"/>
              <a:round/>
              <a:headEnd type="none" w="med" len="med"/>
              <a:tailEnd type="none" w="med" len="med"/>
            </a:ln>
            <a:effectLst/>
          </p:spPr>
        </p:sp>
      </p:grpSp>
      <p:sp>
        <p:nvSpPr>
          <p:cNvPr id="426" name="feature_1">
            <a:extLst>
              <a:ext uri="{FF2B5EF4-FFF2-40B4-BE49-F238E27FC236}">
                <a16:creationId xmlns:a16="http://schemas.microsoft.com/office/drawing/2014/main" id="{D0C87E3F-4462-5E8C-A497-5B4484F686FB}"/>
              </a:ext>
            </a:extLst>
          </p:cNvPr>
          <p:cNvSpPr/>
          <p:nvPr/>
        </p:nvSpPr>
        <p:spPr>
          <a:xfrm>
            <a:off x="4476376" y="3316183"/>
            <a:ext cx="80093" cy="111724"/>
          </a:xfrm>
          <a:prstGeom prst="rect">
            <a:avLst/>
          </a:prstGeom>
          <a:solidFill>
            <a:srgbClr val="367FB7"/>
          </a:solidFill>
          <a:ln w="4599" cap="rnd" cmpd="sng" algn="ctr">
            <a:noFill/>
            <a:prstDash val="solid"/>
            <a:round/>
            <a:headEnd type="none" w="med" len="med"/>
            <a:tailEnd type="none" w="med" len="med"/>
          </a:ln>
          <a:effectLst/>
        </p:spPr>
      </p:sp>
      <p:sp>
        <p:nvSpPr>
          <p:cNvPr id="428" name="feature_2">
            <a:extLst>
              <a:ext uri="{FF2B5EF4-FFF2-40B4-BE49-F238E27FC236}">
                <a16:creationId xmlns:a16="http://schemas.microsoft.com/office/drawing/2014/main" id="{DF7C1CA3-BAA3-DA61-B0F0-ECE1129373A5}"/>
              </a:ext>
            </a:extLst>
          </p:cNvPr>
          <p:cNvSpPr/>
          <p:nvPr/>
        </p:nvSpPr>
        <p:spPr>
          <a:xfrm>
            <a:off x="4561345" y="3316183"/>
            <a:ext cx="80093" cy="111724"/>
          </a:xfrm>
          <a:prstGeom prst="rect">
            <a:avLst/>
          </a:prstGeom>
          <a:solidFill>
            <a:srgbClr val="7EAED0"/>
          </a:solidFill>
          <a:ln w="4599" cap="rnd" cmpd="sng" algn="ctr">
            <a:noFill/>
            <a:prstDash val="solid"/>
            <a:round/>
            <a:headEnd type="none" w="med" len="med"/>
            <a:tailEnd type="none" w="med" len="med"/>
          </a:ln>
          <a:effectLst/>
        </p:spPr>
      </p:sp>
      <p:sp>
        <p:nvSpPr>
          <p:cNvPr id="430" name="feature_3">
            <a:extLst>
              <a:ext uri="{FF2B5EF4-FFF2-40B4-BE49-F238E27FC236}">
                <a16:creationId xmlns:a16="http://schemas.microsoft.com/office/drawing/2014/main" id="{EBDB3635-BD91-4373-04E9-68E711987167}"/>
              </a:ext>
            </a:extLst>
          </p:cNvPr>
          <p:cNvSpPr/>
          <p:nvPr/>
        </p:nvSpPr>
        <p:spPr>
          <a:xfrm>
            <a:off x="4646313" y="3316183"/>
            <a:ext cx="80093" cy="111724"/>
          </a:xfrm>
          <a:prstGeom prst="rect">
            <a:avLst/>
          </a:prstGeom>
          <a:solidFill>
            <a:srgbClr val="BCD8E7"/>
          </a:solidFill>
          <a:ln w="4599" cap="rnd" cmpd="sng" algn="ctr">
            <a:noFill/>
            <a:prstDash val="solid"/>
            <a:round/>
            <a:headEnd type="none" w="med" len="med"/>
            <a:tailEnd type="none" w="med" len="med"/>
          </a:ln>
          <a:effectLst/>
        </p:spPr>
      </p:sp>
      <p:sp>
        <p:nvSpPr>
          <p:cNvPr id="432" name="feature_4">
            <a:extLst>
              <a:ext uri="{FF2B5EF4-FFF2-40B4-BE49-F238E27FC236}">
                <a16:creationId xmlns:a16="http://schemas.microsoft.com/office/drawing/2014/main" id="{79504D30-D894-43E6-5908-D56FF9953CE4}"/>
              </a:ext>
            </a:extLst>
          </p:cNvPr>
          <p:cNvSpPr/>
          <p:nvPr/>
        </p:nvSpPr>
        <p:spPr>
          <a:xfrm>
            <a:off x="4731282" y="3316183"/>
            <a:ext cx="80093" cy="111724"/>
          </a:xfrm>
          <a:prstGeom prst="rect">
            <a:avLst/>
          </a:prstGeom>
          <a:solidFill>
            <a:srgbClr val="88C3B4"/>
          </a:solidFill>
          <a:ln w="4599" cap="rnd" cmpd="sng" algn="ctr">
            <a:noFill/>
            <a:prstDash val="solid"/>
            <a:round/>
            <a:headEnd type="none" w="med" len="med"/>
            <a:tailEnd type="none" w="med" len="med"/>
          </a:ln>
          <a:effectLst/>
        </p:spPr>
      </p:sp>
      <p:sp>
        <p:nvSpPr>
          <p:cNvPr id="434" name="feature_5">
            <a:extLst>
              <a:ext uri="{FF2B5EF4-FFF2-40B4-BE49-F238E27FC236}">
                <a16:creationId xmlns:a16="http://schemas.microsoft.com/office/drawing/2014/main" id="{76F42016-9496-AFBD-5B7C-4998A4695A12}"/>
              </a:ext>
            </a:extLst>
          </p:cNvPr>
          <p:cNvSpPr/>
          <p:nvPr/>
        </p:nvSpPr>
        <p:spPr>
          <a:xfrm>
            <a:off x="4816249" y="3316183"/>
            <a:ext cx="80093" cy="111724"/>
          </a:xfrm>
          <a:prstGeom prst="rect">
            <a:avLst/>
          </a:prstGeom>
          <a:solidFill>
            <a:srgbClr val="238777"/>
          </a:solidFill>
          <a:ln w="4599" cap="rnd" cmpd="sng" algn="ctr">
            <a:noFill/>
            <a:prstDash val="solid"/>
            <a:round/>
            <a:headEnd type="none" w="med" len="med"/>
            <a:tailEnd type="none" w="med" len="med"/>
          </a:ln>
          <a:effectLst/>
        </p:spPr>
      </p:sp>
      <p:sp>
        <p:nvSpPr>
          <p:cNvPr id="436" name="feature_6">
            <a:extLst>
              <a:ext uri="{FF2B5EF4-FFF2-40B4-BE49-F238E27FC236}">
                <a16:creationId xmlns:a16="http://schemas.microsoft.com/office/drawing/2014/main" id="{C4052491-7677-D867-C875-20C946C836BE}"/>
              </a:ext>
            </a:extLst>
          </p:cNvPr>
          <p:cNvSpPr/>
          <p:nvPr/>
        </p:nvSpPr>
        <p:spPr>
          <a:xfrm>
            <a:off x="4901217" y="3316183"/>
            <a:ext cx="80093" cy="111724"/>
          </a:xfrm>
          <a:prstGeom prst="rect">
            <a:avLst/>
          </a:prstGeom>
          <a:solidFill>
            <a:srgbClr val="B1A4CC"/>
          </a:solidFill>
          <a:ln w="4599" cap="rnd" cmpd="sng" algn="ctr">
            <a:noFill/>
            <a:prstDash val="solid"/>
            <a:round/>
            <a:headEnd type="none" w="med" len="med"/>
            <a:tailEnd type="none" w="med" len="med"/>
          </a:ln>
          <a:effectLst/>
        </p:spPr>
      </p:sp>
      <p:sp>
        <p:nvSpPr>
          <p:cNvPr id="438" name="feature_7">
            <a:extLst>
              <a:ext uri="{FF2B5EF4-FFF2-40B4-BE49-F238E27FC236}">
                <a16:creationId xmlns:a16="http://schemas.microsoft.com/office/drawing/2014/main" id="{AA37B73A-423C-C8F5-D044-47BE29C59CBC}"/>
              </a:ext>
            </a:extLst>
          </p:cNvPr>
          <p:cNvSpPr/>
          <p:nvPr/>
        </p:nvSpPr>
        <p:spPr>
          <a:xfrm>
            <a:off x="4986186" y="3316183"/>
            <a:ext cx="80093" cy="111724"/>
          </a:xfrm>
          <a:prstGeom prst="rect">
            <a:avLst/>
          </a:prstGeom>
          <a:solidFill>
            <a:srgbClr val="D4CBE6"/>
          </a:solidFill>
          <a:ln w="4599" cap="rnd" cmpd="sng" algn="ctr">
            <a:noFill/>
            <a:prstDash val="solid"/>
            <a:round/>
            <a:headEnd type="none" w="med" len="med"/>
            <a:tailEnd type="none" w="med" len="med"/>
          </a:ln>
          <a:effectLst/>
        </p:spPr>
      </p:sp>
      <p:sp>
        <p:nvSpPr>
          <p:cNvPr id="440" name="Operator Mean/max pool">
            <a:extLst>
              <a:ext uri="{FF2B5EF4-FFF2-40B4-BE49-F238E27FC236}">
                <a16:creationId xmlns:a16="http://schemas.microsoft.com/office/drawing/2014/main" id="{6ADE3D10-57EC-981C-25D7-A953CB187C22}"/>
              </a:ext>
            </a:extLst>
          </p:cNvPr>
          <p:cNvSpPr>
            <a:spLocks noGrp="1"/>
          </p:cNvSpPr>
          <p:nvPr/>
        </p:nvSpPr>
        <p:spPr>
          <a:xfrm>
            <a:off x="1503807" y="2500741"/>
            <a:ext cx="938483" cy="218979"/>
          </a:xfrm>
          <a:prstGeom prst="roundRect">
            <a:avLst>
              <a:gd name="adj" fmla="val 14286"/>
            </a:avLst>
          </a:prstGeom>
          <a:solidFill>
            <a:srgbClr val="FFFFFF"/>
          </a:solidFill>
          <a:ln w="7150">
            <a:solidFill>
              <a:srgbClr val="2B887C"/>
            </a:solidFill>
          </a:ln>
        </p:spPr>
        <p:txBody>
          <a:bodyPr wrap="none" lIns="28575" tIns="9525" rIns="28575" bIns="9525" anchor="ctr">
            <a:noAutofit/>
          </a:bodyPr>
          <a:lstStyle/>
          <a:p>
            <a:pPr algn="ctr">
              <a:defRPr sz="809" b="1">
                <a:solidFill>
                  <a:srgbClr val="2B887C"/>
                </a:solidFill>
                <a:latin typeface="Arial"/>
                <a:ea typeface="Arial"/>
                <a:cs typeface="Arial"/>
              </a:defRPr>
            </a:pPr>
            <a:r>
              <a:rPr lang="en-US" altLang="zh-CN" sz="809" b="1" dirty="0">
                <a:solidFill>
                  <a:srgbClr val="2B887C"/>
                </a:solidFill>
                <a:latin typeface="Arial"/>
                <a:ea typeface="Arial"/>
                <a:cs typeface="Arial"/>
              </a:rPr>
              <a:t>Attention</a:t>
            </a:r>
          </a:p>
        </p:txBody>
      </p:sp>
    </p:spTree>
    <p:extLst>
      <p:ext uri="{BB962C8B-B14F-4D97-AF65-F5344CB8AC3E}">
        <p14:creationId xmlns:p14="http://schemas.microsoft.com/office/powerpoint/2010/main" val="1873952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8A634-17D2-E5C2-07D5-813E9CC5C28C}"/>
            </a:ext>
          </a:extLst>
        </p:cNvPr>
        <p:cNvGrpSpPr/>
        <p:nvPr/>
      </p:nvGrpSpPr>
      <p:grpSpPr>
        <a:xfrm>
          <a:off x="0" y="0"/>
          <a:ext cx="0" cy="0"/>
          <a:chOff x="0" y="0"/>
          <a:chExt cx="0" cy="0"/>
        </a:xfrm>
      </p:grpSpPr>
      <p:sp>
        <p:nvSpPr>
          <p:cNvPr id="3" name="rect_0001">
            <a:extLst>
              <a:ext uri="{FF2B5EF4-FFF2-40B4-BE49-F238E27FC236}">
                <a16:creationId xmlns:a16="http://schemas.microsoft.com/office/drawing/2014/main" id="{82A03487-70EB-10FC-AD5A-18A7ED85AEBA}"/>
              </a:ext>
            </a:extLst>
          </p:cNvPr>
          <p:cNvSpPr/>
          <p:nvPr/>
        </p:nvSpPr>
        <p:spPr>
          <a:xfrm>
            <a:off x="1405608" y="47036"/>
            <a:ext cx="639689" cy="3774638"/>
          </a:xfrm>
          <a:prstGeom prst="roundRect">
            <a:avLst>
              <a:gd name="adj" fmla="val 4412"/>
            </a:avLst>
          </a:prstGeom>
          <a:solidFill>
            <a:srgbClr val="F9FBFD"/>
          </a:solidFill>
          <a:ln w="6480" cap="rnd" cmpd="sng" algn="ctr">
            <a:solidFill>
              <a:srgbClr val="C3D2E0"/>
            </a:solidFill>
            <a:prstDash val="solid"/>
            <a:round/>
            <a:headEnd type="none" w="med" len="med"/>
            <a:tailEnd type="none" w="med" len="med"/>
          </a:ln>
          <a:effectLst/>
        </p:spPr>
      </p:sp>
      <p:sp>
        <p:nvSpPr>
          <p:cNvPr id="4" name="a | panel label">
            <a:extLst>
              <a:ext uri="{FF2B5EF4-FFF2-40B4-BE49-F238E27FC236}">
                <a16:creationId xmlns:a16="http://schemas.microsoft.com/office/drawing/2014/main" id="{0F62AC49-4564-AD9D-9837-2DA4C118AFF1}"/>
              </a:ext>
            </a:extLst>
          </p:cNvPr>
          <p:cNvSpPr txBox="1"/>
          <p:nvPr/>
        </p:nvSpPr>
        <p:spPr>
          <a:xfrm>
            <a:off x="1450292" y="61147"/>
            <a:ext cx="98818" cy="136922"/>
          </a:xfrm>
          <a:prstGeom prst="rect">
            <a:avLst/>
          </a:prstGeom>
          <a:noFill/>
          <a:ln>
            <a:noFill/>
          </a:ln>
          <a:effectLst/>
        </p:spPr>
        <p:txBody>
          <a:bodyPr vertOverflow="overflow" horzOverflow="overflow" wrap="none" lIns="0" tIns="0" rIns="0" bIns="0" anchor="t" anchorCtr="0">
            <a:noAutofit/>
          </a:bodyPr>
          <a:lstStyle/>
          <a:p>
            <a:r>
              <a:rPr lang="en-US" sz="760" b="1" dirty="0">
                <a:solidFill>
                  <a:srgbClr val="1D3043"/>
                </a:solidFill>
                <a:latin typeface="Arial"/>
                <a:ea typeface="Arial"/>
                <a:cs typeface="Arial"/>
              </a:rPr>
              <a:t>a</a:t>
            </a:r>
            <a:endParaRPr lang="en-US" sz="760" dirty="0"/>
          </a:p>
        </p:txBody>
      </p:sp>
      <p:grpSp>
        <p:nvGrpSpPr>
          <p:cNvPr id="5" name="Text | Shared input / representation">
            <a:extLst>
              <a:ext uri="{FF2B5EF4-FFF2-40B4-BE49-F238E27FC236}">
                <a16:creationId xmlns:a16="http://schemas.microsoft.com/office/drawing/2014/main" id="{366DCC57-BF4B-B23A-039B-8D1FBAC90BC7}"/>
              </a:ext>
            </a:extLst>
          </p:cNvPr>
          <p:cNvGrpSpPr/>
          <p:nvPr/>
        </p:nvGrpSpPr>
        <p:grpSpPr>
          <a:xfrm>
            <a:off x="1549068" y="77610"/>
            <a:ext cx="597912" cy="183863"/>
            <a:chOff x="266085" y="108405"/>
            <a:chExt cx="835165" cy="256821"/>
          </a:xfrm>
        </p:grpSpPr>
        <p:sp>
          <p:nvSpPr>
            <p:cNvPr id="6" name="Text | Shared input">
              <a:extLst>
                <a:ext uri="{FF2B5EF4-FFF2-40B4-BE49-F238E27FC236}">
                  <a16:creationId xmlns:a16="http://schemas.microsoft.com/office/drawing/2014/main" id="{0A13B433-CC77-2304-8D6E-39B4B1FFCF4B}"/>
                </a:ext>
              </a:extLst>
            </p:cNvPr>
            <p:cNvSpPr txBox="1"/>
            <p:nvPr/>
          </p:nvSpPr>
          <p:spPr>
            <a:xfrm>
              <a:off x="266085" y="108405"/>
              <a:ext cx="729063" cy="135276"/>
            </a:xfrm>
            <a:prstGeom prst="rect">
              <a:avLst/>
            </a:prstGeom>
            <a:noFill/>
            <a:ln>
              <a:noFill/>
            </a:ln>
            <a:effectLst/>
          </p:spPr>
          <p:txBody>
            <a:bodyPr vertOverflow="overflow" horzOverflow="overflow" wrap="none" lIns="0" tIns="0" rIns="0" bIns="0" anchor="t" anchorCtr="0">
              <a:noAutofit/>
            </a:bodyPr>
            <a:lstStyle/>
            <a:p>
              <a:r>
                <a:rPr lang="en-US" sz="537" b="1" dirty="0">
                  <a:solidFill>
                    <a:srgbClr val="1D3043"/>
                  </a:solidFill>
                  <a:latin typeface="Arial"/>
                  <a:ea typeface="Arial"/>
                  <a:cs typeface="Arial"/>
                </a:rPr>
                <a:t>Shared input</a:t>
              </a:r>
              <a:endParaRPr lang="en-US" sz="537"/>
            </a:p>
          </p:txBody>
        </p:sp>
        <p:sp>
          <p:nvSpPr>
            <p:cNvPr id="7" name="Text | representation">
              <a:extLst>
                <a:ext uri="{FF2B5EF4-FFF2-40B4-BE49-F238E27FC236}">
                  <a16:creationId xmlns:a16="http://schemas.microsoft.com/office/drawing/2014/main" id="{832C5C25-71FD-8660-22E3-DA1BEC5E6BB1}"/>
                </a:ext>
              </a:extLst>
            </p:cNvPr>
            <p:cNvSpPr txBox="1"/>
            <p:nvPr/>
          </p:nvSpPr>
          <p:spPr>
            <a:xfrm>
              <a:off x="266085" y="229950"/>
              <a:ext cx="835165" cy="135276"/>
            </a:xfrm>
            <a:prstGeom prst="rect">
              <a:avLst/>
            </a:prstGeom>
            <a:noFill/>
            <a:ln>
              <a:noFill/>
            </a:ln>
            <a:effectLst/>
          </p:spPr>
          <p:txBody>
            <a:bodyPr vertOverflow="overflow" horzOverflow="overflow" wrap="none" lIns="0" tIns="0" rIns="0" bIns="0" anchor="t" anchorCtr="0">
              <a:noAutofit/>
            </a:bodyPr>
            <a:lstStyle/>
            <a:p>
              <a:r>
                <a:rPr lang="en-US" sz="537" b="1" dirty="0">
                  <a:solidFill>
                    <a:srgbClr val="1D3043"/>
                  </a:solidFill>
                  <a:latin typeface="Arial"/>
                  <a:ea typeface="Arial"/>
                  <a:cs typeface="Arial"/>
                </a:rPr>
                <a:t>representation</a:t>
              </a:r>
              <a:endParaRPr lang="en-US" sz="537" dirty="0"/>
            </a:p>
          </p:txBody>
        </p:sp>
      </p:grpSp>
      <p:sp>
        <p:nvSpPr>
          <p:cNvPr id="9" name="Text | Density bank">
            <a:extLst>
              <a:ext uri="{FF2B5EF4-FFF2-40B4-BE49-F238E27FC236}">
                <a16:creationId xmlns:a16="http://schemas.microsoft.com/office/drawing/2014/main" id="{D6257B7C-FD10-DA3A-C0B8-3130A289548E}"/>
              </a:ext>
            </a:extLst>
          </p:cNvPr>
          <p:cNvSpPr txBox="1"/>
          <p:nvPr/>
        </p:nvSpPr>
        <p:spPr>
          <a:xfrm>
            <a:off x="1457798" y="335050"/>
            <a:ext cx="535308" cy="103093"/>
          </a:xfrm>
          <a:prstGeom prst="rect">
            <a:avLst/>
          </a:prstGeom>
          <a:noFill/>
          <a:ln>
            <a:noFill/>
          </a:ln>
          <a:effectLst/>
        </p:spPr>
        <p:txBody>
          <a:bodyPr vertOverflow="overflow" horzOverflow="overflow" wrap="none" lIns="0" tIns="0" rIns="0" bIns="0" anchor="t" anchorCtr="0">
            <a:noAutofit/>
          </a:bodyPr>
          <a:lstStyle/>
          <a:p>
            <a:pPr algn="ctr"/>
            <a:r>
              <a:rPr lang="en-US" sz="530" b="1" dirty="0">
                <a:solidFill>
                  <a:srgbClr val="1D3043"/>
                </a:solidFill>
                <a:latin typeface="Arial"/>
                <a:ea typeface="Arial"/>
                <a:cs typeface="Arial"/>
              </a:rPr>
              <a:t>Density bank</a:t>
            </a:r>
            <a:endParaRPr lang="en-US" sz="530" dirty="0"/>
          </a:p>
        </p:txBody>
      </p:sp>
      <p:sp>
        <p:nvSpPr>
          <p:cNvPr id="138" name="Text | M">
            <a:extLst>
              <a:ext uri="{FF2B5EF4-FFF2-40B4-BE49-F238E27FC236}">
                <a16:creationId xmlns:a16="http://schemas.microsoft.com/office/drawing/2014/main" id="{7DC65024-E052-23C0-3A9B-A312DC1D41D8}"/>
              </a:ext>
            </a:extLst>
          </p:cNvPr>
          <p:cNvSpPr txBox="1"/>
          <p:nvPr/>
        </p:nvSpPr>
        <p:spPr>
          <a:xfrm>
            <a:off x="1450067" y="711339"/>
            <a:ext cx="257731" cy="82474"/>
          </a:xfrm>
          <a:prstGeom prst="rect">
            <a:avLst/>
          </a:prstGeom>
          <a:noFill/>
          <a:ln>
            <a:noFill/>
          </a:ln>
          <a:effectLst/>
        </p:spPr>
        <p:txBody>
          <a:bodyPr vertOverflow="overflow" horzOverflow="overflow" wrap="none" lIns="0" tIns="0" rIns="0" bIns="0" anchor="t" anchorCtr="0">
            <a:noAutofit/>
          </a:bodyPr>
          <a:lstStyle/>
          <a:p>
            <a:pPr algn="ctr"/>
            <a:r>
              <a:rPr lang="en-US" sz="472" i="1" dirty="0">
                <a:solidFill>
                  <a:srgbClr val="1D3043"/>
                </a:solidFill>
                <a:latin typeface="Arial"/>
                <a:ea typeface="Arial"/>
                <a:cs typeface="Arial"/>
              </a:rPr>
              <a:t>M</a:t>
            </a:r>
            <a:r>
              <a:rPr lang="en-US" sz="379" baseline="-25000" dirty="0">
                <a:solidFill>
                  <a:srgbClr val="1D3043"/>
                </a:solidFill>
                <a:latin typeface="Arial"/>
                <a:ea typeface="Arial"/>
                <a:cs typeface="Arial"/>
              </a:rPr>
              <a:t>exp</a:t>
            </a:r>
            <a:endParaRPr lang="en-US" sz="472" dirty="0"/>
          </a:p>
        </p:txBody>
      </p:sp>
      <p:sp>
        <p:nvSpPr>
          <p:cNvPr id="266" name="Text | M">
            <a:extLst>
              <a:ext uri="{FF2B5EF4-FFF2-40B4-BE49-F238E27FC236}">
                <a16:creationId xmlns:a16="http://schemas.microsoft.com/office/drawing/2014/main" id="{706074D0-49E2-E767-27E6-8A72BF64AB41}"/>
              </a:ext>
            </a:extLst>
          </p:cNvPr>
          <p:cNvSpPr txBox="1"/>
          <p:nvPr/>
        </p:nvSpPr>
        <p:spPr>
          <a:xfrm>
            <a:off x="1743107" y="711339"/>
            <a:ext cx="257731" cy="82474"/>
          </a:xfrm>
          <a:prstGeom prst="rect">
            <a:avLst/>
          </a:prstGeom>
          <a:noFill/>
          <a:ln>
            <a:noFill/>
          </a:ln>
          <a:effectLst/>
        </p:spPr>
        <p:txBody>
          <a:bodyPr vertOverflow="overflow" horzOverflow="overflow" wrap="none" lIns="0" tIns="0" rIns="0" bIns="0" anchor="t" anchorCtr="0">
            <a:noAutofit/>
          </a:bodyPr>
          <a:lstStyle/>
          <a:p>
            <a:pPr algn="ctr"/>
            <a:r>
              <a:rPr lang="en-US" sz="472" i="1" dirty="0">
                <a:solidFill>
                  <a:srgbClr val="1D3043"/>
                </a:solidFill>
                <a:latin typeface="Arial"/>
                <a:ea typeface="Arial"/>
                <a:cs typeface="Arial"/>
              </a:rPr>
              <a:t>M</a:t>
            </a:r>
            <a:r>
              <a:rPr lang="en-US" sz="379" baseline="-25000" dirty="0">
                <a:solidFill>
                  <a:srgbClr val="1D3043"/>
                </a:solidFill>
                <a:latin typeface="Arial"/>
                <a:ea typeface="Arial"/>
                <a:cs typeface="Arial"/>
              </a:rPr>
              <a:t>sim</a:t>
            </a:r>
            <a:endParaRPr lang="en-US" sz="472" dirty="0"/>
          </a:p>
        </p:txBody>
      </p:sp>
      <p:sp>
        <p:nvSpPr>
          <p:cNvPr id="394" name="Text | M">
            <a:extLst>
              <a:ext uri="{FF2B5EF4-FFF2-40B4-BE49-F238E27FC236}">
                <a16:creationId xmlns:a16="http://schemas.microsoft.com/office/drawing/2014/main" id="{C2AA1C66-67C9-2E45-C175-E978C726A145}"/>
              </a:ext>
            </a:extLst>
          </p:cNvPr>
          <p:cNvSpPr txBox="1"/>
          <p:nvPr/>
        </p:nvSpPr>
        <p:spPr>
          <a:xfrm>
            <a:off x="1450067" y="1046389"/>
            <a:ext cx="257731" cy="82474"/>
          </a:xfrm>
          <a:prstGeom prst="rect">
            <a:avLst/>
          </a:prstGeom>
          <a:noFill/>
          <a:ln>
            <a:noFill/>
          </a:ln>
          <a:effectLst/>
        </p:spPr>
        <p:txBody>
          <a:bodyPr vertOverflow="overflow" horzOverflow="overflow" wrap="none" lIns="0" tIns="0" rIns="0" bIns="0" anchor="t" anchorCtr="0">
            <a:noAutofit/>
          </a:bodyPr>
          <a:lstStyle/>
          <a:p>
            <a:pPr algn="ctr"/>
            <a:r>
              <a:rPr lang="en-US" sz="472" i="1" dirty="0">
                <a:solidFill>
                  <a:srgbClr val="1D3043"/>
                </a:solidFill>
                <a:latin typeface="Arial"/>
                <a:ea typeface="Arial"/>
                <a:cs typeface="Arial"/>
              </a:rPr>
              <a:t>M</a:t>
            </a:r>
            <a:r>
              <a:rPr lang="en-US" sz="379" baseline="-25000" dirty="0">
                <a:solidFill>
                  <a:srgbClr val="1D3043"/>
                </a:solidFill>
                <a:latin typeface="Arial"/>
                <a:ea typeface="Arial"/>
                <a:cs typeface="Arial"/>
              </a:rPr>
              <a:t>diff</a:t>
            </a:r>
            <a:endParaRPr lang="en-US" sz="472" dirty="0"/>
          </a:p>
        </p:txBody>
      </p:sp>
      <p:sp>
        <p:nvSpPr>
          <p:cNvPr id="522" name="Text | M">
            <a:extLst>
              <a:ext uri="{FF2B5EF4-FFF2-40B4-BE49-F238E27FC236}">
                <a16:creationId xmlns:a16="http://schemas.microsoft.com/office/drawing/2014/main" id="{88482BFA-BC08-1798-AF22-3A90B41265E1}"/>
              </a:ext>
            </a:extLst>
          </p:cNvPr>
          <p:cNvSpPr txBox="1"/>
          <p:nvPr/>
        </p:nvSpPr>
        <p:spPr>
          <a:xfrm>
            <a:off x="1743107" y="1046389"/>
            <a:ext cx="257731" cy="82474"/>
          </a:xfrm>
          <a:prstGeom prst="rect">
            <a:avLst/>
          </a:prstGeom>
          <a:noFill/>
          <a:ln>
            <a:noFill/>
          </a:ln>
          <a:effectLst/>
        </p:spPr>
        <p:txBody>
          <a:bodyPr vertOverflow="overflow" horzOverflow="overflow" wrap="none" lIns="0" tIns="0" rIns="0" bIns="0" anchor="t" anchorCtr="0">
            <a:noAutofit/>
          </a:bodyPr>
          <a:lstStyle/>
          <a:p>
            <a:pPr algn="ctr"/>
            <a:r>
              <a:rPr lang="en-US" sz="472" i="1" dirty="0">
                <a:solidFill>
                  <a:srgbClr val="1D3043"/>
                </a:solidFill>
                <a:latin typeface="Arial"/>
                <a:ea typeface="Arial"/>
                <a:cs typeface="Arial"/>
              </a:rPr>
              <a:t>M</a:t>
            </a:r>
            <a:r>
              <a:rPr lang="en-US" sz="379" baseline="-25000" dirty="0">
                <a:solidFill>
                  <a:srgbClr val="1D3043"/>
                </a:solidFill>
                <a:latin typeface="Arial"/>
                <a:ea typeface="Arial"/>
                <a:cs typeface="Arial"/>
              </a:rPr>
              <a:t>diff</a:t>
            </a:r>
            <a:r>
              <a:rPr lang="en-US" sz="379" baseline="30000" dirty="0">
                <a:solidFill>
                  <a:srgbClr val="1D3043"/>
                </a:solidFill>
                <a:latin typeface="Arial"/>
                <a:ea typeface="Arial"/>
                <a:cs typeface="Arial"/>
              </a:rPr>
              <a:t>+</a:t>
            </a:r>
            <a:endParaRPr lang="en-US" sz="472" dirty="0"/>
          </a:p>
        </p:txBody>
      </p:sp>
      <p:cxnSp>
        <p:nvCxnSpPr>
          <p:cNvPr id="523" name="path_0515">
            <a:extLst>
              <a:ext uri="{FF2B5EF4-FFF2-40B4-BE49-F238E27FC236}">
                <a16:creationId xmlns:a16="http://schemas.microsoft.com/office/drawing/2014/main" id="{6AA163D0-7A53-71B7-FBA7-521CEF44D305}"/>
              </a:ext>
            </a:extLst>
          </p:cNvPr>
          <p:cNvCxnSpPr/>
          <p:nvPr/>
        </p:nvCxnSpPr>
        <p:spPr>
          <a:xfrm>
            <a:off x="1492624" y="1152381"/>
            <a:ext cx="465656" cy="0"/>
          </a:xfrm>
          <a:prstGeom prst="line">
            <a:avLst/>
          </a:prstGeom>
          <a:noFill/>
          <a:ln w="12700" cap="rnd" cmpd="sng" algn="ctr">
            <a:solidFill>
              <a:srgbClr val="5E7180"/>
            </a:solidFill>
            <a:prstDash val="solid"/>
            <a:round/>
            <a:headEnd type="none" w="med" len="med"/>
            <a:tailEnd type="none" w="med" len="med"/>
          </a:ln>
          <a:effectLst/>
        </p:spPr>
      </p:cxnSp>
      <p:cxnSp>
        <p:nvCxnSpPr>
          <p:cNvPr id="524" name="path_0516">
            <a:extLst>
              <a:ext uri="{FF2B5EF4-FFF2-40B4-BE49-F238E27FC236}">
                <a16:creationId xmlns:a16="http://schemas.microsoft.com/office/drawing/2014/main" id="{9DCFC18D-6480-78BB-FEDF-77E2B5FF5C25}"/>
              </a:ext>
            </a:extLst>
          </p:cNvPr>
          <p:cNvCxnSpPr/>
          <p:nvPr/>
        </p:nvCxnSpPr>
        <p:spPr>
          <a:xfrm>
            <a:off x="1492624" y="1131216"/>
            <a:ext cx="0" cy="21166"/>
          </a:xfrm>
          <a:prstGeom prst="line">
            <a:avLst/>
          </a:prstGeom>
          <a:noFill/>
          <a:ln w="12700" cap="rnd" cmpd="sng" algn="ctr">
            <a:solidFill>
              <a:srgbClr val="5E7180"/>
            </a:solidFill>
            <a:prstDash val="solid"/>
            <a:round/>
            <a:headEnd type="none" w="med" len="med"/>
            <a:tailEnd type="none" w="med" len="med"/>
          </a:ln>
          <a:effectLst/>
        </p:spPr>
      </p:cxnSp>
      <p:cxnSp>
        <p:nvCxnSpPr>
          <p:cNvPr id="525" name="path_0517">
            <a:extLst>
              <a:ext uri="{FF2B5EF4-FFF2-40B4-BE49-F238E27FC236}">
                <a16:creationId xmlns:a16="http://schemas.microsoft.com/office/drawing/2014/main" id="{097630F5-B61A-9B16-3D7D-995DC15581C5}"/>
              </a:ext>
            </a:extLst>
          </p:cNvPr>
          <p:cNvCxnSpPr/>
          <p:nvPr/>
        </p:nvCxnSpPr>
        <p:spPr>
          <a:xfrm>
            <a:off x="1958280" y="1131216"/>
            <a:ext cx="0" cy="21166"/>
          </a:xfrm>
          <a:prstGeom prst="line">
            <a:avLst/>
          </a:prstGeom>
          <a:noFill/>
          <a:ln w="12700" cap="rnd" cmpd="sng" algn="ctr">
            <a:solidFill>
              <a:srgbClr val="5E7180"/>
            </a:solidFill>
            <a:prstDash val="solid"/>
            <a:round/>
            <a:headEnd type="none" w="med" len="med"/>
            <a:tailEnd type="none" w="med" len="med"/>
          </a:ln>
          <a:effectLst/>
        </p:spPr>
      </p:cxnSp>
      <p:sp>
        <p:nvSpPr>
          <p:cNvPr id="526" name="Text | 4 base fields">
            <a:extLst>
              <a:ext uri="{FF2B5EF4-FFF2-40B4-BE49-F238E27FC236}">
                <a16:creationId xmlns:a16="http://schemas.microsoft.com/office/drawing/2014/main" id="{6E1DD808-BAA5-FCC5-390C-3F5C96BBEFFF}"/>
              </a:ext>
            </a:extLst>
          </p:cNvPr>
          <p:cNvSpPr txBox="1"/>
          <p:nvPr/>
        </p:nvSpPr>
        <p:spPr>
          <a:xfrm>
            <a:off x="1457798" y="1172678"/>
            <a:ext cx="535308" cy="90206"/>
          </a:xfrm>
          <a:prstGeom prst="rect">
            <a:avLst/>
          </a:prstGeom>
          <a:noFill/>
          <a:ln>
            <a:noFill/>
          </a:ln>
          <a:effectLst/>
        </p:spPr>
        <p:txBody>
          <a:bodyPr vertOverflow="overflow" horzOverflow="overflow" wrap="none" lIns="0" tIns="0" rIns="0" bIns="0" anchor="t" anchorCtr="0">
            <a:noAutofit/>
          </a:bodyPr>
          <a:lstStyle/>
          <a:p>
            <a:pPr algn="ctr"/>
            <a:r>
              <a:rPr lang="en-US" sz="494" b="1" dirty="0">
                <a:solidFill>
                  <a:srgbClr val="1D3043"/>
                </a:solidFill>
                <a:latin typeface="Arial"/>
                <a:ea typeface="Arial"/>
                <a:cs typeface="Arial"/>
              </a:rPr>
              <a:t>4 base fields</a:t>
            </a:r>
            <a:endParaRPr lang="en-US" sz="494" dirty="0"/>
          </a:p>
        </p:txBody>
      </p:sp>
      <p:grpSp>
        <p:nvGrpSpPr>
          <p:cNvPr id="527" name="a | arrow base fields to normalizations">
            <a:extLst>
              <a:ext uri="{FF2B5EF4-FFF2-40B4-BE49-F238E27FC236}">
                <a16:creationId xmlns:a16="http://schemas.microsoft.com/office/drawing/2014/main" id="{61AE9E96-2403-F446-B94A-84A0ED768170}"/>
              </a:ext>
            </a:extLst>
          </p:cNvPr>
          <p:cNvGrpSpPr/>
          <p:nvPr/>
        </p:nvGrpSpPr>
        <p:grpSpPr>
          <a:xfrm>
            <a:off x="1715492" y="1265268"/>
            <a:ext cx="19920" cy="68202"/>
            <a:chOff x="498548" y="1767330"/>
            <a:chExt cx="27824" cy="95265"/>
          </a:xfrm>
        </p:grpSpPr>
        <p:cxnSp>
          <p:nvCxnSpPr>
            <p:cNvPr id="528" name="Arrow |  →  | path">
              <a:extLst>
                <a:ext uri="{FF2B5EF4-FFF2-40B4-BE49-F238E27FC236}">
                  <a16:creationId xmlns:a16="http://schemas.microsoft.com/office/drawing/2014/main" id="{188A11D9-D9D2-36B6-610D-F88FCD32A986}"/>
                </a:ext>
              </a:extLst>
            </p:cNvPr>
            <p:cNvCxnSpPr/>
            <p:nvPr/>
          </p:nvCxnSpPr>
          <p:spPr>
            <a:xfrm>
              <a:off x="512460" y="1767330"/>
              <a:ext cx="0" cy="95265"/>
            </a:xfrm>
            <a:prstGeom prst="line">
              <a:avLst/>
            </a:prstGeom>
            <a:noFill/>
            <a:ln w="12700" cap="rnd" cmpd="sng" algn="ctr">
              <a:solidFill>
                <a:srgbClr val="5E7180"/>
              </a:solidFill>
              <a:prstDash val="solid"/>
              <a:round/>
              <a:headEnd type="none" w="med" len="med"/>
              <a:tailEnd type="none" w="med" len="med"/>
            </a:ln>
            <a:effectLst/>
          </p:spPr>
        </p:cxnSp>
        <p:sp>
          <p:nvSpPr>
            <p:cNvPr id="529" name="Arrow |  →  | editable arrowhead">
              <a:extLst>
                <a:ext uri="{FF2B5EF4-FFF2-40B4-BE49-F238E27FC236}">
                  <a16:creationId xmlns:a16="http://schemas.microsoft.com/office/drawing/2014/main" id="{FF66609B-F392-6CC3-B418-CD50C6934532}"/>
                </a:ext>
              </a:extLst>
            </p:cNvPr>
            <p:cNvSpPr/>
            <p:nvPr/>
          </p:nvSpPr>
          <p:spPr>
            <a:xfrm>
              <a:off x="498548" y="1830238"/>
              <a:ext cx="27824" cy="32357"/>
            </a:xfrm>
            <a:custGeom>
              <a:avLst/>
              <a:gdLst/>
              <a:ahLst/>
              <a:cxnLst/>
              <a:rect l="0" t="0" r="w" b="h"/>
              <a:pathLst>
                <a:path w="27824" h="32357" stroke="0" extrusionOk="0">
                  <a:moveTo>
                    <a:pt x="13912" y="32357"/>
                  </a:moveTo>
                  <a:lnTo>
                    <a:pt x="0" y="0"/>
                  </a:lnTo>
                  <a:lnTo>
                    <a:pt x="27824" y="0"/>
                  </a:lnTo>
                  <a:close/>
                </a:path>
              </a:pathLst>
            </a:custGeom>
            <a:solidFill>
              <a:srgbClr val="5E7180"/>
            </a:solidFill>
            <a:ln w="1" cap="rnd" cmpd="sng" algn="ctr">
              <a:noFill/>
              <a:prstDash val="solid"/>
              <a:round/>
              <a:headEnd type="none" w="med" len="med"/>
              <a:tailEnd type="none" w="med" len="med"/>
            </a:ln>
            <a:effectLst/>
          </p:spPr>
        </p:sp>
      </p:grpSp>
      <p:sp>
        <p:nvSpPr>
          <p:cNvPr id="530" name="Text | 2 normalizations">
            <a:extLst>
              <a:ext uri="{FF2B5EF4-FFF2-40B4-BE49-F238E27FC236}">
                <a16:creationId xmlns:a16="http://schemas.microsoft.com/office/drawing/2014/main" id="{F45002D7-CA99-717E-7D8F-8ABDF182EEF4}"/>
              </a:ext>
            </a:extLst>
          </p:cNvPr>
          <p:cNvSpPr txBox="1"/>
          <p:nvPr/>
        </p:nvSpPr>
        <p:spPr>
          <a:xfrm>
            <a:off x="1457798" y="1340203"/>
            <a:ext cx="535308" cy="92783"/>
          </a:xfrm>
          <a:prstGeom prst="rect">
            <a:avLst/>
          </a:prstGeom>
          <a:noFill/>
          <a:ln>
            <a:noFill/>
          </a:ln>
          <a:effectLst/>
        </p:spPr>
        <p:txBody>
          <a:bodyPr vertOverflow="overflow" horzOverflow="overflow" wrap="none" lIns="0" tIns="0" rIns="0" bIns="0" anchor="t" anchorCtr="0">
            <a:noAutofit/>
          </a:bodyPr>
          <a:lstStyle/>
          <a:p>
            <a:pPr algn="ctr"/>
            <a:r>
              <a:rPr lang="en-US" sz="487" b="1" dirty="0">
                <a:solidFill>
                  <a:srgbClr val="1D3043"/>
                </a:solidFill>
                <a:latin typeface="Arial"/>
                <a:ea typeface="Arial"/>
                <a:cs typeface="Arial"/>
              </a:rPr>
              <a:t>2 normalizations</a:t>
            </a:r>
            <a:endParaRPr lang="en-US" sz="487" dirty="0"/>
          </a:p>
        </p:txBody>
      </p:sp>
      <p:sp>
        <p:nvSpPr>
          <p:cNvPr id="531" name="Text | Raw">
            <a:extLst>
              <a:ext uri="{FF2B5EF4-FFF2-40B4-BE49-F238E27FC236}">
                <a16:creationId xmlns:a16="http://schemas.microsoft.com/office/drawing/2014/main" id="{35F81D42-1174-5B39-3D4D-71BAD4715825}"/>
              </a:ext>
            </a:extLst>
          </p:cNvPr>
          <p:cNvSpPr txBox="1"/>
          <p:nvPr/>
        </p:nvSpPr>
        <p:spPr>
          <a:xfrm>
            <a:off x="1452644" y="1460049"/>
            <a:ext cx="252577" cy="81185"/>
          </a:xfrm>
          <a:prstGeom prst="rect">
            <a:avLst/>
          </a:prstGeom>
          <a:noFill/>
          <a:ln>
            <a:noFill/>
          </a:ln>
          <a:effectLst/>
        </p:spPr>
        <p:txBody>
          <a:bodyPr vertOverflow="overflow" horzOverflow="overflow" wrap="none" lIns="0" tIns="0" rIns="0" bIns="0" anchor="t" anchorCtr="0">
            <a:noAutofit/>
          </a:bodyPr>
          <a:lstStyle/>
          <a:p>
            <a:pPr algn="ctr"/>
            <a:r>
              <a:rPr lang="en-US" sz="444" dirty="0">
                <a:solidFill>
                  <a:srgbClr val="1D3043"/>
                </a:solidFill>
                <a:latin typeface="Arial"/>
                <a:ea typeface="Arial"/>
                <a:cs typeface="Arial"/>
              </a:rPr>
              <a:t>Raw</a:t>
            </a:r>
            <a:endParaRPr lang="en-US" sz="444" dirty="0"/>
          </a:p>
        </p:txBody>
      </p:sp>
      <p:sp>
        <p:nvSpPr>
          <p:cNvPr id="532" name="Text | Z-score">
            <a:extLst>
              <a:ext uri="{FF2B5EF4-FFF2-40B4-BE49-F238E27FC236}">
                <a16:creationId xmlns:a16="http://schemas.microsoft.com/office/drawing/2014/main" id="{060D6EFC-0BA5-F2FA-E56D-94C0FD781536}"/>
              </a:ext>
            </a:extLst>
          </p:cNvPr>
          <p:cNvSpPr txBox="1"/>
          <p:nvPr/>
        </p:nvSpPr>
        <p:spPr>
          <a:xfrm>
            <a:off x="1745684" y="1460049"/>
            <a:ext cx="252577" cy="81185"/>
          </a:xfrm>
          <a:prstGeom prst="rect">
            <a:avLst/>
          </a:prstGeom>
          <a:noFill/>
          <a:ln>
            <a:noFill/>
          </a:ln>
          <a:effectLst/>
        </p:spPr>
        <p:txBody>
          <a:bodyPr vertOverflow="overflow" horzOverflow="overflow" wrap="none" lIns="0" tIns="0" rIns="0" bIns="0" anchor="t" anchorCtr="0">
            <a:noAutofit/>
          </a:bodyPr>
          <a:lstStyle/>
          <a:p>
            <a:pPr algn="ctr"/>
            <a:r>
              <a:rPr lang="en-US" sz="444" dirty="0">
                <a:solidFill>
                  <a:srgbClr val="1D3043"/>
                </a:solidFill>
                <a:latin typeface="Arial"/>
                <a:ea typeface="Arial"/>
                <a:cs typeface="Arial"/>
              </a:rPr>
              <a:t>Z-score</a:t>
            </a:r>
            <a:endParaRPr lang="en-US" sz="444" dirty="0"/>
          </a:p>
        </p:txBody>
      </p:sp>
      <p:grpSp>
        <p:nvGrpSpPr>
          <p:cNvPr id="789" name="a | arrow normalizations to views">
            <a:extLst>
              <a:ext uri="{FF2B5EF4-FFF2-40B4-BE49-F238E27FC236}">
                <a16:creationId xmlns:a16="http://schemas.microsoft.com/office/drawing/2014/main" id="{0E876B68-7B35-C413-15D2-550D640792EE}"/>
              </a:ext>
            </a:extLst>
          </p:cNvPr>
          <p:cNvGrpSpPr/>
          <p:nvPr/>
        </p:nvGrpSpPr>
        <p:grpSpPr>
          <a:xfrm>
            <a:off x="1715492" y="1768553"/>
            <a:ext cx="19920" cy="79961"/>
            <a:chOff x="498548" y="2470320"/>
            <a:chExt cx="27824" cy="111690"/>
          </a:xfrm>
        </p:grpSpPr>
        <p:cxnSp>
          <p:nvCxnSpPr>
            <p:cNvPr id="790" name="Arrow |  →  | path">
              <a:extLst>
                <a:ext uri="{FF2B5EF4-FFF2-40B4-BE49-F238E27FC236}">
                  <a16:creationId xmlns:a16="http://schemas.microsoft.com/office/drawing/2014/main" id="{9E4AEDA3-7DFA-97E9-20C7-432FCC25A49A}"/>
                </a:ext>
              </a:extLst>
            </p:cNvPr>
            <p:cNvCxnSpPr/>
            <p:nvPr/>
          </p:nvCxnSpPr>
          <p:spPr>
            <a:xfrm>
              <a:off x="512460" y="2470320"/>
              <a:ext cx="0" cy="111690"/>
            </a:xfrm>
            <a:prstGeom prst="line">
              <a:avLst/>
            </a:prstGeom>
            <a:noFill/>
            <a:ln w="12700" cap="rnd" cmpd="sng" algn="ctr">
              <a:solidFill>
                <a:srgbClr val="5E7180"/>
              </a:solidFill>
              <a:prstDash val="solid"/>
              <a:round/>
              <a:headEnd type="none" w="med" len="med"/>
              <a:tailEnd type="none" w="med" len="med"/>
            </a:ln>
            <a:effectLst/>
          </p:spPr>
        </p:cxnSp>
        <p:sp>
          <p:nvSpPr>
            <p:cNvPr id="791" name="Arrow |  →  | editable arrowhead">
              <a:extLst>
                <a:ext uri="{FF2B5EF4-FFF2-40B4-BE49-F238E27FC236}">
                  <a16:creationId xmlns:a16="http://schemas.microsoft.com/office/drawing/2014/main" id="{FBFFAD76-77BC-96E9-BBC2-166B54B4DAF1}"/>
                </a:ext>
              </a:extLst>
            </p:cNvPr>
            <p:cNvSpPr/>
            <p:nvPr/>
          </p:nvSpPr>
          <p:spPr>
            <a:xfrm>
              <a:off x="498548" y="2549653"/>
              <a:ext cx="27824" cy="32357"/>
            </a:xfrm>
            <a:custGeom>
              <a:avLst/>
              <a:gdLst/>
              <a:ahLst/>
              <a:cxnLst/>
              <a:rect l="0" t="0" r="w" b="h"/>
              <a:pathLst>
                <a:path w="27824" h="32357" stroke="0" extrusionOk="0">
                  <a:moveTo>
                    <a:pt x="13912" y="32357"/>
                  </a:moveTo>
                  <a:lnTo>
                    <a:pt x="0" y="0"/>
                  </a:lnTo>
                  <a:lnTo>
                    <a:pt x="27824" y="0"/>
                  </a:lnTo>
                  <a:close/>
                </a:path>
              </a:pathLst>
            </a:custGeom>
            <a:solidFill>
              <a:srgbClr val="5E7180"/>
            </a:solidFill>
            <a:ln w="1" cap="rnd" cmpd="sng" algn="ctr">
              <a:noFill/>
              <a:prstDash val="solid"/>
              <a:round/>
              <a:headEnd type="none" w="med" len="med"/>
              <a:tailEnd type="none" w="med" len="med"/>
            </a:ln>
            <a:effectLst/>
          </p:spPr>
        </p:sp>
      </p:grpSp>
      <p:sp>
        <p:nvSpPr>
          <p:cNvPr id="792" name="Text | 7 spatial views">
            <a:extLst>
              <a:ext uri="{FF2B5EF4-FFF2-40B4-BE49-F238E27FC236}">
                <a16:creationId xmlns:a16="http://schemas.microsoft.com/office/drawing/2014/main" id="{9CACC4C8-CEDA-FA41-A42E-E7B176184B28}"/>
              </a:ext>
            </a:extLst>
          </p:cNvPr>
          <p:cNvSpPr txBox="1"/>
          <p:nvPr/>
        </p:nvSpPr>
        <p:spPr>
          <a:xfrm>
            <a:off x="1457798" y="1876285"/>
            <a:ext cx="535308" cy="92783"/>
          </a:xfrm>
          <a:prstGeom prst="rect">
            <a:avLst/>
          </a:prstGeom>
          <a:noFill/>
          <a:ln>
            <a:noFill/>
          </a:ln>
          <a:effectLst/>
        </p:spPr>
        <p:txBody>
          <a:bodyPr vertOverflow="overflow" horzOverflow="overflow" wrap="none" lIns="0" tIns="0" rIns="0" bIns="0" anchor="t" anchorCtr="0">
            <a:noAutofit/>
          </a:bodyPr>
          <a:lstStyle/>
          <a:p>
            <a:pPr algn="ctr"/>
            <a:r>
              <a:rPr lang="en-US" sz="487" b="1" dirty="0">
                <a:solidFill>
                  <a:srgbClr val="1D3043"/>
                </a:solidFill>
                <a:latin typeface="Arial"/>
                <a:ea typeface="Arial"/>
                <a:cs typeface="Arial"/>
              </a:rPr>
              <a:t>7 spatial views</a:t>
            </a:r>
            <a:endParaRPr lang="en-US" sz="487" dirty="0"/>
          </a:p>
        </p:txBody>
      </p:sp>
      <p:sp>
        <p:nvSpPr>
          <p:cNvPr id="920" name="Text | Identity">
            <a:extLst>
              <a:ext uri="{FF2B5EF4-FFF2-40B4-BE49-F238E27FC236}">
                <a16:creationId xmlns:a16="http://schemas.microsoft.com/office/drawing/2014/main" id="{4CF90C3D-408D-FA7A-FF42-52E8BB2F8D09}"/>
              </a:ext>
            </a:extLst>
          </p:cNvPr>
          <p:cNvSpPr txBox="1"/>
          <p:nvPr/>
        </p:nvSpPr>
        <p:spPr>
          <a:xfrm>
            <a:off x="1452644" y="2201026"/>
            <a:ext cx="252577" cy="77319"/>
          </a:xfrm>
          <a:prstGeom prst="rect">
            <a:avLst/>
          </a:prstGeom>
          <a:noFill/>
          <a:ln>
            <a:noFill/>
          </a:ln>
          <a:effectLst/>
        </p:spPr>
        <p:txBody>
          <a:bodyPr vertOverflow="overflow" horzOverflow="overflow" wrap="none" lIns="0" tIns="0" rIns="0" bIns="0" anchor="t" anchorCtr="0">
            <a:noAutofit/>
          </a:bodyPr>
          <a:lstStyle/>
          <a:p>
            <a:pPr algn="ctr"/>
            <a:r>
              <a:rPr lang="en-US" sz="419" dirty="0">
                <a:solidFill>
                  <a:srgbClr val="1D3043"/>
                </a:solidFill>
                <a:latin typeface="Arial"/>
                <a:ea typeface="Arial"/>
                <a:cs typeface="Arial"/>
              </a:rPr>
              <a:t>Identity</a:t>
            </a:r>
            <a:endParaRPr lang="en-US" sz="419" dirty="0"/>
          </a:p>
        </p:txBody>
      </p:sp>
      <p:sp>
        <p:nvSpPr>
          <p:cNvPr id="1049" name="Text | Gaussian ×2">
            <a:extLst>
              <a:ext uri="{FF2B5EF4-FFF2-40B4-BE49-F238E27FC236}">
                <a16:creationId xmlns:a16="http://schemas.microsoft.com/office/drawing/2014/main" id="{CBA9376D-9AC3-A6DB-B668-01C5F03A4DA6}"/>
              </a:ext>
            </a:extLst>
          </p:cNvPr>
          <p:cNvSpPr txBox="1"/>
          <p:nvPr/>
        </p:nvSpPr>
        <p:spPr>
          <a:xfrm>
            <a:off x="1732798" y="2201026"/>
            <a:ext cx="278350" cy="77319"/>
          </a:xfrm>
          <a:prstGeom prst="rect">
            <a:avLst/>
          </a:prstGeom>
          <a:noFill/>
          <a:ln>
            <a:noFill/>
          </a:ln>
          <a:effectLst/>
        </p:spPr>
        <p:txBody>
          <a:bodyPr vertOverflow="overflow" horzOverflow="overflow" wrap="none" lIns="0" tIns="0" rIns="0" bIns="0" anchor="t" anchorCtr="0">
            <a:noAutofit/>
          </a:bodyPr>
          <a:lstStyle/>
          <a:p>
            <a:pPr algn="ctr"/>
            <a:r>
              <a:rPr lang="en-US" sz="404" dirty="0">
                <a:solidFill>
                  <a:srgbClr val="1D3043"/>
                </a:solidFill>
                <a:latin typeface="Arial"/>
                <a:ea typeface="Arial"/>
                <a:cs typeface="Arial"/>
              </a:rPr>
              <a:t>Gaussian ×2</a:t>
            </a:r>
            <a:endParaRPr lang="en-US" sz="404" dirty="0"/>
          </a:p>
        </p:txBody>
      </p:sp>
      <p:sp>
        <p:nvSpPr>
          <p:cNvPr id="1178" name="Text | DoG ×2">
            <a:extLst>
              <a:ext uri="{FF2B5EF4-FFF2-40B4-BE49-F238E27FC236}">
                <a16:creationId xmlns:a16="http://schemas.microsoft.com/office/drawing/2014/main" id="{E041E63F-2E60-D963-D747-A63D5183AB56}"/>
              </a:ext>
            </a:extLst>
          </p:cNvPr>
          <p:cNvSpPr txBox="1"/>
          <p:nvPr/>
        </p:nvSpPr>
        <p:spPr>
          <a:xfrm>
            <a:off x="1452644" y="2487108"/>
            <a:ext cx="252577" cy="77319"/>
          </a:xfrm>
          <a:prstGeom prst="rect">
            <a:avLst/>
          </a:prstGeom>
          <a:noFill/>
          <a:ln>
            <a:noFill/>
          </a:ln>
          <a:effectLst/>
        </p:spPr>
        <p:txBody>
          <a:bodyPr vertOverflow="overflow" horzOverflow="overflow" wrap="none" lIns="0" tIns="0" rIns="0" bIns="0" anchor="t" anchorCtr="0">
            <a:noAutofit/>
          </a:bodyPr>
          <a:lstStyle/>
          <a:p>
            <a:pPr algn="ctr"/>
            <a:r>
              <a:rPr lang="en-US" sz="419" dirty="0">
                <a:solidFill>
                  <a:srgbClr val="1D3043"/>
                </a:solidFill>
                <a:latin typeface="Arial"/>
                <a:ea typeface="Arial"/>
                <a:cs typeface="Arial"/>
              </a:rPr>
              <a:t>DoG ×2</a:t>
            </a:r>
            <a:endParaRPr lang="en-US" sz="419" dirty="0"/>
          </a:p>
        </p:txBody>
      </p:sp>
      <p:sp>
        <p:nvSpPr>
          <p:cNvPr id="1307" name="Text | Receptor / suppression / ×2">
            <a:extLst>
              <a:ext uri="{FF2B5EF4-FFF2-40B4-BE49-F238E27FC236}">
                <a16:creationId xmlns:a16="http://schemas.microsoft.com/office/drawing/2014/main" id="{B3D6339D-238B-536A-9B9D-9A4C6F579B66}"/>
              </a:ext>
            </a:extLst>
          </p:cNvPr>
          <p:cNvSpPr txBox="1"/>
          <p:nvPr/>
        </p:nvSpPr>
        <p:spPr>
          <a:xfrm>
            <a:off x="1732798" y="2484531"/>
            <a:ext cx="278350" cy="185567"/>
          </a:xfrm>
          <a:prstGeom prst="rect">
            <a:avLst/>
          </a:prstGeom>
          <a:noFill/>
          <a:ln>
            <a:noFill/>
          </a:ln>
          <a:effectLst/>
        </p:spPr>
        <p:txBody>
          <a:bodyPr vertOverflow="overflow" horzOverflow="overflow" wrap="none" lIns="0" tIns="0" rIns="0" bIns="0" anchor="t" anchorCtr="0">
            <a:noAutofit/>
          </a:bodyPr>
          <a:lstStyle/>
          <a:p>
            <a:pPr algn="ctr"/>
            <a:r>
              <a:rPr lang="en-US" sz="397" dirty="0">
                <a:solidFill>
                  <a:srgbClr val="1D3043"/>
                </a:solidFill>
                <a:latin typeface="Arial"/>
                <a:ea typeface="Arial"/>
                <a:cs typeface="Arial"/>
              </a:rPr>
              <a:t>Receptor</a:t>
            </a:r>
            <a:endParaRPr lang="en-US" sz="397" dirty="0"/>
          </a:p>
          <a:p>
            <a:pPr algn="ctr"/>
            <a:r>
              <a:rPr lang="en-US" sz="397" dirty="0">
                <a:solidFill>
                  <a:srgbClr val="1D3043"/>
                </a:solidFill>
                <a:latin typeface="Arial"/>
                <a:ea typeface="Arial"/>
                <a:cs typeface="Arial"/>
              </a:rPr>
              <a:t>suppression</a:t>
            </a:r>
            <a:endParaRPr lang="en-US" sz="397" dirty="0"/>
          </a:p>
          <a:p>
            <a:pPr algn="ctr"/>
            <a:r>
              <a:rPr lang="en-US" sz="397" dirty="0">
                <a:solidFill>
                  <a:srgbClr val="1D3043"/>
                </a:solidFill>
                <a:latin typeface="Arial"/>
                <a:ea typeface="Arial"/>
                <a:cs typeface="Arial"/>
              </a:rPr>
              <a:t>×2</a:t>
            </a:r>
            <a:endParaRPr lang="en-US" sz="397" dirty="0"/>
          </a:p>
        </p:txBody>
      </p:sp>
      <p:grpSp>
        <p:nvGrpSpPr>
          <p:cNvPr id="1311" name="a | arrow views to 56 channels">
            <a:extLst>
              <a:ext uri="{FF2B5EF4-FFF2-40B4-BE49-F238E27FC236}">
                <a16:creationId xmlns:a16="http://schemas.microsoft.com/office/drawing/2014/main" id="{C5705F5C-F4DC-8A76-5B12-D2B4D760009F}"/>
              </a:ext>
            </a:extLst>
          </p:cNvPr>
          <p:cNvGrpSpPr/>
          <p:nvPr/>
        </p:nvGrpSpPr>
        <p:grpSpPr>
          <a:xfrm>
            <a:off x="1715530" y="2680407"/>
            <a:ext cx="19845" cy="69587"/>
            <a:chOff x="498548" y="3682485"/>
            <a:chExt cx="27824" cy="101835"/>
          </a:xfrm>
        </p:grpSpPr>
        <p:cxnSp>
          <p:nvCxnSpPr>
            <p:cNvPr id="1312" name="Arrow |  →  | path">
              <a:extLst>
                <a:ext uri="{FF2B5EF4-FFF2-40B4-BE49-F238E27FC236}">
                  <a16:creationId xmlns:a16="http://schemas.microsoft.com/office/drawing/2014/main" id="{ADDDDEAB-73DA-6868-EEC6-9B0586A114A7}"/>
                </a:ext>
              </a:extLst>
            </p:cNvPr>
            <p:cNvCxnSpPr/>
            <p:nvPr/>
          </p:nvCxnSpPr>
          <p:spPr>
            <a:xfrm>
              <a:off x="512460" y="3682485"/>
              <a:ext cx="0" cy="101835"/>
            </a:xfrm>
            <a:prstGeom prst="line">
              <a:avLst/>
            </a:prstGeom>
            <a:noFill/>
            <a:ln w="12700" cap="rnd" cmpd="sng" algn="ctr">
              <a:solidFill>
                <a:srgbClr val="5E7180"/>
              </a:solidFill>
              <a:prstDash val="solid"/>
              <a:round/>
              <a:headEnd type="none" w="med" len="med"/>
              <a:tailEnd type="none" w="med" len="med"/>
            </a:ln>
            <a:effectLst/>
          </p:spPr>
        </p:cxnSp>
        <p:sp>
          <p:nvSpPr>
            <p:cNvPr id="1313" name="Arrow |  →  | editable arrowhead">
              <a:extLst>
                <a:ext uri="{FF2B5EF4-FFF2-40B4-BE49-F238E27FC236}">
                  <a16:creationId xmlns:a16="http://schemas.microsoft.com/office/drawing/2014/main" id="{23595742-7C99-0ED3-1853-7B7756CB35D8}"/>
                </a:ext>
              </a:extLst>
            </p:cNvPr>
            <p:cNvSpPr/>
            <p:nvPr/>
          </p:nvSpPr>
          <p:spPr>
            <a:xfrm>
              <a:off x="498548" y="3751963"/>
              <a:ext cx="27824" cy="32357"/>
            </a:xfrm>
            <a:custGeom>
              <a:avLst/>
              <a:gdLst/>
              <a:ahLst/>
              <a:cxnLst/>
              <a:rect l="0" t="0" r="w" b="h"/>
              <a:pathLst>
                <a:path w="27824" h="32357" stroke="0" extrusionOk="0">
                  <a:moveTo>
                    <a:pt x="13912" y="32357"/>
                  </a:moveTo>
                  <a:lnTo>
                    <a:pt x="0" y="0"/>
                  </a:lnTo>
                  <a:lnTo>
                    <a:pt x="27824" y="0"/>
                  </a:lnTo>
                  <a:close/>
                </a:path>
              </a:pathLst>
            </a:custGeom>
            <a:solidFill>
              <a:srgbClr val="5E7180"/>
            </a:solidFill>
            <a:ln w="1" cap="rnd" cmpd="sng" algn="ctr">
              <a:noFill/>
              <a:prstDash val="solid"/>
              <a:round/>
              <a:headEnd type="none" w="med" len="med"/>
              <a:tailEnd type="none" w="med" len="med"/>
            </a:ln>
            <a:effectLst/>
          </p:spPr>
        </p:sp>
      </p:grpSp>
      <p:sp>
        <p:nvSpPr>
          <p:cNvPr id="1447" name="Text | 56 channels">
            <a:extLst>
              <a:ext uri="{FF2B5EF4-FFF2-40B4-BE49-F238E27FC236}">
                <a16:creationId xmlns:a16="http://schemas.microsoft.com/office/drawing/2014/main" id="{CF02798D-6728-6449-C2E4-27C9D89864D2}"/>
              </a:ext>
            </a:extLst>
          </p:cNvPr>
          <p:cNvSpPr txBox="1"/>
          <p:nvPr/>
        </p:nvSpPr>
        <p:spPr>
          <a:xfrm>
            <a:off x="1457798" y="3036076"/>
            <a:ext cx="535308" cy="103093"/>
          </a:xfrm>
          <a:prstGeom prst="rect">
            <a:avLst/>
          </a:prstGeom>
          <a:noFill/>
          <a:ln>
            <a:noFill/>
          </a:ln>
          <a:effectLst/>
        </p:spPr>
        <p:txBody>
          <a:bodyPr vertOverflow="overflow" horzOverflow="overflow" wrap="none" lIns="0" tIns="0" rIns="0" bIns="0" anchor="t" anchorCtr="0">
            <a:noAutofit/>
          </a:bodyPr>
          <a:lstStyle/>
          <a:p>
            <a:pPr algn="ctr"/>
            <a:r>
              <a:rPr lang="en-US" sz="537" b="1" dirty="0">
                <a:solidFill>
                  <a:srgbClr val="367FB7"/>
                </a:solidFill>
                <a:latin typeface="Arial"/>
                <a:ea typeface="Arial"/>
                <a:cs typeface="Arial"/>
              </a:rPr>
              <a:t>56 channels</a:t>
            </a:r>
            <a:endParaRPr lang="en-US" sz="537" dirty="0"/>
          </a:p>
        </p:txBody>
      </p:sp>
      <p:sp>
        <p:nvSpPr>
          <p:cNvPr id="1448" name="Text | 4 × 2 × 7">
            <a:extLst>
              <a:ext uri="{FF2B5EF4-FFF2-40B4-BE49-F238E27FC236}">
                <a16:creationId xmlns:a16="http://schemas.microsoft.com/office/drawing/2014/main" id="{156B1D4A-8DB0-20F7-EDCD-8890324F3DE6}"/>
              </a:ext>
            </a:extLst>
          </p:cNvPr>
          <p:cNvSpPr txBox="1"/>
          <p:nvPr/>
        </p:nvSpPr>
        <p:spPr>
          <a:xfrm>
            <a:off x="1457798" y="3144323"/>
            <a:ext cx="535308" cy="82474"/>
          </a:xfrm>
          <a:prstGeom prst="rect">
            <a:avLst/>
          </a:prstGeom>
          <a:noFill/>
          <a:ln>
            <a:noFill/>
          </a:ln>
          <a:effectLst/>
        </p:spPr>
        <p:txBody>
          <a:bodyPr vertOverflow="overflow" horzOverflow="overflow" wrap="none" lIns="0" tIns="0" rIns="0" bIns="0" anchor="t" anchorCtr="0">
            <a:noAutofit/>
          </a:bodyPr>
          <a:lstStyle/>
          <a:p>
            <a:pPr algn="ctr"/>
            <a:r>
              <a:rPr lang="en-US" sz="451" dirty="0">
                <a:solidFill>
                  <a:srgbClr val="1D3043"/>
                </a:solidFill>
                <a:latin typeface="Arial"/>
                <a:ea typeface="Arial"/>
                <a:cs typeface="Arial"/>
              </a:rPr>
              <a:t>4 × 2 × 7</a:t>
            </a:r>
            <a:endParaRPr lang="en-US" sz="451" dirty="0"/>
          </a:p>
        </p:txBody>
      </p:sp>
      <p:cxnSp>
        <p:nvCxnSpPr>
          <p:cNvPr id="1449" name="path_1422">
            <a:extLst>
              <a:ext uri="{FF2B5EF4-FFF2-40B4-BE49-F238E27FC236}">
                <a16:creationId xmlns:a16="http://schemas.microsoft.com/office/drawing/2014/main" id="{DF35BDDB-DB2C-A3BC-D1B5-695D2D22D57B}"/>
              </a:ext>
            </a:extLst>
          </p:cNvPr>
          <p:cNvCxnSpPr/>
          <p:nvPr/>
        </p:nvCxnSpPr>
        <p:spPr>
          <a:xfrm>
            <a:off x="1454996" y="3276056"/>
            <a:ext cx="543266" cy="0"/>
          </a:xfrm>
          <a:prstGeom prst="line">
            <a:avLst/>
          </a:prstGeom>
          <a:noFill/>
          <a:ln w="12700" cap="rnd" cmpd="sng" algn="ctr">
            <a:solidFill>
              <a:srgbClr val="C5D4DE"/>
            </a:solidFill>
            <a:prstDash val="solid"/>
            <a:round/>
            <a:headEnd type="none" w="med" len="med"/>
            <a:tailEnd type="none" w="med" len="med"/>
          </a:ln>
          <a:effectLst/>
        </p:spPr>
      </p:cxnSp>
      <p:sp>
        <p:nvSpPr>
          <p:cNvPr id="1450" name="Text | Receptor atoms">
            <a:extLst>
              <a:ext uri="{FF2B5EF4-FFF2-40B4-BE49-F238E27FC236}">
                <a16:creationId xmlns:a16="http://schemas.microsoft.com/office/drawing/2014/main" id="{3012C806-F969-DD69-0AA9-CFC8FCBAA08B}"/>
              </a:ext>
            </a:extLst>
          </p:cNvPr>
          <p:cNvSpPr txBox="1"/>
          <p:nvPr/>
        </p:nvSpPr>
        <p:spPr>
          <a:xfrm>
            <a:off x="1457798" y="3293808"/>
            <a:ext cx="535308" cy="92783"/>
          </a:xfrm>
          <a:prstGeom prst="rect">
            <a:avLst/>
          </a:prstGeom>
          <a:noFill/>
          <a:ln>
            <a:noFill/>
          </a:ln>
          <a:effectLst/>
        </p:spPr>
        <p:txBody>
          <a:bodyPr vertOverflow="overflow" horzOverflow="overflow" wrap="none" lIns="0" tIns="0" rIns="0" bIns="0" anchor="t" anchorCtr="0">
            <a:noAutofit/>
          </a:bodyPr>
          <a:lstStyle/>
          <a:p>
            <a:pPr algn="ctr"/>
            <a:r>
              <a:rPr lang="en-US" sz="487" b="1" dirty="0">
                <a:solidFill>
                  <a:srgbClr val="1D3043"/>
                </a:solidFill>
                <a:latin typeface="Arial"/>
                <a:ea typeface="Arial"/>
                <a:cs typeface="Arial"/>
              </a:rPr>
              <a:t>Receptor atoms</a:t>
            </a:r>
            <a:endParaRPr lang="en-US" sz="487" dirty="0"/>
          </a:p>
        </p:txBody>
      </p:sp>
      <p:grpSp>
        <p:nvGrpSpPr>
          <p:cNvPr id="1563" name="Arrow |  → ">
            <a:extLst>
              <a:ext uri="{FF2B5EF4-FFF2-40B4-BE49-F238E27FC236}">
                <a16:creationId xmlns:a16="http://schemas.microsoft.com/office/drawing/2014/main" id="{9D32BCF9-CDAD-4F14-E805-5BF05C87B75E}"/>
              </a:ext>
            </a:extLst>
          </p:cNvPr>
          <p:cNvGrpSpPr/>
          <p:nvPr/>
        </p:nvGrpSpPr>
        <p:grpSpPr>
          <a:xfrm>
            <a:off x="1701935" y="3517892"/>
            <a:ext cx="54091" cy="19614"/>
            <a:chOff x="479610" y="4913802"/>
            <a:chExt cx="75555" cy="27397"/>
          </a:xfrm>
        </p:grpSpPr>
        <p:cxnSp>
          <p:nvCxnSpPr>
            <p:cNvPr id="1564" name="Arrow |  →  | path">
              <a:extLst>
                <a:ext uri="{FF2B5EF4-FFF2-40B4-BE49-F238E27FC236}">
                  <a16:creationId xmlns:a16="http://schemas.microsoft.com/office/drawing/2014/main" id="{27CD0504-04EF-454E-031B-ABA5839835A1}"/>
                </a:ext>
              </a:extLst>
            </p:cNvPr>
            <p:cNvCxnSpPr/>
            <p:nvPr/>
          </p:nvCxnSpPr>
          <p:spPr>
            <a:xfrm>
              <a:off x="479610" y="4927500"/>
              <a:ext cx="75555" cy="0"/>
            </a:xfrm>
            <a:prstGeom prst="line">
              <a:avLst/>
            </a:prstGeom>
            <a:noFill/>
            <a:ln w="12700" cap="rnd" cmpd="sng" algn="ctr">
              <a:solidFill>
                <a:srgbClr val="5E7180"/>
              </a:solidFill>
              <a:prstDash val="solid"/>
              <a:round/>
              <a:headEnd type="none" w="med" len="med"/>
              <a:tailEnd type="none" w="med" len="med"/>
            </a:ln>
            <a:effectLst/>
          </p:spPr>
        </p:cxnSp>
        <p:sp>
          <p:nvSpPr>
            <p:cNvPr id="1565" name="Arrow |  →  | editable arrowhead">
              <a:extLst>
                <a:ext uri="{FF2B5EF4-FFF2-40B4-BE49-F238E27FC236}">
                  <a16:creationId xmlns:a16="http://schemas.microsoft.com/office/drawing/2014/main" id="{56799B41-3C01-B562-7A87-7CB673F9B335}"/>
                </a:ext>
              </a:extLst>
            </p:cNvPr>
            <p:cNvSpPr/>
            <p:nvPr/>
          </p:nvSpPr>
          <p:spPr>
            <a:xfrm>
              <a:off x="523301" y="4913802"/>
              <a:ext cx="31864" cy="27397"/>
            </a:xfrm>
            <a:custGeom>
              <a:avLst/>
              <a:gdLst/>
              <a:ahLst/>
              <a:cxnLst/>
              <a:rect l="0" t="0" r="w" b="h"/>
              <a:pathLst>
                <a:path w="31864" h="27397" stroke="0" extrusionOk="0">
                  <a:moveTo>
                    <a:pt x="31864" y="13698"/>
                  </a:moveTo>
                  <a:lnTo>
                    <a:pt x="0" y="27397"/>
                  </a:lnTo>
                  <a:lnTo>
                    <a:pt x="0" y="0"/>
                  </a:lnTo>
                  <a:close/>
                </a:path>
              </a:pathLst>
            </a:custGeom>
            <a:solidFill>
              <a:srgbClr val="5E7180"/>
            </a:solidFill>
            <a:ln w="13970" cap="rnd" cmpd="sng" algn="ctr">
              <a:noFill/>
              <a:prstDash val="solid"/>
              <a:round/>
              <a:headEnd type="none" w="med" len="med"/>
              <a:tailEnd type="none" w="med" len="med"/>
            </a:ln>
            <a:effectLst/>
          </p:spPr>
        </p:sp>
      </p:grpSp>
      <p:sp>
        <p:nvSpPr>
          <p:cNvPr id="1573" name="Text | 50 features / atom">
            <a:extLst>
              <a:ext uri="{FF2B5EF4-FFF2-40B4-BE49-F238E27FC236}">
                <a16:creationId xmlns:a16="http://schemas.microsoft.com/office/drawing/2014/main" id="{491D36E3-62AA-D084-D092-6749288688EC}"/>
              </a:ext>
            </a:extLst>
          </p:cNvPr>
          <p:cNvSpPr txBox="1"/>
          <p:nvPr/>
        </p:nvSpPr>
        <p:spPr>
          <a:xfrm>
            <a:off x="1444912" y="3659786"/>
            <a:ext cx="561081" cy="92783"/>
          </a:xfrm>
          <a:prstGeom prst="rect">
            <a:avLst/>
          </a:prstGeom>
          <a:noFill/>
          <a:ln>
            <a:noFill/>
          </a:ln>
          <a:effectLst/>
        </p:spPr>
        <p:txBody>
          <a:bodyPr vertOverflow="overflow" horzOverflow="overflow" wrap="none" lIns="0" tIns="0" rIns="0" bIns="0" anchor="t" anchorCtr="0">
            <a:noAutofit/>
          </a:bodyPr>
          <a:lstStyle/>
          <a:p>
            <a:pPr algn="ctr"/>
            <a:r>
              <a:rPr lang="en-US" sz="444" b="1" dirty="0">
                <a:solidFill>
                  <a:srgbClr val="1D3043"/>
                </a:solidFill>
                <a:latin typeface="Arial"/>
                <a:ea typeface="Arial"/>
                <a:cs typeface="Arial"/>
              </a:rPr>
              <a:t>50 features / atom</a:t>
            </a:r>
            <a:endParaRPr lang="en-US" sz="444" dirty="0"/>
          </a:p>
        </p:txBody>
      </p:sp>
      <p:grpSp>
        <p:nvGrpSpPr>
          <p:cNvPr id="2467" name="c | V2 paired encoders with scoring at the foot">
            <a:extLst>
              <a:ext uri="{FF2B5EF4-FFF2-40B4-BE49-F238E27FC236}">
                <a16:creationId xmlns:a16="http://schemas.microsoft.com/office/drawing/2014/main" id="{63234CE7-2E6D-963B-BC3A-B1F387A3C5C9}"/>
              </a:ext>
            </a:extLst>
          </p:cNvPr>
          <p:cNvGrpSpPr/>
          <p:nvPr/>
        </p:nvGrpSpPr>
        <p:grpSpPr>
          <a:xfrm>
            <a:off x="2045297" y="1702703"/>
            <a:ext cx="3029118" cy="2118971"/>
            <a:chOff x="959220" y="2378340"/>
            <a:chExt cx="4231080" cy="2959785"/>
          </a:xfrm>
        </p:grpSpPr>
        <p:sp>
          <p:nvSpPr>
            <p:cNvPr id="2468" name="c | panel background">
              <a:extLst>
                <a:ext uri="{FF2B5EF4-FFF2-40B4-BE49-F238E27FC236}">
                  <a16:creationId xmlns:a16="http://schemas.microsoft.com/office/drawing/2014/main" id="{C1DEE7AE-CC1B-02C6-4B90-8401ABFF22BF}"/>
                </a:ext>
              </a:extLst>
            </p:cNvPr>
            <p:cNvSpPr/>
            <p:nvPr/>
          </p:nvSpPr>
          <p:spPr>
            <a:xfrm>
              <a:off x="1051200" y="2378340"/>
              <a:ext cx="4139100" cy="2959785"/>
            </a:xfrm>
            <a:prstGeom prst="roundRect">
              <a:avLst>
                <a:gd name="adj" fmla="val 1332"/>
              </a:avLst>
            </a:prstGeom>
            <a:solidFill>
              <a:srgbClr val="F5FBF8"/>
            </a:solidFill>
            <a:ln w="6480" cap="rnd" cmpd="sng" algn="ctr">
              <a:solidFill>
                <a:srgbClr val="BFDCCE"/>
              </a:solidFill>
              <a:prstDash val="solid"/>
              <a:round/>
              <a:headEnd type="none" w="med" len="med"/>
              <a:tailEnd type="none" w="med" len="med"/>
            </a:ln>
            <a:effectLst/>
          </p:spPr>
          <p:txBody>
            <a:bodyPr/>
            <a:lstStyle/>
            <a:p>
              <a:endParaRPr lang="zh-CN" altLang="en-US" sz="1289" dirty="0"/>
            </a:p>
          </p:txBody>
        </p:sp>
        <p:sp>
          <p:nvSpPr>
            <p:cNvPr id="2469" name="Text | c">
              <a:extLst>
                <a:ext uri="{FF2B5EF4-FFF2-40B4-BE49-F238E27FC236}">
                  <a16:creationId xmlns:a16="http://schemas.microsoft.com/office/drawing/2014/main" id="{33BBB33C-9B35-8349-A821-7EF01D1D2317}"/>
                </a:ext>
              </a:extLst>
            </p:cNvPr>
            <p:cNvSpPr txBox="1"/>
            <p:nvPr/>
          </p:nvSpPr>
          <p:spPr>
            <a:xfrm>
              <a:off x="1123470" y="2384910"/>
              <a:ext cx="126981" cy="191253"/>
            </a:xfrm>
            <a:prstGeom prst="rect">
              <a:avLst/>
            </a:prstGeom>
            <a:noFill/>
            <a:ln>
              <a:noFill/>
            </a:ln>
            <a:effectLst/>
          </p:spPr>
          <p:txBody>
            <a:bodyPr vertOverflow="overflow" horzOverflow="overflow" wrap="none" lIns="0" tIns="0" rIns="0" bIns="0" anchor="t" anchorCtr="0">
              <a:noAutofit/>
            </a:bodyPr>
            <a:lstStyle/>
            <a:p>
              <a:r>
                <a:rPr lang="en-US" sz="760" b="1" dirty="0">
                  <a:solidFill>
                    <a:srgbClr val="1D3043"/>
                  </a:solidFill>
                  <a:latin typeface="Arial"/>
                  <a:ea typeface="Arial"/>
                  <a:cs typeface="Arial"/>
                </a:rPr>
                <a:t>c</a:t>
              </a:r>
              <a:endParaRPr lang="en-US" sz="760"/>
            </a:p>
          </p:txBody>
        </p:sp>
        <p:sp>
          <p:nvSpPr>
            <p:cNvPr id="2470" name="Text | Match: candidate-to-identity assignment">
              <a:extLst>
                <a:ext uri="{FF2B5EF4-FFF2-40B4-BE49-F238E27FC236}">
                  <a16:creationId xmlns:a16="http://schemas.microsoft.com/office/drawing/2014/main" id="{44F8B958-72C4-1867-F76D-2174F5428E02}"/>
                </a:ext>
              </a:extLst>
            </p:cNvPr>
            <p:cNvSpPr txBox="1"/>
            <p:nvPr/>
          </p:nvSpPr>
          <p:spPr>
            <a:xfrm>
              <a:off x="1264725" y="2404620"/>
              <a:ext cx="2616302" cy="158600"/>
            </a:xfrm>
            <a:prstGeom prst="rect">
              <a:avLst/>
            </a:prstGeom>
            <a:noFill/>
            <a:ln>
              <a:noFill/>
            </a:ln>
            <a:effectLst/>
          </p:spPr>
          <p:txBody>
            <a:bodyPr vertOverflow="overflow" horzOverflow="overflow" wrap="none" lIns="0" tIns="0" rIns="0" bIns="0" anchor="t" anchorCtr="0">
              <a:noAutofit/>
            </a:bodyPr>
            <a:lstStyle/>
            <a:p>
              <a:r>
                <a:rPr lang="en-US" sz="629" b="1" dirty="0">
                  <a:solidFill>
                    <a:srgbClr val="1D3043"/>
                  </a:solidFill>
                  <a:latin typeface="Arial"/>
                  <a:ea typeface="Arial"/>
                  <a:cs typeface="Arial"/>
                </a:rPr>
                <a:t>Match: candidate-to-identity assignment</a:t>
              </a:r>
              <a:endParaRPr lang="en-US" sz="629"/>
            </a:p>
          </p:txBody>
        </p:sp>
        <p:sp>
          <p:nvSpPr>
            <p:cNvPr id="2471" name="Text | Candidate encoder">
              <a:extLst>
                <a:ext uri="{FF2B5EF4-FFF2-40B4-BE49-F238E27FC236}">
                  <a16:creationId xmlns:a16="http://schemas.microsoft.com/office/drawing/2014/main" id="{CCFD9267-7EA9-79B2-0FED-4FD7D2EB738D}"/>
                </a:ext>
              </a:extLst>
            </p:cNvPr>
            <p:cNvSpPr txBox="1"/>
            <p:nvPr/>
          </p:nvSpPr>
          <p:spPr>
            <a:xfrm>
              <a:off x="1143180" y="2595150"/>
              <a:ext cx="1046169" cy="135276"/>
            </a:xfrm>
            <a:prstGeom prst="rect">
              <a:avLst/>
            </a:prstGeom>
            <a:noFill/>
            <a:ln>
              <a:noFill/>
            </a:ln>
            <a:effectLst/>
          </p:spPr>
          <p:txBody>
            <a:bodyPr vertOverflow="overflow" horzOverflow="overflow" wrap="none" lIns="0" tIns="0" rIns="0" bIns="0" anchor="t" anchorCtr="0">
              <a:noAutofit/>
            </a:bodyPr>
            <a:lstStyle/>
            <a:p>
              <a:r>
                <a:rPr lang="en-US" sz="537" b="1" dirty="0">
                  <a:solidFill>
                    <a:srgbClr val="1D3043"/>
                  </a:solidFill>
                  <a:latin typeface="Arial"/>
                  <a:ea typeface="Arial"/>
                  <a:cs typeface="Arial"/>
                </a:rPr>
                <a:t>Candidate encoder</a:t>
              </a:r>
              <a:endParaRPr lang="en-US" sz="537"/>
            </a:p>
          </p:txBody>
        </p:sp>
        <p:sp>
          <p:nvSpPr>
            <p:cNvPr id="2472" name="Text | Identity encoder">
              <a:extLst>
                <a:ext uri="{FF2B5EF4-FFF2-40B4-BE49-F238E27FC236}">
                  <a16:creationId xmlns:a16="http://schemas.microsoft.com/office/drawing/2014/main" id="{30193BE5-B1DF-F614-A199-489A701B5309}"/>
                </a:ext>
              </a:extLst>
            </p:cNvPr>
            <p:cNvSpPr txBox="1"/>
            <p:nvPr/>
          </p:nvSpPr>
          <p:spPr>
            <a:xfrm>
              <a:off x="3350700" y="2595150"/>
              <a:ext cx="922570" cy="135276"/>
            </a:xfrm>
            <a:prstGeom prst="rect">
              <a:avLst/>
            </a:prstGeom>
            <a:noFill/>
            <a:ln>
              <a:noFill/>
            </a:ln>
            <a:effectLst/>
          </p:spPr>
          <p:txBody>
            <a:bodyPr vertOverflow="overflow" horzOverflow="overflow" wrap="none" lIns="0" tIns="0" rIns="0" bIns="0" anchor="t" anchorCtr="0">
              <a:noAutofit/>
            </a:bodyPr>
            <a:lstStyle/>
            <a:p>
              <a:r>
                <a:rPr lang="en-US" sz="537" b="1" dirty="0">
                  <a:solidFill>
                    <a:srgbClr val="1D3043"/>
                  </a:solidFill>
                  <a:latin typeface="Arial"/>
                  <a:ea typeface="Arial"/>
                  <a:cs typeface="Arial"/>
                </a:rPr>
                <a:t>Identity encoder</a:t>
              </a:r>
              <a:endParaRPr lang="en-US" sz="537"/>
            </a:p>
          </p:txBody>
        </p:sp>
        <p:cxnSp>
          <p:nvCxnSpPr>
            <p:cNvPr id="2473" name="path_2368">
              <a:extLst>
                <a:ext uri="{FF2B5EF4-FFF2-40B4-BE49-F238E27FC236}">
                  <a16:creationId xmlns:a16="http://schemas.microsoft.com/office/drawing/2014/main" id="{47C3B9E2-67C4-D6E5-39F2-C1967A09F4EE}"/>
                </a:ext>
              </a:extLst>
            </p:cNvPr>
            <p:cNvCxnSpPr/>
            <p:nvPr/>
          </p:nvCxnSpPr>
          <p:spPr>
            <a:xfrm>
              <a:off x="3229155" y="2628000"/>
              <a:ext cx="0" cy="2191095"/>
            </a:xfrm>
            <a:prstGeom prst="line">
              <a:avLst/>
            </a:prstGeom>
            <a:noFill/>
            <a:ln w="4928" cap="rnd" cmpd="sng" algn="ctr">
              <a:solidFill>
                <a:srgbClr val="D1E3D9"/>
              </a:solidFill>
              <a:prstDash val="solid"/>
              <a:round/>
              <a:headEnd type="none" w="med" len="med"/>
              <a:tailEnd type="none" w="med" len="med"/>
            </a:ln>
            <a:effectLst/>
          </p:spPr>
        </p:cxnSp>
        <p:sp>
          <p:nvSpPr>
            <p:cNvPr id="2474" name="Text | Density + atoms">
              <a:extLst>
                <a:ext uri="{FF2B5EF4-FFF2-40B4-BE49-F238E27FC236}">
                  <a16:creationId xmlns:a16="http://schemas.microsoft.com/office/drawing/2014/main" id="{C8266DE7-11B2-A5B6-8F09-80566A8AA07B}"/>
                </a:ext>
              </a:extLst>
            </p:cNvPr>
            <p:cNvSpPr txBox="1"/>
            <p:nvPr/>
          </p:nvSpPr>
          <p:spPr>
            <a:xfrm>
              <a:off x="1322300" y="2790270"/>
              <a:ext cx="688841" cy="111953"/>
            </a:xfrm>
            <a:prstGeom prst="rect">
              <a:avLst/>
            </a:prstGeom>
            <a:noFill/>
            <a:ln>
              <a:noFill/>
            </a:ln>
            <a:effectLst/>
          </p:spPr>
          <p:txBody>
            <a:bodyPr vertOverflow="overflow" horzOverflow="overflow" wrap="none" lIns="0" tIns="0" rIns="0" bIns="0" anchor="t" anchorCtr="0">
              <a:noAutofit/>
            </a:bodyPr>
            <a:lstStyle/>
            <a:p>
              <a:r>
                <a:rPr lang="en-US" sz="445" dirty="0">
                  <a:solidFill>
                    <a:srgbClr val="5E7180"/>
                  </a:solidFill>
                  <a:latin typeface="Arial"/>
                  <a:ea typeface="Arial"/>
                  <a:cs typeface="Arial"/>
                </a:rPr>
                <a:t>Density + atoms</a:t>
              </a:r>
              <a:endParaRPr lang="en-US" sz="445" dirty="0"/>
            </a:p>
          </p:txBody>
        </p:sp>
        <p:pic>
          <p:nvPicPr>
            <p:cNvPr id="16000" name="Density voxel illustration | exp" descr="Synthetic voxel-grid density schematic">
              <a:extLst>
                <a:ext uri="{FF2B5EF4-FFF2-40B4-BE49-F238E27FC236}">
                  <a16:creationId xmlns:a16="http://schemas.microsoft.com/office/drawing/2014/main" id="{61D1672D-10E6-172E-62CD-E1E4C0643BE3}"/>
                </a:ext>
              </a:extLst>
            </p:cNvPr>
            <p:cNvPicPr>
              <a:picLocks noChangeAspect="1"/>
            </p:cNvPicPr>
            <p:nvPr/>
          </p:nvPicPr>
          <p:blipFill>
            <a:blip r:embed="rId3"/>
            <a:stretch/>
          </p:blipFill>
          <p:spPr>
            <a:xfrm>
              <a:off x="1191457" y="2886201"/>
              <a:ext cx="271365" cy="262800"/>
            </a:xfrm>
            <a:prstGeom prst="rect">
              <a:avLst/>
            </a:prstGeom>
          </p:spPr>
        </p:pic>
        <p:sp>
          <p:nvSpPr>
            <p:cNvPr id="2602" name="Text | 48³ crop">
              <a:extLst>
                <a:ext uri="{FF2B5EF4-FFF2-40B4-BE49-F238E27FC236}">
                  <a16:creationId xmlns:a16="http://schemas.microsoft.com/office/drawing/2014/main" id="{B4E30AC4-D04B-27D1-4B6B-82088F4F8369}"/>
                </a:ext>
              </a:extLst>
            </p:cNvPr>
            <p:cNvSpPr txBox="1"/>
            <p:nvPr/>
          </p:nvSpPr>
          <p:spPr>
            <a:xfrm>
              <a:off x="1132270" y="3206160"/>
              <a:ext cx="356890" cy="111953"/>
            </a:xfrm>
            <a:prstGeom prst="rect">
              <a:avLst/>
            </a:prstGeom>
            <a:noFill/>
            <a:ln>
              <a:noFill/>
            </a:ln>
            <a:effectLst/>
          </p:spPr>
          <p:txBody>
            <a:bodyPr vertOverflow="overflow" horzOverflow="overflow" wrap="none" lIns="0" tIns="0" rIns="0" bIns="0" anchor="t" anchorCtr="0">
              <a:noAutofit/>
            </a:bodyPr>
            <a:lstStyle/>
            <a:p>
              <a:pPr algn="ctr"/>
              <a:r>
                <a:rPr lang="en-US" sz="445" dirty="0">
                  <a:solidFill>
                    <a:srgbClr val="5E7180"/>
                  </a:solidFill>
                  <a:latin typeface="Arial"/>
                  <a:ea typeface="Arial"/>
                  <a:cs typeface="Arial"/>
                </a:rPr>
                <a:t>48³ crop</a:t>
              </a:r>
              <a:endParaRPr lang="en-US" sz="445"/>
            </a:p>
          </p:txBody>
        </p:sp>
        <p:grpSp>
          <p:nvGrpSpPr>
            <p:cNvPr id="2603" name="Arrow | shared_input → match_crop">
              <a:extLst>
                <a:ext uri="{FF2B5EF4-FFF2-40B4-BE49-F238E27FC236}">
                  <a16:creationId xmlns:a16="http://schemas.microsoft.com/office/drawing/2014/main" id="{249E9FE6-84EC-4A4A-C87A-A04237972342}"/>
                </a:ext>
              </a:extLst>
            </p:cNvPr>
            <p:cNvGrpSpPr/>
            <p:nvPr/>
          </p:nvGrpSpPr>
          <p:grpSpPr>
            <a:xfrm>
              <a:off x="959220" y="3037426"/>
              <a:ext cx="180675" cy="28678"/>
              <a:chOff x="959220" y="3037426"/>
              <a:chExt cx="180675" cy="28678"/>
            </a:xfrm>
          </p:grpSpPr>
          <p:cxnSp>
            <p:nvCxnSpPr>
              <p:cNvPr id="2604" name="Arrow | shared_input → match_crop | path">
                <a:extLst>
                  <a:ext uri="{FF2B5EF4-FFF2-40B4-BE49-F238E27FC236}">
                    <a16:creationId xmlns:a16="http://schemas.microsoft.com/office/drawing/2014/main" id="{8B6ECD49-16D0-D832-1418-59EABB9B90E2}"/>
                  </a:ext>
                </a:extLst>
              </p:cNvPr>
              <p:cNvCxnSpPr/>
              <p:nvPr/>
            </p:nvCxnSpPr>
            <p:spPr>
              <a:xfrm>
                <a:off x="959220" y="3051765"/>
                <a:ext cx="180675" cy="0"/>
              </a:xfrm>
              <a:prstGeom prst="line">
                <a:avLst/>
              </a:prstGeom>
              <a:noFill/>
              <a:ln w="6898" cap="rnd" cmpd="sng" algn="ctr">
                <a:solidFill>
                  <a:srgbClr val="367FB7"/>
                </a:solidFill>
                <a:prstDash val="solid"/>
                <a:round/>
                <a:headEnd type="none" w="med" len="med"/>
                <a:tailEnd type="none" w="med" len="med"/>
              </a:ln>
              <a:effectLst/>
            </p:spPr>
          </p:cxnSp>
          <p:sp>
            <p:nvSpPr>
              <p:cNvPr id="2605" name="Arrow | shared_input → match_crop | editable arrowhead">
                <a:extLst>
                  <a:ext uri="{FF2B5EF4-FFF2-40B4-BE49-F238E27FC236}">
                    <a16:creationId xmlns:a16="http://schemas.microsoft.com/office/drawing/2014/main" id="{3BDFA5D3-F40B-A7B9-FA93-006D5A6049AE}"/>
                  </a:ext>
                </a:extLst>
              </p:cNvPr>
              <p:cNvSpPr/>
              <p:nvPr/>
            </p:nvSpPr>
            <p:spPr>
              <a:xfrm>
                <a:off x="1106552" y="3037426"/>
                <a:ext cx="33343" cy="28678"/>
              </a:xfrm>
              <a:custGeom>
                <a:avLst/>
                <a:gdLst/>
                <a:ahLst/>
                <a:cxnLst/>
                <a:rect l="0" t="0" r="w" b="h"/>
                <a:pathLst>
                  <a:path w="33343" h="28678" stroke="0" extrusionOk="0">
                    <a:moveTo>
                      <a:pt x="33343" y="14339"/>
                    </a:moveTo>
                    <a:lnTo>
                      <a:pt x="0" y="28678"/>
                    </a:lnTo>
                    <a:lnTo>
                      <a:pt x="0" y="0"/>
                    </a:lnTo>
                    <a:close/>
                  </a:path>
                </a:pathLst>
              </a:custGeom>
              <a:solidFill>
                <a:srgbClr val="367FB7"/>
              </a:solidFill>
              <a:ln w="1" cap="rnd" cmpd="sng" algn="ctr">
                <a:noFill/>
                <a:prstDash val="solid"/>
                <a:round/>
                <a:headEnd type="none" w="med" len="med"/>
                <a:tailEnd type="none" w="med" len="med"/>
              </a:ln>
              <a:effectLst/>
            </p:spPr>
          </p:sp>
        </p:grpSp>
        <p:grpSp>
          <p:nvGrpSpPr>
            <p:cNvPr id="2606" name="Arrow | match_crop → match_unet">
              <a:extLst>
                <a:ext uri="{FF2B5EF4-FFF2-40B4-BE49-F238E27FC236}">
                  <a16:creationId xmlns:a16="http://schemas.microsoft.com/office/drawing/2014/main" id="{694AFBDA-7EC8-9B9A-E544-9D4C54E56285}"/>
                </a:ext>
              </a:extLst>
            </p:cNvPr>
            <p:cNvGrpSpPr/>
            <p:nvPr/>
          </p:nvGrpSpPr>
          <p:grpSpPr>
            <a:xfrm>
              <a:off x="1504530" y="3037640"/>
              <a:ext cx="154395" cy="28251"/>
              <a:chOff x="1504530" y="3037640"/>
              <a:chExt cx="154395" cy="28251"/>
            </a:xfrm>
          </p:grpSpPr>
          <p:cxnSp>
            <p:nvCxnSpPr>
              <p:cNvPr id="2607" name="Arrow | match_crop → match_unet | path">
                <a:extLst>
                  <a:ext uri="{FF2B5EF4-FFF2-40B4-BE49-F238E27FC236}">
                    <a16:creationId xmlns:a16="http://schemas.microsoft.com/office/drawing/2014/main" id="{60774FEF-0FC2-BAC1-21E2-B9CA2E238054}"/>
                  </a:ext>
                </a:extLst>
              </p:cNvPr>
              <p:cNvCxnSpPr/>
              <p:nvPr/>
            </p:nvCxnSpPr>
            <p:spPr>
              <a:xfrm>
                <a:off x="1504530" y="3051765"/>
                <a:ext cx="154395" cy="0"/>
              </a:xfrm>
              <a:prstGeom prst="line">
                <a:avLst/>
              </a:prstGeom>
              <a:noFill/>
              <a:ln w="6570" cap="rnd" cmpd="sng" algn="ctr">
                <a:solidFill>
                  <a:srgbClr val="367FB7"/>
                </a:solidFill>
                <a:prstDash val="solid"/>
                <a:round/>
                <a:headEnd type="none" w="med" len="med"/>
                <a:tailEnd type="none" w="med" len="med"/>
              </a:ln>
              <a:effectLst/>
            </p:spPr>
          </p:cxnSp>
          <p:sp>
            <p:nvSpPr>
              <p:cNvPr id="2608" name="Arrow | match_crop → match_unet | editable arrowhead">
                <a:extLst>
                  <a:ext uri="{FF2B5EF4-FFF2-40B4-BE49-F238E27FC236}">
                    <a16:creationId xmlns:a16="http://schemas.microsoft.com/office/drawing/2014/main" id="{75AFB169-0977-FF1D-E395-337481920D79}"/>
                  </a:ext>
                </a:extLst>
              </p:cNvPr>
              <p:cNvSpPr/>
              <p:nvPr/>
            </p:nvSpPr>
            <p:spPr>
              <a:xfrm>
                <a:off x="1626075" y="3037640"/>
                <a:ext cx="32850" cy="28251"/>
              </a:xfrm>
              <a:custGeom>
                <a:avLst/>
                <a:gdLst/>
                <a:ahLst/>
                <a:cxnLst/>
                <a:rect l="0" t="0" r="w" b="h"/>
                <a:pathLst>
                  <a:path w="32850" h="28251" stroke="0" extrusionOk="0">
                    <a:moveTo>
                      <a:pt x="32850" y="14125"/>
                    </a:moveTo>
                    <a:lnTo>
                      <a:pt x="0" y="28251"/>
                    </a:lnTo>
                    <a:lnTo>
                      <a:pt x="0" y="0"/>
                    </a:lnTo>
                    <a:close/>
                  </a:path>
                </a:pathLst>
              </a:custGeom>
              <a:solidFill>
                <a:srgbClr val="367FB7"/>
              </a:solidFill>
              <a:ln w="1" cap="rnd" cmpd="sng" algn="ctr">
                <a:noFill/>
                <a:prstDash val="solid"/>
                <a:round/>
                <a:headEnd type="none" w="med" len="med"/>
                <a:tailEnd type="none" w="med" len="med"/>
              </a:ln>
              <a:effectLst/>
            </p:spPr>
          </p:sp>
        </p:grpSp>
        <p:grpSp>
          <p:nvGrpSpPr>
            <p:cNvPr id="2609" name="Match | compact U-Net operator">
              <a:extLst>
                <a:ext uri="{FF2B5EF4-FFF2-40B4-BE49-F238E27FC236}">
                  <a16:creationId xmlns:a16="http://schemas.microsoft.com/office/drawing/2014/main" id="{67EFED6D-C6C9-8B26-E191-235CD9665137}"/>
                </a:ext>
              </a:extLst>
            </p:cNvPr>
            <p:cNvGrpSpPr/>
            <p:nvPr/>
          </p:nvGrpSpPr>
          <p:grpSpPr>
            <a:xfrm>
              <a:off x="1680559" y="2920365"/>
              <a:ext cx="333146" cy="216810"/>
              <a:chOff x="1680559" y="2920365"/>
              <a:chExt cx="333146" cy="216810"/>
            </a:xfrm>
          </p:grpSpPr>
          <p:sp>
            <p:nvSpPr>
              <p:cNvPr id="2610" name="rect_2499">
                <a:extLst>
                  <a:ext uri="{FF2B5EF4-FFF2-40B4-BE49-F238E27FC236}">
                    <a16:creationId xmlns:a16="http://schemas.microsoft.com/office/drawing/2014/main" id="{610713A6-8662-F651-AB8F-583003703365}"/>
                  </a:ext>
                </a:extLst>
              </p:cNvPr>
              <p:cNvSpPr/>
              <p:nvPr/>
            </p:nvSpPr>
            <p:spPr>
              <a:xfrm>
                <a:off x="1757475" y="2920365"/>
                <a:ext cx="256230" cy="183960"/>
              </a:xfrm>
              <a:prstGeom prst="roundRect">
                <a:avLst>
                  <a:gd name="adj" fmla="val 5357"/>
                </a:avLst>
              </a:prstGeom>
              <a:solidFill>
                <a:srgbClr val="E3EFF7"/>
              </a:solidFill>
              <a:ln w="4270" cap="rnd" cmpd="sng" algn="ctr">
                <a:solidFill>
                  <a:srgbClr val="367FB7"/>
                </a:solidFill>
                <a:prstDash val="solid"/>
                <a:round/>
                <a:headEnd type="none" w="med" len="med"/>
                <a:tailEnd type="none" w="med" len="med"/>
              </a:ln>
              <a:effectLst/>
            </p:spPr>
          </p:sp>
          <p:sp>
            <p:nvSpPr>
              <p:cNvPr id="2611" name="rect_2500">
                <a:extLst>
                  <a:ext uri="{FF2B5EF4-FFF2-40B4-BE49-F238E27FC236}">
                    <a16:creationId xmlns:a16="http://schemas.microsoft.com/office/drawing/2014/main" id="{C4E2959B-2DB6-8A32-ED9D-0A23A546F5EB}"/>
                  </a:ext>
                </a:extLst>
              </p:cNvPr>
              <p:cNvSpPr/>
              <p:nvPr/>
            </p:nvSpPr>
            <p:spPr>
              <a:xfrm>
                <a:off x="1731195" y="2936790"/>
                <a:ext cx="256230" cy="183960"/>
              </a:xfrm>
              <a:prstGeom prst="roundRect">
                <a:avLst>
                  <a:gd name="adj" fmla="val 5357"/>
                </a:avLst>
              </a:prstGeom>
              <a:solidFill>
                <a:srgbClr val="E3EFF7"/>
              </a:solidFill>
              <a:ln w="4270" cap="rnd" cmpd="sng" algn="ctr">
                <a:solidFill>
                  <a:srgbClr val="367FB7"/>
                </a:solidFill>
                <a:prstDash val="solid"/>
                <a:round/>
                <a:headEnd type="none" w="med" len="med"/>
                <a:tailEnd type="none" w="med" len="med"/>
              </a:ln>
              <a:effectLst/>
            </p:spPr>
          </p:sp>
          <p:sp>
            <p:nvSpPr>
              <p:cNvPr id="2612" name="rect_2501">
                <a:extLst>
                  <a:ext uri="{FF2B5EF4-FFF2-40B4-BE49-F238E27FC236}">
                    <a16:creationId xmlns:a16="http://schemas.microsoft.com/office/drawing/2014/main" id="{371F4B96-AE13-E044-CA42-9615BC8DBBF3}"/>
                  </a:ext>
                </a:extLst>
              </p:cNvPr>
              <p:cNvSpPr/>
              <p:nvPr/>
            </p:nvSpPr>
            <p:spPr>
              <a:xfrm>
                <a:off x="1704915" y="2953215"/>
                <a:ext cx="256230" cy="183960"/>
              </a:xfrm>
              <a:prstGeom prst="roundRect">
                <a:avLst>
                  <a:gd name="adj" fmla="val 5357"/>
                </a:avLst>
              </a:prstGeom>
              <a:solidFill>
                <a:srgbClr val="E3EFF7"/>
              </a:solidFill>
              <a:ln w="4270" cap="rnd" cmpd="sng" algn="ctr">
                <a:solidFill>
                  <a:srgbClr val="367FB7"/>
                </a:solidFill>
                <a:prstDash val="solid"/>
                <a:round/>
                <a:headEnd type="none" w="med" len="med"/>
                <a:tailEnd type="none" w="med" len="med"/>
              </a:ln>
              <a:effectLst/>
            </p:spPr>
          </p:sp>
          <p:sp>
            <p:nvSpPr>
              <p:cNvPr id="2613" name="Text | U-Net">
                <a:extLst>
                  <a:ext uri="{FF2B5EF4-FFF2-40B4-BE49-F238E27FC236}">
                    <a16:creationId xmlns:a16="http://schemas.microsoft.com/office/drawing/2014/main" id="{41145C35-0508-6E7D-068D-5B78D6528FC3}"/>
                  </a:ext>
                </a:extLst>
              </p:cNvPr>
              <p:cNvSpPr txBox="1"/>
              <p:nvPr/>
            </p:nvSpPr>
            <p:spPr>
              <a:xfrm>
                <a:off x="1680559" y="2989350"/>
                <a:ext cx="304942" cy="121282"/>
              </a:xfrm>
              <a:prstGeom prst="rect">
                <a:avLst/>
              </a:prstGeom>
              <a:noFill/>
              <a:ln>
                <a:noFill/>
              </a:ln>
              <a:effectLst/>
            </p:spPr>
            <p:txBody>
              <a:bodyPr vertOverflow="overflow" horzOverflow="overflow" wrap="none" lIns="0" tIns="0" rIns="0" bIns="0" anchor="t" anchorCtr="0">
                <a:noAutofit/>
              </a:bodyPr>
              <a:lstStyle/>
              <a:p>
                <a:pPr algn="ctr"/>
                <a:r>
                  <a:rPr lang="en-US" sz="482" b="1" dirty="0">
                    <a:solidFill>
                      <a:srgbClr val="367FB7"/>
                    </a:solidFill>
                    <a:latin typeface="Arial"/>
                    <a:ea typeface="Arial"/>
                    <a:cs typeface="Arial"/>
                  </a:rPr>
                  <a:t>U-Net</a:t>
                </a:r>
                <a:endParaRPr lang="en-US" sz="482"/>
              </a:p>
            </p:txBody>
          </p:sp>
        </p:grpSp>
        <p:grpSp>
          <p:nvGrpSpPr>
            <p:cNvPr id="2614" name="Arrow | match_unet → hvox">
              <a:extLst>
                <a:ext uri="{FF2B5EF4-FFF2-40B4-BE49-F238E27FC236}">
                  <a16:creationId xmlns:a16="http://schemas.microsoft.com/office/drawing/2014/main" id="{B37B5F3C-58FC-80C6-58B7-0D7C4C6DB2D7}"/>
                </a:ext>
              </a:extLst>
            </p:cNvPr>
            <p:cNvGrpSpPr/>
            <p:nvPr/>
          </p:nvGrpSpPr>
          <p:grpSpPr>
            <a:xfrm>
              <a:off x="2023560" y="3037212"/>
              <a:ext cx="328500" cy="29105"/>
              <a:chOff x="2023560" y="3037212"/>
              <a:chExt cx="328500" cy="29105"/>
            </a:xfrm>
          </p:grpSpPr>
          <p:cxnSp>
            <p:nvCxnSpPr>
              <p:cNvPr id="2615" name="Arrow | match_unet → hvox | path">
                <a:extLst>
                  <a:ext uri="{FF2B5EF4-FFF2-40B4-BE49-F238E27FC236}">
                    <a16:creationId xmlns:a16="http://schemas.microsoft.com/office/drawing/2014/main" id="{7A30724A-1654-B37E-DE32-E49BE70F2D91}"/>
                  </a:ext>
                </a:extLst>
              </p:cNvPr>
              <p:cNvCxnSpPr/>
              <p:nvPr/>
            </p:nvCxnSpPr>
            <p:spPr>
              <a:xfrm>
                <a:off x="2023560" y="3051765"/>
                <a:ext cx="328500" cy="0"/>
              </a:xfrm>
              <a:prstGeom prst="line">
                <a:avLst/>
              </a:prstGeom>
              <a:noFill/>
              <a:ln w="7227" cap="rnd" cmpd="sng" algn="ctr">
                <a:solidFill>
                  <a:srgbClr val="367FB7"/>
                </a:solidFill>
                <a:prstDash val="solid"/>
                <a:round/>
                <a:headEnd type="none" w="med" len="med"/>
                <a:tailEnd type="none" w="med" len="med"/>
              </a:ln>
              <a:effectLst/>
            </p:spPr>
          </p:cxnSp>
          <p:sp>
            <p:nvSpPr>
              <p:cNvPr id="2616" name="Arrow | match_unet → hvox | editable arrowhead">
                <a:extLst>
                  <a:ext uri="{FF2B5EF4-FFF2-40B4-BE49-F238E27FC236}">
                    <a16:creationId xmlns:a16="http://schemas.microsoft.com/office/drawing/2014/main" id="{A8C03CD5-D5BE-3C26-DC69-39492D7BB8E9}"/>
                  </a:ext>
                </a:extLst>
              </p:cNvPr>
              <p:cNvSpPr/>
              <p:nvPr/>
            </p:nvSpPr>
            <p:spPr>
              <a:xfrm>
                <a:off x="2318224" y="3037212"/>
                <a:ext cx="33835" cy="29105"/>
              </a:xfrm>
              <a:custGeom>
                <a:avLst/>
                <a:gdLst/>
                <a:ahLst/>
                <a:cxnLst/>
                <a:rect l="0" t="0" r="w" b="h"/>
                <a:pathLst>
                  <a:path w="33835" h="29105" stroke="0" extrusionOk="0">
                    <a:moveTo>
                      <a:pt x="33835" y="14553"/>
                    </a:moveTo>
                    <a:lnTo>
                      <a:pt x="0" y="29105"/>
                    </a:lnTo>
                    <a:lnTo>
                      <a:pt x="0" y="0"/>
                    </a:lnTo>
                    <a:close/>
                  </a:path>
                </a:pathLst>
              </a:custGeom>
              <a:solidFill>
                <a:srgbClr val="367FB7"/>
              </a:solidFill>
              <a:ln w="1" cap="rnd" cmpd="sng" algn="ctr">
                <a:noFill/>
                <a:prstDash val="solid"/>
                <a:round/>
                <a:headEnd type="none" w="med" len="med"/>
                <a:tailEnd type="none" w="med" len="med"/>
              </a:ln>
              <a:effectLst/>
            </p:spPr>
          </p:sp>
        </p:grpSp>
        <p:grpSp>
          <p:nvGrpSpPr>
            <p:cNvPr id="2617" name="Base voxel summary h_j^vox">
              <a:extLst>
                <a:ext uri="{FF2B5EF4-FFF2-40B4-BE49-F238E27FC236}">
                  <a16:creationId xmlns:a16="http://schemas.microsoft.com/office/drawing/2014/main" id="{A0BA58DC-185D-B847-226F-E2CD74EE1E40}"/>
                </a:ext>
              </a:extLst>
            </p:cNvPr>
            <p:cNvGrpSpPr/>
            <p:nvPr/>
          </p:nvGrpSpPr>
          <p:grpSpPr>
            <a:xfrm>
              <a:off x="2375055" y="3012345"/>
              <a:ext cx="400770" cy="78840"/>
              <a:chOff x="2375055" y="3012345"/>
              <a:chExt cx="400770" cy="78840"/>
            </a:xfrm>
          </p:grpSpPr>
          <p:sp>
            <p:nvSpPr>
              <p:cNvPr id="2618" name="feature_1">
                <a:extLst>
                  <a:ext uri="{FF2B5EF4-FFF2-40B4-BE49-F238E27FC236}">
                    <a16:creationId xmlns:a16="http://schemas.microsoft.com/office/drawing/2014/main" id="{FBEE9848-E2D9-BA0B-EB44-5C6436F4C485}"/>
                  </a:ext>
                </a:extLst>
              </p:cNvPr>
              <p:cNvSpPr/>
              <p:nvPr/>
            </p:nvSpPr>
            <p:spPr>
              <a:xfrm>
                <a:off x="2375055" y="3012345"/>
                <a:ext cx="54437" cy="78840"/>
              </a:xfrm>
              <a:prstGeom prst="rect">
                <a:avLst/>
              </a:prstGeom>
              <a:solidFill>
                <a:srgbClr val="367FB7"/>
              </a:solidFill>
              <a:ln w="4599" cap="rnd" cmpd="sng" algn="ctr">
                <a:noFill/>
                <a:prstDash val="solid"/>
                <a:round/>
                <a:headEnd type="none" w="med" len="med"/>
                <a:tailEnd type="none" w="med" len="med"/>
              </a:ln>
              <a:effectLst/>
            </p:spPr>
          </p:sp>
          <p:sp>
            <p:nvSpPr>
              <p:cNvPr id="2619" name="feature_2">
                <a:extLst>
                  <a:ext uri="{FF2B5EF4-FFF2-40B4-BE49-F238E27FC236}">
                    <a16:creationId xmlns:a16="http://schemas.microsoft.com/office/drawing/2014/main" id="{34403206-9F8B-66D0-08DE-C8DEF55DFA8A}"/>
                  </a:ext>
                </a:extLst>
              </p:cNvPr>
              <p:cNvSpPr/>
              <p:nvPr/>
            </p:nvSpPr>
            <p:spPr>
              <a:xfrm>
                <a:off x="2432777" y="3012345"/>
                <a:ext cx="54437" cy="78840"/>
              </a:xfrm>
              <a:prstGeom prst="rect">
                <a:avLst/>
              </a:prstGeom>
              <a:solidFill>
                <a:srgbClr val="7EAED0"/>
              </a:solidFill>
              <a:ln w="4599" cap="rnd" cmpd="sng" algn="ctr">
                <a:noFill/>
                <a:prstDash val="solid"/>
                <a:round/>
                <a:headEnd type="none" w="med" len="med"/>
                <a:tailEnd type="none" w="med" len="med"/>
              </a:ln>
              <a:effectLst/>
            </p:spPr>
          </p:sp>
          <p:sp>
            <p:nvSpPr>
              <p:cNvPr id="2620" name="feature_3">
                <a:extLst>
                  <a:ext uri="{FF2B5EF4-FFF2-40B4-BE49-F238E27FC236}">
                    <a16:creationId xmlns:a16="http://schemas.microsoft.com/office/drawing/2014/main" id="{BD61D6FB-E012-12B7-4FD9-C7B209ECC399}"/>
                  </a:ext>
                </a:extLst>
              </p:cNvPr>
              <p:cNvSpPr/>
              <p:nvPr/>
            </p:nvSpPr>
            <p:spPr>
              <a:xfrm>
                <a:off x="2490499" y="3012345"/>
                <a:ext cx="54437" cy="78840"/>
              </a:xfrm>
              <a:prstGeom prst="rect">
                <a:avLst/>
              </a:prstGeom>
              <a:solidFill>
                <a:srgbClr val="BCD8E7"/>
              </a:solidFill>
              <a:ln w="4599" cap="rnd" cmpd="sng" algn="ctr">
                <a:noFill/>
                <a:prstDash val="solid"/>
                <a:round/>
                <a:headEnd type="none" w="med" len="med"/>
                <a:tailEnd type="none" w="med" len="med"/>
              </a:ln>
              <a:effectLst/>
            </p:spPr>
          </p:sp>
          <p:sp>
            <p:nvSpPr>
              <p:cNvPr id="2621" name="feature_4">
                <a:extLst>
                  <a:ext uri="{FF2B5EF4-FFF2-40B4-BE49-F238E27FC236}">
                    <a16:creationId xmlns:a16="http://schemas.microsoft.com/office/drawing/2014/main" id="{AECDC6DF-4EEF-3F88-853D-C71FA6889763}"/>
                  </a:ext>
                </a:extLst>
              </p:cNvPr>
              <p:cNvSpPr/>
              <p:nvPr/>
            </p:nvSpPr>
            <p:spPr>
              <a:xfrm>
                <a:off x="2548221" y="3012345"/>
                <a:ext cx="54437" cy="78840"/>
              </a:xfrm>
              <a:prstGeom prst="rect">
                <a:avLst/>
              </a:prstGeom>
              <a:solidFill>
                <a:srgbClr val="88C3B4"/>
              </a:solidFill>
              <a:ln w="4599" cap="rnd" cmpd="sng" algn="ctr">
                <a:noFill/>
                <a:prstDash val="solid"/>
                <a:round/>
                <a:headEnd type="none" w="med" len="med"/>
                <a:tailEnd type="none" w="med" len="med"/>
              </a:ln>
              <a:effectLst/>
            </p:spPr>
          </p:sp>
          <p:sp>
            <p:nvSpPr>
              <p:cNvPr id="2622" name="feature_5">
                <a:extLst>
                  <a:ext uri="{FF2B5EF4-FFF2-40B4-BE49-F238E27FC236}">
                    <a16:creationId xmlns:a16="http://schemas.microsoft.com/office/drawing/2014/main" id="{9031E2FC-237B-6FED-D7B4-18897EF161EA}"/>
                  </a:ext>
                </a:extLst>
              </p:cNvPr>
              <p:cNvSpPr/>
              <p:nvPr/>
            </p:nvSpPr>
            <p:spPr>
              <a:xfrm>
                <a:off x="2605944" y="3012345"/>
                <a:ext cx="54437" cy="78840"/>
              </a:xfrm>
              <a:prstGeom prst="rect">
                <a:avLst/>
              </a:prstGeom>
              <a:solidFill>
                <a:srgbClr val="238777"/>
              </a:solidFill>
              <a:ln w="4599" cap="rnd" cmpd="sng" algn="ctr">
                <a:noFill/>
                <a:prstDash val="solid"/>
                <a:round/>
                <a:headEnd type="none" w="med" len="med"/>
                <a:tailEnd type="none" w="med" len="med"/>
              </a:ln>
              <a:effectLst/>
            </p:spPr>
          </p:sp>
          <p:sp>
            <p:nvSpPr>
              <p:cNvPr id="2623" name="feature_6">
                <a:extLst>
                  <a:ext uri="{FF2B5EF4-FFF2-40B4-BE49-F238E27FC236}">
                    <a16:creationId xmlns:a16="http://schemas.microsoft.com/office/drawing/2014/main" id="{DCD3D25C-080D-A84D-80BE-A2155F768D17}"/>
                  </a:ext>
                </a:extLst>
              </p:cNvPr>
              <p:cNvSpPr/>
              <p:nvPr/>
            </p:nvSpPr>
            <p:spPr>
              <a:xfrm>
                <a:off x="2663666" y="3012345"/>
                <a:ext cx="54437" cy="78840"/>
              </a:xfrm>
              <a:prstGeom prst="rect">
                <a:avLst/>
              </a:prstGeom>
              <a:solidFill>
                <a:srgbClr val="B1A4CC"/>
              </a:solidFill>
              <a:ln w="4599" cap="rnd" cmpd="sng" algn="ctr">
                <a:noFill/>
                <a:prstDash val="solid"/>
                <a:round/>
                <a:headEnd type="none" w="med" len="med"/>
                <a:tailEnd type="none" w="med" len="med"/>
              </a:ln>
              <a:effectLst/>
            </p:spPr>
          </p:sp>
          <p:sp>
            <p:nvSpPr>
              <p:cNvPr id="2624" name="feature_7">
                <a:extLst>
                  <a:ext uri="{FF2B5EF4-FFF2-40B4-BE49-F238E27FC236}">
                    <a16:creationId xmlns:a16="http://schemas.microsoft.com/office/drawing/2014/main" id="{F3ED3FCF-174D-7A93-E12B-95EBFEAF851A}"/>
                  </a:ext>
                </a:extLst>
              </p:cNvPr>
              <p:cNvSpPr/>
              <p:nvPr/>
            </p:nvSpPr>
            <p:spPr>
              <a:xfrm>
                <a:off x="2721388" y="3012345"/>
                <a:ext cx="54437" cy="78840"/>
              </a:xfrm>
              <a:prstGeom prst="rect">
                <a:avLst/>
              </a:prstGeom>
              <a:solidFill>
                <a:srgbClr val="D4CBE6"/>
              </a:solidFill>
              <a:ln w="4599" cap="rnd" cmpd="sng" algn="ctr">
                <a:noFill/>
                <a:prstDash val="solid"/>
                <a:round/>
                <a:headEnd type="none" w="med" len="med"/>
                <a:tailEnd type="none" w="med" len="med"/>
              </a:ln>
              <a:effectLst/>
            </p:spPr>
          </p:sp>
        </p:grpSp>
        <p:grpSp>
          <p:nvGrpSpPr>
            <p:cNvPr id="2625" name="Formula | h_j^vox">
              <a:extLst>
                <a:ext uri="{FF2B5EF4-FFF2-40B4-BE49-F238E27FC236}">
                  <a16:creationId xmlns:a16="http://schemas.microsoft.com/office/drawing/2014/main" id="{105EDB83-2B0E-A058-E3A5-30C64BFB3621}"/>
                </a:ext>
              </a:extLst>
            </p:cNvPr>
            <p:cNvGrpSpPr/>
            <p:nvPr/>
          </p:nvGrpSpPr>
          <p:grpSpPr>
            <a:xfrm>
              <a:off x="2471767" y="2824049"/>
              <a:ext cx="201989" cy="155620"/>
              <a:chOff x="2471767" y="2824049"/>
              <a:chExt cx="201989" cy="155620"/>
            </a:xfrm>
          </p:grpSpPr>
          <p:sp>
            <p:nvSpPr>
              <p:cNvPr id="2626" name="Text | h">
                <a:extLst>
                  <a:ext uri="{FF2B5EF4-FFF2-40B4-BE49-F238E27FC236}">
                    <a16:creationId xmlns:a16="http://schemas.microsoft.com/office/drawing/2014/main" id="{3FA89EF8-8638-6220-03D3-2EBB48D80470}"/>
                  </a:ext>
                </a:extLst>
              </p:cNvPr>
              <p:cNvSpPr txBox="1"/>
              <p:nvPr/>
            </p:nvSpPr>
            <p:spPr>
              <a:xfrm>
                <a:off x="2471767" y="2825100"/>
                <a:ext cx="103416" cy="149270"/>
              </a:xfrm>
              <a:prstGeom prst="rect">
                <a:avLst/>
              </a:prstGeom>
              <a:noFill/>
              <a:ln>
                <a:noFill/>
              </a:ln>
              <a:effectLst/>
            </p:spPr>
            <p:txBody>
              <a:bodyPr vertOverflow="overflow" horzOverflow="overflow" wrap="none" lIns="0" tIns="0" rIns="0" bIns="0" anchor="t" anchorCtr="0">
                <a:noAutofit/>
              </a:bodyPr>
              <a:lstStyle/>
              <a:p>
                <a:r>
                  <a:rPr lang="en-US" sz="593" i="1" dirty="0">
                    <a:solidFill>
                      <a:srgbClr val="1D3043"/>
                    </a:solidFill>
                    <a:latin typeface="Arial"/>
                    <a:ea typeface="Arial"/>
                    <a:cs typeface="Arial"/>
                  </a:rPr>
                  <a:t>h</a:t>
                </a:r>
                <a:endParaRPr lang="en-US" sz="593"/>
              </a:p>
            </p:txBody>
          </p:sp>
          <p:sp>
            <p:nvSpPr>
              <p:cNvPr id="2627" name="Text | j">
                <a:extLst>
                  <a:ext uri="{FF2B5EF4-FFF2-40B4-BE49-F238E27FC236}">
                    <a16:creationId xmlns:a16="http://schemas.microsoft.com/office/drawing/2014/main" id="{F488FA8E-1B79-FB1B-8C24-8C5354671907}"/>
                  </a:ext>
                </a:extLst>
              </p:cNvPr>
              <p:cNvSpPr txBox="1"/>
              <p:nvPr/>
            </p:nvSpPr>
            <p:spPr>
              <a:xfrm>
                <a:off x="2538391" y="2887121"/>
                <a:ext cx="44418" cy="92548"/>
              </a:xfrm>
              <a:prstGeom prst="rect">
                <a:avLst/>
              </a:prstGeom>
              <a:noFill/>
              <a:ln>
                <a:noFill/>
              </a:ln>
              <a:effectLst/>
            </p:spPr>
            <p:txBody>
              <a:bodyPr vertOverflow="overflow" horzOverflow="overflow" wrap="none" lIns="0" tIns="0" rIns="0" bIns="0" anchor="t" anchorCtr="0">
                <a:noAutofit/>
              </a:bodyPr>
              <a:lstStyle/>
              <a:p>
                <a:r>
                  <a:rPr lang="en-US" sz="367" i="1" dirty="0">
                    <a:solidFill>
                      <a:srgbClr val="1D3043"/>
                    </a:solidFill>
                    <a:latin typeface="Arial"/>
                    <a:ea typeface="Arial"/>
                    <a:cs typeface="Arial"/>
                  </a:rPr>
                  <a:t>j</a:t>
                </a:r>
                <a:endParaRPr lang="en-US" sz="367"/>
              </a:p>
            </p:txBody>
          </p:sp>
          <p:sp>
            <p:nvSpPr>
              <p:cNvPr id="2628" name="Text | vox">
                <a:extLst>
                  <a:ext uri="{FF2B5EF4-FFF2-40B4-BE49-F238E27FC236}">
                    <a16:creationId xmlns:a16="http://schemas.microsoft.com/office/drawing/2014/main" id="{BAC5835D-8FFD-47FD-E7D7-557F35D4F4AA}"/>
                  </a:ext>
                </a:extLst>
              </p:cNvPr>
              <p:cNvSpPr txBox="1"/>
              <p:nvPr/>
            </p:nvSpPr>
            <p:spPr>
              <a:xfrm>
                <a:off x="2541676" y="2824049"/>
                <a:ext cx="132080" cy="85084"/>
              </a:xfrm>
              <a:prstGeom prst="rect">
                <a:avLst/>
              </a:prstGeom>
              <a:noFill/>
              <a:ln>
                <a:noFill/>
              </a:ln>
              <a:effectLst/>
            </p:spPr>
            <p:txBody>
              <a:bodyPr vertOverflow="overflow" horzOverflow="overflow" wrap="none" lIns="0" tIns="0" rIns="0" bIns="0" anchor="t" anchorCtr="0">
                <a:noAutofit/>
              </a:bodyPr>
              <a:lstStyle/>
              <a:p>
                <a:r>
                  <a:rPr lang="en-US" sz="338" dirty="0">
                    <a:solidFill>
                      <a:srgbClr val="1D3043"/>
                    </a:solidFill>
                    <a:latin typeface="Arial"/>
                    <a:ea typeface="Arial"/>
                    <a:cs typeface="Arial"/>
                  </a:rPr>
                  <a:t>vox</a:t>
                </a:r>
                <a:endParaRPr lang="en-US" sz="338"/>
              </a:p>
            </p:txBody>
          </p:sp>
        </p:grpSp>
        <p:sp>
          <p:nvSpPr>
            <p:cNvPr id="2629" name="Text | Base summary">
              <a:extLst>
                <a:ext uri="{FF2B5EF4-FFF2-40B4-BE49-F238E27FC236}">
                  <a16:creationId xmlns:a16="http://schemas.microsoft.com/office/drawing/2014/main" id="{BFF092FC-D74F-6728-CA1A-536A8D2D1543}"/>
                </a:ext>
              </a:extLst>
            </p:cNvPr>
            <p:cNvSpPr txBox="1"/>
            <p:nvPr/>
          </p:nvSpPr>
          <p:spPr>
            <a:xfrm>
              <a:off x="2218206" y="2733120"/>
              <a:ext cx="707898" cy="116618"/>
            </a:xfrm>
            <a:prstGeom prst="rect">
              <a:avLst/>
            </a:prstGeom>
            <a:noFill/>
            <a:ln>
              <a:noFill/>
            </a:ln>
            <a:effectLst/>
          </p:spPr>
          <p:txBody>
            <a:bodyPr vertOverflow="overflow" horzOverflow="overflow" wrap="none" lIns="0" tIns="0" rIns="0" bIns="0" anchor="t" anchorCtr="0">
              <a:noAutofit/>
            </a:bodyPr>
            <a:lstStyle/>
            <a:p>
              <a:pPr algn="ctr"/>
              <a:r>
                <a:rPr lang="en-US" sz="463" b="1" dirty="0">
                  <a:solidFill>
                    <a:srgbClr val="1D3043"/>
                  </a:solidFill>
                  <a:latin typeface="Arial"/>
                  <a:ea typeface="Arial"/>
                  <a:cs typeface="Arial"/>
                </a:rPr>
                <a:t>Base summary</a:t>
              </a:r>
              <a:endParaRPr lang="en-US" sz="463"/>
            </a:p>
          </p:txBody>
        </p:sp>
        <p:grpSp>
          <p:nvGrpSpPr>
            <p:cNvPr id="2630" name="Match inputs | pocket independent from local cues">
              <a:extLst>
                <a:ext uri="{FF2B5EF4-FFF2-40B4-BE49-F238E27FC236}">
                  <a16:creationId xmlns:a16="http://schemas.microsoft.com/office/drawing/2014/main" id="{0F09C8E2-DB92-BABE-4C23-B1CA858EEC55}"/>
                </a:ext>
              </a:extLst>
            </p:cNvPr>
            <p:cNvGrpSpPr/>
            <p:nvPr/>
          </p:nvGrpSpPr>
          <p:grpSpPr>
            <a:xfrm>
              <a:off x="1143180" y="3367125"/>
              <a:ext cx="1582474" cy="532170"/>
              <a:chOff x="1143180" y="3367125"/>
              <a:chExt cx="1582474" cy="532170"/>
            </a:xfrm>
          </p:grpSpPr>
          <p:sp>
            <p:nvSpPr>
              <p:cNvPr id="2631" name="rect_2515">
                <a:extLst>
                  <a:ext uri="{FF2B5EF4-FFF2-40B4-BE49-F238E27FC236}">
                    <a16:creationId xmlns:a16="http://schemas.microsoft.com/office/drawing/2014/main" id="{F3062233-445C-4382-D47D-F2FE5021899F}"/>
                  </a:ext>
                </a:extLst>
              </p:cNvPr>
              <p:cNvSpPr/>
              <p:nvPr/>
            </p:nvSpPr>
            <p:spPr>
              <a:xfrm>
                <a:off x="1143180" y="3367125"/>
                <a:ext cx="604440" cy="532170"/>
              </a:xfrm>
              <a:prstGeom prst="roundRect">
                <a:avLst>
                  <a:gd name="adj" fmla="val 3704"/>
                </a:avLst>
              </a:prstGeom>
              <a:solidFill>
                <a:srgbClr val="FCFEFD"/>
              </a:solidFill>
              <a:ln w="3942" cap="rnd" cmpd="sng" algn="ctr">
                <a:solidFill>
                  <a:srgbClr val="C5DED4"/>
                </a:solidFill>
                <a:prstDash val="solid"/>
                <a:round/>
                <a:headEnd type="none" w="med" len="med"/>
                <a:tailEnd type="none" w="med" len="med"/>
              </a:ln>
              <a:effectLst/>
            </p:spPr>
          </p:sp>
          <p:sp>
            <p:nvSpPr>
              <p:cNvPr id="2632" name="Text | Pocket">
                <a:extLst>
                  <a:ext uri="{FF2B5EF4-FFF2-40B4-BE49-F238E27FC236}">
                    <a16:creationId xmlns:a16="http://schemas.microsoft.com/office/drawing/2014/main" id="{94C7B9A3-244A-A0EC-5FC0-557A7ACC0DB8}"/>
                  </a:ext>
                </a:extLst>
              </p:cNvPr>
              <p:cNvSpPr txBox="1"/>
              <p:nvPr/>
            </p:nvSpPr>
            <p:spPr>
              <a:xfrm>
                <a:off x="1261038" y="3376980"/>
                <a:ext cx="368725" cy="125947"/>
              </a:xfrm>
              <a:prstGeom prst="rect">
                <a:avLst/>
              </a:prstGeom>
              <a:noFill/>
              <a:ln>
                <a:noFill/>
              </a:ln>
              <a:effectLst/>
            </p:spPr>
            <p:txBody>
              <a:bodyPr vertOverflow="overflow" horzOverflow="overflow" wrap="none" lIns="0" tIns="0" rIns="0" bIns="0" anchor="t" anchorCtr="0">
                <a:noAutofit/>
              </a:bodyPr>
              <a:lstStyle/>
              <a:p>
                <a:pPr algn="ctr"/>
                <a:r>
                  <a:rPr lang="en-US" sz="500" b="1" dirty="0">
                    <a:solidFill>
                      <a:srgbClr val="1D3043"/>
                    </a:solidFill>
                    <a:latin typeface="Arial"/>
                    <a:ea typeface="Arial"/>
                    <a:cs typeface="Arial"/>
                  </a:rPr>
                  <a:t>Pocket</a:t>
                </a:r>
                <a:endParaRPr lang="en-US" sz="500"/>
              </a:p>
            </p:txBody>
          </p:sp>
          <p:grpSp>
            <p:nvGrpSpPr>
              <p:cNvPr id="2633" name="Local receptor pocket | atom environment">
                <a:extLst>
                  <a:ext uri="{FF2B5EF4-FFF2-40B4-BE49-F238E27FC236}">
                    <a16:creationId xmlns:a16="http://schemas.microsoft.com/office/drawing/2014/main" id="{5249448A-F06B-D23A-1C79-7280D3AB0096}"/>
                  </a:ext>
                </a:extLst>
              </p:cNvPr>
              <p:cNvGrpSpPr/>
              <p:nvPr/>
            </p:nvGrpSpPr>
            <p:grpSpPr>
              <a:xfrm>
                <a:off x="1295748" y="3525328"/>
                <a:ext cx="304113" cy="219890"/>
                <a:chOff x="1295748" y="3525328"/>
                <a:chExt cx="304113" cy="219890"/>
              </a:xfrm>
            </p:grpSpPr>
            <p:sp>
              <p:nvSpPr>
                <p:cNvPr id="2634" name="ellipse_2517">
                  <a:extLst>
                    <a:ext uri="{FF2B5EF4-FFF2-40B4-BE49-F238E27FC236}">
                      <a16:creationId xmlns:a16="http://schemas.microsoft.com/office/drawing/2014/main" id="{88A1D223-B763-68DA-4BB4-035630A38485}"/>
                    </a:ext>
                  </a:extLst>
                </p:cNvPr>
                <p:cNvSpPr/>
                <p:nvPr/>
              </p:nvSpPr>
              <p:spPr>
                <a:xfrm>
                  <a:off x="1343499" y="3569364"/>
                  <a:ext cx="20494" cy="20494"/>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2635" name="ellipse_2518">
                  <a:extLst>
                    <a:ext uri="{FF2B5EF4-FFF2-40B4-BE49-F238E27FC236}">
                      <a16:creationId xmlns:a16="http://schemas.microsoft.com/office/drawing/2014/main" id="{B68DB992-CAD6-1376-7B3E-F0BA1FB6F402}"/>
                    </a:ext>
                  </a:extLst>
                </p:cNvPr>
                <p:cNvSpPr/>
                <p:nvPr/>
              </p:nvSpPr>
              <p:spPr>
                <a:xfrm>
                  <a:off x="1296724" y="3594466"/>
                  <a:ext cx="19197" cy="19197"/>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2636" name="ellipse_2519">
                  <a:extLst>
                    <a:ext uri="{FF2B5EF4-FFF2-40B4-BE49-F238E27FC236}">
                      <a16:creationId xmlns:a16="http://schemas.microsoft.com/office/drawing/2014/main" id="{E24B592F-BDDE-9BFB-03D9-AFCEABB7B2FE}"/>
                    </a:ext>
                  </a:extLst>
                </p:cNvPr>
                <p:cNvSpPr/>
                <p:nvPr/>
              </p:nvSpPr>
              <p:spPr>
                <a:xfrm>
                  <a:off x="1438834" y="3720705"/>
                  <a:ext cx="24513" cy="24513"/>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2637" name="ellipse_2520">
                  <a:extLst>
                    <a:ext uri="{FF2B5EF4-FFF2-40B4-BE49-F238E27FC236}">
                      <a16:creationId xmlns:a16="http://schemas.microsoft.com/office/drawing/2014/main" id="{BEA2C14F-134C-96A9-7B6B-6D4C939A8A0F}"/>
                    </a:ext>
                  </a:extLst>
                </p:cNvPr>
                <p:cNvSpPr/>
                <p:nvPr/>
              </p:nvSpPr>
              <p:spPr>
                <a:xfrm>
                  <a:off x="1501618" y="3664422"/>
                  <a:ext cx="25439" cy="25439"/>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638" name="ellipse_2521">
                  <a:extLst>
                    <a:ext uri="{FF2B5EF4-FFF2-40B4-BE49-F238E27FC236}">
                      <a16:creationId xmlns:a16="http://schemas.microsoft.com/office/drawing/2014/main" id="{DB0BD2A0-DE51-B339-5693-05DB2690C569}"/>
                    </a:ext>
                  </a:extLst>
                </p:cNvPr>
                <p:cNvSpPr/>
                <p:nvPr/>
              </p:nvSpPr>
              <p:spPr>
                <a:xfrm>
                  <a:off x="1321281" y="3628338"/>
                  <a:ext cx="23115" cy="23115"/>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639" name="ellipse_2522">
                  <a:extLst>
                    <a:ext uri="{FF2B5EF4-FFF2-40B4-BE49-F238E27FC236}">
                      <a16:creationId xmlns:a16="http://schemas.microsoft.com/office/drawing/2014/main" id="{22588EB1-8A48-112E-5BB4-D90C11D1E0F7}"/>
                    </a:ext>
                  </a:extLst>
                </p:cNvPr>
                <p:cNvSpPr/>
                <p:nvPr/>
              </p:nvSpPr>
              <p:spPr>
                <a:xfrm>
                  <a:off x="1295748" y="3626085"/>
                  <a:ext cx="19345" cy="19345"/>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2640" name="ellipse_2523">
                  <a:extLst>
                    <a:ext uri="{FF2B5EF4-FFF2-40B4-BE49-F238E27FC236}">
                      <a16:creationId xmlns:a16="http://schemas.microsoft.com/office/drawing/2014/main" id="{599EC452-7C22-BDEA-640B-F8AE3A6044AC}"/>
                    </a:ext>
                  </a:extLst>
                </p:cNvPr>
                <p:cNvSpPr/>
                <p:nvPr/>
              </p:nvSpPr>
              <p:spPr>
                <a:xfrm>
                  <a:off x="1338176" y="3604570"/>
                  <a:ext cx="23202" cy="23202"/>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2641" name="ellipse_2524">
                  <a:extLst>
                    <a:ext uri="{FF2B5EF4-FFF2-40B4-BE49-F238E27FC236}">
                      <a16:creationId xmlns:a16="http://schemas.microsoft.com/office/drawing/2014/main" id="{E142E5DB-CA13-7AC9-52E9-FAD73D82AD41}"/>
                    </a:ext>
                  </a:extLst>
                </p:cNvPr>
                <p:cNvSpPr/>
                <p:nvPr/>
              </p:nvSpPr>
              <p:spPr>
                <a:xfrm>
                  <a:off x="1349937" y="3578135"/>
                  <a:ext cx="25593" cy="25593"/>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2642" name="ellipse_2525">
                  <a:extLst>
                    <a:ext uri="{FF2B5EF4-FFF2-40B4-BE49-F238E27FC236}">
                      <a16:creationId xmlns:a16="http://schemas.microsoft.com/office/drawing/2014/main" id="{12E344A8-B3FC-5D99-FD5B-D1701222BC7A}"/>
                    </a:ext>
                  </a:extLst>
                </p:cNvPr>
                <p:cNvSpPr/>
                <p:nvPr/>
              </p:nvSpPr>
              <p:spPr>
                <a:xfrm>
                  <a:off x="1391990" y="3698653"/>
                  <a:ext cx="18941" cy="18941"/>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2643" name="ellipse_2526">
                  <a:extLst>
                    <a:ext uri="{FF2B5EF4-FFF2-40B4-BE49-F238E27FC236}">
                      <a16:creationId xmlns:a16="http://schemas.microsoft.com/office/drawing/2014/main" id="{EB01FB78-2ABE-4C4A-07A1-828C80AEE1A5}"/>
                    </a:ext>
                  </a:extLst>
                </p:cNvPr>
                <p:cNvSpPr/>
                <p:nvPr/>
              </p:nvSpPr>
              <p:spPr>
                <a:xfrm>
                  <a:off x="1335383" y="3592607"/>
                  <a:ext cx="16783" cy="16783"/>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2644" name="ellipse_2527">
                  <a:extLst>
                    <a:ext uri="{FF2B5EF4-FFF2-40B4-BE49-F238E27FC236}">
                      <a16:creationId xmlns:a16="http://schemas.microsoft.com/office/drawing/2014/main" id="{65F38B43-DDF6-E547-7522-B088084C8EFA}"/>
                    </a:ext>
                  </a:extLst>
                </p:cNvPr>
                <p:cNvSpPr/>
                <p:nvPr/>
              </p:nvSpPr>
              <p:spPr>
                <a:xfrm>
                  <a:off x="1421016" y="3723168"/>
                  <a:ext cx="20110" cy="20110"/>
                </a:xfrm>
                <a:prstGeom prst="ellipse">
                  <a:avLst/>
                </a:prstGeom>
                <a:gradFill flip="none" rotWithShape="1">
                  <a:gsLst>
                    <a:gs pos="0">
                      <a:srgbClr val="F6F7F9"/>
                    </a:gs>
                    <a:gs pos="43000">
                      <a:srgbClr val="D2DAE0"/>
                    </a:gs>
                    <a:gs pos="100000">
                      <a:srgbClr val="AAB6BF"/>
                    </a:gs>
                  </a:gsLst>
                  <a:lin ang="2700000" scaled="1"/>
                  <a:tileRect/>
                </a:gradFill>
                <a:ln w="1807" cap="rnd" cmpd="sng" algn="ctr">
                  <a:noFill/>
                  <a:prstDash val="solid"/>
                  <a:round/>
                  <a:headEnd type="none" w="med" len="med"/>
                  <a:tailEnd type="none" w="med" len="med"/>
                </a:ln>
                <a:effectLst/>
              </p:spPr>
            </p:sp>
            <p:sp>
              <p:nvSpPr>
                <p:cNvPr id="2645" name="ellipse_2528">
                  <a:extLst>
                    <a:ext uri="{FF2B5EF4-FFF2-40B4-BE49-F238E27FC236}">
                      <a16:creationId xmlns:a16="http://schemas.microsoft.com/office/drawing/2014/main" id="{6B665531-C7CF-F366-BDDF-B176379FCAF8}"/>
                    </a:ext>
                  </a:extLst>
                </p:cNvPr>
                <p:cNvSpPr/>
                <p:nvPr/>
              </p:nvSpPr>
              <p:spPr>
                <a:xfrm>
                  <a:off x="1366273" y="3564666"/>
                  <a:ext cx="21791" cy="21791"/>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2646" name="ellipse_2529">
                  <a:extLst>
                    <a:ext uri="{FF2B5EF4-FFF2-40B4-BE49-F238E27FC236}">
                      <a16:creationId xmlns:a16="http://schemas.microsoft.com/office/drawing/2014/main" id="{E07A0391-006F-1C8D-E557-247FC5264A45}"/>
                    </a:ext>
                  </a:extLst>
                </p:cNvPr>
                <p:cNvSpPr/>
                <p:nvPr/>
              </p:nvSpPr>
              <p:spPr>
                <a:xfrm>
                  <a:off x="1327790" y="3609446"/>
                  <a:ext cx="20508" cy="20508"/>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2647" name="ellipse_2530">
                  <a:extLst>
                    <a:ext uri="{FF2B5EF4-FFF2-40B4-BE49-F238E27FC236}">
                      <a16:creationId xmlns:a16="http://schemas.microsoft.com/office/drawing/2014/main" id="{FEBCB910-2248-FAB2-F005-A0C27599572C}"/>
                    </a:ext>
                  </a:extLst>
                </p:cNvPr>
                <p:cNvSpPr/>
                <p:nvPr/>
              </p:nvSpPr>
              <p:spPr>
                <a:xfrm>
                  <a:off x="1408118" y="3688755"/>
                  <a:ext cx="22554" cy="22554"/>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2648" name="ellipse_2531">
                  <a:extLst>
                    <a:ext uri="{FF2B5EF4-FFF2-40B4-BE49-F238E27FC236}">
                      <a16:creationId xmlns:a16="http://schemas.microsoft.com/office/drawing/2014/main" id="{F8C1FCA3-EE20-EF0F-0BC8-EF909BAA1164}"/>
                    </a:ext>
                  </a:extLst>
                </p:cNvPr>
                <p:cNvSpPr/>
                <p:nvPr/>
              </p:nvSpPr>
              <p:spPr>
                <a:xfrm>
                  <a:off x="1428373" y="3713303"/>
                  <a:ext cx="24738" cy="24738"/>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2649" name="ellipse_2532">
                  <a:extLst>
                    <a:ext uri="{FF2B5EF4-FFF2-40B4-BE49-F238E27FC236}">
                      <a16:creationId xmlns:a16="http://schemas.microsoft.com/office/drawing/2014/main" id="{5BD66FEF-CAA2-8251-D317-ADA523435871}"/>
                    </a:ext>
                  </a:extLst>
                </p:cNvPr>
                <p:cNvSpPr/>
                <p:nvPr/>
              </p:nvSpPr>
              <p:spPr>
                <a:xfrm>
                  <a:off x="1547670" y="3653309"/>
                  <a:ext cx="21842" cy="21842"/>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2650" name="ellipse_2533">
                  <a:extLst>
                    <a:ext uri="{FF2B5EF4-FFF2-40B4-BE49-F238E27FC236}">
                      <a16:creationId xmlns:a16="http://schemas.microsoft.com/office/drawing/2014/main" id="{797F269E-A8C5-0DDB-B62A-666E743DF1FA}"/>
                    </a:ext>
                  </a:extLst>
                </p:cNvPr>
                <p:cNvSpPr/>
                <p:nvPr/>
              </p:nvSpPr>
              <p:spPr>
                <a:xfrm>
                  <a:off x="1517557" y="3700982"/>
                  <a:ext cx="20964" cy="20964"/>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2651" name="ellipse_2534">
                  <a:extLst>
                    <a:ext uri="{FF2B5EF4-FFF2-40B4-BE49-F238E27FC236}">
                      <a16:creationId xmlns:a16="http://schemas.microsoft.com/office/drawing/2014/main" id="{49E2F429-34AC-9B41-534F-A4CEB1B132F5}"/>
                    </a:ext>
                  </a:extLst>
                </p:cNvPr>
                <p:cNvSpPr/>
                <p:nvPr/>
              </p:nvSpPr>
              <p:spPr>
                <a:xfrm>
                  <a:off x="1535521" y="3630252"/>
                  <a:ext cx="17917" cy="17917"/>
                </a:xfrm>
                <a:prstGeom prst="ellipse">
                  <a:avLst/>
                </a:prstGeom>
                <a:gradFill flip="none" rotWithShape="1">
                  <a:gsLst>
                    <a:gs pos="0">
                      <a:srgbClr val="F7F9FA"/>
                    </a:gs>
                    <a:gs pos="43000">
                      <a:srgbClr val="D9E0E5"/>
                    </a:gs>
                    <a:gs pos="100000">
                      <a:srgbClr val="B1BDC5"/>
                    </a:gs>
                  </a:gsLst>
                  <a:lin ang="2700000" scaled="1"/>
                  <a:tileRect/>
                </a:gradFill>
                <a:ln w="1807" cap="rnd" cmpd="sng" algn="ctr">
                  <a:noFill/>
                  <a:prstDash val="solid"/>
                  <a:round/>
                  <a:headEnd type="none" w="med" len="med"/>
                  <a:tailEnd type="none" w="med" len="med"/>
                </a:ln>
                <a:effectLst/>
              </p:spPr>
            </p:sp>
            <p:sp>
              <p:nvSpPr>
                <p:cNvPr id="2652" name="ellipse_2535">
                  <a:extLst>
                    <a:ext uri="{FF2B5EF4-FFF2-40B4-BE49-F238E27FC236}">
                      <a16:creationId xmlns:a16="http://schemas.microsoft.com/office/drawing/2014/main" id="{26D22E16-9079-4F36-D0D5-62496F57A51D}"/>
                    </a:ext>
                  </a:extLst>
                </p:cNvPr>
                <p:cNvSpPr/>
                <p:nvPr/>
              </p:nvSpPr>
              <p:spPr>
                <a:xfrm>
                  <a:off x="1344039" y="3678107"/>
                  <a:ext cx="21719" cy="21719"/>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2653" name="ellipse_2536">
                  <a:extLst>
                    <a:ext uri="{FF2B5EF4-FFF2-40B4-BE49-F238E27FC236}">
                      <a16:creationId xmlns:a16="http://schemas.microsoft.com/office/drawing/2014/main" id="{2EB43F91-0656-8BE4-9186-BF085EB70AD9}"/>
                    </a:ext>
                  </a:extLst>
                </p:cNvPr>
                <p:cNvSpPr/>
                <p:nvPr/>
              </p:nvSpPr>
              <p:spPr>
                <a:xfrm>
                  <a:off x="1486134" y="3678415"/>
                  <a:ext cx="22120" cy="22120"/>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2654" name="ellipse_2537">
                  <a:extLst>
                    <a:ext uri="{FF2B5EF4-FFF2-40B4-BE49-F238E27FC236}">
                      <a16:creationId xmlns:a16="http://schemas.microsoft.com/office/drawing/2014/main" id="{E29B7CA2-2777-D3CF-3C0F-87757428C06B}"/>
                    </a:ext>
                  </a:extLst>
                </p:cNvPr>
                <p:cNvSpPr/>
                <p:nvPr/>
              </p:nvSpPr>
              <p:spPr>
                <a:xfrm>
                  <a:off x="1538537" y="3597777"/>
                  <a:ext cx="22828" cy="22828"/>
                </a:xfrm>
                <a:prstGeom prst="ellipse">
                  <a:avLst/>
                </a:prstGeom>
                <a:gradFill flip="none" rotWithShape="1">
                  <a:gsLst>
                    <a:gs pos="0">
                      <a:srgbClr val="F5F7F8"/>
                    </a:gs>
                    <a:gs pos="43000">
                      <a:srgbClr val="CFD7DE"/>
                    </a:gs>
                    <a:gs pos="100000">
                      <a:srgbClr val="A5B3BD"/>
                    </a:gs>
                  </a:gsLst>
                  <a:lin ang="2700000" scaled="1"/>
                  <a:tileRect/>
                </a:gradFill>
                <a:ln w="1807" cap="rnd" cmpd="sng" algn="ctr">
                  <a:noFill/>
                  <a:prstDash val="solid"/>
                  <a:round/>
                  <a:headEnd type="none" w="med" len="med"/>
                  <a:tailEnd type="none" w="med" len="med"/>
                </a:ln>
                <a:effectLst/>
              </p:spPr>
            </p:sp>
            <p:sp>
              <p:nvSpPr>
                <p:cNvPr id="2655" name="ellipse_2538">
                  <a:extLst>
                    <a:ext uri="{FF2B5EF4-FFF2-40B4-BE49-F238E27FC236}">
                      <a16:creationId xmlns:a16="http://schemas.microsoft.com/office/drawing/2014/main" id="{085F5639-D4A7-FC63-682D-42016B505331}"/>
                    </a:ext>
                  </a:extLst>
                </p:cNvPr>
                <p:cNvSpPr/>
                <p:nvPr/>
              </p:nvSpPr>
              <p:spPr>
                <a:xfrm>
                  <a:off x="1401131" y="3720374"/>
                  <a:ext cx="16876" cy="16876"/>
                </a:xfrm>
                <a:prstGeom prst="ellipse">
                  <a:avLst/>
                </a:prstGeom>
                <a:gradFill flip="none" rotWithShape="1">
                  <a:gsLst>
                    <a:gs pos="0">
                      <a:srgbClr val="F6F7F9"/>
                    </a:gs>
                    <a:gs pos="43000">
                      <a:srgbClr val="D2DAE0"/>
                    </a:gs>
                    <a:gs pos="100000">
                      <a:srgbClr val="A9B5BF"/>
                    </a:gs>
                  </a:gsLst>
                  <a:lin ang="2700000" scaled="1"/>
                  <a:tileRect/>
                </a:gradFill>
                <a:ln w="1807" cap="rnd" cmpd="sng" algn="ctr">
                  <a:noFill/>
                  <a:prstDash val="solid"/>
                  <a:round/>
                  <a:headEnd type="none" w="med" len="med"/>
                  <a:tailEnd type="none" w="med" len="med"/>
                </a:ln>
                <a:effectLst/>
              </p:spPr>
            </p:sp>
            <p:sp>
              <p:nvSpPr>
                <p:cNvPr id="2656" name="ellipse_2539">
                  <a:extLst>
                    <a:ext uri="{FF2B5EF4-FFF2-40B4-BE49-F238E27FC236}">
                      <a16:creationId xmlns:a16="http://schemas.microsoft.com/office/drawing/2014/main" id="{46BEBD27-6D71-A8E2-BFC5-84FB5AF1768E}"/>
                    </a:ext>
                  </a:extLst>
                </p:cNvPr>
                <p:cNvSpPr/>
                <p:nvPr/>
              </p:nvSpPr>
              <p:spPr>
                <a:xfrm>
                  <a:off x="1525941" y="3593109"/>
                  <a:ext cx="21620" cy="21620"/>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2657" name="ellipse_2540">
                  <a:extLst>
                    <a:ext uri="{FF2B5EF4-FFF2-40B4-BE49-F238E27FC236}">
                      <a16:creationId xmlns:a16="http://schemas.microsoft.com/office/drawing/2014/main" id="{C7CC90B4-C719-7A8A-117E-66BAE1AF1AF2}"/>
                    </a:ext>
                  </a:extLst>
                </p:cNvPr>
                <p:cNvSpPr/>
                <p:nvPr/>
              </p:nvSpPr>
              <p:spPr>
                <a:xfrm>
                  <a:off x="1462052" y="3689103"/>
                  <a:ext cx="24723" cy="24723"/>
                </a:xfrm>
                <a:prstGeom prst="ellipse">
                  <a:avLst/>
                </a:prstGeom>
                <a:gradFill flip="none" rotWithShape="1">
                  <a:gsLst>
                    <a:gs pos="0">
                      <a:srgbClr val="F5F6F8"/>
                    </a:gs>
                    <a:gs pos="43000">
                      <a:srgbClr val="CDD6DC"/>
                    </a:gs>
                    <a:gs pos="100000">
                      <a:srgbClr val="A4B1BB"/>
                    </a:gs>
                  </a:gsLst>
                  <a:lin ang="2700000" scaled="1"/>
                  <a:tileRect/>
                </a:gradFill>
                <a:ln w="1807" cap="rnd" cmpd="sng" algn="ctr">
                  <a:noFill/>
                  <a:prstDash val="solid"/>
                  <a:round/>
                  <a:headEnd type="none" w="med" len="med"/>
                  <a:tailEnd type="none" w="med" len="med"/>
                </a:ln>
                <a:effectLst/>
              </p:spPr>
            </p:sp>
            <p:sp>
              <p:nvSpPr>
                <p:cNvPr id="2658" name="ellipse_2541">
                  <a:extLst>
                    <a:ext uri="{FF2B5EF4-FFF2-40B4-BE49-F238E27FC236}">
                      <a16:creationId xmlns:a16="http://schemas.microsoft.com/office/drawing/2014/main" id="{9630CF59-25CC-5D7B-DC38-4A35AF3A4FF2}"/>
                    </a:ext>
                  </a:extLst>
                </p:cNvPr>
                <p:cNvSpPr/>
                <p:nvPr/>
              </p:nvSpPr>
              <p:spPr>
                <a:xfrm>
                  <a:off x="1338003" y="3621442"/>
                  <a:ext cx="17209" cy="17209"/>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659" name="ellipse_2542">
                  <a:extLst>
                    <a:ext uri="{FF2B5EF4-FFF2-40B4-BE49-F238E27FC236}">
                      <a16:creationId xmlns:a16="http://schemas.microsoft.com/office/drawing/2014/main" id="{A0BD32DC-62BE-4C47-D94C-1C6AA9E3574D}"/>
                    </a:ext>
                  </a:extLst>
                </p:cNvPr>
                <p:cNvSpPr/>
                <p:nvPr/>
              </p:nvSpPr>
              <p:spPr>
                <a:xfrm>
                  <a:off x="1436611" y="3687896"/>
                  <a:ext cx="16365" cy="16365"/>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2660" name="ellipse_2543">
                  <a:extLst>
                    <a:ext uri="{FF2B5EF4-FFF2-40B4-BE49-F238E27FC236}">
                      <a16:creationId xmlns:a16="http://schemas.microsoft.com/office/drawing/2014/main" id="{B06904AA-F6F1-9CD0-C366-E3B966D12946}"/>
                    </a:ext>
                  </a:extLst>
                </p:cNvPr>
                <p:cNvSpPr/>
                <p:nvPr/>
              </p:nvSpPr>
              <p:spPr>
                <a:xfrm>
                  <a:off x="1387354" y="3566640"/>
                  <a:ext cx="17190" cy="17190"/>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2661" name="ellipse_2544">
                  <a:extLst>
                    <a:ext uri="{FF2B5EF4-FFF2-40B4-BE49-F238E27FC236}">
                      <a16:creationId xmlns:a16="http://schemas.microsoft.com/office/drawing/2014/main" id="{1420D745-C594-BCDD-4C14-9710DE9E2B7C}"/>
                    </a:ext>
                  </a:extLst>
                </p:cNvPr>
                <p:cNvSpPr/>
                <p:nvPr/>
              </p:nvSpPr>
              <p:spPr>
                <a:xfrm>
                  <a:off x="1453977" y="3540995"/>
                  <a:ext cx="18775" cy="18775"/>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2662" name="ellipse_2545">
                  <a:extLst>
                    <a:ext uri="{FF2B5EF4-FFF2-40B4-BE49-F238E27FC236}">
                      <a16:creationId xmlns:a16="http://schemas.microsoft.com/office/drawing/2014/main" id="{5516C037-5E67-B9DD-55D5-4B6B6BB35884}"/>
                    </a:ext>
                  </a:extLst>
                </p:cNvPr>
                <p:cNvSpPr/>
                <p:nvPr/>
              </p:nvSpPr>
              <p:spPr>
                <a:xfrm>
                  <a:off x="1487168" y="3548389"/>
                  <a:ext cx="16148" cy="16148"/>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663" name="ellipse_2546">
                  <a:extLst>
                    <a:ext uri="{FF2B5EF4-FFF2-40B4-BE49-F238E27FC236}">
                      <a16:creationId xmlns:a16="http://schemas.microsoft.com/office/drawing/2014/main" id="{331AD744-214C-5600-A61B-0218C40BBA92}"/>
                    </a:ext>
                  </a:extLst>
                </p:cNvPr>
                <p:cNvSpPr/>
                <p:nvPr/>
              </p:nvSpPr>
              <p:spPr>
                <a:xfrm>
                  <a:off x="1536436" y="3643342"/>
                  <a:ext cx="21862" cy="21862"/>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2664" name="ellipse_2547">
                  <a:extLst>
                    <a:ext uri="{FF2B5EF4-FFF2-40B4-BE49-F238E27FC236}">
                      <a16:creationId xmlns:a16="http://schemas.microsoft.com/office/drawing/2014/main" id="{9AADAE9E-E15D-A119-0E07-C6D4B5FA1F16}"/>
                    </a:ext>
                  </a:extLst>
                </p:cNvPr>
                <p:cNvSpPr/>
                <p:nvPr/>
              </p:nvSpPr>
              <p:spPr>
                <a:xfrm>
                  <a:off x="1542031" y="3603619"/>
                  <a:ext cx="25264" cy="25264"/>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2665" name="ellipse_2548">
                  <a:extLst>
                    <a:ext uri="{FF2B5EF4-FFF2-40B4-BE49-F238E27FC236}">
                      <a16:creationId xmlns:a16="http://schemas.microsoft.com/office/drawing/2014/main" id="{E809C9FA-2013-32B3-56AB-E91FA734CF4C}"/>
                    </a:ext>
                  </a:extLst>
                </p:cNvPr>
                <p:cNvSpPr/>
                <p:nvPr/>
              </p:nvSpPr>
              <p:spPr>
                <a:xfrm>
                  <a:off x="1434762" y="3711046"/>
                  <a:ext cx="16788" cy="16788"/>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2666" name="ellipse_2549">
                  <a:extLst>
                    <a:ext uri="{FF2B5EF4-FFF2-40B4-BE49-F238E27FC236}">
                      <a16:creationId xmlns:a16="http://schemas.microsoft.com/office/drawing/2014/main" id="{0A6C4A20-E7AA-437E-D2E1-3B99CB1B7998}"/>
                    </a:ext>
                  </a:extLst>
                </p:cNvPr>
                <p:cNvSpPr/>
                <p:nvPr/>
              </p:nvSpPr>
              <p:spPr>
                <a:xfrm>
                  <a:off x="1543438" y="3672057"/>
                  <a:ext cx="23717" cy="23717"/>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2667" name="ellipse_2550">
                  <a:extLst>
                    <a:ext uri="{FF2B5EF4-FFF2-40B4-BE49-F238E27FC236}">
                      <a16:creationId xmlns:a16="http://schemas.microsoft.com/office/drawing/2014/main" id="{76961951-2126-7C97-C52D-B363FC2B9178}"/>
                    </a:ext>
                  </a:extLst>
                </p:cNvPr>
                <p:cNvSpPr/>
                <p:nvPr/>
              </p:nvSpPr>
              <p:spPr>
                <a:xfrm>
                  <a:off x="1529817" y="3654293"/>
                  <a:ext cx="15593" cy="15593"/>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2668" name="ellipse_2551">
                  <a:extLst>
                    <a:ext uri="{FF2B5EF4-FFF2-40B4-BE49-F238E27FC236}">
                      <a16:creationId xmlns:a16="http://schemas.microsoft.com/office/drawing/2014/main" id="{0FF2227F-3C92-3A58-DF77-AD796CC5C92B}"/>
                    </a:ext>
                  </a:extLst>
                </p:cNvPr>
                <p:cNvSpPr/>
                <p:nvPr/>
              </p:nvSpPr>
              <p:spPr>
                <a:xfrm>
                  <a:off x="1550063" y="3626271"/>
                  <a:ext cx="18725" cy="18725"/>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2669" name="ellipse_2552">
                  <a:extLst>
                    <a:ext uri="{FF2B5EF4-FFF2-40B4-BE49-F238E27FC236}">
                      <a16:creationId xmlns:a16="http://schemas.microsoft.com/office/drawing/2014/main" id="{13E52A0E-F5F3-7C87-EEE7-BC1912B61999}"/>
                    </a:ext>
                  </a:extLst>
                </p:cNvPr>
                <p:cNvSpPr/>
                <p:nvPr/>
              </p:nvSpPr>
              <p:spPr>
                <a:xfrm>
                  <a:off x="1395088" y="3533435"/>
                  <a:ext cx="15948" cy="15948"/>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2670" name="ellipse_2553">
                  <a:extLst>
                    <a:ext uri="{FF2B5EF4-FFF2-40B4-BE49-F238E27FC236}">
                      <a16:creationId xmlns:a16="http://schemas.microsoft.com/office/drawing/2014/main" id="{9E73F127-3D2B-3B66-9A9A-BD0FB497149C}"/>
                    </a:ext>
                  </a:extLst>
                </p:cNvPr>
                <p:cNvSpPr/>
                <p:nvPr/>
              </p:nvSpPr>
              <p:spPr>
                <a:xfrm>
                  <a:off x="1313742" y="3573420"/>
                  <a:ext cx="15496" cy="15496"/>
                </a:xfrm>
                <a:prstGeom prst="ellipse">
                  <a:avLst/>
                </a:prstGeom>
                <a:gradFill flip="none" rotWithShape="1">
                  <a:gsLst>
                    <a:gs pos="0">
                      <a:srgbClr val="F6F8F9"/>
                    </a:gs>
                    <a:gs pos="43000">
                      <a:srgbClr val="D5DCE3"/>
                    </a:gs>
                    <a:gs pos="100000">
                      <a:srgbClr val="ADB8C2"/>
                    </a:gs>
                  </a:gsLst>
                  <a:lin ang="2700000" scaled="1"/>
                  <a:tileRect/>
                </a:gradFill>
                <a:ln w="1807" cap="rnd" cmpd="sng" algn="ctr">
                  <a:noFill/>
                  <a:prstDash val="solid"/>
                  <a:round/>
                  <a:headEnd type="none" w="med" len="med"/>
                  <a:tailEnd type="none" w="med" len="med"/>
                </a:ln>
                <a:effectLst/>
              </p:spPr>
            </p:sp>
            <p:sp>
              <p:nvSpPr>
                <p:cNvPr id="2671" name="ellipse_2554">
                  <a:extLst>
                    <a:ext uri="{FF2B5EF4-FFF2-40B4-BE49-F238E27FC236}">
                      <a16:creationId xmlns:a16="http://schemas.microsoft.com/office/drawing/2014/main" id="{7C0D9757-ED35-AC1F-E8EE-F63D405CD46B}"/>
                    </a:ext>
                  </a:extLst>
                </p:cNvPr>
                <p:cNvSpPr/>
                <p:nvPr/>
              </p:nvSpPr>
              <p:spPr>
                <a:xfrm>
                  <a:off x="1329291" y="3672157"/>
                  <a:ext cx="23375" cy="23375"/>
                </a:xfrm>
                <a:prstGeom prst="ellipse">
                  <a:avLst/>
                </a:prstGeom>
                <a:gradFill flip="none" rotWithShape="1">
                  <a:gsLst>
                    <a:gs pos="0">
                      <a:srgbClr val="F7F9FA"/>
                    </a:gs>
                    <a:gs pos="43000">
                      <a:srgbClr val="DAE0E6"/>
                    </a:gs>
                    <a:gs pos="100000">
                      <a:srgbClr val="B2BDC6"/>
                    </a:gs>
                  </a:gsLst>
                  <a:lin ang="2700000" scaled="1"/>
                  <a:tileRect/>
                </a:gradFill>
                <a:ln w="1807" cap="rnd" cmpd="sng" algn="ctr">
                  <a:noFill/>
                  <a:prstDash val="solid"/>
                  <a:round/>
                  <a:headEnd type="none" w="med" len="med"/>
                  <a:tailEnd type="none" w="med" len="med"/>
                </a:ln>
                <a:effectLst/>
              </p:spPr>
            </p:sp>
            <p:sp>
              <p:nvSpPr>
                <p:cNvPr id="2672" name="ellipse_2555">
                  <a:extLst>
                    <a:ext uri="{FF2B5EF4-FFF2-40B4-BE49-F238E27FC236}">
                      <a16:creationId xmlns:a16="http://schemas.microsoft.com/office/drawing/2014/main" id="{2A3CF365-C108-8593-F404-65C898E802C5}"/>
                    </a:ext>
                  </a:extLst>
                </p:cNvPr>
                <p:cNvSpPr/>
                <p:nvPr/>
              </p:nvSpPr>
              <p:spPr>
                <a:xfrm>
                  <a:off x="1307786" y="3621846"/>
                  <a:ext cx="22071" cy="22071"/>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2673" name="ellipse_2556">
                  <a:extLst>
                    <a:ext uri="{FF2B5EF4-FFF2-40B4-BE49-F238E27FC236}">
                      <a16:creationId xmlns:a16="http://schemas.microsoft.com/office/drawing/2014/main" id="{EA71AF09-46AD-6A64-AC87-CAF58FB4C815}"/>
                    </a:ext>
                  </a:extLst>
                </p:cNvPr>
                <p:cNvSpPr/>
                <p:nvPr/>
              </p:nvSpPr>
              <p:spPr>
                <a:xfrm>
                  <a:off x="1584475" y="3627694"/>
                  <a:ext cx="15386" cy="15386"/>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2674" name="ellipse_2557">
                  <a:extLst>
                    <a:ext uri="{FF2B5EF4-FFF2-40B4-BE49-F238E27FC236}">
                      <a16:creationId xmlns:a16="http://schemas.microsoft.com/office/drawing/2014/main" id="{90530280-AD85-F5A6-4F7F-E355CB756223}"/>
                    </a:ext>
                  </a:extLst>
                </p:cNvPr>
                <p:cNvSpPr/>
                <p:nvPr/>
              </p:nvSpPr>
              <p:spPr>
                <a:xfrm>
                  <a:off x="1453895" y="3558216"/>
                  <a:ext cx="24625" cy="24625"/>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2675" name="ellipse_2558">
                  <a:extLst>
                    <a:ext uri="{FF2B5EF4-FFF2-40B4-BE49-F238E27FC236}">
                      <a16:creationId xmlns:a16="http://schemas.microsoft.com/office/drawing/2014/main" id="{83955EDD-E309-BB18-1180-AF61478EABC8}"/>
                    </a:ext>
                  </a:extLst>
                </p:cNvPr>
                <p:cNvSpPr/>
                <p:nvPr/>
              </p:nvSpPr>
              <p:spPr>
                <a:xfrm>
                  <a:off x="1514397" y="3669171"/>
                  <a:ext cx="15296" cy="15296"/>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2676" name="ellipse_2559">
                  <a:extLst>
                    <a:ext uri="{FF2B5EF4-FFF2-40B4-BE49-F238E27FC236}">
                      <a16:creationId xmlns:a16="http://schemas.microsoft.com/office/drawing/2014/main" id="{6DCBDEF5-DB8A-FC18-92B6-A47489474647}"/>
                    </a:ext>
                  </a:extLst>
                </p:cNvPr>
                <p:cNvSpPr/>
                <p:nvPr/>
              </p:nvSpPr>
              <p:spPr>
                <a:xfrm>
                  <a:off x="1502877" y="3686988"/>
                  <a:ext cx="19310" cy="19310"/>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2677" name="ellipse_2560">
                  <a:extLst>
                    <a:ext uri="{FF2B5EF4-FFF2-40B4-BE49-F238E27FC236}">
                      <a16:creationId xmlns:a16="http://schemas.microsoft.com/office/drawing/2014/main" id="{3CDC3635-A3EB-A045-6BEB-E5C1D4D22A99}"/>
                    </a:ext>
                  </a:extLst>
                </p:cNvPr>
                <p:cNvSpPr/>
                <p:nvPr/>
              </p:nvSpPr>
              <p:spPr>
                <a:xfrm>
                  <a:off x="1507745" y="3695631"/>
                  <a:ext cx="15466" cy="15466"/>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2678" name="ellipse_2561">
                  <a:extLst>
                    <a:ext uri="{FF2B5EF4-FFF2-40B4-BE49-F238E27FC236}">
                      <a16:creationId xmlns:a16="http://schemas.microsoft.com/office/drawing/2014/main" id="{D79C3108-05B0-C1DB-89AF-60083454275F}"/>
                    </a:ext>
                  </a:extLst>
                </p:cNvPr>
                <p:cNvSpPr/>
                <p:nvPr/>
              </p:nvSpPr>
              <p:spPr>
                <a:xfrm>
                  <a:off x="1432818" y="3538051"/>
                  <a:ext cx="19094" cy="19094"/>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2679" name="ellipse_2562">
                  <a:extLst>
                    <a:ext uri="{FF2B5EF4-FFF2-40B4-BE49-F238E27FC236}">
                      <a16:creationId xmlns:a16="http://schemas.microsoft.com/office/drawing/2014/main" id="{967ABA25-5670-BF76-830A-2785DA6FCFD8}"/>
                    </a:ext>
                  </a:extLst>
                </p:cNvPr>
                <p:cNvSpPr/>
                <p:nvPr/>
              </p:nvSpPr>
              <p:spPr>
                <a:xfrm>
                  <a:off x="1511410" y="3670510"/>
                  <a:ext cx="18124" cy="18124"/>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2680" name="ellipse_2563">
                  <a:extLst>
                    <a:ext uri="{FF2B5EF4-FFF2-40B4-BE49-F238E27FC236}">
                      <a16:creationId xmlns:a16="http://schemas.microsoft.com/office/drawing/2014/main" id="{67D3FEE0-6019-732C-AB18-5ACD43A10AC4}"/>
                    </a:ext>
                  </a:extLst>
                </p:cNvPr>
                <p:cNvSpPr/>
                <p:nvPr/>
              </p:nvSpPr>
              <p:spPr>
                <a:xfrm>
                  <a:off x="1465959" y="3697582"/>
                  <a:ext cx="20714" cy="20714"/>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2681" name="ellipse_2564">
                  <a:extLst>
                    <a:ext uri="{FF2B5EF4-FFF2-40B4-BE49-F238E27FC236}">
                      <a16:creationId xmlns:a16="http://schemas.microsoft.com/office/drawing/2014/main" id="{4A4BFB0E-A1EE-2D92-3707-3DC92E3B2DB7}"/>
                    </a:ext>
                  </a:extLst>
                </p:cNvPr>
                <p:cNvSpPr/>
                <p:nvPr/>
              </p:nvSpPr>
              <p:spPr>
                <a:xfrm>
                  <a:off x="1421039" y="3688264"/>
                  <a:ext cx="20580" cy="20580"/>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2682" name="ellipse_2565">
                  <a:extLst>
                    <a:ext uri="{FF2B5EF4-FFF2-40B4-BE49-F238E27FC236}">
                      <a16:creationId xmlns:a16="http://schemas.microsoft.com/office/drawing/2014/main" id="{B4D87A8D-CEC3-E9F5-BE30-A972571F625E}"/>
                    </a:ext>
                  </a:extLst>
                </p:cNvPr>
                <p:cNvSpPr/>
                <p:nvPr/>
              </p:nvSpPr>
              <p:spPr>
                <a:xfrm>
                  <a:off x="1317547" y="3643031"/>
                  <a:ext cx="24656" cy="24656"/>
                </a:xfrm>
                <a:prstGeom prst="ellipse">
                  <a:avLst/>
                </a:prstGeom>
                <a:gradFill flip="none" rotWithShape="1">
                  <a:gsLst>
                    <a:gs pos="0">
                      <a:srgbClr val="F6F7F8"/>
                    </a:gs>
                    <a:gs pos="43000">
                      <a:srgbClr val="D2DADF"/>
                    </a:gs>
                    <a:gs pos="100000">
                      <a:srgbClr val="A9B5BE"/>
                    </a:gs>
                  </a:gsLst>
                  <a:lin ang="2700000" scaled="1"/>
                  <a:tileRect/>
                </a:gradFill>
                <a:ln w="1807" cap="rnd" cmpd="sng" algn="ctr">
                  <a:noFill/>
                  <a:prstDash val="solid"/>
                  <a:round/>
                  <a:headEnd type="none" w="med" len="med"/>
                  <a:tailEnd type="none" w="med" len="med"/>
                </a:ln>
                <a:effectLst/>
              </p:spPr>
            </p:sp>
            <p:sp>
              <p:nvSpPr>
                <p:cNvPr id="2683" name="ellipse_2566">
                  <a:extLst>
                    <a:ext uri="{FF2B5EF4-FFF2-40B4-BE49-F238E27FC236}">
                      <a16:creationId xmlns:a16="http://schemas.microsoft.com/office/drawing/2014/main" id="{43868739-368E-1B32-24E7-9BEEE679A0A4}"/>
                    </a:ext>
                  </a:extLst>
                </p:cNvPr>
                <p:cNvSpPr/>
                <p:nvPr/>
              </p:nvSpPr>
              <p:spPr>
                <a:xfrm>
                  <a:off x="1490146" y="3564893"/>
                  <a:ext cx="23114" cy="23114"/>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2684" name="ellipse_2567">
                  <a:extLst>
                    <a:ext uri="{FF2B5EF4-FFF2-40B4-BE49-F238E27FC236}">
                      <a16:creationId xmlns:a16="http://schemas.microsoft.com/office/drawing/2014/main" id="{366FBAC6-D00D-90CD-AB12-56F04542E10D}"/>
                    </a:ext>
                  </a:extLst>
                </p:cNvPr>
                <p:cNvSpPr/>
                <p:nvPr/>
              </p:nvSpPr>
              <p:spPr>
                <a:xfrm>
                  <a:off x="1318021" y="3588334"/>
                  <a:ext cx="19866" cy="19866"/>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2685" name="ellipse_2568">
                  <a:extLst>
                    <a:ext uri="{FF2B5EF4-FFF2-40B4-BE49-F238E27FC236}">
                      <a16:creationId xmlns:a16="http://schemas.microsoft.com/office/drawing/2014/main" id="{ECF0E5B9-D081-FEC4-90DC-9AC0A720B7B1}"/>
                    </a:ext>
                  </a:extLst>
                </p:cNvPr>
                <p:cNvSpPr/>
                <p:nvPr/>
              </p:nvSpPr>
              <p:spPr>
                <a:xfrm>
                  <a:off x="1478242" y="3571021"/>
                  <a:ext cx="21106" cy="21106"/>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2686" name="ellipse_2569">
                  <a:extLst>
                    <a:ext uri="{FF2B5EF4-FFF2-40B4-BE49-F238E27FC236}">
                      <a16:creationId xmlns:a16="http://schemas.microsoft.com/office/drawing/2014/main" id="{41F4DA98-EC82-796F-3508-A40460B24E05}"/>
                    </a:ext>
                  </a:extLst>
                </p:cNvPr>
                <p:cNvSpPr/>
                <p:nvPr/>
              </p:nvSpPr>
              <p:spPr>
                <a:xfrm>
                  <a:off x="1317612" y="3652314"/>
                  <a:ext cx="17900" cy="17900"/>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2687" name="ellipse_2570">
                  <a:extLst>
                    <a:ext uri="{FF2B5EF4-FFF2-40B4-BE49-F238E27FC236}">
                      <a16:creationId xmlns:a16="http://schemas.microsoft.com/office/drawing/2014/main" id="{D71DF310-B57A-9EAE-399A-D812656A94A7}"/>
                    </a:ext>
                  </a:extLst>
                </p:cNvPr>
                <p:cNvSpPr/>
                <p:nvPr/>
              </p:nvSpPr>
              <p:spPr>
                <a:xfrm>
                  <a:off x="1437620" y="3709822"/>
                  <a:ext cx="15418" cy="15418"/>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2688" name="ellipse_2571">
                  <a:extLst>
                    <a:ext uri="{FF2B5EF4-FFF2-40B4-BE49-F238E27FC236}">
                      <a16:creationId xmlns:a16="http://schemas.microsoft.com/office/drawing/2014/main" id="{4AEF28C7-2518-D6F6-CAE7-E1ABF2F8D301}"/>
                    </a:ext>
                  </a:extLst>
                </p:cNvPr>
                <p:cNvSpPr/>
                <p:nvPr/>
              </p:nvSpPr>
              <p:spPr>
                <a:xfrm>
                  <a:off x="1482151" y="3682518"/>
                  <a:ext cx="16703" cy="16703"/>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2689" name="ellipse_2572">
                  <a:extLst>
                    <a:ext uri="{FF2B5EF4-FFF2-40B4-BE49-F238E27FC236}">
                      <a16:creationId xmlns:a16="http://schemas.microsoft.com/office/drawing/2014/main" id="{1097D46E-241E-22E8-C75C-D95ECE0C8EBF}"/>
                    </a:ext>
                  </a:extLst>
                </p:cNvPr>
                <p:cNvSpPr/>
                <p:nvPr/>
              </p:nvSpPr>
              <p:spPr>
                <a:xfrm>
                  <a:off x="1411116" y="3562784"/>
                  <a:ext cx="21423" cy="21423"/>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2690" name="ellipse_2573">
                  <a:extLst>
                    <a:ext uri="{FF2B5EF4-FFF2-40B4-BE49-F238E27FC236}">
                      <a16:creationId xmlns:a16="http://schemas.microsoft.com/office/drawing/2014/main" id="{AE12366E-2323-A4B9-F9B4-0A4A991F73BD}"/>
                    </a:ext>
                  </a:extLst>
                </p:cNvPr>
                <p:cNvSpPr/>
                <p:nvPr/>
              </p:nvSpPr>
              <p:spPr>
                <a:xfrm>
                  <a:off x="1454564" y="3537748"/>
                  <a:ext cx="19763" cy="19763"/>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2691" name="ellipse_2574">
                  <a:extLst>
                    <a:ext uri="{FF2B5EF4-FFF2-40B4-BE49-F238E27FC236}">
                      <a16:creationId xmlns:a16="http://schemas.microsoft.com/office/drawing/2014/main" id="{3140D114-2BCC-08B7-CB96-FDB459AC5CFF}"/>
                    </a:ext>
                  </a:extLst>
                </p:cNvPr>
                <p:cNvSpPr/>
                <p:nvPr/>
              </p:nvSpPr>
              <p:spPr>
                <a:xfrm>
                  <a:off x="1516785" y="3654731"/>
                  <a:ext cx="21578" cy="21578"/>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2692" name="ellipse_2575">
                  <a:extLst>
                    <a:ext uri="{FF2B5EF4-FFF2-40B4-BE49-F238E27FC236}">
                      <a16:creationId xmlns:a16="http://schemas.microsoft.com/office/drawing/2014/main" id="{4B2E6500-D4C1-3D8F-BC9F-43585C2D0A61}"/>
                    </a:ext>
                  </a:extLst>
                </p:cNvPr>
                <p:cNvSpPr/>
                <p:nvPr/>
              </p:nvSpPr>
              <p:spPr>
                <a:xfrm>
                  <a:off x="1410634" y="3697683"/>
                  <a:ext cx="24162" cy="24162"/>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2693" name="ellipse_2576">
                  <a:extLst>
                    <a:ext uri="{FF2B5EF4-FFF2-40B4-BE49-F238E27FC236}">
                      <a16:creationId xmlns:a16="http://schemas.microsoft.com/office/drawing/2014/main" id="{BBFBAACB-37BE-7190-52E5-0793FB4AF773}"/>
                    </a:ext>
                  </a:extLst>
                </p:cNvPr>
                <p:cNvSpPr/>
                <p:nvPr/>
              </p:nvSpPr>
              <p:spPr>
                <a:xfrm>
                  <a:off x="1425946" y="3562304"/>
                  <a:ext cx="17525" cy="17525"/>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2694" name="ellipse_2577">
                  <a:extLst>
                    <a:ext uri="{FF2B5EF4-FFF2-40B4-BE49-F238E27FC236}">
                      <a16:creationId xmlns:a16="http://schemas.microsoft.com/office/drawing/2014/main" id="{6E536E9E-F88B-4644-69A0-2883A24454CB}"/>
                    </a:ext>
                  </a:extLst>
                </p:cNvPr>
                <p:cNvSpPr/>
                <p:nvPr/>
              </p:nvSpPr>
              <p:spPr>
                <a:xfrm>
                  <a:off x="1355269" y="3594031"/>
                  <a:ext cx="21133" cy="21133"/>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2695" name="ellipse_2578">
                  <a:extLst>
                    <a:ext uri="{FF2B5EF4-FFF2-40B4-BE49-F238E27FC236}">
                      <a16:creationId xmlns:a16="http://schemas.microsoft.com/office/drawing/2014/main" id="{367606D2-45A7-E178-DCB5-476E4BA1B15C}"/>
                    </a:ext>
                  </a:extLst>
                </p:cNvPr>
                <p:cNvSpPr/>
                <p:nvPr/>
              </p:nvSpPr>
              <p:spPr>
                <a:xfrm>
                  <a:off x="1506719" y="3690770"/>
                  <a:ext cx="17358" cy="17358"/>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2696" name="ellipse_2579">
                  <a:extLst>
                    <a:ext uri="{FF2B5EF4-FFF2-40B4-BE49-F238E27FC236}">
                      <a16:creationId xmlns:a16="http://schemas.microsoft.com/office/drawing/2014/main" id="{205CA10E-3FFC-BD06-416A-3E67FF0FAA59}"/>
                    </a:ext>
                  </a:extLst>
                </p:cNvPr>
                <p:cNvSpPr/>
                <p:nvPr/>
              </p:nvSpPr>
              <p:spPr>
                <a:xfrm>
                  <a:off x="1349195" y="3647004"/>
                  <a:ext cx="22300" cy="22300"/>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2697" name="ellipse_2580">
                  <a:extLst>
                    <a:ext uri="{FF2B5EF4-FFF2-40B4-BE49-F238E27FC236}">
                      <a16:creationId xmlns:a16="http://schemas.microsoft.com/office/drawing/2014/main" id="{9D388306-F2E9-48FE-D5EA-EC1A95F06E1B}"/>
                    </a:ext>
                  </a:extLst>
                </p:cNvPr>
                <p:cNvSpPr/>
                <p:nvPr/>
              </p:nvSpPr>
              <p:spPr>
                <a:xfrm>
                  <a:off x="1577404" y="3601425"/>
                  <a:ext cx="20206" cy="20206"/>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2698" name="ellipse_2581">
                  <a:extLst>
                    <a:ext uri="{FF2B5EF4-FFF2-40B4-BE49-F238E27FC236}">
                      <a16:creationId xmlns:a16="http://schemas.microsoft.com/office/drawing/2014/main" id="{7B4C0CAB-0BAA-7E1D-273E-DF06AEF0C090}"/>
                    </a:ext>
                  </a:extLst>
                </p:cNvPr>
                <p:cNvSpPr/>
                <p:nvPr/>
              </p:nvSpPr>
              <p:spPr>
                <a:xfrm>
                  <a:off x="1509076" y="3554975"/>
                  <a:ext cx="15762" cy="15762"/>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2699" name="ellipse_2582">
                  <a:extLst>
                    <a:ext uri="{FF2B5EF4-FFF2-40B4-BE49-F238E27FC236}">
                      <a16:creationId xmlns:a16="http://schemas.microsoft.com/office/drawing/2014/main" id="{1D602437-FC41-1EC8-79C6-4849B8408D13}"/>
                    </a:ext>
                  </a:extLst>
                </p:cNvPr>
                <p:cNvSpPr/>
                <p:nvPr/>
              </p:nvSpPr>
              <p:spPr>
                <a:xfrm>
                  <a:off x="1462460" y="3706007"/>
                  <a:ext cx="22750" cy="22750"/>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2700" name="ellipse_2583">
                  <a:extLst>
                    <a:ext uri="{FF2B5EF4-FFF2-40B4-BE49-F238E27FC236}">
                      <a16:creationId xmlns:a16="http://schemas.microsoft.com/office/drawing/2014/main" id="{98BD8A60-1EFA-0270-B35B-5D1B4E894DC3}"/>
                    </a:ext>
                  </a:extLst>
                </p:cNvPr>
                <p:cNvSpPr/>
                <p:nvPr/>
              </p:nvSpPr>
              <p:spPr>
                <a:xfrm>
                  <a:off x="1439477" y="3526920"/>
                  <a:ext cx="21290" cy="21290"/>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2701" name="ellipse_2584">
                  <a:extLst>
                    <a:ext uri="{FF2B5EF4-FFF2-40B4-BE49-F238E27FC236}">
                      <a16:creationId xmlns:a16="http://schemas.microsoft.com/office/drawing/2014/main" id="{230FB555-76EF-E527-7AF6-908B0452A7D4}"/>
                    </a:ext>
                  </a:extLst>
                </p:cNvPr>
                <p:cNvSpPr/>
                <p:nvPr/>
              </p:nvSpPr>
              <p:spPr>
                <a:xfrm>
                  <a:off x="1310268" y="3672453"/>
                  <a:ext cx="21000" cy="21000"/>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2702" name="ellipse_2585">
                  <a:extLst>
                    <a:ext uri="{FF2B5EF4-FFF2-40B4-BE49-F238E27FC236}">
                      <a16:creationId xmlns:a16="http://schemas.microsoft.com/office/drawing/2014/main" id="{65937EF6-8A52-7DF9-9AC9-CF68D429EAA1}"/>
                    </a:ext>
                  </a:extLst>
                </p:cNvPr>
                <p:cNvSpPr/>
                <p:nvPr/>
              </p:nvSpPr>
              <p:spPr>
                <a:xfrm>
                  <a:off x="1552938" y="3621802"/>
                  <a:ext cx="15605" cy="15605"/>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2703" name="ellipse_2586">
                  <a:extLst>
                    <a:ext uri="{FF2B5EF4-FFF2-40B4-BE49-F238E27FC236}">
                      <a16:creationId xmlns:a16="http://schemas.microsoft.com/office/drawing/2014/main" id="{94DD0574-4252-0E11-E6BA-6B5FC6AF5D29}"/>
                    </a:ext>
                  </a:extLst>
                </p:cNvPr>
                <p:cNvSpPr/>
                <p:nvPr/>
              </p:nvSpPr>
              <p:spPr>
                <a:xfrm>
                  <a:off x="1558418" y="3676011"/>
                  <a:ext cx="22184" cy="22184"/>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2704" name="ellipse_2587">
                  <a:extLst>
                    <a:ext uri="{FF2B5EF4-FFF2-40B4-BE49-F238E27FC236}">
                      <a16:creationId xmlns:a16="http://schemas.microsoft.com/office/drawing/2014/main" id="{49D469C9-4C99-F065-78A4-4C9FD4D1AC4E}"/>
                    </a:ext>
                  </a:extLst>
                </p:cNvPr>
                <p:cNvSpPr/>
                <p:nvPr/>
              </p:nvSpPr>
              <p:spPr>
                <a:xfrm>
                  <a:off x="1456866" y="3525328"/>
                  <a:ext cx="23606" cy="23606"/>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2705" name="ellipse_2588">
                  <a:extLst>
                    <a:ext uri="{FF2B5EF4-FFF2-40B4-BE49-F238E27FC236}">
                      <a16:creationId xmlns:a16="http://schemas.microsoft.com/office/drawing/2014/main" id="{CCB93157-0854-3432-CD71-4EBFE1562127}"/>
                    </a:ext>
                  </a:extLst>
                </p:cNvPr>
                <p:cNvSpPr/>
                <p:nvPr/>
              </p:nvSpPr>
              <p:spPr>
                <a:xfrm>
                  <a:off x="1364561" y="3569140"/>
                  <a:ext cx="22851" cy="22851"/>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2706" name="ellipse_2589">
                  <a:extLst>
                    <a:ext uri="{FF2B5EF4-FFF2-40B4-BE49-F238E27FC236}">
                      <a16:creationId xmlns:a16="http://schemas.microsoft.com/office/drawing/2014/main" id="{6B54CFEA-F65F-E353-A180-32E43D4D55BB}"/>
                    </a:ext>
                  </a:extLst>
                </p:cNvPr>
                <p:cNvSpPr/>
                <p:nvPr/>
              </p:nvSpPr>
              <p:spPr>
                <a:xfrm>
                  <a:off x="1539847" y="3619786"/>
                  <a:ext cx="18619" cy="18619"/>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2707" name="ellipse_2590">
                  <a:extLst>
                    <a:ext uri="{FF2B5EF4-FFF2-40B4-BE49-F238E27FC236}">
                      <a16:creationId xmlns:a16="http://schemas.microsoft.com/office/drawing/2014/main" id="{5A0D089D-6ADC-5FC8-68E4-0B2D911CA125}"/>
                    </a:ext>
                  </a:extLst>
                </p:cNvPr>
                <p:cNvSpPr/>
                <p:nvPr/>
              </p:nvSpPr>
              <p:spPr>
                <a:xfrm>
                  <a:off x="1298635" y="3654692"/>
                  <a:ext cx="18927" cy="18927"/>
                </a:xfrm>
                <a:prstGeom prst="ellipse">
                  <a:avLst/>
                </a:prstGeom>
                <a:gradFill flip="none" rotWithShape="1">
                  <a:gsLst>
                    <a:gs pos="0">
                      <a:srgbClr val="F6F8F9"/>
                    </a:gs>
                    <a:gs pos="43000">
                      <a:srgbClr val="D5DCE1"/>
                    </a:gs>
                    <a:gs pos="100000">
                      <a:srgbClr val="ACB8C1"/>
                    </a:gs>
                  </a:gsLst>
                  <a:lin ang="2700000" scaled="1"/>
                  <a:tileRect/>
                </a:gradFill>
                <a:ln w="1807" cap="rnd" cmpd="sng" algn="ctr">
                  <a:noFill/>
                  <a:prstDash val="solid"/>
                  <a:round/>
                  <a:headEnd type="none" w="med" len="med"/>
                  <a:tailEnd type="none" w="med" len="med"/>
                </a:ln>
                <a:effectLst/>
              </p:spPr>
            </p:sp>
            <p:sp>
              <p:nvSpPr>
                <p:cNvPr id="2708" name="ellipse_2591">
                  <a:extLst>
                    <a:ext uri="{FF2B5EF4-FFF2-40B4-BE49-F238E27FC236}">
                      <a16:creationId xmlns:a16="http://schemas.microsoft.com/office/drawing/2014/main" id="{2BE825D6-9F5D-4F11-8307-8B206133B279}"/>
                    </a:ext>
                  </a:extLst>
                </p:cNvPr>
                <p:cNvSpPr/>
                <p:nvPr/>
              </p:nvSpPr>
              <p:spPr>
                <a:xfrm>
                  <a:off x="1319712" y="3686409"/>
                  <a:ext cx="23715" cy="23715"/>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2709" name="ellipse_2592">
                  <a:extLst>
                    <a:ext uri="{FF2B5EF4-FFF2-40B4-BE49-F238E27FC236}">
                      <a16:creationId xmlns:a16="http://schemas.microsoft.com/office/drawing/2014/main" id="{B4A267F1-BEBC-1131-DDE0-FB9C3978FFCB}"/>
                    </a:ext>
                  </a:extLst>
                </p:cNvPr>
                <p:cNvSpPr/>
                <p:nvPr/>
              </p:nvSpPr>
              <p:spPr>
                <a:xfrm>
                  <a:off x="1501588" y="3562901"/>
                  <a:ext cx="22327" cy="22327"/>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2710" name="ellipse_2593">
                  <a:extLst>
                    <a:ext uri="{FF2B5EF4-FFF2-40B4-BE49-F238E27FC236}">
                      <a16:creationId xmlns:a16="http://schemas.microsoft.com/office/drawing/2014/main" id="{DD9FCD8B-6B2D-30CD-D223-E9EEAD227664}"/>
                    </a:ext>
                  </a:extLst>
                </p:cNvPr>
                <p:cNvSpPr/>
                <p:nvPr/>
              </p:nvSpPr>
              <p:spPr>
                <a:xfrm>
                  <a:off x="1466525" y="3529327"/>
                  <a:ext cx="15101" cy="15101"/>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2711" name="ellipse_2594">
                  <a:extLst>
                    <a:ext uri="{FF2B5EF4-FFF2-40B4-BE49-F238E27FC236}">
                      <a16:creationId xmlns:a16="http://schemas.microsoft.com/office/drawing/2014/main" id="{7A927B8F-1BF2-6F54-B955-8505AD9C9F03}"/>
                    </a:ext>
                  </a:extLst>
                </p:cNvPr>
                <p:cNvSpPr/>
                <p:nvPr/>
              </p:nvSpPr>
              <p:spPr>
                <a:xfrm>
                  <a:off x="1333290" y="3551629"/>
                  <a:ext cx="21303" cy="21303"/>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2712" name="ellipse_2595">
                  <a:extLst>
                    <a:ext uri="{FF2B5EF4-FFF2-40B4-BE49-F238E27FC236}">
                      <a16:creationId xmlns:a16="http://schemas.microsoft.com/office/drawing/2014/main" id="{0633F1C3-155B-E751-12EC-99D92F5370AD}"/>
                    </a:ext>
                  </a:extLst>
                </p:cNvPr>
                <p:cNvSpPr/>
                <p:nvPr/>
              </p:nvSpPr>
              <p:spPr>
                <a:xfrm>
                  <a:off x="1339812" y="3618696"/>
                  <a:ext cx="23994" cy="23994"/>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2713" name="ellipse_2596">
                  <a:extLst>
                    <a:ext uri="{FF2B5EF4-FFF2-40B4-BE49-F238E27FC236}">
                      <a16:creationId xmlns:a16="http://schemas.microsoft.com/office/drawing/2014/main" id="{B968D6DF-99FB-E0C6-DDC6-E2CB4B347A03}"/>
                    </a:ext>
                  </a:extLst>
                </p:cNvPr>
                <p:cNvSpPr/>
                <p:nvPr/>
              </p:nvSpPr>
              <p:spPr>
                <a:xfrm>
                  <a:off x="1322053" y="3616233"/>
                  <a:ext cx="19417" cy="19417"/>
                </a:xfrm>
                <a:prstGeom prst="ellipse">
                  <a:avLst/>
                </a:prstGeom>
                <a:gradFill flip="none" rotWithShape="1">
                  <a:gsLst>
                    <a:gs pos="0">
                      <a:srgbClr val="F5F6F8"/>
                    </a:gs>
                    <a:gs pos="43000">
                      <a:srgbClr val="CDD6DD"/>
                    </a:gs>
                    <a:gs pos="100000">
                      <a:srgbClr val="A4B1BC"/>
                    </a:gs>
                  </a:gsLst>
                  <a:lin ang="2700000" scaled="1"/>
                  <a:tileRect/>
                </a:gradFill>
                <a:ln w="1807" cap="rnd" cmpd="sng" algn="ctr">
                  <a:noFill/>
                  <a:prstDash val="solid"/>
                  <a:round/>
                  <a:headEnd type="none" w="med" len="med"/>
                  <a:tailEnd type="none" w="med" len="med"/>
                </a:ln>
                <a:effectLst/>
              </p:spPr>
            </p:sp>
            <p:sp>
              <p:nvSpPr>
                <p:cNvPr id="2714" name="ellipse_2597">
                  <a:extLst>
                    <a:ext uri="{FF2B5EF4-FFF2-40B4-BE49-F238E27FC236}">
                      <a16:creationId xmlns:a16="http://schemas.microsoft.com/office/drawing/2014/main" id="{38A9D623-978F-A043-6DBF-41AC74439652}"/>
                    </a:ext>
                  </a:extLst>
                </p:cNvPr>
                <p:cNvSpPr/>
                <p:nvPr/>
              </p:nvSpPr>
              <p:spPr>
                <a:xfrm>
                  <a:off x="1442627" y="3702519"/>
                  <a:ext cx="16815" cy="16815"/>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2715" name="ellipse_2598">
                  <a:extLst>
                    <a:ext uri="{FF2B5EF4-FFF2-40B4-BE49-F238E27FC236}">
                      <a16:creationId xmlns:a16="http://schemas.microsoft.com/office/drawing/2014/main" id="{2FFD28DB-E572-DFD0-0F54-7F8EBE606F85}"/>
                    </a:ext>
                  </a:extLst>
                </p:cNvPr>
                <p:cNvSpPr/>
                <p:nvPr/>
              </p:nvSpPr>
              <p:spPr>
                <a:xfrm>
                  <a:off x="1359926" y="3695336"/>
                  <a:ext cx="19088" cy="19088"/>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2716" name="ellipse_2599">
                  <a:extLst>
                    <a:ext uri="{FF2B5EF4-FFF2-40B4-BE49-F238E27FC236}">
                      <a16:creationId xmlns:a16="http://schemas.microsoft.com/office/drawing/2014/main" id="{A108840D-C0E5-012D-7372-F7C3AFDB3C14}"/>
                    </a:ext>
                  </a:extLst>
                </p:cNvPr>
                <p:cNvSpPr/>
                <p:nvPr/>
              </p:nvSpPr>
              <p:spPr>
                <a:xfrm>
                  <a:off x="1316114" y="3579850"/>
                  <a:ext cx="19778" cy="19778"/>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2717" name="ellipse_2600">
                  <a:extLst>
                    <a:ext uri="{FF2B5EF4-FFF2-40B4-BE49-F238E27FC236}">
                      <a16:creationId xmlns:a16="http://schemas.microsoft.com/office/drawing/2014/main" id="{F1DFBE0A-D481-613A-D6DF-1C7902F5B1A4}"/>
                    </a:ext>
                  </a:extLst>
                </p:cNvPr>
                <p:cNvSpPr/>
                <p:nvPr/>
              </p:nvSpPr>
              <p:spPr>
                <a:xfrm>
                  <a:off x="1434798" y="3553542"/>
                  <a:ext cx="17285" cy="17285"/>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2718" name="ellipse_2601">
                  <a:extLst>
                    <a:ext uri="{FF2B5EF4-FFF2-40B4-BE49-F238E27FC236}">
                      <a16:creationId xmlns:a16="http://schemas.microsoft.com/office/drawing/2014/main" id="{A5D0957C-6CF0-1A14-0892-F87E3A2AEAE2}"/>
                    </a:ext>
                  </a:extLst>
                </p:cNvPr>
                <p:cNvSpPr/>
                <p:nvPr/>
              </p:nvSpPr>
              <p:spPr>
                <a:xfrm>
                  <a:off x="1494855" y="3573622"/>
                  <a:ext cx="23632" cy="23632"/>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grpSp>
          <p:grpSp>
            <p:nvGrpSpPr>
              <p:cNvPr id="2719" name="Feature vector">
                <a:extLst>
                  <a:ext uri="{FF2B5EF4-FFF2-40B4-BE49-F238E27FC236}">
                    <a16:creationId xmlns:a16="http://schemas.microsoft.com/office/drawing/2014/main" id="{0308F40C-99FA-0861-54C6-C1C06C3A03AD}"/>
                  </a:ext>
                </a:extLst>
              </p:cNvPr>
              <p:cNvGrpSpPr/>
              <p:nvPr/>
            </p:nvGrpSpPr>
            <p:grpSpPr>
              <a:xfrm>
                <a:off x="1274580" y="3787605"/>
                <a:ext cx="338355" cy="49275"/>
                <a:chOff x="1274580" y="3787605"/>
                <a:chExt cx="338355" cy="49275"/>
              </a:xfrm>
            </p:grpSpPr>
            <p:sp>
              <p:nvSpPr>
                <p:cNvPr id="2720" name="feature_1">
                  <a:extLst>
                    <a:ext uri="{FF2B5EF4-FFF2-40B4-BE49-F238E27FC236}">
                      <a16:creationId xmlns:a16="http://schemas.microsoft.com/office/drawing/2014/main" id="{5D723A5C-F589-FC22-F018-48E4762D7BEA}"/>
                    </a:ext>
                  </a:extLst>
                </p:cNvPr>
                <p:cNvSpPr/>
                <p:nvPr/>
              </p:nvSpPr>
              <p:spPr>
                <a:xfrm>
                  <a:off x="1274580" y="3787605"/>
                  <a:ext cx="45521" cy="49275"/>
                </a:xfrm>
                <a:prstGeom prst="rect">
                  <a:avLst/>
                </a:prstGeom>
                <a:solidFill>
                  <a:srgbClr val="90C4B4"/>
                </a:solidFill>
                <a:ln w="4599" cap="rnd" cmpd="sng" algn="ctr">
                  <a:noFill/>
                  <a:prstDash val="solid"/>
                  <a:round/>
                  <a:headEnd type="none" w="med" len="med"/>
                  <a:tailEnd type="none" w="med" len="med"/>
                </a:ln>
                <a:effectLst/>
              </p:spPr>
            </p:sp>
            <p:sp>
              <p:nvSpPr>
                <p:cNvPr id="2721" name="feature_2">
                  <a:extLst>
                    <a:ext uri="{FF2B5EF4-FFF2-40B4-BE49-F238E27FC236}">
                      <a16:creationId xmlns:a16="http://schemas.microsoft.com/office/drawing/2014/main" id="{CA7F9765-512A-D0D1-0A86-1773DD2A17DF}"/>
                    </a:ext>
                  </a:extLst>
                </p:cNvPr>
                <p:cNvSpPr/>
                <p:nvPr/>
              </p:nvSpPr>
              <p:spPr>
                <a:xfrm>
                  <a:off x="1323386" y="3787605"/>
                  <a:ext cx="45521" cy="49275"/>
                </a:xfrm>
                <a:prstGeom prst="rect">
                  <a:avLst/>
                </a:prstGeom>
                <a:solidFill>
                  <a:srgbClr val="B9DBD1"/>
                </a:solidFill>
                <a:ln w="4599" cap="rnd" cmpd="sng" algn="ctr">
                  <a:noFill/>
                  <a:prstDash val="solid"/>
                  <a:round/>
                  <a:headEnd type="none" w="med" len="med"/>
                  <a:tailEnd type="none" w="med" len="med"/>
                </a:ln>
                <a:effectLst/>
              </p:spPr>
            </p:sp>
            <p:sp>
              <p:nvSpPr>
                <p:cNvPr id="2722" name="feature_3">
                  <a:extLst>
                    <a:ext uri="{FF2B5EF4-FFF2-40B4-BE49-F238E27FC236}">
                      <a16:creationId xmlns:a16="http://schemas.microsoft.com/office/drawing/2014/main" id="{4DA8F10C-D9A0-A15F-7568-3ED211627FDB}"/>
                    </a:ext>
                  </a:extLst>
                </p:cNvPr>
                <p:cNvSpPr/>
                <p:nvPr/>
              </p:nvSpPr>
              <p:spPr>
                <a:xfrm>
                  <a:off x="1372191" y="3787605"/>
                  <a:ext cx="45521" cy="49275"/>
                </a:xfrm>
                <a:prstGeom prst="rect">
                  <a:avLst/>
                </a:prstGeom>
                <a:solidFill>
                  <a:srgbClr val="4EAA93"/>
                </a:solidFill>
                <a:ln w="4599" cap="rnd" cmpd="sng" algn="ctr">
                  <a:noFill/>
                  <a:prstDash val="solid"/>
                  <a:round/>
                  <a:headEnd type="none" w="med" len="med"/>
                  <a:tailEnd type="none" w="med" len="med"/>
                </a:ln>
                <a:effectLst/>
              </p:spPr>
            </p:sp>
            <p:sp>
              <p:nvSpPr>
                <p:cNvPr id="2723" name="feature_4">
                  <a:extLst>
                    <a:ext uri="{FF2B5EF4-FFF2-40B4-BE49-F238E27FC236}">
                      <a16:creationId xmlns:a16="http://schemas.microsoft.com/office/drawing/2014/main" id="{156CB5BC-11BE-1C11-4CBA-A792363836B3}"/>
                    </a:ext>
                  </a:extLst>
                </p:cNvPr>
                <p:cNvSpPr/>
                <p:nvPr/>
              </p:nvSpPr>
              <p:spPr>
                <a:xfrm>
                  <a:off x="1420997" y="3787605"/>
                  <a:ext cx="45521" cy="49275"/>
                </a:xfrm>
                <a:prstGeom prst="rect">
                  <a:avLst/>
                </a:prstGeom>
                <a:solidFill>
                  <a:srgbClr val="90C4B4"/>
                </a:solidFill>
                <a:ln w="4599" cap="rnd" cmpd="sng" algn="ctr">
                  <a:noFill/>
                  <a:prstDash val="solid"/>
                  <a:round/>
                  <a:headEnd type="none" w="med" len="med"/>
                  <a:tailEnd type="none" w="med" len="med"/>
                </a:ln>
                <a:effectLst/>
              </p:spPr>
            </p:sp>
            <p:sp>
              <p:nvSpPr>
                <p:cNvPr id="2724" name="feature_5">
                  <a:extLst>
                    <a:ext uri="{FF2B5EF4-FFF2-40B4-BE49-F238E27FC236}">
                      <a16:creationId xmlns:a16="http://schemas.microsoft.com/office/drawing/2014/main" id="{DBA9FFD2-DAC0-2BDB-0392-F13593EF5C2C}"/>
                    </a:ext>
                  </a:extLst>
                </p:cNvPr>
                <p:cNvSpPr/>
                <p:nvPr/>
              </p:nvSpPr>
              <p:spPr>
                <a:xfrm>
                  <a:off x="1469803" y="3787605"/>
                  <a:ext cx="45521" cy="49275"/>
                </a:xfrm>
                <a:prstGeom prst="rect">
                  <a:avLst/>
                </a:prstGeom>
                <a:solidFill>
                  <a:srgbClr val="B9DBD1"/>
                </a:solidFill>
                <a:ln w="4599" cap="rnd" cmpd="sng" algn="ctr">
                  <a:noFill/>
                  <a:prstDash val="solid"/>
                  <a:round/>
                  <a:headEnd type="none" w="med" len="med"/>
                  <a:tailEnd type="none" w="med" len="med"/>
                </a:ln>
                <a:effectLst/>
              </p:spPr>
            </p:sp>
            <p:sp>
              <p:nvSpPr>
                <p:cNvPr id="2725" name="feature_6">
                  <a:extLst>
                    <a:ext uri="{FF2B5EF4-FFF2-40B4-BE49-F238E27FC236}">
                      <a16:creationId xmlns:a16="http://schemas.microsoft.com/office/drawing/2014/main" id="{0F351007-8CE4-9AD0-083A-B9FA6C04C5D7}"/>
                    </a:ext>
                  </a:extLst>
                </p:cNvPr>
                <p:cNvSpPr/>
                <p:nvPr/>
              </p:nvSpPr>
              <p:spPr>
                <a:xfrm>
                  <a:off x="1518609" y="3787605"/>
                  <a:ext cx="45521" cy="49275"/>
                </a:xfrm>
                <a:prstGeom prst="rect">
                  <a:avLst/>
                </a:prstGeom>
                <a:solidFill>
                  <a:srgbClr val="4EAA93"/>
                </a:solidFill>
                <a:ln w="4599" cap="rnd" cmpd="sng" algn="ctr">
                  <a:noFill/>
                  <a:prstDash val="solid"/>
                  <a:round/>
                  <a:headEnd type="none" w="med" len="med"/>
                  <a:tailEnd type="none" w="med" len="med"/>
                </a:ln>
                <a:effectLst/>
              </p:spPr>
            </p:sp>
            <p:sp>
              <p:nvSpPr>
                <p:cNvPr id="2726" name="feature_7">
                  <a:extLst>
                    <a:ext uri="{FF2B5EF4-FFF2-40B4-BE49-F238E27FC236}">
                      <a16:creationId xmlns:a16="http://schemas.microsoft.com/office/drawing/2014/main" id="{781A3305-0B0C-5369-5332-D89C6A7F84AE}"/>
                    </a:ext>
                  </a:extLst>
                </p:cNvPr>
                <p:cNvSpPr/>
                <p:nvPr/>
              </p:nvSpPr>
              <p:spPr>
                <a:xfrm>
                  <a:off x="1567414" y="3787605"/>
                  <a:ext cx="45521" cy="49275"/>
                </a:xfrm>
                <a:prstGeom prst="rect">
                  <a:avLst/>
                </a:prstGeom>
                <a:solidFill>
                  <a:srgbClr val="90C4B4"/>
                </a:solidFill>
                <a:ln w="4599" cap="rnd" cmpd="sng" algn="ctr">
                  <a:noFill/>
                  <a:prstDash val="solid"/>
                  <a:round/>
                  <a:headEnd type="none" w="med" len="med"/>
                  <a:tailEnd type="none" w="med" len="med"/>
                </a:ln>
                <a:effectLst/>
              </p:spPr>
            </p:sp>
          </p:grpSp>
          <p:sp>
            <p:nvSpPr>
              <p:cNvPr id="2727" name="rect_2609">
                <a:extLst>
                  <a:ext uri="{FF2B5EF4-FFF2-40B4-BE49-F238E27FC236}">
                    <a16:creationId xmlns:a16="http://schemas.microsoft.com/office/drawing/2014/main" id="{66A4BADA-1A6C-4887-41BD-FF7F5A4928C7}"/>
                  </a:ext>
                </a:extLst>
              </p:cNvPr>
              <p:cNvSpPr/>
              <p:nvPr/>
            </p:nvSpPr>
            <p:spPr>
              <a:xfrm>
                <a:off x="1826460" y="3367125"/>
                <a:ext cx="844245" cy="532170"/>
              </a:xfrm>
              <a:prstGeom prst="roundRect">
                <a:avLst>
                  <a:gd name="adj" fmla="val 3704"/>
                </a:avLst>
              </a:prstGeom>
              <a:solidFill>
                <a:srgbClr val="FCFEFD"/>
              </a:solidFill>
              <a:ln w="3942" cap="rnd" cmpd="sng" algn="ctr">
                <a:solidFill>
                  <a:srgbClr val="C5DED4"/>
                </a:solidFill>
                <a:prstDash val="solid"/>
                <a:round/>
                <a:headEnd type="none" w="med" len="med"/>
                <a:tailEnd type="none" w="med" len="med"/>
              </a:ln>
              <a:effectLst/>
            </p:spPr>
          </p:sp>
          <p:sp>
            <p:nvSpPr>
              <p:cNvPr id="2728" name="Text | Local candidate cues">
                <a:extLst>
                  <a:ext uri="{FF2B5EF4-FFF2-40B4-BE49-F238E27FC236}">
                    <a16:creationId xmlns:a16="http://schemas.microsoft.com/office/drawing/2014/main" id="{70412AE8-0165-C47F-8AEC-2B99286764F9}"/>
                  </a:ext>
                </a:extLst>
              </p:cNvPr>
              <p:cNvSpPr txBox="1"/>
              <p:nvPr/>
            </p:nvSpPr>
            <p:spPr>
              <a:xfrm>
                <a:off x="1768226" y="3383550"/>
                <a:ext cx="957429" cy="111953"/>
              </a:xfrm>
              <a:prstGeom prst="rect">
                <a:avLst/>
              </a:prstGeom>
              <a:noFill/>
              <a:ln>
                <a:noFill/>
              </a:ln>
              <a:effectLst/>
            </p:spPr>
            <p:txBody>
              <a:bodyPr vertOverflow="overflow" horzOverflow="overflow" wrap="none" lIns="0" tIns="0" rIns="0" bIns="0" anchor="t" anchorCtr="0">
                <a:noAutofit/>
              </a:bodyPr>
              <a:lstStyle/>
              <a:p>
                <a:pPr algn="ctr"/>
                <a:r>
                  <a:rPr lang="en-US" sz="445" b="1" dirty="0">
                    <a:solidFill>
                      <a:srgbClr val="1D3043"/>
                    </a:solidFill>
                    <a:latin typeface="Arial"/>
                    <a:ea typeface="Arial"/>
                    <a:cs typeface="Arial"/>
                  </a:rPr>
                  <a:t>Local candidate cues</a:t>
                </a:r>
                <a:endParaRPr lang="en-US" sz="445"/>
              </a:p>
            </p:txBody>
          </p:sp>
          <p:sp>
            <p:nvSpPr>
              <p:cNvPr id="2729" name="Candidate blob | editable contour">
                <a:extLst>
                  <a:ext uri="{FF2B5EF4-FFF2-40B4-BE49-F238E27FC236}">
                    <a16:creationId xmlns:a16="http://schemas.microsoft.com/office/drawing/2014/main" id="{5128D087-AA05-E723-7471-083C255453AE}"/>
                  </a:ext>
                </a:extLst>
              </p:cNvPr>
              <p:cNvSpPr/>
              <p:nvPr/>
            </p:nvSpPr>
            <p:spPr>
              <a:xfrm>
                <a:off x="1928706" y="3559489"/>
                <a:ext cx="227897" cy="155682"/>
              </a:xfrm>
              <a:custGeom>
                <a:avLst/>
                <a:gdLst/>
                <a:ahLst/>
                <a:cxnLst/>
                <a:rect l="0" t="0" r="w" b="h"/>
                <a:pathLst>
                  <a:path w="227897" h="155682" extrusionOk="0">
                    <a:moveTo>
                      <a:pt x="5338" y="97866"/>
                    </a:moveTo>
                    <a:cubicBezTo>
                      <a:pt x="0" y="80701"/>
                      <a:pt x="18889" y="54504"/>
                      <a:pt x="29976" y="43663"/>
                    </a:cubicBezTo>
                    <a:cubicBezTo>
                      <a:pt x="41062" y="32823"/>
                      <a:pt x="58719" y="39447"/>
                      <a:pt x="71859" y="32823"/>
                    </a:cubicBezTo>
                    <a:cubicBezTo>
                      <a:pt x="84999" y="26198"/>
                      <a:pt x="92391" y="7829"/>
                      <a:pt x="108816" y="3915"/>
                    </a:cubicBezTo>
                    <a:cubicBezTo>
                      <a:pt x="125241" y="0"/>
                      <a:pt x="153984" y="3613"/>
                      <a:pt x="170409" y="9335"/>
                    </a:cubicBezTo>
                    <a:cubicBezTo>
                      <a:pt x="186834" y="15056"/>
                      <a:pt x="198332" y="26198"/>
                      <a:pt x="207366" y="38243"/>
                    </a:cubicBezTo>
                    <a:cubicBezTo>
                      <a:pt x="216399" y="50288"/>
                      <a:pt x="227897" y="67151"/>
                      <a:pt x="224612" y="81605"/>
                    </a:cubicBezTo>
                    <a:cubicBezTo>
                      <a:pt x="221327" y="96059"/>
                      <a:pt x="203259" y="113223"/>
                      <a:pt x="187656" y="124967"/>
                    </a:cubicBezTo>
                    <a:cubicBezTo>
                      <a:pt x="172052" y="136711"/>
                      <a:pt x="151931" y="148455"/>
                      <a:pt x="130989" y="152068"/>
                    </a:cubicBezTo>
                    <a:cubicBezTo>
                      <a:pt x="110048" y="155682"/>
                      <a:pt x="82946" y="155682"/>
                      <a:pt x="62004" y="146648"/>
                    </a:cubicBezTo>
                    <a:cubicBezTo>
                      <a:pt x="41062" y="137614"/>
                      <a:pt x="10676" y="115030"/>
                      <a:pt x="5338" y="97866"/>
                    </a:cubicBezTo>
                    <a:close/>
                  </a:path>
                </a:pathLst>
              </a:custGeom>
              <a:gradFill flip="none" rotWithShape="1">
                <a:gsLst>
                  <a:gs pos="0">
                    <a:srgbClr val="E9F2F9"/>
                  </a:gs>
                  <a:gs pos="48000">
                    <a:srgbClr val="85B7DD"/>
                  </a:gs>
                  <a:gs pos="100000">
                    <a:srgbClr val="65A1CE"/>
                  </a:gs>
                </a:gsLst>
                <a:lin ang="2700000" scaled="1"/>
                <a:tileRect/>
              </a:gradFill>
              <a:ln w="3285" cap="rnd" cmpd="sng" algn="ctr">
                <a:solidFill>
                  <a:srgbClr val="71A9D4"/>
                </a:solidFill>
                <a:prstDash val="solid"/>
                <a:round/>
                <a:headEnd type="none" w="med" len="med"/>
                <a:tailEnd type="none" w="med" len="med"/>
              </a:ln>
              <a:effectLst/>
            </p:spPr>
          </p:sp>
          <p:sp>
            <p:nvSpPr>
              <p:cNvPr id="2730" name="ellipse_2612">
                <a:extLst>
                  <a:ext uri="{FF2B5EF4-FFF2-40B4-BE49-F238E27FC236}">
                    <a16:creationId xmlns:a16="http://schemas.microsoft.com/office/drawing/2014/main" id="{A0E9574E-088A-6EDC-0705-5E19F7789F90}"/>
                  </a:ext>
                </a:extLst>
              </p:cNvPr>
              <p:cNvSpPr/>
              <p:nvPr/>
            </p:nvSpPr>
            <p:spPr>
              <a:xfrm>
                <a:off x="1980855" y="3603152"/>
                <a:ext cx="56666" cy="19874"/>
              </a:xfrm>
              <a:prstGeom prst="ellipse">
                <a:avLst/>
              </a:prstGeom>
              <a:solidFill>
                <a:srgbClr val="FFFFFF">
                  <a:alpha val="35000"/>
                </a:srgbClr>
              </a:solidFill>
              <a:ln w="3285" cap="rnd" cmpd="sng" algn="ctr">
                <a:noFill/>
                <a:prstDash val="solid"/>
                <a:round/>
                <a:headEnd type="none" w="med" len="med"/>
                <a:tailEnd type="none" w="med" len="med"/>
              </a:ln>
              <a:effectLst/>
            </p:spPr>
          </p:sp>
          <p:grpSp>
            <p:nvGrpSpPr>
              <p:cNvPr id="2731" name="Pseudo-atom sampling points; no chemical bonds">
                <a:extLst>
                  <a:ext uri="{FF2B5EF4-FFF2-40B4-BE49-F238E27FC236}">
                    <a16:creationId xmlns:a16="http://schemas.microsoft.com/office/drawing/2014/main" id="{D1CE0AD6-E7D8-7E04-C4A2-D08813D808CF}"/>
                  </a:ext>
                </a:extLst>
              </p:cNvPr>
              <p:cNvGrpSpPr/>
              <p:nvPr/>
            </p:nvGrpSpPr>
            <p:grpSpPr>
              <a:xfrm>
                <a:off x="2356083" y="3581646"/>
                <a:ext cx="132815" cy="121377"/>
                <a:chOff x="2356083" y="3581646"/>
                <a:chExt cx="132815" cy="121377"/>
              </a:xfrm>
            </p:grpSpPr>
            <p:sp>
              <p:nvSpPr>
                <p:cNvPr id="2732" name="Pseudo atom | small solid diamond">
                  <a:extLst>
                    <a:ext uri="{FF2B5EF4-FFF2-40B4-BE49-F238E27FC236}">
                      <a16:creationId xmlns:a16="http://schemas.microsoft.com/office/drawing/2014/main" id="{4D606B9E-E9DF-C736-73D3-F3B4F833B464}"/>
                    </a:ext>
                  </a:extLst>
                </p:cNvPr>
                <p:cNvSpPr/>
                <p:nvPr/>
              </p:nvSpPr>
              <p:spPr>
                <a:xfrm>
                  <a:off x="2470337" y="3657927"/>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2733" name="Pseudo atom | small solid diamond">
                  <a:extLst>
                    <a:ext uri="{FF2B5EF4-FFF2-40B4-BE49-F238E27FC236}">
                      <a16:creationId xmlns:a16="http://schemas.microsoft.com/office/drawing/2014/main" id="{43F310AD-7398-9A68-3428-B163A1F5B2E6}"/>
                    </a:ext>
                  </a:extLst>
                </p:cNvPr>
                <p:cNvSpPr/>
                <p:nvPr/>
              </p:nvSpPr>
              <p:spPr>
                <a:xfrm>
                  <a:off x="2367832" y="3581646"/>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2734" name="Pseudo atom | small solid diamond">
                  <a:extLst>
                    <a:ext uri="{FF2B5EF4-FFF2-40B4-BE49-F238E27FC236}">
                      <a16:creationId xmlns:a16="http://schemas.microsoft.com/office/drawing/2014/main" id="{160E15E0-AC5A-8E9E-286B-4D72E7024FAD}"/>
                    </a:ext>
                  </a:extLst>
                </p:cNvPr>
                <p:cNvSpPr/>
                <p:nvPr/>
              </p:nvSpPr>
              <p:spPr>
                <a:xfrm>
                  <a:off x="2462977" y="3688569"/>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2735" name="Pseudo atom | small solid diamond">
                  <a:extLst>
                    <a:ext uri="{FF2B5EF4-FFF2-40B4-BE49-F238E27FC236}">
                      <a16:creationId xmlns:a16="http://schemas.microsoft.com/office/drawing/2014/main" id="{66732FC3-3AC4-2504-EA46-217950812A55}"/>
                    </a:ext>
                  </a:extLst>
                </p:cNvPr>
                <p:cNvSpPr/>
                <p:nvPr/>
              </p:nvSpPr>
              <p:spPr>
                <a:xfrm>
                  <a:off x="2381094" y="3596723"/>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2736" name="Pseudo atom | small solid diamond">
                  <a:extLst>
                    <a:ext uri="{FF2B5EF4-FFF2-40B4-BE49-F238E27FC236}">
                      <a16:creationId xmlns:a16="http://schemas.microsoft.com/office/drawing/2014/main" id="{4E6DF373-4C67-F276-504B-7E2D33E5CA92}"/>
                    </a:ext>
                  </a:extLst>
                </p:cNvPr>
                <p:cNvSpPr/>
                <p:nvPr/>
              </p:nvSpPr>
              <p:spPr>
                <a:xfrm>
                  <a:off x="2474444" y="3633245"/>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2737" name="Pseudo atom | small solid diamond">
                  <a:extLst>
                    <a:ext uri="{FF2B5EF4-FFF2-40B4-BE49-F238E27FC236}">
                      <a16:creationId xmlns:a16="http://schemas.microsoft.com/office/drawing/2014/main" id="{018A927C-031C-B32D-53D1-286DD2444027}"/>
                    </a:ext>
                  </a:extLst>
                </p:cNvPr>
                <p:cNvSpPr/>
                <p:nvPr/>
              </p:nvSpPr>
              <p:spPr>
                <a:xfrm>
                  <a:off x="2419798" y="3615676"/>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2738" name="Pseudo atom | small solid diamond">
                  <a:extLst>
                    <a:ext uri="{FF2B5EF4-FFF2-40B4-BE49-F238E27FC236}">
                      <a16:creationId xmlns:a16="http://schemas.microsoft.com/office/drawing/2014/main" id="{4A3891DD-1CF8-42A3-C289-2E8F7EC1EDDC}"/>
                    </a:ext>
                  </a:extLst>
                </p:cNvPr>
                <p:cNvSpPr/>
                <p:nvPr/>
              </p:nvSpPr>
              <p:spPr>
                <a:xfrm>
                  <a:off x="2356083" y="3630928"/>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2739" name="Pseudo atom | small solid diamond">
                  <a:extLst>
                    <a:ext uri="{FF2B5EF4-FFF2-40B4-BE49-F238E27FC236}">
                      <a16:creationId xmlns:a16="http://schemas.microsoft.com/office/drawing/2014/main" id="{17FA579E-8578-74D1-41C6-7961B9A4F277}"/>
                    </a:ext>
                  </a:extLst>
                </p:cNvPr>
                <p:cNvSpPr/>
                <p:nvPr/>
              </p:nvSpPr>
              <p:spPr>
                <a:xfrm>
                  <a:off x="2399168" y="3621448"/>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2740" name="Pseudo atom | small solid diamond">
                  <a:extLst>
                    <a:ext uri="{FF2B5EF4-FFF2-40B4-BE49-F238E27FC236}">
                      <a16:creationId xmlns:a16="http://schemas.microsoft.com/office/drawing/2014/main" id="{C8017A08-03B6-1D26-BA9C-80A3AFA5C1C2}"/>
                    </a:ext>
                  </a:extLst>
                </p:cNvPr>
                <p:cNvSpPr/>
                <p:nvPr/>
              </p:nvSpPr>
              <p:spPr>
                <a:xfrm>
                  <a:off x="2442478" y="3664017"/>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sp>
              <p:nvSpPr>
                <p:cNvPr id="2741" name="Pseudo atom | small solid diamond">
                  <a:extLst>
                    <a:ext uri="{FF2B5EF4-FFF2-40B4-BE49-F238E27FC236}">
                      <a16:creationId xmlns:a16="http://schemas.microsoft.com/office/drawing/2014/main" id="{69AA3E58-8AEA-3FAE-3E3C-4D2D393DC323}"/>
                    </a:ext>
                  </a:extLst>
                </p:cNvPr>
                <p:cNvSpPr/>
                <p:nvPr/>
              </p:nvSpPr>
              <p:spPr>
                <a:xfrm>
                  <a:off x="2457792" y="3672561"/>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135" cap="rnd" cmpd="sng" algn="ctr">
                  <a:solidFill>
                    <a:srgbClr val="AE6104"/>
                  </a:solidFill>
                  <a:prstDash val="solid"/>
                  <a:round/>
                  <a:headEnd type="none" w="med" len="med"/>
                  <a:tailEnd type="none" w="med" len="med"/>
                </a:ln>
                <a:effectLst/>
              </p:spPr>
            </p:sp>
          </p:grpSp>
          <p:sp>
            <p:nvSpPr>
              <p:cNvPr id="2742" name="Text | Blob">
                <a:extLst>
                  <a:ext uri="{FF2B5EF4-FFF2-40B4-BE49-F238E27FC236}">
                    <a16:creationId xmlns:a16="http://schemas.microsoft.com/office/drawing/2014/main" id="{FF937CF1-657D-33D2-2F6B-222C482B2013}"/>
                  </a:ext>
                </a:extLst>
              </p:cNvPr>
              <p:cNvSpPr txBox="1"/>
              <p:nvPr/>
            </p:nvSpPr>
            <p:spPr>
              <a:xfrm>
                <a:off x="1946540" y="3764610"/>
                <a:ext cx="193460" cy="107288"/>
              </a:xfrm>
              <a:prstGeom prst="rect">
                <a:avLst/>
              </a:prstGeom>
              <a:noFill/>
              <a:ln>
                <a:noFill/>
              </a:ln>
              <a:effectLst/>
            </p:spPr>
            <p:txBody>
              <a:bodyPr vertOverflow="overflow" horzOverflow="overflow" wrap="none" lIns="0" tIns="0" rIns="0" bIns="0" anchor="t" anchorCtr="0">
                <a:noAutofit/>
              </a:bodyPr>
              <a:lstStyle/>
              <a:p>
                <a:pPr algn="ctr"/>
                <a:r>
                  <a:rPr lang="en-US" sz="426" dirty="0">
                    <a:solidFill>
                      <a:srgbClr val="1D3043"/>
                    </a:solidFill>
                    <a:latin typeface="Arial"/>
                    <a:ea typeface="Arial"/>
                    <a:cs typeface="Arial"/>
                  </a:rPr>
                  <a:t>Blob</a:t>
                </a:r>
                <a:endParaRPr lang="en-US" sz="426"/>
              </a:p>
            </p:txBody>
          </p:sp>
          <p:sp>
            <p:nvSpPr>
              <p:cNvPr id="2743" name="Text | Pseudo">
                <a:extLst>
                  <a:ext uri="{FF2B5EF4-FFF2-40B4-BE49-F238E27FC236}">
                    <a16:creationId xmlns:a16="http://schemas.microsoft.com/office/drawing/2014/main" id="{4BD08118-6B8B-0E3C-AEFB-46C5C83F280C}"/>
                  </a:ext>
                </a:extLst>
              </p:cNvPr>
              <p:cNvSpPr txBox="1"/>
              <p:nvPr/>
            </p:nvSpPr>
            <p:spPr>
              <a:xfrm>
                <a:off x="2298026" y="3764610"/>
                <a:ext cx="298599" cy="107288"/>
              </a:xfrm>
              <a:prstGeom prst="rect">
                <a:avLst/>
              </a:prstGeom>
              <a:noFill/>
              <a:ln>
                <a:noFill/>
              </a:ln>
              <a:effectLst/>
            </p:spPr>
            <p:txBody>
              <a:bodyPr vertOverflow="overflow" horzOverflow="overflow" wrap="none" lIns="0" tIns="0" rIns="0" bIns="0" anchor="t" anchorCtr="0">
                <a:noAutofit/>
              </a:bodyPr>
              <a:lstStyle/>
              <a:p>
                <a:pPr algn="ctr"/>
                <a:r>
                  <a:rPr lang="en-US" sz="426" dirty="0">
                    <a:solidFill>
                      <a:srgbClr val="1D3043"/>
                    </a:solidFill>
                    <a:latin typeface="Arial"/>
                    <a:ea typeface="Arial"/>
                    <a:cs typeface="Arial"/>
                  </a:rPr>
                  <a:t>Pseudo</a:t>
                </a:r>
                <a:endParaRPr lang="en-US" sz="426"/>
              </a:p>
            </p:txBody>
          </p:sp>
        </p:grpSp>
        <p:sp>
          <p:nvSpPr>
            <p:cNvPr id="2750" name="Text | Q">
              <a:extLst>
                <a:ext uri="{FF2B5EF4-FFF2-40B4-BE49-F238E27FC236}">
                  <a16:creationId xmlns:a16="http://schemas.microsoft.com/office/drawing/2014/main" id="{BE21B81C-18CC-E7E5-FB41-17BD22528C75}"/>
                </a:ext>
              </a:extLst>
            </p:cNvPr>
            <p:cNvSpPr txBox="1"/>
            <p:nvPr/>
          </p:nvSpPr>
          <p:spPr>
            <a:xfrm>
              <a:off x="2772000" y="3963600"/>
              <a:ext cx="94616" cy="111953"/>
            </a:xfrm>
            <a:prstGeom prst="rect">
              <a:avLst/>
            </a:prstGeom>
            <a:noFill/>
            <a:ln>
              <a:noFill/>
            </a:ln>
            <a:effectLst/>
          </p:spPr>
          <p:txBody>
            <a:bodyPr vertOverflow="overflow" horzOverflow="overflow" wrap="none" lIns="0" tIns="0" rIns="0" bIns="0" anchor="t" anchorCtr="0">
              <a:noAutofit/>
            </a:bodyPr>
            <a:lstStyle/>
            <a:p>
              <a:r>
                <a:rPr lang="en-US" sz="445" b="1" dirty="0">
                  <a:solidFill>
                    <a:srgbClr val="367FB7"/>
                  </a:solidFill>
                  <a:latin typeface="Arial"/>
                  <a:ea typeface="Arial"/>
                  <a:cs typeface="Arial"/>
                </a:rPr>
                <a:t>Q</a:t>
              </a:r>
              <a:endParaRPr lang="en-US" sz="445"/>
            </a:p>
          </p:txBody>
        </p:sp>
        <p:sp>
          <p:nvSpPr>
            <p:cNvPr id="2761" name="Operation | Mean/max pool">
              <a:extLst>
                <a:ext uri="{FF2B5EF4-FFF2-40B4-BE49-F238E27FC236}">
                  <a16:creationId xmlns:a16="http://schemas.microsoft.com/office/drawing/2014/main" id="{FF9D0D05-CBCB-25C2-DA48-2024160D4A77}"/>
                </a:ext>
              </a:extLst>
            </p:cNvPr>
            <p:cNvSpPr/>
            <p:nvPr/>
          </p:nvSpPr>
          <p:spPr>
            <a:xfrm>
              <a:off x="1379700" y="4022482"/>
              <a:ext cx="617580" cy="160965"/>
            </a:xfrm>
            <a:prstGeom prst="roundRect">
              <a:avLst>
                <a:gd name="adj" fmla="val 18367"/>
              </a:avLst>
            </a:prstGeom>
            <a:solidFill>
              <a:srgbClr val="FFFFFF"/>
            </a:solidFill>
            <a:ln w="4928" cap="rnd" cmpd="sng" algn="ctr">
              <a:solidFill>
                <a:srgbClr val="238777"/>
              </a:solidFill>
              <a:prstDash val="solid"/>
              <a:round/>
              <a:headEnd type="none" w="med" len="med"/>
              <a:tailEnd type="none" w="med" len="med"/>
            </a:ln>
            <a:effectLst/>
          </p:spPr>
        </p:sp>
        <p:sp>
          <p:nvSpPr>
            <p:cNvPr id="2762" name="Text | Mean/max pool">
              <a:extLst>
                <a:ext uri="{FF2B5EF4-FFF2-40B4-BE49-F238E27FC236}">
                  <a16:creationId xmlns:a16="http://schemas.microsoft.com/office/drawing/2014/main" id="{8F5BA019-E095-BB77-838A-FCDA35583634}"/>
                </a:ext>
              </a:extLst>
            </p:cNvPr>
            <p:cNvSpPr txBox="1"/>
            <p:nvPr/>
          </p:nvSpPr>
          <p:spPr>
            <a:xfrm>
              <a:off x="1336948" y="4050931"/>
              <a:ext cx="703085" cy="111953"/>
            </a:xfrm>
            <a:prstGeom prst="rect">
              <a:avLst/>
            </a:prstGeom>
            <a:noFill/>
            <a:ln>
              <a:noFill/>
            </a:ln>
            <a:effectLst/>
          </p:spPr>
          <p:txBody>
            <a:bodyPr vertOverflow="overflow" horzOverflow="overflow" wrap="none" lIns="0" tIns="0" rIns="0" bIns="0" anchor="t" anchorCtr="0">
              <a:noAutofit/>
            </a:bodyPr>
            <a:lstStyle/>
            <a:p>
              <a:pPr algn="ctr"/>
              <a:r>
                <a:rPr lang="en-US" sz="445" b="1" dirty="0">
                  <a:solidFill>
                    <a:srgbClr val="238777"/>
                  </a:solidFill>
                  <a:latin typeface="Arial"/>
                  <a:ea typeface="Arial"/>
                  <a:cs typeface="Arial"/>
                </a:rPr>
                <a:t>Mean/max pool</a:t>
              </a:r>
              <a:endParaRPr lang="en-US" sz="445"/>
            </a:p>
          </p:txBody>
        </p:sp>
        <p:sp>
          <p:nvSpPr>
            <p:cNvPr id="2763" name="Operation | Attention">
              <a:extLst>
                <a:ext uri="{FF2B5EF4-FFF2-40B4-BE49-F238E27FC236}">
                  <a16:creationId xmlns:a16="http://schemas.microsoft.com/office/drawing/2014/main" id="{5BB99536-217F-540B-7857-F706D22066B7}"/>
                </a:ext>
              </a:extLst>
            </p:cNvPr>
            <p:cNvSpPr/>
            <p:nvPr/>
          </p:nvSpPr>
          <p:spPr>
            <a:xfrm>
              <a:off x="2202592" y="4022482"/>
              <a:ext cx="509175" cy="160965"/>
            </a:xfrm>
            <a:prstGeom prst="roundRect">
              <a:avLst>
                <a:gd name="adj" fmla="val 18367"/>
              </a:avLst>
            </a:prstGeom>
            <a:solidFill>
              <a:srgbClr val="FFFFFF"/>
            </a:solidFill>
            <a:ln w="4928" cap="rnd" cmpd="sng" algn="ctr">
              <a:solidFill>
                <a:srgbClr val="238777"/>
              </a:solidFill>
              <a:prstDash val="solid"/>
              <a:round/>
              <a:headEnd type="none" w="med" len="med"/>
              <a:tailEnd type="none" w="med" len="med"/>
            </a:ln>
            <a:effectLst/>
          </p:spPr>
        </p:sp>
        <p:sp>
          <p:nvSpPr>
            <p:cNvPr id="2764" name="Text | Attention">
              <a:extLst>
                <a:ext uri="{FF2B5EF4-FFF2-40B4-BE49-F238E27FC236}">
                  <a16:creationId xmlns:a16="http://schemas.microsoft.com/office/drawing/2014/main" id="{CC0C2345-1A91-703C-8C71-5F992AB91F42}"/>
                </a:ext>
              </a:extLst>
            </p:cNvPr>
            <p:cNvSpPr txBox="1"/>
            <p:nvPr/>
          </p:nvSpPr>
          <p:spPr>
            <a:xfrm>
              <a:off x="2232886" y="4050931"/>
              <a:ext cx="448587" cy="111953"/>
            </a:xfrm>
            <a:prstGeom prst="rect">
              <a:avLst/>
            </a:prstGeom>
            <a:noFill/>
            <a:ln>
              <a:noFill/>
            </a:ln>
            <a:effectLst/>
          </p:spPr>
          <p:txBody>
            <a:bodyPr vertOverflow="overflow" horzOverflow="overflow" wrap="none" lIns="0" tIns="0" rIns="0" bIns="0" anchor="t" anchorCtr="0">
              <a:noAutofit/>
            </a:bodyPr>
            <a:lstStyle/>
            <a:p>
              <a:pPr algn="ctr"/>
              <a:r>
                <a:rPr lang="en-US" sz="445" b="1" dirty="0">
                  <a:solidFill>
                    <a:srgbClr val="238777"/>
                  </a:solidFill>
                  <a:latin typeface="Arial"/>
                  <a:ea typeface="Arial"/>
                  <a:cs typeface="Arial"/>
                </a:rPr>
                <a:t>Attention</a:t>
              </a:r>
              <a:endParaRPr lang="en-US" sz="445"/>
            </a:p>
          </p:txBody>
        </p:sp>
        <p:sp>
          <p:nvSpPr>
            <p:cNvPr id="2771" name="Concatenation">
              <a:extLst>
                <a:ext uri="{FF2B5EF4-FFF2-40B4-BE49-F238E27FC236}">
                  <a16:creationId xmlns:a16="http://schemas.microsoft.com/office/drawing/2014/main" id="{4F8FBB71-9E3F-1B32-03D5-0948132DEA51}"/>
                </a:ext>
              </a:extLst>
            </p:cNvPr>
            <p:cNvSpPr/>
            <p:nvPr/>
          </p:nvSpPr>
          <p:spPr>
            <a:xfrm>
              <a:off x="1885590" y="4444605"/>
              <a:ext cx="111690" cy="111690"/>
            </a:xfrm>
            <a:prstGeom prst="ellipse">
              <a:avLst/>
            </a:prstGeom>
            <a:solidFill>
              <a:srgbClr val="FFFFFF"/>
            </a:solidFill>
            <a:ln w="5913" cap="rnd" cmpd="sng" algn="ctr">
              <a:solidFill>
                <a:srgbClr val="238777"/>
              </a:solidFill>
              <a:prstDash val="solid"/>
              <a:round/>
              <a:headEnd type="none" w="med" len="med"/>
              <a:tailEnd type="none" w="med" len="med"/>
            </a:ln>
            <a:effectLst/>
          </p:spPr>
        </p:sp>
        <p:cxnSp>
          <p:nvCxnSpPr>
            <p:cNvPr id="2772" name="path_2641">
              <a:extLst>
                <a:ext uri="{FF2B5EF4-FFF2-40B4-BE49-F238E27FC236}">
                  <a16:creationId xmlns:a16="http://schemas.microsoft.com/office/drawing/2014/main" id="{15A72D2C-1CF8-35DA-8AD7-A94A81950111}"/>
                </a:ext>
              </a:extLst>
            </p:cNvPr>
            <p:cNvCxnSpPr/>
            <p:nvPr/>
          </p:nvCxnSpPr>
          <p:spPr>
            <a:xfrm>
              <a:off x="1928295" y="4474170"/>
              <a:ext cx="0" cy="52560"/>
            </a:xfrm>
            <a:prstGeom prst="line">
              <a:avLst/>
            </a:prstGeom>
            <a:noFill/>
            <a:ln w="6570" cap="rnd" cmpd="sng" algn="ctr">
              <a:solidFill>
                <a:srgbClr val="238777"/>
              </a:solidFill>
              <a:prstDash val="solid"/>
              <a:round/>
              <a:headEnd type="none" w="med" len="med"/>
              <a:tailEnd type="none" w="med" len="med"/>
            </a:ln>
            <a:effectLst/>
          </p:spPr>
        </p:cxnSp>
        <p:cxnSp>
          <p:nvCxnSpPr>
            <p:cNvPr id="2773" name="path_2642">
              <a:extLst>
                <a:ext uri="{FF2B5EF4-FFF2-40B4-BE49-F238E27FC236}">
                  <a16:creationId xmlns:a16="http://schemas.microsoft.com/office/drawing/2014/main" id="{51E76298-9D9C-8211-37AB-FC981345A446}"/>
                </a:ext>
              </a:extLst>
            </p:cNvPr>
            <p:cNvCxnSpPr/>
            <p:nvPr/>
          </p:nvCxnSpPr>
          <p:spPr>
            <a:xfrm>
              <a:off x="1954575" y="4474170"/>
              <a:ext cx="0" cy="52560"/>
            </a:xfrm>
            <a:prstGeom prst="line">
              <a:avLst/>
            </a:prstGeom>
            <a:noFill/>
            <a:ln w="6570" cap="rnd" cmpd="sng" algn="ctr">
              <a:solidFill>
                <a:srgbClr val="238777"/>
              </a:solidFill>
              <a:prstDash val="solid"/>
              <a:round/>
              <a:headEnd type="none" w="med" len="med"/>
              <a:tailEnd type="none" w="med" len="med"/>
            </a:ln>
            <a:effectLst/>
          </p:spPr>
        </p:cxnSp>
        <p:sp>
          <p:nvSpPr>
            <p:cNvPr id="2777" name="Operation | MLP">
              <a:extLst>
                <a:ext uri="{FF2B5EF4-FFF2-40B4-BE49-F238E27FC236}">
                  <a16:creationId xmlns:a16="http://schemas.microsoft.com/office/drawing/2014/main" id="{DE3096AD-BC28-A643-F392-771B1665ED68}"/>
                </a:ext>
              </a:extLst>
            </p:cNvPr>
            <p:cNvSpPr/>
            <p:nvPr/>
          </p:nvSpPr>
          <p:spPr>
            <a:xfrm>
              <a:off x="2169742" y="4421610"/>
              <a:ext cx="305505" cy="157680"/>
            </a:xfrm>
            <a:prstGeom prst="roundRect">
              <a:avLst>
                <a:gd name="adj" fmla="val 18750"/>
              </a:avLst>
            </a:prstGeom>
            <a:solidFill>
              <a:srgbClr val="FFFFFF"/>
            </a:solidFill>
            <a:ln w="4928" cap="rnd" cmpd="sng" algn="ctr">
              <a:solidFill>
                <a:srgbClr val="238777"/>
              </a:solidFill>
              <a:prstDash val="solid"/>
              <a:round/>
              <a:headEnd type="none" w="med" len="med"/>
              <a:tailEnd type="none" w="med" len="med"/>
            </a:ln>
            <a:effectLst/>
          </p:spPr>
        </p:sp>
        <p:sp>
          <p:nvSpPr>
            <p:cNvPr id="2778" name="Text | MLP">
              <a:extLst>
                <a:ext uri="{FF2B5EF4-FFF2-40B4-BE49-F238E27FC236}">
                  <a16:creationId xmlns:a16="http://schemas.microsoft.com/office/drawing/2014/main" id="{DF6FAAD3-0596-F489-636F-C2F5B8DB4B07}"/>
                </a:ext>
              </a:extLst>
            </p:cNvPr>
            <p:cNvSpPr txBox="1"/>
            <p:nvPr/>
          </p:nvSpPr>
          <p:spPr>
            <a:xfrm>
              <a:off x="2211001" y="4446248"/>
              <a:ext cx="222989" cy="116618"/>
            </a:xfrm>
            <a:prstGeom prst="rect">
              <a:avLst/>
            </a:prstGeom>
            <a:noFill/>
            <a:ln>
              <a:noFill/>
            </a:ln>
            <a:effectLst/>
          </p:spPr>
          <p:txBody>
            <a:bodyPr vertOverflow="overflow" horzOverflow="overflow" wrap="none" lIns="0" tIns="0" rIns="0" bIns="0" anchor="t" anchorCtr="0">
              <a:noAutofit/>
            </a:bodyPr>
            <a:lstStyle/>
            <a:p>
              <a:pPr algn="ctr"/>
              <a:r>
                <a:rPr lang="en-US" sz="463" b="1" dirty="0">
                  <a:solidFill>
                    <a:srgbClr val="238777"/>
                  </a:solidFill>
                  <a:latin typeface="Arial"/>
                  <a:ea typeface="Arial"/>
                  <a:cs typeface="Arial"/>
                </a:rPr>
                <a:t>MLP</a:t>
              </a:r>
              <a:endParaRPr lang="en-US" sz="463"/>
            </a:p>
          </p:txBody>
        </p:sp>
        <p:sp>
          <p:nvSpPr>
            <p:cNvPr id="2782" name="FiLM | base summary modulated by conditions">
              <a:extLst>
                <a:ext uri="{FF2B5EF4-FFF2-40B4-BE49-F238E27FC236}">
                  <a16:creationId xmlns:a16="http://schemas.microsoft.com/office/drawing/2014/main" id="{47B21FC3-1537-97AD-B648-A24267025A34}"/>
                </a:ext>
              </a:extLst>
            </p:cNvPr>
            <p:cNvSpPr/>
            <p:nvPr/>
          </p:nvSpPr>
          <p:spPr>
            <a:xfrm>
              <a:off x="2729835" y="4392045"/>
              <a:ext cx="216810" cy="216810"/>
            </a:xfrm>
            <a:prstGeom prst="ellipse">
              <a:avLst/>
            </a:prstGeom>
            <a:solidFill>
              <a:srgbClr val="F2EEF9"/>
            </a:solidFill>
            <a:ln w="6570" cap="rnd" cmpd="sng" algn="ctr">
              <a:solidFill>
                <a:srgbClr val="8B7BB1"/>
              </a:solidFill>
              <a:prstDash val="solid"/>
              <a:round/>
              <a:headEnd type="none" w="med" len="med"/>
              <a:tailEnd type="none" w="med" len="med"/>
            </a:ln>
            <a:effectLst/>
          </p:spPr>
        </p:sp>
        <p:sp>
          <p:nvSpPr>
            <p:cNvPr id="2783" name="Text | FiLM">
              <a:extLst>
                <a:ext uri="{FF2B5EF4-FFF2-40B4-BE49-F238E27FC236}">
                  <a16:creationId xmlns:a16="http://schemas.microsoft.com/office/drawing/2014/main" id="{2B150175-E7FA-C594-E005-00C34ECC24E2}"/>
                </a:ext>
              </a:extLst>
            </p:cNvPr>
            <p:cNvSpPr txBox="1"/>
            <p:nvPr/>
          </p:nvSpPr>
          <p:spPr>
            <a:xfrm>
              <a:off x="2704831" y="4438035"/>
              <a:ext cx="266819" cy="125947"/>
            </a:xfrm>
            <a:prstGeom prst="rect">
              <a:avLst/>
            </a:prstGeom>
            <a:noFill/>
            <a:ln>
              <a:noFill/>
            </a:ln>
            <a:effectLst/>
          </p:spPr>
          <p:txBody>
            <a:bodyPr vertOverflow="overflow" horzOverflow="overflow" wrap="none" lIns="0" tIns="0" rIns="0" bIns="0" anchor="t" anchorCtr="0">
              <a:noAutofit/>
            </a:bodyPr>
            <a:lstStyle/>
            <a:p>
              <a:pPr algn="ctr"/>
              <a:r>
                <a:rPr lang="en-US" sz="500" b="1" dirty="0">
                  <a:solidFill>
                    <a:srgbClr val="1D3043"/>
                  </a:solidFill>
                  <a:latin typeface="Arial"/>
                  <a:ea typeface="Arial"/>
                  <a:cs typeface="Arial"/>
                </a:rPr>
                <a:t>FiLM</a:t>
              </a:r>
              <a:endParaRPr lang="en-US" sz="500"/>
            </a:p>
          </p:txBody>
        </p:sp>
        <p:grpSp>
          <p:nvGrpSpPr>
            <p:cNvPr id="2787" name="Candidate representation h_j">
              <a:extLst>
                <a:ext uri="{FF2B5EF4-FFF2-40B4-BE49-F238E27FC236}">
                  <a16:creationId xmlns:a16="http://schemas.microsoft.com/office/drawing/2014/main" id="{8A463A7E-706A-5998-980C-C8533CDD9686}"/>
                </a:ext>
              </a:extLst>
            </p:cNvPr>
            <p:cNvGrpSpPr/>
            <p:nvPr/>
          </p:nvGrpSpPr>
          <p:grpSpPr>
            <a:xfrm>
              <a:off x="2641140" y="4746825"/>
              <a:ext cx="397485" cy="72270"/>
              <a:chOff x="2641140" y="4746825"/>
              <a:chExt cx="397485" cy="72270"/>
            </a:xfrm>
          </p:grpSpPr>
          <p:sp>
            <p:nvSpPr>
              <p:cNvPr id="2788" name="feature_1">
                <a:extLst>
                  <a:ext uri="{FF2B5EF4-FFF2-40B4-BE49-F238E27FC236}">
                    <a16:creationId xmlns:a16="http://schemas.microsoft.com/office/drawing/2014/main" id="{6706890B-1E43-FBB7-24C4-0CE182ECD3AB}"/>
                  </a:ext>
                </a:extLst>
              </p:cNvPr>
              <p:cNvSpPr/>
              <p:nvPr/>
            </p:nvSpPr>
            <p:spPr>
              <a:xfrm>
                <a:off x="2641140" y="4746825"/>
                <a:ext cx="53968" cy="72270"/>
              </a:xfrm>
              <a:prstGeom prst="rect">
                <a:avLst/>
              </a:prstGeom>
              <a:solidFill>
                <a:srgbClr val="367FB7"/>
              </a:solidFill>
              <a:ln w="4599" cap="rnd" cmpd="sng" algn="ctr">
                <a:noFill/>
                <a:prstDash val="solid"/>
                <a:round/>
                <a:headEnd type="none" w="med" len="med"/>
                <a:tailEnd type="none" w="med" len="med"/>
              </a:ln>
              <a:effectLst/>
            </p:spPr>
          </p:sp>
          <p:sp>
            <p:nvSpPr>
              <p:cNvPr id="2789" name="feature_2">
                <a:extLst>
                  <a:ext uri="{FF2B5EF4-FFF2-40B4-BE49-F238E27FC236}">
                    <a16:creationId xmlns:a16="http://schemas.microsoft.com/office/drawing/2014/main" id="{8B4D9BF3-D844-AB1A-1B36-D8673CC8FAF6}"/>
                  </a:ext>
                </a:extLst>
              </p:cNvPr>
              <p:cNvSpPr/>
              <p:nvPr/>
            </p:nvSpPr>
            <p:spPr>
              <a:xfrm>
                <a:off x="2698393" y="4746825"/>
                <a:ext cx="53968" cy="72270"/>
              </a:xfrm>
              <a:prstGeom prst="rect">
                <a:avLst/>
              </a:prstGeom>
              <a:solidFill>
                <a:srgbClr val="7EAED0"/>
              </a:solidFill>
              <a:ln w="4599" cap="rnd" cmpd="sng" algn="ctr">
                <a:noFill/>
                <a:prstDash val="solid"/>
                <a:round/>
                <a:headEnd type="none" w="med" len="med"/>
                <a:tailEnd type="none" w="med" len="med"/>
              </a:ln>
              <a:effectLst/>
            </p:spPr>
          </p:sp>
          <p:sp>
            <p:nvSpPr>
              <p:cNvPr id="2790" name="feature_3">
                <a:extLst>
                  <a:ext uri="{FF2B5EF4-FFF2-40B4-BE49-F238E27FC236}">
                    <a16:creationId xmlns:a16="http://schemas.microsoft.com/office/drawing/2014/main" id="{5F45CA7F-A397-3269-451D-320120D3E528}"/>
                  </a:ext>
                </a:extLst>
              </p:cNvPr>
              <p:cNvSpPr/>
              <p:nvPr/>
            </p:nvSpPr>
            <p:spPr>
              <a:xfrm>
                <a:off x="2755646" y="4746825"/>
                <a:ext cx="53968" cy="72270"/>
              </a:xfrm>
              <a:prstGeom prst="rect">
                <a:avLst/>
              </a:prstGeom>
              <a:solidFill>
                <a:srgbClr val="BCD8E7"/>
              </a:solidFill>
              <a:ln w="4599" cap="rnd" cmpd="sng" algn="ctr">
                <a:noFill/>
                <a:prstDash val="solid"/>
                <a:round/>
                <a:headEnd type="none" w="med" len="med"/>
                <a:tailEnd type="none" w="med" len="med"/>
              </a:ln>
              <a:effectLst/>
            </p:spPr>
          </p:sp>
          <p:sp>
            <p:nvSpPr>
              <p:cNvPr id="2791" name="feature_4">
                <a:extLst>
                  <a:ext uri="{FF2B5EF4-FFF2-40B4-BE49-F238E27FC236}">
                    <a16:creationId xmlns:a16="http://schemas.microsoft.com/office/drawing/2014/main" id="{2A65EA54-7AA0-C0D6-C761-2D94B16A1421}"/>
                  </a:ext>
                </a:extLst>
              </p:cNvPr>
              <p:cNvSpPr/>
              <p:nvPr/>
            </p:nvSpPr>
            <p:spPr>
              <a:xfrm>
                <a:off x="2812899" y="4746825"/>
                <a:ext cx="53968" cy="72270"/>
              </a:xfrm>
              <a:prstGeom prst="rect">
                <a:avLst/>
              </a:prstGeom>
              <a:solidFill>
                <a:srgbClr val="88C3B4"/>
              </a:solidFill>
              <a:ln w="4599" cap="rnd" cmpd="sng" algn="ctr">
                <a:noFill/>
                <a:prstDash val="solid"/>
                <a:round/>
                <a:headEnd type="none" w="med" len="med"/>
                <a:tailEnd type="none" w="med" len="med"/>
              </a:ln>
              <a:effectLst/>
            </p:spPr>
          </p:sp>
          <p:sp>
            <p:nvSpPr>
              <p:cNvPr id="2792" name="feature_5">
                <a:extLst>
                  <a:ext uri="{FF2B5EF4-FFF2-40B4-BE49-F238E27FC236}">
                    <a16:creationId xmlns:a16="http://schemas.microsoft.com/office/drawing/2014/main" id="{92E0251B-C853-A714-F964-04B20F73BC97}"/>
                  </a:ext>
                </a:extLst>
              </p:cNvPr>
              <p:cNvSpPr/>
              <p:nvPr/>
            </p:nvSpPr>
            <p:spPr>
              <a:xfrm>
                <a:off x="2870151" y="4746825"/>
                <a:ext cx="53968" cy="72270"/>
              </a:xfrm>
              <a:prstGeom prst="rect">
                <a:avLst/>
              </a:prstGeom>
              <a:solidFill>
                <a:srgbClr val="238777"/>
              </a:solidFill>
              <a:ln w="4599" cap="rnd" cmpd="sng" algn="ctr">
                <a:noFill/>
                <a:prstDash val="solid"/>
                <a:round/>
                <a:headEnd type="none" w="med" len="med"/>
                <a:tailEnd type="none" w="med" len="med"/>
              </a:ln>
              <a:effectLst/>
            </p:spPr>
          </p:sp>
          <p:sp>
            <p:nvSpPr>
              <p:cNvPr id="2793" name="feature_6">
                <a:extLst>
                  <a:ext uri="{FF2B5EF4-FFF2-40B4-BE49-F238E27FC236}">
                    <a16:creationId xmlns:a16="http://schemas.microsoft.com/office/drawing/2014/main" id="{05F8676E-4D66-7368-3F72-0EB0C2CA15F8}"/>
                  </a:ext>
                </a:extLst>
              </p:cNvPr>
              <p:cNvSpPr/>
              <p:nvPr/>
            </p:nvSpPr>
            <p:spPr>
              <a:xfrm>
                <a:off x="2927404" y="4746825"/>
                <a:ext cx="53968" cy="72270"/>
              </a:xfrm>
              <a:prstGeom prst="rect">
                <a:avLst/>
              </a:prstGeom>
              <a:solidFill>
                <a:srgbClr val="B1A4CC"/>
              </a:solidFill>
              <a:ln w="4599" cap="rnd" cmpd="sng" algn="ctr">
                <a:noFill/>
                <a:prstDash val="solid"/>
                <a:round/>
                <a:headEnd type="none" w="med" len="med"/>
                <a:tailEnd type="none" w="med" len="med"/>
              </a:ln>
              <a:effectLst/>
            </p:spPr>
          </p:sp>
          <p:sp>
            <p:nvSpPr>
              <p:cNvPr id="2794" name="feature_7">
                <a:extLst>
                  <a:ext uri="{FF2B5EF4-FFF2-40B4-BE49-F238E27FC236}">
                    <a16:creationId xmlns:a16="http://schemas.microsoft.com/office/drawing/2014/main" id="{A0E0A7CA-AA94-6BA6-F6E8-1A37D2A99396}"/>
                  </a:ext>
                </a:extLst>
              </p:cNvPr>
              <p:cNvSpPr/>
              <p:nvPr/>
            </p:nvSpPr>
            <p:spPr>
              <a:xfrm>
                <a:off x="2984657" y="4746825"/>
                <a:ext cx="53968" cy="72270"/>
              </a:xfrm>
              <a:prstGeom prst="rect">
                <a:avLst/>
              </a:prstGeom>
              <a:solidFill>
                <a:srgbClr val="D4CBE6"/>
              </a:solidFill>
              <a:ln w="4599" cap="rnd" cmpd="sng" algn="ctr">
                <a:noFill/>
                <a:prstDash val="solid"/>
                <a:round/>
                <a:headEnd type="none" w="med" len="med"/>
                <a:tailEnd type="none" w="med" len="med"/>
              </a:ln>
              <a:effectLst/>
            </p:spPr>
          </p:sp>
        </p:grpSp>
        <p:grpSp>
          <p:nvGrpSpPr>
            <p:cNvPr id="2795" name="Formula | h_j">
              <a:extLst>
                <a:ext uri="{FF2B5EF4-FFF2-40B4-BE49-F238E27FC236}">
                  <a16:creationId xmlns:a16="http://schemas.microsoft.com/office/drawing/2014/main" id="{4444C453-7A1A-E6E6-D44C-D4617BC1D93F}"/>
                </a:ext>
              </a:extLst>
            </p:cNvPr>
            <p:cNvGrpSpPr/>
            <p:nvPr/>
          </p:nvGrpSpPr>
          <p:grpSpPr>
            <a:xfrm>
              <a:off x="2443251" y="4713975"/>
              <a:ext cx="108392" cy="149738"/>
              <a:chOff x="2443251" y="4713975"/>
              <a:chExt cx="108392" cy="149738"/>
            </a:xfrm>
          </p:grpSpPr>
          <p:sp>
            <p:nvSpPr>
              <p:cNvPr id="2796" name="Text | h">
                <a:extLst>
                  <a:ext uri="{FF2B5EF4-FFF2-40B4-BE49-F238E27FC236}">
                    <a16:creationId xmlns:a16="http://schemas.microsoft.com/office/drawing/2014/main" id="{38DE43C3-3911-6E44-D3B1-63740DBD6320}"/>
                  </a:ext>
                </a:extLst>
              </p:cNvPr>
              <p:cNvSpPr txBox="1"/>
              <p:nvPr/>
            </p:nvSpPr>
            <p:spPr>
              <a:xfrm>
                <a:off x="2443251" y="4713975"/>
                <a:ext cx="100187" cy="144606"/>
              </a:xfrm>
              <a:prstGeom prst="rect">
                <a:avLst/>
              </a:prstGeom>
              <a:noFill/>
              <a:ln>
                <a:noFill/>
              </a:ln>
              <a:effectLst/>
            </p:spPr>
            <p:txBody>
              <a:bodyPr vertOverflow="overflow" horzOverflow="overflow" wrap="none" lIns="0" tIns="0" rIns="0" bIns="0" anchor="t" anchorCtr="0">
                <a:noAutofit/>
              </a:bodyPr>
              <a:lstStyle/>
              <a:p>
                <a:r>
                  <a:rPr lang="en-US" sz="574" i="1" dirty="0">
                    <a:solidFill>
                      <a:srgbClr val="1D3043"/>
                    </a:solidFill>
                    <a:latin typeface="Arial"/>
                    <a:ea typeface="Arial"/>
                    <a:cs typeface="Arial"/>
                  </a:rPr>
                  <a:t>h</a:t>
                </a:r>
                <a:endParaRPr lang="en-US" sz="574"/>
              </a:p>
            </p:txBody>
          </p:sp>
          <p:sp>
            <p:nvSpPr>
              <p:cNvPr id="2797" name="Text | j">
                <a:extLst>
                  <a:ext uri="{FF2B5EF4-FFF2-40B4-BE49-F238E27FC236}">
                    <a16:creationId xmlns:a16="http://schemas.microsoft.com/office/drawing/2014/main" id="{0308639D-AFA2-56BA-5DC3-71E0F12F9513}"/>
                  </a:ext>
                </a:extLst>
              </p:cNvPr>
              <p:cNvSpPr txBox="1"/>
              <p:nvPr/>
            </p:nvSpPr>
            <p:spPr>
              <a:xfrm>
                <a:off x="2507796" y="4774058"/>
                <a:ext cx="43847" cy="89656"/>
              </a:xfrm>
              <a:prstGeom prst="rect">
                <a:avLst/>
              </a:prstGeom>
              <a:noFill/>
              <a:ln>
                <a:noFill/>
              </a:ln>
              <a:effectLst/>
            </p:spPr>
            <p:txBody>
              <a:bodyPr vertOverflow="overflow" horzOverflow="overflow" wrap="none" lIns="0" tIns="0" rIns="0" bIns="0" anchor="t" anchorCtr="0">
                <a:noAutofit/>
              </a:bodyPr>
              <a:lstStyle/>
              <a:p>
                <a:r>
                  <a:rPr lang="en-US" sz="356" i="1" dirty="0">
                    <a:solidFill>
                      <a:srgbClr val="1D3043"/>
                    </a:solidFill>
                    <a:latin typeface="Arial"/>
                    <a:ea typeface="Arial"/>
                    <a:cs typeface="Arial"/>
                  </a:rPr>
                  <a:t>j</a:t>
                </a:r>
                <a:endParaRPr lang="en-US" sz="356"/>
              </a:p>
            </p:txBody>
          </p:sp>
        </p:grpSp>
        <p:sp>
          <p:nvSpPr>
            <p:cNvPr id="2798" name="Text | User-provided SMILES · same PDB">
              <a:extLst>
                <a:ext uri="{FF2B5EF4-FFF2-40B4-BE49-F238E27FC236}">
                  <a16:creationId xmlns:a16="http://schemas.microsoft.com/office/drawing/2014/main" id="{88F823F6-760A-5851-A67A-EC5DCB41A013}"/>
                </a:ext>
              </a:extLst>
            </p:cNvPr>
            <p:cNvSpPr txBox="1"/>
            <p:nvPr/>
          </p:nvSpPr>
          <p:spPr>
            <a:xfrm>
              <a:off x="3447117" y="2736405"/>
              <a:ext cx="1364255" cy="111953"/>
            </a:xfrm>
            <a:prstGeom prst="rect">
              <a:avLst/>
            </a:prstGeom>
            <a:noFill/>
            <a:ln>
              <a:noFill/>
            </a:ln>
            <a:effectLst/>
          </p:spPr>
          <p:txBody>
            <a:bodyPr vertOverflow="overflow" horzOverflow="overflow" wrap="none" lIns="0" tIns="0" rIns="0" bIns="0" anchor="t" anchorCtr="0">
              <a:noAutofit/>
            </a:bodyPr>
            <a:lstStyle/>
            <a:p>
              <a:pPr algn="ctr"/>
              <a:r>
                <a:rPr lang="en-US" sz="445" dirty="0">
                  <a:solidFill>
                    <a:srgbClr val="5E7180"/>
                  </a:solidFill>
                  <a:latin typeface="Arial"/>
                  <a:ea typeface="Arial"/>
                  <a:cs typeface="Arial"/>
                </a:rPr>
                <a:t>User-provided SMILES · same PDB</a:t>
              </a:r>
              <a:endParaRPr lang="en-US" sz="445"/>
            </a:p>
          </p:txBody>
        </p:sp>
        <p:cxnSp>
          <p:nvCxnSpPr>
            <p:cNvPr id="2799" name="path_2660">
              <a:extLst>
                <a:ext uri="{FF2B5EF4-FFF2-40B4-BE49-F238E27FC236}">
                  <a16:creationId xmlns:a16="http://schemas.microsoft.com/office/drawing/2014/main" id="{E7A887E6-1926-AE8D-29D1-4002240C790B}"/>
                </a:ext>
              </a:extLst>
            </p:cNvPr>
            <p:cNvCxnSpPr/>
            <p:nvPr/>
          </p:nvCxnSpPr>
          <p:spPr>
            <a:xfrm flipV="1">
              <a:off x="3370410" y="2994376"/>
              <a:ext cx="83110" cy="58046"/>
            </a:xfrm>
            <a:prstGeom prst="line">
              <a:avLst/>
            </a:prstGeom>
            <a:noFill/>
            <a:ln w="7227" cap="rnd" cmpd="sng" algn="ctr">
              <a:solidFill>
                <a:srgbClr val="90C5B5"/>
              </a:solidFill>
              <a:prstDash val="solid"/>
              <a:round/>
              <a:headEnd type="none" w="med" len="med"/>
              <a:tailEnd type="none" w="med" len="med"/>
            </a:ln>
            <a:effectLst/>
          </p:spPr>
        </p:cxnSp>
        <p:cxnSp>
          <p:nvCxnSpPr>
            <p:cNvPr id="2800" name="path_2661">
              <a:extLst>
                <a:ext uri="{FF2B5EF4-FFF2-40B4-BE49-F238E27FC236}">
                  <a16:creationId xmlns:a16="http://schemas.microsoft.com/office/drawing/2014/main" id="{F997DF44-C5F6-2741-764F-84F5D00079C1}"/>
                </a:ext>
              </a:extLst>
            </p:cNvPr>
            <p:cNvCxnSpPr/>
            <p:nvPr/>
          </p:nvCxnSpPr>
          <p:spPr>
            <a:xfrm>
              <a:off x="3453520" y="2994376"/>
              <a:ext cx="86724" cy="58046"/>
            </a:xfrm>
            <a:prstGeom prst="line">
              <a:avLst/>
            </a:prstGeom>
            <a:noFill/>
            <a:ln w="7227" cap="rnd" cmpd="sng" algn="ctr">
              <a:solidFill>
                <a:srgbClr val="90C5B5"/>
              </a:solidFill>
              <a:prstDash val="solid"/>
              <a:round/>
              <a:headEnd type="none" w="med" len="med"/>
              <a:tailEnd type="none" w="med" len="med"/>
            </a:ln>
            <a:effectLst/>
          </p:spPr>
        </p:cxnSp>
        <p:cxnSp>
          <p:nvCxnSpPr>
            <p:cNvPr id="2801" name="path_2662">
              <a:extLst>
                <a:ext uri="{FF2B5EF4-FFF2-40B4-BE49-F238E27FC236}">
                  <a16:creationId xmlns:a16="http://schemas.microsoft.com/office/drawing/2014/main" id="{E24C8DF2-EAC2-F650-BA28-A7AE247679E3}"/>
                </a:ext>
              </a:extLst>
            </p:cNvPr>
            <p:cNvCxnSpPr/>
            <p:nvPr/>
          </p:nvCxnSpPr>
          <p:spPr>
            <a:xfrm flipV="1">
              <a:off x="3540244" y="2994376"/>
              <a:ext cx="86724" cy="58046"/>
            </a:xfrm>
            <a:prstGeom prst="line">
              <a:avLst/>
            </a:prstGeom>
            <a:noFill/>
            <a:ln w="7227" cap="rnd" cmpd="sng" algn="ctr">
              <a:solidFill>
                <a:srgbClr val="90C5B5"/>
              </a:solidFill>
              <a:prstDash val="solid"/>
              <a:round/>
              <a:headEnd type="none" w="med" len="med"/>
              <a:tailEnd type="none" w="med" len="med"/>
            </a:ln>
            <a:effectLst/>
          </p:spPr>
        </p:cxnSp>
        <p:sp>
          <p:nvSpPr>
            <p:cNvPr id="2802" name="Text | O">
              <a:extLst>
                <a:ext uri="{FF2B5EF4-FFF2-40B4-BE49-F238E27FC236}">
                  <a16:creationId xmlns:a16="http://schemas.microsoft.com/office/drawing/2014/main" id="{839D5E3F-35E9-CD94-77D1-A908D72DB660}"/>
                </a:ext>
              </a:extLst>
            </p:cNvPr>
            <p:cNvSpPr txBox="1"/>
            <p:nvPr/>
          </p:nvSpPr>
          <p:spPr>
            <a:xfrm>
              <a:off x="3637809" y="2942703"/>
              <a:ext cx="83164" cy="102623"/>
            </a:xfrm>
            <a:prstGeom prst="rect">
              <a:avLst/>
            </a:prstGeom>
            <a:noFill/>
            <a:ln>
              <a:noFill/>
            </a:ln>
            <a:effectLst/>
          </p:spPr>
          <p:txBody>
            <a:bodyPr vertOverflow="overflow" horzOverflow="overflow" wrap="none" lIns="0" tIns="0" rIns="0" bIns="0" anchor="t" anchorCtr="0">
              <a:noAutofit/>
            </a:bodyPr>
            <a:lstStyle/>
            <a:p>
              <a:r>
                <a:rPr lang="en-US" sz="407" dirty="0">
                  <a:solidFill>
                    <a:srgbClr val="D79A9D"/>
                  </a:solidFill>
                  <a:latin typeface="Arial"/>
                  <a:ea typeface="Arial"/>
                  <a:cs typeface="Arial"/>
                </a:rPr>
                <a:t>O</a:t>
              </a:r>
              <a:endParaRPr lang="en-US" sz="407"/>
            </a:p>
          </p:txBody>
        </p:sp>
        <p:grpSp>
          <p:nvGrpSpPr>
            <p:cNvPr id="2803" name="Ligand identity | illustrative molecular graph">
              <a:extLst>
                <a:ext uri="{FF2B5EF4-FFF2-40B4-BE49-F238E27FC236}">
                  <a16:creationId xmlns:a16="http://schemas.microsoft.com/office/drawing/2014/main" id="{669E584D-6DB2-82AE-CD74-20189D21BF5D}"/>
                </a:ext>
              </a:extLst>
            </p:cNvPr>
            <p:cNvGrpSpPr/>
            <p:nvPr/>
          </p:nvGrpSpPr>
          <p:grpSpPr>
            <a:xfrm>
              <a:off x="3971842" y="2937250"/>
              <a:ext cx="368110" cy="194735"/>
              <a:chOff x="3971842" y="2937250"/>
              <a:chExt cx="368110" cy="194735"/>
            </a:xfrm>
          </p:grpSpPr>
          <p:cxnSp>
            <p:nvCxnSpPr>
              <p:cNvPr id="2804" name="path_2664">
                <a:extLst>
                  <a:ext uri="{FF2B5EF4-FFF2-40B4-BE49-F238E27FC236}">
                    <a16:creationId xmlns:a16="http://schemas.microsoft.com/office/drawing/2014/main" id="{F3929285-369B-8CCB-44FE-3691C7522727}"/>
                  </a:ext>
                </a:extLst>
              </p:cNvPr>
              <p:cNvCxnSpPr/>
              <p:nvPr/>
            </p:nvCxnSpPr>
            <p:spPr>
              <a:xfrm flipH="1">
                <a:off x="4050077" y="3083301"/>
                <a:ext cx="78235" cy="48684"/>
              </a:xfrm>
              <a:prstGeom prst="line">
                <a:avLst/>
              </a:prstGeom>
              <a:noFill/>
              <a:ln w="7555" cap="rnd" cmpd="sng" algn="ctr">
                <a:solidFill>
                  <a:srgbClr val="238777"/>
                </a:solidFill>
                <a:prstDash val="solid"/>
                <a:round/>
                <a:headEnd type="none" w="med" len="med"/>
                <a:tailEnd type="none" w="med" len="med"/>
              </a:ln>
              <a:effectLst/>
            </p:spPr>
          </p:cxnSp>
          <p:cxnSp>
            <p:nvCxnSpPr>
              <p:cNvPr id="2805" name="path_2665">
                <a:extLst>
                  <a:ext uri="{FF2B5EF4-FFF2-40B4-BE49-F238E27FC236}">
                    <a16:creationId xmlns:a16="http://schemas.microsoft.com/office/drawing/2014/main" id="{E3D78A4C-F655-53CF-E3FE-65DE06590022}"/>
                  </a:ext>
                </a:extLst>
              </p:cNvPr>
              <p:cNvCxnSpPr/>
              <p:nvPr/>
            </p:nvCxnSpPr>
            <p:spPr>
              <a:xfrm flipH="1" flipV="1">
                <a:off x="3971842" y="3083301"/>
                <a:ext cx="78235" cy="48684"/>
              </a:xfrm>
              <a:prstGeom prst="line">
                <a:avLst/>
              </a:prstGeom>
              <a:noFill/>
              <a:ln w="7555" cap="rnd" cmpd="sng" algn="ctr">
                <a:solidFill>
                  <a:srgbClr val="238777"/>
                </a:solidFill>
                <a:prstDash val="solid"/>
                <a:round/>
                <a:headEnd type="none" w="med" len="med"/>
                <a:tailEnd type="none" w="med" len="med"/>
              </a:ln>
              <a:effectLst/>
            </p:spPr>
          </p:cxnSp>
          <p:cxnSp>
            <p:nvCxnSpPr>
              <p:cNvPr id="2806" name="path_2666">
                <a:extLst>
                  <a:ext uri="{FF2B5EF4-FFF2-40B4-BE49-F238E27FC236}">
                    <a16:creationId xmlns:a16="http://schemas.microsoft.com/office/drawing/2014/main" id="{767B3B80-1CD3-F863-24A4-BBFFC3EE35DD}"/>
                  </a:ext>
                </a:extLst>
              </p:cNvPr>
              <p:cNvCxnSpPr/>
              <p:nvPr/>
            </p:nvCxnSpPr>
            <p:spPr>
              <a:xfrm flipV="1">
                <a:off x="3971842" y="2985934"/>
                <a:ext cx="0" cy="97367"/>
              </a:xfrm>
              <a:prstGeom prst="line">
                <a:avLst/>
              </a:prstGeom>
              <a:noFill/>
              <a:ln w="7555" cap="rnd" cmpd="sng" algn="ctr">
                <a:solidFill>
                  <a:srgbClr val="238777"/>
                </a:solidFill>
                <a:prstDash val="solid"/>
                <a:round/>
                <a:headEnd type="none" w="med" len="med"/>
                <a:tailEnd type="none" w="med" len="med"/>
              </a:ln>
              <a:effectLst/>
            </p:spPr>
          </p:cxnSp>
          <p:cxnSp>
            <p:nvCxnSpPr>
              <p:cNvPr id="2807" name="path_2667">
                <a:extLst>
                  <a:ext uri="{FF2B5EF4-FFF2-40B4-BE49-F238E27FC236}">
                    <a16:creationId xmlns:a16="http://schemas.microsoft.com/office/drawing/2014/main" id="{C7045A99-779A-3A58-10E8-B4077C9A7C3F}"/>
                  </a:ext>
                </a:extLst>
              </p:cNvPr>
              <p:cNvCxnSpPr/>
              <p:nvPr/>
            </p:nvCxnSpPr>
            <p:spPr>
              <a:xfrm flipV="1">
                <a:off x="3971842" y="2937250"/>
                <a:ext cx="78235" cy="48684"/>
              </a:xfrm>
              <a:prstGeom prst="line">
                <a:avLst/>
              </a:prstGeom>
              <a:noFill/>
              <a:ln w="7555" cap="rnd" cmpd="sng" algn="ctr">
                <a:solidFill>
                  <a:srgbClr val="238777"/>
                </a:solidFill>
                <a:prstDash val="solid"/>
                <a:round/>
                <a:headEnd type="none" w="med" len="med"/>
                <a:tailEnd type="none" w="med" len="med"/>
              </a:ln>
              <a:effectLst/>
            </p:spPr>
          </p:cxnSp>
          <p:cxnSp>
            <p:nvCxnSpPr>
              <p:cNvPr id="2808" name="path_2668">
                <a:extLst>
                  <a:ext uri="{FF2B5EF4-FFF2-40B4-BE49-F238E27FC236}">
                    <a16:creationId xmlns:a16="http://schemas.microsoft.com/office/drawing/2014/main" id="{6B7D395C-A1CE-D366-6D19-3B368F6DA037}"/>
                  </a:ext>
                </a:extLst>
              </p:cNvPr>
              <p:cNvCxnSpPr/>
              <p:nvPr/>
            </p:nvCxnSpPr>
            <p:spPr>
              <a:xfrm>
                <a:off x="4050077" y="2937250"/>
                <a:ext cx="78235" cy="48684"/>
              </a:xfrm>
              <a:prstGeom prst="line">
                <a:avLst/>
              </a:prstGeom>
              <a:noFill/>
              <a:ln w="7555" cap="rnd" cmpd="sng" algn="ctr">
                <a:solidFill>
                  <a:srgbClr val="238777"/>
                </a:solidFill>
                <a:prstDash val="solid"/>
                <a:round/>
                <a:headEnd type="none" w="med" len="med"/>
                <a:tailEnd type="none" w="med" len="med"/>
              </a:ln>
              <a:effectLst/>
            </p:spPr>
          </p:cxnSp>
          <p:cxnSp>
            <p:nvCxnSpPr>
              <p:cNvPr id="2809" name="path_2669">
                <a:extLst>
                  <a:ext uri="{FF2B5EF4-FFF2-40B4-BE49-F238E27FC236}">
                    <a16:creationId xmlns:a16="http://schemas.microsoft.com/office/drawing/2014/main" id="{DE983EAA-978A-DB2F-8B36-3E39D1F51939}"/>
                  </a:ext>
                </a:extLst>
              </p:cNvPr>
              <p:cNvCxnSpPr/>
              <p:nvPr/>
            </p:nvCxnSpPr>
            <p:spPr>
              <a:xfrm>
                <a:off x="4128311" y="2985934"/>
                <a:ext cx="0" cy="97367"/>
              </a:xfrm>
              <a:prstGeom prst="line">
                <a:avLst/>
              </a:prstGeom>
              <a:noFill/>
              <a:ln w="7555" cap="rnd" cmpd="sng" algn="ctr">
                <a:solidFill>
                  <a:srgbClr val="238777"/>
                </a:solidFill>
                <a:prstDash val="solid"/>
                <a:round/>
                <a:headEnd type="none" w="med" len="med"/>
                <a:tailEnd type="none" w="med" len="med"/>
              </a:ln>
              <a:effectLst/>
            </p:spPr>
          </p:cxnSp>
          <p:cxnSp>
            <p:nvCxnSpPr>
              <p:cNvPr id="2810" name="path_2670">
                <a:extLst>
                  <a:ext uri="{FF2B5EF4-FFF2-40B4-BE49-F238E27FC236}">
                    <a16:creationId xmlns:a16="http://schemas.microsoft.com/office/drawing/2014/main" id="{E90B18FB-7FFD-2D8D-E329-27D9B70A4B37}"/>
                  </a:ext>
                </a:extLst>
              </p:cNvPr>
              <p:cNvCxnSpPr/>
              <p:nvPr/>
            </p:nvCxnSpPr>
            <p:spPr>
              <a:xfrm flipV="1">
                <a:off x="4128311" y="2960311"/>
                <a:ext cx="69919" cy="122990"/>
              </a:xfrm>
              <a:prstGeom prst="line">
                <a:avLst/>
              </a:prstGeom>
              <a:noFill/>
              <a:ln w="7555" cap="rnd" cmpd="sng" algn="ctr">
                <a:solidFill>
                  <a:srgbClr val="238777"/>
                </a:solidFill>
                <a:prstDash val="solid"/>
                <a:round/>
                <a:headEnd type="none" w="med" len="med"/>
                <a:tailEnd type="none" w="med" len="med"/>
              </a:ln>
              <a:effectLst/>
            </p:spPr>
          </p:cxnSp>
          <p:cxnSp>
            <p:nvCxnSpPr>
              <p:cNvPr id="2811" name="path_2671">
                <a:extLst>
                  <a:ext uri="{FF2B5EF4-FFF2-40B4-BE49-F238E27FC236}">
                    <a16:creationId xmlns:a16="http://schemas.microsoft.com/office/drawing/2014/main" id="{BEB7E758-F2D7-C103-F93A-FA8EAD052B85}"/>
                  </a:ext>
                </a:extLst>
              </p:cNvPr>
              <p:cNvCxnSpPr/>
              <p:nvPr/>
            </p:nvCxnSpPr>
            <p:spPr>
              <a:xfrm>
                <a:off x="4198230" y="2960311"/>
                <a:ext cx="50589" cy="53808"/>
              </a:xfrm>
              <a:prstGeom prst="line">
                <a:avLst/>
              </a:prstGeom>
              <a:noFill/>
              <a:ln w="7555" cap="rnd" cmpd="sng" algn="ctr">
                <a:solidFill>
                  <a:srgbClr val="238777"/>
                </a:solidFill>
                <a:prstDash val="solid"/>
                <a:round/>
                <a:headEnd type="none" w="med" len="med"/>
                <a:tailEnd type="none" w="med" len="med"/>
              </a:ln>
              <a:effectLst/>
            </p:spPr>
          </p:cxnSp>
          <p:cxnSp>
            <p:nvCxnSpPr>
              <p:cNvPr id="2812" name="path_2672">
                <a:extLst>
                  <a:ext uri="{FF2B5EF4-FFF2-40B4-BE49-F238E27FC236}">
                    <a16:creationId xmlns:a16="http://schemas.microsoft.com/office/drawing/2014/main" id="{D5677C8A-3CCA-A69B-E945-FF29DF042A07}"/>
                  </a:ext>
                </a:extLst>
              </p:cNvPr>
              <p:cNvCxnSpPr/>
              <p:nvPr/>
            </p:nvCxnSpPr>
            <p:spPr>
              <a:xfrm flipH="1">
                <a:off x="4050077" y="3074538"/>
                <a:ext cx="64152" cy="39921"/>
              </a:xfrm>
              <a:prstGeom prst="line">
                <a:avLst/>
              </a:prstGeom>
              <a:noFill/>
              <a:ln w="4599" cap="rnd" cmpd="sng" algn="ctr">
                <a:solidFill>
                  <a:srgbClr val="238777"/>
                </a:solidFill>
                <a:prstDash val="solid"/>
                <a:round/>
                <a:headEnd type="none" w="med" len="med"/>
                <a:tailEnd type="none" w="med" len="med"/>
              </a:ln>
              <a:effectLst/>
            </p:spPr>
          </p:cxnSp>
          <p:cxnSp>
            <p:nvCxnSpPr>
              <p:cNvPr id="2813" name="path_2673">
                <a:extLst>
                  <a:ext uri="{FF2B5EF4-FFF2-40B4-BE49-F238E27FC236}">
                    <a16:creationId xmlns:a16="http://schemas.microsoft.com/office/drawing/2014/main" id="{B68B909C-51DA-6D2E-F24B-318438E785C2}"/>
                  </a:ext>
                </a:extLst>
              </p:cNvPr>
              <p:cNvCxnSpPr/>
              <p:nvPr/>
            </p:nvCxnSpPr>
            <p:spPr>
              <a:xfrm flipV="1">
                <a:off x="3985924" y="2994697"/>
                <a:ext cx="0" cy="79841"/>
              </a:xfrm>
              <a:prstGeom prst="line">
                <a:avLst/>
              </a:prstGeom>
              <a:noFill/>
              <a:ln w="4599" cap="rnd" cmpd="sng" algn="ctr">
                <a:solidFill>
                  <a:srgbClr val="238777"/>
                </a:solidFill>
                <a:prstDash val="solid"/>
                <a:round/>
                <a:headEnd type="none" w="med" len="med"/>
                <a:tailEnd type="none" w="med" len="med"/>
              </a:ln>
              <a:effectLst/>
            </p:spPr>
          </p:cxnSp>
          <p:cxnSp>
            <p:nvCxnSpPr>
              <p:cNvPr id="2814" name="path_2674">
                <a:extLst>
                  <a:ext uri="{FF2B5EF4-FFF2-40B4-BE49-F238E27FC236}">
                    <a16:creationId xmlns:a16="http://schemas.microsoft.com/office/drawing/2014/main" id="{0B073BC8-2D82-02F7-937A-965ED849049E}"/>
                  </a:ext>
                </a:extLst>
              </p:cNvPr>
              <p:cNvCxnSpPr/>
              <p:nvPr/>
            </p:nvCxnSpPr>
            <p:spPr>
              <a:xfrm>
                <a:off x="4050077" y="2954776"/>
                <a:ext cx="64152" cy="39921"/>
              </a:xfrm>
              <a:prstGeom prst="line">
                <a:avLst/>
              </a:prstGeom>
              <a:noFill/>
              <a:ln w="4599" cap="rnd" cmpd="sng" algn="ctr">
                <a:solidFill>
                  <a:srgbClr val="238777"/>
                </a:solidFill>
                <a:prstDash val="solid"/>
                <a:round/>
                <a:headEnd type="none" w="med" len="med"/>
                <a:tailEnd type="none" w="med" len="med"/>
              </a:ln>
              <a:effectLst/>
            </p:spPr>
          </p:cxnSp>
          <p:sp>
            <p:nvSpPr>
              <p:cNvPr id="2815" name="Text | O">
                <a:extLst>
                  <a:ext uri="{FF2B5EF4-FFF2-40B4-BE49-F238E27FC236}">
                    <a16:creationId xmlns:a16="http://schemas.microsoft.com/office/drawing/2014/main" id="{F65CCB1D-6C59-F4D7-D548-46FF4AA7D482}"/>
                  </a:ext>
                </a:extLst>
              </p:cNvPr>
              <p:cNvSpPr txBox="1"/>
              <p:nvPr/>
            </p:nvSpPr>
            <p:spPr>
              <a:xfrm>
                <a:off x="4261959" y="2971414"/>
                <a:ext cx="77993" cy="93294"/>
              </a:xfrm>
              <a:prstGeom prst="rect">
                <a:avLst/>
              </a:prstGeom>
              <a:noFill/>
              <a:ln>
                <a:noFill/>
              </a:ln>
              <a:effectLst/>
            </p:spPr>
            <p:txBody>
              <a:bodyPr vertOverflow="overflow" horzOverflow="overflow" wrap="none" lIns="0" tIns="0" rIns="0" bIns="0" anchor="t" anchorCtr="0">
                <a:noAutofit/>
              </a:bodyPr>
              <a:lstStyle/>
              <a:p>
                <a:r>
                  <a:rPr lang="en-US" sz="370" dirty="0">
                    <a:solidFill>
                      <a:srgbClr val="CE4148"/>
                    </a:solidFill>
                    <a:latin typeface="Arial"/>
                    <a:ea typeface="Arial"/>
                    <a:cs typeface="Arial"/>
                  </a:rPr>
                  <a:t>O</a:t>
                </a:r>
                <a:endParaRPr lang="en-US" sz="370"/>
              </a:p>
            </p:txBody>
          </p:sp>
        </p:grpSp>
        <p:cxnSp>
          <p:nvCxnSpPr>
            <p:cNvPr id="2816" name="path_2676">
              <a:extLst>
                <a:ext uri="{FF2B5EF4-FFF2-40B4-BE49-F238E27FC236}">
                  <a16:creationId xmlns:a16="http://schemas.microsoft.com/office/drawing/2014/main" id="{70AAA49C-41FD-806C-1D12-3458D41CD3FB}"/>
                </a:ext>
              </a:extLst>
            </p:cNvPr>
            <p:cNvCxnSpPr/>
            <p:nvPr/>
          </p:nvCxnSpPr>
          <p:spPr>
            <a:xfrm flipV="1">
              <a:off x="4520160" y="2990631"/>
              <a:ext cx="90338" cy="52429"/>
            </a:xfrm>
            <a:prstGeom prst="line">
              <a:avLst/>
            </a:prstGeom>
            <a:noFill/>
            <a:ln w="7227" cap="rnd" cmpd="sng" algn="ctr">
              <a:solidFill>
                <a:srgbClr val="90C5B5"/>
              </a:solidFill>
              <a:prstDash val="solid"/>
              <a:round/>
              <a:headEnd type="none" w="med" len="med"/>
              <a:tailEnd type="none" w="med" len="med"/>
            </a:ln>
            <a:effectLst/>
          </p:spPr>
        </p:cxnSp>
        <p:cxnSp>
          <p:nvCxnSpPr>
            <p:cNvPr id="2817" name="path_2677">
              <a:extLst>
                <a:ext uri="{FF2B5EF4-FFF2-40B4-BE49-F238E27FC236}">
                  <a16:creationId xmlns:a16="http://schemas.microsoft.com/office/drawing/2014/main" id="{4DF2189E-C0E5-9A03-6F75-9EBE76EE2DBC}"/>
                </a:ext>
              </a:extLst>
            </p:cNvPr>
            <p:cNvCxnSpPr/>
            <p:nvPr/>
          </p:nvCxnSpPr>
          <p:spPr>
            <a:xfrm>
              <a:off x="4610498" y="2990631"/>
              <a:ext cx="97565" cy="54301"/>
            </a:xfrm>
            <a:prstGeom prst="line">
              <a:avLst/>
            </a:prstGeom>
            <a:noFill/>
            <a:ln w="7227" cap="rnd" cmpd="sng" algn="ctr">
              <a:solidFill>
                <a:srgbClr val="90C5B5"/>
              </a:solidFill>
              <a:prstDash val="solid"/>
              <a:round/>
              <a:headEnd type="none" w="med" len="med"/>
              <a:tailEnd type="none" w="med" len="med"/>
            </a:ln>
            <a:effectLst/>
          </p:spPr>
        </p:cxnSp>
        <p:cxnSp>
          <p:nvCxnSpPr>
            <p:cNvPr id="2818" name="path_2678">
              <a:extLst>
                <a:ext uri="{FF2B5EF4-FFF2-40B4-BE49-F238E27FC236}">
                  <a16:creationId xmlns:a16="http://schemas.microsoft.com/office/drawing/2014/main" id="{6587E22F-FF35-76CF-5F6F-4C9BBF700F7B}"/>
                </a:ext>
              </a:extLst>
            </p:cNvPr>
            <p:cNvCxnSpPr/>
            <p:nvPr/>
          </p:nvCxnSpPr>
          <p:spPr>
            <a:xfrm flipV="1">
              <a:off x="4708062" y="2994376"/>
              <a:ext cx="86724" cy="50556"/>
            </a:xfrm>
            <a:prstGeom prst="line">
              <a:avLst/>
            </a:prstGeom>
            <a:noFill/>
            <a:ln w="7227" cap="rnd" cmpd="sng" algn="ctr">
              <a:solidFill>
                <a:srgbClr val="90C5B5"/>
              </a:solidFill>
              <a:prstDash val="solid"/>
              <a:round/>
              <a:headEnd type="none" w="med" len="med"/>
              <a:tailEnd type="none" w="med" len="med"/>
            </a:ln>
            <a:effectLst/>
          </p:spPr>
        </p:cxnSp>
        <p:cxnSp>
          <p:nvCxnSpPr>
            <p:cNvPr id="2819" name="path_2679">
              <a:extLst>
                <a:ext uri="{FF2B5EF4-FFF2-40B4-BE49-F238E27FC236}">
                  <a16:creationId xmlns:a16="http://schemas.microsoft.com/office/drawing/2014/main" id="{6D6D392D-7356-7B59-7D5E-D2F3AEC8E472}"/>
                </a:ext>
              </a:extLst>
            </p:cNvPr>
            <p:cNvCxnSpPr/>
            <p:nvPr/>
          </p:nvCxnSpPr>
          <p:spPr>
            <a:xfrm flipV="1">
              <a:off x="4610498" y="2919478"/>
              <a:ext cx="0" cy="65536"/>
            </a:xfrm>
            <a:prstGeom prst="line">
              <a:avLst/>
            </a:prstGeom>
            <a:noFill/>
            <a:ln w="5913" cap="rnd" cmpd="sng" algn="ctr">
              <a:solidFill>
                <a:srgbClr val="90C5B5"/>
              </a:solidFill>
              <a:prstDash val="solid"/>
              <a:round/>
              <a:headEnd type="none" w="med" len="med"/>
              <a:tailEnd type="none" w="med" len="med"/>
            </a:ln>
            <a:effectLst/>
          </p:spPr>
        </p:cxnSp>
        <p:cxnSp>
          <p:nvCxnSpPr>
            <p:cNvPr id="2820" name="path_2680">
              <a:extLst>
                <a:ext uri="{FF2B5EF4-FFF2-40B4-BE49-F238E27FC236}">
                  <a16:creationId xmlns:a16="http://schemas.microsoft.com/office/drawing/2014/main" id="{E6AD414F-70DD-0ED6-CA01-C9DA9931EA7D}"/>
                </a:ext>
              </a:extLst>
            </p:cNvPr>
            <p:cNvCxnSpPr/>
            <p:nvPr/>
          </p:nvCxnSpPr>
          <p:spPr>
            <a:xfrm flipV="1">
              <a:off x="4628565" y="2919478"/>
              <a:ext cx="0" cy="65536"/>
            </a:xfrm>
            <a:prstGeom prst="line">
              <a:avLst/>
            </a:prstGeom>
            <a:noFill/>
            <a:ln w="5913" cap="rnd" cmpd="sng" algn="ctr">
              <a:solidFill>
                <a:srgbClr val="90C5B5"/>
              </a:solidFill>
              <a:prstDash val="solid"/>
              <a:round/>
              <a:headEnd type="none" w="med" len="med"/>
              <a:tailEnd type="none" w="med" len="med"/>
            </a:ln>
            <a:effectLst/>
          </p:spPr>
        </p:cxnSp>
        <p:sp>
          <p:nvSpPr>
            <p:cNvPr id="2821" name="Text | O">
              <a:extLst>
                <a:ext uri="{FF2B5EF4-FFF2-40B4-BE49-F238E27FC236}">
                  <a16:creationId xmlns:a16="http://schemas.microsoft.com/office/drawing/2014/main" id="{46D79678-C8F8-E3C2-F413-C71CB1D0F73C}"/>
                </a:ext>
              </a:extLst>
            </p:cNvPr>
            <p:cNvSpPr txBox="1"/>
            <p:nvPr/>
          </p:nvSpPr>
          <p:spPr>
            <a:xfrm>
              <a:off x="4606884" y="2844876"/>
              <a:ext cx="80579" cy="97959"/>
            </a:xfrm>
            <a:prstGeom prst="rect">
              <a:avLst/>
            </a:prstGeom>
            <a:noFill/>
            <a:ln>
              <a:noFill/>
            </a:ln>
            <a:effectLst/>
          </p:spPr>
          <p:txBody>
            <a:bodyPr vertOverflow="overflow" horzOverflow="overflow" wrap="none" lIns="0" tIns="0" rIns="0" bIns="0" anchor="t" anchorCtr="0">
              <a:noAutofit/>
            </a:bodyPr>
            <a:lstStyle/>
            <a:p>
              <a:r>
                <a:rPr lang="en-US" sz="389" dirty="0">
                  <a:solidFill>
                    <a:srgbClr val="D79A9D"/>
                  </a:solidFill>
                  <a:latin typeface="Arial"/>
                  <a:ea typeface="Arial"/>
                  <a:cs typeface="Arial"/>
                </a:rPr>
                <a:t>O</a:t>
              </a:r>
              <a:endParaRPr lang="en-US" sz="389"/>
            </a:p>
          </p:txBody>
        </p:sp>
        <p:sp>
          <p:nvSpPr>
            <p:cNvPr id="2822" name="Text | N">
              <a:extLst>
                <a:ext uri="{FF2B5EF4-FFF2-40B4-BE49-F238E27FC236}">
                  <a16:creationId xmlns:a16="http://schemas.microsoft.com/office/drawing/2014/main" id="{4DD78F89-AAA9-0221-AFAE-963193BA394F}"/>
                </a:ext>
              </a:extLst>
            </p:cNvPr>
            <p:cNvSpPr txBox="1"/>
            <p:nvPr/>
          </p:nvSpPr>
          <p:spPr>
            <a:xfrm>
              <a:off x="4791172" y="2942243"/>
              <a:ext cx="77884" cy="97959"/>
            </a:xfrm>
            <a:prstGeom prst="rect">
              <a:avLst/>
            </a:prstGeom>
            <a:noFill/>
            <a:ln>
              <a:noFill/>
            </a:ln>
            <a:effectLst/>
          </p:spPr>
          <p:txBody>
            <a:bodyPr vertOverflow="overflow" horzOverflow="overflow" wrap="none" lIns="0" tIns="0" rIns="0" bIns="0" anchor="t" anchorCtr="0">
              <a:noAutofit/>
            </a:bodyPr>
            <a:lstStyle/>
            <a:p>
              <a:r>
                <a:rPr lang="en-US" sz="389" dirty="0">
                  <a:solidFill>
                    <a:srgbClr val="8EB3CF"/>
                  </a:solidFill>
                  <a:latin typeface="Arial"/>
                  <a:ea typeface="Arial"/>
                  <a:cs typeface="Arial"/>
                </a:rPr>
                <a:t>N</a:t>
              </a:r>
              <a:endParaRPr lang="en-US" sz="389"/>
            </a:p>
          </p:txBody>
        </p:sp>
        <p:sp>
          <p:nvSpPr>
            <p:cNvPr id="2823" name="rect_2683">
              <a:extLst>
                <a:ext uri="{FF2B5EF4-FFF2-40B4-BE49-F238E27FC236}">
                  <a16:creationId xmlns:a16="http://schemas.microsoft.com/office/drawing/2014/main" id="{760167AA-0A66-EE44-1A55-E2DB98EC892F}"/>
                </a:ext>
              </a:extLst>
            </p:cNvPr>
            <p:cNvSpPr/>
            <p:nvPr/>
          </p:nvSpPr>
          <p:spPr>
            <a:xfrm>
              <a:off x="3876300" y="2864520"/>
              <a:ext cx="436905" cy="328500"/>
            </a:xfrm>
            <a:prstGeom prst="roundRect">
              <a:avLst>
                <a:gd name="adj" fmla="val 6000"/>
              </a:avLst>
            </a:prstGeom>
            <a:noFill/>
            <a:ln w="3614" cap="rnd" cmpd="sng" algn="ctr">
              <a:solidFill>
                <a:srgbClr val="90C4B2"/>
              </a:solidFill>
              <a:prstDash val="solid"/>
              <a:round/>
              <a:headEnd type="none" w="med" len="med"/>
              <a:tailEnd type="none" w="med" len="med"/>
            </a:ln>
            <a:effectLst/>
          </p:spPr>
        </p:sp>
        <p:sp>
          <p:nvSpPr>
            <p:cNvPr id="2824" name="Text | Selected identity">
              <a:extLst>
                <a:ext uri="{FF2B5EF4-FFF2-40B4-BE49-F238E27FC236}">
                  <a16:creationId xmlns:a16="http://schemas.microsoft.com/office/drawing/2014/main" id="{4D943FAA-5F3C-DE28-2D2E-525682827099}"/>
                </a:ext>
              </a:extLst>
            </p:cNvPr>
            <p:cNvSpPr txBox="1"/>
            <p:nvPr/>
          </p:nvSpPr>
          <p:spPr>
            <a:xfrm>
              <a:off x="3773116" y="3212730"/>
              <a:ext cx="666269" cy="107288"/>
            </a:xfrm>
            <a:prstGeom prst="rect">
              <a:avLst/>
            </a:prstGeom>
            <a:noFill/>
            <a:ln>
              <a:noFill/>
            </a:ln>
            <a:effectLst/>
          </p:spPr>
          <p:txBody>
            <a:bodyPr vertOverflow="overflow" horzOverflow="overflow" wrap="none" lIns="0" tIns="0" rIns="0" bIns="0" anchor="t" anchorCtr="0">
              <a:noAutofit/>
            </a:bodyPr>
            <a:lstStyle/>
            <a:p>
              <a:pPr algn="ctr"/>
              <a:r>
                <a:rPr lang="en-US" sz="426" dirty="0">
                  <a:solidFill>
                    <a:srgbClr val="5E7180"/>
                  </a:solidFill>
                  <a:latin typeface="Arial"/>
                  <a:ea typeface="Arial"/>
                  <a:cs typeface="Arial"/>
                </a:rPr>
                <a:t>Selected identity</a:t>
              </a:r>
              <a:endParaRPr lang="en-US" sz="426"/>
            </a:p>
          </p:txBody>
        </p:sp>
        <p:grpSp>
          <p:nvGrpSpPr>
            <p:cNvPr id="2825" name="Arrow | smiles → language_encoder">
              <a:extLst>
                <a:ext uri="{FF2B5EF4-FFF2-40B4-BE49-F238E27FC236}">
                  <a16:creationId xmlns:a16="http://schemas.microsoft.com/office/drawing/2014/main" id="{960868E7-0033-479C-55A0-A867D4D30103}"/>
                </a:ext>
              </a:extLst>
            </p:cNvPr>
            <p:cNvGrpSpPr/>
            <p:nvPr/>
          </p:nvGrpSpPr>
          <p:grpSpPr>
            <a:xfrm>
              <a:off x="4092338" y="3196305"/>
              <a:ext cx="27824" cy="174105"/>
              <a:chOff x="4092338" y="3196305"/>
              <a:chExt cx="27824" cy="174105"/>
            </a:xfrm>
          </p:grpSpPr>
          <p:cxnSp>
            <p:nvCxnSpPr>
              <p:cNvPr id="2826" name="Arrow | smiles → language_encoder | path">
                <a:extLst>
                  <a:ext uri="{FF2B5EF4-FFF2-40B4-BE49-F238E27FC236}">
                    <a16:creationId xmlns:a16="http://schemas.microsoft.com/office/drawing/2014/main" id="{2C1F006E-E10C-FBE7-E2AE-2CE065FA2FB4}"/>
                  </a:ext>
                </a:extLst>
              </p:cNvPr>
              <p:cNvCxnSpPr/>
              <p:nvPr/>
            </p:nvCxnSpPr>
            <p:spPr>
              <a:xfrm>
                <a:off x="4106250" y="3196305"/>
                <a:ext cx="0" cy="174105"/>
              </a:xfrm>
              <a:prstGeom prst="line">
                <a:avLst/>
              </a:prstGeom>
              <a:noFill/>
              <a:ln w="6242" cap="rnd" cmpd="sng" algn="ctr">
                <a:solidFill>
                  <a:srgbClr val="238777"/>
                </a:solidFill>
                <a:prstDash val="solid"/>
                <a:round/>
                <a:headEnd type="none" w="med" len="med"/>
                <a:tailEnd type="none" w="med" len="med"/>
              </a:ln>
              <a:effectLst/>
            </p:spPr>
          </p:cxnSp>
          <p:sp>
            <p:nvSpPr>
              <p:cNvPr id="2827" name="Arrow | smiles → language_encoder | editable arrowhead">
                <a:extLst>
                  <a:ext uri="{FF2B5EF4-FFF2-40B4-BE49-F238E27FC236}">
                    <a16:creationId xmlns:a16="http://schemas.microsoft.com/office/drawing/2014/main" id="{894AD997-9C95-22E5-9568-38490EB48C7E}"/>
                  </a:ext>
                </a:extLst>
              </p:cNvPr>
              <p:cNvSpPr/>
              <p:nvPr/>
            </p:nvSpPr>
            <p:spPr>
              <a:xfrm>
                <a:off x="4092338" y="3338053"/>
                <a:ext cx="27824" cy="32357"/>
              </a:xfrm>
              <a:custGeom>
                <a:avLst/>
                <a:gdLst/>
                <a:ahLst/>
                <a:cxnLst/>
                <a:rect l="0" t="0" r="w" b="h"/>
                <a:pathLst>
                  <a:path w="27824" h="32357" stroke="0" extrusionOk="0">
                    <a:moveTo>
                      <a:pt x="13912" y="32357"/>
                    </a:moveTo>
                    <a:lnTo>
                      <a:pt x="0" y="0"/>
                    </a:lnTo>
                    <a:lnTo>
                      <a:pt x="27824" y="0"/>
                    </a:lnTo>
                    <a:close/>
                  </a:path>
                </a:pathLst>
              </a:custGeom>
              <a:solidFill>
                <a:srgbClr val="238777"/>
              </a:solidFill>
              <a:ln w="1" cap="rnd" cmpd="sng" algn="ctr">
                <a:noFill/>
                <a:prstDash val="solid"/>
                <a:round/>
                <a:headEnd type="none" w="med" len="med"/>
                <a:tailEnd type="none" w="med" len="med"/>
              </a:ln>
              <a:effectLst/>
            </p:spPr>
          </p:sp>
        </p:grpSp>
        <p:sp>
          <p:nvSpPr>
            <p:cNvPr id="2828" name="Operation | SMI-TED">
              <a:extLst>
                <a:ext uri="{FF2B5EF4-FFF2-40B4-BE49-F238E27FC236}">
                  <a16:creationId xmlns:a16="http://schemas.microsoft.com/office/drawing/2014/main" id="{8F732F2D-3ECF-7A98-C099-AAEDB53764C8}"/>
                </a:ext>
              </a:extLst>
            </p:cNvPr>
            <p:cNvSpPr/>
            <p:nvPr/>
          </p:nvSpPr>
          <p:spPr>
            <a:xfrm>
              <a:off x="3871372" y="3385192"/>
              <a:ext cx="469755" cy="167535"/>
            </a:xfrm>
            <a:prstGeom prst="roundRect">
              <a:avLst>
                <a:gd name="adj" fmla="val 17647"/>
              </a:avLst>
            </a:prstGeom>
            <a:solidFill>
              <a:srgbClr val="F3FAF7"/>
            </a:solidFill>
            <a:ln w="4928" cap="rnd" cmpd="sng" algn="ctr">
              <a:solidFill>
                <a:srgbClr val="238777"/>
              </a:solidFill>
              <a:prstDash val="solid"/>
              <a:round/>
              <a:headEnd type="none" w="med" len="med"/>
              <a:tailEnd type="none" w="med" len="med"/>
            </a:ln>
            <a:effectLst/>
          </p:spPr>
        </p:sp>
        <p:sp>
          <p:nvSpPr>
            <p:cNvPr id="2829" name="Text | SMI-TED">
              <a:extLst>
                <a:ext uri="{FF2B5EF4-FFF2-40B4-BE49-F238E27FC236}">
                  <a16:creationId xmlns:a16="http://schemas.microsoft.com/office/drawing/2014/main" id="{75BA0DD9-0C6D-C934-F2FC-CC095EE94AB1}"/>
                </a:ext>
              </a:extLst>
            </p:cNvPr>
            <p:cNvSpPr txBox="1"/>
            <p:nvPr/>
          </p:nvSpPr>
          <p:spPr>
            <a:xfrm>
              <a:off x="3905005" y="3414758"/>
              <a:ext cx="402489" cy="116618"/>
            </a:xfrm>
            <a:prstGeom prst="rect">
              <a:avLst/>
            </a:prstGeom>
            <a:noFill/>
            <a:ln>
              <a:noFill/>
            </a:ln>
            <a:effectLst/>
          </p:spPr>
          <p:txBody>
            <a:bodyPr vertOverflow="overflow" horzOverflow="overflow" wrap="none" lIns="0" tIns="0" rIns="0" bIns="0" anchor="t" anchorCtr="0">
              <a:noAutofit/>
            </a:bodyPr>
            <a:lstStyle/>
            <a:p>
              <a:pPr algn="ctr"/>
              <a:r>
                <a:rPr lang="en-US" sz="463" b="1" dirty="0">
                  <a:solidFill>
                    <a:srgbClr val="238777"/>
                  </a:solidFill>
                  <a:latin typeface="Arial"/>
                  <a:ea typeface="Arial"/>
                  <a:cs typeface="Arial"/>
                </a:rPr>
                <a:t>SMI-TED</a:t>
              </a:r>
              <a:endParaRPr lang="en-US" sz="463"/>
            </a:p>
          </p:txBody>
        </p:sp>
        <p:sp>
          <p:nvSpPr>
            <p:cNvPr id="2830" name="Text | + linear">
              <a:extLst>
                <a:ext uri="{FF2B5EF4-FFF2-40B4-BE49-F238E27FC236}">
                  <a16:creationId xmlns:a16="http://schemas.microsoft.com/office/drawing/2014/main" id="{E1C6FC72-CEC7-AC4D-0A5C-266814B1FF9E}"/>
                </a:ext>
              </a:extLst>
            </p:cNvPr>
            <p:cNvSpPr txBox="1"/>
            <p:nvPr/>
          </p:nvSpPr>
          <p:spPr>
            <a:xfrm>
              <a:off x="3935389" y="3574080"/>
              <a:ext cx="341722" cy="111953"/>
            </a:xfrm>
            <a:prstGeom prst="rect">
              <a:avLst/>
            </a:prstGeom>
            <a:noFill/>
            <a:ln>
              <a:noFill/>
            </a:ln>
            <a:effectLst/>
          </p:spPr>
          <p:txBody>
            <a:bodyPr vertOverflow="overflow" horzOverflow="overflow" wrap="none" lIns="0" tIns="0" rIns="0" bIns="0" anchor="t" anchorCtr="0">
              <a:noAutofit/>
            </a:bodyPr>
            <a:lstStyle/>
            <a:p>
              <a:pPr algn="ctr"/>
              <a:r>
                <a:rPr lang="en-US" sz="445" dirty="0">
                  <a:solidFill>
                    <a:srgbClr val="5E7180"/>
                  </a:solidFill>
                  <a:latin typeface="Arial"/>
                  <a:ea typeface="Arial"/>
                  <a:cs typeface="Arial"/>
                </a:rPr>
                <a:t>+ linear</a:t>
              </a:r>
              <a:endParaRPr lang="en-US" sz="445"/>
            </a:p>
          </p:txBody>
        </p:sp>
        <p:grpSp>
          <p:nvGrpSpPr>
            <p:cNvPr id="2831" name="Arrow | language_encoder → language_vector">
              <a:extLst>
                <a:ext uri="{FF2B5EF4-FFF2-40B4-BE49-F238E27FC236}">
                  <a16:creationId xmlns:a16="http://schemas.microsoft.com/office/drawing/2014/main" id="{02F7BF42-740E-6582-0CC5-11838F611E3D}"/>
                </a:ext>
              </a:extLst>
            </p:cNvPr>
            <p:cNvGrpSpPr/>
            <p:nvPr/>
          </p:nvGrpSpPr>
          <p:grpSpPr>
            <a:xfrm>
              <a:off x="4092552" y="3675915"/>
              <a:ext cx="27397" cy="75555"/>
              <a:chOff x="4092552" y="3675915"/>
              <a:chExt cx="27397" cy="75555"/>
            </a:xfrm>
          </p:grpSpPr>
          <p:cxnSp>
            <p:nvCxnSpPr>
              <p:cNvPr id="2832" name="Arrow | language_encoder → language_vector | path">
                <a:extLst>
                  <a:ext uri="{FF2B5EF4-FFF2-40B4-BE49-F238E27FC236}">
                    <a16:creationId xmlns:a16="http://schemas.microsoft.com/office/drawing/2014/main" id="{CA6676AD-566D-1500-63B9-1A513F38A1F9}"/>
                  </a:ext>
                </a:extLst>
              </p:cNvPr>
              <p:cNvCxnSpPr/>
              <p:nvPr/>
            </p:nvCxnSpPr>
            <p:spPr>
              <a:xfrm>
                <a:off x="4106250" y="3675915"/>
                <a:ext cx="0" cy="75555"/>
              </a:xfrm>
              <a:prstGeom prst="line">
                <a:avLst/>
              </a:prstGeom>
              <a:noFill/>
              <a:ln w="5913" cap="rnd" cmpd="sng" algn="ctr">
                <a:solidFill>
                  <a:srgbClr val="238777"/>
                </a:solidFill>
                <a:prstDash val="solid"/>
                <a:round/>
                <a:headEnd type="none" w="med" len="med"/>
                <a:tailEnd type="none" w="med" len="med"/>
              </a:ln>
              <a:effectLst/>
            </p:spPr>
          </p:cxnSp>
          <p:sp>
            <p:nvSpPr>
              <p:cNvPr id="2833" name="Arrow | language_encoder → language_vector | editable arrowhead">
                <a:extLst>
                  <a:ext uri="{FF2B5EF4-FFF2-40B4-BE49-F238E27FC236}">
                    <a16:creationId xmlns:a16="http://schemas.microsoft.com/office/drawing/2014/main" id="{E8185231-2B74-7453-AF75-862347FFE282}"/>
                  </a:ext>
                </a:extLst>
              </p:cNvPr>
              <p:cNvSpPr/>
              <p:nvPr/>
            </p:nvSpPr>
            <p:spPr>
              <a:xfrm>
                <a:off x="4092552" y="3719606"/>
                <a:ext cx="27397" cy="31865"/>
              </a:xfrm>
              <a:custGeom>
                <a:avLst/>
                <a:gdLst/>
                <a:ahLst/>
                <a:cxnLst/>
                <a:rect l="0" t="0" r="w" b="h"/>
                <a:pathLst>
                  <a:path w="27397" h="31865" stroke="0" extrusionOk="0">
                    <a:moveTo>
                      <a:pt x="13698" y="31865"/>
                    </a:moveTo>
                    <a:lnTo>
                      <a:pt x="0" y="0"/>
                    </a:lnTo>
                    <a:lnTo>
                      <a:pt x="27397" y="0"/>
                    </a:lnTo>
                    <a:close/>
                  </a:path>
                </a:pathLst>
              </a:custGeom>
              <a:solidFill>
                <a:srgbClr val="238777"/>
              </a:solidFill>
              <a:ln w="1" cap="rnd" cmpd="sng" algn="ctr">
                <a:noFill/>
                <a:prstDash val="solid"/>
                <a:round/>
                <a:headEnd type="none" w="med" len="med"/>
                <a:tailEnd type="none" w="med" len="med"/>
              </a:ln>
              <a:effectLst/>
            </p:spPr>
          </p:sp>
        </p:grpSp>
        <p:grpSp>
          <p:nvGrpSpPr>
            <p:cNvPr id="2834" name="Language vector v_k">
              <a:extLst>
                <a:ext uri="{FF2B5EF4-FFF2-40B4-BE49-F238E27FC236}">
                  <a16:creationId xmlns:a16="http://schemas.microsoft.com/office/drawing/2014/main" id="{7112A910-422C-6F65-4D08-67DC771FDEAC}"/>
                </a:ext>
              </a:extLst>
            </p:cNvPr>
            <p:cNvGrpSpPr/>
            <p:nvPr/>
          </p:nvGrpSpPr>
          <p:grpSpPr>
            <a:xfrm>
              <a:off x="3942000" y="3774465"/>
              <a:ext cx="338355" cy="75555"/>
              <a:chOff x="3942000" y="3774465"/>
              <a:chExt cx="338355" cy="75555"/>
            </a:xfrm>
          </p:grpSpPr>
          <p:sp>
            <p:nvSpPr>
              <p:cNvPr id="2835" name="feature_1">
                <a:extLst>
                  <a:ext uri="{FF2B5EF4-FFF2-40B4-BE49-F238E27FC236}">
                    <a16:creationId xmlns:a16="http://schemas.microsoft.com/office/drawing/2014/main" id="{4ACEDC93-9630-B180-B77B-EF4A65A93976}"/>
                  </a:ext>
                </a:extLst>
              </p:cNvPr>
              <p:cNvSpPr/>
              <p:nvPr/>
            </p:nvSpPr>
            <p:spPr>
              <a:xfrm>
                <a:off x="3942000" y="3774465"/>
                <a:ext cx="45521" cy="75555"/>
              </a:xfrm>
              <a:prstGeom prst="rect">
                <a:avLst/>
              </a:prstGeom>
              <a:solidFill>
                <a:srgbClr val="3C9B84"/>
              </a:solidFill>
              <a:ln w="4599" cap="rnd" cmpd="sng" algn="ctr">
                <a:noFill/>
                <a:prstDash val="solid"/>
                <a:round/>
                <a:headEnd type="none" w="med" len="med"/>
                <a:tailEnd type="none" w="med" len="med"/>
              </a:ln>
              <a:effectLst/>
            </p:spPr>
          </p:sp>
          <p:sp>
            <p:nvSpPr>
              <p:cNvPr id="2836" name="feature_2">
                <a:extLst>
                  <a:ext uri="{FF2B5EF4-FFF2-40B4-BE49-F238E27FC236}">
                    <a16:creationId xmlns:a16="http://schemas.microsoft.com/office/drawing/2014/main" id="{6B1F3FC3-D4AB-52A2-E6A7-4567089E92C4}"/>
                  </a:ext>
                </a:extLst>
              </p:cNvPr>
              <p:cNvSpPr/>
              <p:nvPr/>
            </p:nvSpPr>
            <p:spPr>
              <a:xfrm>
                <a:off x="3990806" y="3774465"/>
                <a:ext cx="45521" cy="75555"/>
              </a:xfrm>
              <a:prstGeom prst="rect">
                <a:avLst/>
              </a:prstGeom>
              <a:solidFill>
                <a:srgbClr val="6FB9A3"/>
              </a:solidFill>
              <a:ln w="4599" cap="rnd" cmpd="sng" algn="ctr">
                <a:noFill/>
                <a:prstDash val="solid"/>
                <a:round/>
                <a:headEnd type="none" w="med" len="med"/>
                <a:tailEnd type="none" w="med" len="med"/>
              </a:ln>
              <a:effectLst/>
            </p:spPr>
          </p:sp>
          <p:sp>
            <p:nvSpPr>
              <p:cNvPr id="2837" name="feature_3">
                <a:extLst>
                  <a:ext uri="{FF2B5EF4-FFF2-40B4-BE49-F238E27FC236}">
                    <a16:creationId xmlns:a16="http://schemas.microsoft.com/office/drawing/2014/main" id="{41924CCF-B853-087E-34CE-9A6D4718D35A}"/>
                  </a:ext>
                </a:extLst>
              </p:cNvPr>
              <p:cNvSpPr/>
              <p:nvPr/>
            </p:nvSpPr>
            <p:spPr>
              <a:xfrm>
                <a:off x="4039611" y="3774465"/>
                <a:ext cx="45521" cy="75555"/>
              </a:xfrm>
              <a:prstGeom prst="rect">
                <a:avLst/>
              </a:prstGeom>
              <a:solidFill>
                <a:srgbClr val="ADD8CA"/>
              </a:solidFill>
              <a:ln w="4599" cap="rnd" cmpd="sng" algn="ctr">
                <a:noFill/>
                <a:prstDash val="solid"/>
                <a:round/>
                <a:headEnd type="none" w="med" len="med"/>
                <a:tailEnd type="none" w="med" len="med"/>
              </a:ln>
              <a:effectLst/>
            </p:spPr>
          </p:sp>
          <p:sp>
            <p:nvSpPr>
              <p:cNvPr id="2838" name="feature_4">
                <a:extLst>
                  <a:ext uri="{FF2B5EF4-FFF2-40B4-BE49-F238E27FC236}">
                    <a16:creationId xmlns:a16="http://schemas.microsoft.com/office/drawing/2014/main" id="{ADC62462-F243-E12F-E960-F0E85E5EACF9}"/>
                  </a:ext>
                </a:extLst>
              </p:cNvPr>
              <p:cNvSpPr/>
              <p:nvPr/>
            </p:nvSpPr>
            <p:spPr>
              <a:xfrm>
                <a:off x="4088417" y="3774465"/>
                <a:ext cx="45521" cy="75555"/>
              </a:xfrm>
              <a:prstGeom prst="rect">
                <a:avLst/>
              </a:prstGeom>
              <a:solidFill>
                <a:srgbClr val="CBE7DC"/>
              </a:solidFill>
              <a:ln w="4599" cap="rnd" cmpd="sng" algn="ctr">
                <a:noFill/>
                <a:prstDash val="solid"/>
                <a:round/>
                <a:headEnd type="none" w="med" len="med"/>
                <a:tailEnd type="none" w="med" len="med"/>
              </a:ln>
              <a:effectLst/>
            </p:spPr>
          </p:sp>
          <p:sp>
            <p:nvSpPr>
              <p:cNvPr id="2839" name="feature_5">
                <a:extLst>
                  <a:ext uri="{FF2B5EF4-FFF2-40B4-BE49-F238E27FC236}">
                    <a16:creationId xmlns:a16="http://schemas.microsoft.com/office/drawing/2014/main" id="{D6F94B9A-051C-8232-5DBD-1814D00F5A9D}"/>
                  </a:ext>
                </a:extLst>
              </p:cNvPr>
              <p:cNvSpPr/>
              <p:nvPr/>
            </p:nvSpPr>
            <p:spPr>
              <a:xfrm>
                <a:off x="4137223" y="3774465"/>
                <a:ext cx="45521" cy="75555"/>
              </a:xfrm>
              <a:prstGeom prst="rect">
                <a:avLst/>
              </a:prstGeom>
              <a:solidFill>
                <a:srgbClr val="3C9B84"/>
              </a:solidFill>
              <a:ln w="4599" cap="rnd" cmpd="sng" algn="ctr">
                <a:noFill/>
                <a:prstDash val="solid"/>
                <a:round/>
                <a:headEnd type="none" w="med" len="med"/>
                <a:tailEnd type="none" w="med" len="med"/>
              </a:ln>
              <a:effectLst/>
            </p:spPr>
          </p:sp>
          <p:sp>
            <p:nvSpPr>
              <p:cNvPr id="2840" name="feature_6">
                <a:extLst>
                  <a:ext uri="{FF2B5EF4-FFF2-40B4-BE49-F238E27FC236}">
                    <a16:creationId xmlns:a16="http://schemas.microsoft.com/office/drawing/2014/main" id="{751276A4-577E-929D-7CCB-836B985B9A46}"/>
                  </a:ext>
                </a:extLst>
              </p:cNvPr>
              <p:cNvSpPr/>
              <p:nvPr/>
            </p:nvSpPr>
            <p:spPr>
              <a:xfrm>
                <a:off x="4186029" y="3774465"/>
                <a:ext cx="45521" cy="75555"/>
              </a:xfrm>
              <a:prstGeom prst="rect">
                <a:avLst/>
              </a:prstGeom>
              <a:solidFill>
                <a:srgbClr val="6FB9A3"/>
              </a:solidFill>
              <a:ln w="4599" cap="rnd" cmpd="sng" algn="ctr">
                <a:noFill/>
                <a:prstDash val="solid"/>
                <a:round/>
                <a:headEnd type="none" w="med" len="med"/>
                <a:tailEnd type="none" w="med" len="med"/>
              </a:ln>
              <a:effectLst/>
            </p:spPr>
          </p:sp>
          <p:sp>
            <p:nvSpPr>
              <p:cNvPr id="2841" name="feature_7">
                <a:extLst>
                  <a:ext uri="{FF2B5EF4-FFF2-40B4-BE49-F238E27FC236}">
                    <a16:creationId xmlns:a16="http://schemas.microsoft.com/office/drawing/2014/main" id="{88FE9FB6-C1E4-A579-27DC-5954E5E0C403}"/>
                  </a:ext>
                </a:extLst>
              </p:cNvPr>
              <p:cNvSpPr/>
              <p:nvPr/>
            </p:nvSpPr>
            <p:spPr>
              <a:xfrm>
                <a:off x="4234834" y="3774465"/>
                <a:ext cx="45521" cy="75555"/>
              </a:xfrm>
              <a:prstGeom prst="rect">
                <a:avLst/>
              </a:prstGeom>
              <a:solidFill>
                <a:srgbClr val="ADD8CA"/>
              </a:solidFill>
              <a:ln w="4599" cap="rnd" cmpd="sng" algn="ctr">
                <a:noFill/>
                <a:prstDash val="solid"/>
                <a:round/>
                <a:headEnd type="none" w="med" len="med"/>
                <a:tailEnd type="none" w="med" len="med"/>
              </a:ln>
              <a:effectLst/>
            </p:spPr>
          </p:sp>
        </p:grpSp>
        <p:cxnSp>
          <p:nvCxnSpPr>
            <p:cNvPr id="2845" name="path_2698">
              <a:extLst>
                <a:ext uri="{FF2B5EF4-FFF2-40B4-BE49-F238E27FC236}">
                  <a16:creationId xmlns:a16="http://schemas.microsoft.com/office/drawing/2014/main" id="{63F32B6B-5E5E-50C6-2437-EEE2AE67AC73}"/>
                </a:ext>
              </a:extLst>
            </p:cNvPr>
            <p:cNvCxnSpPr/>
            <p:nvPr/>
          </p:nvCxnSpPr>
          <p:spPr>
            <a:xfrm flipV="1">
              <a:off x="3381053" y="3736688"/>
              <a:ext cx="63663" cy="70463"/>
            </a:xfrm>
            <a:prstGeom prst="line">
              <a:avLst/>
            </a:prstGeom>
            <a:noFill/>
            <a:ln w="5256" cap="rnd" cmpd="sng" algn="ctr">
              <a:solidFill>
                <a:srgbClr val="238777"/>
              </a:solidFill>
              <a:prstDash val="solid"/>
              <a:round/>
              <a:headEnd type="none" w="med" len="med"/>
              <a:tailEnd type="none" w="med" len="med"/>
            </a:ln>
            <a:effectLst/>
          </p:spPr>
        </p:cxnSp>
        <p:cxnSp>
          <p:nvCxnSpPr>
            <p:cNvPr id="2846" name="path_2699">
              <a:extLst>
                <a:ext uri="{FF2B5EF4-FFF2-40B4-BE49-F238E27FC236}">
                  <a16:creationId xmlns:a16="http://schemas.microsoft.com/office/drawing/2014/main" id="{06BB67EB-0310-045F-97AD-0BFB4F590E9E}"/>
                </a:ext>
              </a:extLst>
            </p:cNvPr>
            <p:cNvCxnSpPr/>
            <p:nvPr/>
          </p:nvCxnSpPr>
          <p:spPr>
            <a:xfrm>
              <a:off x="3444717" y="3736688"/>
              <a:ext cx="113924" cy="14947"/>
            </a:xfrm>
            <a:prstGeom prst="line">
              <a:avLst/>
            </a:prstGeom>
            <a:noFill/>
            <a:ln w="5256" cap="rnd" cmpd="sng" algn="ctr">
              <a:solidFill>
                <a:srgbClr val="238777"/>
              </a:solidFill>
              <a:prstDash val="solid"/>
              <a:round/>
              <a:headEnd type="none" w="med" len="med"/>
              <a:tailEnd type="none" w="med" len="med"/>
            </a:ln>
            <a:effectLst/>
          </p:spPr>
        </p:cxnSp>
        <p:cxnSp>
          <p:nvCxnSpPr>
            <p:cNvPr id="2847" name="path_2700">
              <a:extLst>
                <a:ext uri="{FF2B5EF4-FFF2-40B4-BE49-F238E27FC236}">
                  <a16:creationId xmlns:a16="http://schemas.microsoft.com/office/drawing/2014/main" id="{1E719A5F-4DF2-5BD6-C9C2-65C7F738071B}"/>
                </a:ext>
              </a:extLst>
            </p:cNvPr>
            <p:cNvCxnSpPr/>
            <p:nvPr/>
          </p:nvCxnSpPr>
          <p:spPr>
            <a:xfrm>
              <a:off x="3558640" y="3751634"/>
              <a:ext cx="73715" cy="64058"/>
            </a:xfrm>
            <a:prstGeom prst="line">
              <a:avLst/>
            </a:prstGeom>
            <a:noFill/>
            <a:ln w="5256" cap="rnd" cmpd="sng" algn="ctr">
              <a:solidFill>
                <a:srgbClr val="238777"/>
              </a:solidFill>
              <a:prstDash val="solid"/>
              <a:round/>
              <a:headEnd type="none" w="med" len="med"/>
              <a:tailEnd type="none" w="med" len="med"/>
            </a:ln>
            <a:effectLst/>
          </p:spPr>
        </p:cxnSp>
        <p:cxnSp>
          <p:nvCxnSpPr>
            <p:cNvPr id="2848" name="path_2701">
              <a:extLst>
                <a:ext uri="{FF2B5EF4-FFF2-40B4-BE49-F238E27FC236}">
                  <a16:creationId xmlns:a16="http://schemas.microsoft.com/office/drawing/2014/main" id="{18969EAD-6D51-EDBE-1D89-5EB14858D769}"/>
                </a:ext>
              </a:extLst>
            </p:cNvPr>
            <p:cNvCxnSpPr/>
            <p:nvPr/>
          </p:nvCxnSpPr>
          <p:spPr>
            <a:xfrm flipH="1">
              <a:off x="3561991" y="3815692"/>
              <a:ext cx="70365" cy="79004"/>
            </a:xfrm>
            <a:prstGeom prst="line">
              <a:avLst/>
            </a:prstGeom>
            <a:noFill/>
            <a:ln w="5256" cap="rnd" cmpd="sng" algn="ctr">
              <a:solidFill>
                <a:srgbClr val="238777"/>
              </a:solidFill>
              <a:prstDash val="solid"/>
              <a:round/>
              <a:headEnd type="none" w="med" len="med"/>
              <a:tailEnd type="none" w="med" len="med"/>
            </a:ln>
            <a:effectLst/>
          </p:spPr>
        </p:cxnSp>
        <p:cxnSp>
          <p:nvCxnSpPr>
            <p:cNvPr id="2849" name="path_2702">
              <a:extLst>
                <a:ext uri="{FF2B5EF4-FFF2-40B4-BE49-F238E27FC236}">
                  <a16:creationId xmlns:a16="http://schemas.microsoft.com/office/drawing/2014/main" id="{895E8AE1-886E-C956-9B16-2EBFCF17F7D1}"/>
                </a:ext>
              </a:extLst>
            </p:cNvPr>
            <p:cNvCxnSpPr/>
            <p:nvPr/>
          </p:nvCxnSpPr>
          <p:spPr>
            <a:xfrm flipH="1" flipV="1">
              <a:off x="3444717" y="3875479"/>
              <a:ext cx="117275" cy="19217"/>
            </a:xfrm>
            <a:prstGeom prst="line">
              <a:avLst/>
            </a:prstGeom>
            <a:noFill/>
            <a:ln w="5256" cap="rnd" cmpd="sng" algn="ctr">
              <a:solidFill>
                <a:srgbClr val="238777"/>
              </a:solidFill>
              <a:prstDash val="solid"/>
              <a:round/>
              <a:headEnd type="none" w="med" len="med"/>
              <a:tailEnd type="none" w="med" len="med"/>
            </a:ln>
            <a:effectLst/>
          </p:spPr>
        </p:cxnSp>
        <p:cxnSp>
          <p:nvCxnSpPr>
            <p:cNvPr id="2850" name="path_2703">
              <a:extLst>
                <a:ext uri="{FF2B5EF4-FFF2-40B4-BE49-F238E27FC236}">
                  <a16:creationId xmlns:a16="http://schemas.microsoft.com/office/drawing/2014/main" id="{995E7FC9-D4D2-C052-11EB-E5BA25A8ABFC}"/>
                </a:ext>
              </a:extLst>
            </p:cNvPr>
            <p:cNvCxnSpPr/>
            <p:nvPr/>
          </p:nvCxnSpPr>
          <p:spPr>
            <a:xfrm flipH="1" flipV="1">
              <a:off x="3381053" y="3807151"/>
              <a:ext cx="63663" cy="68328"/>
            </a:xfrm>
            <a:prstGeom prst="line">
              <a:avLst/>
            </a:prstGeom>
            <a:noFill/>
            <a:ln w="5256" cap="rnd" cmpd="sng" algn="ctr">
              <a:solidFill>
                <a:srgbClr val="238777"/>
              </a:solidFill>
              <a:prstDash val="solid"/>
              <a:round/>
              <a:headEnd type="none" w="med" len="med"/>
              <a:tailEnd type="none" w="med" len="med"/>
            </a:ln>
            <a:effectLst/>
          </p:spPr>
        </p:cxnSp>
        <p:cxnSp>
          <p:nvCxnSpPr>
            <p:cNvPr id="2851" name="path_2704">
              <a:extLst>
                <a:ext uri="{FF2B5EF4-FFF2-40B4-BE49-F238E27FC236}">
                  <a16:creationId xmlns:a16="http://schemas.microsoft.com/office/drawing/2014/main" id="{2C44AC57-C7EB-81B9-B6A1-22FCA69A6297}"/>
                </a:ext>
              </a:extLst>
            </p:cNvPr>
            <p:cNvCxnSpPr/>
            <p:nvPr/>
          </p:nvCxnSpPr>
          <p:spPr>
            <a:xfrm flipV="1">
              <a:off x="3558640" y="3745228"/>
              <a:ext cx="103872" cy="6406"/>
            </a:xfrm>
            <a:prstGeom prst="line">
              <a:avLst/>
            </a:prstGeom>
            <a:noFill/>
            <a:ln w="5256" cap="rnd" cmpd="sng" algn="ctr">
              <a:solidFill>
                <a:srgbClr val="238777"/>
              </a:solidFill>
              <a:prstDash val="solid"/>
              <a:round/>
              <a:headEnd type="none" w="med" len="med"/>
              <a:tailEnd type="none" w="med" len="med"/>
            </a:ln>
            <a:effectLst/>
          </p:spPr>
        </p:cxnSp>
        <p:sp>
          <p:nvSpPr>
            <p:cNvPr id="2852" name="ellipse_2705">
              <a:extLst>
                <a:ext uri="{FF2B5EF4-FFF2-40B4-BE49-F238E27FC236}">
                  <a16:creationId xmlns:a16="http://schemas.microsoft.com/office/drawing/2014/main" id="{8A6BA6C9-E14E-D032-4098-860BA1AE0D42}"/>
                </a:ext>
              </a:extLst>
            </p:cNvPr>
            <p:cNvSpPr/>
            <p:nvPr/>
          </p:nvSpPr>
          <p:spPr>
            <a:xfrm>
              <a:off x="3366271" y="3792368"/>
              <a:ext cx="29565" cy="29565"/>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2853" name="ellipse_2706">
              <a:extLst>
                <a:ext uri="{FF2B5EF4-FFF2-40B4-BE49-F238E27FC236}">
                  <a16:creationId xmlns:a16="http://schemas.microsoft.com/office/drawing/2014/main" id="{8EE52EAC-71F4-E6B1-2E5F-066777F9E5B2}"/>
                </a:ext>
              </a:extLst>
            </p:cNvPr>
            <p:cNvSpPr/>
            <p:nvPr/>
          </p:nvSpPr>
          <p:spPr>
            <a:xfrm>
              <a:off x="3429934" y="3721905"/>
              <a:ext cx="29565" cy="29565"/>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2854" name="ellipse_2707">
              <a:extLst>
                <a:ext uri="{FF2B5EF4-FFF2-40B4-BE49-F238E27FC236}">
                  <a16:creationId xmlns:a16="http://schemas.microsoft.com/office/drawing/2014/main" id="{8DDA1EBB-30B6-1D06-FAF0-FE4B010DDB9D}"/>
                </a:ext>
              </a:extLst>
            </p:cNvPr>
            <p:cNvSpPr/>
            <p:nvPr/>
          </p:nvSpPr>
          <p:spPr>
            <a:xfrm>
              <a:off x="3543858" y="3736852"/>
              <a:ext cx="29565" cy="29565"/>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2855" name="ellipse_2708">
              <a:extLst>
                <a:ext uri="{FF2B5EF4-FFF2-40B4-BE49-F238E27FC236}">
                  <a16:creationId xmlns:a16="http://schemas.microsoft.com/office/drawing/2014/main" id="{100AF0ED-7F1F-7B67-3DA5-A677BA2EC5ED}"/>
                </a:ext>
              </a:extLst>
            </p:cNvPr>
            <p:cNvSpPr/>
            <p:nvPr/>
          </p:nvSpPr>
          <p:spPr>
            <a:xfrm>
              <a:off x="3617573" y="3800909"/>
              <a:ext cx="29565" cy="29565"/>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2856" name="ellipse_2709">
              <a:extLst>
                <a:ext uri="{FF2B5EF4-FFF2-40B4-BE49-F238E27FC236}">
                  <a16:creationId xmlns:a16="http://schemas.microsoft.com/office/drawing/2014/main" id="{A94D8B8F-2415-8294-BA26-799DAA7BC744}"/>
                </a:ext>
              </a:extLst>
            </p:cNvPr>
            <p:cNvSpPr/>
            <p:nvPr/>
          </p:nvSpPr>
          <p:spPr>
            <a:xfrm>
              <a:off x="3547209" y="3879913"/>
              <a:ext cx="29565" cy="29565"/>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2857" name="ellipse_2710">
              <a:extLst>
                <a:ext uri="{FF2B5EF4-FFF2-40B4-BE49-F238E27FC236}">
                  <a16:creationId xmlns:a16="http://schemas.microsoft.com/office/drawing/2014/main" id="{B9F5DD9C-BD89-6427-1553-2F3EBE32A835}"/>
                </a:ext>
              </a:extLst>
            </p:cNvPr>
            <p:cNvSpPr/>
            <p:nvPr/>
          </p:nvSpPr>
          <p:spPr>
            <a:xfrm>
              <a:off x="3429934" y="3860696"/>
              <a:ext cx="29565" cy="29565"/>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2858" name="ellipse_2711">
              <a:extLst>
                <a:ext uri="{FF2B5EF4-FFF2-40B4-BE49-F238E27FC236}">
                  <a16:creationId xmlns:a16="http://schemas.microsoft.com/office/drawing/2014/main" id="{05D0C6AE-1264-AC04-7C1C-7EF089D9181B}"/>
                </a:ext>
              </a:extLst>
            </p:cNvPr>
            <p:cNvSpPr/>
            <p:nvPr/>
          </p:nvSpPr>
          <p:spPr>
            <a:xfrm>
              <a:off x="3647730" y="3730446"/>
              <a:ext cx="29565" cy="29565"/>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2859" name="Text | Own graph">
              <a:extLst>
                <a:ext uri="{FF2B5EF4-FFF2-40B4-BE49-F238E27FC236}">
                  <a16:creationId xmlns:a16="http://schemas.microsoft.com/office/drawing/2014/main" id="{69E6F068-12D5-789F-488A-C48C44B7212C}"/>
                </a:ext>
              </a:extLst>
            </p:cNvPr>
            <p:cNvSpPr txBox="1"/>
            <p:nvPr/>
          </p:nvSpPr>
          <p:spPr>
            <a:xfrm>
              <a:off x="3343833" y="3958425"/>
              <a:ext cx="440784" cy="107288"/>
            </a:xfrm>
            <a:prstGeom prst="rect">
              <a:avLst/>
            </a:prstGeom>
            <a:noFill/>
            <a:ln>
              <a:noFill/>
            </a:ln>
            <a:effectLst/>
          </p:spPr>
          <p:txBody>
            <a:bodyPr vertOverflow="overflow" horzOverflow="overflow" wrap="none" lIns="0" tIns="0" rIns="0" bIns="0" anchor="t" anchorCtr="0">
              <a:noAutofit/>
            </a:bodyPr>
            <a:lstStyle/>
            <a:p>
              <a:pPr algn="ctr"/>
              <a:r>
                <a:rPr lang="en-US" sz="426" dirty="0">
                  <a:solidFill>
                    <a:srgbClr val="5E7180"/>
                  </a:solidFill>
                  <a:latin typeface="Arial"/>
                  <a:ea typeface="Arial"/>
                  <a:cs typeface="Arial"/>
                </a:rPr>
                <a:t>Own graph</a:t>
              </a:r>
              <a:endParaRPr lang="en-US" sz="426"/>
            </a:p>
          </p:txBody>
        </p:sp>
        <p:grpSp>
          <p:nvGrpSpPr>
            <p:cNvPr id="2860" name="Arrow | other_smiles → other_language_vectors">
              <a:extLst>
                <a:ext uri="{FF2B5EF4-FFF2-40B4-BE49-F238E27FC236}">
                  <a16:creationId xmlns:a16="http://schemas.microsoft.com/office/drawing/2014/main" id="{5ED96C0D-46A6-2F3A-7D0D-D444D2164FB3}"/>
                </a:ext>
              </a:extLst>
            </p:cNvPr>
            <p:cNvGrpSpPr/>
            <p:nvPr/>
          </p:nvGrpSpPr>
          <p:grpSpPr>
            <a:xfrm>
              <a:off x="4507020" y="3173310"/>
              <a:ext cx="525304" cy="538740"/>
              <a:chOff x="4507020" y="3173310"/>
              <a:chExt cx="525304" cy="538740"/>
            </a:xfrm>
          </p:grpSpPr>
          <p:sp>
            <p:nvSpPr>
              <p:cNvPr id="2861" name="Arrow | other_smiles → other_language_vectors | path">
                <a:extLst>
                  <a:ext uri="{FF2B5EF4-FFF2-40B4-BE49-F238E27FC236}">
                    <a16:creationId xmlns:a16="http://schemas.microsoft.com/office/drawing/2014/main" id="{0CC4928C-78B0-B742-0001-98F8F59743FD}"/>
                  </a:ext>
                </a:extLst>
              </p:cNvPr>
              <p:cNvSpPr/>
              <p:nvPr/>
            </p:nvSpPr>
            <p:spPr>
              <a:xfrm>
                <a:off x="4507020" y="3173310"/>
                <a:ext cx="512460" cy="538740"/>
              </a:xfrm>
              <a:custGeom>
                <a:avLst/>
                <a:gdLst/>
                <a:ahLst/>
                <a:cxnLst/>
                <a:rect l="0" t="0" r="w" b="h"/>
                <a:pathLst>
                  <a:path w="512460" h="538740" fill="none" extrusionOk="0">
                    <a:moveTo>
                      <a:pt x="0" y="0"/>
                    </a:moveTo>
                    <a:lnTo>
                      <a:pt x="512460" y="0"/>
                    </a:lnTo>
                    <a:lnTo>
                      <a:pt x="512460" y="538740"/>
                    </a:lnTo>
                  </a:path>
                </a:pathLst>
              </a:custGeom>
              <a:noFill/>
              <a:ln w="4599" cap="rnd" cmpd="sng" algn="ctr">
                <a:solidFill>
                  <a:srgbClr val="6DB19A"/>
                </a:solidFill>
                <a:prstDash val="solid"/>
                <a:round/>
                <a:headEnd type="none" w="med" len="med"/>
                <a:tailEnd type="none" w="med" len="med"/>
              </a:ln>
              <a:effectLst/>
            </p:spPr>
          </p:sp>
          <p:sp>
            <p:nvSpPr>
              <p:cNvPr id="2862" name="Arrow | other_smiles → other_language_vectors | editable arrowhead">
                <a:extLst>
                  <a:ext uri="{FF2B5EF4-FFF2-40B4-BE49-F238E27FC236}">
                    <a16:creationId xmlns:a16="http://schemas.microsoft.com/office/drawing/2014/main" id="{4F9B6AF6-0B0C-7FDB-54E5-1214C9CF9B61}"/>
                  </a:ext>
                </a:extLst>
              </p:cNvPr>
              <p:cNvSpPr/>
              <p:nvPr/>
            </p:nvSpPr>
            <p:spPr>
              <a:xfrm>
                <a:off x="5006636" y="3682157"/>
                <a:ext cx="25689" cy="29893"/>
              </a:xfrm>
              <a:custGeom>
                <a:avLst/>
                <a:gdLst/>
                <a:ahLst/>
                <a:cxnLst/>
                <a:rect l="0" t="0" r="w" b="h"/>
                <a:pathLst>
                  <a:path w="25689" h="29893" stroke="0" extrusionOk="0">
                    <a:moveTo>
                      <a:pt x="12844" y="29893"/>
                    </a:moveTo>
                    <a:lnTo>
                      <a:pt x="0" y="0"/>
                    </a:lnTo>
                    <a:lnTo>
                      <a:pt x="25689" y="0"/>
                    </a:lnTo>
                    <a:close/>
                  </a:path>
                </a:pathLst>
              </a:custGeom>
              <a:solidFill>
                <a:srgbClr val="6DB19A"/>
              </a:solidFill>
              <a:ln w="1" cap="rnd" cmpd="sng" algn="ctr">
                <a:noFill/>
                <a:prstDash val="solid"/>
                <a:round/>
                <a:headEnd type="none" w="med" len="med"/>
                <a:tailEnd type="none" w="med" len="med"/>
              </a:ln>
              <a:effectLst/>
            </p:spPr>
          </p:sp>
        </p:grpSp>
        <p:grpSp>
          <p:nvGrpSpPr>
            <p:cNvPr id="2863" name="Text | SMI-TED / + linear">
              <a:extLst>
                <a:ext uri="{FF2B5EF4-FFF2-40B4-BE49-F238E27FC236}">
                  <a16:creationId xmlns:a16="http://schemas.microsoft.com/office/drawing/2014/main" id="{D2C7A68A-11B7-26FC-C5A6-FD1078963F53}"/>
                </a:ext>
              </a:extLst>
            </p:cNvPr>
            <p:cNvGrpSpPr/>
            <p:nvPr/>
          </p:nvGrpSpPr>
          <p:grpSpPr>
            <a:xfrm>
              <a:off x="4599399" y="3383550"/>
              <a:ext cx="334272" cy="195983"/>
              <a:chOff x="4599399" y="3383550"/>
              <a:chExt cx="334272" cy="195983"/>
            </a:xfrm>
          </p:grpSpPr>
          <p:sp>
            <p:nvSpPr>
              <p:cNvPr id="2864" name="Text | SMI-TED">
                <a:extLst>
                  <a:ext uri="{FF2B5EF4-FFF2-40B4-BE49-F238E27FC236}">
                    <a16:creationId xmlns:a16="http://schemas.microsoft.com/office/drawing/2014/main" id="{417523AE-2AFA-E731-76CE-BDF04151277E}"/>
                  </a:ext>
                </a:extLst>
              </p:cNvPr>
              <p:cNvSpPr txBox="1"/>
              <p:nvPr/>
            </p:nvSpPr>
            <p:spPr>
              <a:xfrm>
                <a:off x="4599399" y="3383550"/>
                <a:ext cx="334272" cy="107288"/>
              </a:xfrm>
              <a:prstGeom prst="rect">
                <a:avLst/>
              </a:prstGeom>
              <a:noFill/>
              <a:ln>
                <a:noFill/>
              </a:ln>
              <a:effectLst/>
            </p:spPr>
            <p:txBody>
              <a:bodyPr vertOverflow="overflow" horzOverflow="overflow" wrap="none" lIns="0" tIns="0" rIns="0" bIns="0" anchor="t" anchorCtr="0">
                <a:noAutofit/>
              </a:bodyPr>
              <a:lstStyle/>
              <a:p>
                <a:pPr algn="ctr"/>
                <a:r>
                  <a:rPr lang="en-US" sz="426" dirty="0">
                    <a:solidFill>
                      <a:srgbClr val="5E7180"/>
                    </a:solidFill>
                    <a:latin typeface="Arial"/>
                    <a:ea typeface="Arial"/>
                    <a:cs typeface="Arial"/>
                  </a:rPr>
                  <a:t>SMI-TED</a:t>
                </a:r>
                <a:endParaRPr lang="en-US" sz="426"/>
              </a:p>
            </p:txBody>
          </p:sp>
          <p:sp>
            <p:nvSpPr>
              <p:cNvPr id="2865" name="Text | + linear">
                <a:extLst>
                  <a:ext uri="{FF2B5EF4-FFF2-40B4-BE49-F238E27FC236}">
                    <a16:creationId xmlns:a16="http://schemas.microsoft.com/office/drawing/2014/main" id="{82953C76-0AA6-062C-A5CB-F967F8B154D4}"/>
                  </a:ext>
                </a:extLst>
              </p:cNvPr>
              <p:cNvSpPr txBox="1"/>
              <p:nvPr/>
            </p:nvSpPr>
            <p:spPr>
              <a:xfrm>
                <a:off x="4602790" y="3472245"/>
                <a:ext cx="327490" cy="107288"/>
              </a:xfrm>
              <a:prstGeom prst="rect">
                <a:avLst/>
              </a:prstGeom>
              <a:noFill/>
              <a:ln>
                <a:noFill/>
              </a:ln>
              <a:effectLst/>
            </p:spPr>
            <p:txBody>
              <a:bodyPr vertOverflow="overflow" horzOverflow="overflow" wrap="none" lIns="0" tIns="0" rIns="0" bIns="0" anchor="t" anchorCtr="0">
                <a:noAutofit/>
              </a:bodyPr>
              <a:lstStyle/>
              <a:p>
                <a:pPr algn="ctr"/>
                <a:r>
                  <a:rPr lang="en-US" sz="426" dirty="0">
                    <a:solidFill>
                      <a:srgbClr val="5E7180"/>
                    </a:solidFill>
                    <a:latin typeface="Arial"/>
                    <a:ea typeface="Arial"/>
                    <a:cs typeface="Arial"/>
                  </a:rPr>
                  <a:t>+ linear</a:t>
                </a:r>
                <a:endParaRPr lang="en-US" sz="426"/>
              </a:p>
            </p:txBody>
          </p:sp>
        </p:grpSp>
        <p:grpSp>
          <p:nvGrpSpPr>
            <p:cNvPr id="2866" name="Other identity language vector">
              <a:extLst>
                <a:ext uri="{FF2B5EF4-FFF2-40B4-BE49-F238E27FC236}">
                  <a16:creationId xmlns:a16="http://schemas.microsoft.com/office/drawing/2014/main" id="{2C949A4E-833B-FCAE-EE1E-6AB4DBB999F4}"/>
                </a:ext>
              </a:extLst>
            </p:cNvPr>
            <p:cNvGrpSpPr/>
            <p:nvPr/>
          </p:nvGrpSpPr>
          <p:grpSpPr>
            <a:xfrm>
              <a:off x="4648275" y="3748185"/>
              <a:ext cx="85410" cy="39420"/>
              <a:chOff x="4648275" y="3748185"/>
              <a:chExt cx="85410" cy="39420"/>
            </a:xfrm>
          </p:grpSpPr>
          <p:sp>
            <p:nvSpPr>
              <p:cNvPr id="2867" name="feature_1">
                <a:extLst>
                  <a:ext uri="{FF2B5EF4-FFF2-40B4-BE49-F238E27FC236}">
                    <a16:creationId xmlns:a16="http://schemas.microsoft.com/office/drawing/2014/main" id="{25F7A4EA-62A1-4157-6B58-60CE0D68CF35}"/>
                  </a:ext>
                </a:extLst>
              </p:cNvPr>
              <p:cNvSpPr/>
              <p:nvPr/>
            </p:nvSpPr>
            <p:spPr>
              <a:xfrm>
                <a:off x="4648275" y="3748185"/>
                <a:ext cx="26280" cy="39420"/>
              </a:xfrm>
              <a:prstGeom prst="rect">
                <a:avLst/>
              </a:prstGeom>
              <a:solidFill>
                <a:srgbClr val="80BFAC"/>
              </a:solidFill>
              <a:ln w="4599" cap="rnd" cmpd="sng" algn="ctr">
                <a:noFill/>
                <a:prstDash val="solid"/>
                <a:round/>
                <a:headEnd type="none" w="med" len="med"/>
                <a:tailEnd type="none" w="med" len="med"/>
              </a:ln>
              <a:effectLst/>
            </p:spPr>
          </p:sp>
          <p:sp>
            <p:nvSpPr>
              <p:cNvPr id="2868" name="feature_2">
                <a:extLst>
                  <a:ext uri="{FF2B5EF4-FFF2-40B4-BE49-F238E27FC236}">
                    <a16:creationId xmlns:a16="http://schemas.microsoft.com/office/drawing/2014/main" id="{BD0B846E-E95D-37C3-58E2-133F0307A66B}"/>
                  </a:ext>
                </a:extLst>
              </p:cNvPr>
              <p:cNvSpPr/>
              <p:nvPr/>
            </p:nvSpPr>
            <p:spPr>
              <a:xfrm>
                <a:off x="4677840" y="3748185"/>
                <a:ext cx="26280" cy="39420"/>
              </a:xfrm>
              <a:prstGeom prst="rect">
                <a:avLst/>
              </a:prstGeom>
              <a:solidFill>
                <a:srgbClr val="BBDDD0"/>
              </a:solidFill>
              <a:ln w="4599" cap="rnd" cmpd="sng" algn="ctr">
                <a:noFill/>
                <a:prstDash val="solid"/>
                <a:round/>
                <a:headEnd type="none" w="med" len="med"/>
                <a:tailEnd type="none" w="med" len="med"/>
              </a:ln>
              <a:effectLst/>
            </p:spPr>
          </p:sp>
          <p:sp>
            <p:nvSpPr>
              <p:cNvPr id="2869" name="feature_3">
                <a:extLst>
                  <a:ext uri="{FF2B5EF4-FFF2-40B4-BE49-F238E27FC236}">
                    <a16:creationId xmlns:a16="http://schemas.microsoft.com/office/drawing/2014/main" id="{67357592-2122-144A-1534-9AF8BA93635F}"/>
                  </a:ext>
                </a:extLst>
              </p:cNvPr>
              <p:cNvSpPr/>
              <p:nvPr/>
            </p:nvSpPr>
            <p:spPr>
              <a:xfrm>
                <a:off x="4707405" y="3748185"/>
                <a:ext cx="26280" cy="39420"/>
              </a:xfrm>
              <a:prstGeom prst="rect">
                <a:avLst/>
              </a:prstGeom>
              <a:solidFill>
                <a:srgbClr val="55A28D"/>
              </a:solidFill>
              <a:ln w="4599" cap="rnd" cmpd="sng" algn="ctr">
                <a:noFill/>
                <a:prstDash val="solid"/>
                <a:round/>
                <a:headEnd type="none" w="med" len="med"/>
                <a:tailEnd type="none" w="med" len="med"/>
              </a:ln>
              <a:effectLst/>
            </p:spPr>
          </p:sp>
        </p:grpSp>
        <p:grpSp>
          <p:nvGrpSpPr>
            <p:cNvPr id="2870" name="Other identity language vector">
              <a:extLst>
                <a:ext uri="{FF2B5EF4-FFF2-40B4-BE49-F238E27FC236}">
                  <a16:creationId xmlns:a16="http://schemas.microsoft.com/office/drawing/2014/main" id="{A0E487EB-A6B1-20C3-CA58-F2243A96D613}"/>
                </a:ext>
              </a:extLst>
            </p:cNvPr>
            <p:cNvGrpSpPr/>
            <p:nvPr/>
          </p:nvGrpSpPr>
          <p:grpSpPr>
            <a:xfrm>
              <a:off x="4766535" y="3748185"/>
              <a:ext cx="85410" cy="39420"/>
              <a:chOff x="4766535" y="3748185"/>
              <a:chExt cx="85410" cy="39420"/>
            </a:xfrm>
          </p:grpSpPr>
          <p:sp>
            <p:nvSpPr>
              <p:cNvPr id="2871" name="feature_1">
                <a:extLst>
                  <a:ext uri="{FF2B5EF4-FFF2-40B4-BE49-F238E27FC236}">
                    <a16:creationId xmlns:a16="http://schemas.microsoft.com/office/drawing/2014/main" id="{408C94E4-3EE4-B723-C6EF-C4945687AE06}"/>
                  </a:ext>
                </a:extLst>
              </p:cNvPr>
              <p:cNvSpPr/>
              <p:nvPr/>
            </p:nvSpPr>
            <p:spPr>
              <a:xfrm>
                <a:off x="4766535" y="3748185"/>
                <a:ext cx="26280" cy="39420"/>
              </a:xfrm>
              <a:prstGeom prst="rect">
                <a:avLst/>
              </a:prstGeom>
              <a:solidFill>
                <a:srgbClr val="80BFAC"/>
              </a:solidFill>
              <a:ln w="4599" cap="rnd" cmpd="sng" algn="ctr">
                <a:noFill/>
                <a:prstDash val="solid"/>
                <a:round/>
                <a:headEnd type="none" w="med" len="med"/>
                <a:tailEnd type="none" w="med" len="med"/>
              </a:ln>
              <a:effectLst/>
            </p:spPr>
          </p:sp>
          <p:sp>
            <p:nvSpPr>
              <p:cNvPr id="2872" name="feature_2">
                <a:extLst>
                  <a:ext uri="{FF2B5EF4-FFF2-40B4-BE49-F238E27FC236}">
                    <a16:creationId xmlns:a16="http://schemas.microsoft.com/office/drawing/2014/main" id="{D497B16E-4F38-33DD-04D5-311DA019E0B3}"/>
                  </a:ext>
                </a:extLst>
              </p:cNvPr>
              <p:cNvSpPr/>
              <p:nvPr/>
            </p:nvSpPr>
            <p:spPr>
              <a:xfrm>
                <a:off x="4796100" y="3748185"/>
                <a:ext cx="26280" cy="39420"/>
              </a:xfrm>
              <a:prstGeom prst="rect">
                <a:avLst/>
              </a:prstGeom>
              <a:solidFill>
                <a:srgbClr val="BBDDD0"/>
              </a:solidFill>
              <a:ln w="4599" cap="rnd" cmpd="sng" algn="ctr">
                <a:noFill/>
                <a:prstDash val="solid"/>
                <a:round/>
                <a:headEnd type="none" w="med" len="med"/>
                <a:tailEnd type="none" w="med" len="med"/>
              </a:ln>
              <a:effectLst/>
            </p:spPr>
          </p:sp>
          <p:sp>
            <p:nvSpPr>
              <p:cNvPr id="2873" name="feature_3">
                <a:extLst>
                  <a:ext uri="{FF2B5EF4-FFF2-40B4-BE49-F238E27FC236}">
                    <a16:creationId xmlns:a16="http://schemas.microsoft.com/office/drawing/2014/main" id="{FC541901-0DE2-0B2F-AF6B-5C185CBAB687}"/>
                  </a:ext>
                </a:extLst>
              </p:cNvPr>
              <p:cNvSpPr/>
              <p:nvPr/>
            </p:nvSpPr>
            <p:spPr>
              <a:xfrm>
                <a:off x="4825665" y="3748185"/>
                <a:ext cx="26280" cy="39420"/>
              </a:xfrm>
              <a:prstGeom prst="rect">
                <a:avLst/>
              </a:prstGeom>
              <a:solidFill>
                <a:srgbClr val="55A28D"/>
              </a:solidFill>
              <a:ln w="4599" cap="rnd" cmpd="sng" algn="ctr">
                <a:noFill/>
                <a:prstDash val="solid"/>
                <a:round/>
                <a:headEnd type="none" w="med" len="med"/>
                <a:tailEnd type="none" w="med" len="med"/>
              </a:ln>
              <a:effectLst/>
            </p:spPr>
          </p:sp>
        </p:grpSp>
        <p:grpSp>
          <p:nvGrpSpPr>
            <p:cNvPr id="2874" name="Other identity language vector">
              <a:extLst>
                <a:ext uri="{FF2B5EF4-FFF2-40B4-BE49-F238E27FC236}">
                  <a16:creationId xmlns:a16="http://schemas.microsoft.com/office/drawing/2014/main" id="{8DAEBD00-B128-228D-E5C6-DCF7B175C072}"/>
                </a:ext>
              </a:extLst>
            </p:cNvPr>
            <p:cNvGrpSpPr/>
            <p:nvPr/>
          </p:nvGrpSpPr>
          <p:grpSpPr>
            <a:xfrm>
              <a:off x="4884795" y="3748185"/>
              <a:ext cx="85410" cy="39420"/>
              <a:chOff x="4884795" y="3748185"/>
              <a:chExt cx="85410" cy="39420"/>
            </a:xfrm>
          </p:grpSpPr>
          <p:sp>
            <p:nvSpPr>
              <p:cNvPr id="2875" name="feature_1">
                <a:extLst>
                  <a:ext uri="{FF2B5EF4-FFF2-40B4-BE49-F238E27FC236}">
                    <a16:creationId xmlns:a16="http://schemas.microsoft.com/office/drawing/2014/main" id="{239D69F8-55C3-24CE-E5FC-8CE40125C459}"/>
                  </a:ext>
                </a:extLst>
              </p:cNvPr>
              <p:cNvSpPr/>
              <p:nvPr/>
            </p:nvSpPr>
            <p:spPr>
              <a:xfrm>
                <a:off x="4884795" y="3748185"/>
                <a:ext cx="26280" cy="39420"/>
              </a:xfrm>
              <a:prstGeom prst="rect">
                <a:avLst/>
              </a:prstGeom>
              <a:solidFill>
                <a:srgbClr val="80BFAC"/>
              </a:solidFill>
              <a:ln w="4599" cap="rnd" cmpd="sng" algn="ctr">
                <a:noFill/>
                <a:prstDash val="solid"/>
                <a:round/>
                <a:headEnd type="none" w="med" len="med"/>
                <a:tailEnd type="none" w="med" len="med"/>
              </a:ln>
              <a:effectLst/>
            </p:spPr>
          </p:sp>
          <p:sp>
            <p:nvSpPr>
              <p:cNvPr id="2876" name="feature_2">
                <a:extLst>
                  <a:ext uri="{FF2B5EF4-FFF2-40B4-BE49-F238E27FC236}">
                    <a16:creationId xmlns:a16="http://schemas.microsoft.com/office/drawing/2014/main" id="{9EA8EB99-6803-DAB0-CC77-B1F457CA26E2}"/>
                  </a:ext>
                </a:extLst>
              </p:cNvPr>
              <p:cNvSpPr/>
              <p:nvPr/>
            </p:nvSpPr>
            <p:spPr>
              <a:xfrm>
                <a:off x="4914360" y="3748185"/>
                <a:ext cx="26280" cy="39420"/>
              </a:xfrm>
              <a:prstGeom prst="rect">
                <a:avLst/>
              </a:prstGeom>
              <a:solidFill>
                <a:srgbClr val="BBDDD0"/>
              </a:solidFill>
              <a:ln w="4599" cap="rnd" cmpd="sng" algn="ctr">
                <a:noFill/>
                <a:prstDash val="solid"/>
                <a:round/>
                <a:headEnd type="none" w="med" len="med"/>
                <a:tailEnd type="none" w="med" len="med"/>
              </a:ln>
              <a:effectLst/>
            </p:spPr>
          </p:sp>
          <p:sp>
            <p:nvSpPr>
              <p:cNvPr id="2877" name="feature_3">
                <a:extLst>
                  <a:ext uri="{FF2B5EF4-FFF2-40B4-BE49-F238E27FC236}">
                    <a16:creationId xmlns:a16="http://schemas.microsoft.com/office/drawing/2014/main" id="{73ADE382-B9EA-B29A-1365-AC02B7C3FFB2}"/>
                  </a:ext>
                </a:extLst>
              </p:cNvPr>
              <p:cNvSpPr/>
              <p:nvPr/>
            </p:nvSpPr>
            <p:spPr>
              <a:xfrm>
                <a:off x="4943925" y="3748185"/>
                <a:ext cx="26280" cy="39420"/>
              </a:xfrm>
              <a:prstGeom prst="rect">
                <a:avLst/>
              </a:prstGeom>
              <a:solidFill>
                <a:srgbClr val="55A28D"/>
              </a:solidFill>
              <a:ln w="4599" cap="rnd" cmpd="sng" algn="ctr">
                <a:noFill/>
                <a:prstDash val="solid"/>
                <a:round/>
                <a:headEnd type="none" w="med" len="med"/>
                <a:tailEnd type="none" w="med" len="med"/>
              </a:ln>
              <a:effectLst/>
            </p:spPr>
          </p:sp>
        </p:grpSp>
        <p:grpSp>
          <p:nvGrpSpPr>
            <p:cNvPr id="2878" name="Text | Other identity / vectors">
              <a:extLst>
                <a:ext uri="{FF2B5EF4-FFF2-40B4-BE49-F238E27FC236}">
                  <a16:creationId xmlns:a16="http://schemas.microsoft.com/office/drawing/2014/main" id="{7E939697-CC17-FFFA-A9A8-E699F4C640CC}"/>
                </a:ext>
              </a:extLst>
            </p:cNvPr>
            <p:cNvGrpSpPr/>
            <p:nvPr/>
          </p:nvGrpSpPr>
          <p:grpSpPr>
            <a:xfrm>
              <a:off x="4519465" y="3850020"/>
              <a:ext cx="553270" cy="192698"/>
              <a:chOff x="4519465" y="3850020"/>
              <a:chExt cx="553270" cy="192698"/>
            </a:xfrm>
          </p:grpSpPr>
          <p:sp>
            <p:nvSpPr>
              <p:cNvPr id="2879" name="Text | Other identity">
                <a:extLst>
                  <a:ext uri="{FF2B5EF4-FFF2-40B4-BE49-F238E27FC236}">
                    <a16:creationId xmlns:a16="http://schemas.microsoft.com/office/drawing/2014/main" id="{4BC49DF8-CB5E-C4E3-EC66-21BE4101735A}"/>
                  </a:ext>
                </a:extLst>
              </p:cNvPr>
              <p:cNvSpPr txBox="1"/>
              <p:nvPr/>
            </p:nvSpPr>
            <p:spPr>
              <a:xfrm>
                <a:off x="4519465" y="3850020"/>
                <a:ext cx="553270" cy="107288"/>
              </a:xfrm>
              <a:prstGeom prst="rect">
                <a:avLst/>
              </a:prstGeom>
              <a:noFill/>
              <a:ln>
                <a:noFill/>
              </a:ln>
              <a:effectLst/>
            </p:spPr>
            <p:txBody>
              <a:bodyPr vertOverflow="overflow" horzOverflow="overflow" wrap="none" lIns="0" tIns="0" rIns="0" bIns="0" anchor="t" anchorCtr="0">
                <a:noAutofit/>
              </a:bodyPr>
              <a:lstStyle/>
              <a:p>
                <a:pPr algn="ctr"/>
                <a:r>
                  <a:rPr lang="en-US" sz="426" dirty="0">
                    <a:solidFill>
                      <a:srgbClr val="5E7180"/>
                    </a:solidFill>
                    <a:latin typeface="Arial"/>
                    <a:ea typeface="Arial"/>
                    <a:cs typeface="Arial"/>
                  </a:rPr>
                  <a:t>Other identity</a:t>
                </a:r>
                <a:endParaRPr lang="en-US" sz="426"/>
              </a:p>
            </p:txBody>
          </p:sp>
          <p:sp>
            <p:nvSpPr>
              <p:cNvPr id="2880" name="Text | vectors">
                <a:extLst>
                  <a:ext uri="{FF2B5EF4-FFF2-40B4-BE49-F238E27FC236}">
                    <a16:creationId xmlns:a16="http://schemas.microsoft.com/office/drawing/2014/main" id="{9CC40335-A815-7FA4-0EEB-9AD53ECCC17D}"/>
                  </a:ext>
                </a:extLst>
              </p:cNvPr>
              <p:cNvSpPr txBox="1"/>
              <p:nvPr/>
            </p:nvSpPr>
            <p:spPr>
              <a:xfrm>
                <a:off x="4643368" y="3935430"/>
                <a:ext cx="305464" cy="107288"/>
              </a:xfrm>
              <a:prstGeom prst="rect">
                <a:avLst/>
              </a:prstGeom>
              <a:noFill/>
              <a:ln>
                <a:noFill/>
              </a:ln>
              <a:effectLst/>
            </p:spPr>
            <p:txBody>
              <a:bodyPr vertOverflow="overflow" horzOverflow="overflow" wrap="none" lIns="0" tIns="0" rIns="0" bIns="0" anchor="t" anchorCtr="0">
                <a:noAutofit/>
              </a:bodyPr>
              <a:lstStyle/>
              <a:p>
                <a:pPr algn="ctr"/>
                <a:r>
                  <a:rPr lang="en-US" sz="426" dirty="0">
                    <a:solidFill>
                      <a:srgbClr val="5E7180"/>
                    </a:solidFill>
                    <a:latin typeface="Arial"/>
                    <a:ea typeface="Arial"/>
                    <a:cs typeface="Arial"/>
                  </a:rPr>
                  <a:t>vectors</a:t>
                </a:r>
                <a:endParaRPr lang="en-US" sz="426"/>
              </a:p>
            </p:txBody>
          </p:sp>
        </p:grpSp>
        <p:sp>
          <p:nvSpPr>
            <p:cNvPr id="2881" name="Operation | Graph attention">
              <a:extLst>
                <a:ext uri="{FF2B5EF4-FFF2-40B4-BE49-F238E27FC236}">
                  <a16:creationId xmlns:a16="http://schemas.microsoft.com/office/drawing/2014/main" id="{3D895007-E694-9052-943D-53E713FDB438}"/>
                </a:ext>
              </a:extLst>
            </p:cNvPr>
            <p:cNvSpPr/>
            <p:nvPr/>
          </p:nvSpPr>
          <p:spPr>
            <a:xfrm>
              <a:off x="3399975" y="4129245"/>
              <a:ext cx="657000" cy="183960"/>
            </a:xfrm>
            <a:prstGeom prst="roundRect">
              <a:avLst>
                <a:gd name="adj" fmla="val 16071"/>
              </a:avLst>
            </a:prstGeom>
            <a:solidFill>
              <a:srgbClr val="FFFFFF"/>
            </a:solidFill>
            <a:ln w="4928" cap="rnd" cmpd="sng" algn="ctr">
              <a:solidFill>
                <a:srgbClr val="238777"/>
              </a:solidFill>
              <a:prstDash val="solid"/>
              <a:round/>
              <a:headEnd type="none" w="med" len="med"/>
              <a:tailEnd type="none" w="med" len="med"/>
            </a:ln>
            <a:effectLst/>
          </p:spPr>
        </p:sp>
        <p:sp>
          <p:nvSpPr>
            <p:cNvPr id="2882" name="Text | Graph attention">
              <a:extLst>
                <a:ext uri="{FF2B5EF4-FFF2-40B4-BE49-F238E27FC236}">
                  <a16:creationId xmlns:a16="http://schemas.microsoft.com/office/drawing/2014/main" id="{ACB7B359-247E-76BE-F565-86CDA3141C80}"/>
                </a:ext>
              </a:extLst>
            </p:cNvPr>
            <p:cNvSpPr txBox="1"/>
            <p:nvPr/>
          </p:nvSpPr>
          <p:spPr>
            <a:xfrm>
              <a:off x="3359686" y="4169191"/>
              <a:ext cx="737577" cy="111953"/>
            </a:xfrm>
            <a:prstGeom prst="rect">
              <a:avLst/>
            </a:prstGeom>
            <a:noFill/>
            <a:ln>
              <a:noFill/>
            </a:ln>
            <a:effectLst/>
          </p:spPr>
          <p:txBody>
            <a:bodyPr vertOverflow="overflow" horzOverflow="overflow" wrap="none" lIns="0" tIns="0" rIns="0" bIns="0" anchor="t" anchorCtr="0">
              <a:noAutofit/>
            </a:bodyPr>
            <a:lstStyle/>
            <a:p>
              <a:pPr algn="ctr"/>
              <a:r>
                <a:rPr lang="en-US" sz="445" b="1" dirty="0">
                  <a:solidFill>
                    <a:srgbClr val="238777"/>
                  </a:solidFill>
                  <a:latin typeface="Arial"/>
                  <a:ea typeface="Arial"/>
                  <a:cs typeface="Arial"/>
                </a:rPr>
                <a:t>Graph attention</a:t>
              </a:r>
              <a:endParaRPr lang="en-US" sz="445"/>
            </a:p>
          </p:txBody>
        </p:sp>
        <p:sp>
          <p:nvSpPr>
            <p:cNvPr id="2883" name="Operation | Context attention">
              <a:extLst>
                <a:ext uri="{FF2B5EF4-FFF2-40B4-BE49-F238E27FC236}">
                  <a16:creationId xmlns:a16="http://schemas.microsoft.com/office/drawing/2014/main" id="{94C605E4-5D80-B18F-4E72-F4C6B4052319}"/>
                </a:ext>
              </a:extLst>
            </p:cNvPr>
            <p:cNvSpPr/>
            <p:nvPr/>
          </p:nvSpPr>
          <p:spPr>
            <a:xfrm>
              <a:off x="4346055" y="4129245"/>
              <a:ext cx="716130" cy="183960"/>
            </a:xfrm>
            <a:prstGeom prst="roundRect">
              <a:avLst>
                <a:gd name="adj" fmla="val 16071"/>
              </a:avLst>
            </a:prstGeom>
            <a:solidFill>
              <a:srgbClr val="FFFFFF"/>
            </a:solidFill>
            <a:ln w="4928" cap="rnd" cmpd="sng" algn="ctr">
              <a:solidFill>
                <a:srgbClr val="238777"/>
              </a:solidFill>
              <a:prstDash val="solid"/>
              <a:round/>
              <a:headEnd type="none" w="med" len="med"/>
              <a:tailEnd type="none" w="med" len="med"/>
            </a:ln>
            <a:effectLst/>
          </p:spPr>
        </p:sp>
        <p:sp>
          <p:nvSpPr>
            <p:cNvPr id="2884" name="Text | Context attention">
              <a:extLst>
                <a:ext uri="{FF2B5EF4-FFF2-40B4-BE49-F238E27FC236}">
                  <a16:creationId xmlns:a16="http://schemas.microsoft.com/office/drawing/2014/main" id="{4C35A144-C3E4-9B9A-6E55-5B7E481A2489}"/>
                </a:ext>
              </a:extLst>
            </p:cNvPr>
            <p:cNvSpPr txBox="1"/>
            <p:nvPr/>
          </p:nvSpPr>
          <p:spPr>
            <a:xfrm>
              <a:off x="4296085" y="4169191"/>
              <a:ext cx="816071" cy="111953"/>
            </a:xfrm>
            <a:prstGeom prst="rect">
              <a:avLst/>
            </a:prstGeom>
            <a:noFill/>
            <a:ln>
              <a:noFill/>
            </a:ln>
            <a:effectLst/>
          </p:spPr>
          <p:txBody>
            <a:bodyPr vertOverflow="overflow" horzOverflow="overflow" wrap="none" lIns="0" tIns="0" rIns="0" bIns="0" anchor="t" anchorCtr="0">
              <a:noAutofit/>
            </a:bodyPr>
            <a:lstStyle/>
            <a:p>
              <a:pPr algn="ctr"/>
              <a:r>
                <a:rPr lang="en-US" sz="445" b="1" dirty="0">
                  <a:solidFill>
                    <a:srgbClr val="238777"/>
                  </a:solidFill>
                  <a:latin typeface="Arial"/>
                  <a:ea typeface="Arial"/>
                  <a:cs typeface="Arial"/>
                </a:rPr>
                <a:t>Context attention</a:t>
              </a:r>
              <a:endParaRPr lang="en-US" sz="445"/>
            </a:p>
          </p:txBody>
        </p:sp>
        <p:grpSp>
          <p:nvGrpSpPr>
            <p:cNvPr id="2888" name="Arrow | other_language_vectors → context_attention_KV">
              <a:extLst>
                <a:ext uri="{FF2B5EF4-FFF2-40B4-BE49-F238E27FC236}">
                  <a16:creationId xmlns:a16="http://schemas.microsoft.com/office/drawing/2014/main" id="{FE3E7061-D326-E40F-3F39-3B2FAFFE0431}"/>
                </a:ext>
              </a:extLst>
            </p:cNvPr>
            <p:cNvGrpSpPr/>
            <p:nvPr/>
          </p:nvGrpSpPr>
          <p:grpSpPr>
            <a:xfrm>
              <a:off x="4783042" y="4040550"/>
              <a:ext cx="26116" cy="65700"/>
              <a:chOff x="4783042" y="4040550"/>
              <a:chExt cx="26116" cy="65700"/>
            </a:xfrm>
          </p:grpSpPr>
          <p:cxnSp>
            <p:nvCxnSpPr>
              <p:cNvPr id="2889" name="Arrow | other_language_vectors → context_attention_KV | path">
                <a:extLst>
                  <a:ext uri="{FF2B5EF4-FFF2-40B4-BE49-F238E27FC236}">
                    <a16:creationId xmlns:a16="http://schemas.microsoft.com/office/drawing/2014/main" id="{58B3875B-6A79-9A97-F10D-8AA8E63FCED3}"/>
                  </a:ext>
                </a:extLst>
              </p:cNvPr>
              <p:cNvCxnSpPr/>
              <p:nvPr/>
            </p:nvCxnSpPr>
            <p:spPr>
              <a:xfrm>
                <a:off x="4796100" y="4040550"/>
                <a:ext cx="0" cy="65700"/>
              </a:xfrm>
              <a:prstGeom prst="line">
                <a:avLst/>
              </a:prstGeom>
              <a:noFill/>
              <a:ln w="4928" cap="rnd" cmpd="sng" algn="ctr">
                <a:solidFill>
                  <a:srgbClr val="238777"/>
                </a:solidFill>
                <a:prstDash val="solid"/>
                <a:round/>
                <a:headEnd type="none" w="med" len="med"/>
                <a:tailEnd type="none" w="med" len="med"/>
              </a:ln>
              <a:effectLst/>
            </p:spPr>
          </p:cxnSp>
          <p:sp>
            <p:nvSpPr>
              <p:cNvPr id="2890" name="Arrow | other_language_vectors → context_attention_KV | editable arrowhead">
                <a:extLst>
                  <a:ext uri="{FF2B5EF4-FFF2-40B4-BE49-F238E27FC236}">
                    <a16:creationId xmlns:a16="http://schemas.microsoft.com/office/drawing/2014/main" id="{2A63A83A-E097-BF07-5089-70283A5044B8}"/>
                  </a:ext>
                </a:extLst>
              </p:cNvPr>
              <p:cNvSpPr/>
              <p:nvPr/>
            </p:nvSpPr>
            <p:spPr>
              <a:xfrm>
                <a:off x="4783042" y="4075864"/>
                <a:ext cx="26116" cy="30386"/>
              </a:xfrm>
              <a:custGeom>
                <a:avLst/>
                <a:gdLst/>
                <a:ahLst/>
                <a:cxnLst/>
                <a:rect l="0" t="0" r="w" b="h"/>
                <a:pathLst>
                  <a:path w="26116" h="30386" stroke="0" extrusionOk="0">
                    <a:moveTo>
                      <a:pt x="13058" y="30386"/>
                    </a:moveTo>
                    <a:lnTo>
                      <a:pt x="0" y="0"/>
                    </a:lnTo>
                    <a:lnTo>
                      <a:pt x="26116" y="0"/>
                    </a:lnTo>
                    <a:close/>
                  </a:path>
                </a:pathLst>
              </a:custGeom>
              <a:solidFill>
                <a:srgbClr val="238777"/>
              </a:solidFill>
              <a:ln w="1" cap="rnd" cmpd="sng" algn="ctr">
                <a:noFill/>
                <a:prstDash val="solid"/>
                <a:round/>
                <a:headEnd type="none" w="med" len="med"/>
                <a:tailEnd type="none" w="med" len="med"/>
              </a:ln>
              <a:effectLst/>
            </p:spPr>
          </p:sp>
        </p:grpSp>
        <p:sp>
          <p:nvSpPr>
            <p:cNvPr id="2897" name="Text | Q">
              <a:extLst>
                <a:ext uri="{FF2B5EF4-FFF2-40B4-BE49-F238E27FC236}">
                  <a16:creationId xmlns:a16="http://schemas.microsoft.com/office/drawing/2014/main" id="{1D35A764-6EB3-DF22-7BF0-2DD4CC6B463B}"/>
                </a:ext>
              </a:extLst>
            </p:cNvPr>
            <p:cNvSpPr txBox="1"/>
            <p:nvPr/>
          </p:nvSpPr>
          <p:spPr>
            <a:xfrm>
              <a:off x="3877200" y="3960000"/>
              <a:ext cx="85914" cy="107288"/>
            </a:xfrm>
            <a:prstGeom prst="rect">
              <a:avLst/>
            </a:prstGeom>
            <a:noFill/>
            <a:ln>
              <a:noFill/>
            </a:ln>
            <a:effectLst/>
          </p:spPr>
          <p:txBody>
            <a:bodyPr vertOverflow="overflow" horzOverflow="overflow" wrap="none" lIns="0" tIns="0" rIns="0" bIns="0" anchor="t" anchorCtr="0">
              <a:noAutofit/>
            </a:bodyPr>
            <a:lstStyle/>
            <a:p>
              <a:r>
                <a:rPr lang="en-US" sz="426" dirty="0">
                  <a:solidFill>
                    <a:srgbClr val="367FB7"/>
                  </a:solidFill>
                  <a:latin typeface="Arial"/>
                  <a:ea typeface="Arial"/>
                  <a:cs typeface="Arial"/>
                </a:rPr>
                <a:t>Q</a:t>
              </a:r>
              <a:endParaRPr lang="en-US" sz="426"/>
            </a:p>
          </p:txBody>
        </p:sp>
        <p:sp>
          <p:nvSpPr>
            <p:cNvPr id="2898" name="Text | Q">
              <a:extLst>
                <a:ext uri="{FF2B5EF4-FFF2-40B4-BE49-F238E27FC236}">
                  <a16:creationId xmlns:a16="http://schemas.microsoft.com/office/drawing/2014/main" id="{B0C2A33F-9B6B-17FE-A429-1FE6505012F7}"/>
                </a:ext>
              </a:extLst>
            </p:cNvPr>
            <p:cNvSpPr txBox="1"/>
            <p:nvPr/>
          </p:nvSpPr>
          <p:spPr>
            <a:xfrm>
              <a:off x="4327200" y="3960000"/>
              <a:ext cx="85914" cy="107288"/>
            </a:xfrm>
            <a:prstGeom prst="rect">
              <a:avLst/>
            </a:prstGeom>
            <a:noFill/>
            <a:ln>
              <a:noFill/>
            </a:ln>
            <a:effectLst/>
          </p:spPr>
          <p:txBody>
            <a:bodyPr vertOverflow="overflow" horzOverflow="overflow" wrap="none" lIns="0" tIns="0" rIns="0" bIns="0" anchor="t" anchorCtr="0">
              <a:noAutofit/>
            </a:bodyPr>
            <a:lstStyle/>
            <a:p>
              <a:r>
                <a:rPr lang="en-US" sz="426" dirty="0">
                  <a:solidFill>
                    <a:srgbClr val="367FB7"/>
                  </a:solidFill>
                  <a:latin typeface="Arial"/>
                  <a:ea typeface="Arial"/>
                  <a:cs typeface="Arial"/>
                </a:rPr>
                <a:t>Q</a:t>
              </a:r>
              <a:endParaRPr lang="en-US" sz="426"/>
            </a:p>
          </p:txBody>
        </p:sp>
        <p:sp>
          <p:nvSpPr>
            <p:cNvPr id="2899" name="Concatenation">
              <a:extLst>
                <a:ext uri="{FF2B5EF4-FFF2-40B4-BE49-F238E27FC236}">
                  <a16:creationId xmlns:a16="http://schemas.microsoft.com/office/drawing/2014/main" id="{7E3923DA-C6CE-FE49-032A-C69C6D28ADD9}"/>
                </a:ext>
              </a:extLst>
            </p:cNvPr>
            <p:cNvSpPr/>
            <p:nvPr/>
          </p:nvSpPr>
          <p:spPr>
            <a:xfrm>
              <a:off x="4116105" y="4444605"/>
              <a:ext cx="111690" cy="111690"/>
            </a:xfrm>
            <a:prstGeom prst="ellipse">
              <a:avLst/>
            </a:prstGeom>
            <a:solidFill>
              <a:srgbClr val="FFFFFF"/>
            </a:solidFill>
            <a:ln w="5913" cap="rnd" cmpd="sng" algn="ctr">
              <a:solidFill>
                <a:srgbClr val="238777"/>
              </a:solidFill>
              <a:prstDash val="solid"/>
              <a:round/>
              <a:headEnd type="none" w="med" len="med"/>
              <a:tailEnd type="none" w="med" len="med"/>
            </a:ln>
            <a:effectLst/>
          </p:spPr>
        </p:sp>
        <p:cxnSp>
          <p:nvCxnSpPr>
            <p:cNvPr id="2900" name="path_2738">
              <a:extLst>
                <a:ext uri="{FF2B5EF4-FFF2-40B4-BE49-F238E27FC236}">
                  <a16:creationId xmlns:a16="http://schemas.microsoft.com/office/drawing/2014/main" id="{1763A8FA-7351-2816-992E-B443EE461B0D}"/>
                </a:ext>
              </a:extLst>
            </p:cNvPr>
            <p:cNvCxnSpPr/>
            <p:nvPr/>
          </p:nvCxnSpPr>
          <p:spPr>
            <a:xfrm>
              <a:off x="4158810" y="4474170"/>
              <a:ext cx="0" cy="52560"/>
            </a:xfrm>
            <a:prstGeom prst="line">
              <a:avLst/>
            </a:prstGeom>
            <a:noFill/>
            <a:ln w="6570" cap="rnd" cmpd="sng" algn="ctr">
              <a:solidFill>
                <a:srgbClr val="238777"/>
              </a:solidFill>
              <a:prstDash val="solid"/>
              <a:round/>
              <a:headEnd type="none" w="med" len="med"/>
              <a:tailEnd type="none" w="med" len="med"/>
            </a:ln>
            <a:effectLst/>
          </p:spPr>
        </p:cxnSp>
        <p:cxnSp>
          <p:nvCxnSpPr>
            <p:cNvPr id="2901" name="path_2739">
              <a:extLst>
                <a:ext uri="{FF2B5EF4-FFF2-40B4-BE49-F238E27FC236}">
                  <a16:creationId xmlns:a16="http://schemas.microsoft.com/office/drawing/2014/main" id="{DB26D12F-1AC7-BFC3-15A8-AD30D15EC29D}"/>
                </a:ext>
              </a:extLst>
            </p:cNvPr>
            <p:cNvCxnSpPr/>
            <p:nvPr/>
          </p:nvCxnSpPr>
          <p:spPr>
            <a:xfrm>
              <a:off x="4185090" y="4474170"/>
              <a:ext cx="0" cy="52560"/>
            </a:xfrm>
            <a:prstGeom prst="line">
              <a:avLst/>
            </a:prstGeom>
            <a:noFill/>
            <a:ln w="6570" cap="rnd" cmpd="sng" algn="ctr">
              <a:solidFill>
                <a:srgbClr val="238777"/>
              </a:solidFill>
              <a:prstDash val="solid"/>
              <a:round/>
              <a:headEnd type="none" w="med" len="med"/>
              <a:tailEnd type="none" w="med" len="med"/>
            </a:ln>
            <a:effectLst/>
          </p:spPr>
        </p:cxnSp>
        <p:grpSp>
          <p:nvGrpSpPr>
            <p:cNvPr id="2914" name="Identity representation g_k">
              <a:extLst>
                <a:ext uri="{FF2B5EF4-FFF2-40B4-BE49-F238E27FC236}">
                  <a16:creationId xmlns:a16="http://schemas.microsoft.com/office/drawing/2014/main" id="{3E01DB7A-3085-6DD5-5400-5C79E9D82F8B}"/>
                </a:ext>
              </a:extLst>
            </p:cNvPr>
            <p:cNvGrpSpPr/>
            <p:nvPr/>
          </p:nvGrpSpPr>
          <p:grpSpPr>
            <a:xfrm>
              <a:off x="3958425" y="4746825"/>
              <a:ext cx="427050" cy="72270"/>
              <a:chOff x="3958425" y="4746825"/>
              <a:chExt cx="427050" cy="72270"/>
            </a:xfrm>
          </p:grpSpPr>
          <p:sp>
            <p:nvSpPr>
              <p:cNvPr id="2915" name="feature_1">
                <a:extLst>
                  <a:ext uri="{FF2B5EF4-FFF2-40B4-BE49-F238E27FC236}">
                    <a16:creationId xmlns:a16="http://schemas.microsoft.com/office/drawing/2014/main" id="{B40A5DD4-F1FC-50BF-01E7-40B6D2F77A33}"/>
                  </a:ext>
                </a:extLst>
              </p:cNvPr>
              <p:cNvSpPr/>
              <p:nvPr/>
            </p:nvSpPr>
            <p:spPr>
              <a:xfrm>
                <a:off x="3958425" y="4746825"/>
                <a:ext cx="58191" cy="72270"/>
              </a:xfrm>
              <a:prstGeom prst="rect">
                <a:avLst/>
              </a:prstGeom>
              <a:solidFill>
                <a:srgbClr val="3E997E"/>
              </a:solidFill>
              <a:ln w="4599" cap="rnd" cmpd="sng" algn="ctr">
                <a:noFill/>
                <a:prstDash val="solid"/>
                <a:round/>
                <a:headEnd type="none" w="med" len="med"/>
                <a:tailEnd type="none" w="med" len="med"/>
              </a:ln>
              <a:effectLst/>
            </p:spPr>
          </p:sp>
          <p:sp>
            <p:nvSpPr>
              <p:cNvPr id="2916" name="feature_2">
                <a:extLst>
                  <a:ext uri="{FF2B5EF4-FFF2-40B4-BE49-F238E27FC236}">
                    <a16:creationId xmlns:a16="http://schemas.microsoft.com/office/drawing/2014/main" id="{7DC367A4-363C-D00F-50C0-4B0123422DAC}"/>
                  </a:ext>
                </a:extLst>
              </p:cNvPr>
              <p:cNvSpPr/>
              <p:nvPr/>
            </p:nvSpPr>
            <p:spPr>
              <a:xfrm>
                <a:off x="4019901" y="4746825"/>
                <a:ext cx="58191" cy="72270"/>
              </a:xfrm>
              <a:prstGeom prst="rect">
                <a:avLst/>
              </a:prstGeom>
              <a:solidFill>
                <a:srgbClr val="83C2AE"/>
              </a:solidFill>
              <a:ln w="4599" cap="rnd" cmpd="sng" algn="ctr">
                <a:noFill/>
                <a:prstDash val="solid"/>
                <a:round/>
                <a:headEnd type="none" w="med" len="med"/>
                <a:tailEnd type="none" w="med" len="med"/>
              </a:ln>
              <a:effectLst/>
            </p:spPr>
          </p:sp>
          <p:sp>
            <p:nvSpPr>
              <p:cNvPr id="2917" name="feature_3">
                <a:extLst>
                  <a:ext uri="{FF2B5EF4-FFF2-40B4-BE49-F238E27FC236}">
                    <a16:creationId xmlns:a16="http://schemas.microsoft.com/office/drawing/2014/main" id="{2BE27929-AEFF-C8D8-4F79-AF3E498C1AB4}"/>
                  </a:ext>
                </a:extLst>
              </p:cNvPr>
              <p:cNvSpPr/>
              <p:nvPr/>
            </p:nvSpPr>
            <p:spPr>
              <a:xfrm>
                <a:off x="4081378" y="4746825"/>
                <a:ext cx="58191" cy="72270"/>
              </a:xfrm>
              <a:prstGeom prst="rect">
                <a:avLst/>
              </a:prstGeom>
              <a:solidFill>
                <a:srgbClr val="BCDDCF"/>
              </a:solidFill>
              <a:ln w="4599" cap="rnd" cmpd="sng" algn="ctr">
                <a:noFill/>
                <a:prstDash val="solid"/>
                <a:round/>
                <a:headEnd type="none" w="med" len="med"/>
                <a:tailEnd type="none" w="med" len="med"/>
              </a:ln>
              <a:effectLst/>
            </p:spPr>
          </p:sp>
          <p:sp>
            <p:nvSpPr>
              <p:cNvPr id="2918" name="feature_4">
                <a:extLst>
                  <a:ext uri="{FF2B5EF4-FFF2-40B4-BE49-F238E27FC236}">
                    <a16:creationId xmlns:a16="http://schemas.microsoft.com/office/drawing/2014/main" id="{D220A6AA-F331-B6DE-5D0B-DD84F409F729}"/>
                  </a:ext>
                </a:extLst>
              </p:cNvPr>
              <p:cNvSpPr/>
              <p:nvPr/>
            </p:nvSpPr>
            <p:spPr>
              <a:xfrm>
                <a:off x="4142854" y="4746825"/>
                <a:ext cx="58191" cy="72270"/>
              </a:xfrm>
              <a:prstGeom prst="rect">
                <a:avLst/>
              </a:prstGeom>
              <a:solidFill>
                <a:srgbClr val="68AB97"/>
              </a:solidFill>
              <a:ln w="4599" cap="rnd" cmpd="sng" algn="ctr">
                <a:noFill/>
                <a:prstDash val="solid"/>
                <a:round/>
                <a:headEnd type="none" w="med" len="med"/>
                <a:tailEnd type="none" w="med" len="med"/>
              </a:ln>
              <a:effectLst/>
            </p:spPr>
          </p:sp>
          <p:sp>
            <p:nvSpPr>
              <p:cNvPr id="2919" name="feature_5">
                <a:extLst>
                  <a:ext uri="{FF2B5EF4-FFF2-40B4-BE49-F238E27FC236}">
                    <a16:creationId xmlns:a16="http://schemas.microsoft.com/office/drawing/2014/main" id="{A399EE2B-2AE7-A896-878F-E771388F7201}"/>
                  </a:ext>
                </a:extLst>
              </p:cNvPr>
              <p:cNvSpPr/>
              <p:nvPr/>
            </p:nvSpPr>
            <p:spPr>
              <a:xfrm>
                <a:off x="4204331" y="4746825"/>
                <a:ext cx="58191" cy="72270"/>
              </a:xfrm>
              <a:prstGeom prst="rect">
                <a:avLst/>
              </a:prstGeom>
              <a:solidFill>
                <a:srgbClr val="3E997E"/>
              </a:solidFill>
              <a:ln w="4599" cap="rnd" cmpd="sng" algn="ctr">
                <a:noFill/>
                <a:prstDash val="solid"/>
                <a:round/>
                <a:headEnd type="none" w="med" len="med"/>
                <a:tailEnd type="none" w="med" len="med"/>
              </a:ln>
              <a:effectLst/>
            </p:spPr>
          </p:sp>
          <p:sp>
            <p:nvSpPr>
              <p:cNvPr id="2920" name="feature_6">
                <a:extLst>
                  <a:ext uri="{FF2B5EF4-FFF2-40B4-BE49-F238E27FC236}">
                    <a16:creationId xmlns:a16="http://schemas.microsoft.com/office/drawing/2014/main" id="{9A2BE2D4-0A05-8B8D-1A51-A08D13974AF1}"/>
                  </a:ext>
                </a:extLst>
              </p:cNvPr>
              <p:cNvSpPr/>
              <p:nvPr/>
            </p:nvSpPr>
            <p:spPr>
              <a:xfrm>
                <a:off x="4265807" y="4746825"/>
                <a:ext cx="58191" cy="72270"/>
              </a:xfrm>
              <a:prstGeom prst="rect">
                <a:avLst/>
              </a:prstGeom>
              <a:solidFill>
                <a:srgbClr val="83C2AE"/>
              </a:solidFill>
              <a:ln w="4599" cap="rnd" cmpd="sng" algn="ctr">
                <a:noFill/>
                <a:prstDash val="solid"/>
                <a:round/>
                <a:headEnd type="none" w="med" len="med"/>
                <a:tailEnd type="none" w="med" len="med"/>
              </a:ln>
              <a:effectLst/>
            </p:spPr>
          </p:sp>
          <p:sp>
            <p:nvSpPr>
              <p:cNvPr id="2921" name="feature_7">
                <a:extLst>
                  <a:ext uri="{FF2B5EF4-FFF2-40B4-BE49-F238E27FC236}">
                    <a16:creationId xmlns:a16="http://schemas.microsoft.com/office/drawing/2014/main" id="{14CE1203-C067-5082-21AC-8A6C66FA1EDD}"/>
                  </a:ext>
                </a:extLst>
              </p:cNvPr>
              <p:cNvSpPr/>
              <p:nvPr/>
            </p:nvSpPr>
            <p:spPr>
              <a:xfrm>
                <a:off x="4327284" y="4746825"/>
                <a:ext cx="58191" cy="72270"/>
              </a:xfrm>
              <a:prstGeom prst="rect">
                <a:avLst/>
              </a:prstGeom>
              <a:solidFill>
                <a:srgbClr val="BCDDCF"/>
              </a:solidFill>
              <a:ln w="4599" cap="rnd" cmpd="sng" algn="ctr">
                <a:noFill/>
                <a:prstDash val="solid"/>
                <a:round/>
                <a:headEnd type="none" w="med" len="med"/>
                <a:tailEnd type="none" w="med" len="med"/>
              </a:ln>
              <a:effectLst/>
            </p:spPr>
          </p:sp>
        </p:grpSp>
        <p:grpSp>
          <p:nvGrpSpPr>
            <p:cNvPr id="2922" name="Formula | g_k">
              <a:extLst>
                <a:ext uri="{FF2B5EF4-FFF2-40B4-BE49-F238E27FC236}">
                  <a16:creationId xmlns:a16="http://schemas.microsoft.com/office/drawing/2014/main" id="{53BFAA47-BA21-39BF-D8F4-399DB345D160}"/>
                </a:ext>
              </a:extLst>
            </p:cNvPr>
            <p:cNvGrpSpPr/>
            <p:nvPr/>
          </p:nvGrpSpPr>
          <p:grpSpPr>
            <a:xfrm>
              <a:off x="4467600" y="4713975"/>
              <a:ext cx="127544" cy="149738"/>
              <a:chOff x="4467600" y="4713975"/>
              <a:chExt cx="127544" cy="149738"/>
            </a:xfrm>
          </p:grpSpPr>
          <p:sp>
            <p:nvSpPr>
              <p:cNvPr id="2923" name="Text | g">
                <a:extLst>
                  <a:ext uri="{FF2B5EF4-FFF2-40B4-BE49-F238E27FC236}">
                    <a16:creationId xmlns:a16="http://schemas.microsoft.com/office/drawing/2014/main" id="{2A70608E-1561-48A3-90A9-F438EB9F64C5}"/>
                  </a:ext>
                </a:extLst>
              </p:cNvPr>
              <p:cNvSpPr txBox="1"/>
              <p:nvPr/>
            </p:nvSpPr>
            <p:spPr>
              <a:xfrm>
                <a:off x="4467600" y="4713975"/>
                <a:ext cx="100284" cy="144606"/>
              </a:xfrm>
              <a:prstGeom prst="rect">
                <a:avLst/>
              </a:prstGeom>
              <a:noFill/>
              <a:ln>
                <a:noFill/>
              </a:ln>
              <a:effectLst/>
            </p:spPr>
            <p:txBody>
              <a:bodyPr vertOverflow="overflow" horzOverflow="overflow" wrap="none" lIns="0" tIns="0" rIns="0" bIns="0" anchor="t" anchorCtr="0">
                <a:noAutofit/>
              </a:bodyPr>
              <a:lstStyle/>
              <a:p>
                <a:r>
                  <a:rPr lang="en-US" sz="574" i="1" dirty="0">
                    <a:solidFill>
                      <a:srgbClr val="1D3043"/>
                    </a:solidFill>
                    <a:latin typeface="Arial"/>
                    <a:ea typeface="Arial"/>
                    <a:cs typeface="Arial"/>
                  </a:rPr>
                  <a:t>g</a:t>
                </a:r>
                <a:endParaRPr lang="en-US" sz="574"/>
              </a:p>
            </p:txBody>
          </p:sp>
          <p:sp>
            <p:nvSpPr>
              <p:cNvPr id="2924" name="Text | k">
                <a:extLst>
                  <a:ext uri="{FF2B5EF4-FFF2-40B4-BE49-F238E27FC236}">
                    <a16:creationId xmlns:a16="http://schemas.microsoft.com/office/drawing/2014/main" id="{02AA6AAC-B1ED-5148-707E-CAD8DC6C20CF}"/>
                  </a:ext>
                </a:extLst>
              </p:cNvPr>
              <p:cNvSpPr txBox="1"/>
              <p:nvPr/>
            </p:nvSpPr>
            <p:spPr>
              <a:xfrm>
                <a:off x="4532241" y="4774058"/>
                <a:ext cx="62903" cy="89656"/>
              </a:xfrm>
              <a:prstGeom prst="rect">
                <a:avLst/>
              </a:prstGeom>
              <a:noFill/>
              <a:ln>
                <a:noFill/>
              </a:ln>
              <a:effectLst/>
            </p:spPr>
            <p:txBody>
              <a:bodyPr vertOverflow="overflow" horzOverflow="overflow" wrap="none" lIns="0" tIns="0" rIns="0" bIns="0" anchor="t" anchorCtr="0">
                <a:noAutofit/>
              </a:bodyPr>
              <a:lstStyle/>
              <a:p>
                <a:r>
                  <a:rPr lang="en-US" sz="356" i="1" dirty="0">
                    <a:solidFill>
                      <a:srgbClr val="1D3043"/>
                    </a:solidFill>
                    <a:latin typeface="Arial"/>
                    <a:ea typeface="Arial"/>
                    <a:cs typeface="Arial"/>
                  </a:rPr>
                  <a:t>k</a:t>
                </a:r>
                <a:endParaRPr lang="en-US" sz="356"/>
              </a:p>
            </p:txBody>
          </p:sp>
        </p:grpSp>
        <p:sp>
          <p:nvSpPr>
            <p:cNvPr id="2931" name="Operation | Cosine score">
              <a:extLst>
                <a:ext uri="{FF2B5EF4-FFF2-40B4-BE49-F238E27FC236}">
                  <a16:creationId xmlns:a16="http://schemas.microsoft.com/office/drawing/2014/main" id="{E8BC5651-D9F0-2C08-8B2E-34592716979F}"/>
                </a:ext>
              </a:extLst>
            </p:cNvPr>
            <p:cNvSpPr/>
            <p:nvPr/>
          </p:nvSpPr>
          <p:spPr>
            <a:xfrm>
              <a:off x="3444322" y="5022765"/>
              <a:ext cx="535455" cy="157680"/>
            </a:xfrm>
            <a:prstGeom prst="roundRect">
              <a:avLst>
                <a:gd name="adj" fmla="val 18750"/>
              </a:avLst>
            </a:prstGeom>
            <a:solidFill>
              <a:srgbClr val="FFFFFF"/>
            </a:solidFill>
            <a:ln w="4928" cap="rnd" cmpd="sng" algn="ctr">
              <a:solidFill>
                <a:srgbClr val="238777"/>
              </a:solidFill>
              <a:prstDash val="solid"/>
              <a:round/>
              <a:headEnd type="none" w="med" len="med"/>
              <a:tailEnd type="none" w="med" len="med"/>
            </a:ln>
            <a:effectLst/>
          </p:spPr>
        </p:sp>
        <p:sp>
          <p:nvSpPr>
            <p:cNvPr id="2932" name="Text | Cosine score">
              <a:extLst>
                <a:ext uri="{FF2B5EF4-FFF2-40B4-BE49-F238E27FC236}">
                  <a16:creationId xmlns:a16="http://schemas.microsoft.com/office/drawing/2014/main" id="{B858507B-5C65-DCC8-7437-D21EEFD08FF9}"/>
                </a:ext>
              </a:extLst>
            </p:cNvPr>
            <p:cNvSpPr txBox="1"/>
            <p:nvPr/>
          </p:nvSpPr>
          <p:spPr>
            <a:xfrm>
              <a:off x="3416654" y="5049571"/>
              <a:ext cx="590792" cy="111953"/>
            </a:xfrm>
            <a:prstGeom prst="rect">
              <a:avLst/>
            </a:prstGeom>
            <a:noFill/>
            <a:ln>
              <a:noFill/>
            </a:ln>
            <a:effectLst/>
          </p:spPr>
          <p:txBody>
            <a:bodyPr vertOverflow="overflow" horzOverflow="overflow" wrap="none" lIns="0" tIns="0" rIns="0" bIns="0" anchor="t" anchorCtr="0">
              <a:noAutofit/>
            </a:bodyPr>
            <a:lstStyle/>
            <a:p>
              <a:pPr algn="ctr"/>
              <a:r>
                <a:rPr lang="en-US" sz="445" b="1" dirty="0">
                  <a:solidFill>
                    <a:srgbClr val="238777"/>
                  </a:solidFill>
                  <a:latin typeface="Arial"/>
                  <a:ea typeface="Arial"/>
                  <a:cs typeface="Arial"/>
                </a:rPr>
                <a:t>Cosine score</a:t>
              </a:r>
              <a:endParaRPr lang="en-US" sz="445"/>
            </a:p>
          </p:txBody>
        </p:sp>
        <p:sp>
          <p:nvSpPr>
            <p:cNvPr id="2933" name="Text | Learned projections">
              <a:extLst>
                <a:ext uri="{FF2B5EF4-FFF2-40B4-BE49-F238E27FC236}">
                  <a16:creationId xmlns:a16="http://schemas.microsoft.com/office/drawing/2014/main" id="{BEF5FE62-3F25-B13B-29E6-53963818B51A}"/>
                </a:ext>
              </a:extLst>
            </p:cNvPr>
            <p:cNvSpPr txBox="1"/>
            <p:nvPr/>
          </p:nvSpPr>
          <p:spPr>
            <a:xfrm>
              <a:off x="3325656" y="5206725"/>
              <a:ext cx="772787" cy="107288"/>
            </a:xfrm>
            <a:prstGeom prst="rect">
              <a:avLst/>
            </a:prstGeom>
            <a:noFill/>
            <a:ln>
              <a:noFill/>
            </a:ln>
            <a:effectLst/>
          </p:spPr>
          <p:txBody>
            <a:bodyPr vertOverflow="overflow" horzOverflow="overflow" wrap="none" lIns="0" tIns="0" rIns="0" bIns="0" anchor="t" anchorCtr="0">
              <a:noAutofit/>
            </a:bodyPr>
            <a:lstStyle/>
            <a:p>
              <a:pPr algn="ctr"/>
              <a:r>
                <a:rPr lang="en-US" sz="426" dirty="0">
                  <a:solidFill>
                    <a:srgbClr val="5E7180"/>
                  </a:solidFill>
                  <a:latin typeface="Arial"/>
                  <a:ea typeface="Arial"/>
                  <a:cs typeface="Arial"/>
                </a:rPr>
                <a:t>Learned projections</a:t>
              </a:r>
              <a:endParaRPr lang="en-US" sz="426"/>
            </a:p>
          </p:txBody>
        </p:sp>
        <p:grpSp>
          <p:nvGrpSpPr>
            <p:cNvPr id="2934" name="Arrow | score → identity_matrix">
              <a:extLst>
                <a:ext uri="{FF2B5EF4-FFF2-40B4-BE49-F238E27FC236}">
                  <a16:creationId xmlns:a16="http://schemas.microsoft.com/office/drawing/2014/main" id="{674C7BE5-4011-40EE-3EA9-31167621337B}"/>
                </a:ext>
              </a:extLst>
            </p:cNvPr>
            <p:cNvGrpSpPr/>
            <p:nvPr/>
          </p:nvGrpSpPr>
          <p:grpSpPr>
            <a:xfrm>
              <a:off x="4001130" y="5088334"/>
              <a:ext cx="295650" cy="26543"/>
              <a:chOff x="4001130" y="5088334"/>
              <a:chExt cx="295650" cy="26543"/>
            </a:xfrm>
          </p:grpSpPr>
          <p:cxnSp>
            <p:nvCxnSpPr>
              <p:cNvPr id="2935" name="Arrow | score → identity_matrix | path">
                <a:extLst>
                  <a:ext uri="{FF2B5EF4-FFF2-40B4-BE49-F238E27FC236}">
                    <a16:creationId xmlns:a16="http://schemas.microsoft.com/office/drawing/2014/main" id="{B492B4C8-A687-6EEC-38CB-77D8B75D6794}"/>
                  </a:ext>
                </a:extLst>
              </p:cNvPr>
              <p:cNvCxnSpPr/>
              <p:nvPr/>
            </p:nvCxnSpPr>
            <p:spPr>
              <a:xfrm>
                <a:off x="4001130" y="5101605"/>
                <a:ext cx="295650" cy="0"/>
              </a:xfrm>
              <a:prstGeom prst="line">
                <a:avLst/>
              </a:prstGeom>
              <a:noFill/>
              <a:ln w="5256" cap="rnd" cmpd="sng" algn="ctr">
                <a:solidFill>
                  <a:srgbClr val="238777"/>
                </a:solidFill>
                <a:prstDash val="solid"/>
                <a:round/>
                <a:headEnd type="none" w="med" len="med"/>
                <a:tailEnd type="none" w="med" len="med"/>
              </a:ln>
              <a:effectLst/>
            </p:spPr>
          </p:cxnSp>
          <p:sp>
            <p:nvSpPr>
              <p:cNvPr id="2936" name="Arrow | score → identity_matrix | editable arrowhead">
                <a:extLst>
                  <a:ext uri="{FF2B5EF4-FFF2-40B4-BE49-F238E27FC236}">
                    <a16:creationId xmlns:a16="http://schemas.microsoft.com/office/drawing/2014/main" id="{601AA8B8-35DA-6A6A-63DD-80806588A95E}"/>
                  </a:ext>
                </a:extLst>
              </p:cNvPr>
              <p:cNvSpPr/>
              <p:nvPr/>
            </p:nvSpPr>
            <p:spPr>
              <a:xfrm>
                <a:off x="4265901" y="5088334"/>
                <a:ext cx="30879" cy="26543"/>
              </a:xfrm>
              <a:custGeom>
                <a:avLst/>
                <a:gdLst/>
                <a:ahLst/>
                <a:cxnLst/>
                <a:rect l="0" t="0" r="w" b="h"/>
                <a:pathLst>
                  <a:path w="30879" h="26543" stroke="0" extrusionOk="0">
                    <a:moveTo>
                      <a:pt x="30879" y="13271"/>
                    </a:moveTo>
                    <a:lnTo>
                      <a:pt x="0" y="26543"/>
                    </a:lnTo>
                    <a:lnTo>
                      <a:pt x="0" y="0"/>
                    </a:lnTo>
                    <a:close/>
                  </a:path>
                </a:pathLst>
              </a:custGeom>
              <a:solidFill>
                <a:srgbClr val="238777"/>
              </a:solidFill>
              <a:ln w="1" cap="rnd" cmpd="sng" algn="ctr">
                <a:noFill/>
                <a:prstDash val="solid"/>
                <a:round/>
                <a:headEnd type="none" w="med" len="med"/>
                <a:tailEnd type="none" w="med" len="med"/>
              </a:ln>
              <a:effectLst/>
            </p:spPr>
          </p:sp>
        </p:grpSp>
        <p:grpSp>
          <p:nvGrpSpPr>
            <p:cNvPr id="2937" name="Match | J × K identity scores, separate foreground output">
              <a:extLst>
                <a:ext uri="{FF2B5EF4-FFF2-40B4-BE49-F238E27FC236}">
                  <a16:creationId xmlns:a16="http://schemas.microsoft.com/office/drawing/2014/main" id="{161F1905-32C1-A2BC-A7D6-8B9DDB8ECAA0}"/>
                </a:ext>
              </a:extLst>
            </p:cNvPr>
            <p:cNvGrpSpPr/>
            <p:nvPr/>
          </p:nvGrpSpPr>
          <p:grpSpPr>
            <a:xfrm>
              <a:off x="4307399" y="4851945"/>
              <a:ext cx="488195" cy="419133"/>
              <a:chOff x="4307399" y="4851945"/>
              <a:chExt cx="488195" cy="419133"/>
            </a:xfrm>
          </p:grpSpPr>
          <p:sp>
            <p:nvSpPr>
              <p:cNvPr id="2938" name="Text | B1">
                <a:extLst>
                  <a:ext uri="{FF2B5EF4-FFF2-40B4-BE49-F238E27FC236}">
                    <a16:creationId xmlns:a16="http://schemas.microsoft.com/office/drawing/2014/main" id="{9822EE6F-473F-4322-D0BB-950E5AA4DAD5}"/>
                  </a:ext>
                </a:extLst>
              </p:cNvPr>
              <p:cNvSpPr txBox="1"/>
              <p:nvPr/>
            </p:nvSpPr>
            <p:spPr>
              <a:xfrm>
                <a:off x="4307399" y="4956309"/>
                <a:ext cx="117496" cy="97959"/>
              </a:xfrm>
              <a:prstGeom prst="rect">
                <a:avLst/>
              </a:prstGeom>
              <a:noFill/>
              <a:ln>
                <a:noFill/>
              </a:ln>
              <a:effectLst/>
            </p:spPr>
            <p:txBody>
              <a:bodyPr vertOverflow="overflow" horzOverflow="overflow" wrap="none" lIns="0" tIns="0" rIns="0" bIns="0" anchor="t" anchorCtr="0">
                <a:noAutofit/>
              </a:bodyPr>
              <a:lstStyle/>
              <a:p>
                <a:pPr algn="r"/>
                <a:r>
                  <a:rPr lang="en-US" sz="389" dirty="0">
                    <a:solidFill>
                      <a:srgbClr val="1D3043"/>
                    </a:solidFill>
                    <a:latin typeface="Arial"/>
                    <a:ea typeface="Arial"/>
                    <a:cs typeface="Arial"/>
                  </a:rPr>
                  <a:t>B1</a:t>
                </a:r>
                <a:endParaRPr lang="en-US" sz="389"/>
              </a:p>
            </p:txBody>
          </p:sp>
          <p:sp>
            <p:nvSpPr>
              <p:cNvPr id="2939" name="Text | B2">
                <a:extLst>
                  <a:ext uri="{FF2B5EF4-FFF2-40B4-BE49-F238E27FC236}">
                    <a16:creationId xmlns:a16="http://schemas.microsoft.com/office/drawing/2014/main" id="{C96B55EE-05B3-5548-E7E5-3C0E4CA334F7}"/>
                  </a:ext>
                </a:extLst>
              </p:cNvPr>
              <p:cNvSpPr txBox="1"/>
              <p:nvPr/>
            </p:nvSpPr>
            <p:spPr>
              <a:xfrm>
                <a:off x="4307399" y="5064714"/>
                <a:ext cx="117496" cy="97959"/>
              </a:xfrm>
              <a:prstGeom prst="rect">
                <a:avLst/>
              </a:prstGeom>
              <a:noFill/>
              <a:ln>
                <a:noFill/>
              </a:ln>
              <a:effectLst/>
            </p:spPr>
            <p:txBody>
              <a:bodyPr vertOverflow="overflow" horzOverflow="overflow" wrap="none" lIns="0" tIns="0" rIns="0" bIns="0" anchor="t" anchorCtr="0">
                <a:noAutofit/>
              </a:bodyPr>
              <a:lstStyle/>
              <a:p>
                <a:pPr algn="r"/>
                <a:r>
                  <a:rPr lang="en-US" sz="389" dirty="0">
                    <a:solidFill>
                      <a:srgbClr val="1D3043"/>
                    </a:solidFill>
                    <a:latin typeface="Arial"/>
                    <a:ea typeface="Arial"/>
                    <a:cs typeface="Arial"/>
                  </a:rPr>
                  <a:t>B2</a:t>
                </a:r>
                <a:endParaRPr lang="en-US" sz="389"/>
              </a:p>
            </p:txBody>
          </p:sp>
          <p:sp>
            <p:nvSpPr>
              <p:cNvPr id="2940" name="Text | B3">
                <a:extLst>
                  <a:ext uri="{FF2B5EF4-FFF2-40B4-BE49-F238E27FC236}">
                    <a16:creationId xmlns:a16="http://schemas.microsoft.com/office/drawing/2014/main" id="{72A7F7AA-2F23-8994-06A2-863D7A81095C}"/>
                  </a:ext>
                </a:extLst>
              </p:cNvPr>
              <p:cNvSpPr txBox="1"/>
              <p:nvPr/>
            </p:nvSpPr>
            <p:spPr>
              <a:xfrm>
                <a:off x="4307399" y="5173119"/>
                <a:ext cx="117496" cy="97959"/>
              </a:xfrm>
              <a:prstGeom prst="rect">
                <a:avLst/>
              </a:prstGeom>
              <a:noFill/>
              <a:ln>
                <a:noFill/>
              </a:ln>
              <a:effectLst/>
            </p:spPr>
            <p:txBody>
              <a:bodyPr vertOverflow="overflow" horzOverflow="overflow" wrap="none" lIns="0" tIns="0" rIns="0" bIns="0" anchor="t" anchorCtr="0">
                <a:noAutofit/>
              </a:bodyPr>
              <a:lstStyle/>
              <a:p>
                <a:pPr algn="r"/>
                <a:r>
                  <a:rPr lang="en-US" sz="389" dirty="0">
                    <a:solidFill>
                      <a:srgbClr val="1D3043"/>
                    </a:solidFill>
                    <a:latin typeface="Arial"/>
                    <a:ea typeface="Arial"/>
                    <a:cs typeface="Arial"/>
                  </a:rPr>
                  <a:t>B3</a:t>
                </a:r>
                <a:endParaRPr lang="en-US" sz="389"/>
              </a:p>
            </p:txBody>
          </p:sp>
          <p:sp>
            <p:nvSpPr>
              <p:cNvPr id="2941" name="Text | S1">
                <a:extLst>
                  <a:ext uri="{FF2B5EF4-FFF2-40B4-BE49-F238E27FC236}">
                    <a16:creationId xmlns:a16="http://schemas.microsoft.com/office/drawing/2014/main" id="{91015A31-6306-56E2-21A1-4E5BBEC5A9F8}"/>
                  </a:ext>
                </a:extLst>
              </p:cNvPr>
              <p:cNvSpPr txBox="1"/>
              <p:nvPr/>
            </p:nvSpPr>
            <p:spPr>
              <a:xfrm>
                <a:off x="4464822" y="4851945"/>
                <a:ext cx="113961" cy="97959"/>
              </a:xfrm>
              <a:prstGeom prst="rect">
                <a:avLst/>
              </a:prstGeom>
              <a:noFill/>
              <a:ln>
                <a:noFill/>
              </a:ln>
              <a:effectLst/>
            </p:spPr>
            <p:txBody>
              <a:bodyPr vertOverflow="overflow" horzOverflow="overflow" wrap="none" lIns="0" tIns="0" rIns="0" bIns="0" anchor="t" anchorCtr="0">
                <a:noAutofit/>
              </a:bodyPr>
              <a:lstStyle/>
              <a:p>
                <a:pPr algn="ctr"/>
                <a:r>
                  <a:rPr lang="en-US" sz="389" dirty="0">
                    <a:solidFill>
                      <a:srgbClr val="1D3043"/>
                    </a:solidFill>
                    <a:latin typeface="Arial"/>
                    <a:ea typeface="Arial"/>
                    <a:cs typeface="Arial"/>
                  </a:rPr>
                  <a:t>S1</a:t>
                </a:r>
                <a:endParaRPr lang="en-US" sz="389"/>
              </a:p>
            </p:txBody>
          </p:sp>
          <p:sp>
            <p:nvSpPr>
              <p:cNvPr id="2942" name="Text | S2">
                <a:extLst>
                  <a:ext uri="{FF2B5EF4-FFF2-40B4-BE49-F238E27FC236}">
                    <a16:creationId xmlns:a16="http://schemas.microsoft.com/office/drawing/2014/main" id="{8A1EACCC-3FE6-8302-D436-934089067C74}"/>
                  </a:ext>
                </a:extLst>
              </p:cNvPr>
              <p:cNvSpPr txBox="1"/>
              <p:nvPr/>
            </p:nvSpPr>
            <p:spPr>
              <a:xfrm>
                <a:off x="4573227" y="4851945"/>
                <a:ext cx="113961" cy="97959"/>
              </a:xfrm>
              <a:prstGeom prst="rect">
                <a:avLst/>
              </a:prstGeom>
              <a:noFill/>
              <a:ln>
                <a:noFill/>
              </a:ln>
              <a:effectLst/>
            </p:spPr>
            <p:txBody>
              <a:bodyPr vertOverflow="overflow" horzOverflow="overflow" wrap="none" lIns="0" tIns="0" rIns="0" bIns="0" anchor="t" anchorCtr="0">
                <a:noAutofit/>
              </a:bodyPr>
              <a:lstStyle/>
              <a:p>
                <a:pPr algn="ctr"/>
                <a:r>
                  <a:rPr lang="en-US" sz="389" dirty="0">
                    <a:solidFill>
                      <a:srgbClr val="1D3043"/>
                    </a:solidFill>
                    <a:latin typeface="Arial"/>
                    <a:ea typeface="Arial"/>
                    <a:cs typeface="Arial"/>
                  </a:rPr>
                  <a:t>S2</a:t>
                </a:r>
                <a:endParaRPr lang="en-US" sz="389"/>
              </a:p>
            </p:txBody>
          </p:sp>
          <p:sp>
            <p:nvSpPr>
              <p:cNvPr id="2943" name="Text | S3">
                <a:extLst>
                  <a:ext uri="{FF2B5EF4-FFF2-40B4-BE49-F238E27FC236}">
                    <a16:creationId xmlns:a16="http://schemas.microsoft.com/office/drawing/2014/main" id="{4C2901BA-AA66-23CB-EFF8-A831C9700882}"/>
                  </a:ext>
                </a:extLst>
              </p:cNvPr>
              <p:cNvSpPr txBox="1"/>
              <p:nvPr/>
            </p:nvSpPr>
            <p:spPr>
              <a:xfrm>
                <a:off x="4681632" y="4851945"/>
                <a:ext cx="113961" cy="97959"/>
              </a:xfrm>
              <a:prstGeom prst="rect">
                <a:avLst/>
              </a:prstGeom>
              <a:noFill/>
              <a:ln>
                <a:noFill/>
              </a:ln>
              <a:effectLst/>
            </p:spPr>
            <p:txBody>
              <a:bodyPr vertOverflow="overflow" horzOverflow="overflow" wrap="none" lIns="0" tIns="0" rIns="0" bIns="0" anchor="t" anchorCtr="0">
                <a:noAutofit/>
              </a:bodyPr>
              <a:lstStyle/>
              <a:p>
                <a:pPr algn="ctr"/>
                <a:r>
                  <a:rPr lang="en-US" sz="389" dirty="0">
                    <a:solidFill>
                      <a:srgbClr val="1D3043"/>
                    </a:solidFill>
                    <a:latin typeface="Arial"/>
                    <a:ea typeface="Arial"/>
                    <a:cs typeface="Arial"/>
                  </a:rPr>
                  <a:t>S3</a:t>
                </a:r>
                <a:endParaRPr lang="en-US" sz="389"/>
              </a:p>
            </p:txBody>
          </p:sp>
          <p:sp>
            <p:nvSpPr>
              <p:cNvPr id="2944" name="Score B1, S1 | illustrative">
                <a:extLst>
                  <a:ext uri="{FF2B5EF4-FFF2-40B4-BE49-F238E27FC236}">
                    <a16:creationId xmlns:a16="http://schemas.microsoft.com/office/drawing/2014/main" id="{A616367F-40A2-D9E1-36CE-B1574BFACDAF}"/>
                  </a:ext>
                </a:extLst>
              </p:cNvPr>
              <p:cNvSpPr/>
              <p:nvPr/>
            </p:nvSpPr>
            <p:spPr>
              <a:xfrm>
                <a:off x="4467600" y="4950495"/>
                <a:ext cx="102492" cy="102492"/>
              </a:xfrm>
              <a:prstGeom prst="rect">
                <a:avLst/>
              </a:prstGeom>
              <a:solidFill>
                <a:srgbClr val="C5DEDB"/>
              </a:solidFill>
              <a:ln w="4599" cap="rnd" cmpd="sng" algn="ctr">
                <a:noFill/>
                <a:prstDash val="solid"/>
                <a:round/>
                <a:headEnd type="none" w="med" len="med"/>
                <a:tailEnd type="none" w="med" len="med"/>
              </a:ln>
              <a:effectLst/>
            </p:spPr>
          </p:sp>
          <p:sp>
            <p:nvSpPr>
              <p:cNvPr id="2945" name="Score B1, S2 | illustrative">
                <a:extLst>
                  <a:ext uri="{FF2B5EF4-FFF2-40B4-BE49-F238E27FC236}">
                    <a16:creationId xmlns:a16="http://schemas.microsoft.com/office/drawing/2014/main" id="{5CFDED13-DB4C-07C3-C83C-6174CD03AC8B}"/>
                  </a:ext>
                </a:extLst>
              </p:cNvPr>
              <p:cNvSpPr/>
              <p:nvPr/>
            </p:nvSpPr>
            <p:spPr>
              <a:xfrm>
                <a:off x="4576005" y="4950495"/>
                <a:ext cx="102492" cy="102492"/>
              </a:xfrm>
              <a:prstGeom prst="rect">
                <a:avLst/>
              </a:prstGeom>
              <a:solidFill>
                <a:srgbClr val="3C9486"/>
              </a:solidFill>
              <a:ln w="4599" cap="rnd" cmpd="sng" algn="ctr">
                <a:noFill/>
                <a:prstDash val="solid"/>
                <a:round/>
                <a:headEnd type="none" w="med" len="med"/>
                <a:tailEnd type="none" w="med" len="med"/>
              </a:ln>
              <a:effectLst/>
            </p:spPr>
          </p:sp>
          <p:sp>
            <p:nvSpPr>
              <p:cNvPr id="2946" name="Score B1, S3 | illustrative">
                <a:extLst>
                  <a:ext uri="{FF2B5EF4-FFF2-40B4-BE49-F238E27FC236}">
                    <a16:creationId xmlns:a16="http://schemas.microsoft.com/office/drawing/2014/main" id="{C38651FC-DC21-235C-A98B-89D783AF7489}"/>
                  </a:ext>
                </a:extLst>
              </p:cNvPr>
              <p:cNvSpPr/>
              <p:nvPr/>
            </p:nvSpPr>
            <p:spPr>
              <a:xfrm>
                <a:off x="4684410" y="4950495"/>
                <a:ext cx="102492" cy="102492"/>
              </a:xfrm>
              <a:prstGeom prst="rect">
                <a:avLst/>
              </a:prstGeom>
              <a:solidFill>
                <a:srgbClr val="D1E4E3"/>
              </a:solidFill>
              <a:ln w="4599" cap="rnd" cmpd="sng" algn="ctr">
                <a:noFill/>
                <a:prstDash val="solid"/>
                <a:round/>
                <a:headEnd type="none" w="med" len="med"/>
                <a:tailEnd type="none" w="med" len="med"/>
              </a:ln>
              <a:effectLst/>
            </p:spPr>
          </p:sp>
          <p:sp>
            <p:nvSpPr>
              <p:cNvPr id="2947" name="Score B2, S1 | illustrative">
                <a:extLst>
                  <a:ext uri="{FF2B5EF4-FFF2-40B4-BE49-F238E27FC236}">
                    <a16:creationId xmlns:a16="http://schemas.microsoft.com/office/drawing/2014/main" id="{470DAB56-3A83-02FB-704D-505A05CF0DEC}"/>
                  </a:ext>
                </a:extLst>
              </p:cNvPr>
              <p:cNvSpPr/>
              <p:nvPr/>
            </p:nvSpPr>
            <p:spPr>
              <a:xfrm>
                <a:off x="4467600" y="5058900"/>
                <a:ext cx="102492" cy="102492"/>
              </a:xfrm>
              <a:prstGeom prst="rect">
                <a:avLst/>
              </a:prstGeom>
              <a:solidFill>
                <a:srgbClr val="CBE1DF"/>
              </a:solidFill>
              <a:ln w="4599" cap="rnd" cmpd="sng" algn="ctr">
                <a:noFill/>
                <a:prstDash val="solid"/>
                <a:round/>
                <a:headEnd type="none" w="med" len="med"/>
                <a:tailEnd type="none" w="med" len="med"/>
              </a:ln>
              <a:effectLst/>
            </p:spPr>
          </p:sp>
          <p:sp>
            <p:nvSpPr>
              <p:cNvPr id="2948" name="Score B2, S2 | illustrative">
                <a:extLst>
                  <a:ext uri="{FF2B5EF4-FFF2-40B4-BE49-F238E27FC236}">
                    <a16:creationId xmlns:a16="http://schemas.microsoft.com/office/drawing/2014/main" id="{BFEEF4EF-563B-750C-A617-097B36DA1186}"/>
                  </a:ext>
                </a:extLst>
              </p:cNvPr>
              <p:cNvSpPr/>
              <p:nvPr/>
            </p:nvSpPr>
            <p:spPr>
              <a:xfrm>
                <a:off x="4576005" y="5058900"/>
                <a:ext cx="102492" cy="102492"/>
              </a:xfrm>
              <a:prstGeom prst="rect">
                <a:avLst/>
              </a:prstGeom>
              <a:solidFill>
                <a:srgbClr val="509F93"/>
              </a:solidFill>
              <a:ln w="4599" cap="rnd" cmpd="sng" algn="ctr">
                <a:noFill/>
                <a:prstDash val="solid"/>
                <a:round/>
                <a:headEnd type="none" w="med" len="med"/>
                <a:tailEnd type="none" w="med" len="med"/>
              </a:ln>
              <a:effectLst/>
            </p:spPr>
          </p:sp>
          <p:sp>
            <p:nvSpPr>
              <p:cNvPr id="2949" name="Score B2, S3 | illustrative">
                <a:extLst>
                  <a:ext uri="{FF2B5EF4-FFF2-40B4-BE49-F238E27FC236}">
                    <a16:creationId xmlns:a16="http://schemas.microsoft.com/office/drawing/2014/main" id="{96E4D74E-C099-79D6-EA51-D1F96D228FF0}"/>
                  </a:ext>
                </a:extLst>
              </p:cNvPr>
              <p:cNvSpPr/>
              <p:nvPr/>
            </p:nvSpPr>
            <p:spPr>
              <a:xfrm>
                <a:off x="4684410" y="5058900"/>
                <a:ext cx="102492" cy="102492"/>
              </a:xfrm>
              <a:prstGeom prst="rect">
                <a:avLst/>
              </a:prstGeom>
              <a:solidFill>
                <a:srgbClr val="B5D5D1"/>
              </a:solidFill>
              <a:ln w="4599" cap="rnd" cmpd="sng" algn="ctr">
                <a:noFill/>
                <a:prstDash val="solid"/>
                <a:round/>
                <a:headEnd type="none" w="med" len="med"/>
                <a:tailEnd type="none" w="med" len="med"/>
              </a:ln>
              <a:effectLst/>
            </p:spPr>
          </p:sp>
          <p:sp>
            <p:nvSpPr>
              <p:cNvPr id="2950" name="Score B3, S1 | illustrative">
                <a:extLst>
                  <a:ext uri="{FF2B5EF4-FFF2-40B4-BE49-F238E27FC236}">
                    <a16:creationId xmlns:a16="http://schemas.microsoft.com/office/drawing/2014/main" id="{4CD76CB4-41DC-4630-77C3-B5C74008F97E}"/>
                  </a:ext>
                </a:extLst>
              </p:cNvPr>
              <p:cNvSpPr/>
              <p:nvPr/>
            </p:nvSpPr>
            <p:spPr>
              <a:xfrm>
                <a:off x="4467600" y="5167305"/>
                <a:ext cx="102492" cy="102492"/>
              </a:xfrm>
              <a:prstGeom prst="rect">
                <a:avLst/>
              </a:prstGeom>
              <a:solidFill>
                <a:srgbClr val="54A195"/>
              </a:solidFill>
              <a:ln w="4599" cap="rnd" cmpd="sng" algn="ctr">
                <a:noFill/>
                <a:prstDash val="solid"/>
                <a:round/>
                <a:headEnd type="none" w="med" len="med"/>
                <a:tailEnd type="none" w="med" len="med"/>
              </a:ln>
              <a:effectLst/>
            </p:spPr>
          </p:sp>
          <p:sp>
            <p:nvSpPr>
              <p:cNvPr id="2951" name="Score B3, S2 | illustrative">
                <a:extLst>
                  <a:ext uri="{FF2B5EF4-FFF2-40B4-BE49-F238E27FC236}">
                    <a16:creationId xmlns:a16="http://schemas.microsoft.com/office/drawing/2014/main" id="{4CDFD120-C05F-D551-B7C1-E039EDF00EC9}"/>
                  </a:ext>
                </a:extLst>
              </p:cNvPr>
              <p:cNvSpPr/>
              <p:nvPr/>
            </p:nvSpPr>
            <p:spPr>
              <a:xfrm>
                <a:off x="4576005" y="5167305"/>
                <a:ext cx="102492" cy="102492"/>
              </a:xfrm>
              <a:prstGeom prst="rect">
                <a:avLst/>
              </a:prstGeom>
              <a:solidFill>
                <a:srgbClr val="BFDBD8"/>
              </a:solidFill>
              <a:ln w="4599" cap="rnd" cmpd="sng" algn="ctr">
                <a:noFill/>
                <a:prstDash val="solid"/>
                <a:round/>
                <a:headEnd type="none" w="med" len="med"/>
                <a:tailEnd type="none" w="med" len="med"/>
              </a:ln>
              <a:effectLst/>
            </p:spPr>
          </p:sp>
          <p:sp>
            <p:nvSpPr>
              <p:cNvPr id="2952" name="Score B3, S3 | illustrative">
                <a:extLst>
                  <a:ext uri="{FF2B5EF4-FFF2-40B4-BE49-F238E27FC236}">
                    <a16:creationId xmlns:a16="http://schemas.microsoft.com/office/drawing/2014/main" id="{399653F4-C64B-32A3-B14A-E8A3F2D97593}"/>
                  </a:ext>
                </a:extLst>
              </p:cNvPr>
              <p:cNvSpPr/>
              <p:nvPr/>
            </p:nvSpPr>
            <p:spPr>
              <a:xfrm>
                <a:off x="4684410" y="5167305"/>
                <a:ext cx="102492" cy="102492"/>
              </a:xfrm>
              <a:prstGeom prst="rect">
                <a:avLst/>
              </a:prstGeom>
              <a:solidFill>
                <a:srgbClr val="CDE2E0"/>
              </a:solidFill>
              <a:ln w="4599" cap="rnd" cmpd="sng" algn="ctr">
                <a:noFill/>
                <a:prstDash val="solid"/>
                <a:round/>
                <a:headEnd type="none" w="med" len="med"/>
                <a:tailEnd type="none" w="med" len="med"/>
              </a:ln>
              <a:effectLst/>
            </p:spPr>
          </p:sp>
        </p:grpSp>
        <p:sp>
          <p:nvSpPr>
            <p:cNvPr id="2953" name="Text | J × K">
              <a:extLst>
                <a:ext uri="{FF2B5EF4-FFF2-40B4-BE49-F238E27FC236}">
                  <a16:creationId xmlns:a16="http://schemas.microsoft.com/office/drawing/2014/main" id="{4585E8C2-637B-270E-4F58-8D92ABED7B70}"/>
                </a:ext>
              </a:extLst>
            </p:cNvPr>
            <p:cNvSpPr txBox="1"/>
            <p:nvPr/>
          </p:nvSpPr>
          <p:spPr>
            <a:xfrm>
              <a:off x="4832551" y="5062185"/>
              <a:ext cx="209609" cy="107288"/>
            </a:xfrm>
            <a:prstGeom prst="rect">
              <a:avLst/>
            </a:prstGeom>
            <a:noFill/>
            <a:ln>
              <a:noFill/>
            </a:ln>
            <a:effectLst/>
          </p:spPr>
          <p:txBody>
            <a:bodyPr vertOverflow="overflow" horzOverflow="overflow" wrap="none" lIns="0" tIns="0" rIns="0" bIns="0" anchor="t" anchorCtr="0">
              <a:noAutofit/>
            </a:bodyPr>
            <a:lstStyle/>
            <a:p>
              <a:pPr algn="ctr"/>
              <a:r>
                <a:rPr lang="en-US" sz="426" dirty="0">
                  <a:solidFill>
                    <a:srgbClr val="5E7180"/>
                  </a:solidFill>
                  <a:latin typeface="Arial"/>
                  <a:ea typeface="Arial"/>
                  <a:cs typeface="Arial"/>
                </a:rPr>
                <a:t>J × K</a:t>
              </a:r>
              <a:endParaRPr lang="en-US" sz="426"/>
            </a:p>
          </p:txBody>
        </p:sp>
        <p:sp>
          <p:nvSpPr>
            <p:cNvPr id="2957" name="Operation | FG">
              <a:extLst>
                <a:ext uri="{FF2B5EF4-FFF2-40B4-BE49-F238E27FC236}">
                  <a16:creationId xmlns:a16="http://schemas.microsoft.com/office/drawing/2014/main" id="{510AEEFD-A455-E099-C78C-775AB8AEF6E8}"/>
                </a:ext>
              </a:extLst>
            </p:cNvPr>
            <p:cNvSpPr/>
            <p:nvPr/>
          </p:nvSpPr>
          <p:spPr>
            <a:xfrm>
              <a:off x="2757758" y="5014552"/>
              <a:ext cx="174105" cy="134685"/>
            </a:xfrm>
            <a:prstGeom prst="roundRect">
              <a:avLst>
                <a:gd name="adj" fmla="val 21951"/>
              </a:avLst>
            </a:prstGeom>
            <a:solidFill>
              <a:srgbClr val="FFFFFF"/>
            </a:solidFill>
            <a:ln w="4928" cap="rnd" cmpd="sng" algn="ctr">
              <a:solidFill>
                <a:srgbClr val="5E7180"/>
              </a:solidFill>
              <a:prstDash val="solid"/>
              <a:round/>
              <a:headEnd type="none" w="med" len="med"/>
              <a:tailEnd type="none" w="med" len="med"/>
            </a:ln>
            <a:effectLst/>
          </p:spPr>
        </p:sp>
        <p:sp>
          <p:nvSpPr>
            <p:cNvPr id="2958" name="Text | FG">
              <a:extLst>
                <a:ext uri="{FF2B5EF4-FFF2-40B4-BE49-F238E27FC236}">
                  <a16:creationId xmlns:a16="http://schemas.microsoft.com/office/drawing/2014/main" id="{18CC60B7-7700-3343-F7A8-49678AB3125B}"/>
                </a:ext>
              </a:extLst>
            </p:cNvPr>
            <p:cNvSpPr txBox="1"/>
            <p:nvPr/>
          </p:nvSpPr>
          <p:spPr>
            <a:xfrm>
              <a:off x="2774774" y="5032029"/>
              <a:ext cx="140072" cy="107288"/>
            </a:xfrm>
            <a:prstGeom prst="rect">
              <a:avLst/>
            </a:prstGeom>
            <a:noFill/>
            <a:ln>
              <a:noFill/>
            </a:ln>
            <a:effectLst/>
          </p:spPr>
          <p:txBody>
            <a:bodyPr vertOverflow="overflow" horzOverflow="overflow" wrap="none" lIns="0" tIns="0" rIns="0" bIns="0" anchor="t" anchorCtr="0">
              <a:noAutofit/>
            </a:bodyPr>
            <a:lstStyle/>
            <a:p>
              <a:pPr algn="ctr"/>
              <a:r>
                <a:rPr lang="en-US" sz="426" b="1" dirty="0">
                  <a:solidFill>
                    <a:srgbClr val="5E7180"/>
                  </a:solidFill>
                  <a:latin typeface="Arial"/>
                  <a:ea typeface="Arial"/>
                  <a:cs typeface="Arial"/>
                </a:rPr>
                <a:t>FG</a:t>
              </a:r>
              <a:endParaRPr lang="en-US" sz="426"/>
            </a:p>
          </p:txBody>
        </p:sp>
        <p:grpSp>
          <p:nvGrpSpPr>
            <p:cNvPr id="2959" name="Arrow | foreground_head → foreground_probability">
              <a:extLst>
                <a:ext uri="{FF2B5EF4-FFF2-40B4-BE49-F238E27FC236}">
                  <a16:creationId xmlns:a16="http://schemas.microsoft.com/office/drawing/2014/main" id="{33FF4960-6916-A83A-1EC2-1C43E6323488}"/>
                </a:ext>
              </a:extLst>
            </p:cNvPr>
            <p:cNvGrpSpPr/>
            <p:nvPr/>
          </p:nvGrpSpPr>
          <p:grpSpPr>
            <a:xfrm>
              <a:off x="2949930" y="5069051"/>
              <a:ext cx="88695" cy="25689"/>
              <a:chOff x="2949930" y="5069051"/>
              <a:chExt cx="88695" cy="25689"/>
            </a:xfrm>
          </p:grpSpPr>
          <p:cxnSp>
            <p:nvCxnSpPr>
              <p:cNvPr id="2960" name="Arrow | foreground_head → foreground_probability | path">
                <a:extLst>
                  <a:ext uri="{FF2B5EF4-FFF2-40B4-BE49-F238E27FC236}">
                    <a16:creationId xmlns:a16="http://schemas.microsoft.com/office/drawing/2014/main" id="{CD7ED26F-3DCD-7A82-0A1E-CDC5541DF525}"/>
                  </a:ext>
                </a:extLst>
              </p:cNvPr>
              <p:cNvCxnSpPr/>
              <p:nvPr/>
            </p:nvCxnSpPr>
            <p:spPr>
              <a:xfrm>
                <a:off x="2949930" y="5081895"/>
                <a:ext cx="88695" cy="0"/>
              </a:xfrm>
              <a:prstGeom prst="line">
                <a:avLst/>
              </a:prstGeom>
              <a:noFill/>
              <a:ln w="4599" cap="rnd" cmpd="sng" algn="ctr">
                <a:solidFill>
                  <a:srgbClr val="5E7180"/>
                </a:solidFill>
                <a:prstDash val="solid"/>
                <a:round/>
                <a:headEnd type="none" w="med" len="med"/>
                <a:tailEnd type="none" w="med" len="med"/>
              </a:ln>
              <a:effectLst/>
            </p:spPr>
          </p:cxnSp>
          <p:sp>
            <p:nvSpPr>
              <p:cNvPr id="2961" name="Arrow | foreground_head → foreground_probability | editable arrowhead">
                <a:extLst>
                  <a:ext uri="{FF2B5EF4-FFF2-40B4-BE49-F238E27FC236}">
                    <a16:creationId xmlns:a16="http://schemas.microsoft.com/office/drawing/2014/main" id="{D0F2D7AA-2672-BC97-6322-27B5C2399C50}"/>
                  </a:ext>
                </a:extLst>
              </p:cNvPr>
              <p:cNvSpPr/>
              <p:nvPr/>
            </p:nvSpPr>
            <p:spPr>
              <a:xfrm>
                <a:off x="3008732" y="5069051"/>
                <a:ext cx="29894" cy="25689"/>
              </a:xfrm>
              <a:custGeom>
                <a:avLst/>
                <a:gdLst/>
                <a:ahLst/>
                <a:cxnLst/>
                <a:rect l="0" t="0" r="w" b="h"/>
                <a:pathLst>
                  <a:path w="29894" h="25689" stroke="0" extrusionOk="0">
                    <a:moveTo>
                      <a:pt x="29894" y="12844"/>
                    </a:moveTo>
                    <a:lnTo>
                      <a:pt x="0" y="25689"/>
                    </a:lnTo>
                    <a:lnTo>
                      <a:pt x="0" y="0"/>
                    </a:lnTo>
                    <a:close/>
                  </a:path>
                </a:pathLst>
              </a:custGeom>
              <a:solidFill>
                <a:srgbClr val="5E7180"/>
              </a:solidFill>
              <a:ln w="1" cap="rnd" cmpd="sng" algn="ctr">
                <a:noFill/>
                <a:prstDash val="solid"/>
                <a:round/>
                <a:headEnd type="none" w="med" len="med"/>
                <a:tailEnd type="none" w="med" len="med"/>
              </a:ln>
              <a:effectLst/>
            </p:spPr>
          </p:sp>
        </p:grpSp>
        <p:sp>
          <p:nvSpPr>
            <p:cNvPr id="2962" name="Foreground probability: full range">
              <a:extLst>
                <a:ext uri="{FF2B5EF4-FFF2-40B4-BE49-F238E27FC236}">
                  <a16:creationId xmlns:a16="http://schemas.microsoft.com/office/drawing/2014/main" id="{88FC155C-E743-58AB-3C5B-FE62853D47A9}"/>
                </a:ext>
              </a:extLst>
            </p:cNvPr>
            <p:cNvSpPr/>
            <p:nvPr/>
          </p:nvSpPr>
          <p:spPr>
            <a:xfrm>
              <a:off x="3068190" y="5052330"/>
              <a:ext cx="170820" cy="52560"/>
            </a:xfrm>
            <a:prstGeom prst="rect">
              <a:avLst/>
            </a:prstGeom>
            <a:solidFill>
              <a:srgbClr val="DFE8ED"/>
            </a:solidFill>
            <a:ln w="4599" cap="rnd" cmpd="sng" algn="ctr">
              <a:noFill/>
              <a:prstDash val="solid"/>
              <a:round/>
              <a:headEnd type="none" w="med" len="med"/>
              <a:tailEnd type="none" w="med" len="med"/>
            </a:ln>
            <a:effectLst/>
          </p:spPr>
        </p:sp>
        <p:sp>
          <p:nvSpPr>
            <p:cNvPr id="2963" name="Foreground probability: illustrative value">
              <a:extLst>
                <a:ext uri="{FF2B5EF4-FFF2-40B4-BE49-F238E27FC236}">
                  <a16:creationId xmlns:a16="http://schemas.microsoft.com/office/drawing/2014/main" id="{3E4755E0-9413-253B-DDC2-9084CA1FED1A}"/>
                </a:ext>
              </a:extLst>
            </p:cNvPr>
            <p:cNvSpPr/>
            <p:nvPr/>
          </p:nvSpPr>
          <p:spPr>
            <a:xfrm>
              <a:off x="3068190" y="5052330"/>
              <a:ext cx="121545" cy="52560"/>
            </a:xfrm>
            <a:prstGeom prst="rect">
              <a:avLst/>
            </a:prstGeom>
            <a:solidFill>
              <a:srgbClr val="7592A3"/>
            </a:solidFill>
            <a:ln w="4599" cap="rnd" cmpd="sng" algn="ctr">
              <a:noFill/>
              <a:prstDash val="solid"/>
              <a:round/>
              <a:headEnd type="none" w="med" len="med"/>
              <a:tailEnd type="none" w="med" len="med"/>
            </a:ln>
            <a:effectLst/>
          </p:spPr>
        </p:sp>
        <p:sp>
          <p:nvSpPr>
            <p:cNvPr id="2964" name="Text | Foreground">
              <a:extLst>
                <a:ext uri="{FF2B5EF4-FFF2-40B4-BE49-F238E27FC236}">
                  <a16:creationId xmlns:a16="http://schemas.microsoft.com/office/drawing/2014/main" id="{3020085B-3EBA-4674-2420-42CB5308ABCB}"/>
                </a:ext>
              </a:extLst>
            </p:cNvPr>
            <p:cNvSpPr txBox="1"/>
            <p:nvPr/>
          </p:nvSpPr>
          <p:spPr>
            <a:xfrm>
              <a:off x="2695321" y="5200155"/>
              <a:ext cx="456657" cy="107288"/>
            </a:xfrm>
            <a:prstGeom prst="rect">
              <a:avLst/>
            </a:prstGeom>
            <a:noFill/>
            <a:ln>
              <a:noFill/>
            </a:ln>
            <a:effectLst/>
          </p:spPr>
          <p:txBody>
            <a:bodyPr vertOverflow="overflow" horzOverflow="overflow" wrap="none" lIns="0" tIns="0" rIns="0" bIns="0" anchor="t" anchorCtr="0">
              <a:noAutofit/>
            </a:bodyPr>
            <a:lstStyle/>
            <a:p>
              <a:pPr algn="ctr"/>
              <a:r>
                <a:rPr lang="en-US" sz="426" dirty="0">
                  <a:solidFill>
                    <a:srgbClr val="5E7180"/>
                  </a:solidFill>
                  <a:latin typeface="Arial"/>
                  <a:ea typeface="Arial"/>
                  <a:cs typeface="Arial"/>
                </a:rPr>
                <a:t>Foreground</a:t>
              </a:r>
              <a:endParaRPr lang="en-US" sz="426"/>
            </a:p>
          </p:txBody>
        </p:sp>
        <p:grpSp>
          <p:nvGrpSpPr>
            <p:cNvPr id="5776" name="Arrow | hvox → film_base | editable route">
              <a:extLst>
                <a:ext uri="{FF2B5EF4-FFF2-40B4-BE49-F238E27FC236}">
                  <a16:creationId xmlns:a16="http://schemas.microsoft.com/office/drawing/2014/main" id="{A115AF67-A61A-4E15-B9FC-D317A71133A7}"/>
                </a:ext>
              </a:extLst>
            </p:cNvPr>
            <p:cNvGrpSpPr/>
            <p:nvPr/>
          </p:nvGrpSpPr>
          <p:grpSpPr>
            <a:xfrm>
              <a:off x="2795400" y="3051720"/>
              <a:ext cx="293400" cy="1340280"/>
              <a:chOff x="2795400" y="3051720"/>
              <a:chExt cx="293400" cy="1340280"/>
            </a:xfrm>
          </p:grpSpPr>
          <p:sp>
            <p:nvSpPr>
              <p:cNvPr id="5774" name="Arrow | hvox → film_base">
                <a:extLst>
                  <a:ext uri="{FF2B5EF4-FFF2-40B4-BE49-F238E27FC236}">
                    <a16:creationId xmlns:a16="http://schemas.microsoft.com/office/drawing/2014/main" id="{C8B46625-25C9-D27E-265C-838828289F5F}"/>
                  </a:ext>
                </a:extLst>
              </p:cNvPr>
              <p:cNvSpPr/>
              <p:nvPr/>
            </p:nvSpPr>
            <p:spPr>
              <a:xfrm>
                <a:off x="2795400" y="3051720"/>
                <a:ext cx="293400" cy="1314360"/>
              </a:xfrm>
              <a:custGeom>
                <a:avLst/>
                <a:gdLst/>
                <a:ahLst/>
                <a:cxnLst/>
                <a:rect l="0" t="0" r="r" b="b"/>
                <a:pathLst>
                  <a:path w="293400" h="1314360" fill="none">
                    <a:moveTo>
                      <a:pt x="0" y="0"/>
                    </a:moveTo>
                    <a:lnTo>
                      <a:pt x="293400" y="0"/>
                    </a:lnTo>
                    <a:lnTo>
                      <a:pt x="293400" y="1282680"/>
                    </a:lnTo>
                    <a:lnTo>
                      <a:pt x="42840" y="1282680"/>
                    </a:lnTo>
                    <a:lnTo>
                      <a:pt x="42840" y="1314360"/>
                    </a:lnTo>
                  </a:path>
                </a:pathLst>
              </a:custGeom>
              <a:ln w="5760" cap="flat">
                <a:solidFill>
                  <a:srgbClr val="438FC1"/>
                </a:solidFill>
                <a:miter lim="800000"/>
              </a:ln>
            </p:spPr>
          </p:sp>
          <p:sp>
            <p:nvSpPr>
              <p:cNvPr id="5775" name="Arrow | hvox → film_base | arrowhead">
                <a:extLst>
                  <a:ext uri="{FF2B5EF4-FFF2-40B4-BE49-F238E27FC236}">
                    <a16:creationId xmlns:a16="http://schemas.microsoft.com/office/drawing/2014/main" id="{2B6FD571-471A-7338-B193-B41246E2E987}"/>
                  </a:ext>
                </a:extLst>
              </p:cNvPr>
              <p:cNvSpPr/>
              <p:nvPr/>
            </p:nvSpPr>
            <p:spPr>
              <a:xfrm>
                <a:off x="2828160" y="4366080"/>
                <a:ext cx="20160" cy="25920"/>
              </a:xfrm>
              <a:custGeom>
                <a:avLst/>
                <a:gdLst/>
                <a:ahLst/>
                <a:cxnLst/>
                <a:rect l="0" t="0" r="0" b="0"/>
                <a:pathLst>
                  <a:path w="20160" h="25920">
                    <a:moveTo>
                      <a:pt x="10080" y="25920"/>
                    </a:moveTo>
                    <a:lnTo>
                      <a:pt x="0" y="0"/>
                    </a:lnTo>
                    <a:lnTo>
                      <a:pt x="20160" y="0"/>
                    </a:lnTo>
                    <a:close/>
                  </a:path>
                </a:pathLst>
              </a:custGeom>
              <a:solidFill>
                <a:srgbClr val="438FC1"/>
              </a:solidFill>
              <a:ln>
                <a:noFill/>
              </a:ln>
            </p:spPr>
          </p:sp>
        </p:grpSp>
        <p:grpSp>
          <p:nvGrpSpPr>
            <p:cNvPr id="5779" name="Arrow | hvox → attention_Q | editable route">
              <a:extLst>
                <a:ext uri="{FF2B5EF4-FFF2-40B4-BE49-F238E27FC236}">
                  <a16:creationId xmlns:a16="http://schemas.microsoft.com/office/drawing/2014/main" id="{72EF051F-466B-FFFD-A8D8-D0184648EE5A}"/>
                </a:ext>
              </a:extLst>
            </p:cNvPr>
            <p:cNvGrpSpPr/>
            <p:nvPr/>
          </p:nvGrpSpPr>
          <p:grpSpPr>
            <a:xfrm>
              <a:off x="2711520" y="3074760"/>
              <a:ext cx="204480" cy="1038240"/>
              <a:chOff x="2711520" y="3074760"/>
              <a:chExt cx="204480" cy="1038240"/>
            </a:xfrm>
          </p:grpSpPr>
          <p:sp>
            <p:nvSpPr>
              <p:cNvPr id="5777" name="Arrow | hvox → attention_Q">
                <a:extLst>
                  <a:ext uri="{FF2B5EF4-FFF2-40B4-BE49-F238E27FC236}">
                    <a16:creationId xmlns:a16="http://schemas.microsoft.com/office/drawing/2014/main" id="{3377098F-5BA2-759C-A9AE-56A441221298}"/>
                  </a:ext>
                </a:extLst>
              </p:cNvPr>
              <p:cNvSpPr/>
              <p:nvPr/>
            </p:nvSpPr>
            <p:spPr>
              <a:xfrm>
                <a:off x="2737440" y="3074760"/>
                <a:ext cx="178560" cy="1028160"/>
              </a:xfrm>
              <a:custGeom>
                <a:avLst/>
                <a:gdLst/>
                <a:ahLst/>
                <a:cxnLst/>
                <a:rect l="0" t="0" r="r" b="b"/>
                <a:pathLst>
                  <a:path w="178560" h="1028160" fill="none">
                    <a:moveTo>
                      <a:pt x="57960" y="0"/>
                    </a:moveTo>
                    <a:lnTo>
                      <a:pt x="178560" y="0"/>
                    </a:lnTo>
                    <a:lnTo>
                      <a:pt x="178560" y="1028160"/>
                    </a:lnTo>
                    <a:lnTo>
                      <a:pt x="0" y="1028160"/>
                    </a:lnTo>
                  </a:path>
                </a:pathLst>
              </a:custGeom>
              <a:ln w="5760" cap="flat">
                <a:solidFill>
                  <a:srgbClr val="438FC1"/>
                </a:solidFill>
                <a:miter lim="800000"/>
              </a:ln>
            </p:spPr>
          </p:sp>
          <p:sp>
            <p:nvSpPr>
              <p:cNvPr id="5778" name="Arrow | hvox → attention_Q | arrowhead">
                <a:extLst>
                  <a:ext uri="{FF2B5EF4-FFF2-40B4-BE49-F238E27FC236}">
                    <a16:creationId xmlns:a16="http://schemas.microsoft.com/office/drawing/2014/main" id="{E10580AF-CD07-1D66-13C5-1BB48847B03F}"/>
                  </a:ext>
                </a:extLst>
              </p:cNvPr>
              <p:cNvSpPr/>
              <p:nvPr/>
            </p:nvSpPr>
            <p:spPr>
              <a:xfrm>
                <a:off x="2711520" y="4092840"/>
                <a:ext cx="25920" cy="20160"/>
              </a:xfrm>
              <a:custGeom>
                <a:avLst/>
                <a:gdLst/>
                <a:ahLst/>
                <a:cxnLst/>
                <a:rect l="0" t="0" r="0" b="0"/>
                <a:pathLst>
                  <a:path w="25920" h="20160">
                    <a:moveTo>
                      <a:pt x="0" y="10080"/>
                    </a:moveTo>
                    <a:lnTo>
                      <a:pt x="25920" y="0"/>
                    </a:lnTo>
                    <a:lnTo>
                      <a:pt x="25920" y="20160"/>
                    </a:lnTo>
                    <a:close/>
                  </a:path>
                </a:pathLst>
              </a:custGeom>
              <a:solidFill>
                <a:srgbClr val="438FC1"/>
              </a:solidFill>
              <a:ln>
                <a:noFill/>
              </a:ln>
            </p:spPr>
          </p:sp>
        </p:grpSp>
        <p:sp>
          <p:nvSpPr>
            <p:cNvPr id="5780" name="AUX features per type | pocket input">
              <a:extLst>
                <a:ext uri="{FF2B5EF4-FFF2-40B4-BE49-F238E27FC236}">
                  <a16:creationId xmlns:a16="http://schemas.microsoft.com/office/drawing/2014/main" id="{5252E7B4-E4A5-7C27-6529-2A9BDF5C1A34}"/>
                </a:ext>
              </a:extLst>
            </p:cNvPr>
            <p:cNvSpPr/>
            <p:nvPr/>
          </p:nvSpPr>
          <p:spPr>
            <a:xfrm>
              <a:off x="1448640" y="3899160"/>
              <a:ext cx="36" cy="48240"/>
            </a:xfrm>
            <a:custGeom>
              <a:avLst/>
              <a:gdLst/>
              <a:ahLst/>
              <a:cxnLst/>
              <a:rect l="0" t="0" r="r" b="b"/>
              <a:pathLst>
                <a:path w="36" h="48240" fill="none">
                  <a:moveTo>
                    <a:pt x="0" y="0"/>
                  </a:moveTo>
                  <a:lnTo>
                    <a:pt x="0" y="48240"/>
                  </a:lnTo>
                </a:path>
              </a:pathLst>
            </a:custGeom>
            <a:ln w="5760" cap="flat">
              <a:solidFill>
                <a:srgbClr val="398D80"/>
              </a:solidFill>
              <a:miter lim="800000"/>
            </a:ln>
          </p:spPr>
        </p:sp>
        <p:sp>
          <p:nvSpPr>
            <p:cNvPr id="5781" name="AUX features per type | local cues input">
              <a:extLst>
                <a:ext uri="{FF2B5EF4-FFF2-40B4-BE49-F238E27FC236}">
                  <a16:creationId xmlns:a16="http://schemas.microsoft.com/office/drawing/2014/main" id="{2535B6C1-B4C4-CD8B-CEE7-8D3B5E5E5363}"/>
                </a:ext>
              </a:extLst>
            </p:cNvPr>
            <p:cNvSpPr/>
            <p:nvPr/>
          </p:nvSpPr>
          <p:spPr>
            <a:xfrm>
              <a:off x="2246760" y="3899160"/>
              <a:ext cx="36" cy="48240"/>
            </a:xfrm>
            <a:custGeom>
              <a:avLst/>
              <a:gdLst/>
              <a:ahLst/>
              <a:cxnLst/>
              <a:rect l="0" t="0" r="r" b="b"/>
              <a:pathLst>
                <a:path w="36" h="48240" fill="none">
                  <a:moveTo>
                    <a:pt x="0" y="0"/>
                  </a:moveTo>
                  <a:lnTo>
                    <a:pt x="0" y="48240"/>
                  </a:lnTo>
                </a:path>
              </a:pathLst>
            </a:custGeom>
            <a:ln w="5760" cap="flat">
              <a:solidFill>
                <a:srgbClr val="398D80"/>
              </a:solidFill>
              <a:miter lim="800000"/>
            </a:ln>
          </p:spPr>
        </p:sp>
        <p:sp>
          <p:nvSpPr>
            <p:cNvPr id="5782" name="AUX features per type | distribution">
              <a:extLst>
                <a:ext uri="{FF2B5EF4-FFF2-40B4-BE49-F238E27FC236}">
                  <a16:creationId xmlns:a16="http://schemas.microsoft.com/office/drawing/2014/main" id="{F3009C04-722B-FA8B-0C4B-DAB2842437AD}"/>
                </a:ext>
              </a:extLst>
            </p:cNvPr>
            <p:cNvSpPr/>
            <p:nvPr/>
          </p:nvSpPr>
          <p:spPr>
            <a:xfrm>
              <a:off x="1448640" y="3947400"/>
              <a:ext cx="1008360" cy="36"/>
            </a:xfrm>
            <a:custGeom>
              <a:avLst/>
              <a:gdLst/>
              <a:ahLst/>
              <a:cxnLst/>
              <a:rect l="0" t="0" r="r" b="b"/>
              <a:pathLst>
                <a:path w="1008360" h="36" fill="none">
                  <a:moveTo>
                    <a:pt x="0" y="0"/>
                  </a:moveTo>
                  <a:lnTo>
                    <a:pt x="1008360" y="0"/>
                  </a:lnTo>
                </a:path>
              </a:pathLst>
            </a:custGeom>
            <a:ln w="5760" cap="flat">
              <a:solidFill>
                <a:srgbClr val="398D80"/>
              </a:solidFill>
              <a:miter lim="800000"/>
            </a:ln>
          </p:spPr>
        </p:sp>
        <p:grpSp>
          <p:nvGrpSpPr>
            <p:cNvPr id="5785" name="AUX features per type | pooling | editable route">
              <a:extLst>
                <a:ext uri="{FF2B5EF4-FFF2-40B4-BE49-F238E27FC236}">
                  <a16:creationId xmlns:a16="http://schemas.microsoft.com/office/drawing/2014/main" id="{2122C102-8914-0F1D-A050-03974E696EE3}"/>
                </a:ext>
              </a:extLst>
            </p:cNvPr>
            <p:cNvGrpSpPr/>
            <p:nvPr/>
          </p:nvGrpSpPr>
          <p:grpSpPr>
            <a:xfrm>
              <a:off x="1678320" y="3947400"/>
              <a:ext cx="20160" cy="75240"/>
              <a:chOff x="1678320" y="3947400"/>
              <a:chExt cx="20160" cy="75240"/>
            </a:xfrm>
          </p:grpSpPr>
          <p:sp>
            <p:nvSpPr>
              <p:cNvPr id="5783" name="AUX features per type | pooling">
                <a:extLst>
                  <a:ext uri="{FF2B5EF4-FFF2-40B4-BE49-F238E27FC236}">
                    <a16:creationId xmlns:a16="http://schemas.microsoft.com/office/drawing/2014/main" id="{B2EE00E3-6DB6-C23D-F1AD-D78FC5C2AB26}"/>
                  </a:ext>
                </a:extLst>
              </p:cNvPr>
              <p:cNvSpPr/>
              <p:nvPr/>
            </p:nvSpPr>
            <p:spPr>
              <a:xfrm>
                <a:off x="1688400" y="3947400"/>
                <a:ext cx="36" cy="49320"/>
              </a:xfrm>
              <a:custGeom>
                <a:avLst/>
                <a:gdLst/>
                <a:ahLst/>
                <a:cxnLst/>
                <a:rect l="0" t="0" r="r" b="b"/>
                <a:pathLst>
                  <a:path w="36" h="49320" fill="none">
                    <a:moveTo>
                      <a:pt x="0" y="0"/>
                    </a:moveTo>
                    <a:lnTo>
                      <a:pt x="0" y="49320"/>
                    </a:lnTo>
                  </a:path>
                </a:pathLst>
              </a:custGeom>
              <a:ln w="5760" cap="flat">
                <a:solidFill>
                  <a:srgbClr val="398D80"/>
                </a:solidFill>
                <a:miter lim="800000"/>
              </a:ln>
            </p:spPr>
          </p:sp>
          <p:sp>
            <p:nvSpPr>
              <p:cNvPr id="5784" name="AUX features per type | pooling | arrowhead">
                <a:extLst>
                  <a:ext uri="{FF2B5EF4-FFF2-40B4-BE49-F238E27FC236}">
                    <a16:creationId xmlns:a16="http://schemas.microsoft.com/office/drawing/2014/main" id="{C6F0D4A0-29CF-6DE1-28FB-E0B14ABB1AD3}"/>
                  </a:ext>
                </a:extLst>
              </p:cNvPr>
              <p:cNvSpPr/>
              <p:nvPr/>
            </p:nvSpPr>
            <p:spPr>
              <a:xfrm>
                <a:off x="1678320" y="3996720"/>
                <a:ext cx="20160" cy="25920"/>
              </a:xfrm>
              <a:custGeom>
                <a:avLst/>
                <a:gdLst/>
                <a:ahLst/>
                <a:cxnLst/>
                <a:rect l="0" t="0" r="0" b="0"/>
                <a:pathLst>
                  <a:path w="20160" h="25920">
                    <a:moveTo>
                      <a:pt x="10080" y="25920"/>
                    </a:moveTo>
                    <a:lnTo>
                      <a:pt x="0" y="0"/>
                    </a:lnTo>
                    <a:lnTo>
                      <a:pt x="20160" y="0"/>
                    </a:lnTo>
                    <a:close/>
                  </a:path>
                </a:pathLst>
              </a:custGeom>
              <a:solidFill>
                <a:srgbClr val="398D80"/>
              </a:solidFill>
              <a:ln>
                <a:noFill/>
              </a:ln>
            </p:spPr>
          </p:sp>
        </p:grpSp>
        <p:grpSp>
          <p:nvGrpSpPr>
            <p:cNvPr id="5788" name="AUX features per type | attention KV | editable route">
              <a:extLst>
                <a:ext uri="{FF2B5EF4-FFF2-40B4-BE49-F238E27FC236}">
                  <a16:creationId xmlns:a16="http://schemas.microsoft.com/office/drawing/2014/main" id="{022D88D0-2CB1-F479-C3AD-B6D4156A0518}"/>
                </a:ext>
              </a:extLst>
            </p:cNvPr>
            <p:cNvGrpSpPr/>
            <p:nvPr/>
          </p:nvGrpSpPr>
          <p:grpSpPr>
            <a:xfrm>
              <a:off x="2446920" y="3947400"/>
              <a:ext cx="20160" cy="75240"/>
              <a:chOff x="2446920" y="3947400"/>
              <a:chExt cx="20160" cy="75240"/>
            </a:xfrm>
          </p:grpSpPr>
          <p:sp>
            <p:nvSpPr>
              <p:cNvPr id="5786" name="AUX features per type | attention KV">
                <a:extLst>
                  <a:ext uri="{FF2B5EF4-FFF2-40B4-BE49-F238E27FC236}">
                    <a16:creationId xmlns:a16="http://schemas.microsoft.com/office/drawing/2014/main" id="{B0CCFDE7-51EA-E1B2-54E5-AF9FC738DA96}"/>
                  </a:ext>
                </a:extLst>
              </p:cNvPr>
              <p:cNvSpPr/>
              <p:nvPr/>
            </p:nvSpPr>
            <p:spPr>
              <a:xfrm>
                <a:off x="2457000" y="3947400"/>
                <a:ext cx="36" cy="49320"/>
              </a:xfrm>
              <a:custGeom>
                <a:avLst/>
                <a:gdLst/>
                <a:ahLst/>
                <a:cxnLst/>
                <a:rect l="0" t="0" r="r" b="b"/>
                <a:pathLst>
                  <a:path w="36" h="49320" fill="none">
                    <a:moveTo>
                      <a:pt x="0" y="0"/>
                    </a:moveTo>
                    <a:lnTo>
                      <a:pt x="0" y="49320"/>
                    </a:lnTo>
                  </a:path>
                </a:pathLst>
              </a:custGeom>
              <a:ln w="5760" cap="flat">
                <a:solidFill>
                  <a:srgbClr val="398D80"/>
                </a:solidFill>
                <a:miter lim="800000"/>
              </a:ln>
            </p:spPr>
          </p:sp>
          <p:sp>
            <p:nvSpPr>
              <p:cNvPr id="5787" name="AUX features per type | attention KV | arrowhead">
                <a:extLst>
                  <a:ext uri="{FF2B5EF4-FFF2-40B4-BE49-F238E27FC236}">
                    <a16:creationId xmlns:a16="http://schemas.microsoft.com/office/drawing/2014/main" id="{CBC2835C-5971-EEF4-F06E-1E33ADAEEDFA}"/>
                  </a:ext>
                </a:extLst>
              </p:cNvPr>
              <p:cNvSpPr/>
              <p:nvPr/>
            </p:nvSpPr>
            <p:spPr>
              <a:xfrm>
                <a:off x="2446920" y="3996720"/>
                <a:ext cx="20160" cy="25920"/>
              </a:xfrm>
              <a:custGeom>
                <a:avLst/>
                <a:gdLst/>
                <a:ahLst/>
                <a:cxnLst/>
                <a:rect l="0" t="0" r="0" b="0"/>
                <a:pathLst>
                  <a:path w="20160" h="25920">
                    <a:moveTo>
                      <a:pt x="10080" y="25920"/>
                    </a:moveTo>
                    <a:lnTo>
                      <a:pt x="0" y="0"/>
                    </a:lnTo>
                    <a:lnTo>
                      <a:pt x="20160" y="0"/>
                    </a:lnTo>
                    <a:close/>
                  </a:path>
                </a:pathLst>
              </a:custGeom>
              <a:solidFill>
                <a:srgbClr val="398D80"/>
              </a:solidFill>
              <a:ln>
                <a:noFill/>
              </a:ln>
            </p:spPr>
          </p:sp>
        </p:grpSp>
        <p:grpSp>
          <p:nvGrpSpPr>
            <p:cNvPr id="5791" name="Arrow | pool_summary → conditioning_concat | editable route">
              <a:extLst>
                <a:ext uri="{FF2B5EF4-FFF2-40B4-BE49-F238E27FC236}">
                  <a16:creationId xmlns:a16="http://schemas.microsoft.com/office/drawing/2014/main" id="{AE77A1A6-1FAF-CB5C-3019-56418BF54489}"/>
                </a:ext>
              </a:extLst>
            </p:cNvPr>
            <p:cNvGrpSpPr/>
            <p:nvPr/>
          </p:nvGrpSpPr>
          <p:grpSpPr>
            <a:xfrm>
              <a:off x="1688400" y="4183560"/>
              <a:ext cx="197280" cy="326880"/>
              <a:chOff x="1688400" y="4183560"/>
              <a:chExt cx="197280" cy="326880"/>
            </a:xfrm>
          </p:grpSpPr>
          <p:sp>
            <p:nvSpPr>
              <p:cNvPr id="5789" name="Arrow | pool_summary → conditioning_concat">
                <a:extLst>
                  <a:ext uri="{FF2B5EF4-FFF2-40B4-BE49-F238E27FC236}">
                    <a16:creationId xmlns:a16="http://schemas.microsoft.com/office/drawing/2014/main" id="{2E65AAF2-4EF2-509F-0580-9790A1C6208A}"/>
                  </a:ext>
                </a:extLst>
              </p:cNvPr>
              <p:cNvSpPr/>
              <p:nvPr/>
            </p:nvSpPr>
            <p:spPr>
              <a:xfrm>
                <a:off x="1688400" y="4183560"/>
                <a:ext cx="171360" cy="316800"/>
              </a:xfrm>
              <a:custGeom>
                <a:avLst/>
                <a:gdLst/>
                <a:ahLst/>
                <a:cxnLst/>
                <a:rect l="0" t="0" r="r" b="b"/>
                <a:pathLst>
                  <a:path w="171360" h="316800" fill="none">
                    <a:moveTo>
                      <a:pt x="0" y="0"/>
                    </a:moveTo>
                    <a:lnTo>
                      <a:pt x="0" y="316800"/>
                    </a:lnTo>
                    <a:lnTo>
                      <a:pt x="171360" y="316800"/>
                    </a:lnTo>
                  </a:path>
                </a:pathLst>
              </a:custGeom>
              <a:ln w="5760" cap="flat">
                <a:solidFill>
                  <a:srgbClr val="398D80"/>
                </a:solidFill>
                <a:miter lim="800000"/>
              </a:ln>
            </p:spPr>
          </p:sp>
          <p:sp>
            <p:nvSpPr>
              <p:cNvPr id="5790" name="Arrow | pool_summary → conditioning_concat | arrowhead">
                <a:extLst>
                  <a:ext uri="{FF2B5EF4-FFF2-40B4-BE49-F238E27FC236}">
                    <a16:creationId xmlns:a16="http://schemas.microsoft.com/office/drawing/2014/main" id="{39791603-DF62-4567-9E26-F1533366EC42}"/>
                  </a:ext>
                </a:extLst>
              </p:cNvPr>
              <p:cNvSpPr/>
              <p:nvPr/>
            </p:nvSpPr>
            <p:spPr>
              <a:xfrm>
                <a:off x="1859760" y="4490280"/>
                <a:ext cx="25920" cy="20160"/>
              </a:xfrm>
              <a:custGeom>
                <a:avLst/>
                <a:gdLst/>
                <a:ahLst/>
                <a:cxnLst/>
                <a:rect l="0" t="0" r="0" b="0"/>
                <a:pathLst>
                  <a:path w="25920" h="20160">
                    <a:moveTo>
                      <a:pt x="25920" y="10080"/>
                    </a:moveTo>
                    <a:lnTo>
                      <a:pt x="0" y="20160"/>
                    </a:lnTo>
                    <a:lnTo>
                      <a:pt x="0" y="0"/>
                    </a:lnTo>
                    <a:close/>
                  </a:path>
                </a:pathLst>
              </a:custGeom>
              <a:solidFill>
                <a:srgbClr val="398D80"/>
              </a:solidFill>
              <a:ln>
                <a:noFill/>
              </a:ln>
            </p:spPr>
          </p:sp>
        </p:grpSp>
        <p:grpSp>
          <p:nvGrpSpPr>
            <p:cNvPr id="5794" name="Arrow | attention_summary → conditioning_concat | editable route">
              <a:extLst>
                <a:ext uri="{FF2B5EF4-FFF2-40B4-BE49-F238E27FC236}">
                  <a16:creationId xmlns:a16="http://schemas.microsoft.com/office/drawing/2014/main" id="{F9B45879-7D43-7FF8-4CDD-EF2C3133D243}"/>
                </a:ext>
              </a:extLst>
            </p:cNvPr>
            <p:cNvGrpSpPr/>
            <p:nvPr/>
          </p:nvGrpSpPr>
          <p:grpSpPr>
            <a:xfrm>
              <a:off x="1931400" y="4183560"/>
              <a:ext cx="525600" cy="261000"/>
              <a:chOff x="1931400" y="4183560"/>
              <a:chExt cx="525600" cy="261000"/>
            </a:xfrm>
          </p:grpSpPr>
          <p:sp>
            <p:nvSpPr>
              <p:cNvPr id="5792" name="Arrow | attention_summary → conditioning_concat">
                <a:extLst>
                  <a:ext uri="{FF2B5EF4-FFF2-40B4-BE49-F238E27FC236}">
                    <a16:creationId xmlns:a16="http://schemas.microsoft.com/office/drawing/2014/main" id="{80A0A921-84EC-26D9-1AD8-FB0ADB6D6BD1}"/>
                  </a:ext>
                </a:extLst>
              </p:cNvPr>
              <p:cNvSpPr/>
              <p:nvPr/>
            </p:nvSpPr>
            <p:spPr>
              <a:xfrm>
                <a:off x="1941480" y="4183560"/>
                <a:ext cx="515520" cy="235080"/>
              </a:xfrm>
              <a:custGeom>
                <a:avLst/>
                <a:gdLst/>
                <a:ahLst/>
                <a:cxnLst/>
                <a:rect l="0" t="0" r="r" b="b"/>
                <a:pathLst>
                  <a:path w="515520" h="235080" fill="none">
                    <a:moveTo>
                      <a:pt x="515520" y="0"/>
                    </a:moveTo>
                    <a:lnTo>
                      <a:pt x="515520" y="114840"/>
                    </a:lnTo>
                    <a:lnTo>
                      <a:pt x="0" y="114840"/>
                    </a:lnTo>
                    <a:lnTo>
                      <a:pt x="0" y="235080"/>
                    </a:lnTo>
                  </a:path>
                </a:pathLst>
              </a:custGeom>
              <a:ln w="5760" cap="flat">
                <a:solidFill>
                  <a:srgbClr val="398D80"/>
                </a:solidFill>
                <a:miter lim="800000"/>
              </a:ln>
            </p:spPr>
          </p:sp>
          <p:sp>
            <p:nvSpPr>
              <p:cNvPr id="5793" name="Arrow | attention_summary → conditioning_concat | arrowhead">
                <a:extLst>
                  <a:ext uri="{FF2B5EF4-FFF2-40B4-BE49-F238E27FC236}">
                    <a16:creationId xmlns:a16="http://schemas.microsoft.com/office/drawing/2014/main" id="{1C411320-66BB-50B0-9E37-CDAB1285785F}"/>
                  </a:ext>
                </a:extLst>
              </p:cNvPr>
              <p:cNvSpPr/>
              <p:nvPr/>
            </p:nvSpPr>
            <p:spPr>
              <a:xfrm>
                <a:off x="1931400" y="4418640"/>
                <a:ext cx="20160" cy="25920"/>
              </a:xfrm>
              <a:custGeom>
                <a:avLst/>
                <a:gdLst/>
                <a:ahLst/>
                <a:cxnLst/>
                <a:rect l="0" t="0" r="0" b="0"/>
                <a:pathLst>
                  <a:path w="20160" h="25920">
                    <a:moveTo>
                      <a:pt x="10080" y="25920"/>
                    </a:moveTo>
                    <a:lnTo>
                      <a:pt x="0" y="0"/>
                    </a:lnTo>
                    <a:lnTo>
                      <a:pt x="20160" y="0"/>
                    </a:lnTo>
                    <a:close/>
                  </a:path>
                </a:pathLst>
              </a:custGeom>
              <a:solidFill>
                <a:srgbClr val="398D80"/>
              </a:solidFill>
              <a:ln>
                <a:noFill/>
              </a:ln>
            </p:spPr>
          </p:sp>
        </p:grpSp>
        <p:grpSp>
          <p:nvGrpSpPr>
            <p:cNvPr id="5797" name="Arrow | conditioning_concat → conditioning_mlp | editable route">
              <a:extLst>
                <a:ext uri="{FF2B5EF4-FFF2-40B4-BE49-F238E27FC236}">
                  <a16:creationId xmlns:a16="http://schemas.microsoft.com/office/drawing/2014/main" id="{65762180-2842-5008-C585-08847E870BD1}"/>
                </a:ext>
              </a:extLst>
            </p:cNvPr>
            <p:cNvGrpSpPr/>
            <p:nvPr/>
          </p:nvGrpSpPr>
          <p:grpSpPr>
            <a:xfrm>
              <a:off x="1997280" y="4490280"/>
              <a:ext cx="172440" cy="20160"/>
              <a:chOff x="1997280" y="4490280"/>
              <a:chExt cx="172440" cy="20160"/>
            </a:xfrm>
          </p:grpSpPr>
          <p:sp>
            <p:nvSpPr>
              <p:cNvPr id="5795" name="Arrow | conditioning_concat → conditioning_mlp">
                <a:extLst>
                  <a:ext uri="{FF2B5EF4-FFF2-40B4-BE49-F238E27FC236}">
                    <a16:creationId xmlns:a16="http://schemas.microsoft.com/office/drawing/2014/main" id="{D23AA82E-1528-0D9A-E31B-6205EF06CBE7}"/>
                  </a:ext>
                </a:extLst>
              </p:cNvPr>
              <p:cNvSpPr/>
              <p:nvPr/>
            </p:nvSpPr>
            <p:spPr>
              <a:xfrm>
                <a:off x="1997280" y="4500360"/>
                <a:ext cx="146520" cy="36"/>
              </a:xfrm>
              <a:custGeom>
                <a:avLst/>
                <a:gdLst/>
                <a:ahLst/>
                <a:cxnLst/>
                <a:rect l="0" t="0" r="r" b="b"/>
                <a:pathLst>
                  <a:path w="146520" h="36" fill="none">
                    <a:moveTo>
                      <a:pt x="0" y="0"/>
                    </a:moveTo>
                    <a:lnTo>
                      <a:pt x="146520" y="0"/>
                    </a:lnTo>
                  </a:path>
                </a:pathLst>
              </a:custGeom>
              <a:ln w="5760" cap="flat">
                <a:solidFill>
                  <a:srgbClr val="398D80"/>
                </a:solidFill>
                <a:miter lim="800000"/>
              </a:ln>
            </p:spPr>
          </p:sp>
          <p:sp>
            <p:nvSpPr>
              <p:cNvPr id="5796" name="Arrow | conditioning_concat → conditioning_mlp | arrowhead">
                <a:extLst>
                  <a:ext uri="{FF2B5EF4-FFF2-40B4-BE49-F238E27FC236}">
                    <a16:creationId xmlns:a16="http://schemas.microsoft.com/office/drawing/2014/main" id="{B92F751D-9FA0-AA43-885A-E23A58A2CB0E}"/>
                  </a:ext>
                </a:extLst>
              </p:cNvPr>
              <p:cNvSpPr/>
              <p:nvPr/>
            </p:nvSpPr>
            <p:spPr>
              <a:xfrm>
                <a:off x="2143800" y="4490280"/>
                <a:ext cx="25920" cy="20160"/>
              </a:xfrm>
              <a:custGeom>
                <a:avLst/>
                <a:gdLst/>
                <a:ahLst/>
                <a:cxnLst/>
                <a:rect l="0" t="0" r="0" b="0"/>
                <a:pathLst>
                  <a:path w="25920" h="20160">
                    <a:moveTo>
                      <a:pt x="25920" y="10080"/>
                    </a:moveTo>
                    <a:lnTo>
                      <a:pt x="0" y="20160"/>
                    </a:lnTo>
                    <a:lnTo>
                      <a:pt x="0" y="0"/>
                    </a:lnTo>
                    <a:close/>
                  </a:path>
                </a:pathLst>
              </a:custGeom>
              <a:solidFill>
                <a:srgbClr val="398D80"/>
              </a:solidFill>
              <a:ln>
                <a:noFill/>
              </a:ln>
            </p:spPr>
          </p:sp>
        </p:grpSp>
        <p:grpSp>
          <p:nvGrpSpPr>
            <p:cNvPr id="5800" name="Arrow | conditioning_mlp → film_condition | editable route">
              <a:extLst>
                <a:ext uri="{FF2B5EF4-FFF2-40B4-BE49-F238E27FC236}">
                  <a16:creationId xmlns:a16="http://schemas.microsoft.com/office/drawing/2014/main" id="{B6E34B4B-7311-6273-B38F-0CBEBFB00CF8}"/>
                </a:ext>
              </a:extLst>
            </p:cNvPr>
            <p:cNvGrpSpPr/>
            <p:nvPr/>
          </p:nvGrpSpPr>
          <p:grpSpPr>
            <a:xfrm>
              <a:off x="2475360" y="4490280"/>
              <a:ext cx="254520" cy="20160"/>
              <a:chOff x="2475360" y="4490280"/>
              <a:chExt cx="254520" cy="20160"/>
            </a:xfrm>
          </p:grpSpPr>
          <p:sp>
            <p:nvSpPr>
              <p:cNvPr id="5798" name="Arrow | conditioning_mlp → film_condition">
                <a:extLst>
                  <a:ext uri="{FF2B5EF4-FFF2-40B4-BE49-F238E27FC236}">
                    <a16:creationId xmlns:a16="http://schemas.microsoft.com/office/drawing/2014/main" id="{7190050C-DF3F-952F-FD22-B29A1A2C26EB}"/>
                  </a:ext>
                </a:extLst>
              </p:cNvPr>
              <p:cNvSpPr/>
              <p:nvPr/>
            </p:nvSpPr>
            <p:spPr>
              <a:xfrm>
                <a:off x="2475360" y="4500360"/>
                <a:ext cx="228600" cy="36"/>
              </a:xfrm>
              <a:custGeom>
                <a:avLst/>
                <a:gdLst/>
                <a:ahLst/>
                <a:cxnLst/>
                <a:rect l="0" t="0" r="r" b="b"/>
                <a:pathLst>
                  <a:path w="228600" h="36" fill="none">
                    <a:moveTo>
                      <a:pt x="0" y="0"/>
                    </a:moveTo>
                    <a:lnTo>
                      <a:pt x="228600" y="0"/>
                    </a:lnTo>
                  </a:path>
                </a:pathLst>
              </a:custGeom>
              <a:ln w="5760" cap="flat">
                <a:solidFill>
                  <a:srgbClr val="398D80"/>
                </a:solidFill>
                <a:miter lim="800000"/>
              </a:ln>
            </p:spPr>
          </p:sp>
          <p:sp>
            <p:nvSpPr>
              <p:cNvPr id="5799" name="Arrow | conditioning_mlp → film_condition | arrowhead">
                <a:extLst>
                  <a:ext uri="{FF2B5EF4-FFF2-40B4-BE49-F238E27FC236}">
                    <a16:creationId xmlns:a16="http://schemas.microsoft.com/office/drawing/2014/main" id="{84F8A155-1A73-39CD-D7CD-7C5CBB36B2F5}"/>
                  </a:ext>
                </a:extLst>
              </p:cNvPr>
              <p:cNvSpPr/>
              <p:nvPr/>
            </p:nvSpPr>
            <p:spPr>
              <a:xfrm>
                <a:off x="2703960" y="4490280"/>
                <a:ext cx="25920" cy="20160"/>
              </a:xfrm>
              <a:custGeom>
                <a:avLst/>
                <a:gdLst/>
                <a:ahLst/>
                <a:cxnLst/>
                <a:rect l="0" t="0" r="0" b="0"/>
                <a:pathLst>
                  <a:path w="25920" h="20160">
                    <a:moveTo>
                      <a:pt x="25920" y="10080"/>
                    </a:moveTo>
                    <a:lnTo>
                      <a:pt x="0" y="20160"/>
                    </a:lnTo>
                    <a:lnTo>
                      <a:pt x="0" y="0"/>
                    </a:lnTo>
                    <a:close/>
                  </a:path>
                </a:pathLst>
              </a:custGeom>
              <a:solidFill>
                <a:srgbClr val="398D80"/>
              </a:solidFill>
              <a:ln>
                <a:noFill/>
              </a:ln>
            </p:spPr>
          </p:sp>
        </p:grpSp>
        <p:grpSp>
          <p:nvGrpSpPr>
            <p:cNvPr id="5803" name="Arrow | film → candidate_repr | editable route">
              <a:extLst>
                <a:ext uri="{FF2B5EF4-FFF2-40B4-BE49-F238E27FC236}">
                  <a16:creationId xmlns:a16="http://schemas.microsoft.com/office/drawing/2014/main" id="{DB606B43-37E5-A198-9A4D-66E82F7BA322}"/>
                </a:ext>
              </a:extLst>
            </p:cNvPr>
            <p:cNvGrpSpPr/>
            <p:nvPr/>
          </p:nvGrpSpPr>
          <p:grpSpPr>
            <a:xfrm>
              <a:off x="2828160" y="4608720"/>
              <a:ext cx="20160" cy="138240"/>
              <a:chOff x="2828160" y="4608720"/>
              <a:chExt cx="20160" cy="138240"/>
            </a:xfrm>
          </p:grpSpPr>
          <p:sp>
            <p:nvSpPr>
              <p:cNvPr id="5801" name="Arrow | film → candidate_repr">
                <a:extLst>
                  <a:ext uri="{FF2B5EF4-FFF2-40B4-BE49-F238E27FC236}">
                    <a16:creationId xmlns:a16="http://schemas.microsoft.com/office/drawing/2014/main" id="{791FBF78-0590-F991-241B-6110C38FC805}"/>
                  </a:ext>
                </a:extLst>
              </p:cNvPr>
              <p:cNvSpPr/>
              <p:nvPr/>
            </p:nvSpPr>
            <p:spPr>
              <a:xfrm>
                <a:off x="2838240" y="4608720"/>
                <a:ext cx="36" cy="112320"/>
              </a:xfrm>
              <a:custGeom>
                <a:avLst/>
                <a:gdLst/>
                <a:ahLst/>
                <a:cxnLst/>
                <a:rect l="0" t="0" r="r" b="b"/>
                <a:pathLst>
                  <a:path w="36" h="112320" fill="none">
                    <a:moveTo>
                      <a:pt x="0" y="0"/>
                    </a:moveTo>
                    <a:lnTo>
                      <a:pt x="0" y="112320"/>
                    </a:lnTo>
                  </a:path>
                </a:pathLst>
              </a:custGeom>
              <a:ln w="5760" cap="flat">
                <a:solidFill>
                  <a:srgbClr val="398D80"/>
                </a:solidFill>
                <a:miter lim="800000"/>
              </a:ln>
            </p:spPr>
          </p:sp>
          <p:sp>
            <p:nvSpPr>
              <p:cNvPr id="5802" name="Arrow | film → candidate_repr | arrowhead">
                <a:extLst>
                  <a:ext uri="{FF2B5EF4-FFF2-40B4-BE49-F238E27FC236}">
                    <a16:creationId xmlns:a16="http://schemas.microsoft.com/office/drawing/2014/main" id="{6047488B-8F37-C47D-7E82-804C8D64285F}"/>
                  </a:ext>
                </a:extLst>
              </p:cNvPr>
              <p:cNvSpPr/>
              <p:nvPr/>
            </p:nvSpPr>
            <p:spPr>
              <a:xfrm>
                <a:off x="2828160" y="4721040"/>
                <a:ext cx="20160" cy="25920"/>
              </a:xfrm>
              <a:custGeom>
                <a:avLst/>
                <a:gdLst/>
                <a:ahLst/>
                <a:cxnLst/>
                <a:rect l="0" t="0" r="0" b="0"/>
                <a:pathLst>
                  <a:path w="20160" h="25920">
                    <a:moveTo>
                      <a:pt x="10080" y="25920"/>
                    </a:moveTo>
                    <a:lnTo>
                      <a:pt x="0" y="0"/>
                    </a:lnTo>
                    <a:lnTo>
                      <a:pt x="20160" y="0"/>
                    </a:lnTo>
                    <a:close/>
                  </a:path>
                </a:pathLst>
              </a:custGeom>
              <a:solidFill>
                <a:srgbClr val="398D80"/>
              </a:solidFill>
              <a:ln>
                <a:noFill/>
              </a:ln>
            </p:spPr>
          </p:sp>
        </p:grpSp>
        <p:grpSp>
          <p:nvGrpSpPr>
            <p:cNvPr id="5806" name="Arrow | smiles → own_graph | editable route">
              <a:extLst>
                <a:ext uri="{FF2B5EF4-FFF2-40B4-BE49-F238E27FC236}">
                  <a16:creationId xmlns:a16="http://schemas.microsoft.com/office/drawing/2014/main" id="{55758EA8-29B8-2F24-2524-AABF6F629240}"/>
                </a:ext>
              </a:extLst>
            </p:cNvPr>
            <p:cNvGrpSpPr/>
            <p:nvPr/>
          </p:nvGrpSpPr>
          <p:grpSpPr>
            <a:xfrm>
              <a:off x="3348000" y="3028680"/>
              <a:ext cx="528120" cy="693360"/>
              <a:chOff x="3348000" y="3028680"/>
              <a:chExt cx="528120" cy="693360"/>
            </a:xfrm>
          </p:grpSpPr>
          <p:sp>
            <p:nvSpPr>
              <p:cNvPr id="5804" name="Arrow | smiles → own_graph">
                <a:extLst>
                  <a:ext uri="{FF2B5EF4-FFF2-40B4-BE49-F238E27FC236}">
                    <a16:creationId xmlns:a16="http://schemas.microsoft.com/office/drawing/2014/main" id="{113CB112-717C-BE2F-D199-300D71977FCC}"/>
                  </a:ext>
                </a:extLst>
              </p:cNvPr>
              <p:cNvSpPr/>
              <p:nvPr/>
            </p:nvSpPr>
            <p:spPr>
              <a:xfrm>
                <a:off x="3348000" y="3028680"/>
                <a:ext cx="528120" cy="667440"/>
              </a:xfrm>
              <a:custGeom>
                <a:avLst/>
                <a:gdLst/>
                <a:ahLst/>
                <a:cxnLst/>
                <a:rect l="0" t="0" r="r" b="b"/>
                <a:pathLst>
                  <a:path w="528120" h="667440" fill="none">
                    <a:moveTo>
                      <a:pt x="528120" y="0"/>
                    </a:moveTo>
                    <a:lnTo>
                      <a:pt x="446400" y="0"/>
                    </a:lnTo>
                    <a:lnTo>
                      <a:pt x="446400" y="142920"/>
                    </a:lnTo>
                    <a:lnTo>
                      <a:pt x="0" y="142920"/>
                    </a:lnTo>
                    <a:lnTo>
                      <a:pt x="0" y="636120"/>
                    </a:lnTo>
                    <a:lnTo>
                      <a:pt x="96840" y="636120"/>
                    </a:lnTo>
                    <a:lnTo>
                      <a:pt x="96840" y="667440"/>
                    </a:lnTo>
                  </a:path>
                </a:pathLst>
              </a:custGeom>
              <a:ln w="5040" cap="flat">
                <a:solidFill>
                  <a:srgbClr val="398D80"/>
                </a:solidFill>
                <a:miter lim="800000"/>
              </a:ln>
            </p:spPr>
          </p:sp>
          <p:sp>
            <p:nvSpPr>
              <p:cNvPr id="5805" name="Arrow | smiles → own_graph | arrowhead">
                <a:extLst>
                  <a:ext uri="{FF2B5EF4-FFF2-40B4-BE49-F238E27FC236}">
                    <a16:creationId xmlns:a16="http://schemas.microsoft.com/office/drawing/2014/main" id="{84114977-F3F5-9B88-7FCA-BB15A81FB17A}"/>
                  </a:ext>
                </a:extLst>
              </p:cNvPr>
              <p:cNvSpPr/>
              <p:nvPr/>
            </p:nvSpPr>
            <p:spPr>
              <a:xfrm>
                <a:off x="3434760" y="3696120"/>
                <a:ext cx="20160" cy="25920"/>
              </a:xfrm>
              <a:custGeom>
                <a:avLst/>
                <a:gdLst/>
                <a:ahLst/>
                <a:cxnLst/>
                <a:rect l="0" t="0" r="0" b="0"/>
                <a:pathLst>
                  <a:path w="20160" h="25920">
                    <a:moveTo>
                      <a:pt x="10080" y="25920"/>
                    </a:moveTo>
                    <a:lnTo>
                      <a:pt x="0" y="0"/>
                    </a:lnTo>
                    <a:lnTo>
                      <a:pt x="20160" y="0"/>
                    </a:lnTo>
                    <a:close/>
                  </a:path>
                </a:pathLst>
              </a:custGeom>
              <a:solidFill>
                <a:srgbClr val="398D80"/>
              </a:solidFill>
              <a:ln>
                <a:noFill/>
              </a:ln>
            </p:spPr>
          </p:sp>
        </p:grpSp>
        <p:grpSp>
          <p:nvGrpSpPr>
            <p:cNvPr id="5809" name="Arrow | own_graph → graph_attention_KV | editable route">
              <a:extLst>
                <a:ext uri="{FF2B5EF4-FFF2-40B4-BE49-F238E27FC236}">
                  <a16:creationId xmlns:a16="http://schemas.microsoft.com/office/drawing/2014/main" id="{8B71D384-CA46-D892-9D0D-889E33A4AD52}"/>
                </a:ext>
              </a:extLst>
            </p:cNvPr>
            <p:cNvGrpSpPr/>
            <p:nvPr/>
          </p:nvGrpSpPr>
          <p:grpSpPr>
            <a:xfrm>
              <a:off x="3326400" y="3807000"/>
              <a:ext cx="73440" cy="424080"/>
              <a:chOff x="3326400" y="3807000"/>
              <a:chExt cx="73440" cy="424080"/>
            </a:xfrm>
          </p:grpSpPr>
          <p:sp>
            <p:nvSpPr>
              <p:cNvPr id="5807" name="Arrow | own_graph → graph_attention_KV">
                <a:extLst>
                  <a:ext uri="{FF2B5EF4-FFF2-40B4-BE49-F238E27FC236}">
                    <a16:creationId xmlns:a16="http://schemas.microsoft.com/office/drawing/2014/main" id="{69CA1E79-C121-B2AA-7DE9-16F969CB486F}"/>
                  </a:ext>
                </a:extLst>
              </p:cNvPr>
              <p:cNvSpPr/>
              <p:nvPr/>
            </p:nvSpPr>
            <p:spPr>
              <a:xfrm>
                <a:off x="3326400" y="3807000"/>
                <a:ext cx="47520" cy="414000"/>
              </a:xfrm>
              <a:custGeom>
                <a:avLst/>
                <a:gdLst/>
                <a:ahLst/>
                <a:cxnLst/>
                <a:rect l="0" t="0" r="r" b="b"/>
                <a:pathLst>
                  <a:path w="47520" h="414000" fill="none">
                    <a:moveTo>
                      <a:pt x="39960" y="0"/>
                    </a:moveTo>
                    <a:lnTo>
                      <a:pt x="0" y="0"/>
                    </a:lnTo>
                    <a:lnTo>
                      <a:pt x="0" y="414000"/>
                    </a:lnTo>
                    <a:lnTo>
                      <a:pt x="47520" y="414000"/>
                    </a:lnTo>
                  </a:path>
                </a:pathLst>
              </a:custGeom>
              <a:ln w="5040" cap="flat">
                <a:solidFill>
                  <a:srgbClr val="398D80"/>
                </a:solidFill>
                <a:miter lim="800000"/>
              </a:ln>
            </p:spPr>
          </p:sp>
          <p:sp>
            <p:nvSpPr>
              <p:cNvPr id="5808" name="Arrow | own_graph → graph_attention_KV | arrowhead">
                <a:extLst>
                  <a:ext uri="{FF2B5EF4-FFF2-40B4-BE49-F238E27FC236}">
                    <a16:creationId xmlns:a16="http://schemas.microsoft.com/office/drawing/2014/main" id="{B80E1CA4-984F-0F10-06C5-12F1FDF9EAF3}"/>
                  </a:ext>
                </a:extLst>
              </p:cNvPr>
              <p:cNvSpPr/>
              <p:nvPr/>
            </p:nvSpPr>
            <p:spPr>
              <a:xfrm>
                <a:off x="3373920" y="4210920"/>
                <a:ext cx="25920" cy="20160"/>
              </a:xfrm>
              <a:custGeom>
                <a:avLst/>
                <a:gdLst/>
                <a:ahLst/>
                <a:cxnLst/>
                <a:rect l="0" t="0" r="0" b="0"/>
                <a:pathLst>
                  <a:path w="25920" h="20160">
                    <a:moveTo>
                      <a:pt x="25920" y="10080"/>
                    </a:moveTo>
                    <a:lnTo>
                      <a:pt x="0" y="20160"/>
                    </a:lnTo>
                    <a:lnTo>
                      <a:pt x="0" y="0"/>
                    </a:lnTo>
                    <a:close/>
                  </a:path>
                </a:pathLst>
              </a:custGeom>
              <a:solidFill>
                <a:srgbClr val="398D80"/>
              </a:solidFill>
              <a:ln>
                <a:noFill/>
              </a:ln>
            </p:spPr>
          </p:sp>
        </p:grpSp>
        <p:grpSp>
          <p:nvGrpSpPr>
            <p:cNvPr id="5812" name="Arrow | language_vector → graph_attention_Q | editable route">
              <a:extLst>
                <a:ext uri="{FF2B5EF4-FFF2-40B4-BE49-F238E27FC236}">
                  <a16:creationId xmlns:a16="http://schemas.microsoft.com/office/drawing/2014/main" id="{7409FA57-1364-B1C5-540D-835DE0AB313B}"/>
                </a:ext>
              </a:extLst>
            </p:cNvPr>
            <p:cNvGrpSpPr/>
            <p:nvPr/>
          </p:nvGrpSpPr>
          <p:grpSpPr>
            <a:xfrm>
              <a:off x="3718440" y="3812400"/>
              <a:ext cx="223560" cy="316800"/>
              <a:chOff x="3718440" y="3812400"/>
              <a:chExt cx="223560" cy="316800"/>
            </a:xfrm>
          </p:grpSpPr>
          <p:sp>
            <p:nvSpPr>
              <p:cNvPr id="5810" name="Arrow | language_vector → graph_attention_Q">
                <a:extLst>
                  <a:ext uri="{FF2B5EF4-FFF2-40B4-BE49-F238E27FC236}">
                    <a16:creationId xmlns:a16="http://schemas.microsoft.com/office/drawing/2014/main" id="{0B210CAA-FAE6-484A-7F7A-4871E875EE74}"/>
                  </a:ext>
                </a:extLst>
              </p:cNvPr>
              <p:cNvSpPr/>
              <p:nvPr/>
            </p:nvSpPr>
            <p:spPr>
              <a:xfrm>
                <a:off x="3728520" y="3812400"/>
                <a:ext cx="213480" cy="290880"/>
              </a:xfrm>
              <a:custGeom>
                <a:avLst/>
                <a:gdLst/>
                <a:ahLst/>
                <a:cxnLst/>
                <a:rect l="0" t="0" r="r" b="b"/>
                <a:pathLst>
                  <a:path w="213480" h="290880" fill="none">
                    <a:moveTo>
                      <a:pt x="213480" y="0"/>
                    </a:moveTo>
                    <a:lnTo>
                      <a:pt x="116280" y="0"/>
                    </a:lnTo>
                    <a:lnTo>
                      <a:pt x="116280" y="264600"/>
                    </a:lnTo>
                    <a:lnTo>
                      <a:pt x="0" y="264600"/>
                    </a:lnTo>
                    <a:lnTo>
                      <a:pt x="0" y="290880"/>
                    </a:lnTo>
                  </a:path>
                </a:pathLst>
              </a:custGeom>
              <a:ln w="5040" cap="flat">
                <a:solidFill>
                  <a:srgbClr val="438FC1"/>
                </a:solidFill>
                <a:miter lim="800000"/>
              </a:ln>
            </p:spPr>
          </p:sp>
          <p:sp>
            <p:nvSpPr>
              <p:cNvPr id="5811" name="Arrow | language_vector → graph_attention_Q | arrowhead">
                <a:extLst>
                  <a:ext uri="{FF2B5EF4-FFF2-40B4-BE49-F238E27FC236}">
                    <a16:creationId xmlns:a16="http://schemas.microsoft.com/office/drawing/2014/main" id="{36AB5FFE-D653-1570-9860-87C12F04EC31}"/>
                  </a:ext>
                </a:extLst>
              </p:cNvPr>
              <p:cNvSpPr/>
              <p:nvPr/>
            </p:nvSpPr>
            <p:spPr>
              <a:xfrm>
                <a:off x="3718440" y="4103280"/>
                <a:ext cx="20160" cy="25920"/>
              </a:xfrm>
              <a:custGeom>
                <a:avLst/>
                <a:gdLst/>
                <a:ahLst/>
                <a:cxnLst/>
                <a:rect l="0" t="0" r="0" b="0"/>
                <a:pathLst>
                  <a:path w="20160" h="25920">
                    <a:moveTo>
                      <a:pt x="10080" y="25920"/>
                    </a:moveTo>
                    <a:lnTo>
                      <a:pt x="0" y="0"/>
                    </a:lnTo>
                    <a:lnTo>
                      <a:pt x="20160" y="0"/>
                    </a:lnTo>
                    <a:close/>
                  </a:path>
                </a:pathLst>
              </a:custGeom>
              <a:solidFill>
                <a:srgbClr val="438FC1"/>
              </a:solidFill>
              <a:ln>
                <a:noFill/>
              </a:ln>
            </p:spPr>
          </p:sp>
        </p:grpSp>
        <p:grpSp>
          <p:nvGrpSpPr>
            <p:cNvPr id="5815" name="Arrow | language_vector → context_attention_Q | editable route">
              <a:extLst>
                <a:ext uri="{FF2B5EF4-FFF2-40B4-BE49-F238E27FC236}">
                  <a16:creationId xmlns:a16="http://schemas.microsoft.com/office/drawing/2014/main" id="{BABE736C-A6F9-DF0B-3F6E-0CC20AEEFE7F}"/>
                </a:ext>
              </a:extLst>
            </p:cNvPr>
            <p:cNvGrpSpPr/>
            <p:nvPr/>
          </p:nvGrpSpPr>
          <p:grpSpPr>
            <a:xfrm>
              <a:off x="4280400" y="3812400"/>
              <a:ext cx="330480" cy="316800"/>
              <a:chOff x="4280400" y="3812400"/>
              <a:chExt cx="330480" cy="316800"/>
            </a:xfrm>
          </p:grpSpPr>
          <p:sp>
            <p:nvSpPr>
              <p:cNvPr id="5813" name="Arrow | language_vector → context_attention_Q">
                <a:extLst>
                  <a:ext uri="{FF2B5EF4-FFF2-40B4-BE49-F238E27FC236}">
                    <a16:creationId xmlns:a16="http://schemas.microsoft.com/office/drawing/2014/main" id="{5EAB4801-B2AB-39E3-11D8-D125F341830E}"/>
                  </a:ext>
                </a:extLst>
              </p:cNvPr>
              <p:cNvSpPr/>
              <p:nvPr/>
            </p:nvSpPr>
            <p:spPr>
              <a:xfrm>
                <a:off x="4280400" y="3812400"/>
                <a:ext cx="320400" cy="290880"/>
              </a:xfrm>
              <a:custGeom>
                <a:avLst/>
                <a:gdLst/>
                <a:ahLst/>
                <a:cxnLst/>
                <a:rect l="0" t="0" r="r" b="b"/>
                <a:pathLst>
                  <a:path w="320400" h="290880" fill="none">
                    <a:moveTo>
                      <a:pt x="0" y="0"/>
                    </a:moveTo>
                    <a:lnTo>
                      <a:pt x="154800" y="0"/>
                    </a:lnTo>
                    <a:lnTo>
                      <a:pt x="154800" y="264600"/>
                    </a:lnTo>
                    <a:lnTo>
                      <a:pt x="320400" y="264600"/>
                    </a:lnTo>
                    <a:lnTo>
                      <a:pt x="320400" y="290880"/>
                    </a:lnTo>
                  </a:path>
                </a:pathLst>
              </a:custGeom>
              <a:ln w="5040" cap="flat">
                <a:solidFill>
                  <a:srgbClr val="438FC1"/>
                </a:solidFill>
                <a:miter lim="800000"/>
              </a:ln>
            </p:spPr>
          </p:sp>
          <p:sp>
            <p:nvSpPr>
              <p:cNvPr id="5814" name="Arrow | language_vector → context_attention_Q | arrowhead">
                <a:extLst>
                  <a:ext uri="{FF2B5EF4-FFF2-40B4-BE49-F238E27FC236}">
                    <a16:creationId xmlns:a16="http://schemas.microsoft.com/office/drawing/2014/main" id="{87FDC691-8CB6-A3D8-518F-E4EB2744414D}"/>
                  </a:ext>
                </a:extLst>
              </p:cNvPr>
              <p:cNvSpPr/>
              <p:nvPr/>
            </p:nvSpPr>
            <p:spPr>
              <a:xfrm>
                <a:off x="4590720" y="4103280"/>
                <a:ext cx="20160" cy="25920"/>
              </a:xfrm>
              <a:custGeom>
                <a:avLst/>
                <a:gdLst/>
                <a:ahLst/>
                <a:cxnLst/>
                <a:rect l="0" t="0" r="0" b="0"/>
                <a:pathLst>
                  <a:path w="20160" h="25920">
                    <a:moveTo>
                      <a:pt x="10080" y="25920"/>
                    </a:moveTo>
                    <a:lnTo>
                      <a:pt x="0" y="0"/>
                    </a:lnTo>
                    <a:lnTo>
                      <a:pt x="20160" y="0"/>
                    </a:lnTo>
                    <a:close/>
                  </a:path>
                </a:pathLst>
              </a:custGeom>
              <a:solidFill>
                <a:srgbClr val="438FC1"/>
              </a:solidFill>
              <a:ln>
                <a:noFill/>
              </a:ln>
            </p:spPr>
          </p:sp>
        </p:grpSp>
        <p:grpSp>
          <p:nvGrpSpPr>
            <p:cNvPr id="5818" name="Arrow | graph_attention_out → identity_concat | editable route">
              <a:extLst>
                <a:ext uri="{FF2B5EF4-FFF2-40B4-BE49-F238E27FC236}">
                  <a16:creationId xmlns:a16="http://schemas.microsoft.com/office/drawing/2014/main" id="{2761AEFD-005B-1E4E-90D7-34609C2DC976}"/>
                </a:ext>
              </a:extLst>
            </p:cNvPr>
            <p:cNvGrpSpPr/>
            <p:nvPr/>
          </p:nvGrpSpPr>
          <p:grpSpPr>
            <a:xfrm>
              <a:off x="3728520" y="4313160"/>
              <a:ext cx="387720" cy="197280"/>
              <a:chOff x="3728520" y="4313160"/>
              <a:chExt cx="387720" cy="197280"/>
            </a:xfrm>
          </p:grpSpPr>
          <p:sp>
            <p:nvSpPr>
              <p:cNvPr id="5816" name="Arrow | graph_attention_out → identity_concat">
                <a:extLst>
                  <a:ext uri="{FF2B5EF4-FFF2-40B4-BE49-F238E27FC236}">
                    <a16:creationId xmlns:a16="http://schemas.microsoft.com/office/drawing/2014/main" id="{9C77F88A-8670-5EDF-0B94-89A6C222596E}"/>
                  </a:ext>
                </a:extLst>
              </p:cNvPr>
              <p:cNvSpPr/>
              <p:nvPr/>
            </p:nvSpPr>
            <p:spPr>
              <a:xfrm>
                <a:off x="3728520" y="4313160"/>
                <a:ext cx="361800" cy="187200"/>
              </a:xfrm>
              <a:custGeom>
                <a:avLst/>
                <a:gdLst/>
                <a:ahLst/>
                <a:cxnLst/>
                <a:rect l="0" t="0" r="r" b="b"/>
                <a:pathLst>
                  <a:path w="361800" h="187200" fill="none">
                    <a:moveTo>
                      <a:pt x="0" y="0"/>
                    </a:moveTo>
                    <a:lnTo>
                      <a:pt x="0" y="187200"/>
                    </a:lnTo>
                    <a:lnTo>
                      <a:pt x="361800" y="187200"/>
                    </a:lnTo>
                  </a:path>
                </a:pathLst>
              </a:custGeom>
              <a:ln w="5040" cap="flat">
                <a:solidFill>
                  <a:srgbClr val="398D80"/>
                </a:solidFill>
                <a:miter lim="800000"/>
              </a:ln>
            </p:spPr>
          </p:sp>
          <p:sp>
            <p:nvSpPr>
              <p:cNvPr id="5817" name="Arrow | graph_attention_out → identity_concat | arrowhead">
                <a:extLst>
                  <a:ext uri="{FF2B5EF4-FFF2-40B4-BE49-F238E27FC236}">
                    <a16:creationId xmlns:a16="http://schemas.microsoft.com/office/drawing/2014/main" id="{4D4E28F7-248C-5D80-DC4D-D24BA23F37A8}"/>
                  </a:ext>
                </a:extLst>
              </p:cNvPr>
              <p:cNvSpPr/>
              <p:nvPr/>
            </p:nvSpPr>
            <p:spPr>
              <a:xfrm>
                <a:off x="4090320" y="4490280"/>
                <a:ext cx="25920" cy="20160"/>
              </a:xfrm>
              <a:custGeom>
                <a:avLst/>
                <a:gdLst/>
                <a:ahLst/>
                <a:cxnLst/>
                <a:rect l="0" t="0" r="0" b="0"/>
                <a:pathLst>
                  <a:path w="25920" h="20160">
                    <a:moveTo>
                      <a:pt x="25920" y="10080"/>
                    </a:moveTo>
                    <a:lnTo>
                      <a:pt x="0" y="20160"/>
                    </a:lnTo>
                    <a:lnTo>
                      <a:pt x="0" y="0"/>
                    </a:lnTo>
                    <a:close/>
                  </a:path>
                </a:pathLst>
              </a:custGeom>
              <a:solidFill>
                <a:srgbClr val="398D80"/>
              </a:solidFill>
              <a:ln>
                <a:noFill/>
              </a:ln>
            </p:spPr>
          </p:sp>
        </p:grpSp>
        <p:grpSp>
          <p:nvGrpSpPr>
            <p:cNvPr id="5821" name="Arrow | context_attention_out → identity_concat | editable route">
              <a:extLst>
                <a:ext uri="{FF2B5EF4-FFF2-40B4-BE49-F238E27FC236}">
                  <a16:creationId xmlns:a16="http://schemas.microsoft.com/office/drawing/2014/main" id="{5EEFCC2C-7117-A8F0-B94E-2046FC60DF55}"/>
                </a:ext>
              </a:extLst>
            </p:cNvPr>
            <p:cNvGrpSpPr/>
            <p:nvPr/>
          </p:nvGrpSpPr>
          <p:grpSpPr>
            <a:xfrm>
              <a:off x="4227840" y="4313160"/>
              <a:ext cx="476280" cy="197280"/>
              <a:chOff x="4227840" y="4313160"/>
              <a:chExt cx="476280" cy="197280"/>
            </a:xfrm>
          </p:grpSpPr>
          <p:sp>
            <p:nvSpPr>
              <p:cNvPr id="5819" name="Arrow | context_attention_out → identity_concat">
                <a:extLst>
                  <a:ext uri="{FF2B5EF4-FFF2-40B4-BE49-F238E27FC236}">
                    <a16:creationId xmlns:a16="http://schemas.microsoft.com/office/drawing/2014/main" id="{083AFD04-34A0-419D-6902-A89DC0965244}"/>
                  </a:ext>
                </a:extLst>
              </p:cNvPr>
              <p:cNvSpPr/>
              <p:nvPr/>
            </p:nvSpPr>
            <p:spPr>
              <a:xfrm>
                <a:off x="4253760" y="4313160"/>
                <a:ext cx="450360" cy="187200"/>
              </a:xfrm>
              <a:custGeom>
                <a:avLst/>
                <a:gdLst/>
                <a:ahLst/>
                <a:cxnLst/>
                <a:rect l="0" t="0" r="r" b="b"/>
                <a:pathLst>
                  <a:path w="450360" h="187200" fill="none">
                    <a:moveTo>
                      <a:pt x="450360" y="0"/>
                    </a:moveTo>
                    <a:lnTo>
                      <a:pt x="450360" y="187200"/>
                    </a:lnTo>
                    <a:lnTo>
                      <a:pt x="0" y="187200"/>
                    </a:lnTo>
                  </a:path>
                </a:pathLst>
              </a:custGeom>
              <a:ln w="5040" cap="flat">
                <a:solidFill>
                  <a:srgbClr val="398D80"/>
                </a:solidFill>
                <a:miter lim="800000"/>
              </a:ln>
            </p:spPr>
          </p:sp>
          <p:sp>
            <p:nvSpPr>
              <p:cNvPr id="5820" name="Arrow | context_attention_out → identity_concat | arrowhead">
                <a:extLst>
                  <a:ext uri="{FF2B5EF4-FFF2-40B4-BE49-F238E27FC236}">
                    <a16:creationId xmlns:a16="http://schemas.microsoft.com/office/drawing/2014/main" id="{25952AEC-F950-5E9D-B65A-9F6DEDB4F4E1}"/>
                  </a:ext>
                </a:extLst>
              </p:cNvPr>
              <p:cNvSpPr/>
              <p:nvPr/>
            </p:nvSpPr>
            <p:spPr>
              <a:xfrm>
                <a:off x="4227840" y="4490280"/>
                <a:ext cx="25920" cy="20160"/>
              </a:xfrm>
              <a:custGeom>
                <a:avLst/>
                <a:gdLst/>
                <a:ahLst/>
                <a:cxnLst/>
                <a:rect l="0" t="0" r="0" b="0"/>
                <a:pathLst>
                  <a:path w="25920" h="20160">
                    <a:moveTo>
                      <a:pt x="0" y="10080"/>
                    </a:moveTo>
                    <a:lnTo>
                      <a:pt x="25920" y="0"/>
                    </a:lnTo>
                    <a:lnTo>
                      <a:pt x="25920" y="20160"/>
                    </a:lnTo>
                    <a:close/>
                  </a:path>
                </a:pathLst>
              </a:custGeom>
              <a:solidFill>
                <a:srgbClr val="398D80"/>
              </a:solidFill>
              <a:ln>
                <a:noFill/>
              </a:ln>
            </p:spPr>
          </p:sp>
        </p:grpSp>
        <p:grpSp>
          <p:nvGrpSpPr>
            <p:cNvPr id="5824" name="Arrow | language_vector → identity_concat | editable route">
              <a:extLst>
                <a:ext uri="{FF2B5EF4-FFF2-40B4-BE49-F238E27FC236}">
                  <a16:creationId xmlns:a16="http://schemas.microsoft.com/office/drawing/2014/main" id="{EA6764B7-7056-3575-B771-E40FDEE069FC}"/>
                </a:ext>
              </a:extLst>
            </p:cNvPr>
            <p:cNvGrpSpPr/>
            <p:nvPr/>
          </p:nvGrpSpPr>
          <p:grpSpPr>
            <a:xfrm>
              <a:off x="4106160" y="3850200"/>
              <a:ext cx="75960" cy="594360"/>
              <a:chOff x="4106160" y="3850200"/>
              <a:chExt cx="75960" cy="594360"/>
            </a:xfrm>
          </p:grpSpPr>
          <p:sp>
            <p:nvSpPr>
              <p:cNvPr id="5822" name="Arrow | language_vector → identity_concat">
                <a:extLst>
                  <a:ext uri="{FF2B5EF4-FFF2-40B4-BE49-F238E27FC236}">
                    <a16:creationId xmlns:a16="http://schemas.microsoft.com/office/drawing/2014/main" id="{45AEAF1F-739C-40BE-512B-D9563589074F}"/>
                  </a:ext>
                </a:extLst>
              </p:cNvPr>
              <p:cNvSpPr/>
              <p:nvPr/>
            </p:nvSpPr>
            <p:spPr>
              <a:xfrm>
                <a:off x="4106160" y="3850200"/>
                <a:ext cx="65880" cy="568440"/>
              </a:xfrm>
              <a:custGeom>
                <a:avLst/>
                <a:gdLst/>
                <a:ahLst/>
                <a:cxnLst/>
                <a:rect l="0" t="0" r="r" b="b"/>
                <a:pathLst>
                  <a:path w="65880" h="568440" fill="none">
                    <a:moveTo>
                      <a:pt x="0" y="0"/>
                    </a:moveTo>
                    <a:lnTo>
                      <a:pt x="0" y="523800"/>
                    </a:lnTo>
                    <a:lnTo>
                      <a:pt x="65880" y="523800"/>
                    </a:lnTo>
                    <a:lnTo>
                      <a:pt x="65880" y="568440"/>
                    </a:lnTo>
                  </a:path>
                </a:pathLst>
              </a:custGeom>
              <a:ln w="5040" cap="flat">
                <a:solidFill>
                  <a:srgbClr val="398D80"/>
                </a:solidFill>
                <a:miter lim="800000"/>
              </a:ln>
            </p:spPr>
          </p:sp>
          <p:sp>
            <p:nvSpPr>
              <p:cNvPr id="5823" name="Arrow | language_vector → identity_concat | arrowhead">
                <a:extLst>
                  <a:ext uri="{FF2B5EF4-FFF2-40B4-BE49-F238E27FC236}">
                    <a16:creationId xmlns:a16="http://schemas.microsoft.com/office/drawing/2014/main" id="{90B2D5DA-CE2D-5872-2EB5-DDB9729A2DD0}"/>
                  </a:ext>
                </a:extLst>
              </p:cNvPr>
              <p:cNvSpPr/>
              <p:nvPr/>
            </p:nvSpPr>
            <p:spPr>
              <a:xfrm>
                <a:off x="4161960" y="4418640"/>
                <a:ext cx="20160" cy="25920"/>
              </a:xfrm>
              <a:custGeom>
                <a:avLst/>
                <a:gdLst/>
                <a:ahLst/>
                <a:cxnLst/>
                <a:rect l="0" t="0" r="0" b="0"/>
                <a:pathLst>
                  <a:path w="20160" h="25920">
                    <a:moveTo>
                      <a:pt x="10080" y="25920"/>
                    </a:moveTo>
                    <a:lnTo>
                      <a:pt x="0" y="0"/>
                    </a:lnTo>
                    <a:lnTo>
                      <a:pt x="20160" y="0"/>
                    </a:lnTo>
                    <a:close/>
                  </a:path>
                </a:pathLst>
              </a:custGeom>
              <a:solidFill>
                <a:srgbClr val="398D80"/>
              </a:solidFill>
              <a:ln>
                <a:noFill/>
              </a:ln>
            </p:spPr>
          </p:sp>
        </p:grpSp>
        <p:grpSp>
          <p:nvGrpSpPr>
            <p:cNvPr id="5827" name="Arrow | identity_concat → identity_repr | editable route">
              <a:extLst>
                <a:ext uri="{FF2B5EF4-FFF2-40B4-BE49-F238E27FC236}">
                  <a16:creationId xmlns:a16="http://schemas.microsoft.com/office/drawing/2014/main" id="{7511A203-0656-4210-2F14-5997E2DAE599}"/>
                </a:ext>
              </a:extLst>
            </p:cNvPr>
            <p:cNvGrpSpPr/>
            <p:nvPr/>
          </p:nvGrpSpPr>
          <p:grpSpPr>
            <a:xfrm>
              <a:off x="4161960" y="4556160"/>
              <a:ext cx="20160" cy="190800"/>
              <a:chOff x="4161960" y="4556160"/>
              <a:chExt cx="20160" cy="190800"/>
            </a:xfrm>
          </p:grpSpPr>
          <p:sp>
            <p:nvSpPr>
              <p:cNvPr id="5825" name="Arrow | identity_concat → identity_repr">
                <a:extLst>
                  <a:ext uri="{FF2B5EF4-FFF2-40B4-BE49-F238E27FC236}">
                    <a16:creationId xmlns:a16="http://schemas.microsoft.com/office/drawing/2014/main" id="{768BF2EC-2E64-EF28-47D8-F2C943576448}"/>
                  </a:ext>
                </a:extLst>
              </p:cNvPr>
              <p:cNvSpPr/>
              <p:nvPr/>
            </p:nvSpPr>
            <p:spPr>
              <a:xfrm>
                <a:off x="4172040" y="4556160"/>
                <a:ext cx="36" cy="164880"/>
              </a:xfrm>
              <a:custGeom>
                <a:avLst/>
                <a:gdLst/>
                <a:ahLst/>
                <a:cxnLst/>
                <a:rect l="0" t="0" r="r" b="b"/>
                <a:pathLst>
                  <a:path w="36" h="164880" fill="none">
                    <a:moveTo>
                      <a:pt x="0" y="0"/>
                    </a:moveTo>
                    <a:lnTo>
                      <a:pt x="0" y="164880"/>
                    </a:lnTo>
                  </a:path>
                </a:pathLst>
              </a:custGeom>
              <a:ln w="5040" cap="flat">
                <a:solidFill>
                  <a:srgbClr val="398D80"/>
                </a:solidFill>
                <a:miter lim="800000"/>
              </a:ln>
            </p:spPr>
          </p:sp>
          <p:sp>
            <p:nvSpPr>
              <p:cNvPr id="5826" name="Arrow | identity_concat → identity_repr | arrowhead">
                <a:extLst>
                  <a:ext uri="{FF2B5EF4-FFF2-40B4-BE49-F238E27FC236}">
                    <a16:creationId xmlns:a16="http://schemas.microsoft.com/office/drawing/2014/main" id="{A2E6030B-9E1F-F303-6C45-C6C3803DCD82}"/>
                  </a:ext>
                </a:extLst>
              </p:cNvPr>
              <p:cNvSpPr/>
              <p:nvPr/>
            </p:nvSpPr>
            <p:spPr>
              <a:xfrm>
                <a:off x="4161960" y="4721040"/>
                <a:ext cx="20160" cy="25920"/>
              </a:xfrm>
              <a:custGeom>
                <a:avLst/>
                <a:gdLst/>
                <a:ahLst/>
                <a:cxnLst/>
                <a:rect l="0" t="0" r="0" b="0"/>
                <a:pathLst>
                  <a:path w="20160" h="25920">
                    <a:moveTo>
                      <a:pt x="10080" y="25920"/>
                    </a:moveTo>
                    <a:lnTo>
                      <a:pt x="0" y="0"/>
                    </a:lnTo>
                    <a:lnTo>
                      <a:pt x="20160" y="0"/>
                    </a:lnTo>
                    <a:close/>
                  </a:path>
                </a:pathLst>
              </a:custGeom>
              <a:solidFill>
                <a:srgbClr val="398D80"/>
              </a:solidFill>
              <a:ln>
                <a:noFill/>
              </a:ln>
            </p:spPr>
          </p:sp>
        </p:grpSp>
        <p:grpSp>
          <p:nvGrpSpPr>
            <p:cNvPr id="5830" name="Arrow | candidate_repr → scoring_candidate | editable route">
              <a:extLst>
                <a:ext uri="{FF2B5EF4-FFF2-40B4-BE49-F238E27FC236}">
                  <a16:creationId xmlns:a16="http://schemas.microsoft.com/office/drawing/2014/main" id="{C3124F7B-3612-F4CB-8887-F43095EC81C3}"/>
                </a:ext>
              </a:extLst>
            </p:cNvPr>
            <p:cNvGrpSpPr/>
            <p:nvPr/>
          </p:nvGrpSpPr>
          <p:grpSpPr>
            <a:xfrm>
              <a:off x="2841480" y="4819320"/>
              <a:ext cx="603000" cy="292320"/>
              <a:chOff x="2841480" y="4819320"/>
              <a:chExt cx="603000" cy="292320"/>
            </a:xfrm>
          </p:grpSpPr>
          <p:sp>
            <p:nvSpPr>
              <p:cNvPr id="5828" name="Arrow | candidate_repr → scoring_candidate">
                <a:extLst>
                  <a:ext uri="{FF2B5EF4-FFF2-40B4-BE49-F238E27FC236}">
                    <a16:creationId xmlns:a16="http://schemas.microsoft.com/office/drawing/2014/main" id="{C472A646-0513-6590-E3EA-36DE4F3AF9C3}"/>
                  </a:ext>
                </a:extLst>
              </p:cNvPr>
              <p:cNvSpPr/>
              <p:nvPr/>
            </p:nvSpPr>
            <p:spPr>
              <a:xfrm>
                <a:off x="2841480" y="4819320"/>
                <a:ext cx="577080" cy="282240"/>
              </a:xfrm>
              <a:custGeom>
                <a:avLst/>
                <a:gdLst/>
                <a:ahLst/>
                <a:cxnLst/>
                <a:rect l="0" t="0" r="r" b="b"/>
                <a:pathLst>
                  <a:path w="577080" h="282240" fill="none">
                    <a:moveTo>
                      <a:pt x="0" y="0"/>
                    </a:moveTo>
                    <a:lnTo>
                      <a:pt x="0" y="121680"/>
                    </a:lnTo>
                    <a:lnTo>
                      <a:pt x="556920" y="121680"/>
                    </a:lnTo>
                    <a:lnTo>
                      <a:pt x="556920" y="282240"/>
                    </a:lnTo>
                    <a:lnTo>
                      <a:pt x="577080" y="282240"/>
                    </a:lnTo>
                  </a:path>
                </a:pathLst>
              </a:custGeom>
              <a:ln w="5400" cap="flat">
                <a:solidFill>
                  <a:srgbClr val="438FC1"/>
                </a:solidFill>
                <a:miter lim="800000"/>
              </a:ln>
            </p:spPr>
          </p:sp>
          <p:sp>
            <p:nvSpPr>
              <p:cNvPr id="5829" name="Arrow | candidate_repr → scoring_candidate | arrowhead">
                <a:extLst>
                  <a:ext uri="{FF2B5EF4-FFF2-40B4-BE49-F238E27FC236}">
                    <a16:creationId xmlns:a16="http://schemas.microsoft.com/office/drawing/2014/main" id="{0EE6AD26-ADED-4FE4-1F6C-C9651A9EC87E}"/>
                  </a:ext>
                </a:extLst>
              </p:cNvPr>
              <p:cNvSpPr/>
              <p:nvPr/>
            </p:nvSpPr>
            <p:spPr>
              <a:xfrm>
                <a:off x="3418560" y="5091480"/>
                <a:ext cx="25920" cy="20160"/>
              </a:xfrm>
              <a:custGeom>
                <a:avLst/>
                <a:gdLst/>
                <a:ahLst/>
                <a:cxnLst/>
                <a:rect l="0" t="0" r="0" b="0"/>
                <a:pathLst>
                  <a:path w="25920" h="20160">
                    <a:moveTo>
                      <a:pt x="25920" y="10080"/>
                    </a:moveTo>
                    <a:lnTo>
                      <a:pt x="0" y="20160"/>
                    </a:lnTo>
                    <a:lnTo>
                      <a:pt x="0" y="0"/>
                    </a:lnTo>
                    <a:close/>
                  </a:path>
                </a:pathLst>
              </a:custGeom>
              <a:solidFill>
                <a:srgbClr val="438FC1"/>
              </a:solidFill>
              <a:ln>
                <a:noFill/>
              </a:ln>
            </p:spPr>
          </p:sp>
        </p:grpSp>
        <p:grpSp>
          <p:nvGrpSpPr>
            <p:cNvPr id="5833" name="Arrow | identity_repr → scoring_identity | editable route">
              <a:extLst>
                <a:ext uri="{FF2B5EF4-FFF2-40B4-BE49-F238E27FC236}">
                  <a16:creationId xmlns:a16="http://schemas.microsoft.com/office/drawing/2014/main" id="{706429D5-430A-09ED-794E-401E9A1B790D}"/>
                </a:ext>
              </a:extLst>
            </p:cNvPr>
            <p:cNvGrpSpPr/>
            <p:nvPr/>
          </p:nvGrpSpPr>
          <p:grpSpPr>
            <a:xfrm>
              <a:off x="3702240" y="4819320"/>
              <a:ext cx="469800" cy="203400"/>
              <a:chOff x="3702240" y="4819320"/>
              <a:chExt cx="469800" cy="203400"/>
            </a:xfrm>
          </p:grpSpPr>
          <p:sp>
            <p:nvSpPr>
              <p:cNvPr id="5831" name="Arrow | identity_repr → scoring_identity">
                <a:extLst>
                  <a:ext uri="{FF2B5EF4-FFF2-40B4-BE49-F238E27FC236}">
                    <a16:creationId xmlns:a16="http://schemas.microsoft.com/office/drawing/2014/main" id="{75312E5A-B0A2-5AD9-731B-7D87DCF3B598}"/>
                  </a:ext>
                </a:extLst>
              </p:cNvPr>
              <p:cNvSpPr/>
              <p:nvPr/>
            </p:nvSpPr>
            <p:spPr>
              <a:xfrm>
                <a:off x="3712320" y="4819320"/>
                <a:ext cx="459720" cy="177480"/>
              </a:xfrm>
              <a:custGeom>
                <a:avLst/>
                <a:gdLst/>
                <a:ahLst/>
                <a:cxnLst/>
                <a:rect l="0" t="0" r="r" b="b"/>
                <a:pathLst>
                  <a:path w="459720" h="177480" fill="none">
                    <a:moveTo>
                      <a:pt x="459720" y="0"/>
                    </a:moveTo>
                    <a:lnTo>
                      <a:pt x="459720" y="92880"/>
                    </a:lnTo>
                    <a:lnTo>
                      <a:pt x="0" y="92880"/>
                    </a:lnTo>
                    <a:lnTo>
                      <a:pt x="0" y="177480"/>
                    </a:lnTo>
                  </a:path>
                </a:pathLst>
              </a:custGeom>
              <a:ln w="5400" cap="flat">
                <a:solidFill>
                  <a:srgbClr val="398D80"/>
                </a:solidFill>
                <a:miter lim="800000"/>
              </a:ln>
            </p:spPr>
          </p:sp>
          <p:sp>
            <p:nvSpPr>
              <p:cNvPr id="5832" name="Arrow | identity_repr → scoring_identity | arrowhead">
                <a:extLst>
                  <a:ext uri="{FF2B5EF4-FFF2-40B4-BE49-F238E27FC236}">
                    <a16:creationId xmlns:a16="http://schemas.microsoft.com/office/drawing/2014/main" id="{93B5838C-5D2F-7309-D292-44F46CC45A2C}"/>
                  </a:ext>
                </a:extLst>
              </p:cNvPr>
              <p:cNvSpPr/>
              <p:nvPr/>
            </p:nvSpPr>
            <p:spPr>
              <a:xfrm>
                <a:off x="3702240" y="4996800"/>
                <a:ext cx="20160" cy="25920"/>
              </a:xfrm>
              <a:custGeom>
                <a:avLst/>
                <a:gdLst/>
                <a:ahLst/>
                <a:cxnLst/>
                <a:rect l="0" t="0" r="0" b="0"/>
                <a:pathLst>
                  <a:path w="20160" h="25920">
                    <a:moveTo>
                      <a:pt x="10080" y="25920"/>
                    </a:moveTo>
                    <a:lnTo>
                      <a:pt x="0" y="0"/>
                    </a:lnTo>
                    <a:lnTo>
                      <a:pt x="20160" y="0"/>
                    </a:lnTo>
                    <a:close/>
                  </a:path>
                </a:pathLst>
              </a:custGeom>
              <a:solidFill>
                <a:srgbClr val="398D80"/>
              </a:solidFill>
              <a:ln>
                <a:noFill/>
              </a:ln>
            </p:spPr>
          </p:sp>
        </p:grpSp>
        <p:grpSp>
          <p:nvGrpSpPr>
            <p:cNvPr id="5836" name="Arrow | candidate_repr → foreground_head | editable route">
              <a:extLst>
                <a:ext uri="{FF2B5EF4-FFF2-40B4-BE49-F238E27FC236}">
                  <a16:creationId xmlns:a16="http://schemas.microsoft.com/office/drawing/2014/main" id="{B04132EE-DD4F-4C7E-AF1E-E3C248253C87}"/>
                </a:ext>
              </a:extLst>
            </p:cNvPr>
            <p:cNvGrpSpPr/>
            <p:nvPr/>
          </p:nvGrpSpPr>
          <p:grpSpPr>
            <a:xfrm>
              <a:off x="2664000" y="4819320"/>
              <a:ext cx="93600" cy="272520"/>
              <a:chOff x="2664000" y="4819320"/>
              <a:chExt cx="93600" cy="272520"/>
            </a:xfrm>
          </p:grpSpPr>
          <p:sp>
            <p:nvSpPr>
              <p:cNvPr id="5834" name="Arrow | candidate_repr → foreground_head">
                <a:extLst>
                  <a:ext uri="{FF2B5EF4-FFF2-40B4-BE49-F238E27FC236}">
                    <a16:creationId xmlns:a16="http://schemas.microsoft.com/office/drawing/2014/main" id="{C9461208-52D3-526A-7EBC-6CCB8519EC1B}"/>
                  </a:ext>
                </a:extLst>
              </p:cNvPr>
              <p:cNvSpPr/>
              <p:nvPr/>
            </p:nvSpPr>
            <p:spPr>
              <a:xfrm>
                <a:off x="2664000" y="4819320"/>
                <a:ext cx="67680" cy="262440"/>
              </a:xfrm>
              <a:custGeom>
                <a:avLst/>
                <a:gdLst/>
                <a:ahLst/>
                <a:cxnLst/>
                <a:rect l="0" t="0" r="r" b="b"/>
                <a:pathLst>
                  <a:path w="67680" h="262440" fill="none">
                    <a:moveTo>
                      <a:pt x="0" y="0"/>
                    </a:moveTo>
                    <a:lnTo>
                      <a:pt x="0" y="262440"/>
                    </a:lnTo>
                    <a:lnTo>
                      <a:pt x="67680" y="262440"/>
                    </a:lnTo>
                  </a:path>
                </a:pathLst>
              </a:custGeom>
              <a:ln w="5040" cap="flat">
                <a:solidFill>
                  <a:srgbClr val="6B8192"/>
                </a:solidFill>
                <a:miter lim="800000"/>
              </a:ln>
            </p:spPr>
          </p:sp>
          <p:sp>
            <p:nvSpPr>
              <p:cNvPr id="5835" name="Arrow | candidate_repr → foreground_head | arrowhead">
                <a:extLst>
                  <a:ext uri="{FF2B5EF4-FFF2-40B4-BE49-F238E27FC236}">
                    <a16:creationId xmlns:a16="http://schemas.microsoft.com/office/drawing/2014/main" id="{469CD6DB-B886-DB7C-344F-15FFD9785BA4}"/>
                  </a:ext>
                </a:extLst>
              </p:cNvPr>
              <p:cNvSpPr/>
              <p:nvPr/>
            </p:nvSpPr>
            <p:spPr>
              <a:xfrm>
                <a:off x="2731680" y="5071680"/>
                <a:ext cx="25920" cy="20160"/>
              </a:xfrm>
              <a:custGeom>
                <a:avLst/>
                <a:gdLst/>
                <a:ahLst/>
                <a:cxnLst/>
                <a:rect l="0" t="0" r="0" b="0"/>
                <a:pathLst>
                  <a:path w="25920" h="20160">
                    <a:moveTo>
                      <a:pt x="25920" y="10080"/>
                    </a:moveTo>
                    <a:lnTo>
                      <a:pt x="0" y="20160"/>
                    </a:lnTo>
                    <a:lnTo>
                      <a:pt x="0" y="0"/>
                    </a:lnTo>
                    <a:close/>
                  </a:path>
                </a:pathLst>
              </a:custGeom>
              <a:solidFill>
                <a:srgbClr val="6B8192"/>
              </a:solidFill>
              <a:ln>
                <a:noFill/>
              </a:ln>
            </p:spPr>
          </p:sp>
        </p:grpSp>
      </p:grpSp>
      <p:grpSp>
        <p:nvGrpSpPr>
          <p:cNvPr id="2965" name="d | Build: downstream pose reconstruction">
            <a:extLst>
              <a:ext uri="{FF2B5EF4-FFF2-40B4-BE49-F238E27FC236}">
                <a16:creationId xmlns:a16="http://schemas.microsoft.com/office/drawing/2014/main" id="{D3E86CB8-A774-8F64-B273-B839E6E8EA32}"/>
              </a:ext>
            </a:extLst>
          </p:cNvPr>
          <p:cNvGrpSpPr/>
          <p:nvPr/>
        </p:nvGrpSpPr>
        <p:grpSpPr>
          <a:xfrm>
            <a:off x="1405608" y="3880469"/>
            <a:ext cx="3668807" cy="544065"/>
            <a:chOff x="65700" y="5420250"/>
            <a:chExt cx="5124600" cy="759952"/>
          </a:xfrm>
        </p:grpSpPr>
        <p:sp>
          <p:nvSpPr>
            <p:cNvPr id="2966" name="d | panel background">
              <a:extLst>
                <a:ext uri="{FF2B5EF4-FFF2-40B4-BE49-F238E27FC236}">
                  <a16:creationId xmlns:a16="http://schemas.microsoft.com/office/drawing/2014/main" id="{35B48078-7C01-E8DD-3A63-87EEF1B0A1D4}"/>
                </a:ext>
              </a:extLst>
            </p:cNvPr>
            <p:cNvSpPr/>
            <p:nvPr/>
          </p:nvSpPr>
          <p:spPr>
            <a:xfrm>
              <a:off x="65700" y="5420250"/>
              <a:ext cx="5124600" cy="748980"/>
            </a:xfrm>
            <a:prstGeom prst="roundRect">
              <a:avLst>
                <a:gd name="adj" fmla="val 5263"/>
              </a:avLst>
            </a:prstGeom>
            <a:solidFill>
              <a:srgbClr val="FCFAF5"/>
            </a:solidFill>
            <a:ln w="6480" cap="rnd" cmpd="sng" algn="ctr">
              <a:solidFill>
                <a:srgbClr val="D8CAB6"/>
              </a:solidFill>
              <a:prstDash val="solid"/>
              <a:round/>
              <a:headEnd type="none" w="med" len="med"/>
              <a:tailEnd type="none" w="med" len="med"/>
            </a:ln>
            <a:effectLst/>
          </p:spPr>
        </p:sp>
        <p:sp>
          <p:nvSpPr>
            <p:cNvPr id="2967" name="Text | d">
              <a:extLst>
                <a:ext uri="{FF2B5EF4-FFF2-40B4-BE49-F238E27FC236}">
                  <a16:creationId xmlns:a16="http://schemas.microsoft.com/office/drawing/2014/main" id="{6B3623A4-0B95-F23E-7599-A97166B53EB5}"/>
                </a:ext>
              </a:extLst>
            </p:cNvPr>
            <p:cNvSpPr txBox="1"/>
            <p:nvPr/>
          </p:nvSpPr>
          <p:spPr>
            <a:xfrm>
              <a:off x="137970" y="5426820"/>
              <a:ext cx="143553" cy="191253"/>
            </a:xfrm>
            <a:prstGeom prst="rect">
              <a:avLst/>
            </a:prstGeom>
            <a:noFill/>
            <a:ln>
              <a:noFill/>
            </a:ln>
            <a:effectLst/>
          </p:spPr>
          <p:txBody>
            <a:bodyPr vertOverflow="overflow" horzOverflow="overflow" wrap="none" lIns="0" tIns="0" rIns="0" bIns="0" anchor="t" anchorCtr="0">
              <a:noAutofit/>
            </a:bodyPr>
            <a:lstStyle/>
            <a:p>
              <a:r>
                <a:rPr lang="en-US" sz="760" b="1" dirty="0">
                  <a:solidFill>
                    <a:srgbClr val="1D3043"/>
                  </a:solidFill>
                  <a:latin typeface="Arial"/>
                  <a:ea typeface="Arial"/>
                  <a:cs typeface="Arial"/>
                </a:rPr>
                <a:t>d</a:t>
              </a:r>
              <a:endParaRPr lang="en-US" sz="760"/>
            </a:p>
          </p:txBody>
        </p:sp>
        <p:sp>
          <p:nvSpPr>
            <p:cNvPr id="2968" name="Text | Build: downstream pose reconstruction">
              <a:extLst>
                <a:ext uri="{FF2B5EF4-FFF2-40B4-BE49-F238E27FC236}">
                  <a16:creationId xmlns:a16="http://schemas.microsoft.com/office/drawing/2014/main" id="{F6F8843A-E758-418B-F0F5-E11D77E69649}"/>
                </a:ext>
              </a:extLst>
            </p:cNvPr>
            <p:cNvSpPr txBox="1"/>
            <p:nvPr/>
          </p:nvSpPr>
          <p:spPr>
            <a:xfrm>
              <a:off x="279225" y="5446530"/>
              <a:ext cx="2524252" cy="158600"/>
            </a:xfrm>
            <a:prstGeom prst="rect">
              <a:avLst/>
            </a:prstGeom>
            <a:noFill/>
            <a:ln>
              <a:noFill/>
            </a:ln>
            <a:effectLst/>
          </p:spPr>
          <p:txBody>
            <a:bodyPr vertOverflow="overflow" horzOverflow="overflow" wrap="none" lIns="0" tIns="0" rIns="0" bIns="0" anchor="t" anchorCtr="0">
              <a:noAutofit/>
            </a:bodyPr>
            <a:lstStyle/>
            <a:p>
              <a:r>
                <a:rPr lang="en-US" sz="629" b="1" dirty="0">
                  <a:solidFill>
                    <a:srgbClr val="1D3043"/>
                  </a:solidFill>
                  <a:latin typeface="Arial"/>
                  <a:ea typeface="Arial"/>
                  <a:cs typeface="Arial"/>
                </a:rPr>
                <a:t>Build: downstream pose reconstruction</a:t>
              </a:r>
              <a:endParaRPr lang="en-US" sz="629"/>
            </a:p>
          </p:txBody>
        </p:sp>
        <p:grpSp>
          <p:nvGrpSpPr>
            <p:cNvPr id="2969" name="d | Site p: local receptor environment">
              <a:extLst>
                <a:ext uri="{FF2B5EF4-FFF2-40B4-BE49-F238E27FC236}">
                  <a16:creationId xmlns:a16="http://schemas.microsoft.com/office/drawing/2014/main" id="{2D27BC8D-A481-404E-7C7B-8F7CE121EE32}"/>
                </a:ext>
              </a:extLst>
            </p:cNvPr>
            <p:cNvGrpSpPr/>
            <p:nvPr/>
          </p:nvGrpSpPr>
          <p:grpSpPr>
            <a:xfrm>
              <a:off x="156538" y="5645738"/>
              <a:ext cx="422329" cy="355206"/>
              <a:chOff x="156538" y="5645738"/>
              <a:chExt cx="422329" cy="355206"/>
            </a:xfrm>
          </p:grpSpPr>
          <p:sp>
            <p:nvSpPr>
              <p:cNvPr id="2970" name="ellipse_2785">
                <a:extLst>
                  <a:ext uri="{FF2B5EF4-FFF2-40B4-BE49-F238E27FC236}">
                    <a16:creationId xmlns:a16="http://schemas.microsoft.com/office/drawing/2014/main" id="{12E495D9-B66D-8FC5-FC8A-83E659220414}"/>
                  </a:ext>
                </a:extLst>
              </p:cNvPr>
              <p:cNvSpPr/>
              <p:nvPr/>
            </p:nvSpPr>
            <p:spPr>
              <a:xfrm>
                <a:off x="222058" y="5716873"/>
                <a:ext cx="33105" cy="33105"/>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2971" name="ellipse_2786">
                <a:extLst>
                  <a:ext uri="{FF2B5EF4-FFF2-40B4-BE49-F238E27FC236}">
                    <a16:creationId xmlns:a16="http://schemas.microsoft.com/office/drawing/2014/main" id="{F9A81FE9-7E86-F9FF-F5E6-056657CFA0F4}"/>
                  </a:ext>
                </a:extLst>
              </p:cNvPr>
              <p:cNvSpPr/>
              <p:nvPr/>
            </p:nvSpPr>
            <p:spPr>
              <a:xfrm>
                <a:off x="157899" y="5757423"/>
                <a:ext cx="31010" cy="31010"/>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2972" name="ellipse_2787">
                <a:extLst>
                  <a:ext uri="{FF2B5EF4-FFF2-40B4-BE49-F238E27FC236}">
                    <a16:creationId xmlns:a16="http://schemas.microsoft.com/office/drawing/2014/main" id="{125682DD-D352-78CD-3401-08A305C8A904}"/>
                  </a:ext>
                </a:extLst>
              </p:cNvPr>
              <p:cNvSpPr/>
              <p:nvPr/>
            </p:nvSpPr>
            <p:spPr>
              <a:xfrm>
                <a:off x="352661" y="5961347"/>
                <a:ext cx="39598" cy="39598"/>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2973" name="ellipse_2788">
                <a:extLst>
                  <a:ext uri="{FF2B5EF4-FFF2-40B4-BE49-F238E27FC236}">
                    <a16:creationId xmlns:a16="http://schemas.microsoft.com/office/drawing/2014/main" id="{C493D88A-D9E5-D6AA-A068-2DDFA30D1C0D}"/>
                  </a:ext>
                </a:extLst>
              </p:cNvPr>
              <p:cNvSpPr/>
              <p:nvPr/>
            </p:nvSpPr>
            <p:spPr>
              <a:xfrm>
                <a:off x="438877" y="5870428"/>
                <a:ext cx="41094" cy="41094"/>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974" name="ellipse_2789">
                <a:extLst>
                  <a:ext uri="{FF2B5EF4-FFF2-40B4-BE49-F238E27FC236}">
                    <a16:creationId xmlns:a16="http://schemas.microsoft.com/office/drawing/2014/main" id="{834F4CC6-6950-2B65-E498-769D813436F2}"/>
                  </a:ext>
                </a:extLst>
              </p:cNvPr>
              <p:cNvSpPr/>
              <p:nvPr/>
            </p:nvSpPr>
            <p:spPr>
              <a:xfrm>
                <a:off x="191193" y="5812140"/>
                <a:ext cx="37340" cy="37340"/>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975" name="ellipse_2790">
                <a:extLst>
                  <a:ext uri="{FF2B5EF4-FFF2-40B4-BE49-F238E27FC236}">
                    <a16:creationId xmlns:a16="http://schemas.microsoft.com/office/drawing/2014/main" id="{207A301D-811E-F3A2-0F0F-F5B49F5CF90F}"/>
                  </a:ext>
                </a:extLst>
              </p:cNvPr>
              <p:cNvSpPr/>
              <p:nvPr/>
            </p:nvSpPr>
            <p:spPr>
              <a:xfrm>
                <a:off x="156538" y="5808499"/>
                <a:ext cx="31250" cy="31250"/>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2976" name="ellipse_2791">
                <a:extLst>
                  <a:ext uri="{FF2B5EF4-FFF2-40B4-BE49-F238E27FC236}">
                    <a16:creationId xmlns:a16="http://schemas.microsoft.com/office/drawing/2014/main" id="{D9B52281-F312-4EC9-88D5-BD7B7E30ABD3}"/>
                  </a:ext>
                </a:extLst>
              </p:cNvPr>
              <p:cNvSpPr/>
              <p:nvPr/>
            </p:nvSpPr>
            <p:spPr>
              <a:xfrm>
                <a:off x="214413" y="5773744"/>
                <a:ext cx="37480" cy="37480"/>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2977" name="ellipse_2792">
                <a:extLst>
                  <a:ext uri="{FF2B5EF4-FFF2-40B4-BE49-F238E27FC236}">
                    <a16:creationId xmlns:a16="http://schemas.microsoft.com/office/drawing/2014/main" id="{C8EAB1C8-5991-2439-A050-985907AD2114}"/>
                  </a:ext>
                </a:extLst>
              </p:cNvPr>
              <p:cNvSpPr/>
              <p:nvPr/>
            </p:nvSpPr>
            <p:spPr>
              <a:xfrm>
                <a:off x="230297" y="5731041"/>
                <a:ext cx="41343" cy="41343"/>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2978" name="ellipse_2793">
                <a:extLst>
                  <a:ext uri="{FF2B5EF4-FFF2-40B4-BE49-F238E27FC236}">
                    <a16:creationId xmlns:a16="http://schemas.microsoft.com/office/drawing/2014/main" id="{8BCB65EC-1F2D-7466-F445-5A0261A0E005}"/>
                  </a:ext>
                </a:extLst>
              </p:cNvPr>
              <p:cNvSpPr/>
              <p:nvPr/>
            </p:nvSpPr>
            <p:spPr>
              <a:xfrm>
                <a:off x="288920" y="5925724"/>
                <a:ext cx="30597" cy="30597"/>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2979" name="ellipse_2794">
                <a:extLst>
                  <a:ext uri="{FF2B5EF4-FFF2-40B4-BE49-F238E27FC236}">
                    <a16:creationId xmlns:a16="http://schemas.microsoft.com/office/drawing/2014/main" id="{2A589FF3-6947-B98E-2CAE-28B9F533E354}"/>
                  </a:ext>
                </a:extLst>
              </p:cNvPr>
              <p:cNvSpPr/>
              <p:nvPr/>
            </p:nvSpPr>
            <p:spPr>
              <a:xfrm>
                <a:off x="211344" y="5754420"/>
                <a:ext cx="27111" cy="27111"/>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2980" name="ellipse_2795">
                <a:extLst>
                  <a:ext uri="{FF2B5EF4-FFF2-40B4-BE49-F238E27FC236}">
                    <a16:creationId xmlns:a16="http://schemas.microsoft.com/office/drawing/2014/main" id="{CFF82FC1-07A9-B8A3-45B9-D6200701EFFA}"/>
                  </a:ext>
                </a:extLst>
              </p:cNvPr>
              <p:cNvSpPr/>
              <p:nvPr/>
            </p:nvSpPr>
            <p:spPr>
              <a:xfrm>
                <a:off x="328690" y="5965326"/>
                <a:ext cx="32486" cy="32486"/>
              </a:xfrm>
              <a:prstGeom prst="ellipse">
                <a:avLst/>
              </a:prstGeom>
              <a:gradFill flip="none" rotWithShape="1">
                <a:gsLst>
                  <a:gs pos="0">
                    <a:srgbClr val="F6F7F9"/>
                  </a:gs>
                  <a:gs pos="43000">
                    <a:srgbClr val="D2DAE0"/>
                  </a:gs>
                  <a:gs pos="100000">
                    <a:srgbClr val="AAB6BF"/>
                  </a:gs>
                </a:gsLst>
                <a:lin ang="2700000" scaled="1"/>
                <a:tileRect/>
              </a:gradFill>
              <a:ln w="1807" cap="rnd" cmpd="sng" algn="ctr">
                <a:noFill/>
                <a:prstDash val="solid"/>
                <a:round/>
                <a:headEnd type="none" w="med" len="med"/>
                <a:tailEnd type="none" w="med" len="med"/>
              </a:ln>
              <a:effectLst/>
            </p:spPr>
          </p:sp>
          <p:sp>
            <p:nvSpPr>
              <p:cNvPr id="2981" name="ellipse_2796">
                <a:extLst>
                  <a:ext uri="{FF2B5EF4-FFF2-40B4-BE49-F238E27FC236}">
                    <a16:creationId xmlns:a16="http://schemas.microsoft.com/office/drawing/2014/main" id="{8B4587D3-FCF8-6013-DA89-BB4E00B6B30E}"/>
                  </a:ext>
                </a:extLst>
              </p:cNvPr>
              <p:cNvSpPr/>
              <p:nvPr/>
            </p:nvSpPr>
            <p:spPr>
              <a:xfrm>
                <a:off x="253216" y="5709285"/>
                <a:ext cx="35201" cy="35201"/>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2982" name="ellipse_2797">
                <a:extLst>
                  <a:ext uri="{FF2B5EF4-FFF2-40B4-BE49-F238E27FC236}">
                    <a16:creationId xmlns:a16="http://schemas.microsoft.com/office/drawing/2014/main" id="{B8088E36-F50F-0A3A-990D-5282F740F064}"/>
                  </a:ext>
                </a:extLst>
              </p:cNvPr>
              <p:cNvSpPr/>
              <p:nvPr/>
            </p:nvSpPr>
            <p:spPr>
              <a:xfrm>
                <a:off x="200456" y="5781621"/>
                <a:ext cx="33128" cy="33128"/>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2983" name="ellipse_2798">
                <a:extLst>
                  <a:ext uri="{FF2B5EF4-FFF2-40B4-BE49-F238E27FC236}">
                    <a16:creationId xmlns:a16="http://schemas.microsoft.com/office/drawing/2014/main" id="{0DF1A101-4183-692C-1C0F-2586BBC7329B}"/>
                  </a:ext>
                </a:extLst>
              </p:cNvPr>
              <p:cNvSpPr/>
              <p:nvPr/>
            </p:nvSpPr>
            <p:spPr>
              <a:xfrm>
                <a:off x="310661" y="5909736"/>
                <a:ext cx="36434" cy="36434"/>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2984" name="ellipse_2799">
                <a:extLst>
                  <a:ext uri="{FF2B5EF4-FFF2-40B4-BE49-F238E27FC236}">
                    <a16:creationId xmlns:a16="http://schemas.microsoft.com/office/drawing/2014/main" id="{3DAD1D65-A0B6-544E-6A5F-746EECCE8A4D}"/>
                  </a:ext>
                </a:extLst>
              </p:cNvPr>
              <p:cNvSpPr/>
              <p:nvPr/>
            </p:nvSpPr>
            <p:spPr>
              <a:xfrm>
                <a:off x="338250" y="5949390"/>
                <a:ext cx="39962" cy="39962"/>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2985" name="ellipse_2800">
                <a:extLst>
                  <a:ext uri="{FF2B5EF4-FFF2-40B4-BE49-F238E27FC236}">
                    <a16:creationId xmlns:a16="http://schemas.microsoft.com/office/drawing/2014/main" id="{C917543B-81B6-6BBC-4996-D213C099F22C}"/>
                  </a:ext>
                </a:extLst>
              </p:cNvPr>
              <p:cNvSpPr/>
              <p:nvPr/>
            </p:nvSpPr>
            <p:spPr>
              <a:xfrm>
                <a:off x="502631" y="5852476"/>
                <a:ext cx="35284" cy="35284"/>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2986" name="ellipse_2801">
                <a:extLst>
                  <a:ext uri="{FF2B5EF4-FFF2-40B4-BE49-F238E27FC236}">
                    <a16:creationId xmlns:a16="http://schemas.microsoft.com/office/drawing/2014/main" id="{A56E5CA0-56A2-1D68-624F-6EE81C0A2F2D}"/>
                  </a:ext>
                </a:extLst>
              </p:cNvPr>
              <p:cNvSpPr/>
              <p:nvPr/>
            </p:nvSpPr>
            <p:spPr>
              <a:xfrm>
                <a:off x="461331" y="5929487"/>
                <a:ext cx="33865" cy="33865"/>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2987" name="ellipse_2802">
                <a:extLst>
                  <a:ext uri="{FF2B5EF4-FFF2-40B4-BE49-F238E27FC236}">
                    <a16:creationId xmlns:a16="http://schemas.microsoft.com/office/drawing/2014/main" id="{AFD4FF8B-20E9-E8B3-F92E-F109045105F5}"/>
                  </a:ext>
                </a:extLst>
              </p:cNvPr>
              <p:cNvSpPr/>
              <p:nvPr/>
            </p:nvSpPr>
            <p:spPr>
              <a:xfrm>
                <a:off x="486398" y="5815231"/>
                <a:ext cx="28943" cy="28943"/>
              </a:xfrm>
              <a:prstGeom prst="ellipse">
                <a:avLst/>
              </a:prstGeom>
              <a:gradFill flip="none" rotWithShape="1">
                <a:gsLst>
                  <a:gs pos="0">
                    <a:srgbClr val="F7F9FA"/>
                  </a:gs>
                  <a:gs pos="43000">
                    <a:srgbClr val="D9E0E5"/>
                  </a:gs>
                  <a:gs pos="100000">
                    <a:srgbClr val="B1BDC5"/>
                  </a:gs>
                </a:gsLst>
                <a:lin ang="2700000" scaled="1"/>
                <a:tileRect/>
              </a:gradFill>
              <a:ln w="1807" cap="rnd" cmpd="sng" algn="ctr">
                <a:noFill/>
                <a:prstDash val="solid"/>
                <a:round/>
                <a:headEnd type="none" w="med" len="med"/>
                <a:tailEnd type="none" w="med" len="med"/>
              </a:ln>
              <a:effectLst/>
            </p:spPr>
          </p:sp>
          <p:sp>
            <p:nvSpPr>
              <p:cNvPr id="2988" name="ellipse_2803">
                <a:extLst>
                  <a:ext uri="{FF2B5EF4-FFF2-40B4-BE49-F238E27FC236}">
                    <a16:creationId xmlns:a16="http://schemas.microsoft.com/office/drawing/2014/main" id="{5C30EF24-E8D4-607F-C944-3C50FE4CB06B}"/>
                  </a:ext>
                </a:extLst>
              </p:cNvPr>
              <p:cNvSpPr/>
              <p:nvPr/>
            </p:nvSpPr>
            <p:spPr>
              <a:xfrm>
                <a:off x="222653" y="5892536"/>
                <a:ext cx="35084" cy="3508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2989" name="ellipse_2804">
                <a:extLst>
                  <a:ext uri="{FF2B5EF4-FFF2-40B4-BE49-F238E27FC236}">
                    <a16:creationId xmlns:a16="http://schemas.microsoft.com/office/drawing/2014/main" id="{375E4057-38F9-969C-5695-552ECA1D2009}"/>
                  </a:ext>
                </a:extLst>
              </p:cNvPr>
              <p:cNvSpPr/>
              <p:nvPr/>
            </p:nvSpPr>
            <p:spPr>
              <a:xfrm>
                <a:off x="417986" y="5893032"/>
                <a:ext cx="35733" cy="35733"/>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2990" name="ellipse_2805">
                <a:extLst>
                  <a:ext uri="{FF2B5EF4-FFF2-40B4-BE49-F238E27FC236}">
                    <a16:creationId xmlns:a16="http://schemas.microsoft.com/office/drawing/2014/main" id="{47B0FF60-0AE1-3826-6631-A0335AF21709}"/>
                  </a:ext>
                </a:extLst>
              </p:cNvPr>
              <p:cNvSpPr/>
              <p:nvPr/>
            </p:nvSpPr>
            <p:spPr>
              <a:xfrm>
                <a:off x="489955" y="5762771"/>
                <a:ext cx="36877" cy="36877"/>
              </a:xfrm>
              <a:prstGeom prst="ellipse">
                <a:avLst/>
              </a:prstGeom>
              <a:gradFill flip="none" rotWithShape="1">
                <a:gsLst>
                  <a:gs pos="0">
                    <a:srgbClr val="F5F7F8"/>
                  </a:gs>
                  <a:gs pos="43000">
                    <a:srgbClr val="CFD7DE"/>
                  </a:gs>
                  <a:gs pos="100000">
                    <a:srgbClr val="A5B3BD"/>
                  </a:gs>
                </a:gsLst>
                <a:lin ang="2700000" scaled="1"/>
                <a:tileRect/>
              </a:gradFill>
              <a:ln w="1807" cap="rnd" cmpd="sng" algn="ctr">
                <a:noFill/>
                <a:prstDash val="solid"/>
                <a:round/>
                <a:headEnd type="none" w="med" len="med"/>
                <a:tailEnd type="none" w="med" len="med"/>
              </a:ln>
              <a:effectLst/>
            </p:spPr>
          </p:sp>
          <p:sp>
            <p:nvSpPr>
              <p:cNvPr id="2991" name="ellipse_2806">
                <a:extLst>
                  <a:ext uri="{FF2B5EF4-FFF2-40B4-BE49-F238E27FC236}">
                    <a16:creationId xmlns:a16="http://schemas.microsoft.com/office/drawing/2014/main" id="{4235BB75-ECCF-1146-7277-D5DAFE355D60}"/>
                  </a:ext>
                </a:extLst>
              </p:cNvPr>
              <p:cNvSpPr/>
              <p:nvPr/>
            </p:nvSpPr>
            <p:spPr>
              <a:xfrm>
                <a:off x="301737" y="5960812"/>
                <a:ext cx="27261" cy="27261"/>
              </a:xfrm>
              <a:prstGeom prst="ellipse">
                <a:avLst/>
              </a:prstGeom>
              <a:gradFill flip="none" rotWithShape="1">
                <a:gsLst>
                  <a:gs pos="0">
                    <a:srgbClr val="F6F7F9"/>
                  </a:gs>
                  <a:gs pos="43000">
                    <a:srgbClr val="D2DAE0"/>
                  </a:gs>
                  <a:gs pos="100000">
                    <a:srgbClr val="A9B5BF"/>
                  </a:gs>
                </a:gsLst>
                <a:lin ang="2700000" scaled="1"/>
                <a:tileRect/>
              </a:gradFill>
              <a:ln w="1807" cap="rnd" cmpd="sng" algn="ctr">
                <a:noFill/>
                <a:prstDash val="solid"/>
                <a:round/>
                <a:headEnd type="none" w="med" len="med"/>
                <a:tailEnd type="none" w="med" len="med"/>
              </a:ln>
              <a:effectLst/>
            </p:spPr>
          </p:sp>
          <p:sp>
            <p:nvSpPr>
              <p:cNvPr id="2992" name="ellipse_2807">
                <a:extLst>
                  <a:ext uri="{FF2B5EF4-FFF2-40B4-BE49-F238E27FC236}">
                    <a16:creationId xmlns:a16="http://schemas.microsoft.com/office/drawing/2014/main" id="{F202E8CE-B376-C4AE-927B-79CB8E2B1168}"/>
                  </a:ext>
                </a:extLst>
              </p:cNvPr>
              <p:cNvSpPr/>
              <p:nvPr/>
            </p:nvSpPr>
            <p:spPr>
              <a:xfrm>
                <a:off x="472780" y="5755231"/>
                <a:ext cx="34925" cy="34925"/>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2993" name="ellipse_2808">
                <a:extLst>
                  <a:ext uri="{FF2B5EF4-FFF2-40B4-BE49-F238E27FC236}">
                    <a16:creationId xmlns:a16="http://schemas.microsoft.com/office/drawing/2014/main" id="{B0ED1608-5570-0EA8-5949-C25DB5098A0C}"/>
                  </a:ext>
                </a:extLst>
              </p:cNvPr>
              <p:cNvSpPr/>
              <p:nvPr/>
            </p:nvSpPr>
            <p:spPr>
              <a:xfrm>
                <a:off x="384561" y="5910298"/>
                <a:ext cx="39938" cy="39938"/>
              </a:xfrm>
              <a:prstGeom prst="ellipse">
                <a:avLst/>
              </a:prstGeom>
              <a:gradFill flip="none" rotWithShape="1">
                <a:gsLst>
                  <a:gs pos="0">
                    <a:srgbClr val="F5F6F8"/>
                  </a:gs>
                  <a:gs pos="43000">
                    <a:srgbClr val="CDD6DC"/>
                  </a:gs>
                  <a:gs pos="100000">
                    <a:srgbClr val="A4B1BB"/>
                  </a:gs>
                </a:gsLst>
                <a:lin ang="2700000" scaled="1"/>
                <a:tileRect/>
              </a:gradFill>
              <a:ln w="1807" cap="rnd" cmpd="sng" algn="ctr">
                <a:noFill/>
                <a:prstDash val="solid"/>
                <a:round/>
                <a:headEnd type="none" w="med" len="med"/>
                <a:tailEnd type="none" w="med" len="med"/>
              </a:ln>
              <a:effectLst/>
            </p:spPr>
          </p:sp>
          <p:sp>
            <p:nvSpPr>
              <p:cNvPr id="2994" name="ellipse_2809">
                <a:extLst>
                  <a:ext uri="{FF2B5EF4-FFF2-40B4-BE49-F238E27FC236}">
                    <a16:creationId xmlns:a16="http://schemas.microsoft.com/office/drawing/2014/main" id="{464AFD30-920A-E6FE-D705-5CC051739AF3}"/>
                  </a:ext>
                </a:extLst>
              </p:cNvPr>
              <p:cNvSpPr/>
              <p:nvPr/>
            </p:nvSpPr>
            <p:spPr>
              <a:xfrm>
                <a:off x="214896" y="5800999"/>
                <a:ext cx="27799" cy="27799"/>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995" name="ellipse_2810">
                <a:extLst>
                  <a:ext uri="{FF2B5EF4-FFF2-40B4-BE49-F238E27FC236}">
                    <a16:creationId xmlns:a16="http://schemas.microsoft.com/office/drawing/2014/main" id="{4CF6320A-305A-C194-57BC-B7A092012BB3}"/>
                  </a:ext>
                </a:extLst>
              </p:cNvPr>
              <p:cNvSpPr/>
              <p:nvPr/>
            </p:nvSpPr>
            <p:spPr>
              <a:xfrm>
                <a:off x="350583" y="5908348"/>
                <a:ext cx="26436" cy="26436"/>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2996" name="ellipse_2811">
                <a:extLst>
                  <a:ext uri="{FF2B5EF4-FFF2-40B4-BE49-F238E27FC236}">
                    <a16:creationId xmlns:a16="http://schemas.microsoft.com/office/drawing/2014/main" id="{88109D1D-2D65-C065-34D5-AD0358401F43}"/>
                  </a:ext>
                </a:extLst>
              </p:cNvPr>
              <p:cNvSpPr/>
              <p:nvPr/>
            </p:nvSpPr>
            <p:spPr>
              <a:xfrm>
                <a:off x="282756" y="5712473"/>
                <a:ext cx="27768" cy="27768"/>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2997" name="ellipse_2812">
                <a:extLst>
                  <a:ext uri="{FF2B5EF4-FFF2-40B4-BE49-F238E27FC236}">
                    <a16:creationId xmlns:a16="http://schemas.microsoft.com/office/drawing/2014/main" id="{7E4A7D72-FA15-63A9-0C0D-525321A8C9E1}"/>
                  </a:ext>
                </a:extLst>
              </p:cNvPr>
              <p:cNvSpPr/>
              <p:nvPr/>
            </p:nvSpPr>
            <p:spPr>
              <a:xfrm>
                <a:off x="374172" y="5671047"/>
                <a:ext cx="30329" cy="30329"/>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2998" name="ellipse_2813">
                <a:extLst>
                  <a:ext uri="{FF2B5EF4-FFF2-40B4-BE49-F238E27FC236}">
                    <a16:creationId xmlns:a16="http://schemas.microsoft.com/office/drawing/2014/main" id="{0C4F947A-66B4-8936-027E-6E0FCCF2D07C}"/>
                  </a:ext>
                </a:extLst>
              </p:cNvPr>
              <p:cNvSpPr/>
              <p:nvPr/>
            </p:nvSpPr>
            <p:spPr>
              <a:xfrm>
                <a:off x="420125" y="5682990"/>
                <a:ext cx="26085" cy="26085"/>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999" name="ellipse_2814">
                <a:extLst>
                  <a:ext uri="{FF2B5EF4-FFF2-40B4-BE49-F238E27FC236}">
                    <a16:creationId xmlns:a16="http://schemas.microsoft.com/office/drawing/2014/main" id="{8F23797B-3786-0A0F-1EFD-2B2284A293B7}"/>
                  </a:ext>
                </a:extLst>
              </p:cNvPr>
              <p:cNvSpPr/>
              <p:nvPr/>
            </p:nvSpPr>
            <p:spPr>
              <a:xfrm>
                <a:off x="487182" y="5836376"/>
                <a:ext cx="35316" cy="35316"/>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000" name="ellipse_2815">
                <a:extLst>
                  <a:ext uri="{FF2B5EF4-FFF2-40B4-BE49-F238E27FC236}">
                    <a16:creationId xmlns:a16="http://schemas.microsoft.com/office/drawing/2014/main" id="{E0FD726D-7BA8-1F16-2DA1-41D9FFA15362}"/>
                  </a:ext>
                </a:extLst>
              </p:cNvPr>
              <p:cNvSpPr/>
              <p:nvPr/>
            </p:nvSpPr>
            <p:spPr>
              <a:xfrm>
                <a:off x="494466" y="5772208"/>
                <a:ext cx="40811" cy="40811"/>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001" name="ellipse_2816">
                <a:extLst>
                  <a:ext uri="{FF2B5EF4-FFF2-40B4-BE49-F238E27FC236}">
                    <a16:creationId xmlns:a16="http://schemas.microsoft.com/office/drawing/2014/main" id="{0FD8DD79-C93A-D43A-7708-8F26ADA86B78}"/>
                  </a:ext>
                </a:extLst>
              </p:cNvPr>
              <p:cNvSpPr/>
              <p:nvPr/>
            </p:nvSpPr>
            <p:spPr>
              <a:xfrm>
                <a:off x="347990" y="5945745"/>
                <a:ext cx="27119" cy="27119"/>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002" name="ellipse_2817">
                <a:extLst>
                  <a:ext uri="{FF2B5EF4-FFF2-40B4-BE49-F238E27FC236}">
                    <a16:creationId xmlns:a16="http://schemas.microsoft.com/office/drawing/2014/main" id="{734F5EFE-4D44-DD9D-7004-F75596684537}"/>
                  </a:ext>
                </a:extLst>
              </p:cNvPr>
              <p:cNvSpPr/>
              <p:nvPr/>
            </p:nvSpPr>
            <p:spPr>
              <a:xfrm>
                <a:off x="496587" y="5882763"/>
                <a:ext cx="38312" cy="38312"/>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003" name="ellipse_2818">
                <a:extLst>
                  <a:ext uri="{FF2B5EF4-FFF2-40B4-BE49-F238E27FC236}">
                    <a16:creationId xmlns:a16="http://schemas.microsoft.com/office/drawing/2014/main" id="{62D1A38D-F209-E403-FA3B-1DE6D383A8D6}"/>
                  </a:ext>
                </a:extLst>
              </p:cNvPr>
              <p:cNvSpPr/>
              <p:nvPr/>
            </p:nvSpPr>
            <p:spPr>
              <a:xfrm>
                <a:off x="478834" y="5854066"/>
                <a:ext cx="25188" cy="25188"/>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004" name="ellipse_2819">
                <a:extLst>
                  <a:ext uri="{FF2B5EF4-FFF2-40B4-BE49-F238E27FC236}">
                    <a16:creationId xmlns:a16="http://schemas.microsoft.com/office/drawing/2014/main" id="{0ECCCE77-E930-8ABD-3F19-9C5F06437AC9}"/>
                  </a:ext>
                </a:extLst>
              </p:cNvPr>
              <p:cNvSpPr/>
              <p:nvPr/>
            </p:nvSpPr>
            <p:spPr>
              <a:xfrm>
                <a:off x="506296" y="5808800"/>
                <a:ext cx="30249" cy="30249"/>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005" name="ellipse_2820">
                <a:extLst>
                  <a:ext uri="{FF2B5EF4-FFF2-40B4-BE49-F238E27FC236}">
                    <a16:creationId xmlns:a16="http://schemas.microsoft.com/office/drawing/2014/main" id="{1113FCFB-3819-95E7-B100-853594DC57B9}"/>
                  </a:ext>
                </a:extLst>
              </p:cNvPr>
              <p:cNvSpPr/>
              <p:nvPr/>
            </p:nvSpPr>
            <p:spPr>
              <a:xfrm>
                <a:off x="293539" y="5658834"/>
                <a:ext cx="25763" cy="25763"/>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006" name="ellipse_2821">
                <a:extLst>
                  <a:ext uri="{FF2B5EF4-FFF2-40B4-BE49-F238E27FC236}">
                    <a16:creationId xmlns:a16="http://schemas.microsoft.com/office/drawing/2014/main" id="{A37E873A-B91E-924B-0AFB-C31AB8D3622B}"/>
                  </a:ext>
                </a:extLst>
              </p:cNvPr>
              <p:cNvSpPr/>
              <p:nvPr/>
            </p:nvSpPr>
            <p:spPr>
              <a:xfrm>
                <a:off x="181742" y="5723425"/>
                <a:ext cx="25033" cy="25033"/>
              </a:xfrm>
              <a:prstGeom prst="ellipse">
                <a:avLst/>
              </a:prstGeom>
              <a:gradFill flip="none" rotWithShape="1">
                <a:gsLst>
                  <a:gs pos="0">
                    <a:srgbClr val="F6F8F9"/>
                  </a:gs>
                  <a:gs pos="43000">
                    <a:srgbClr val="D5DCE3"/>
                  </a:gs>
                  <a:gs pos="100000">
                    <a:srgbClr val="ADB8C2"/>
                  </a:gs>
                </a:gsLst>
                <a:lin ang="2700000" scaled="1"/>
                <a:tileRect/>
              </a:gradFill>
              <a:ln w="1807" cap="rnd" cmpd="sng" algn="ctr">
                <a:noFill/>
                <a:prstDash val="solid"/>
                <a:round/>
                <a:headEnd type="none" w="med" len="med"/>
                <a:tailEnd type="none" w="med" len="med"/>
              </a:ln>
              <a:effectLst/>
            </p:spPr>
          </p:sp>
          <p:sp>
            <p:nvSpPr>
              <p:cNvPr id="3007" name="ellipse_2822">
                <a:extLst>
                  <a:ext uri="{FF2B5EF4-FFF2-40B4-BE49-F238E27FC236}">
                    <a16:creationId xmlns:a16="http://schemas.microsoft.com/office/drawing/2014/main" id="{CDF04D54-B2A2-3E17-BCF9-E91961A4E29B}"/>
                  </a:ext>
                </a:extLst>
              </p:cNvPr>
              <p:cNvSpPr/>
              <p:nvPr/>
            </p:nvSpPr>
            <p:spPr>
              <a:xfrm>
                <a:off x="202176" y="5882924"/>
                <a:ext cx="37759" cy="37759"/>
              </a:xfrm>
              <a:prstGeom prst="ellipse">
                <a:avLst/>
              </a:prstGeom>
              <a:gradFill flip="none" rotWithShape="1">
                <a:gsLst>
                  <a:gs pos="0">
                    <a:srgbClr val="F7F9FA"/>
                  </a:gs>
                  <a:gs pos="43000">
                    <a:srgbClr val="DAE0E6"/>
                  </a:gs>
                  <a:gs pos="100000">
                    <a:srgbClr val="B2BDC6"/>
                  </a:gs>
                </a:gsLst>
                <a:lin ang="2700000" scaled="1"/>
                <a:tileRect/>
              </a:gradFill>
              <a:ln w="1807" cap="rnd" cmpd="sng" algn="ctr">
                <a:noFill/>
                <a:prstDash val="solid"/>
                <a:round/>
                <a:headEnd type="none" w="med" len="med"/>
                <a:tailEnd type="none" w="med" len="med"/>
              </a:ln>
              <a:effectLst/>
            </p:spPr>
          </p:sp>
          <p:sp>
            <p:nvSpPr>
              <p:cNvPr id="3008" name="ellipse_2823">
                <a:extLst>
                  <a:ext uri="{FF2B5EF4-FFF2-40B4-BE49-F238E27FC236}">
                    <a16:creationId xmlns:a16="http://schemas.microsoft.com/office/drawing/2014/main" id="{545DB3D1-8389-B5AB-2FB2-E84A59C628D2}"/>
                  </a:ext>
                </a:extLst>
              </p:cNvPr>
              <p:cNvSpPr/>
              <p:nvPr/>
            </p:nvSpPr>
            <p:spPr>
              <a:xfrm>
                <a:off x="172763" y="5801652"/>
                <a:ext cx="35653" cy="35653"/>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009" name="ellipse_2824">
                <a:extLst>
                  <a:ext uri="{FF2B5EF4-FFF2-40B4-BE49-F238E27FC236}">
                    <a16:creationId xmlns:a16="http://schemas.microsoft.com/office/drawing/2014/main" id="{895C6077-7E91-5CD1-179E-F9343EE7D4A8}"/>
                  </a:ext>
                </a:extLst>
              </p:cNvPr>
              <p:cNvSpPr/>
              <p:nvPr/>
            </p:nvSpPr>
            <p:spPr>
              <a:xfrm>
                <a:off x="554014" y="5811099"/>
                <a:ext cx="24854" cy="24854"/>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010" name="ellipse_2825">
                <a:extLst>
                  <a:ext uri="{FF2B5EF4-FFF2-40B4-BE49-F238E27FC236}">
                    <a16:creationId xmlns:a16="http://schemas.microsoft.com/office/drawing/2014/main" id="{14800BA9-5B07-0198-920E-9F336A0B5F3E}"/>
                  </a:ext>
                </a:extLst>
              </p:cNvPr>
              <p:cNvSpPr/>
              <p:nvPr/>
            </p:nvSpPr>
            <p:spPr>
              <a:xfrm>
                <a:off x="373355" y="5698866"/>
                <a:ext cx="39779" cy="39779"/>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011" name="ellipse_2826">
                <a:extLst>
                  <a:ext uri="{FF2B5EF4-FFF2-40B4-BE49-F238E27FC236}">
                    <a16:creationId xmlns:a16="http://schemas.microsoft.com/office/drawing/2014/main" id="{1CB4439F-9AD3-E7B6-6963-F2A990DBF6A8}"/>
                  </a:ext>
                </a:extLst>
              </p:cNvPr>
              <p:cNvSpPr/>
              <p:nvPr/>
            </p:nvSpPr>
            <p:spPr>
              <a:xfrm>
                <a:off x="457668" y="5878100"/>
                <a:ext cx="24710" cy="24710"/>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012" name="ellipse_2827">
                <a:extLst>
                  <a:ext uri="{FF2B5EF4-FFF2-40B4-BE49-F238E27FC236}">
                    <a16:creationId xmlns:a16="http://schemas.microsoft.com/office/drawing/2014/main" id="{CE530666-66F6-E8AD-060E-FF1996454C04}"/>
                  </a:ext>
                </a:extLst>
              </p:cNvPr>
              <p:cNvSpPr/>
              <p:nvPr/>
            </p:nvSpPr>
            <p:spPr>
              <a:xfrm>
                <a:off x="441345" y="5906882"/>
                <a:ext cx="31193" cy="31193"/>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013" name="ellipse_2828">
                <a:extLst>
                  <a:ext uri="{FF2B5EF4-FFF2-40B4-BE49-F238E27FC236}">
                    <a16:creationId xmlns:a16="http://schemas.microsoft.com/office/drawing/2014/main" id="{D9560D9D-C649-CB75-8BE6-23E2C85FF5CA}"/>
                  </a:ext>
                </a:extLst>
              </p:cNvPr>
              <p:cNvSpPr/>
              <p:nvPr/>
            </p:nvSpPr>
            <p:spPr>
              <a:xfrm>
                <a:off x="448501" y="5920842"/>
                <a:ext cx="24983" cy="24983"/>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014" name="ellipse_2829">
                <a:extLst>
                  <a:ext uri="{FF2B5EF4-FFF2-40B4-BE49-F238E27FC236}">
                    <a16:creationId xmlns:a16="http://schemas.microsoft.com/office/drawing/2014/main" id="{1118D27F-EE37-FBBA-4E1A-C05EE24FE959}"/>
                  </a:ext>
                </a:extLst>
              </p:cNvPr>
              <p:cNvSpPr/>
              <p:nvPr/>
            </p:nvSpPr>
            <p:spPr>
              <a:xfrm>
                <a:off x="345039" y="5666290"/>
                <a:ext cx="30845" cy="30845"/>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015" name="ellipse_2830">
                <a:extLst>
                  <a:ext uri="{FF2B5EF4-FFF2-40B4-BE49-F238E27FC236}">
                    <a16:creationId xmlns:a16="http://schemas.microsoft.com/office/drawing/2014/main" id="{C4E75276-731D-84EB-139D-36DC357D0DC3}"/>
                  </a:ext>
                </a:extLst>
              </p:cNvPr>
              <p:cNvSpPr/>
              <p:nvPr/>
            </p:nvSpPr>
            <p:spPr>
              <a:xfrm>
                <a:off x="453220" y="5880263"/>
                <a:ext cx="29276" cy="29276"/>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016" name="ellipse_2831">
                <a:extLst>
                  <a:ext uri="{FF2B5EF4-FFF2-40B4-BE49-F238E27FC236}">
                    <a16:creationId xmlns:a16="http://schemas.microsoft.com/office/drawing/2014/main" id="{379DC7C3-98FC-80E5-0D56-0A0118ADD734}"/>
                  </a:ext>
                </a:extLst>
              </p:cNvPr>
              <p:cNvSpPr/>
              <p:nvPr/>
            </p:nvSpPr>
            <p:spPr>
              <a:xfrm>
                <a:off x="390415" y="5923995"/>
                <a:ext cx="33461" cy="33461"/>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017" name="ellipse_2832">
                <a:extLst>
                  <a:ext uri="{FF2B5EF4-FFF2-40B4-BE49-F238E27FC236}">
                    <a16:creationId xmlns:a16="http://schemas.microsoft.com/office/drawing/2014/main" id="{917B097F-DE76-7941-2B70-38988F3C50CE}"/>
                  </a:ext>
                </a:extLst>
              </p:cNvPr>
              <p:cNvSpPr/>
              <p:nvPr/>
            </p:nvSpPr>
            <p:spPr>
              <a:xfrm>
                <a:off x="328664" y="5908942"/>
                <a:ext cx="33245" cy="33245"/>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018" name="ellipse_2833">
                <a:extLst>
                  <a:ext uri="{FF2B5EF4-FFF2-40B4-BE49-F238E27FC236}">
                    <a16:creationId xmlns:a16="http://schemas.microsoft.com/office/drawing/2014/main" id="{70687A5A-3394-1269-C800-94F701A14C95}"/>
                  </a:ext>
                </a:extLst>
              </p:cNvPr>
              <p:cNvSpPr/>
              <p:nvPr/>
            </p:nvSpPr>
            <p:spPr>
              <a:xfrm>
                <a:off x="185873" y="5835875"/>
                <a:ext cx="39829" cy="39829"/>
              </a:xfrm>
              <a:prstGeom prst="ellipse">
                <a:avLst/>
              </a:prstGeom>
              <a:gradFill flip="none" rotWithShape="1">
                <a:gsLst>
                  <a:gs pos="0">
                    <a:srgbClr val="F6F7F8"/>
                  </a:gs>
                  <a:gs pos="43000">
                    <a:srgbClr val="D2DADF"/>
                  </a:gs>
                  <a:gs pos="100000">
                    <a:srgbClr val="A9B5BE"/>
                  </a:gs>
                </a:gsLst>
                <a:lin ang="2700000" scaled="1"/>
                <a:tileRect/>
              </a:gradFill>
              <a:ln w="1807" cap="rnd" cmpd="sng" algn="ctr">
                <a:noFill/>
                <a:prstDash val="solid"/>
                <a:round/>
                <a:headEnd type="none" w="med" len="med"/>
                <a:tailEnd type="none" w="med" len="med"/>
              </a:ln>
              <a:effectLst/>
            </p:spPr>
          </p:sp>
          <p:sp>
            <p:nvSpPr>
              <p:cNvPr id="3019" name="ellipse_2834">
                <a:extLst>
                  <a:ext uri="{FF2B5EF4-FFF2-40B4-BE49-F238E27FC236}">
                    <a16:creationId xmlns:a16="http://schemas.microsoft.com/office/drawing/2014/main" id="{6989E617-1661-8C7C-FE25-78505398C300}"/>
                  </a:ext>
                </a:extLst>
              </p:cNvPr>
              <p:cNvSpPr/>
              <p:nvPr/>
            </p:nvSpPr>
            <p:spPr>
              <a:xfrm>
                <a:off x="423383" y="5709650"/>
                <a:ext cx="37338" cy="37338"/>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020" name="ellipse_2835">
                <a:extLst>
                  <a:ext uri="{FF2B5EF4-FFF2-40B4-BE49-F238E27FC236}">
                    <a16:creationId xmlns:a16="http://schemas.microsoft.com/office/drawing/2014/main" id="{27FB9E42-D5B4-3B04-C1CC-B84BF9E2B7A2}"/>
                  </a:ext>
                </a:extLst>
              </p:cNvPr>
              <p:cNvSpPr/>
              <p:nvPr/>
            </p:nvSpPr>
            <p:spPr>
              <a:xfrm>
                <a:off x="187101" y="5747518"/>
                <a:ext cx="32092" cy="32092"/>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021" name="ellipse_2836">
                <a:extLst>
                  <a:ext uri="{FF2B5EF4-FFF2-40B4-BE49-F238E27FC236}">
                    <a16:creationId xmlns:a16="http://schemas.microsoft.com/office/drawing/2014/main" id="{FBD13F52-FCBF-7895-D810-06C7837D7329}"/>
                  </a:ext>
                </a:extLst>
              </p:cNvPr>
              <p:cNvSpPr/>
              <p:nvPr/>
            </p:nvSpPr>
            <p:spPr>
              <a:xfrm>
                <a:off x="407256" y="5719549"/>
                <a:ext cx="34094" cy="34094"/>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022" name="ellipse_2837">
                <a:extLst>
                  <a:ext uri="{FF2B5EF4-FFF2-40B4-BE49-F238E27FC236}">
                    <a16:creationId xmlns:a16="http://schemas.microsoft.com/office/drawing/2014/main" id="{A8F8BDD8-A53E-2B5F-0D71-5CF53CC6F65D}"/>
                  </a:ext>
                </a:extLst>
              </p:cNvPr>
              <p:cNvSpPr/>
              <p:nvPr/>
            </p:nvSpPr>
            <p:spPr>
              <a:xfrm>
                <a:off x="186775" y="5850869"/>
                <a:ext cx="28916" cy="28916"/>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023" name="ellipse_2838">
                <a:extLst>
                  <a:ext uri="{FF2B5EF4-FFF2-40B4-BE49-F238E27FC236}">
                    <a16:creationId xmlns:a16="http://schemas.microsoft.com/office/drawing/2014/main" id="{6FDB071F-4E89-B7B7-6D2B-4622FD62CA72}"/>
                  </a:ext>
                </a:extLst>
              </p:cNvPr>
              <p:cNvSpPr/>
              <p:nvPr/>
            </p:nvSpPr>
            <p:spPr>
              <a:xfrm>
                <a:off x="352084" y="5943768"/>
                <a:ext cx="24906" cy="24906"/>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024" name="ellipse_2839">
                <a:extLst>
                  <a:ext uri="{FF2B5EF4-FFF2-40B4-BE49-F238E27FC236}">
                    <a16:creationId xmlns:a16="http://schemas.microsoft.com/office/drawing/2014/main" id="{FDECC6BD-7222-AC4A-2BFE-1F200429B5B2}"/>
                  </a:ext>
                </a:extLst>
              </p:cNvPr>
              <p:cNvSpPr/>
              <p:nvPr/>
            </p:nvSpPr>
            <p:spPr>
              <a:xfrm>
                <a:off x="413160" y="5899661"/>
                <a:ext cx="26981" cy="26981"/>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025" name="ellipse_2840">
                <a:extLst>
                  <a:ext uri="{FF2B5EF4-FFF2-40B4-BE49-F238E27FC236}">
                    <a16:creationId xmlns:a16="http://schemas.microsoft.com/office/drawing/2014/main" id="{6E4BBD7C-8A68-0DAF-C334-71AD9FD08167}"/>
                  </a:ext>
                </a:extLst>
              </p:cNvPr>
              <p:cNvSpPr/>
              <p:nvPr/>
            </p:nvSpPr>
            <p:spPr>
              <a:xfrm>
                <a:off x="314920" y="5706244"/>
                <a:ext cx="34606" cy="34606"/>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026" name="ellipse_2841">
                <a:extLst>
                  <a:ext uri="{FF2B5EF4-FFF2-40B4-BE49-F238E27FC236}">
                    <a16:creationId xmlns:a16="http://schemas.microsoft.com/office/drawing/2014/main" id="{F74F91CB-E736-5620-7F8B-11F7301A98EE}"/>
                  </a:ext>
                </a:extLst>
              </p:cNvPr>
              <p:cNvSpPr/>
              <p:nvPr/>
            </p:nvSpPr>
            <p:spPr>
              <a:xfrm>
                <a:off x="374860" y="5665801"/>
                <a:ext cx="31924" cy="3192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027" name="ellipse_2842">
                <a:extLst>
                  <a:ext uri="{FF2B5EF4-FFF2-40B4-BE49-F238E27FC236}">
                    <a16:creationId xmlns:a16="http://schemas.microsoft.com/office/drawing/2014/main" id="{3573A1B9-C86F-B24E-63B3-F13F47E40ED5}"/>
                  </a:ext>
                </a:extLst>
              </p:cNvPr>
              <p:cNvSpPr/>
              <p:nvPr/>
            </p:nvSpPr>
            <p:spPr>
              <a:xfrm>
                <a:off x="460196" y="5854774"/>
                <a:ext cx="34857" cy="34857"/>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028" name="ellipse_2843">
                <a:extLst>
                  <a:ext uri="{FF2B5EF4-FFF2-40B4-BE49-F238E27FC236}">
                    <a16:creationId xmlns:a16="http://schemas.microsoft.com/office/drawing/2014/main" id="{AAF04F67-3DBE-AEC1-B511-04A0852A3A18}"/>
                  </a:ext>
                </a:extLst>
              </p:cNvPr>
              <p:cNvSpPr/>
              <p:nvPr/>
            </p:nvSpPr>
            <p:spPr>
              <a:xfrm>
                <a:off x="313928" y="5924158"/>
                <a:ext cx="39031" cy="39031"/>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029" name="ellipse_2844">
                <a:extLst>
                  <a:ext uri="{FF2B5EF4-FFF2-40B4-BE49-F238E27FC236}">
                    <a16:creationId xmlns:a16="http://schemas.microsoft.com/office/drawing/2014/main" id="{AAC3785B-01F1-B2D6-6B02-864C20007812}"/>
                  </a:ext>
                </a:extLst>
              </p:cNvPr>
              <p:cNvSpPr/>
              <p:nvPr/>
            </p:nvSpPr>
            <p:spPr>
              <a:xfrm>
                <a:off x="335779" y="5705469"/>
                <a:ext cx="28310" cy="28310"/>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030" name="ellipse_2845">
                <a:extLst>
                  <a:ext uri="{FF2B5EF4-FFF2-40B4-BE49-F238E27FC236}">
                    <a16:creationId xmlns:a16="http://schemas.microsoft.com/office/drawing/2014/main" id="{E11ACD7C-23A0-F4DB-D6C1-D18CB96BF3E4}"/>
                  </a:ext>
                </a:extLst>
              </p:cNvPr>
              <p:cNvSpPr/>
              <p:nvPr/>
            </p:nvSpPr>
            <p:spPr>
              <a:xfrm>
                <a:off x="238164" y="5756720"/>
                <a:ext cx="34137" cy="34137"/>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031" name="ellipse_2846">
                <a:extLst>
                  <a:ext uri="{FF2B5EF4-FFF2-40B4-BE49-F238E27FC236}">
                    <a16:creationId xmlns:a16="http://schemas.microsoft.com/office/drawing/2014/main" id="{353950A3-65D5-D82C-2BEB-1C1BA65907DC}"/>
                  </a:ext>
                </a:extLst>
              </p:cNvPr>
              <p:cNvSpPr/>
              <p:nvPr/>
            </p:nvSpPr>
            <p:spPr>
              <a:xfrm>
                <a:off x="446862" y="5912990"/>
                <a:ext cx="28039" cy="28039"/>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032" name="ellipse_2847">
                <a:extLst>
                  <a:ext uri="{FF2B5EF4-FFF2-40B4-BE49-F238E27FC236}">
                    <a16:creationId xmlns:a16="http://schemas.microsoft.com/office/drawing/2014/main" id="{5957F5EB-140D-B34B-C303-BFC8E400CF30}"/>
                  </a:ext>
                </a:extLst>
              </p:cNvPr>
              <p:cNvSpPr/>
              <p:nvPr/>
            </p:nvSpPr>
            <p:spPr>
              <a:xfrm>
                <a:off x="229673" y="5842292"/>
                <a:ext cx="36022" cy="36022"/>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033" name="ellipse_2848">
                <a:extLst>
                  <a:ext uri="{FF2B5EF4-FFF2-40B4-BE49-F238E27FC236}">
                    <a16:creationId xmlns:a16="http://schemas.microsoft.com/office/drawing/2014/main" id="{D9D5AF89-4BD9-CA22-DD8E-7196C9110E9E}"/>
                  </a:ext>
                </a:extLst>
              </p:cNvPr>
              <p:cNvSpPr/>
              <p:nvPr/>
            </p:nvSpPr>
            <p:spPr>
              <a:xfrm>
                <a:off x="543712" y="5768664"/>
                <a:ext cx="32641" cy="32641"/>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034" name="ellipse_2849">
                <a:extLst>
                  <a:ext uri="{FF2B5EF4-FFF2-40B4-BE49-F238E27FC236}">
                    <a16:creationId xmlns:a16="http://schemas.microsoft.com/office/drawing/2014/main" id="{1E77A0EF-8DD4-4277-9A2B-67448E04F1C1}"/>
                  </a:ext>
                </a:extLst>
              </p:cNvPr>
              <p:cNvSpPr/>
              <p:nvPr/>
            </p:nvSpPr>
            <p:spPr>
              <a:xfrm>
                <a:off x="450294" y="5693630"/>
                <a:ext cx="25462" cy="25462"/>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035" name="ellipse_2850">
                <a:extLst>
                  <a:ext uri="{FF2B5EF4-FFF2-40B4-BE49-F238E27FC236}">
                    <a16:creationId xmlns:a16="http://schemas.microsoft.com/office/drawing/2014/main" id="{8578E8F8-3030-A888-D737-407ADABC3925}"/>
                  </a:ext>
                </a:extLst>
              </p:cNvPr>
              <p:cNvSpPr/>
              <p:nvPr/>
            </p:nvSpPr>
            <p:spPr>
              <a:xfrm>
                <a:off x="385359" y="5937604"/>
                <a:ext cx="36749" cy="36749"/>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036" name="ellipse_2851">
                <a:extLst>
                  <a:ext uri="{FF2B5EF4-FFF2-40B4-BE49-F238E27FC236}">
                    <a16:creationId xmlns:a16="http://schemas.microsoft.com/office/drawing/2014/main" id="{0896B222-DFD1-32B9-4E14-A78E1D5395A3}"/>
                  </a:ext>
                </a:extLst>
              </p:cNvPr>
              <p:cNvSpPr/>
              <p:nvPr/>
            </p:nvSpPr>
            <p:spPr>
              <a:xfrm>
                <a:off x="353932" y="5648310"/>
                <a:ext cx="34391" cy="34391"/>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037" name="ellipse_2852">
                <a:extLst>
                  <a:ext uri="{FF2B5EF4-FFF2-40B4-BE49-F238E27FC236}">
                    <a16:creationId xmlns:a16="http://schemas.microsoft.com/office/drawing/2014/main" id="{C6DE1FF6-A4AD-626D-1CD2-FDE8E5B3320B}"/>
                  </a:ext>
                </a:extLst>
              </p:cNvPr>
              <p:cNvSpPr/>
              <p:nvPr/>
            </p:nvSpPr>
            <p:spPr>
              <a:xfrm>
                <a:off x="176305" y="5883401"/>
                <a:ext cx="33923" cy="33923"/>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038" name="ellipse_2853">
                <a:extLst>
                  <a:ext uri="{FF2B5EF4-FFF2-40B4-BE49-F238E27FC236}">
                    <a16:creationId xmlns:a16="http://schemas.microsoft.com/office/drawing/2014/main" id="{CDF851E7-AEE4-DCF9-6B5C-198DD9439A45}"/>
                  </a:ext>
                </a:extLst>
              </p:cNvPr>
              <p:cNvSpPr/>
              <p:nvPr/>
            </p:nvSpPr>
            <p:spPr>
              <a:xfrm>
                <a:off x="510624" y="5801581"/>
                <a:ext cx="25208" cy="25208"/>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039" name="ellipse_2854">
                <a:extLst>
                  <a:ext uri="{FF2B5EF4-FFF2-40B4-BE49-F238E27FC236}">
                    <a16:creationId xmlns:a16="http://schemas.microsoft.com/office/drawing/2014/main" id="{51623553-F04C-5AAA-BF56-53EC66E77A24}"/>
                  </a:ext>
                </a:extLst>
              </p:cNvPr>
              <p:cNvSpPr/>
              <p:nvPr/>
            </p:nvSpPr>
            <p:spPr>
              <a:xfrm>
                <a:off x="517368" y="5889149"/>
                <a:ext cx="35835" cy="35835"/>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040" name="ellipse_2855">
                <a:extLst>
                  <a:ext uri="{FF2B5EF4-FFF2-40B4-BE49-F238E27FC236}">
                    <a16:creationId xmlns:a16="http://schemas.microsoft.com/office/drawing/2014/main" id="{EB19A27F-193A-1CEA-5D2F-B8420DBA3523}"/>
                  </a:ext>
                </a:extLst>
              </p:cNvPr>
              <p:cNvSpPr/>
              <p:nvPr/>
            </p:nvSpPr>
            <p:spPr>
              <a:xfrm>
                <a:off x="377563" y="5645738"/>
                <a:ext cx="38133" cy="38133"/>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041" name="ellipse_2856">
                <a:extLst>
                  <a:ext uri="{FF2B5EF4-FFF2-40B4-BE49-F238E27FC236}">
                    <a16:creationId xmlns:a16="http://schemas.microsoft.com/office/drawing/2014/main" id="{AA4E583E-B56F-DFF3-CF9A-32EF5AAE1A8D}"/>
                  </a:ext>
                </a:extLst>
              </p:cNvPr>
              <p:cNvSpPr/>
              <p:nvPr/>
            </p:nvSpPr>
            <p:spPr>
              <a:xfrm>
                <a:off x="250735" y="5716511"/>
                <a:ext cx="36913" cy="36913"/>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042" name="ellipse_2857">
                <a:extLst>
                  <a:ext uri="{FF2B5EF4-FFF2-40B4-BE49-F238E27FC236}">
                    <a16:creationId xmlns:a16="http://schemas.microsoft.com/office/drawing/2014/main" id="{093C871A-3B36-47FD-C1B0-7B1DE3F78DE3}"/>
                  </a:ext>
                </a:extLst>
              </p:cNvPr>
              <p:cNvSpPr/>
              <p:nvPr/>
            </p:nvSpPr>
            <p:spPr>
              <a:xfrm>
                <a:off x="492262" y="5798324"/>
                <a:ext cx="30077" cy="30077"/>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043" name="ellipse_2858">
                <a:extLst>
                  <a:ext uri="{FF2B5EF4-FFF2-40B4-BE49-F238E27FC236}">
                    <a16:creationId xmlns:a16="http://schemas.microsoft.com/office/drawing/2014/main" id="{465DF4AD-A234-C03C-D9B0-2DC9EEC79032}"/>
                  </a:ext>
                </a:extLst>
              </p:cNvPr>
              <p:cNvSpPr/>
              <p:nvPr/>
            </p:nvSpPr>
            <p:spPr>
              <a:xfrm>
                <a:off x="160558" y="5854711"/>
                <a:ext cx="30574" cy="30574"/>
              </a:xfrm>
              <a:prstGeom prst="ellipse">
                <a:avLst/>
              </a:prstGeom>
              <a:gradFill flip="none" rotWithShape="1">
                <a:gsLst>
                  <a:gs pos="0">
                    <a:srgbClr val="F6F8F9"/>
                  </a:gs>
                  <a:gs pos="43000">
                    <a:srgbClr val="D5DCE1"/>
                  </a:gs>
                  <a:gs pos="100000">
                    <a:srgbClr val="ACB8C1"/>
                  </a:gs>
                </a:gsLst>
                <a:lin ang="2700000" scaled="1"/>
                <a:tileRect/>
              </a:gradFill>
              <a:ln w="1807" cap="rnd" cmpd="sng" algn="ctr">
                <a:noFill/>
                <a:prstDash val="solid"/>
                <a:round/>
                <a:headEnd type="none" w="med" len="med"/>
                <a:tailEnd type="none" w="med" len="med"/>
              </a:ln>
              <a:effectLst/>
            </p:spPr>
          </p:sp>
          <p:sp>
            <p:nvSpPr>
              <p:cNvPr id="3044" name="ellipse_2859">
                <a:extLst>
                  <a:ext uri="{FF2B5EF4-FFF2-40B4-BE49-F238E27FC236}">
                    <a16:creationId xmlns:a16="http://schemas.microsoft.com/office/drawing/2014/main" id="{4696AAB1-E7AE-7BCC-3265-FFD08C35353F}"/>
                  </a:ext>
                </a:extLst>
              </p:cNvPr>
              <p:cNvSpPr/>
              <p:nvPr/>
            </p:nvSpPr>
            <p:spPr>
              <a:xfrm>
                <a:off x="188963" y="5905946"/>
                <a:ext cx="38308" cy="38308"/>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045" name="ellipse_2860">
                <a:extLst>
                  <a:ext uri="{FF2B5EF4-FFF2-40B4-BE49-F238E27FC236}">
                    <a16:creationId xmlns:a16="http://schemas.microsoft.com/office/drawing/2014/main" id="{84D43CD8-496A-598F-D7D6-AB4490E2582D}"/>
                  </a:ext>
                </a:extLst>
              </p:cNvPr>
              <p:cNvSpPr/>
              <p:nvPr/>
            </p:nvSpPr>
            <p:spPr>
              <a:xfrm>
                <a:off x="439210" y="5706433"/>
                <a:ext cx="36067" cy="36067"/>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046" name="ellipse_2861">
                <a:extLst>
                  <a:ext uri="{FF2B5EF4-FFF2-40B4-BE49-F238E27FC236}">
                    <a16:creationId xmlns:a16="http://schemas.microsoft.com/office/drawing/2014/main" id="{C9C66BA4-8222-194F-D5AA-3F95C902D182}"/>
                  </a:ext>
                </a:extLst>
              </p:cNvPr>
              <p:cNvSpPr/>
              <p:nvPr/>
            </p:nvSpPr>
            <p:spPr>
              <a:xfrm>
                <a:off x="391867" y="5652198"/>
                <a:ext cx="24393" cy="24393"/>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047" name="ellipse_2862">
                <a:extLst>
                  <a:ext uri="{FF2B5EF4-FFF2-40B4-BE49-F238E27FC236}">
                    <a16:creationId xmlns:a16="http://schemas.microsoft.com/office/drawing/2014/main" id="{C6E6AA3D-B637-EA75-5C85-C71FC5F30064}"/>
                  </a:ext>
                </a:extLst>
              </p:cNvPr>
              <p:cNvSpPr/>
              <p:nvPr/>
            </p:nvSpPr>
            <p:spPr>
              <a:xfrm>
                <a:off x="207923" y="5688224"/>
                <a:ext cx="34413" cy="34413"/>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048" name="ellipse_2863">
                <a:extLst>
                  <a:ext uri="{FF2B5EF4-FFF2-40B4-BE49-F238E27FC236}">
                    <a16:creationId xmlns:a16="http://schemas.microsoft.com/office/drawing/2014/main" id="{08102224-D137-EC81-6DA3-B310F07E42B3}"/>
                  </a:ext>
                </a:extLst>
              </p:cNvPr>
              <p:cNvSpPr/>
              <p:nvPr/>
            </p:nvSpPr>
            <p:spPr>
              <a:xfrm>
                <a:off x="216568" y="5796563"/>
                <a:ext cx="38760" cy="38760"/>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049" name="ellipse_2864">
                <a:extLst>
                  <a:ext uri="{FF2B5EF4-FFF2-40B4-BE49-F238E27FC236}">
                    <a16:creationId xmlns:a16="http://schemas.microsoft.com/office/drawing/2014/main" id="{A4767314-248B-4A14-819E-319D8B4569A2}"/>
                  </a:ext>
                </a:extLst>
              </p:cNvPr>
              <p:cNvSpPr/>
              <p:nvPr/>
            </p:nvSpPr>
            <p:spPr>
              <a:xfrm>
                <a:off x="192699" y="5792585"/>
                <a:ext cx="31366" cy="31366"/>
              </a:xfrm>
              <a:prstGeom prst="ellipse">
                <a:avLst/>
              </a:prstGeom>
              <a:gradFill flip="none" rotWithShape="1">
                <a:gsLst>
                  <a:gs pos="0">
                    <a:srgbClr val="F5F6F8"/>
                  </a:gs>
                  <a:gs pos="43000">
                    <a:srgbClr val="CDD6DD"/>
                  </a:gs>
                  <a:gs pos="100000">
                    <a:srgbClr val="A4B1BC"/>
                  </a:gs>
                </a:gsLst>
                <a:lin ang="2700000" scaled="1"/>
                <a:tileRect/>
              </a:gradFill>
              <a:ln w="1807" cap="rnd" cmpd="sng" algn="ctr">
                <a:noFill/>
                <a:prstDash val="solid"/>
                <a:round/>
                <a:headEnd type="none" w="med" len="med"/>
                <a:tailEnd type="none" w="med" len="med"/>
              </a:ln>
              <a:effectLst/>
            </p:spPr>
          </p:sp>
          <p:sp>
            <p:nvSpPr>
              <p:cNvPr id="3050" name="ellipse_2865">
                <a:extLst>
                  <a:ext uri="{FF2B5EF4-FFF2-40B4-BE49-F238E27FC236}">
                    <a16:creationId xmlns:a16="http://schemas.microsoft.com/office/drawing/2014/main" id="{476BFA03-FB30-1552-69F5-936343E352BA}"/>
                  </a:ext>
                </a:extLst>
              </p:cNvPr>
              <p:cNvSpPr/>
              <p:nvPr/>
            </p:nvSpPr>
            <p:spPr>
              <a:xfrm>
                <a:off x="358802" y="5931970"/>
                <a:ext cx="27163" cy="27163"/>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051" name="ellipse_2866">
                <a:extLst>
                  <a:ext uri="{FF2B5EF4-FFF2-40B4-BE49-F238E27FC236}">
                    <a16:creationId xmlns:a16="http://schemas.microsoft.com/office/drawing/2014/main" id="{B3D8555E-7593-2116-4AE1-DAE109153E6A}"/>
                  </a:ext>
                </a:extLst>
              </p:cNvPr>
              <p:cNvSpPr/>
              <p:nvPr/>
            </p:nvSpPr>
            <p:spPr>
              <a:xfrm>
                <a:off x="244814" y="5920367"/>
                <a:ext cx="30834" cy="30834"/>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052" name="ellipse_2867">
                <a:extLst>
                  <a:ext uri="{FF2B5EF4-FFF2-40B4-BE49-F238E27FC236}">
                    <a16:creationId xmlns:a16="http://schemas.microsoft.com/office/drawing/2014/main" id="{1E9D9DC9-CB1D-0B00-57C5-1C8877795D16}"/>
                  </a:ext>
                </a:extLst>
              </p:cNvPr>
              <p:cNvSpPr/>
              <p:nvPr/>
            </p:nvSpPr>
            <p:spPr>
              <a:xfrm>
                <a:off x="184490" y="5733812"/>
                <a:ext cx="31950" cy="31950"/>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053" name="ellipse_2868">
                <a:extLst>
                  <a:ext uri="{FF2B5EF4-FFF2-40B4-BE49-F238E27FC236}">
                    <a16:creationId xmlns:a16="http://schemas.microsoft.com/office/drawing/2014/main" id="{13373BF7-F43F-3FD6-0C66-C500254972EB}"/>
                  </a:ext>
                </a:extLst>
              </p:cNvPr>
              <p:cNvSpPr/>
              <p:nvPr/>
            </p:nvSpPr>
            <p:spPr>
              <a:xfrm>
                <a:off x="347980" y="5691315"/>
                <a:ext cx="27922" cy="27922"/>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054" name="ellipse_2869">
                <a:extLst>
                  <a:ext uri="{FF2B5EF4-FFF2-40B4-BE49-F238E27FC236}">
                    <a16:creationId xmlns:a16="http://schemas.microsoft.com/office/drawing/2014/main" id="{8DF15382-6C68-A3AD-38A3-9A769B358603}"/>
                  </a:ext>
                </a:extLst>
              </p:cNvPr>
              <p:cNvSpPr/>
              <p:nvPr/>
            </p:nvSpPr>
            <p:spPr>
              <a:xfrm>
                <a:off x="429796" y="5723751"/>
                <a:ext cx="38175" cy="38175"/>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grpSp>
        <p:sp>
          <p:nvSpPr>
            <p:cNvPr id="3055" name="Candidate blob | editable contour">
              <a:extLst>
                <a:ext uri="{FF2B5EF4-FFF2-40B4-BE49-F238E27FC236}">
                  <a16:creationId xmlns:a16="http://schemas.microsoft.com/office/drawing/2014/main" id="{1AC63664-2D30-6E94-66B4-D14316F419D3}"/>
                </a:ext>
              </a:extLst>
            </p:cNvPr>
            <p:cNvSpPr/>
            <p:nvPr/>
          </p:nvSpPr>
          <p:spPr>
            <a:xfrm>
              <a:off x="302286" y="5754734"/>
              <a:ext cx="109391" cy="82087"/>
            </a:xfrm>
            <a:custGeom>
              <a:avLst/>
              <a:gdLst/>
              <a:ahLst/>
              <a:cxnLst/>
              <a:rect l="0" t="0" r="w" b="h"/>
              <a:pathLst>
                <a:path w="109391" h="82087" extrusionOk="0">
                  <a:moveTo>
                    <a:pt x="2562" y="51602"/>
                  </a:moveTo>
                  <a:cubicBezTo>
                    <a:pt x="0" y="42552"/>
                    <a:pt x="9067" y="28738"/>
                    <a:pt x="14388" y="23022"/>
                  </a:cubicBezTo>
                  <a:cubicBezTo>
                    <a:pt x="19710" y="17306"/>
                    <a:pt x="28185" y="20800"/>
                    <a:pt x="34492" y="17306"/>
                  </a:cubicBezTo>
                  <a:cubicBezTo>
                    <a:pt x="40800" y="13813"/>
                    <a:pt x="44348" y="4128"/>
                    <a:pt x="52232" y="2064"/>
                  </a:cubicBezTo>
                  <a:cubicBezTo>
                    <a:pt x="60116" y="0"/>
                    <a:pt x="73913" y="1905"/>
                    <a:pt x="81797" y="4922"/>
                  </a:cubicBezTo>
                  <a:cubicBezTo>
                    <a:pt x="89680" y="7939"/>
                    <a:pt x="95199" y="13813"/>
                    <a:pt x="99535" y="20164"/>
                  </a:cubicBezTo>
                  <a:cubicBezTo>
                    <a:pt x="103872" y="26515"/>
                    <a:pt x="109391" y="35407"/>
                    <a:pt x="107814" y="43028"/>
                  </a:cubicBezTo>
                  <a:cubicBezTo>
                    <a:pt x="106237" y="50649"/>
                    <a:pt x="97565" y="59699"/>
                    <a:pt x="90075" y="65892"/>
                  </a:cubicBezTo>
                  <a:cubicBezTo>
                    <a:pt x="82585" y="72084"/>
                    <a:pt x="72927" y="78276"/>
                    <a:pt x="62875" y="80181"/>
                  </a:cubicBezTo>
                  <a:cubicBezTo>
                    <a:pt x="52823" y="82087"/>
                    <a:pt x="39814" y="82087"/>
                    <a:pt x="29762" y="77323"/>
                  </a:cubicBezTo>
                  <a:cubicBezTo>
                    <a:pt x="19710" y="72560"/>
                    <a:pt x="5125" y="60652"/>
                    <a:pt x="2562" y="51602"/>
                  </a:cubicBezTo>
                  <a:close/>
                </a:path>
              </a:pathLst>
            </a:custGeom>
            <a:gradFill flip="none" rotWithShape="1">
              <a:gsLst>
                <a:gs pos="0">
                  <a:srgbClr val="E7F1F9"/>
                </a:gs>
                <a:gs pos="48000">
                  <a:srgbClr val="79B3DC"/>
                </a:gs>
                <a:gs pos="100000">
                  <a:srgbClr val="5E9ECD"/>
                </a:gs>
              </a:gsLst>
              <a:lin ang="2700000" scaled="1"/>
              <a:tileRect/>
            </a:gradFill>
            <a:ln w="3285" cap="rnd" cmpd="sng" algn="ctr">
              <a:solidFill>
                <a:srgbClr val="68A6D3"/>
              </a:solidFill>
              <a:prstDash val="solid"/>
              <a:round/>
              <a:headEnd type="none" w="med" len="med"/>
              <a:tailEnd type="none" w="med" len="med"/>
            </a:ln>
            <a:effectLst/>
          </p:spPr>
        </p:sp>
        <p:sp>
          <p:nvSpPr>
            <p:cNvPr id="3056" name="ellipse_2871">
              <a:extLst>
                <a:ext uri="{FF2B5EF4-FFF2-40B4-BE49-F238E27FC236}">
                  <a16:creationId xmlns:a16="http://schemas.microsoft.com/office/drawing/2014/main" id="{BA925EFD-3199-FF13-29AA-570C32DB48E4}"/>
                </a:ext>
              </a:extLst>
            </p:cNvPr>
            <p:cNvSpPr/>
            <p:nvPr/>
          </p:nvSpPr>
          <p:spPr>
            <a:xfrm>
              <a:off x="327317" y="5777757"/>
              <a:ext cx="27200" cy="10479"/>
            </a:xfrm>
            <a:prstGeom prst="ellipse">
              <a:avLst/>
            </a:prstGeom>
            <a:solidFill>
              <a:srgbClr val="FFFFFF">
                <a:alpha val="35000"/>
              </a:srgbClr>
            </a:solidFill>
            <a:ln w="3285" cap="rnd" cmpd="sng" algn="ctr">
              <a:noFill/>
              <a:prstDash val="solid"/>
              <a:round/>
              <a:headEnd type="none" w="med" len="med"/>
              <a:tailEnd type="none" w="med" len="med"/>
            </a:ln>
            <a:effectLst/>
          </p:spPr>
        </p:sp>
        <p:sp>
          <p:nvSpPr>
            <p:cNvPr id="3057" name="Text | Site p">
              <a:extLst>
                <a:ext uri="{FF2B5EF4-FFF2-40B4-BE49-F238E27FC236}">
                  <a16:creationId xmlns:a16="http://schemas.microsoft.com/office/drawing/2014/main" id="{B7C24862-8977-E99E-4382-A5E1B3CB8E70}"/>
                </a:ext>
              </a:extLst>
            </p:cNvPr>
            <p:cNvSpPr txBox="1"/>
            <p:nvPr/>
          </p:nvSpPr>
          <p:spPr>
            <a:xfrm>
              <a:off x="203508" y="5975415"/>
              <a:ext cx="322253" cy="125947"/>
            </a:xfrm>
            <a:prstGeom prst="rect">
              <a:avLst/>
            </a:prstGeom>
            <a:noFill/>
            <a:ln>
              <a:noFill/>
            </a:ln>
            <a:effectLst/>
          </p:spPr>
          <p:txBody>
            <a:bodyPr vertOverflow="overflow" horzOverflow="overflow" wrap="none" lIns="0" tIns="0" rIns="0" bIns="0" anchor="t" anchorCtr="0">
              <a:noAutofit/>
            </a:bodyPr>
            <a:lstStyle/>
            <a:p>
              <a:pPr algn="ctr"/>
              <a:r>
                <a:rPr lang="en-US" sz="500" b="1" dirty="0">
                  <a:solidFill>
                    <a:srgbClr val="1D3043"/>
                  </a:solidFill>
                  <a:latin typeface="Arial"/>
                  <a:ea typeface="Arial"/>
                  <a:cs typeface="Arial"/>
                </a:rPr>
                <a:t>Site p</a:t>
              </a:r>
              <a:endParaRPr lang="en-US" sz="500"/>
            </a:p>
          </p:txBody>
        </p:sp>
        <p:sp>
          <p:nvSpPr>
            <p:cNvPr id="3058" name="Text | from Find">
              <a:extLst>
                <a:ext uri="{FF2B5EF4-FFF2-40B4-BE49-F238E27FC236}">
                  <a16:creationId xmlns:a16="http://schemas.microsoft.com/office/drawing/2014/main" id="{CDF906BB-FA1B-5286-C6D6-8955B8E3B12F}"/>
                </a:ext>
              </a:extLst>
            </p:cNvPr>
            <p:cNvSpPr txBox="1"/>
            <p:nvPr/>
          </p:nvSpPr>
          <p:spPr>
            <a:xfrm>
              <a:off x="181872" y="6070680"/>
              <a:ext cx="365527" cy="102623"/>
            </a:xfrm>
            <a:prstGeom prst="rect">
              <a:avLst/>
            </a:prstGeom>
            <a:noFill/>
            <a:ln>
              <a:noFill/>
            </a:ln>
            <a:effectLst/>
          </p:spPr>
          <p:txBody>
            <a:bodyPr vertOverflow="overflow" horzOverflow="overflow" wrap="none" lIns="0" tIns="0" rIns="0" bIns="0" anchor="t" anchorCtr="0">
              <a:noAutofit/>
            </a:bodyPr>
            <a:lstStyle/>
            <a:p>
              <a:pPr algn="ctr"/>
              <a:r>
                <a:rPr lang="en-US" sz="407" dirty="0">
                  <a:solidFill>
                    <a:srgbClr val="5E7180"/>
                  </a:solidFill>
                  <a:latin typeface="Arial"/>
                  <a:ea typeface="Arial"/>
                  <a:cs typeface="Arial"/>
                </a:rPr>
                <a:t>from Find</a:t>
              </a:r>
              <a:endParaRPr lang="en-US" sz="407"/>
            </a:p>
          </p:txBody>
        </p:sp>
        <p:sp>
          <p:nvSpPr>
            <p:cNvPr id="3059" name="Text | +">
              <a:extLst>
                <a:ext uri="{FF2B5EF4-FFF2-40B4-BE49-F238E27FC236}">
                  <a16:creationId xmlns:a16="http://schemas.microsoft.com/office/drawing/2014/main" id="{C93CE34C-7406-1F3A-CF80-1E58DA0A8FEC}"/>
                </a:ext>
              </a:extLst>
            </p:cNvPr>
            <p:cNvSpPr txBox="1"/>
            <p:nvPr/>
          </p:nvSpPr>
          <p:spPr>
            <a:xfrm>
              <a:off x="601134" y="5745465"/>
              <a:ext cx="124871" cy="149270"/>
            </a:xfrm>
            <a:prstGeom prst="rect">
              <a:avLst/>
            </a:prstGeom>
            <a:noFill/>
            <a:ln>
              <a:noFill/>
            </a:ln>
            <a:effectLst/>
          </p:spPr>
          <p:txBody>
            <a:bodyPr vertOverflow="overflow" horzOverflow="overflow" wrap="none" lIns="0" tIns="0" rIns="0" bIns="0" anchor="t" anchorCtr="0">
              <a:noAutofit/>
            </a:bodyPr>
            <a:lstStyle/>
            <a:p>
              <a:pPr algn="ctr"/>
              <a:r>
                <a:rPr lang="en-US" sz="593" dirty="0">
                  <a:solidFill>
                    <a:srgbClr val="5E7180"/>
                  </a:solidFill>
                  <a:latin typeface="Arial"/>
                  <a:ea typeface="Arial"/>
                  <a:cs typeface="Arial"/>
                </a:rPr>
                <a:t>+</a:t>
              </a:r>
              <a:endParaRPr lang="en-US" sz="593"/>
            </a:p>
          </p:txBody>
        </p:sp>
        <p:grpSp>
          <p:nvGrpSpPr>
            <p:cNvPr id="3060" name="d | Ligand identity: illustrative molecular graph">
              <a:extLst>
                <a:ext uri="{FF2B5EF4-FFF2-40B4-BE49-F238E27FC236}">
                  <a16:creationId xmlns:a16="http://schemas.microsoft.com/office/drawing/2014/main" id="{6F17B5D4-721F-340C-D6AC-A4CFF07AD109}"/>
                </a:ext>
              </a:extLst>
            </p:cNvPr>
            <p:cNvGrpSpPr/>
            <p:nvPr/>
          </p:nvGrpSpPr>
          <p:grpSpPr>
            <a:xfrm>
              <a:off x="863060" y="5744348"/>
              <a:ext cx="420988" cy="204721"/>
              <a:chOff x="863060" y="5744348"/>
              <a:chExt cx="420988" cy="204721"/>
            </a:xfrm>
          </p:grpSpPr>
          <p:cxnSp>
            <p:nvCxnSpPr>
              <p:cNvPr id="3061" name="path_2875">
                <a:extLst>
                  <a:ext uri="{FF2B5EF4-FFF2-40B4-BE49-F238E27FC236}">
                    <a16:creationId xmlns:a16="http://schemas.microsoft.com/office/drawing/2014/main" id="{15CC3E3C-E5A1-2FBE-ED18-CC29CF2CE169}"/>
                  </a:ext>
                </a:extLst>
              </p:cNvPr>
              <p:cNvCxnSpPr/>
              <p:nvPr/>
            </p:nvCxnSpPr>
            <p:spPr>
              <a:xfrm flipH="1">
                <a:off x="956231" y="5897889"/>
                <a:ext cx="93170" cy="51180"/>
              </a:xfrm>
              <a:prstGeom prst="line">
                <a:avLst/>
              </a:prstGeom>
              <a:noFill/>
              <a:ln w="12700" cap="rnd" cmpd="sng" algn="ctr">
                <a:solidFill>
                  <a:srgbClr val="238777"/>
                </a:solidFill>
                <a:prstDash val="solid"/>
                <a:round/>
                <a:headEnd type="none" w="med" len="med"/>
                <a:tailEnd type="none" w="med" len="med"/>
              </a:ln>
              <a:effectLst/>
            </p:spPr>
          </p:cxnSp>
          <p:cxnSp>
            <p:nvCxnSpPr>
              <p:cNvPr id="3062" name="path_2876">
                <a:extLst>
                  <a:ext uri="{FF2B5EF4-FFF2-40B4-BE49-F238E27FC236}">
                    <a16:creationId xmlns:a16="http://schemas.microsoft.com/office/drawing/2014/main" id="{A4BD2570-DB48-BC9B-36C7-8C2E0F651C50}"/>
                  </a:ext>
                </a:extLst>
              </p:cNvPr>
              <p:cNvCxnSpPr/>
              <p:nvPr/>
            </p:nvCxnSpPr>
            <p:spPr>
              <a:xfrm flipH="1" flipV="1">
                <a:off x="863060" y="5897889"/>
                <a:ext cx="93170" cy="51180"/>
              </a:xfrm>
              <a:prstGeom prst="line">
                <a:avLst/>
              </a:prstGeom>
              <a:noFill/>
              <a:ln w="12700" cap="rnd" cmpd="sng" algn="ctr">
                <a:solidFill>
                  <a:srgbClr val="238777"/>
                </a:solidFill>
                <a:prstDash val="solid"/>
                <a:round/>
                <a:headEnd type="none" w="med" len="med"/>
                <a:tailEnd type="none" w="med" len="med"/>
              </a:ln>
              <a:effectLst/>
            </p:spPr>
          </p:cxnSp>
          <p:cxnSp>
            <p:nvCxnSpPr>
              <p:cNvPr id="3063" name="path_2877">
                <a:extLst>
                  <a:ext uri="{FF2B5EF4-FFF2-40B4-BE49-F238E27FC236}">
                    <a16:creationId xmlns:a16="http://schemas.microsoft.com/office/drawing/2014/main" id="{A51C46EC-60EE-1CC6-B9F2-BD8C912517E4}"/>
                  </a:ext>
                </a:extLst>
              </p:cNvPr>
              <p:cNvCxnSpPr/>
              <p:nvPr/>
            </p:nvCxnSpPr>
            <p:spPr>
              <a:xfrm flipH="1" flipV="1">
                <a:off x="863060" y="5795528"/>
                <a:ext cx="0" cy="102361"/>
              </a:xfrm>
              <a:prstGeom prst="line">
                <a:avLst/>
              </a:prstGeom>
              <a:noFill/>
              <a:ln w="12700" cap="rnd" cmpd="sng" algn="ctr">
                <a:solidFill>
                  <a:srgbClr val="238777"/>
                </a:solidFill>
                <a:prstDash val="solid"/>
                <a:round/>
                <a:headEnd type="none" w="med" len="med"/>
                <a:tailEnd type="none" w="med" len="med"/>
              </a:ln>
              <a:effectLst/>
            </p:spPr>
          </p:cxnSp>
          <p:cxnSp>
            <p:nvCxnSpPr>
              <p:cNvPr id="3064" name="path_2878">
                <a:extLst>
                  <a:ext uri="{FF2B5EF4-FFF2-40B4-BE49-F238E27FC236}">
                    <a16:creationId xmlns:a16="http://schemas.microsoft.com/office/drawing/2014/main" id="{969BD4A0-F245-DE21-141E-2AEF2F7FC713}"/>
                  </a:ext>
                </a:extLst>
              </p:cNvPr>
              <p:cNvCxnSpPr/>
              <p:nvPr/>
            </p:nvCxnSpPr>
            <p:spPr>
              <a:xfrm flipV="1">
                <a:off x="863060" y="5744348"/>
                <a:ext cx="93170" cy="51180"/>
              </a:xfrm>
              <a:prstGeom prst="line">
                <a:avLst/>
              </a:prstGeom>
              <a:noFill/>
              <a:ln w="12700" cap="rnd" cmpd="sng" algn="ctr">
                <a:solidFill>
                  <a:srgbClr val="238777"/>
                </a:solidFill>
                <a:prstDash val="solid"/>
                <a:round/>
                <a:headEnd type="none" w="med" len="med"/>
                <a:tailEnd type="none" w="med" len="med"/>
              </a:ln>
              <a:effectLst/>
            </p:spPr>
          </p:cxnSp>
          <p:cxnSp>
            <p:nvCxnSpPr>
              <p:cNvPr id="3065" name="path_2879">
                <a:extLst>
                  <a:ext uri="{FF2B5EF4-FFF2-40B4-BE49-F238E27FC236}">
                    <a16:creationId xmlns:a16="http://schemas.microsoft.com/office/drawing/2014/main" id="{2B84DF99-0BD4-C95A-148E-8C7089E554CF}"/>
                  </a:ext>
                </a:extLst>
              </p:cNvPr>
              <p:cNvCxnSpPr/>
              <p:nvPr/>
            </p:nvCxnSpPr>
            <p:spPr>
              <a:xfrm>
                <a:off x="956231" y="5744348"/>
                <a:ext cx="93170" cy="51180"/>
              </a:xfrm>
              <a:prstGeom prst="line">
                <a:avLst/>
              </a:prstGeom>
              <a:noFill/>
              <a:ln w="12700" cap="rnd" cmpd="sng" algn="ctr">
                <a:solidFill>
                  <a:srgbClr val="238777"/>
                </a:solidFill>
                <a:prstDash val="solid"/>
                <a:round/>
                <a:headEnd type="none" w="med" len="med"/>
                <a:tailEnd type="none" w="med" len="med"/>
              </a:ln>
              <a:effectLst/>
            </p:spPr>
          </p:cxnSp>
          <p:cxnSp>
            <p:nvCxnSpPr>
              <p:cNvPr id="3066" name="path_2880">
                <a:extLst>
                  <a:ext uri="{FF2B5EF4-FFF2-40B4-BE49-F238E27FC236}">
                    <a16:creationId xmlns:a16="http://schemas.microsoft.com/office/drawing/2014/main" id="{BDC1DE67-8880-4FBC-8BB0-2FBD9EEE0E97}"/>
                  </a:ext>
                </a:extLst>
              </p:cNvPr>
              <p:cNvCxnSpPr/>
              <p:nvPr/>
            </p:nvCxnSpPr>
            <p:spPr>
              <a:xfrm flipH="1">
                <a:off x="1049401" y="5795528"/>
                <a:ext cx="0" cy="102361"/>
              </a:xfrm>
              <a:prstGeom prst="line">
                <a:avLst/>
              </a:prstGeom>
              <a:noFill/>
              <a:ln w="12700" cap="rnd" cmpd="sng" algn="ctr">
                <a:solidFill>
                  <a:srgbClr val="238777"/>
                </a:solidFill>
                <a:prstDash val="solid"/>
                <a:round/>
                <a:headEnd type="none" w="med" len="med"/>
                <a:tailEnd type="none" w="med" len="med"/>
              </a:ln>
              <a:effectLst/>
            </p:spPr>
          </p:cxnSp>
          <p:cxnSp>
            <p:nvCxnSpPr>
              <p:cNvPr id="3067" name="path_2881">
                <a:extLst>
                  <a:ext uri="{FF2B5EF4-FFF2-40B4-BE49-F238E27FC236}">
                    <a16:creationId xmlns:a16="http://schemas.microsoft.com/office/drawing/2014/main" id="{A46DE9C5-4828-051C-AC18-C12AC331E1A3}"/>
                  </a:ext>
                </a:extLst>
              </p:cNvPr>
              <p:cNvCxnSpPr/>
              <p:nvPr/>
            </p:nvCxnSpPr>
            <p:spPr>
              <a:xfrm flipV="1">
                <a:off x="1049401" y="5768591"/>
                <a:ext cx="83267" cy="129298"/>
              </a:xfrm>
              <a:prstGeom prst="line">
                <a:avLst/>
              </a:prstGeom>
              <a:noFill/>
              <a:ln w="12700" cap="rnd" cmpd="sng" algn="ctr">
                <a:solidFill>
                  <a:srgbClr val="238777"/>
                </a:solidFill>
                <a:prstDash val="solid"/>
                <a:round/>
                <a:headEnd type="none" w="med" len="med"/>
                <a:tailEnd type="none" w="med" len="med"/>
              </a:ln>
              <a:effectLst/>
            </p:spPr>
          </p:cxnSp>
          <p:cxnSp>
            <p:nvCxnSpPr>
              <p:cNvPr id="3068" name="path_2882">
                <a:extLst>
                  <a:ext uri="{FF2B5EF4-FFF2-40B4-BE49-F238E27FC236}">
                    <a16:creationId xmlns:a16="http://schemas.microsoft.com/office/drawing/2014/main" id="{2A3A5538-5FBF-3166-378E-CBD74F1BE370}"/>
                  </a:ext>
                </a:extLst>
              </p:cNvPr>
              <p:cNvCxnSpPr/>
              <p:nvPr/>
            </p:nvCxnSpPr>
            <p:spPr>
              <a:xfrm>
                <a:off x="1132668" y="5768591"/>
                <a:ext cx="60247" cy="56568"/>
              </a:xfrm>
              <a:prstGeom prst="line">
                <a:avLst/>
              </a:prstGeom>
              <a:noFill/>
              <a:ln w="12700" cap="rnd" cmpd="sng" algn="ctr">
                <a:solidFill>
                  <a:srgbClr val="238777"/>
                </a:solidFill>
                <a:prstDash val="solid"/>
                <a:round/>
                <a:headEnd type="none" w="med" len="med"/>
                <a:tailEnd type="none" w="med" len="med"/>
              </a:ln>
              <a:effectLst/>
            </p:spPr>
          </p:cxnSp>
          <p:cxnSp>
            <p:nvCxnSpPr>
              <p:cNvPr id="3069" name="path_2883">
                <a:extLst>
                  <a:ext uri="{FF2B5EF4-FFF2-40B4-BE49-F238E27FC236}">
                    <a16:creationId xmlns:a16="http://schemas.microsoft.com/office/drawing/2014/main" id="{636765F3-FA28-F396-63FD-17E52A24F159}"/>
                  </a:ext>
                </a:extLst>
              </p:cNvPr>
              <p:cNvCxnSpPr/>
              <p:nvPr/>
            </p:nvCxnSpPr>
            <p:spPr>
              <a:xfrm flipH="1">
                <a:off x="956231" y="5888677"/>
                <a:ext cx="76400" cy="41968"/>
              </a:xfrm>
              <a:prstGeom prst="line">
                <a:avLst/>
              </a:prstGeom>
              <a:noFill/>
              <a:ln w="12700" cap="rnd" cmpd="sng" algn="ctr">
                <a:solidFill>
                  <a:srgbClr val="238777"/>
                </a:solidFill>
                <a:prstDash val="solid"/>
                <a:round/>
                <a:headEnd type="none" w="med" len="med"/>
                <a:tailEnd type="none" w="med" len="med"/>
              </a:ln>
              <a:effectLst/>
            </p:spPr>
          </p:cxnSp>
          <p:cxnSp>
            <p:nvCxnSpPr>
              <p:cNvPr id="3070" name="path_2884">
                <a:extLst>
                  <a:ext uri="{FF2B5EF4-FFF2-40B4-BE49-F238E27FC236}">
                    <a16:creationId xmlns:a16="http://schemas.microsoft.com/office/drawing/2014/main" id="{4BF1B589-3DD2-C07F-1B98-D20E8BE78DE6}"/>
                  </a:ext>
                </a:extLst>
              </p:cNvPr>
              <p:cNvCxnSpPr/>
              <p:nvPr/>
            </p:nvCxnSpPr>
            <p:spPr>
              <a:xfrm flipH="1" flipV="1">
                <a:off x="879831" y="5804741"/>
                <a:ext cx="0" cy="83936"/>
              </a:xfrm>
              <a:prstGeom prst="line">
                <a:avLst/>
              </a:prstGeom>
              <a:noFill/>
              <a:ln w="12700" cap="rnd" cmpd="sng" algn="ctr">
                <a:solidFill>
                  <a:srgbClr val="238777"/>
                </a:solidFill>
                <a:prstDash val="solid"/>
                <a:round/>
                <a:headEnd type="none" w="med" len="med"/>
                <a:tailEnd type="none" w="med" len="med"/>
              </a:ln>
              <a:effectLst/>
            </p:spPr>
          </p:cxnSp>
          <p:cxnSp>
            <p:nvCxnSpPr>
              <p:cNvPr id="3071" name="path_2885">
                <a:extLst>
                  <a:ext uri="{FF2B5EF4-FFF2-40B4-BE49-F238E27FC236}">
                    <a16:creationId xmlns:a16="http://schemas.microsoft.com/office/drawing/2014/main" id="{862D822D-CC42-2DF0-4A8F-C0D833288877}"/>
                  </a:ext>
                </a:extLst>
              </p:cNvPr>
              <p:cNvCxnSpPr/>
              <p:nvPr/>
            </p:nvCxnSpPr>
            <p:spPr>
              <a:xfrm>
                <a:off x="956231" y="5762773"/>
                <a:ext cx="76400" cy="41968"/>
              </a:xfrm>
              <a:prstGeom prst="line">
                <a:avLst/>
              </a:prstGeom>
              <a:noFill/>
              <a:ln w="12700" cap="rnd" cmpd="sng" algn="ctr">
                <a:solidFill>
                  <a:srgbClr val="238777"/>
                </a:solidFill>
                <a:prstDash val="solid"/>
                <a:round/>
                <a:headEnd type="none" w="med" len="med"/>
                <a:tailEnd type="none" w="med" len="med"/>
              </a:ln>
              <a:effectLst/>
            </p:spPr>
          </p:cxnSp>
          <p:sp>
            <p:nvSpPr>
              <p:cNvPr id="3072" name="Text | O">
                <a:extLst>
                  <a:ext uri="{FF2B5EF4-FFF2-40B4-BE49-F238E27FC236}">
                    <a16:creationId xmlns:a16="http://schemas.microsoft.com/office/drawing/2014/main" id="{235F08C7-C889-CDF4-B335-8D1096BDCECE}"/>
                  </a:ext>
                </a:extLst>
              </p:cNvPr>
              <p:cNvSpPr txBox="1"/>
              <p:nvPr/>
            </p:nvSpPr>
            <p:spPr>
              <a:xfrm>
                <a:off x="1206055" y="5782454"/>
                <a:ext cx="77993" cy="93294"/>
              </a:xfrm>
              <a:prstGeom prst="rect">
                <a:avLst/>
              </a:prstGeom>
              <a:noFill/>
              <a:ln>
                <a:noFill/>
              </a:ln>
              <a:effectLst/>
            </p:spPr>
            <p:txBody>
              <a:bodyPr vertOverflow="overflow" horzOverflow="overflow" wrap="none" lIns="0" tIns="0" rIns="0" bIns="0" anchor="t" anchorCtr="0">
                <a:noAutofit/>
              </a:bodyPr>
              <a:lstStyle/>
              <a:p>
                <a:r>
                  <a:rPr lang="en-US" sz="370" dirty="0">
                    <a:solidFill>
                      <a:srgbClr val="CE4148"/>
                    </a:solidFill>
                    <a:latin typeface="Arial"/>
                    <a:ea typeface="Arial"/>
                    <a:cs typeface="Arial"/>
                  </a:rPr>
                  <a:t>O</a:t>
                </a:r>
                <a:endParaRPr lang="en-US" sz="370"/>
              </a:p>
            </p:txBody>
          </p:sp>
        </p:grpSp>
        <p:sp>
          <p:nvSpPr>
            <p:cNvPr id="3073" name="Text | SMILES">
              <a:extLst>
                <a:ext uri="{FF2B5EF4-FFF2-40B4-BE49-F238E27FC236}">
                  <a16:creationId xmlns:a16="http://schemas.microsoft.com/office/drawing/2014/main" id="{F934CD02-86F5-DE11-2C6C-3B9DE4FE8BC4}"/>
                </a:ext>
              </a:extLst>
            </p:cNvPr>
            <p:cNvSpPr txBox="1"/>
            <p:nvPr/>
          </p:nvSpPr>
          <p:spPr>
            <a:xfrm>
              <a:off x="786913" y="5975415"/>
              <a:ext cx="397173" cy="125947"/>
            </a:xfrm>
            <a:prstGeom prst="rect">
              <a:avLst/>
            </a:prstGeom>
            <a:noFill/>
            <a:ln>
              <a:noFill/>
            </a:ln>
            <a:effectLst/>
          </p:spPr>
          <p:txBody>
            <a:bodyPr vertOverflow="overflow" horzOverflow="overflow" wrap="none" lIns="0" tIns="0" rIns="0" bIns="0" anchor="t" anchorCtr="0">
              <a:noAutofit/>
            </a:bodyPr>
            <a:lstStyle/>
            <a:p>
              <a:pPr algn="ctr"/>
              <a:r>
                <a:rPr lang="en-US" sz="500" b="1" dirty="0">
                  <a:solidFill>
                    <a:srgbClr val="1D3043"/>
                  </a:solidFill>
                  <a:latin typeface="Arial"/>
                  <a:ea typeface="Arial"/>
                  <a:cs typeface="Arial"/>
                </a:rPr>
                <a:t>SMILES</a:t>
              </a:r>
              <a:endParaRPr lang="en-US" sz="500"/>
            </a:p>
          </p:txBody>
        </p:sp>
        <p:sp>
          <p:nvSpPr>
            <p:cNvPr id="3074" name="Text | +">
              <a:extLst>
                <a:ext uri="{FF2B5EF4-FFF2-40B4-BE49-F238E27FC236}">
                  <a16:creationId xmlns:a16="http://schemas.microsoft.com/office/drawing/2014/main" id="{75F0DDAF-651F-6095-983A-A0A70027D9EA}"/>
                </a:ext>
              </a:extLst>
            </p:cNvPr>
            <p:cNvSpPr txBox="1"/>
            <p:nvPr/>
          </p:nvSpPr>
          <p:spPr>
            <a:xfrm>
              <a:off x="1267989" y="5745465"/>
              <a:ext cx="124871" cy="149270"/>
            </a:xfrm>
            <a:prstGeom prst="rect">
              <a:avLst/>
            </a:prstGeom>
            <a:noFill/>
            <a:ln>
              <a:noFill/>
            </a:ln>
            <a:effectLst/>
          </p:spPr>
          <p:txBody>
            <a:bodyPr vertOverflow="overflow" horzOverflow="overflow" wrap="none" lIns="0" tIns="0" rIns="0" bIns="0" anchor="t" anchorCtr="0">
              <a:noAutofit/>
            </a:bodyPr>
            <a:lstStyle/>
            <a:p>
              <a:pPr algn="ctr"/>
              <a:r>
                <a:rPr lang="en-US" sz="593" dirty="0">
                  <a:solidFill>
                    <a:srgbClr val="5E7180"/>
                  </a:solidFill>
                  <a:latin typeface="Arial"/>
                  <a:ea typeface="Arial"/>
                  <a:cs typeface="Arial"/>
                </a:rPr>
                <a:t>+</a:t>
              </a:r>
              <a:endParaRPr lang="en-US" sz="593"/>
            </a:p>
          </p:txBody>
        </p:sp>
        <p:grpSp>
          <p:nvGrpSpPr>
            <p:cNvPr id="3075" name="d | Pocket: local receptor environment">
              <a:extLst>
                <a:ext uri="{FF2B5EF4-FFF2-40B4-BE49-F238E27FC236}">
                  <a16:creationId xmlns:a16="http://schemas.microsoft.com/office/drawing/2014/main" id="{AC94CD34-0173-AD3B-1A18-F3B55D3A21B4}"/>
                </a:ext>
              </a:extLst>
            </p:cNvPr>
            <p:cNvGrpSpPr/>
            <p:nvPr/>
          </p:nvGrpSpPr>
          <p:grpSpPr>
            <a:xfrm>
              <a:off x="1411968" y="5662376"/>
              <a:ext cx="418007" cy="338292"/>
              <a:chOff x="1411968" y="5662376"/>
              <a:chExt cx="418007" cy="338292"/>
            </a:xfrm>
          </p:grpSpPr>
          <p:sp>
            <p:nvSpPr>
              <p:cNvPr id="3076" name="ellipse_2889">
                <a:extLst>
                  <a:ext uri="{FF2B5EF4-FFF2-40B4-BE49-F238E27FC236}">
                    <a16:creationId xmlns:a16="http://schemas.microsoft.com/office/drawing/2014/main" id="{7B60ECAC-4DEB-A596-73C2-5D1E20B5796E}"/>
                  </a:ext>
                </a:extLst>
              </p:cNvPr>
              <p:cNvSpPr/>
              <p:nvPr/>
            </p:nvSpPr>
            <p:spPr>
              <a:xfrm>
                <a:off x="1477028" y="5730123"/>
                <a:ext cx="31529" cy="31529"/>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077" name="ellipse_2890">
                <a:extLst>
                  <a:ext uri="{FF2B5EF4-FFF2-40B4-BE49-F238E27FC236}">
                    <a16:creationId xmlns:a16="http://schemas.microsoft.com/office/drawing/2014/main" id="{A0E7DAA1-98D8-8BB9-A323-C5C9E0E5B9E4}"/>
                  </a:ext>
                </a:extLst>
              </p:cNvPr>
              <p:cNvSpPr/>
              <p:nvPr/>
            </p:nvSpPr>
            <p:spPr>
              <a:xfrm>
                <a:off x="1413313" y="5768742"/>
                <a:ext cx="29533" cy="29533"/>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078" name="ellipse_2891">
                <a:extLst>
                  <a:ext uri="{FF2B5EF4-FFF2-40B4-BE49-F238E27FC236}">
                    <a16:creationId xmlns:a16="http://schemas.microsoft.com/office/drawing/2014/main" id="{2B7FCAB8-5D8B-CD8F-BBA0-5027B8004BE3}"/>
                  </a:ext>
                </a:extLst>
              </p:cNvPr>
              <p:cNvSpPr/>
              <p:nvPr/>
            </p:nvSpPr>
            <p:spPr>
              <a:xfrm>
                <a:off x="1606772" y="5962955"/>
                <a:ext cx="37712" cy="37712"/>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079" name="ellipse_2892">
                <a:extLst>
                  <a:ext uri="{FF2B5EF4-FFF2-40B4-BE49-F238E27FC236}">
                    <a16:creationId xmlns:a16="http://schemas.microsoft.com/office/drawing/2014/main" id="{8313D06E-D8D0-3EA8-6AE6-F73DBD7B93BB}"/>
                  </a:ext>
                </a:extLst>
              </p:cNvPr>
              <p:cNvSpPr/>
              <p:nvPr/>
            </p:nvSpPr>
            <p:spPr>
              <a:xfrm>
                <a:off x="1692365" y="5876366"/>
                <a:ext cx="39137" cy="39137"/>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080" name="ellipse_2893">
                <a:extLst>
                  <a:ext uri="{FF2B5EF4-FFF2-40B4-BE49-F238E27FC236}">
                    <a16:creationId xmlns:a16="http://schemas.microsoft.com/office/drawing/2014/main" id="{B2049CB8-A0E2-2B65-A470-30D80BC1E16C}"/>
                  </a:ext>
                </a:extLst>
              </p:cNvPr>
              <p:cNvSpPr/>
              <p:nvPr/>
            </p:nvSpPr>
            <p:spPr>
              <a:xfrm>
                <a:off x="1446482" y="5820853"/>
                <a:ext cx="35562" cy="35562"/>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081" name="ellipse_2894">
                <a:extLst>
                  <a:ext uri="{FF2B5EF4-FFF2-40B4-BE49-F238E27FC236}">
                    <a16:creationId xmlns:a16="http://schemas.microsoft.com/office/drawing/2014/main" id="{09EBB36B-D82A-990C-753E-889C04A4C497}"/>
                  </a:ext>
                </a:extLst>
              </p:cNvPr>
              <p:cNvSpPr/>
              <p:nvPr/>
            </p:nvSpPr>
            <p:spPr>
              <a:xfrm>
                <a:off x="1411968" y="5817386"/>
                <a:ext cx="29762" cy="29762"/>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082" name="ellipse_2895">
                <a:extLst>
                  <a:ext uri="{FF2B5EF4-FFF2-40B4-BE49-F238E27FC236}">
                    <a16:creationId xmlns:a16="http://schemas.microsoft.com/office/drawing/2014/main" id="{76850AD1-DE6D-F49C-1E3E-08BB7C575C0E}"/>
                  </a:ext>
                </a:extLst>
              </p:cNvPr>
              <p:cNvSpPr/>
              <p:nvPr/>
            </p:nvSpPr>
            <p:spPr>
              <a:xfrm>
                <a:off x="1469529" y="5784286"/>
                <a:ext cx="35695" cy="35695"/>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083" name="ellipse_2896">
                <a:extLst>
                  <a:ext uri="{FF2B5EF4-FFF2-40B4-BE49-F238E27FC236}">
                    <a16:creationId xmlns:a16="http://schemas.microsoft.com/office/drawing/2014/main" id="{534508A2-7920-48BD-2F75-AB81431C630A}"/>
                  </a:ext>
                </a:extLst>
              </p:cNvPr>
              <p:cNvSpPr/>
              <p:nvPr/>
            </p:nvSpPr>
            <p:spPr>
              <a:xfrm>
                <a:off x="1485370" y="5743617"/>
                <a:ext cx="39374" cy="39374"/>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084" name="ellipse_2897">
                <a:extLst>
                  <a:ext uri="{FF2B5EF4-FFF2-40B4-BE49-F238E27FC236}">
                    <a16:creationId xmlns:a16="http://schemas.microsoft.com/office/drawing/2014/main" id="{BD081836-1C23-0543-3CE9-FD67FB3C88CC}"/>
                  </a:ext>
                </a:extLst>
              </p:cNvPr>
              <p:cNvSpPr/>
              <p:nvPr/>
            </p:nvSpPr>
            <p:spPr>
              <a:xfrm>
                <a:off x="1543334" y="5929029"/>
                <a:ext cx="29140" cy="29140"/>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085" name="ellipse_2898">
                <a:extLst>
                  <a:ext uri="{FF2B5EF4-FFF2-40B4-BE49-F238E27FC236}">
                    <a16:creationId xmlns:a16="http://schemas.microsoft.com/office/drawing/2014/main" id="{733497DA-0728-E058-FC6B-6E14DD0EF80E}"/>
                  </a:ext>
                </a:extLst>
              </p:cNvPr>
              <p:cNvSpPr/>
              <p:nvPr/>
            </p:nvSpPr>
            <p:spPr>
              <a:xfrm>
                <a:off x="1466275" y="5765882"/>
                <a:ext cx="25820" cy="25820"/>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086" name="ellipse_2899">
                <a:extLst>
                  <a:ext uri="{FF2B5EF4-FFF2-40B4-BE49-F238E27FC236}">
                    <a16:creationId xmlns:a16="http://schemas.microsoft.com/office/drawing/2014/main" id="{6E5D0B72-B6DB-4E3D-F7B9-F01D4688BDB3}"/>
                  </a:ext>
                </a:extLst>
              </p:cNvPr>
              <p:cNvSpPr/>
              <p:nvPr/>
            </p:nvSpPr>
            <p:spPr>
              <a:xfrm>
                <a:off x="1582840" y="5966745"/>
                <a:ext cx="30939" cy="30939"/>
              </a:xfrm>
              <a:prstGeom prst="ellipse">
                <a:avLst/>
              </a:prstGeom>
              <a:gradFill flip="none" rotWithShape="1">
                <a:gsLst>
                  <a:gs pos="0">
                    <a:srgbClr val="F6F7F9"/>
                  </a:gs>
                  <a:gs pos="43000">
                    <a:srgbClr val="D2DAE0"/>
                  </a:gs>
                  <a:gs pos="100000">
                    <a:srgbClr val="AAB6BF"/>
                  </a:gs>
                </a:gsLst>
                <a:lin ang="2700000" scaled="1"/>
                <a:tileRect/>
              </a:gradFill>
              <a:ln w="1807" cap="rnd" cmpd="sng" algn="ctr">
                <a:noFill/>
                <a:prstDash val="solid"/>
                <a:round/>
                <a:headEnd type="none" w="med" len="med"/>
                <a:tailEnd type="none" w="med" len="med"/>
              </a:ln>
              <a:effectLst/>
            </p:spPr>
          </p:sp>
          <p:sp>
            <p:nvSpPr>
              <p:cNvPr id="3087" name="ellipse_2900">
                <a:extLst>
                  <a:ext uri="{FF2B5EF4-FFF2-40B4-BE49-F238E27FC236}">
                    <a16:creationId xmlns:a16="http://schemas.microsoft.com/office/drawing/2014/main" id="{A00D7DDE-7129-45A3-277F-34B3CE2909AF}"/>
                  </a:ext>
                </a:extLst>
              </p:cNvPr>
              <p:cNvSpPr/>
              <p:nvPr/>
            </p:nvSpPr>
            <p:spPr>
              <a:xfrm>
                <a:off x="1507992" y="5722896"/>
                <a:ext cx="33525" cy="33525"/>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088" name="ellipse_2901">
                <a:extLst>
                  <a:ext uri="{FF2B5EF4-FFF2-40B4-BE49-F238E27FC236}">
                    <a16:creationId xmlns:a16="http://schemas.microsoft.com/office/drawing/2014/main" id="{FACBC99E-A2CB-9009-239C-4DEB6950EB85}"/>
                  </a:ext>
                </a:extLst>
              </p:cNvPr>
              <p:cNvSpPr/>
              <p:nvPr/>
            </p:nvSpPr>
            <p:spPr>
              <a:xfrm>
                <a:off x="1455591" y="5791788"/>
                <a:ext cx="31551" cy="31551"/>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089" name="ellipse_2902">
                <a:extLst>
                  <a:ext uri="{FF2B5EF4-FFF2-40B4-BE49-F238E27FC236}">
                    <a16:creationId xmlns:a16="http://schemas.microsoft.com/office/drawing/2014/main" id="{289630F6-779B-5B5E-93EC-572CD09F7E58}"/>
                  </a:ext>
                </a:extLst>
              </p:cNvPr>
              <p:cNvSpPr/>
              <p:nvPr/>
            </p:nvSpPr>
            <p:spPr>
              <a:xfrm>
                <a:off x="1565027" y="5913802"/>
                <a:ext cx="34699" cy="34699"/>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090" name="ellipse_2903">
                <a:extLst>
                  <a:ext uri="{FF2B5EF4-FFF2-40B4-BE49-F238E27FC236}">
                    <a16:creationId xmlns:a16="http://schemas.microsoft.com/office/drawing/2014/main" id="{C6A3CD06-DB30-3697-5094-169103753F08}"/>
                  </a:ext>
                </a:extLst>
              </p:cNvPr>
              <p:cNvSpPr/>
              <p:nvPr/>
            </p:nvSpPr>
            <p:spPr>
              <a:xfrm>
                <a:off x="1592477" y="5951568"/>
                <a:ext cx="38059" cy="38059"/>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091" name="ellipse_2904">
                <a:extLst>
                  <a:ext uri="{FF2B5EF4-FFF2-40B4-BE49-F238E27FC236}">
                    <a16:creationId xmlns:a16="http://schemas.microsoft.com/office/drawing/2014/main" id="{A178DB99-131F-2250-C71C-3E5F1D870185}"/>
                  </a:ext>
                </a:extLst>
              </p:cNvPr>
              <p:cNvSpPr/>
              <p:nvPr/>
            </p:nvSpPr>
            <p:spPr>
              <a:xfrm>
                <a:off x="1755519" y="5859269"/>
                <a:ext cx="33604" cy="33604"/>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092" name="ellipse_2905">
                <a:extLst>
                  <a:ext uri="{FF2B5EF4-FFF2-40B4-BE49-F238E27FC236}">
                    <a16:creationId xmlns:a16="http://schemas.microsoft.com/office/drawing/2014/main" id="{35C2C95D-DA96-687E-28EC-A1D318F09496}"/>
                  </a:ext>
                </a:extLst>
              </p:cNvPr>
              <p:cNvSpPr/>
              <p:nvPr/>
            </p:nvSpPr>
            <p:spPr>
              <a:xfrm>
                <a:off x="1714504" y="5932612"/>
                <a:ext cx="32252" cy="32252"/>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093" name="ellipse_2906">
                <a:extLst>
                  <a:ext uri="{FF2B5EF4-FFF2-40B4-BE49-F238E27FC236}">
                    <a16:creationId xmlns:a16="http://schemas.microsoft.com/office/drawing/2014/main" id="{1F47B549-8E04-D87D-BAD0-4327DA846C5A}"/>
                  </a:ext>
                </a:extLst>
              </p:cNvPr>
              <p:cNvSpPr/>
              <p:nvPr/>
            </p:nvSpPr>
            <p:spPr>
              <a:xfrm>
                <a:off x="1739282" y="5823798"/>
                <a:ext cx="27565" cy="27565"/>
              </a:xfrm>
              <a:prstGeom prst="ellipse">
                <a:avLst/>
              </a:prstGeom>
              <a:gradFill flip="none" rotWithShape="1">
                <a:gsLst>
                  <a:gs pos="0">
                    <a:srgbClr val="F7F9FA"/>
                  </a:gs>
                  <a:gs pos="43000">
                    <a:srgbClr val="D9E0E5"/>
                  </a:gs>
                  <a:gs pos="100000">
                    <a:srgbClr val="B1BDC5"/>
                  </a:gs>
                </a:gsLst>
                <a:lin ang="2700000" scaled="1"/>
                <a:tileRect/>
              </a:gradFill>
              <a:ln w="1807" cap="rnd" cmpd="sng" algn="ctr">
                <a:noFill/>
                <a:prstDash val="solid"/>
                <a:round/>
                <a:headEnd type="none" w="med" len="med"/>
                <a:tailEnd type="none" w="med" len="med"/>
              </a:ln>
              <a:effectLst/>
            </p:spPr>
          </p:sp>
          <p:sp>
            <p:nvSpPr>
              <p:cNvPr id="3094" name="ellipse_2907">
                <a:extLst>
                  <a:ext uri="{FF2B5EF4-FFF2-40B4-BE49-F238E27FC236}">
                    <a16:creationId xmlns:a16="http://schemas.microsoft.com/office/drawing/2014/main" id="{089DDF20-9D19-5AB0-AB3D-FA5D424468FB}"/>
                  </a:ext>
                </a:extLst>
              </p:cNvPr>
              <p:cNvSpPr/>
              <p:nvPr/>
            </p:nvSpPr>
            <p:spPr>
              <a:xfrm>
                <a:off x="1477659" y="5897421"/>
                <a:ext cx="33413" cy="33413"/>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095" name="ellipse_2908">
                <a:extLst>
                  <a:ext uri="{FF2B5EF4-FFF2-40B4-BE49-F238E27FC236}">
                    <a16:creationId xmlns:a16="http://schemas.microsoft.com/office/drawing/2014/main" id="{990EFC5C-69E3-ED7B-61F6-B57E82DB1535}"/>
                  </a:ext>
                </a:extLst>
              </p:cNvPr>
              <p:cNvSpPr/>
              <p:nvPr/>
            </p:nvSpPr>
            <p:spPr>
              <a:xfrm>
                <a:off x="1671524" y="5897894"/>
                <a:ext cx="34031" cy="34031"/>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096" name="ellipse_2909">
                <a:extLst>
                  <a:ext uri="{FF2B5EF4-FFF2-40B4-BE49-F238E27FC236}">
                    <a16:creationId xmlns:a16="http://schemas.microsoft.com/office/drawing/2014/main" id="{08DC1147-8FC4-2BAB-3530-0152C73F1D3F}"/>
                  </a:ext>
                </a:extLst>
              </p:cNvPr>
              <p:cNvSpPr/>
              <p:nvPr/>
            </p:nvSpPr>
            <p:spPr>
              <a:xfrm>
                <a:off x="1742971" y="5773835"/>
                <a:ext cx="35121" cy="35121"/>
              </a:xfrm>
              <a:prstGeom prst="ellipse">
                <a:avLst/>
              </a:prstGeom>
              <a:gradFill flip="none" rotWithShape="1">
                <a:gsLst>
                  <a:gs pos="0">
                    <a:srgbClr val="F5F7F8"/>
                  </a:gs>
                  <a:gs pos="43000">
                    <a:srgbClr val="CFD7DE"/>
                  </a:gs>
                  <a:gs pos="100000">
                    <a:srgbClr val="A5B3BD"/>
                  </a:gs>
                </a:gsLst>
                <a:lin ang="2700000" scaled="1"/>
                <a:tileRect/>
              </a:gradFill>
              <a:ln w="1807" cap="rnd" cmpd="sng" algn="ctr">
                <a:noFill/>
                <a:prstDash val="solid"/>
                <a:round/>
                <a:headEnd type="none" w="med" len="med"/>
                <a:tailEnd type="none" w="med" len="med"/>
              </a:ln>
              <a:effectLst/>
            </p:spPr>
          </p:sp>
          <p:sp>
            <p:nvSpPr>
              <p:cNvPr id="3097" name="ellipse_2910">
                <a:extLst>
                  <a:ext uri="{FF2B5EF4-FFF2-40B4-BE49-F238E27FC236}">
                    <a16:creationId xmlns:a16="http://schemas.microsoft.com/office/drawing/2014/main" id="{B53A543B-4157-7407-94A0-605959676090}"/>
                  </a:ext>
                </a:extLst>
              </p:cNvPr>
              <p:cNvSpPr/>
              <p:nvPr/>
            </p:nvSpPr>
            <p:spPr>
              <a:xfrm>
                <a:off x="1555987" y="5962446"/>
                <a:ext cx="25963" cy="25963"/>
              </a:xfrm>
              <a:prstGeom prst="ellipse">
                <a:avLst/>
              </a:prstGeom>
              <a:gradFill flip="none" rotWithShape="1">
                <a:gsLst>
                  <a:gs pos="0">
                    <a:srgbClr val="F6F7F9"/>
                  </a:gs>
                  <a:gs pos="43000">
                    <a:srgbClr val="D2DAE0"/>
                  </a:gs>
                  <a:gs pos="100000">
                    <a:srgbClr val="A9B5BF"/>
                  </a:gs>
                </a:gsLst>
                <a:lin ang="2700000" scaled="1"/>
                <a:tileRect/>
              </a:gradFill>
              <a:ln w="1807" cap="rnd" cmpd="sng" algn="ctr">
                <a:noFill/>
                <a:prstDash val="solid"/>
                <a:round/>
                <a:headEnd type="none" w="med" len="med"/>
                <a:tailEnd type="none" w="med" len="med"/>
              </a:ln>
              <a:effectLst/>
            </p:spPr>
          </p:sp>
          <p:sp>
            <p:nvSpPr>
              <p:cNvPr id="3098" name="ellipse_2911">
                <a:extLst>
                  <a:ext uri="{FF2B5EF4-FFF2-40B4-BE49-F238E27FC236}">
                    <a16:creationId xmlns:a16="http://schemas.microsoft.com/office/drawing/2014/main" id="{77ED85FB-97E7-DF4B-24F6-D63316FBDE9D}"/>
                  </a:ext>
                </a:extLst>
              </p:cNvPr>
              <p:cNvSpPr/>
              <p:nvPr/>
            </p:nvSpPr>
            <p:spPr>
              <a:xfrm>
                <a:off x="1725888" y="5766654"/>
                <a:ext cx="33262" cy="33262"/>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099" name="ellipse_2912">
                <a:extLst>
                  <a:ext uri="{FF2B5EF4-FFF2-40B4-BE49-F238E27FC236}">
                    <a16:creationId xmlns:a16="http://schemas.microsoft.com/office/drawing/2014/main" id="{42A530FA-F8D5-6041-BBFF-396361AB3562}"/>
                  </a:ext>
                </a:extLst>
              </p:cNvPr>
              <p:cNvSpPr/>
              <p:nvPr/>
            </p:nvSpPr>
            <p:spPr>
              <a:xfrm>
                <a:off x="1638437" y="5914338"/>
                <a:ext cx="38036" cy="38036"/>
              </a:xfrm>
              <a:prstGeom prst="ellipse">
                <a:avLst/>
              </a:prstGeom>
              <a:gradFill flip="none" rotWithShape="1">
                <a:gsLst>
                  <a:gs pos="0">
                    <a:srgbClr val="F5F6F8"/>
                  </a:gs>
                  <a:gs pos="43000">
                    <a:srgbClr val="CDD6DC"/>
                  </a:gs>
                  <a:gs pos="100000">
                    <a:srgbClr val="A4B1BB"/>
                  </a:gs>
                </a:gsLst>
                <a:lin ang="2700000" scaled="1"/>
                <a:tileRect/>
              </a:gradFill>
              <a:ln w="1807" cap="rnd" cmpd="sng" algn="ctr">
                <a:noFill/>
                <a:prstDash val="solid"/>
                <a:round/>
                <a:headEnd type="none" w="med" len="med"/>
                <a:tailEnd type="none" w="med" len="med"/>
              </a:ln>
              <a:effectLst/>
            </p:spPr>
          </p:sp>
          <p:sp>
            <p:nvSpPr>
              <p:cNvPr id="3100" name="ellipse_2913">
                <a:extLst>
                  <a:ext uri="{FF2B5EF4-FFF2-40B4-BE49-F238E27FC236}">
                    <a16:creationId xmlns:a16="http://schemas.microsoft.com/office/drawing/2014/main" id="{561D0462-09F3-AFAC-5356-827E4B2A10F9}"/>
                  </a:ext>
                </a:extLst>
              </p:cNvPr>
              <p:cNvSpPr/>
              <p:nvPr/>
            </p:nvSpPr>
            <p:spPr>
              <a:xfrm>
                <a:off x="1469814" y="5810243"/>
                <a:ext cx="26475" cy="26475"/>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101" name="ellipse_2914">
                <a:extLst>
                  <a:ext uri="{FF2B5EF4-FFF2-40B4-BE49-F238E27FC236}">
                    <a16:creationId xmlns:a16="http://schemas.microsoft.com/office/drawing/2014/main" id="{A82A132E-BF4D-F5CF-0E48-6A6A6717AB3D}"/>
                  </a:ext>
                </a:extLst>
              </p:cNvPr>
              <p:cNvSpPr/>
              <p:nvPr/>
            </p:nvSpPr>
            <p:spPr>
              <a:xfrm>
                <a:off x="1604446" y="5912480"/>
                <a:ext cx="25177" cy="25177"/>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02" name="ellipse_2915">
                <a:extLst>
                  <a:ext uri="{FF2B5EF4-FFF2-40B4-BE49-F238E27FC236}">
                    <a16:creationId xmlns:a16="http://schemas.microsoft.com/office/drawing/2014/main" id="{A7BF37A1-7CA9-8D29-D250-CFDAAB76466B}"/>
                  </a:ext>
                </a:extLst>
              </p:cNvPr>
              <p:cNvSpPr/>
              <p:nvPr/>
            </p:nvSpPr>
            <p:spPr>
              <a:xfrm>
                <a:off x="1537160" y="5725932"/>
                <a:ext cx="26446" cy="26446"/>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103" name="ellipse_2916">
                <a:extLst>
                  <a:ext uri="{FF2B5EF4-FFF2-40B4-BE49-F238E27FC236}">
                    <a16:creationId xmlns:a16="http://schemas.microsoft.com/office/drawing/2014/main" id="{16C14A85-AC96-210B-720D-E24C03EEEC42}"/>
                  </a:ext>
                </a:extLst>
              </p:cNvPr>
              <p:cNvSpPr/>
              <p:nvPr/>
            </p:nvSpPr>
            <p:spPr>
              <a:xfrm>
                <a:off x="1627934" y="5686479"/>
                <a:ext cx="28884" cy="28884"/>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104" name="ellipse_2917">
                <a:extLst>
                  <a:ext uri="{FF2B5EF4-FFF2-40B4-BE49-F238E27FC236}">
                    <a16:creationId xmlns:a16="http://schemas.microsoft.com/office/drawing/2014/main" id="{73C6DE77-81F2-3AEE-F29C-1530E7CD073A}"/>
                  </a:ext>
                </a:extLst>
              </p:cNvPr>
              <p:cNvSpPr/>
              <p:nvPr/>
            </p:nvSpPr>
            <p:spPr>
              <a:xfrm>
                <a:off x="1673455" y="5697854"/>
                <a:ext cx="24843" cy="24843"/>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105" name="ellipse_2918">
                <a:extLst>
                  <a:ext uri="{FF2B5EF4-FFF2-40B4-BE49-F238E27FC236}">
                    <a16:creationId xmlns:a16="http://schemas.microsoft.com/office/drawing/2014/main" id="{A3552DF2-1C65-3906-16F4-CE8F6CE380EC}"/>
                  </a:ext>
                </a:extLst>
              </p:cNvPr>
              <p:cNvSpPr/>
              <p:nvPr/>
            </p:nvSpPr>
            <p:spPr>
              <a:xfrm>
                <a:off x="1740188" y="5843935"/>
                <a:ext cx="33634" cy="33634"/>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106" name="ellipse_2919">
                <a:extLst>
                  <a:ext uri="{FF2B5EF4-FFF2-40B4-BE49-F238E27FC236}">
                    <a16:creationId xmlns:a16="http://schemas.microsoft.com/office/drawing/2014/main" id="{C52CCB76-050D-378A-D802-E7093094169F}"/>
                  </a:ext>
                </a:extLst>
              </p:cNvPr>
              <p:cNvSpPr/>
              <p:nvPr/>
            </p:nvSpPr>
            <p:spPr>
              <a:xfrm>
                <a:off x="1747527" y="5782823"/>
                <a:ext cx="38868" cy="38868"/>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107" name="ellipse_2920">
                <a:extLst>
                  <a:ext uri="{FF2B5EF4-FFF2-40B4-BE49-F238E27FC236}">
                    <a16:creationId xmlns:a16="http://schemas.microsoft.com/office/drawing/2014/main" id="{6FE894F1-E370-A730-22B6-BB3E42052DAE}"/>
                  </a:ext>
                </a:extLst>
              </p:cNvPr>
              <p:cNvSpPr/>
              <p:nvPr/>
            </p:nvSpPr>
            <p:spPr>
              <a:xfrm>
                <a:off x="1601887" y="5948096"/>
                <a:ext cx="25828" cy="25828"/>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108" name="ellipse_2921">
                <a:extLst>
                  <a:ext uri="{FF2B5EF4-FFF2-40B4-BE49-F238E27FC236}">
                    <a16:creationId xmlns:a16="http://schemas.microsoft.com/office/drawing/2014/main" id="{A17AA37B-7594-6153-4499-5996340789F6}"/>
                  </a:ext>
                </a:extLst>
              </p:cNvPr>
              <p:cNvSpPr/>
              <p:nvPr/>
            </p:nvSpPr>
            <p:spPr>
              <a:xfrm>
                <a:off x="1749582" y="5888113"/>
                <a:ext cx="36487" cy="36487"/>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109" name="ellipse_2922">
                <a:extLst>
                  <a:ext uri="{FF2B5EF4-FFF2-40B4-BE49-F238E27FC236}">
                    <a16:creationId xmlns:a16="http://schemas.microsoft.com/office/drawing/2014/main" id="{32B837C4-CAC1-03B5-7903-D6CFF50B6CB0}"/>
                  </a:ext>
                </a:extLst>
              </p:cNvPr>
              <p:cNvSpPr/>
              <p:nvPr/>
            </p:nvSpPr>
            <p:spPr>
              <a:xfrm>
                <a:off x="1731701" y="5860783"/>
                <a:ext cx="23989" cy="23989"/>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110" name="ellipse_2923">
                <a:extLst>
                  <a:ext uri="{FF2B5EF4-FFF2-40B4-BE49-F238E27FC236}">
                    <a16:creationId xmlns:a16="http://schemas.microsoft.com/office/drawing/2014/main" id="{27C35D5C-0892-E768-F4F5-6F7DC4085B15}"/>
                  </a:ext>
                </a:extLst>
              </p:cNvPr>
              <p:cNvSpPr/>
              <p:nvPr/>
            </p:nvSpPr>
            <p:spPr>
              <a:xfrm>
                <a:off x="1759056" y="5817672"/>
                <a:ext cx="28808" cy="28808"/>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111" name="ellipse_2924">
                <a:extLst>
                  <a:ext uri="{FF2B5EF4-FFF2-40B4-BE49-F238E27FC236}">
                    <a16:creationId xmlns:a16="http://schemas.microsoft.com/office/drawing/2014/main" id="{01008A8D-BDDF-840D-3ED2-BAF59EEAD08E}"/>
                  </a:ext>
                </a:extLst>
              </p:cNvPr>
              <p:cNvSpPr/>
              <p:nvPr/>
            </p:nvSpPr>
            <p:spPr>
              <a:xfrm>
                <a:off x="1547821" y="5674848"/>
                <a:ext cx="24536" cy="24536"/>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12" name="ellipse_2925">
                <a:extLst>
                  <a:ext uri="{FF2B5EF4-FFF2-40B4-BE49-F238E27FC236}">
                    <a16:creationId xmlns:a16="http://schemas.microsoft.com/office/drawing/2014/main" id="{2F07BD2C-BCA6-89DC-A33B-18DFD05E18F9}"/>
                  </a:ext>
                </a:extLst>
              </p:cNvPr>
              <p:cNvSpPr/>
              <p:nvPr/>
            </p:nvSpPr>
            <p:spPr>
              <a:xfrm>
                <a:off x="1436856" y="5736363"/>
                <a:ext cx="23841" cy="23841"/>
              </a:xfrm>
              <a:prstGeom prst="ellipse">
                <a:avLst/>
              </a:prstGeom>
              <a:gradFill flip="none" rotWithShape="1">
                <a:gsLst>
                  <a:gs pos="0">
                    <a:srgbClr val="F6F8F9"/>
                  </a:gs>
                  <a:gs pos="43000">
                    <a:srgbClr val="D5DCE3"/>
                  </a:gs>
                  <a:gs pos="100000">
                    <a:srgbClr val="ADB8C2"/>
                  </a:gs>
                </a:gsLst>
                <a:lin ang="2700000" scaled="1"/>
                <a:tileRect/>
              </a:gradFill>
              <a:ln w="1807" cap="rnd" cmpd="sng" algn="ctr">
                <a:noFill/>
                <a:prstDash val="solid"/>
                <a:round/>
                <a:headEnd type="none" w="med" len="med"/>
                <a:tailEnd type="none" w="med" len="med"/>
              </a:ln>
              <a:effectLst/>
            </p:spPr>
          </p:sp>
          <p:sp>
            <p:nvSpPr>
              <p:cNvPr id="3113" name="ellipse_2926">
                <a:extLst>
                  <a:ext uri="{FF2B5EF4-FFF2-40B4-BE49-F238E27FC236}">
                    <a16:creationId xmlns:a16="http://schemas.microsoft.com/office/drawing/2014/main" id="{41154845-2AEF-34C7-B8F4-9717444E83E0}"/>
                  </a:ext>
                </a:extLst>
              </p:cNvPr>
              <p:cNvSpPr/>
              <p:nvPr/>
            </p:nvSpPr>
            <p:spPr>
              <a:xfrm>
                <a:off x="1457390" y="5888267"/>
                <a:ext cx="35961" cy="35961"/>
              </a:xfrm>
              <a:prstGeom prst="ellipse">
                <a:avLst/>
              </a:prstGeom>
              <a:gradFill flip="none" rotWithShape="1">
                <a:gsLst>
                  <a:gs pos="0">
                    <a:srgbClr val="F7F9FA"/>
                  </a:gs>
                  <a:gs pos="43000">
                    <a:srgbClr val="DAE0E6"/>
                  </a:gs>
                  <a:gs pos="100000">
                    <a:srgbClr val="B2BDC6"/>
                  </a:gs>
                </a:gsLst>
                <a:lin ang="2700000" scaled="1"/>
                <a:tileRect/>
              </a:gradFill>
              <a:ln w="1807" cap="rnd" cmpd="sng" algn="ctr">
                <a:noFill/>
                <a:prstDash val="solid"/>
                <a:round/>
                <a:headEnd type="none" w="med" len="med"/>
                <a:tailEnd type="none" w="med" len="med"/>
              </a:ln>
              <a:effectLst/>
            </p:spPr>
          </p:sp>
          <p:sp>
            <p:nvSpPr>
              <p:cNvPr id="3114" name="ellipse_2927">
                <a:extLst>
                  <a:ext uri="{FF2B5EF4-FFF2-40B4-BE49-F238E27FC236}">
                    <a16:creationId xmlns:a16="http://schemas.microsoft.com/office/drawing/2014/main" id="{47789115-8539-BAD2-5737-E99499978C04}"/>
                  </a:ext>
                </a:extLst>
              </p:cNvPr>
              <p:cNvSpPr/>
              <p:nvPr/>
            </p:nvSpPr>
            <p:spPr>
              <a:xfrm>
                <a:off x="1428158" y="5810865"/>
                <a:ext cx="33956" cy="33956"/>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115" name="ellipse_2928">
                <a:extLst>
                  <a:ext uri="{FF2B5EF4-FFF2-40B4-BE49-F238E27FC236}">
                    <a16:creationId xmlns:a16="http://schemas.microsoft.com/office/drawing/2014/main" id="{3B82327E-4E20-068D-8278-156D11E5F902}"/>
                  </a:ext>
                </a:extLst>
              </p:cNvPr>
              <p:cNvSpPr/>
              <p:nvPr/>
            </p:nvSpPr>
            <p:spPr>
              <a:xfrm>
                <a:off x="1806304" y="5819862"/>
                <a:ext cx="23670" cy="23670"/>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116" name="ellipse_2929">
                <a:extLst>
                  <a:ext uri="{FF2B5EF4-FFF2-40B4-BE49-F238E27FC236}">
                    <a16:creationId xmlns:a16="http://schemas.microsoft.com/office/drawing/2014/main" id="{DAA9B7C4-77AF-A09E-E5CF-EE14A6E15F3A}"/>
                  </a:ext>
                </a:extLst>
              </p:cNvPr>
              <p:cNvSpPr/>
              <p:nvPr/>
            </p:nvSpPr>
            <p:spPr>
              <a:xfrm>
                <a:off x="1627313" y="5712973"/>
                <a:ext cx="37885" cy="37885"/>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117" name="ellipse_2930">
                <a:extLst>
                  <a:ext uri="{FF2B5EF4-FFF2-40B4-BE49-F238E27FC236}">
                    <a16:creationId xmlns:a16="http://schemas.microsoft.com/office/drawing/2014/main" id="{93DEC075-7216-4488-89A3-AC730835324B}"/>
                  </a:ext>
                </a:extLst>
              </p:cNvPr>
              <p:cNvSpPr/>
              <p:nvPr/>
            </p:nvSpPr>
            <p:spPr>
              <a:xfrm>
                <a:off x="1710685" y="5883673"/>
                <a:ext cx="23533" cy="23533"/>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118" name="ellipse_2931">
                <a:extLst>
                  <a:ext uri="{FF2B5EF4-FFF2-40B4-BE49-F238E27FC236}">
                    <a16:creationId xmlns:a16="http://schemas.microsoft.com/office/drawing/2014/main" id="{AC389708-7839-2AA1-02F8-006656DB1740}"/>
                  </a:ext>
                </a:extLst>
              </p:cNvPr>
              <p:cNvSpPr/>
              <p:nvPr/>
            </p:nvSpPr>
            <p:spPr>
              <a:xfrm>
                <a:off x="1694615" y="5911084"/>
                <a:ext cx="29708" cy="29708"/>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119" name="ellipse_2932">
                <a:extLst>
                  <a:ext uri="{FF2B5EF4-FFF2-40B4-BE49-F238E27FC236}">
                    <a16:creationId xmlns:a16="http://schemas.microsoft.com/office/drawing/2014/main" id="{2B285204-D12C-5AD0-5CB6-5CF3611B1B06}"/>
                  </a:ext>
                </a:extLst>
              </p:cNvPr>
              <p:cNvSpPr/>
              <p:nvPr/>
            </p:nvSpPr>
            <p:spPr>
              <a:xfrm>
                <a:off x="1701593" y="5924380"/>
                <a:ext cx="23793" cy="23793"/>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120" name="ellipse_2933">
                <a:extLst>
                  <a:ext uri="{FF2B5EF4-FFF2-40B4-BE49-F238E27FC236}">
                    <a16:creationId xmlns:a16="http://schemas.microsoft.com/office/drawing/2014/main" id="{3ECB1817-221C-DFB8-4064-949636952C84}"/>
                  </a:ext>
                </a:extLst>
              </p:cNvPr>
              <p:cNvSpPr/>
              <p:nvPr/>
            </p:nvSpPr>
            <p:spPr>
              <a:xfrm>
                <a:off x="1599033" y="5681949"/>
                <a:ext cx="29376" cy="29376"/>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121" name="ellipse_2934">
                <a:extLst>
                  <a:ext uri="{FF2B5EF4-FFF2-40B4-BE49-F238E27FC236}">
                    <a16:creationId xmlns:a16="http://schemas.microsoft.com/office/drawing/2014/main" id="{8B396DDB-AB1E-7563-D58B-C2005C20D622}"/>
                  </a:ext>
                </a:extLst>
              </p:cNvPr>
              <p:cNvSpPr/>
              <p:nvPr/>
            </p:nvSpPr>
            <p:spPr>
              <a:xfrm>
                <a:off x="1706363" y="5885733"/>
                <a:ext cx="27882" cy="27882"/>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122" name="ellipse_2935">
                <a:extLst>
                  <a:ext uri="{FF2B5EF4-FFF2-40B4-BE49-F238E27FC236}">
                    <a16:creationId xmlns:a16="http://schemas.microsoft.com/office/drawing/2014/main" id="{EECCC90D-CA9E-F377-513C-6B6461DD2625}"/>
                  </a:ext>
                </a:extLst>
              </p:cNvPr>
              <p:cNvSpPr/>
              <p:nvPr/>
            </p:nvSpPr>
            <p:spPr>
              <a:xfrm>
                <a:off x="1644117" y="5927383"/>
                <a:ext cx="31868" cy="31868"/>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123" name="ellipse_2936">
                <a:extLst>
                  <a:ext uri="{FF2B5EF4-FFF2-40B4-BE49-F238E27FC236}">
                    <a16:creationId xmlns:a16="http://schemas.microsoft.com/office/drawing/2014/main" id="{1C892696-0BDA-1108-2054-6A83B60D8358}"/>
                  </a:ext>
                </a:extLst>
              </p:cNvPr>
              <p:cNvSpPr/>
              <p:nvPr/>
            </p:nvSpPr>
            <p:spPr>
              <a:xfrm>
                <a:off x="1582830" y="5913046"/>
                <a:ext cx="31662" cy="31662"/>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124" name="ellipse_2937">
                <a:extLst>
                  <a:ext uri="{FF2B5EF4-FFF2-40B4-BE49-F238E27FC236}">
                    <a16:creationId xmlns:a16="http://schemas.microsoft.com/office/drawing/2014/main" id="{44E2CABD-5D69-8C7B-4FEC-8ACBC2165D39}"/>
                  </a:ext>
                </a:extLst>
              </p:cNvPr>
              <p:cNvSpPr/>
              <p:nvPr/>
            </p:nvSpPr>
            <p:spPr>
              <a:xfrm>
                <a:off x="1441252" y="5843458"/>
                <a:ext cx="37932" cy="37932"/>
              </a:xfrm>
              <a:prstGeom prst="ellipse">
                <a:avLst/>
              </a:prstGeom>
              <a:gradFill flip="none" rotWithShape="1">
                <a:gsLst>
                  <a:gs pos="0">
                    <a:srgbClr val="F6F7F8"/>
                  </a:gs>
                  <a:gs pos="43000">
                    <a:srgbClr val="D2DADF"/>
                  </a:gs>
                  <a:gs pos="100000">
                    <a:srgbClr val="A9B5BE"/>
                  </a:gs>
                </a:gsLst>
                <a:lin ang="2700000" scaled="1"/>
                <a:tileRect/>
              </a:gradFill>
              <a:ln w="1807" cap="rnd" cmpd="sng" algn="ctr">
                <a:noFill/>
                <a:prstDash val="solid"/>
                <a:round/>
                <a:headEnd type="none" w="med" len="med"/>
                <a:tailEnd type="none" w="med" len="med"/>
              </a:ln>
              <a:effectLst/>
            </p:spPr>
          </p:sp>
          <p:sp>
            <p:nvSpPr>
              <p:cNvPr id="3125" name="ellipse_2938">
                <a:extLst>
                  <a:ext uri="{FF2B5EF4-FFF2-40B4-BE49-F238E27FC236}">
                    <a16:creationId xmlns:a16="http://schemas.microsoft.com/office/drawing/2014/main" id="{ABA868C9-4E77-C466-5BC4-FA511D707719}"/>
                  </a:ext>
                </a:extLst>
              </p:cNvPr>
              <p:cNvSpPr/>
              <p:nvPr/>
            </p:nvSpPr>
            <p:spPr>
              <a:xfrm>
                <a:off x="1676913" y="5723244"/>
                <a:ext cx="35560" cy="35560"/>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26" name="ellipse_2939">
                <a:extLst>
                  <a:ext uri="{FF2B5EF4-FFF2-40B4-BE49-F238E27FC236}">
                    <a16:creationId xmlns:a16="http://schemas.microsoft.com/office/drawing/2014/main" id="{E8F733A9-678C-530E-C886-59A19B6B7D88}"/>
                  </a:ext>
                </a:extLst>
              </p:cNvPr>
              <p:cNvSpPr/>
              <p:nvPr/>
            </p:nvSpPr>
            <p:spPr>
              <a:xfrm>
                <a:off x="1442316" y="5759309"/>
                <a:ext cx="30564" cy="30564"/>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127" name="ellipse_2940">
                <a:extLst>
                  <a:ext uri="{FF2B5EF4-FFF2-40B4-BE49-F238E27FC236}">
                    <a16:creationId xmlns:a16="http://schemas.microsoft.com/office/drawing/2014/main" id="{C6713295-20D6-E39F-6879-C3CD69DF2AED}"/>
                  </a:ext>
                </a:extLst>
              </p:cNvPr>
              <p:cNvSpPr/>
              <p:nvPr/>
            </p:nvSpPr>
            <p:spPr>
              <a:xfrm>
                <a:off x="1660843" y="5732672"/>
                <a:ext cx="32471" cy="32471"/>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128" name="ellipse_2941">
                <a:extLst>
                  <a:ext uri="{FF2B5EF4-FFF2-40B4-BE49-F238E27FC236}">
                    <a16:creationId xmlns:a16="http://schemas.microsoft.com/office/drawing/2014/main" id="{4D9FB5C8-716A-4C4B-5902-093C8B78240C}"/>
                  </a:ext>
                </a:extLst>
              </p:cNvPr>
              <p:cNvSpPr/>
              <p:nvPr/>
            </p:nvSpPr>
            <p:spPr>
              <a:xfrm>
                <a:off x="1441929" y="5857738"/>
                <a:ext cx="27539" cy="27539"/>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129" name="ellipse_2942">
                <a:extLst>
                  <a:ext uri="{FF2B5EF4-FFF2-40B4-BE49-F238E27FC236}">
                    <a16:creationId xmlns:a16="http://schemas.microsoft.com/office/drawing/2014/main" id="{2B7A2F4A-23BC-09E0-FF58-311575DFD680}"/>
                  </a:ext>
                </a:extLst>
              </p:cNvPr>
              <p:cNvSpPr/>
              <p:nvPr/>
            </p:nvSpPr>
            <p:spPr>
              <a:xfrm>
                <a:off x="1605905" y="5946213"/>
                <a:ext cx="23720" cy="23720"/>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130" name="ellipse_2943">
                <a:extLst>
                  <a:ext uri="{FF2B5EF4-FFF2-40B4-BE49-F238E27FC236}">
                    <a16:creationId xmlns:a16="http://schemas.microsoft.com/office/drawing/2014/main" id="{CD730999-5CB8-2BDD-FB2B-6E13F26B7A6B}"/>
                  </a:ext>
                </a:extLst>
              </p:cNvPr>
              <p:cNvSpPr/>
              <p:nvPr/>
            </p:nvSpPr>
            <p:spPr>
              <a:xfrm>
                <a:off x="1666560" y="5904207"/>
                <a:ext cx="25696" cy="25696"/>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131" name="ellipse_2944">
                <a:extLst>
                  <a:ext uri="{FF2B5EF4-FFF2-40B4-BE49-F238E27FC236}">
                    <a16:creationId xmlns:a16="http://schemas.microsoft.com/office/drawing/2014/main" id="{F7FCE6C9-A029-CF25-E4F6-401A98011A5D}"/>
                  </a:ext>
                </a:extLst>
              </p:cNvPr>
              <p:cNvSpPr/>
              <p:nvPr/>
            </p:nvSpPr>
            <p:spPr>
              <a:xfrm>
                <a:off x="1569217" y="5720001"/>
                <a:ext cx="32959" cy="32959"/>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132" name="ellipse_2945">
                <a:extLst>
                  <a:ext uri="{FF2B5EF4-FFF2-40B4-BE49-F238E27FC236}">
                    <a16:creationId xmlns:a16="http://schemas.microsoft.com/office/drawing/2014/main" id="{A7E78520-B78F-D4CC-5BA4-C47BD5192889}"/>
                  </a:ext>
                </a:extLst>
              </p:cNvPr>
              <p:cNvSpPr/>
              <p:nvPr/>
            </p:nvSpPr>
            <p:spPr>
              <a:xfrm>
                <a:off x="1628649" y="5681483"/>
                <a:ext cx="30404" cy="3040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133" name="ellipse_2946">
                <a:extLst>
                  <a:ext uri="{FF2B5EF4-FFF2-40B4-BE49-F238E27FC236}">
                    <a16:creationId xmlns:a16="http://schemas.microsoft.com/office/drawing/2014/main" id="{7ECCE54B-5FCF-70EF-2FF4-8ECB55F854DE}"/>
                  </a:ext>
                </a:extLst>
              </p:cNvPr>
              <p:cNvSpPr/>
              <p:nvPr/>
            </p:nvSpPr>
            <p:spPr>
              <a:xfrm>
                <a:off x="1713397" y="5861457"/>
                <a:ext cx="33198" cy="33198"/>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134" name="ellipse_2947">
                <a:extLst>
                  <a:ext uri="{FF2B5EF4-FFF2-40B4-BE49-F238E27FC236}">
                    <a16:creationId xmlns:a16="http://schemas.microsoft.com/office/drawing/2014/main" id="{729F2615-50A7-F35F-1132-F26A55603182}"/>
                  </a:ext>
                </a:extLst>
              </p:cNvPr>
              <p:cNvSpPr/>
              <p:nvPr/>
            </p:nvSpPr>
            <p:spPr>
              <a:xfrm>
                <a:off x="1568321" y="5927538"/>
                <a:ext cx="37172" cy="37172"/>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135" name="ellipse_2948">
                <a:extLst>
                  <a:ext uri="{FF2B5EF4-FFF2-40B4-BE49-F238E27FC236}">
                    <a16:creationId xmlns:a16="http://schemas.microsoft.com/office/drawing/2014/main" id="{80645BB8-7D5C-ACF6-F048-CE3F3DEDEAE8}"/>
                  </a:ext>
                </a:extLst>
              </p:cNvPr>
              <p:cNvSpPr/>
              <p:nvPr/>
            </p:nvSpPr>
            <p:spPr>
              <a:xfrm>
                <a:off x="1589792" y="5719262"/>
                <a:ext cx="26962" cy="26962"/>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136" name="ellipse_2949">
                <a:extLst>
                  <a:ext uri="{FF2B5EF4-FFF2-40B4-BE49-F238E27FC236}">
                    <a16:creationId xmlns:a16="http://schemas.microsoft.com/office/drawing/2014/main" id="{60728E19-4019-1271-AA1C-53CABD3EB876}"/>
                  </a:ext>
                </a:extLst>
              </p:cNvPr>
              <p:cNvSpPr/>
              <p:nvPr/>
            </p:nvSpPr>
            <p:spPr>
              <a:xfrm>
                <a:off x="1493034" y="5768073"/>
                <a:ext cx="32512" cy="32512"/>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137" name="ellipse_2950">
                <a:extLst>
                  <a:ext uri="{FF2B5EF4-FFF2-40B4-BE49-F238E27FC236}">
                    <a16:creationId xmlns:a16="http://schemas.microsoft.com/office/drawing/2014/main" id="{A8588EC4-F259-3E04-0A15-1C05CC51AC47}"/>
                  </a:ext>
                </a:extLst>
              </p:cNvPr>
              <p:cNvSpPr/>
              <p:nvPr/>
            </p:nvSpPr>
            <p:spPr>
              <a:xfrm>
                <a:off x="1700028" y="5916902"/>
                <a:ext cx="26704" cy="26704"/>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38" name="ellipse_2951">
                <a:extLst>
                  <a:ext uri="{FF2B5EF4-FFF2-40B4-BE49-F238E27FC236}">
                    <a16:creationId xmlns:a16="http://schemas.microsoft.com/office/drawing/2014/main" id="{E48B2A55-4E7A-C7C3-9544-B1018293A902}"/>
                  </a:ext>
                </a:extLst>
              </p:cNvPr>
              <p:cNvSpPr/>
              <p:nvPr/>
            </p:nvSpPr>
            <p:spPr>
              <a:xfrm>
                <a:off x="1484645" y="5849570"/>
                <a:ext cx="34307" cy="34307"/>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139" name="ellipse_2952">
                <a:extLst>
                  <a:ext uri="{FF2B5EF4-FFF2-40B4-BE49-F238E27FC236}">
                    <a16:creationId xmlns:a16="http://schemas.microsoft.com/office/drawing/2014/main" id="{9C5D0C5B-6838-6C12-8B07-3ACA2AAE35BC}"/>
                  </a:ext>
                </a:extLst>
              </p:cNvPr>
              <p:cNvSpPr/>
              <p:nvPr/>
            </p:nvSpPr>
            <p:spPr>
              <a:xfrm>
                <a:off x="1796236" y="5779448"/>
                <a:ext cx="31087" cy="31087"/>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140" name="ellipse_2953">
                <a:extLst>
                  <a:ext uri="{FF2B5EF4-FFF2-40B4-BE49-F238E27FC236}">
                    <a16:creationId xmlns:a16="http://schemas.microsoft.com/office/drawing/2014/main" id="{DE15A3C1-FA6C-1F03-06E0-3305983E6A64}"/>
                  </a:ext>
                </a:extLst>
              </p:cNvPr>
              <p:cNvSpPr/>
              <p:nvPr/>
            </p:nvSpPr>
            <p:spPr>
              <a:xfrm>
                <a:off x="1703383" y="5707987"/>
                <a:ext cx="24249" cy="24249"/>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141" name="ellipse_2954">
                <a:extLst>
                  <a:ext uri="{FF2B5EF4-FFF2-40B4-BE49-F238E27FC236}">
                    <a16:creationId xmlns:a16="http://schemas.microsoft.com/office/drawing/2014/main" id="{FDD99691-0B98-4821-34C3-492FE8D08D09}"/>
                  </a:ext>
                </a:extLst>
              </p:cNvPr>
              <p:cNvSpPr/>
              <p:nvPr/>
            </p:nvSpPr>
            <p:spPr>
              <a:xfrm>
                <a:off x="1639165" y="5940343"/>
                <a:ext cx="34999" cy="34999"/>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142" name="ellipse_2955">
                <a:extLst>
                  <a:ext uri="{FF2B5EF4-FFF2-40B4-BE49-F238E27FC236}">
                    <a16:creationId xmlns:a16="http://schemas.microsoft.com/office/drawing/2014/main" id="{0C073321-0FAE-F6E5-D02B-2DD0F582B034}"/>
                  </a:ext>
                </a:extLst>
              </p:cNvPr>
              <p:cNvSpPr/>
              <p:nvPr/>
            </p:nvSpPr>
            <p:spPr>
              <a:xfrm>
                <a:off x="1607929" y="5664825"/>
                <a:ext cx="32753" cy="32753"/>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143" name="ellipse_2956">
                <a:extLst>
                  <a:ext uri="{FF2B5EF4-FFF2-40B4-BE49-F238E27FC236}">
                    <a16:creationId xmlns:a16="http://schemas.microsoft.com/office/drawing/2014/main" id="{F5269315-C377-9D5F-34E0-884BE943EC15}"/>
                  </a:ext>
                </a:extLst>
              </p:cNvPr>
              <p:cNvSpPr/>
              <p:nvPr/>
            </p:nvSpPr>
            <p:spPr>
              <a:xfrm>
                <a:off x="1431638" y="5888721"/>
                <a:ext cx="32307" cy="32307"/>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144" name="ellipse_2957">
                <a:extLst>
                  <a:ext uri="{FF2B5EF4-FFF2-40B4-BE49-F238E27FC236}">
                    <a16:creationId xmlns:a16="http://schemas.microsoft.com/office/drawing/2014/main" id="{B5A4409D-A67A-1104-D4E2-930E4A90AD7D}"/>
                  </a:ext>
                </a:extLst>
              </p:cNvPr>
              <p:cNvSpPr/>
              <p:nvPr/>
            </p:nvSpPr>
            <p:spPr>
              <a:xfrm>
                <a:off x="1763250" y="5810798"/>
                <a:ext cx="24008" cy="24008"/>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145" name="ellipse_2958">
                <a:extLst>
                  <a:ext uri="{FF2B5EF4-FFF2-40B4-BE49-F238E27FC236}">
                    <a16:creationId xmlns:a16="http://schemas.microsoft.com/office/drawing/2014/main" id="{BEF22B4A-2484-30F2-C294-49759D46061A}"/>
                  </a:ext>
                </a:extLst>
              </p:cNvPr>
              <p:cNvSpPr/>
              <p:nvPr/>
            </p:nvSpPr>
            <p:spPr>
              <a:xfrm>
                <a:off x="1770156" y="5894195"/>
                <a:ext cx="34129" cy="34129"/>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146" name="ellipse_2959">
                <a:extLst>
                  <a:ext uri="{FF2B5EF4-FFF2-40B4-BE49-F238E27FC236}">
                    <a16:creationId xmlns:a16="http://schemas.microsoft.com/office/drawing/2014/main" id="{090992C4-2232-F259-F7BC-A63C12893961}"/>
                  </a:ext>
                </a:extLst>
              </p:cNvPr>
              <p:cNvSpPr/>
              <p:nvPr/>
            </p:nvSpPr>
            <p:spPr>
              <a:xfrm>
                <a:off x="1631456" y="5662376"/>
                <a:ext cx="36317" cy="36317"/>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147" name="ellipse_2960">
                <a:extLst>
                  <a:ext uri="{FF2B5EF4-FFF2-40B4-BE49-F238E27FC236}">
                    <a16:creationId xmlns:a16="http://schemas.microsoft.com/office/drawing/2014/main" id="{BA2C4105-7E04-8855-1AFE-56930A40CD18}"/>
                  </a:ext>
                </a:extLst>
              </p:cNvPr>
              <p:cNvSpPr/>
              <p:nvPr/>
            </p:nvSpPr>
            <p:spPr>
              <a:xfrm>
                <a:off x="1505565" y="5729779"/>
                <a:ext cx="35155" cy="35155"/>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148" name="ellipse_2961">
                <a:extLst>
                  <a:ext uri="{FF2B5EF4-FFF2-40B4-BE49-F238E27FC236}">
                    <a16:creationId xmlns:a16="http://schemas.microsoft.com/office/drawing/2014/main" id="{318C385F-F418-6463-1A6F-DF3CAF3ABE39}"/>
                  </a:ext>
                </a:extLst>
              </p:cNvPr>
              <p:cNvSpPr/>
              <p:nvPr/>
            </p:nvSpPr>
            <p:spPr>
              <a:xfrm>
                <a:off x="1745125" y="5807695"/>
                <a:ext cx="28645" cy="28645"/>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149" name="ellipse_2962">
                <a:extLst>
                  <a:ext uri="{FF2B5EF4-FFF2-40B4-BE49-F238E27FC236}">
                    <a16:creationId xmlns:a16="http://schemas.microsoft.com/office/drawing/2014/main" id="{DECDA775-088F-F86C-EB63-D6DD45AEA2A5}"/>
                  </a:ext>
                </a:extLst>
              </p:cNvPr>
              <p:cNvSpPr/>
              <p:nvPr/>
            </p:nvSpPr>
            <p:spPr>
              <a:xfrm>
                <a:off x="1415944" y="5861397"/>
                <a:ext cx="29118" cy="29118"/>
              </a:xfrm>
              <a:prstGeom prst="ellipse">
                <a:avLst/>
              </a:prstGeom>
              <a:gradFill flip="none" rotWithShape="1">
                <a:gsLst>
                  <a:gs pos="0">
                    <a:srgbClr val="F6F8F9"/>
                  </a:gs>
                  <a:gs pos="43000">
                    <a:srgbClr val="D5DCE1"/>
                  </a:gs>
                  <a:gs pos="100000">
                    <a:srgbClr val="ACB8C1"/>
                  </a:gs>
                </a:gsLst>
                <a:lin ang="2700000" scaled="1"/>
                <a:tileRect/>
              </a:gradFill>
              <a:ln w="1807" cap="rnd" cmpd="sng" algn="ctr">
                <a:noFill/>
                <a:prstDash val="solid"/>
                <a:round/>
                <a:headEnd type="none" w="med" len="med"/>
                <a:tailEnd type="none" w="med" len="med"/>
              </a:ln>
              <a:effectLst/>
            </p:spPr>
          </p:sp>
          <p:sp>
            <p:nvSpPr>
              <p:cNvPr id="3150" name="ellipse_2963">
                <a:extLst>
                  <a:ext uri="{FF2B5EF4-FFF2-40B4-BE49-F238E27FC236}">
                    <a16:creationId xmlns:a16="http://schemas.microsoft.com/office/drawing/2014/main" id="{9D07AF43-8A48-B325-969B-44C45DBC08AB}"/>
                  </a:ext>
                </a:extLst>
              </p:cNvPr>
              <p:cNvSpPr/>
              <p:nvPr/>
            </p:nvSpPr>
            <p:spPr>
              <a:xfrm>
                <a:off x="1444289" y="5910192"/>
                <a:ext cx="36484" cy="36484"/>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51" name="ellipse_2964">
                <a:extLst>
                  <a:ext uri="{FF2B5EF4-FFF2-40B4-BE49-F238E27FC236}">
                    <a16:creationId xmlns:a16="http://schemas.microsoft.com/office/drawing/2014/main" id="{5337FE8C-390F-D871-A8D8-B47EB00226A7}"/>
                  </a:ext>
                </a:extLst>
              </p:cNvPr>
              <p:cNvSpPr/>
              <p:nvPr/>
            </p:nvSpPr>
            <p:spPr>
              <a:xfrm>
                <a:off x="1692595" y="5720180"/>
                <a:ext cx="34350" cy="34350"/>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152" name="ellipse_2965">
                <a:extLst>
                  <a:ext uri="{FF2B5EF4-FFF2-40B4-BE49-F238E27FC236}">
                    <a16:creationId xmlns:a16="http://schemas.microsoft.com/office/drawing/2014/main" id="{6960AD52-5543-967F-757A-217FF86B0F3C}"/>
                  </a:ext>
                </a:extLst>
              </p:cNvPr>
              <p:cNvSpPr/>
              <p:nvPr/>
            </p:nvSpPr>
            <p:spPr>
              <a:xfrm>
                <a:off x="1645377" y="5668528"/>
                <a:ext cx="23232" cy="23232"/>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153" name="ellipse_2966">
                <a:extLst>
                  <a:ext uri="{FF2B5EF4-FFF2-40B4-BE49-F238E27FC236}">
                    <a16:creationId xmlns:a16="http://schemas.microsoft.com/office/drawing/2014/main" id="{A4176389-C0FC-ECE2-9470-593908D59A78}"/>
                  </a:ext>
                </a:extLst>
              </p:cNvPr>
              <p:cNvSpPr/>
              <p:nvPr/>
            </p:nvSpPr>
            <p:spPr>
              <a:xfrm>
                <a:off x="1463027" y="5702838"/>
                <a:ext cx="32775" cy="32775"/>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154" name="ellipse_2967">
                <a:extLst>
                  <a:ext uri="{FF2B5EF4-FFF2-40B4-BE49-F238E27FC236}">
                    <a16:creationId xmlns:a16="http://schemas.microsoft.com/office/drawing/2014/main" id="{0008A716-1CC4-1C77-122B-68BF09A19A23}"/>
                  </a:ext>
                </a:extLst>
              </p:cNvPr>
              <p:cNvSpPr/>
              <p:nvPr/>
            </p:nvSpPr>
            <p:spPr>
              <a:xfrm>
                <a:off x="1471693" y="5806019"/>
                <a:ext cx="36914" cy="36914"/>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155" name="ellipse_2968">
                <a:extLst>
                  <a:ext uri="{FF2B5EF4-FFF2-40B4-BE49-F238E27FC236}">
                    <a16:creationId xmlns:a16="http://schemas.microsoft.com/office/drawing/2014/main" id="{536CEEC7-35E3-B5B7-3041-29BBE0CC8092}"/>
                  </a:ext>
                </a:extLst>
              </p:cNvPr>
              <p:cNvSpPr/>
              <p:nvPr/>
            </p:nvSpPr>
            <p:spPr>
              <a:xfrm>
                <a:off x="1447857" y="5802230"/>
                <a:ext cx="29872" cy="29872"/>
              </a:xfrm>
              <a:prstGeom prst="ellipse">
                <a:avLst/>
              </a:prstGeom>
              <a:gradFill flip="none" rotWithShape="1">
                <a:gsLst>
                  <a:gs pos="0">
                    <a:srgbClr val="F5F6F8"/>
                  </a:gs>
                  <a:gs pos="43000">
                    <a:srgbClr val="CDD6DD"/>
                  </a:gs>
                  <a:gs pos="100000">
                    <a:srgbClr val="A4B1BC"/>
                  </a:gs>
                </a:gsLst>
                <a:lin ang="2700000" scaled="1"/>
                <a:tileRect/>
              </a:gradFill>
              <a:ln w="1807" cap="rnd" cmpd="sng" algn="ctr">
                <a:noFill/>
                <a:prstDash val="solid"/>
                <a:round/>
                <a:headEnd type="none" w="med" len="med"/>
                <a:tailEnd type="none" w="med" len="med"/>
              </a:ln>
              <a:effectLst/>
            </p:spPr>
          </p:sp>
          <p:sp>
            <p:nvSpPr>
              <p:cNvPr id="3156" name="ellipse_2969">
                <a:extLst>
                  <a:ext uri="{FF2B5EF4-FFF2-40B4-BE49-F238E27FC236}">
                    <a16:creationId xmlns:a16="http://schemas.microsoft.com/office/drawing/2014/main" id="{4500E735-448F-49F5-B5BF-F40E2D05D6B9}"/>
                  </a:ext>
                </a:extLst>
              </p:cNvPr>
              <p:cNvSpPr/>
              <p:nvPr/>
            </p:nvSpPr>
            <p:spPr>
              <a:xfrm>
                <a:off x="1612617" y="5934978"/>
                <a:ext cx="25869" cy="25869"/>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157" name="ellipse_2970">
                <a:extLst>
                  <a:ext uri="{FF2B5EF4-FFF2-40B4-BE49-F238E27FC236}">
                    <a16:creationId xmlns:a16="http://schemas.microsoft.com/office/drawing/2014/main" id="{4FFBE785-4E0B-5FCC-D3E9-A591F7BF082F}"/>
                  </a:ext>
                </a:extLst>
              </p:cNvPr>
              <p:cNvSpPr/>
              <p:nvPr/>
            </p:nvSpPr>
            <p:spPr>
              <a:xfrm>
                <a:off x="1499567" y="5923927"/>
                <a:ext cx="29366" cy="29366"/>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158" name="ellipse_2971">
                <a:extLst>
                  <a:ext uri="{FF2B5EF4-FFF2-40B4-BE49-F238E27FC236}">
                    <a16:creationId xmlns:a16="http://schemas.microsoft.com/office/drawing/2014/main" id="{0024E344-243F-C52D-F8AB-1B636596741E}"/>
                  </a:ext>
                </a:extLst>
              </p:cNvPr>
              <p:cNvSpPr/>
              <p:nvPr/>
            </p:nvSpPr>
            <p:spPr>
              <a:xfrm>
                <a:off x="1439722" y="5746255"/>
                <a:ext cx="30428" cy="30428"/>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159" name="ellipse_2972">
                <a:extLst>
                  <a:ext uri="{FF2B5EF4-FFF2-40B4-BE49-F238E27FC236}">
                    <a16:creationId xmlns:a16="http://schemas.microsoft.com/office/drawing/2014/main" id="{66C7779F-4F14-E9FD-C1FD-3262491DE72C}"/>
                  </a:ext>
                </a:extLst>
              </p:cNvPr>
              <p:cNvSpPr/>
              <p:nvPr/>
            </p:nvSpPr>
            <p:spPr>
              <a:xfrm>
                <a:off x="1601892" y="5705782"/>
                <a:ext cx="26593" cy="26593"/>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160" name="ellipse_2973">
                <a:extLst>
                  <a:ext uri="{FF2B5EF4-FFF2-40B4-BE49-F238E27FC236}">
                    <a16:creationId xmlns:a16="http://schemas.microsoft.com/office/drawing/2014/main" id="{D8291694-7E0A-B797-09FD-C9F7B220AB5B}"/>
                  </a:ext>
                </a:extLst>
              </p:cNvPr>
              <p:cNvSpPr/>
              <p:nvPr/>
            </p:nvSpPr>
            <p:spPr>
              <a:xfrm>
                <a:off x="1683294" y="5736674"/>
                <a:ext cx="36357" cy="36357"/>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grpSp>
        <p:sp>
          <p:nvSpPr>
            <p:cNvPr id="3161" name="Text | Pocket">
              <a:extLst>
                <a:ext uri="{FF2B5EF4-FFF2-40B4-BE49-F238E27FC236}">
                  <a16:creationId xmlns:a16="http://schemas.microsoft.com/office/drawing/2014/main" id="{0A51F45A-9AC6-F9AE-42D1-5E4817A63958}"/>
                </a:ext>
              </a:extLst>
            </p:cNvPr>
            <p:cNvSpPr txBox="1"/>
            <p:nvPr/>
          </p:nvSpPr>
          <p:spPr>
            <a:xfrm>
              <a:off x="1435143" y="5975415"/>
              <a:ext cx="368725" cy="125947"/>
            </a:xfrm>
            <a:prstGeom prst="rect">
              <a:avLst/>
            </a:prstGeom>
            <a:noFill/>
            <a:ln>
              <a:noFill/>
            </a:ln>
            <a:effectLst/>
          </p:spPr>
          <p:txBody>
            <a:bodyPr vertOverflow="overflow" horzOverflow="overflow" wrap="none" lIns="0" tIns="0" rIns="0" bIns="0" anchor="t" anchorCtr="0">
              <a:noAutofit/>
            </a:bodyPr>
            <a:lstStyle/>
            <a:p>
              <a:pPr algn="ctr"/>
              <a:r>
                <a:rPr lang="en-US" sz="500" b="1" dirty="0">
                  <a:solidFill>
                    <a:srgbClr val="1D3043"/>
                  </a:solidFill>
                  <a:latin typeface="Arial"/>
                  <a:ea typeface="Arial"/>
                  <a:cs typeface="Arial"/>
                </a:rPr>
                <a:t>Pocket</a:t>
              </a:r>
              <a:endParaRPr lang="en-US" sz="500"/>
            </a:p>
          </p:txBody>
        </p:sp>
        <p:sp>
          <p:nvSpPr>
            <p:cNvPr id="3168" name="d | Route card: Default PocketXMol">
              <a:extLst>
                <a:ext uri="{FF2B5EF4-FFF2-40B4-BE49-F238E27FC236}">
                  <a16:creationId xmlns:a16="http://schemas.microsoft.com/office/drawing/2014/main" id="{1351C070-F532-2423-B950-3F7AF04C3DF2}"/>
                </a:ext>
              </a:extLst>
            </p:cNvPr>
            <p:cNvSpPr/>
            <p:nvPr/>
          </p:nvSpPr>
          <p:spPr>
            <a:xfrm>
              <a:off x="2141820" y="5591070"/>
              <a:ext cx="1514385" cy="243090"/>
            </a:xfrm>
            <a:prstGeom prst="roundRect">
              <a:avLst>
                <a:gd name="adj" fmla="val 9459"/>
              </a:avLst>
            </a:prstGeom>
            <a:solidFill>
              <a:srgbClr val="FFF8EC"/>
            </a:solidFill>
            <a:ln w="10160" cap="rnd" cmpd="sng" algn="ctr">
              <a:solidFill>
                <a:srgbClr val="D9B774"/>
              </a:solidFill>
              <a:prstDash val="solid"/>
              <a:round/>
              <a:headEnd type="none" w="med" len="med"/>
              <a:tailEnd type="none" w="med" len="med"/>
            </a:ln>
            <a:effectLst/>
          </p:spPr>
        </p:sp>
        <p:pic>
          <p:nvPicPr>
            <p:cNvPr id="16001" name="Density voxel illustration | exp" descr="Synthetic voxel-grid density schematic">
              <a:extLst>
                <a:ext uri="{FF2B5EF4-FFF2-40B4-BE49-F238E27FC236}">
                  <a16:creationId xmlns:a16="http://schemas.microsoft.com/office/drawing/2014/main" id="{89221B44-3EAA-FC37-4EBD-802CF2890090}"/>
                </a:ext>
              </a:extLst>
            </p:cNvPr>
            <p:cNvPicPr>
              <a:picLocks noChangeAspect="1"/>
            </p:cNvPicPr>
            <p:nvPr/>
          </p:nvPicPr>
          <p:blipFill>
            <a:blip r:embed="rId3"/>
            <a:stretch/>
          </p:blipFill>
          <p:spPr>
            <a:xfrm>
              <a:off x="2197099" y="5635440"/>
              <a:ext cx="135682" cy="131400"/>
            </a:xfrm>
            <a:prstGeom prst="rect">
              <a:avLst/>
            </a:prstGeom>
          </p:spPr>
        </p:pic>
        <p:sp>
          <p:nvSpPr>
            <p:cNvPr id="3296" name="Text | Default · PocketXMol">
              <a:extLst>
                <a:ext uri="{FF2B5EF4-FFF2-40B4-BE49-F238E27FC236}">
                  <a16:creationId xmlns:a16="http://schemas.microsoft.com/office/drawing/2014/main" id="{F445A6D2-EA3B-D2B0-94D9-B46F97DD242C}"/>
                </a:ext>
              </a:extLst>
            </p:cNvPr>
            <p:cNvSpPr txBox="1"/>
            <p:nvPr/>
          </p:nvSpPr>
          <p:spPr>
            <a:xfrm>
              <a:off x="2401335" y="5600925"/>
              <a:ext cx="1120324" cy="130612"/>
            </a:xfrm>
            <a:prstGeom prst="rect">
              <a:avLst/>
            </a:prstGeom>
            <a:noFill/>
            <a:ln>
              <a:noFill/>
            </a:ln>
            <a:effectLst/>
          </p:spPr>
          <p:txBody>
            <a:bodyPr vertOverflow="overflow" horzOverflow="overflow" wrap="none" lIns="0" tIns="0" rIns="0" bIns="0" anchor="t" anchorCtr="0">
              <a:noAutofit/>
            </a:bodyPr>
            <a:lstStyle/>
            <a:p>
              <a:r>
                <a:rPr lang="en-US" sz="518" b="1" dirty="0">
                  <a:solidFill>
                    <a:srgbClr val="946019"/>
                  </a:solidFill>
                  <a:latin typeface="Arial"/>
                  <a:ea typeface="Arial"/>
                  <a:cs typeface="Arial"/>
                </a:rPr>
                <a:t>Default · PocketXMol</a:t>
              </a:r>
              <a:endParaRPr lang="en-US" sz="518"/>
            </a:p>
          </p:txBody>
        </p:sp>
        <p:sp>
          <p:nvSpPr>
            <p:cNvPr id="3297" name="Text | Density-conditioned fine-tuning">
              <a:extLst>
                <a:ext uri="{FF2B5EF4-FFF2-40B4-BE49-F238E27FC236}">
                  <a16:creationId xmlns:a16="http://schemas.microsoft.com/office/drawing/2014/main" id="{847B75D3-BE3E-CDA7-E1C7-CC1C5F789DF2}"/>
                </a:ext>
              </a:extLst>
            </p:cNvPr>
            <p:cNvSpPr txBox="1"/>
            <p:nvPr/>
          </p:nvSpPr>
          <p:spPr>
            <a:xfrm>
              <a:off x="2401335" y="5709330"/>
              <a:ext cx="1271865" cy="111953"/>
            </a:xfrm>
            <a:prstGeom prst="rect">
              <a:avLst/>
            </a:prstGeom>
            <a:noFill/>
            <a:ln>
              <a:noFill/>
            </a:ln>
            <a:effectLst/>
          </p:spPr>
          <p:txBody>
            <a:bodyPr vertOverflow="overflow" horzOverflow="overflow" wrap="none" lIns="0" tIns="0" rIns="0" bIns="0" anchor="t" anchorCtr="0">
              <a:noAutofit/>
            </a:bodyPr>
            <a:lstStyle/>
            <a:p>
              <a:r>
                <a:rPr lang="en-US" sz="445" dirty="0">
                  <a:solidFill>
                    <a:srgbClr val="5E7180"/>
                  </a:solidFill>
                  <a:latin typeface="Arial"/>
                  <a:ea typeface="Arial"/>
                  <a:cs typeface="Arial"/>
                </a:rPr>
                <a:t>Density-conditioned fine-tuning</a:t>
              </a:r>
              <a:endParaRPr lang="en-US" sz="445"/>
            </a:p>
          </p:txBody>
        </p:sp>
        <p:sp>
          <p:nvSpPr>
            <p:cNvPr id="3298" name="d | Route card: Docking tools">
              <a:extLst>
                <a:ext uri="{FF2B5EF4-FFF2-40B4-BE49-F238E27FC236}">
                  <a16:creationId xmlns:a16="http://schemas.microsoft.com/office/drawing/2014/main" id="{48585DDE-F5A3-5F3C-8ED9-094886F61226}"/>
                </a:ext>
              </a:extLst>
            </p:cNvPr>
            <p:cNvSpPr/>
            <p:nvPr/>
          </p:nvSpPr>
          <p:spPr>
            <a:xfrm>
              <a:off x="2141820" y="5876865"/>
              <a:ext cx="1514385" cy="233235"/>
            </a:xfrm>
            <a:prstGeom prst="roundRect">
              <a:avLst>
                <a:gd name="adj" fmla="val 9859"/>
              </a:avLst>
            </a:prstGeom>
            <a:solidFill>
              <a:srgbClr val="F7F9FB"/>
            </a:solidFill>
            <a:ln w="10160" cap="rnd" cmpd="sng" algn="ctr">
              <a:solidFill>
                <a:srgbClr val="C5D5E4"/>
              </a:solidFill>
              <a:prstDash val="solid"/>
              <a:round/>
              <a:headEnd type="none" w="med" len="med"/>
              <a:tailEnd type="none" w="med" len="med"/>
            </a:ln>
            <a:effectLst/>
          </p:spPr>
        </p:sp>
        <p:sp>
          <p:nvSpPr>
            <p:cNvPr id="3299" name="Text | Docking tools">
              <a:extLst>
                <a:ext uri="{FF2B5EF4-FFF2-40B4-BE49-F238E27FC236}">
                  <a16:creationId xmlns:a16="http://schemas.microsoft.com/office/drawing/2014/main" id="{B804F539-4525-4079-71A1-8BF9F9CB5F8D}"/>
                </a:ext>
              </a:extLst>
            </p:cNvPr>
            <p:cNvSpPr txBox="1"/>
            <p:nvPr/>
          </p:nvSpPr>
          <p:spPr>
            <a:xfrm>
              <a:off x="2214090" y="5883435"/>
              <a:ext cx="738930" cy="130612"/>
            </a:xfrm>
            <a:prstGeom prst="rect">
              <a:avLst/>
            </a:prstGeom>
            <a:noFill/>
            <a:ln>
              <a:noFill/>
            </a:ln>
            <a:effectLst/>
          </p:spPr>
          <p:txBody>
            <a:bodyPr vertOverflow="overflow" horzOverflow="overflow" wrap="none" lIns="0" tIns="0" rIns="0" bIns="0" anchor="t" anchorCtr="0">
              <a:noAutofit/>
            </a:bodyPr>
            <a:lstStyle/>
            <a:p>
              <a:r>
                <a:rPr lang="en-US" sz="518" b="1" dirty="0">
                  <a:solidFill>
                    <a:srgbClr val="1D3043"/>
                  </a:solidFill>
                  <a:latin typeface="Arial"/>
                  <a:ea typeface="Arial"/>
                  <a:cs typeface="Arial"/>
                </a:rPr>
                <a:t>Docking tools</a:t>
              </a:r>
              <a:endParaRPr lang="en-US" sz="518"/>
            </a:p>
          </p:txBody>
        </p:sp>
        <p:sp>
          <p:nvSpPr>
            <p:cNvPr id="3300" name="Text | Vina · DiffDock · EMERALD">
              <a:extLst>
                <a:ext uri="{FF2B5EF4-FFF2-40B4-BE49-F238E27FC236}">
                  <a16:creationId xmlns:a16="http://schemas.microsoft.com/office/drawing/2014/main" id="{7A3A6428-D5CD-84D4-0D71-3EA26644A56D}"/>
                </a:ext>
              </a:extLst>
            </p:cNvPr>
            <p:cNvSpPr txBox="1"/>
            <p:nvPr/>
          </p:nvSpPr>
          <p:spPr>
            <a:xfrm>
              <a:off x="2214090" y="5988555"/>
              <a:ext cx="1107334" cy="116618"/>
            </a:xfrm>
            <a:prstGeom prst="rect">
              <a:avLst/>
            </a:prstGeom>
            <a:noFill/>
            <a:ln>
              <a:noFill/>
            </a:ln>
            <a:effectLst/>
          </p:spPr>
          <p:txBody>
            <a:bodyPr vertOverflow="overflow" horzOverflow="overflow" wrap="none" lIns="0" tIns="0" rIns="0" bIns="0" anchor="t" anchorCtr="0">
              <a:noAutofit/>
            </a:bodyPr>
            <a:lstStyle/>
            <a:p>
              <a:r>
                <a:rPr lang="en-US" sz="463" dirty="0">
                  <a:solidFill>
                    <a:srgbClr val="5E7180"/>
                  </a:solidFill>
                  <a:latin typeface="Arial"/>
                  <a:ea typeface="Arial"/>
                  <a:cs typeface="Arial"/>
                </a:rPr>
                <a:t>Vina · DiffDock · EMERALD</a:t>
              </a:r>
              <a:endParaRPr lang="en-US" sz="463"/>
            </a:p>
          </p:txBody>
        </p:sp>
        <p:grpSp>
          <p:nvGrpSpPr>
            <p:cNvPr id="3307" name="d | All-atom ligand pose: local receptor environment">
              <a:extLst>
                <a:ext uri="{FF2B5EF4-FFF2-40B4-BE49-F238E27FC236}">
                  <a16:creationId xmlns:a16="http://schemas.microsoft.com/office/drawing/2014/main" id="{0FBCCE21-F39F-E6FA-0710-D6668793FBA8}"/>
                </a:ext>
              </a:extLst>
            </p:cNvPr>
            <p:cNvGrpSpPr/>
            <p:nvPr/>
          </p:nvGrpSpPr>
          <p:grpSpPr>
            <a:xfrm>
              <a:off x="4251809" y="5604959"/>
              <a:ext cx="702691" cy="463459"/>
              <a:chOff x="4251809" y="5604959"/>
              <a:chExt cx="702691" cy="463459"/>
            </a:xfrm>
          </p:grpSpPr>
          <p:sp>
            <p:nvSpPr>
              <p:cNvPr id="3308" name="ellipse_3111">
                <a:extLst>
                  <a:ext uri="{FF2B5EF4-FFF2-40B4-BE49-F238E27FC236}">
                    <a16:creationId xmlns:a16="http://schemas.microsoft.com/office/drawing/2014/main" id="{0C794D42-51C6-1747-C0F3-F9546C18FCE4}"/>
                  </a:ext>
                </a:extLst>
              </p:cNvPr>
              <p:cNvSpPr/>
              <p:nvPr/>
            </p:nvSpPr>
            <p:spPr>
              <a:xfrm>
                <a:off x="4362855" y="5697772"/>
                <a:ext cx="43194" cy="43194"/>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309" name="ellipse_3112">
                <a:extLst>
                  <a:ext uri="{FF2B5EF4-FFF2-40B4-BE49-F238E27FC236}">
                    <a16:creationId xmlns:a16="http://schemas.microsoft.com/office/drawing/2014/main" id="{2D99FFA0-3095-FAC2-9FCA-742B6C39F501}"/>
                  </a:ext>
                </a:extLst>
              </p:cNvPr>
              <p:cNvSpPr/>
              <p:nvPr/>
            </p:nvSpPr>
            <p:spPr>
              <a:xfrm>
                <a:off x="4254062" y="5750681"/>
                <a:ext cx="40460" cy="40460"/>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310" name="ellipse_3113">
                <a:extLst>
                  <a:ext uri="{FF2B5EF4-FFF2-40B4-BE49-F238E27FC236}">
                    <a16:creationId xmlns:a16="http://schemas.microsoft.com/office/drawing/2014/main" id="{550D0568-D371-CE5A-0BA4-716E25A196F6}"/>
                  </a:ext>
                </a:extLst>
              </p:cNvPr>
              <p:cNvSpPr/>
              <p:nvPr/>
            </p:nvSpPr>
            <p:spPr>
              <a:xfrm>
                <a:off x="4584744" y="6016753"/>
                <a:ext cx="51665" cy="51665"/>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311" name="ellipse_3114">
                <a:extLst>
                  <a:ext uri="{FF2B5EF4-FFF2-40B4-BE49-F238E27FC236}">
                    <a16:creationId xmlns:a16="http://schemas.microsoft.com/office/drawing/2014/main" id="{9842837D-6285-93E0-91FF-E2528628D354}"/>
                  </a:ext>
                </a:extLst>
              </p:cNvPr>
              <p:cNvSpPr/>
              <p:nvPr/>
            </p:nvSpPr>
            <p:spPr>
              <a:xfrm>
                <a:off x="4730684" y="5898125"/>
                <a:ext cx="53618" cy="53618"/>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312" name="ellipse_3115">
                <a:extLst>
                  <a:ext uri="{FF2B5EF4-FFF2-40B4-BE49-F238E27FC236}">
                    <a16:creationId xmlns:a16="http://schemas.microsoft.com/office/drawing/2014/main" id="{6342F46B-388E-9275-C240-1612173EA72E}"/>
                  </a:ext>
                </a:extLst>
              </p:cNvPr>
              <p:cNvSpPr/>
              <p:nvPr/>
            </p:nvSpPr>
            <p:spPr>
              <a:xfrm>
                <a:off x="4311526" y="5822073"/>
                <a:ext cx="48720" cy="48720"/>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313" name="ellipse_3116">
                <a:extLst>
                  <a:ext uri="{FF2B5EF4-FFF2-40B4-BE49-F238E27FC236}">
                    <a16:creationId xmlns:a16="http://schemas.microsoft.com/office/drawing/2014/main" id="{D96C51BC-865C-9C5C-FB39-59ED040E1778}"/>
                  </a:ext>
                </a:extLst>
              </p:cNvPr>
              <p:cNvSpPr/>
              <p:nvPr/>
            </p:nvSpPr>
            <p:spPr>
              <a:xfrm>
                <a:off x="4251809" y="5817323"/>
                <a:ext cx="40774" cy="4077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314" name="ellipse_3117">
                <a:extLst>
                  <a:ext uri="{FF2B5EF4-FFF2-40B4-BE49-F238E27FC236}">
                    <a16:creationId xmlns:a16="http://schemas.microsoft.com/office/drawing/2014/main" id="{74688A28-ACE4-7A1F-BB6B-17CF5FEFC5BD}"/>
                  </a:ext>
                </a:extLst>
              </p:cNvPr>
              <p:cNvSpPr/>
              <p:nvPr/>
            </p:nvSpPr>
            <p:spPr>
              <a:xfrm>
                <a:off x="4350782" y="5771975"/>
                <a:ext cx="48903" cy="48903"/>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315" name="ellipse_3118">
                <a:extLst>
                  <a:ext uri="{FF2B5EF4-FFF2-40B4-BE49-F238E27FC236}">
                    <a16:creationId xmlns:a16="http://schemas.microsoft.com/office/drawing/2014/main" id="{FF5873C4-9DDB-B3B1-FC47-105A2C0AD09E}"/>
                  </a:ext>
                </a:extLst>
              </p:cNvPr>
              <p:cNvSpPr/>
              <p:nvPr/>
            </p:nvSpPr>
            <p:spPr>
              <a:xfrm>
                <a:off x="4378359" y="5716259"/>
                <a:ext cx="53942" cy="53942"/>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316" name="ellipse_3119">
                <a:extLst>
                  <a:ext uri="{FF2B5EF4-FFF2-40B4-BE49-F238E27FC236}">
                    <a16:creationId xmlns:a16="http://schemas.microsoft.com/office/drawing/2014/main" id="{D9851498-87CE-E118-E786-7D453F2CC538}"/>
                  </a:ext>
                </a:extLst>
              </p:cNvPr>
              <p:cNvSpPr/>
              <p:nvPr/>
            </p:nvSpPr>
            <p:spPr>
              <a:xfrm>
                <a:off x="4475330" y="5970274"/>
                <a:ext cx="39922" cy="39922"/>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317" name="ellipse_3120">
                <a:extLst>
                  <a:ext uri="{FF2B5EF4-FFF2-40B4-BE49-F238E27FC236}">
                    <a16:creationId xmlns:a16="http://schemas.microsoft.com/office/drawing/2014/main" id="{5FDF3635-0BB4-B8AE-6693-8DCFDB52A579}"/>
                  </a:ext>
                </a:extLst>
              </p:cNvPr>
              <p:cNvSpPr/>
              <p:nvPr/>
            </p:nvSpPr>
            <p:spPr>
              <a:xfrm>
                <a:off x="4343602" y="5746762"/>
                <a:ext cx="35373" cy="35373"/>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318" name="ellipse_3121">
                <a:extLst>
                  <a:ext uri="{FF2B5EF4-FFF2-40B4-BE49-F238E27FC236}">
                    <a16:creationId xmlns:a16="http://schemas.microsoft.com/office/drawing/2014/main" id="{01305F66-9091-ADED-EBB5-6F897A17E752}"/>
                  </a:ext>
                </a:extLst>
              </p:cNvPr>
              <p:cNvSpPr/>
              <p:nvPr/>
            </p:nvSpPr>
            <p:spPr>
              <a:xfrm>
                <a:off x="4542880" y="6021945"/>
                <a:ext cx="42386" cy="42386"/>
              </a:xfrm>
              <a:prstGeom prst="ellipse">
                <a:avLst/>
              </a:prstGeom>
              <a:gradFill flip="none" rotWithShape="1">
                <a:gsLst>
                  <a:gs pos="0">
                    <a:srgbClr val="F6F7F9"/>
                  </a:gs>
                  <a:gs pos="43000">
                    <a:srgbClr val="D2DAE0"/>
                  </a:gs>
                  <a:gs pos="100000">
                    <a:srgbClr val="AAB6BF"/>
                  </a:gs>
                </a:gsLst>
                <a:lin ang="2700000" scaled="1"/>
                <a:tileRect/>
              </a:gradFill>
              <a:ln w="1807" cap="rnd" cmpd="sng" algn="ctr">
                <a:noFill/>
                <a:prstDash val="solid"/>
                <a:round/>
                <a:headEnd type="none" w="med" len="med"/>
                <a:tailEnd type="none" w="med" len="med"/>
              </a:ln>
              <a:effectLst/>
            </p:spPr>
          </p:sp>
          <p:sp>
            <p:nvSpPr>
              <p:cNvPr id="3319" name="ellipse_3122">
                <a:extLst>
                  <a:ext uri="{FF2B5EF4-FFF2-40B4-BE49-F238E27FC236}">
                    <a16:creationId xmlns:a16="http://schemas.microsoft.com/office/drawing/2014/main" id="{38A72908-C7D4-F530-56BF-0342A4EB25EC}"/>
                  </a:ext>
                </a:extLst>
              </p:cNvPr>
              <p:cNvSpPr/>
              <p:nvPr/>
            </p:nvSpPr>
            <p:spPr>
              <a:xfrm>
                <a:off x="4415896" y="5687872"/>
                <a:ext cx="45929" cy="45929"/>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320" name="ellipse_3123">
                <a:extLst>
                  <a:ext uri="{FF2B5EF4-FFF2-40B4-BE49-F238E27FC236}">
                    <a16:creationId xmlns:a16="http://schemas.microsoft.com/office/drawing/2014/main" id="{F5270F39-31A6-18BC-650E-D59D14E70B02}"/>
                  </a:ext>
                </a:extLst>
              </p:cNvPr>
              <p:cNvSpPr/>
              <p:nvPr/>
            </p:nvSpPr>
            <p:spPr>
              <a:xfrm>
                <a:off x="4326366" y="5782253"/>
                <a:ext cx="43224" cy="43224"/>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321" name="ellipse_3124">
                <a:extLst>
                  <a:ext uri="{FF2B5EF4-FFF2-40B4-BE49-F238E27FC236}">
                    <a16:creationId xmlns:a16="http://schemas.microsoft.com/office/drawing/2014/main" id="{ECA930D9-7E70-4539-D746-91FB8E5596B3}"/>
                  </a:ext>
                </a:extLst>
              </p:cNvPr>
              <p:cNvSpPr/>
              <p:nvPr/>
            </p:nvSpPr>
            <p:spPr>
              <a:xfrm>
                <a:off x="4513181" y="5949412"/>
                <a:ext cx="47537" cy="47537"/>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322" name="ellipse_3125">
                <a:extLst>
                  <a:ext uri="{FF2B5EF4-FFF2-40B4-BE49-F238E27FC236}">
                    <a16:creationId xmlns:a16="http://schemas.microsoft.com/office/drawing/2014/main" id="{F17ED8CA-ADD3-BBF8-4DE1-AAD0B2B8F320}"/>
                  </a:ext>
                </a:extLst>
              </p:cNvPr>
              <p:cNvSpPr/>
              <p:nvPr/>
            </p:nvSpPr>
            <p:spPr>
              <a:xfrm>
                <a:off x="4560468" y="6001152"/>
                <a:ext cx="52141" cy="52141"/>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323" name="ellipse_3126">
                <a:extLst>
                  <a:ext uri="{FF2B5EF4-FFF2-40B4-BE49-F238E27FC236}">
                    <a16:creationId xmlns:a16="http://schemas.microsoft.com/office/drawing/2014/main" id="{A77CEB50-DFBF-7044-6B50-09F904695E50}"/>
                  </a:ext>
                </a:extLst>
              </p:cNvPr>
              <p:cNvSpPr/>
              <p:nvPr/>
            </p:nvSpPr>
            <p:spPr>
              <a:xfrm>
                <a:off x="4837273" y="5874703"/>
                <a:ext cx="46037" cy="46037"/>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324" name="ellipse_3127">
                <a:extLst>
                  <a:ext uri="{FF2B5EF4-FFF2-40B4-BE49-F238E27FC236}">
                    <a16:creationId xmlns:a16="http://schemas.microsoft.com/office/drawing/2014/main" id="{2BAA23FE-5D61-D79F-EC5D-D67140506FF3}"/>
                  </a:ext>
                </a:extLst>
              </p:cNvPr>
              <p:cNvSpPr/>
              <p:nvPr/>
            </p:nvSpPr>
            <p:spPr>
              <a:xfrm>
                <a:off x="4767228" y="5975183"/>
                <a:ext cx="44185" cy="44185"/>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325" name="ellipse_3128">
                <a:extLst>
                  <a:ext uri="{FF2B5EF4-FFF2-40B4-BE49-F238E27FC236}">
                    <a16:creationId xmlns:a16="http://schemas.microsoft.com/office/drawing/2014/main" id="{1A0AEC81-7D2B-5AEA-A96E-919846C884C6}"/>
                  </a:ext>
                </a:extLst>
              </p:cNvPr>
              <p:cNvSpPr/>
              <p:nvPr/>
            </p:nvSpPr>
            <p:spPr>
              <a:xfrm>
                <a:off x="4808629" y="5826107"/>
                <a:ext cx="37764" cy="37764"/>
              </a:xfrm>
              <a:prstGeom prst="ellipse">
                <a:avLst/>
              </a:prstGeom>
              <a:gradFill flip="none" rotWithShape="1">
                <a:gsLst>
                  <a:gs pos="0">
                    <a:srgbClr val="F7F9FA"/>
                  </a:gs>
                  <a:gs pos="43000">
                    <a:srgbClr val="D9E0E5"/>
                  </a:gs>
                  <a:gs pos="100000">
                    <a:srgbClr val="B1BDC5"/>
                  </a:gs>
                </a:gsLst>
                <a:lin ang="2700000" scaled="1"/>
                <a:tileRect/>
              </a:gradFill>
              <a:ln w="1807" cap="rnd" cmpd="sng" algn="ctr">
                <a:noFill/>
                <a:prstDash val="solid"/>
                <a:round/>
                <a:headEnd type="none" w="med" len="med"/>
                <a:tailEnd type="none" w="med" len="med"/>
              </a:ln>
              <a:effectLst/>
            </p:spPr>
          </p:sp>
          <p:sp>
            <p:nvSpPr>
              <p:cNvPr id="3326" name="ellipse_3129">
                <a:extLst>
                  <a:ext uri="{FF2B5EF4-FFF2-40B4-BE49-F238E27FC236}">
                    <a16:creationId xmlns:a16="http://schemas.microsoft.com/office/drawing/2014/main" id="{AC674F99-4469-7926-C5A0-393636060965}"/>
                  </a:ext>
                </a:extLst>
              </p:cNvPr>
              <p:cNvSpPr/>
              <p:nvPr/>
            </p:nvSpPr>
            <p:spPr>
              <a:xfrm>
                <a:off x="4364241" y="5926971"/>
                <a:ext cx="45776" cy="45776"/>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327" name="ellipse_3130">
                <a:extLst>
                  <a:ext uri="{FF2B5EF4-FFF2-40B4-BE49-F238E27FC236}">
                    <a16:creationId xmlns:a16="http://schemas.microsoft.com/office/drawing/2014/main" id="{453C6817-9604-1CBD-501A-F78CD5073E45}"/>
                  </a:ext>
                </a:extLst>
              </p:cNvPr>
              <p:cNvSpPr/>
              <p:nvPr/>
            </p:nvSpPr>
            <p:spPr>
              <a:xfrm>
                <a:off x="4694360" y="5927618"/>
                <a:ext cx="46623" cy="46623"/>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328" name="ellipse_3131">
                <a:extLst>
                  <a:ext uri="{FF2B5EF4-FFF2-40B4-BE49-F238E27FC236}">
                    <a16:creationId xmlns:a16="http://schemas.microsoft.com/office/drawing/2014/main" id="{41EEFA83-976A-53C7-1BC0-AF43248CDE58}"/>
                  </a:ext>
                </a:extLst>
              </p:cNvPr>
              <p:cNvSpPr/>
              <p:nvPr/>
            </p:nvSpPr>
            <p:spPr>
              <a:xfrm>
                <a:off x="4816164" y="5757658"/>
                <a:ext cx="48115" cy="48115"/>
              </a:xfrm>
              <a:prstGeom prst="ellipse">
                <a:avLst/>
              </a:prstGeom>
              <a:gradFill flip="none" rotWithShape="1">
                <a:gsLst>
                  <a:gs pos="0">
                    <a:srgbClr val="F5F7F8"/>
                  </a:gs>
                  <a:gs pos="43000">
                    <a:srgbClr val="CFD7DE"/>
                  </a:gs>
                  <a:gs pos="100000">
                    <a:srgbClr val="A5B3BD"/>
                  </a:gs>
                </a:gsLst>
                <a:lin ang="2700000" scaled="1"/>
                <a:tileRect/>
              </a:gradFill>
              <a:ln w="1807" cap="rnd" cmpd="sng" algn="ctr">
                <a:noFill/>
                <a:prstDash val="solid"/>
                <a:round/>
                <a:headEnd type="none" w="med" len="med"/>
                <a:tailEnd type="none" w="med" len="med"/>
              </a:ln>
              <a:effectLst/>
            </p:spPr>
          </p:sp>
          <p:sp>
            <p:nvSpPr>
              <p:cNvPr id="3329" name="ellipse_3132">
                <a:extLst>
                  <a:ext uri="{FF2B5EF4-FFF2-40B4-BE49-F238E27FC236}">
                    <a16:creationId xmlns:a16="http://schemas.microsoft.com/office/drawing/2014/main" id="{208AC8EE-C5AB-5C30-3C57-0D00DFE129F7}"/>
                  </a:ext>
                </a:extLst>
              </p:cNvPr>
              <p:cNvSpPr/>
              <p:nvPr/>
            </p:nvSpPr>
            <p:spPr>
              <a:xfrm>
                <a:off x="4496341" y="6016055"/>
                <a:ext cx="35569" cy="35569"/>
              </a:xfrm>
              <a:prstGeom prst="ellipse">
                <a:avLst/>
              </a:prstGeom>
              <a:gradFill flip="none" rotWithShape="1">
                <a:gsLst>
                  <a:gs pos="0">
                    <a:srgbClr val="F6F7F9"/>
                  </a:gs>
                  <a:gs pos="43000">
                    <a:srgbClr val="D2DAE0"/>
                  </a:gs>
                  <a:gs pos="100000">
                    <a:srgbClr val="A9B5BF"/>
                  </a:gs>
                </a:gsLst>
                <a:lin ang="2700000" scaled="1"/>
                <a:tileRect/>
              </a:gradFill>
              <a:ln w="1807" cap="rnd" cmpd="sng" algn="ctr">
                <a:noFill/>
                <a:prstDash val="solid"/>
                <a:round/>
                <a:headEnd type="none" w="med" len="med"/>
                <a:tailEnd type="none" w="med" len="med"/>
              </a:ln>
              <a:effectLst/>
            </p:spPr>
          </p:sp>
          <p:sp>
            <p:nvSpPr>
              <p:cNvPr id="3330" name="ellipse_3133">
                <a:extLst>
                  <a:ext uri="{FF2B5EF4-FFF2-40B4-BE49-F238E27FC236}">
                    <a16:creationId xmlns:a16="http://schemas.microsoft.com/office/drawing/2014/main" id="{7A3D37F0-1D27-0320-4E13-F374EB16EE59}"/>
                  </a:ext>
                </a:extLst>
              </p:cNvPr>
              <p:cNvSpPr/>
              <p:nvPr/>
            </p:nvSpPr>
            <p:spPr>
              <a:xfrm>
                <a:off x="4786774" y="5747820"/>
                <a:ext cx="45568" cy="45568"/>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331" name="ellipse_3134">
                <a:extLst>
                  <a:ext uri="{FF2B5EF4-FFF2-40B4-BE49-F238E27FC236}">
                    <a16:creationId xmlns:a16="http://schemas.microsoft.com/office/drawing/2014/main" id="{9768B24C-C213-6326-9777-E58C03F2451C}"/>
                  </a:ext>
                </a:extLst>
              </p:cNvPr>
              <p:cNvSpPr/>
              <p:nvPr/>
            </p:nvSpPr>
            <p:spPr>
              <a:xfrm>
                <a:off x="4638700" y="5950146"/>
                <a:ext cx="52109" cy="52109"/>
              </a:xfrm>
              <a:prstGeom prst="ellipse">
                <a:avLst/>
              </a:prstGeom>
              <a:gradFill flip="none" rotWithShape="1">
                <a:gsLst>
                  <a:gs pos="0">
                    <a:srgbClr val="F5F6F8"/>
                  </a:gs>
                  <a:gs pos="43000">
                    <a:srgbClr val="CDD6DC"/>
                  </a:gs>
                  <a:gs pos="100000">
                    <a:srgbClr val="A4B1BB"/>
                  </a:gs>
                </a:gsLst>
                <a:lin ang="2700000" scaled="1"/>
                <a:tileRect/>
              </a:gradFill>
              <a:ln w="1807" cap="rnd" cmpd="sng" algn="ctr">
                <a:noFill/>
                <a:prstDash val="solid"/>
                <a:round/>
                <a:headEnd type="none" w="med" len="med"/>
                <a:tailEnd type="none" w="med" len="med"/>
              </a:ln>
              <a:effectLst/>
            </p:spPr>
          </p:sp>
          <p:sp>
            <p:nvSpPr>
              <p:cNvPr id="3332" name="ellipse_3135">
                <a:extLst>
                  <a:ext uri="{FF2B5EF4-FFF2-40B4-BE49-F238E27FC236}">
                    <a16:creationId xmlns:a16="http://schemas.microsoft.com/office/drawing/2014/main" id="{2980F7B9-A7D0-CBB3-C12A-DAF9E079033C}"/>
                  </a:ext>
                </a:extLst>
              </p:cNvPr>
              <p:cNvSpPr/>
              <p:nvPr/>
            </p:nvSpPr>
            <p:spPr>
              <a:xfrm>
                <a:off x="4349735" y="5807537"/>
                <a:ext cx="36271" cy="36271"/>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333" name="ellipse_3136">
                <a:extLst>
                  <a:ext uri="{FF2B5EF4-FFF2-40B4-BE49-F238E27FC236}">
                    <a16:creationId xmlns:a16="http://schemas.microsoft.com/office/drawing/2014/main" id="{60286B1C-BBCE-91F2-A5C6-F9B6376A11C6}"/>
                  </a:ext>
                </a:extLst>
              </p:cNvPr>
              <p:cNvSpPr/>
              <p:nvPr/>
            </p:nvSpPr>
            <p:spPr>
              <a:xfrm>
                <a:off x="4578702" y="5947602"/>
                <a:ext cx="34493" cy="34493"/>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34" name="ellipse_3137">
                <a:extLst>
                  <a:ext uri="{FF2B5EF4-FFF2-40B4-BE49-F238E27FC236}">
                    <a16:creationId xmlns:a16="http://schemas.microsoft.com/office/drawing/2014/main" id="{00E5C61D-F1EA-39E4-EF7D-B17FE29BA115}"/>
                  </a:ext>
                </a:extLst>
              </p:cNvPr>
              <p:cNvSpPr/>
              <p:nvPr/>
            </p:nvSpPr>
            <p:spPr>
              <a:xfrm>
                <a:off x="4464372" y="5692031"/>
                <a:ext cx="36230" cy="36230"/>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335" name="ellipse_3138">
                <a:extLst>
                  <a:ext uri="{FF2B5EF4-FFF2-40B4-BE49-F238E27FC236}">
                    <a16:creationId xmlns:a16="http://schemas.microsoft.com/office/drawing/2014/main" id="{EE46BAD9-2B0C-6169-8953-D07E7421F731}"/>
                  </a:ext>
                </a:extLst>
              </p:cNvPr>
              <p:cNvSpPr/>
              <p:nvPr/>
            </p:nvSpPr>
            <p:spPr>
              <a:xfrm>
                <a:off x="4619301" y="5637981"/>
                <a:ext cx="39572" cy="39572"/>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336" name="ellipse_3139">
                <a:extLst>
                  <a:ext uri="{FF2B5EF4-FFF2-40B4-BE49-F238E27FC236}">
                    <a16:creationId xmlns:a16="http://schemas.microsoft.com/office/drawing/2014/main" id="{FECFF243-E432-E665-C44B-D2B8D946089B}"/>
                  </a:ext>
                </a:extLst>
              </p:cNvPr>
              <p:cNvSpPr/>
              <p:nvPr/>
            </p:nvSpPr>
            <p:spPr>
              <a:xfrm>
                <a:off x="4696119" y="5653563"/>
                <a:ext cx="34035" cy="34035"/>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337" name="ellipse_3140">
                <a:extLst>
                  <a:ext uri="{FF2B5EF4-FFF2-40B4-BE49-F238E27FC236}">
                    <a16:creationId xmlns:a16="http://schemas.microsoft.com/office/drawing/2014/main" id="{E3FB4C52-1BC6-6D76-3041-9919684A345E}"/>
                  </a:ext>
                </a:extLst>
              </p:cNvPr>
              <p:cNvSpPr/>
              <p:nvPr/>
            </p:nvSpPr>
            <p:spPr>
              <a:xfrm>
                <a:off x="4811179" y="5853695"/>
                <a:ext cx="46078" cy="46078"/>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338" name="ellipse_3141">
                <a:extLst>
                  <a:ext uri="{FF2B5EF4-FFF2-40B4-BE49-F238E27FC236}">
                    <a16:creationId xmlns:a16="http://schemas.microsoft.com/office/drawing/2014/main" id="{D8DC648A-28E3-5200-3BD5-B87125B7682A}"/>
                  </a:ext>
                </a:extLst>
              </p:cNvPr>
              <p:cNvSpPr/>
              <p:nvPr/>
            </p:nvSpPr>
            <p:spPr>
              <a:xfrm>
                <a:off x="4824542" y="5769972"/>
                <a:ext cx="53249" cy="53249"/>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339" name="ellipse_3142">
                <a:extLst>
                  <a:ext uri="{FF2B5EF4-FFF2-40B4-BE49-F238E27FC236}">
                    <a16:creationId xmlns:a16="http://schemas.microsoft.com/office/drawing/2014/main" id="{C2C9CBA6-CD29-5F56-3C0B-FC6B1051E016}"/>
                  </a:ext>
                </a:extLst>
              </p:cNvPr>
              <p:cNvSpPr/>
              <p:nvPr/>
            </p:nvSpPr>
            <p:spPr>
              <a:xfrm>
                <a:off x="4574454" y="5996396"/>
                <a:ext cx="35384" cy="35384"/>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340" name="ellipse_3143">
                <a:extLst>
                  <a:ext uri="{FF2B5EF4-FFF2-40B4-BE49-F238E27FC236}">
                    <a16:creationId xmlns:a16="http://schemas.microsoft.com/office/drawing/2014/main" id="{695DD569-3D61-9CF0-06FF-BBD097DAC797}"/>
                  </a:ext>
                </a:extLst>
              </p:cNvPr>
              <p:cNvSpPr/>
              <p:nvPr/>
            </p:nvSpPr>
            <p:spPr>
              <a:xfrm>
                <a:off x="4827644" y="5914219"/>
                <a:ext cx="49988" cy="49988"/>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341" name="ellipse_3144">
                <a:extLst>
                  <a:ext uri="{FF2B5EF4-FFF2-40B4-BE49-F238E27FC236}">
                    <a16:creationId xmlns:a16="http://schemas.microsoft.com/office/drawing/2014/main" id="{7154EC69-D803-3A68-5517-813070FA2D40}"/>
                  </a:ext>
                </a:extLst>
              </p:cNvPr>
              <p:cNvSpPr/>
              <p:nvPr/>
            </p:nvSpPr>
            <p:spPr>
              <a:xfrm>
                <a:off x="4795129" y="5876776"/>
                <a:ext cx="32865" cy="32865"/>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342" name="ellipse_3145">
                <a:extLst>
                  <a:ext uri="{FF2B5EF4-FFF2-40B4-BE49-F238E27FC236}">
                    <a16:creationId xmlns:a16="http://schemas.microsoft.com/office/drawing/2014/main" id="{D087F3EF-BD8C-245C-CF76-DC1232C2CA61}"/>
                  </a:ext>
                </a:extLst>
              </p:cNvPr>
              <p:cNvSpPr/>
              <p:nvPr/>
            </p:nvSpPr>
            <p:spPr>
              <a:xfrm>
                <a:off x="4842496" y="5817715"/>
                <a:ext cx="39467" cy="39467"/>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343" name="ellipse_3146">
                <a:extLst>
                  <a:ext uri="{FF2B5EF4-FFF2-40B4-BE49-F238E27FC236}">
                    <a16:creationId xmlns:a16="http://schemas.microsoft.com/office/drawing/2014/main" id="{49212F27-21C3-F675-D025-A19C1C24E7B1}"/>
                  </a:ext>
                </a:extLst>
              </p:cNvPr>
              <p:cNvSpPr/>
              <p:nvPr/>
            </p:nvSpPr>
            <p:spPr>
              <a:xfrm>
                <a:off x="4482203" y="5622045"/>
                <a:ext cx="33614" cy="33614"/>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44" name="ellipse_3147">
                <a:extLst>
                  <a:ext uri="{FF2B5EF4-FFF2-40B4-BE49-F238E27FC236}">
                    <a16:creationId xmlns:a16="http://schemas.microsoft.com/office/drawing/2014/main" id="{802E2F63-3F5B-A602-E84D-EB37568F761D}"/>
                  </a:ext>
                </a:extLst>
              </p:cNvPr>
              <p:cNvSpPr/>
              <p:nvPr/>
            </p:nvSpPr>
            <p:spPr>
              <a:xfrm>
                <a:off x="4293194" y="5706321"/>
                <a:ext cx="32662" cy="32662"/>
              </a:xfrm>
              <a:prstGeom prst="ellipse">
                <a:avLst/>
              </a:prstGeom>
              <a:gradFill flip="none" rotWithShape="1">
                <a:gsLst>
                  <a:gs pos="0">
                    <a:srgbClr val="F6F8F9"/>
                  </a:gs>
                  <a:gs pos="43000">
                    <a:srgbClr val="D5DCE3"/>
                  </a:gs>
                  <a:gs pos="100000">
                    <a:srgbClr val="ADB8C2"/>
                  </a:gs>
                </a:gsLst>
                <a:lin ang="2700000" scaled="1"/>
                <a:tileRect/>
              </a:gradFill>
              <a:ln w="1807" cap="rnd" cmpd="sng" algn="ctr">
                <a:noFill/>
                <a:prstDash val="solid"/>
                <a:round/>
                <a:headEnd type="none" w="med" len="med"/>
                <a:tailEnd type="none" w="med" len="med"/>
              </a:ln>
              <a:effectLst/>
            </p:spPr>
          </p:sp>
          <p:sp>
            <p:nvSpPr>
              <p:cNvPr id="3345" name="ellipse_3148">
                <a:extLst>
                  <a:ext uri="{FF2B5EF4-FFF2-40B4-BE49-F238E27FC236}">
                    <a16:creationId xmlns:a16="http://schemas.microsoft.com/office/drawing/2014/main" id="{C6ADE4C6-9CD5-2F54-6F8D-B4E04E3A83DA}"/>
                  </a:ext>
                </a:extLst>
              </p:cNvPr>
              <p:cNvSpPr/>
              <p:nvPr/>
            </p:nvSpPr>
            <p:spPr>
              <a:xfrm>
                <a:off x="4330162" y="5914429"/>
                <a:ext cx="49267" cy="49267"/>
              </a:xfrm>
              <a:prstGeom prst="ellipse">
                <a:avLst/>
              </a:prstGeom>
              <a:gradFill flip="none" rotWithShape="1">
                <a:gsLst>
                  <a:gs pos="0">
                    <a:srgbClr val="F7F9FA"/>
                  </a:gs>
                  <a:gs pos="43000">
                    <a:srgbClr val="DAE0E6"/>
                  </a:gs>
                  <a:gs pos="100000">
                    <a:srgbClr val="B2BDC6"/>
                  </a:gs>
                </a:gsLst>
                <a:lin ang="2700000" scaled="1"/>
                <a:tileRect/>
              </a:gradFill>
              <a:ln w="1807" cap="rnd" cmpd="sng" algn="ctr">
                <a:noFill/>
                <a:prstDash val="solid"/>
                <a:round/>
                <a:headEnd type="none" w="med" len="med"/>
                <a:tailEnd type="none" w="med" len="med"/>
              </a:ln>
              <a:effectLst/>
            </p:spPr>
          </p:sp>
          <p:sp>
            <p:nvSpPr>
              <p:cNvPr id="3346" name="ellipse_3149">
                <a:extLst>
                  <a:ext uri="{FF2B5EF4-FFF2-40B4-BE49-F238E27FC236}">
                    <a16:creationId xmlns:a16="http://schemas.microsoft.com/office/drawing/2014/main" id="{739F7ECD-EC27-08BA-D85D-C1DAE776F521}"/>
                  </a:ext>
                </a:extLst>
              </p:cNvPr>
              <p:cNvSpPr/>
              <p:nvPr/>
            </p:nvSpPr>
            <p:spPr>
              <a:xfrm>
                <a:off x="4280067" y="5808389"/>
                <a:ext cx="46519" cy="46519"/>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347" name="ellipse_3150">
                <a:extLst>
                  <a:ext uri="{FF2B5EF4-FFF2-40B4-BE49-F238E27FC236}">
                    <a16:creationId xmlns:a16="http://schemas.microsoft.com/office/drawing/2014/main" id="{67990CF4-6618-3617-7215-8146E22F66CB}"/>
                  </a:ext>
                </a:extLst>
              </p:cNvPr>
              <p:cNvSpPr/>
              <p:nvPr/>
            </p:nvSpPr>
            <p:spPr>
              <a:xfrm>
                <a:off x="4922072" y="5820714"/>
                <a:ext cx="32428" cy="32428"/>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348" name="ellipse_3151">
                <a:extLst>
                  <a:ext uri="{FF2B5EF4-FFF2-40B4-BE49-F238E27FC236}">
                    <a16:creationId xmlns:a16="http://schemas.microsoft.com/office/drawing/2014/main" id="{F6595EB7-8C98-F782-3970-7971E634DEBC}"/>
                  </a:ext>
                </a:extLst>
              </p:cNvPr>
              <p:cNvSpPr/>
              <p:nvPr/>
            </p:nvSpPr>
            <p:spPr>
              <a:xfrm>
                <a:off x="4619740" y="5674277"/>
                <a:ext cx="51902" cy="51902"/>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349" name="ellipse_3152">
                <a:extLst>
                  <a:ext uri="{FF2B5EF4-FFF2-40B4-BE49-F238E27FC236}">
                    <a16:creationId xmlns:a16="http://schemas.microsoft.com/office/drawing/2014/main" id="{8A1BD6F8-76B3-451E-E79C-A5D5D0E08876}"/>
                  </a:ext>
                </a:extLst>
              </p:cNvPr>
              <p:cNvSpPr/>
              <p:nvPr/>
            </p:nvSpPr>
            <p:spPr>
              <a:xfrm>
                <a:off x="4759279" y="5908135"/>
                <a:ext cx="32240" cy="32240"/>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350" name="ellipse_3153">
                <a:extLst>
                  <a:ext uri="{FF2B5EF4-FFF2-40B4-BE49-F238E27FC236}">
                    <a16:creationId xmlns:a16="http://schemas.microsoft.com/office/drawing/2014/main" id="{9D92EACC-F965-3482-8175-A52853FDCA4E}"/>
                  </a:ext>
                </a:extLst>
              </p:cNvPr>
              <p:cNvSpPr/>
              <p:nvPr/>
            </p:nvSpPr>
            <p:spPr>
              <a:xfrm>
                <a:off x="4732949" y="5945689"/>
                <a:ext cx="40700" cy="40700"/>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351" name="ellipse_3154">
                <a:extLst>
                  <a:ext uri="{FF2B5EF4-FFF2-40B4-BE49-F238E27FC236}">
                    <a16:creationId xmlns:a16="http://schemas.microsoft.com/office/drawing/2014/main" id="{9D594701-0657-CA3B-31EA-15D1255C80D0}"/>
                  </a:ext>
                </a:extLst>
              </p:cNvPr>
              <p:cNvSpPr/>
              <p:nvPr/>
            </p:nvSpPr>
            <p:spPr>
              <a:xfrm>
                <a:off x="4743845" y="5963904"/>
                <a:ext cx="32597" cy="32597"/>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352" name="ellipse_3155">
                <a:extLst>
                  <a:ext uri="{FF2B5EF4-FFF2-40B4-BE49-F238E27FC236}">
                    <a16:creationId xmlns:a16="http://schemas.microsoft.com/office/drawing/2014/main" id="{866AB910-2681-EF12-C9DB-930B5D63B63E}"/>
                  </a:ext>
                </a:extLst>
              </p:cNvPr>
              <p:cNvSpPr/>
              <p:nvPr/>
            </p:nvSpPr>
            <p:spPr>
              <a:xfrm>
                <a:off x="4570184" y="5631774"/>
                <a:ext cx="40245" cy="40245"/>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353" name="ellipse_3156">
                <a:extLst>
                  <a:ext uri="{FF2B5EF4-FFF2-40B4-BE49-F238E27FC236}">
                    <a16:creationId xmlns:a16="http://schemas.microsoft.com/office/drawing/2014/main" id="{C43E465A-E07A-A576-7B76-EEA47798CBAE}"/>
                  </a:ext>
                </a:extLst>
              </p:cNvPr>
              <p:cNvSpPr/>
              <p:nvPr/>
            </p:nvSpPr>
            <p:spPr>
              <a:xfrm>
                <a:off x="4752643" y="5910958"/>
                <a:ext cx="38199" cy="38199"/>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354" name="ellipse_3157">
                <a:extLst>
                  <a:ext uri="{FF2B5EF4-FFF2-40B4-BE49-F238E27FC236}">
                    <a16:creationId xmlns:a16="http://schemas.microsoft.com/office/drawing/2014/main" id="{D0175084-CB57-3EE0-ABC2-EACD372A858B}"/>
                  </a:ext>
                </a:extLst>
              </p:cNvPr>
              <p:cNvSpPr/>
              <p:nvPr/>
            </p:nvSpPr>
            <p:spPr>
              <a:xfrm>
                <a:off x="4647344" y="5968018"/>
                <a:ext cx="43659" cy="43659"/>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355" name="ellipse_3158">
                <a:extLst>
                  <a:ext uri="{FF2B5EF4-FFF2-40B4-BE49-F238E27FC236}">
                    <a16:creationId xmlns:a16="http://schemas.microsoft.com/office/drawing/2014/main" id="{A8BF8DBD-737B-1BF6-1123-F85F3F1D2C7D}"/>
                  </a:ext>
                </a:extLst>
              </p:cNvPr>
              <p:cNvSpPr/>
              <p:nvPr/>
            </p:nvSpPr>
            <p:spPr>
              <a:xfrm>
                <a:off x="4542983" y="5948377"/>
                <a:ext cx="43376" cy="43376"/>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356" name="ellipse_3159">
                <a:extLst>
                  <a:ext uri="{FF2B5EF4-FFF2-40B4-BE49-F238E27FC236}">
                    <a16:creationId xmlns:a16="http://schemas.microsoft.com/office/drawing/2014/main" id="{81778969-0497-5479-0587-2F151869C998}"/>
                  </a:ext>
                </a:extLst>
              </p:cNvPr>
              <p:cNvSpPr/>
              <p:nvPr/>
            </p:nvSpPr>
            <p:spPr>
              <a:xfrm>
                <a:off x="4303018" y="5853041"/>
                <a:ext cx="51967" cy="51967"/>
              </a:xfrm>
              <a:prstGeom prst="ellipse">
                <a:avLst/>
              </a:prstGeom>
              <a:gradFill flip="none" rotWithShape="1">
                <a:gsLst>
                  <a:gs pos="0">
                    <a:srgbClr val="F6F7F8"/>
                  </a:gs>
                  <a:gs pos="43000">
                    <a:srgbClr val="D2DADF"/>
                  </a:gs>
                  <a:gs pos="100000">
                    <a:srgbClr val="A9B5BE"/>
                  </a:gs>
                </a:gsLst>
                <a:lin ang="2700000" scaled="1"/>
                <a:tileRect/>
              </a:gradFill>
              <a:ln w="1807" cap="rnd" cmpd="sng" algn="ctr">
                <a:noFill/>
                <a:prstDash val="solid"/>
                <a:round/>
                <a:headEnd type="none" w="med" len="med"/>
                <a:tailEnd type="none" w="med" len="med"/>
              </a:ln>
              <a:effectLst/>
            </p:spPr>
          </p:sp>
          <p:sp>
            <p:nvSpPr>
              <p:cNvPr id="3357" name="ellipse_3160">
                <a:extLst>
                  <a:ext uri="{FF2B5EF4-FFF2-40B4-BE49-F238E27FC236}">
                    <a16:creationId xmlns:a16="http://schemas.microsoft.com/office/drawing/2014/main" id="{265B2BDD-0562-368D-C262-4AD4E9583917}"/>
                  </a:ext>
                </a:extLst>
              </p:cNvPr>
              <p:cNvSpPr/>
              <p:nvPr/>
            </p:nvSpPr>
            <p:spPr>
              <a:xfrm>
                <a:off x="4703787" y="5688348"/>
                <a:ext cx="48718" cy="48718"/>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58" name="ellipse_3161">
                <a:extLst>
                  <a:ext uri="{FF2B5EF4-FFF2-40B4-BE49-F238E27FC236}">
                    <a16:creationId xmlns:a16="http://schemas.microsoft.com/office/drawing/2014/main" id="{2020A746-5671-8356-745F-4C651947B26F}"/>
                  </a:ext>
                </a:extLst>
              </p:cNvPr>
              <p:cNvSpPr/>
              <p:nvPr/>
            </p:nvSpPr>
            <p:spPr>
              <a:xfrm>
                <a:off x="4303604" y="5737757"/>
                <a:ext cx="41872" cy="41872"/>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359" name="ellipse_3162">
                <a:extLst>
                  <a:ext uri="{FF2B5EF4-FFF2-40B4-BE49-F238E27FC236}">
                    <a16:creationId xmlns:a16="http://schemas.microsoft.com/office/drawing/2014/main" id="{180956A0-78BB-271C-A0D5-513B0F8BCE4C}"/>
                  </a:ext>
                </a:extLst>
              </p:cNvPr>
              <p:cNvSpPr/>
              <p:nvPr/>
            </p:nvSpPr>
            <p:spPr>
              <a:xfrm>
                <a:off x="4675918" y="5701264"/>
                <a:ext cx="44485" cy="44485"/>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360" name="ellipse_3163">
                <a:extLst>
                  <a:ext uri="{FF2B5EF4-FFF2-40B4-BE49-F238E27FC236}">
                    <a16:creationId xmlns:a16="http://schemas.microsoft.com/office/drawing/2014/main" id="{A72C69DD-EA49-34B6-A25A-8A02863C6BA4}"/>
                  </a:ext>
                </a:extLst>
              </p:cNvPr>
              <p:cNvSpPr/>
              <p:nvPr/>
            </p:nvSpPr>
            <p:spPr>
              <a:xfrm>
                <a:off x="4302443" y="5872605"/>
                <a:ext cx="37728" cy="37728"/>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361" name="ellipse_3164">
                <a:extLst>
                  <a:ext uri="{FF2B5EF4-FFF2-40B4-BE49-F238E27FC236}">
                    <a16:creationId xmlns:a16="http://schemas.microsoft.com/office/drawing/2014/main" id="{306AB2DF-35B2-1FDB-55F4-5C4DF01C6F17}"/>
                  </a:ext>
                </a:extLst>
              </p:cNvPr>
              <p:cNvSpPr/>
              <p:nvPr/>
            </p:nvSpPr>
            <p:spPr>
              <a:xfrm>
                <a:off x="4580943" y="5993816"/>
                <a:ext cx="32497" cy="32497"/>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362" name="ellipse_3165">
                <a:extLst>
                  <a:ext uri="{FF2B5EF4-FFF2-40B4-BE49-F238E27FC236}">
                    <a16:creationId xmlns:a16="http://schemas.microsoft.com/office/drawing/2014/main" id="{9EFE0C24-2F0E-ACC2-6945-9A06448A129C}"/>
                  </a:ext>
                </a:extLst>
              </p:cNvPr>
              <p:cNvSpPr/>
              <p:nvPr/>
            </p:nvSpPr>
            <p:spPr>
              <a:xfrm>
                <a:off x="4684525" y="5936268"/>
                <a:ext cx="35204" cy="35204"/>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363" name="ellipse_3166">
                <a:extLst>
                  <a:ext uri="{FF2B5EF4-FFF2-40B4-BE49-F238E27FC236}">
                    <a16:creationId xmlns:a16="http://schemas.microsoft.com/office/drawing/2014/main" id="{645034C0-41C9-0FE1-01CC-3B2BE465FA9E}"/>
                  </a:ext>
                </a:extLst>
              </p:cNvPr>
              <p:cNvSpPr/>
              <p:nvPr/>
            </p:nvSpPr>
            <p:spPr>
              <a:xfrm>
                <a:off x="4520025" y="5683904"/>
                <a:ext cx="45153" cy="45153"/>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364" name="ellipse_3167">
                <a:extLst>
                  <a:ext uri="{FF2B5EF4-FFF2-40B4-BE49-F238E27FC236}">
                    <a16:creationId xmlns:a16="http://schemas.microsoft.com/office/drawing/2014/main" id="{A5318162-D2EA-92FB-1985-401AF54DF2B8}"/>
                  </a:ext>
                </a:extLst>
              </p:cNvPr>
              <p:cNvSpPr/>
              <p:nvPr/>
            </p:nvSpPr>
            <p:spPr>
              <a:xfrm>
                <a:off x="4620771" y="5631136"/>
                <a:ext cx="41654" cy="4165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365" name="ellipse_3168">
                <a:extLst>
                  <a:ext uri="{FF2B5EF4-FFF2-40B4-BE49-F238E27FC236}">
                    <a16:creationId xmlns:a16="http://schemas.microsoft.com/office/drawing/2014/main" id="{6D039BA1-3684-7327-F27A-7C1834D239FB}"/>
                  </a:ext>
                </a:extLst>
              </p:cNvPr>
              <p:cNvSpPr/>
              <p:nvPr/>
            </p:nvSpPr>
            <p:spPr>
              <a:xfrm>
                <a:off x="4765501" y="5877700"/>
                <a:ext cx="45481" cy="45481"/>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366" name="ellipse_3169">
                <a:extLst>
                  <a:ext uri="{FF2B5EF4-FFF2-40B4-BE49-F238E27FC236}">
                    <a16:creationId xmlns:a16="http://schemas.microsoft.com/office/drawing/2014/main" id="{FC00E1CF-98E2-C6AC-E01B-4CC96F716B78}"/>
                  </a:ext>
                </a:extLst>
              </p:cNvPr>
              <p:cNvSpPr/>
              <p:nvPr/>
            </p:nvSpPr>
            <p:spPr>
              <a:xfrm>
                <a:off x="4519199" y="5968230"/>
                <a:ext cx="50926" cy="50926"/>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367" name="ellipse_3170">
                <a:extLst>
                  <a:ext uri="{FF2B5EF4-FFF2-40B4-BE49-F238E27FC236}">
                    <a16:creationId xmlns:a16="http://schemas.microsoft.com/office/drawing/2014/main" id="{262CD634-CF53-CFF0-73AD-17C254E93CD2}"/>
                  </a:ext>
                </a:extLst>
              </p:cNvPr>
              <p:cNvSpPr/>
              <p:nvPr/>
            </p:nvSpPr>
            <p:spPr>
              <a:xfrm>
                <a:off x="4554053" y="5682892"/>
                <a:ext cx="36938" cy="36938"/>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368" name="ellipse_3171">
                <a:extLst>
                  <a:ext uri="{FF2B5EF4-FFF2-40B4-BE49-F238E27FC236}">
                    <a16:creationId xmlns:a16="http://schemas.microsoft.com/office/drawing/2014/main" id="{D4746CD5-65C3-FEC7-69F9-5E0CDBB2768B}"/>
                  </a:ext>
                </a:extLst>
              </p:cNvPr>
              <p:cNvSpPr/>
              <p:nvPr/>
            </p:nvSpPr>
            <p:spPr>
              <a:xfrm>
                <a:off x="4390264" y="5749764"/>
                <a:ext cx="44541" cy="44541"/>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369" name="ellipse_3172">
                <a:extLst>
                  <a:ext uri="{FF2B5EF4-FFF2-40B4-BE49-F238E27FC236}">
                    <a16:creationId xmlns:a16="http://schemas.microsoft.com/office/drawing/2014/main" id="{A0B0B251-52E7-0A44-7B2F-E352051A2251}"/>
                  </a:ext>
                </a:extLst>
              </p:cNvPr>
              <p:cNvSpPr/>
              <p:nvPr/>
            </p:nvSpPr>
            <p:spPr>
              <a:xfrm>
                <a:off x="4741663" y="5953659"/>
                <a:ext cx="36584" cy="36584"/>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70" name="ellipse_3173">
                <a:extLst>
                  <a:ext uri="{FF2B5EF4-FFF2-40B4-BE49-F238E27FC236}">
                    <a16:creationId xmlns:a16="http://schemas.microsoft.com/office/drawing/2014/main" id="{FA7F48AE-878F-201C-33D6-D5F74B69B2D9}"/>
                  </a:ext>
                </a:extLst>
              </p:cNvPr>
              <p:cNvSpPr/>
              <p:nvPr/>
            </p:nvSpPr>
            <p:spPr>
              <a:xfrm>
                <a:off x="4376282" y="5861415"/>
                <a:ext cx="47001" cy="47001"/>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371" name="ellipse_3174">
                <a:extLst>
                  <a:ext uri="{FF2B5EF4-FFF2-40B4-BE49-F238E27FC236}">
                    <a16:creationId xmlns:a16="http://schemas.microsoft.com/office/drawing/2014/main" id="{65249DC3-2F7B-6459-0570-1F024C22BC5B}"/>
                  </a:ext>
                </a:extLst>
              </p:cNvPr>
              <p:cNvSpPr/>
              <p:nvPr/>
            </p:nvSpPr>
            <p:spPr>
              <a:xfrm>
                <a:off x="4906166" y="5765347"/>
                <a:ext cx="42589" cy="42589"/>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372" name="ellipse_3175">
                <a:extLst>
                  <a:ext uri="{FF2B5EF4-FFF2-40B4-BE49-F238E27FC236}">
                    <a16:creationId xmlns:a16="http://schemas.microsoft.com/office/drawing/2014/main" id="{6D4B5F9B-74F3-2884-D1BE-7CBFBC449EDF}"/>
                  </a:ext>
                </a:extLst>
              </p:cNvPr>
              <p:cNvSpPr/>
              <p:nvPr/>
            </p:nvSpPr>
            <p:spPr>
              <a:xfrm>
                <a:off x="4746967" y="5667445"/>
                <a:ext cx="33221" cy="33221"/>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373" name="ellipse_3176">
                <a:extLst>
                  <a:ext uri="{FF2B5EF4-FFF2-40B4-BE49-F238E27FC236}">
                    <a16:creationId xmlns:a16="http://schemas.microsoft.com/office/drawing/2014/main" id="{BA112262-E0D4-B7B6-C4BA-844E96ABF899}"/>
                  </a:ext>
                </a:extLst>
              </p:cNvPr>
              <p:cNvSpPr/>
              <p:nvPr/>
            </p:nvSpPr>
            <p:spPr>
              <a:xfrm>
                <a:off x="4639435" y="5985774"/>
                <a:ext cx="47949" cy="47949"/>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374" name="ellipse_3177">
                <a:extLst>
                  <a:ext uri="{FF2B5EF4-FFF2-40B4-BE49-F238E27FC236}">
                    <a16:creationId xmlns:a16="http://schemas.microsoft.com/office/drawing/2014/main" id="{F1561D2A-8600-4BBD-7837-80A59A9A581E}"/>
                  </a:ext>
                </a:extLst>
              </p:cNvPr>
              <p:cNvSpPr/>
              <p:nvPr/>
            </p:nvSpPr>
            <p:spPr>
              <a:xfrm>
                <a:off x="4585890" y="5608315"/>
                <a:ext cx="44872" cy="44872"/>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375" name="ellipse_3178">
                <a:extLst>
                  <a:ext uri="{FF2B5EF4-FFF2-40B4-BE49-F238E27FC236}">
                    <a16:creationId xmlns:a16="http://schemas.microsoft.com/office/drawing/2014/main" id="{D8EC8B90-61C0-4C4E-CC7D-ECC262CB1F1A}"/>
                  </a:ext>
                </a:extLst>
              </p:cNvPr>
              <p:cNvSpPr/>
              <p:nvPr/>
            </p:nvSpPr>
            <p:spPr>
              <a:xfrm>
                <a:off x="4285718" y="5915052"/>
                <a:ext cx="44261" cy="44261"/>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376" name="ellipse_3179">
                <a:extLst>
                  <a:ext uri="{FF2B5EF4-FFF2-40B4-BE49-F238E27FC236}">
                    <a16:creationId xmlns:a16="http://schemas.microsoft.com/office/drawing/2014/main" id="{6069AB03-E385-F24F-FAA0-740AA194DC1F}"/>
                  </a:ext>
                </a:extLst>
              </p:cNvPr>
              <p:cNvSpPr/>
              <p:nvPr/>
            </p:nvSpPr>
            <p:spPr>
              <a:xfrm>
                <a:off x="4848838" y="5808297"/>
                <a:ext cx="32891" cy="32891"/>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377" name="ellipse_3180">
                <a:extLst>
                  <a:ext uri="{FF2B5EF4-FFF2-40B4-BE49-F238E27FC236}">
                    <a16:creationId xmlns:a16="http://schemas.microsoft.com/office/drawing/2014/main" id="{95469556-225A-9540-13CD-B55AB5ED48DE}"/>
                  </a:ext>
                </a:extLst>
              </p:cNvPr>
              <p:cNvSpPr/>
              <p:nvPr/>
            </p:nvSpPr>
            <p:spPr>
              <a:xfrm>
                <a:off x="4862276" y="5922551"/>
                <a:ext cx="46756" cy="46756"/>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378" name="ellipse_3181">
                <a:extLst>
                  <a:ext uri="{FF2B5EF4-FFF2-40B4-BE49-F238E27FC236}">
                    <a16:creationId xmlns:a16="http://schemas.microsoft.com/office/drawing/2014/main" id="{C8533292-0399-1478-C63D-8D7DB588ACC0}"/>
                  </a:ext>
                </a:extLst>
              </p:cNvPr>
              <p:cNvSpPr/>
              <p:nvPr/>
            </p:nvSpPr>
            <p:spPr>
              <a:xfrm>
                <a:off x="4626532" y="5604959"/>
                <a:ext cx="49755" cy="49755"/>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379" name="ellipse_3182">
                <a:extLst>
                  <a:ext uri="{FF2B5EF4-FFF2-40B4-BE49-F238E27FC236}">
                    <a16:creationId xmlns:a16="http://schemas.microsoft.com/office/drawing/2014/main" id="{6E4064F6-EC88-CACF-3465-BEFDECDEB1BB}"/>
                  </a:ext>
                </a:extLst>
              </p:cNvPr>
              <p:cNvSpPr/>
              <p:nvPr/>
            </p:nvSpPr>
            <p:spPr>
              <a:xfrm>
                <a:off x="4412035" y="5697300"/>
                <a:ext cx="48163" cy="48163"/>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380" name="ellipse_3183">
                <a:extLst>
                  <a:ext uri="{FF2B5EF4-FFF2-40B4-BE49-F238E27FC236}">
                    <a16:creationId xmlns:a16="http://schemas.microsoft.com/office/drawing/2014/main" id="{4EE39281-C05F-6ACA-5815-0C9B4E54C740}"/>
                  </a:ext>
                </a:extLst>
              </p:cNvPr>
              <p:cNvSpPr/>
              <p:nvPr/>
            </p:nvSpPr>
            <p:spPr>
              <a:xfrm>
                <a:off x="4818754" y="5804046"/>
                <a:ext cx="39243" cy="39243"/>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381" name="ellipse_3184">
                <a:extLst>
                  <a:ext uri="{FF2B5EF4-FFF2-40B4-BE49-F238E27FC236}">
                    <a16:creationId xmlns:a16="http://schemas.microsoft.com/office/drawing/2014/main" id="{4A11960F-8214-AD68-F339-8646BA087EC1}"/>
                  </a:ext>
                </a:extLst>
              </p:cNvPr>
              <p:cNvSpPr/>
              <p:nvPr/>
            </p:nvSpPr>
            <p:spPr>
              <a:xfrm>
                <a:off x="4258472" y="5877618"/>
                <a:ext cx="39892" cy="39892"/>
              </a:xfrm>
              <a:prstGeom prst="ellipse">
                <a:avLst/>
              </a:prstGeom>
              <a:gradFill flip="none" rotWithShape="1">
                <a:gsLst>
                  <a:gs pos="0">
                    <a:srgbClr val="F6F8F9"/>
                  </a:gs>
                  <a:gs pos="43000">
                    <a:srgbClr val="D5DCE1"/>
                  </a:gs>
                  <a:gs pos="100000">
                    <a:srgbClr val="ACB8C1"/>
                  </a:gs>
                </a:gsLst>
                <a:lin ang="2700000" scaled="1"/>
                <a:tileRect/>
              </a:gradFill>
              <a:ln w="1807" cap="rnd" cmpd="sng" algn="ctr">
                <a:noFill/>
                <a:prstDash val="solid"/>
                <a:round/>
                <a:headEnd type="none" w="med" len="med"/>
                <a:tailEnd type="none" w="med" len="med"/>
              </a:ln>
              <a:effectLst/>
            </p:spPr>
          </p:sp>
          <p:sp>
            <p:nvSpPr>
              <p:cNvPr id="3382" name="ellipse_3185">
                <a:extLst>
                  <a:ext uri="{FF2B5EF4-FFF2-40B4-BE49-F238E27FC236}">
                    <a16:creationId xmlns:a16="http://schemas.microsoft.com/office/drawing/2014/main" id="{F440539E-43DF-2D33-C8E5-75E4E0B813EF}"/>
                  </a:ext>
                </a:extLst>
              </p:cNvPr>
              <p:cNvSpPr/>
              <p:nvPr/>
            </p:nvSpPr>
            <p:spPr>
              <a:xfrm>
                <a:off x="4307946" y="5944467"/>
                <a:ext cx="49983" cy="49983"/>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83" name="ellipse_3186">
                <a:extLst>
                  <a:ext uri="{FF2B5EF4-FFF2-40B4-BE49-F238E27FC236}">
                    <a16:creationId xmlns:a16="http://schemas.microsoft.com/office/drawing/2014/main" id="{4971629E-C1F2-4871-5412-E94A86B5F50C}"/>
                  </a:ext>
                </a:extLst>
              </p:cNvPr>
              <p:cNvSpPr/>
              <p:nvPr/>
            </p:nvSpPr>
            <p:spPr>
              <a:xfrm>
                <a:off x="4730281" y="5684151"/>
                <a:ext cx="47059" cy="47059"/>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384" name="ellipse_3187">
                <a:extLst>
                  <a:ext uri="{FF2B5EF4-FFF2-40B4-BE49-F238E27FC236}">
                    <a16:creationId xmlns:a16="http://schemas.microsoft.com/office/drawing/2014/main" id="{7562E280-D0F2-2699-7466-D2B6912EBB0B}"/>
                  </a:ext>
                </a:extLst>
              </p:cNvPr>
              <p:cNvSpPr/>
              <p:nvPr/>
            </p:nvSpPr>
            <p:spPr>
              <a:xfrm>
                <a:off x="4648054" y="5613386"/>
                <a:ext cx="31827" cy="31827"/>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385" name="ellipse_3188">
                <a:extLst>
                  <a:ext uri="{FF2B5EF4-FFF2-40B4-BE49-F238E27FC236}">
                    <a16:creationId xmlns:a16="http://schemas.microsoft.com/office/drawing/2014/main" id="{77B35517-246F-532E-88C9-A6EA64416E37}"/>
                  </a:ext>
                </a:extLst>
              </p:cNvPr>
              <p:cNvSpPr/>
              <p:nvPr/>
            </p:nvSpPr>
            <p:spPr>
              <a:xfrm>
                <a:off x="4339228" y="5660392"/>
                <a:ext cx="44901" cy="44901"/>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386" name="ellipse_3189">
                <a:extLst>
                  <a:ext uri="{FF2B5EF4-FFF2-40B4-BE49-F238E27FC236}">
                    <a16:creationId xmlns:a16="http://schemas.microsoft.com/office/drawing/2014/main" id="{F92668D5-E5CC-7CAA-1A54-53DAF5585165}"/>
                  </a:ext>
                </a:extLst>
              </p:cNvPr>
              <p:cNvSpPr/>
              <p:nvPr/>
            </p:nvSpPr>
            <p:spPr>
              <a:xfrm>
                <a:off x="4354668" y="5801749"/>
                <a:ext cx="50572" cy="50572"/>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387" name="ellipse_3190">
                <a:extLst>
                  <a:ext uri="{FF2B5EF4-FFF2-40B4-BE49-F238E27FC236}">
                    <a16:creationId xmlns:a16="http://schemas.microsoft.com/office/drawing/2014/main" id="{B983A746-3CAA-DFE1-767D-AD91A5E92950}"/>
                  </a:ext>
                </a:extLst>
              </p:cNvPr>
              <p:cNvSpPr/>
              <p:nvPr/>
            </p:nvSpPr>
            <p:spPr>
              <a:xfrm>
                <a:off x="4312921" y="5796559"/>
                <a:ext cx="40925" cy="40925"/>
              </a:xfrm>
              <a:prstGeom prst="ellipse">
                <a:avLst/>
              </a:prstGeom>
              <a:gradFill flip="none" rotWithShape="1">
                <a:gsLst>
                  <a:gs pos="0">
                    <a:srgbClr val="F5F6F8"/>
                  </a:gs>
                  <a:gs pos="43000">
                    <a:srgbClr val="CDD6DD"/>
                  </a:gs>
                  <a:gs pos="100000">
                    <a:srgbClr val="A4B1BC"/>
                  </a:gs>
                </a:gsLst>
                <a:lin ang="2700000" scaled="1"/>
                <a:tileRect/>
              </a:gradFill>
              <a:ln w="1807" cap="rnd" cmpd="sng" algn="ctr">
                <a:noFill/>
                <a:prstDash val="solid"/>
                <a:round/>
                <a:headEnd type="none" w="med" len="med"/>
                <a:tailEnd type="none" w="med" len="med"/>
              </a:ln>
              <a:effectLst/>
            </p:spPr>
          </p:sp>
          <p:sp>
            <p:nvSpPr>
              <p:cNvPr id="3388" name="ellipse_3191">
                <a:extLst>
                  <a:ext uri="{FF2B5EF4-FFF2-40B4-BE49-F238E27FC236}">
                    <a16:creationId xmlns:a16="http://schemas.microsoft.com/office/drawing/2014/main" id="{95117694-A7EA-1B5E-3F65-B8AEC2D35342}"/>
                  </a:ext>
                </a:extLst>
              </p:cNvPr>
              <p:cNvSpPr/>
              <p:nvPr/>
            </p:nvSpPr>
            <p:spPr>
              <a:xfrm>
                <a:off x="4592726" y="5978423"/>
                <a:ext cx="35441" cy="35441"/>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389" name="ellipse_3192">
                <a:extLst>
                  <a:ext uri="{FF2B5EF4-FFF2-40B4-BE49-F238E27FC236}">
                    <a16:creationId xmlns:a16="http://schemas.microsoft.com/office/drawing/2014/main" id="{15629293-0E5F-CFFE-3525-DE89AC007D64}"/>
                  </a:ext>
                </a:extLst>
              </p:cNvPr>
              <p:cNvSpPr/>
              <p:nvPr/>
            </p:nvSpPr>
            <p:spPr>
              <a:xfrm>
                <a:off x="4400863" y="5963283"/>
                <a:ext cx="40231" cy="40231"/>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390" name="ellipse_3193">
                <a:extLst>
                  <a:ext uri="{FF2B5EF4-FFF2-40B4-BE49-F238E27FC236}">
                    <a16:creationId xmlns:a16="http://schemas.microsoft.com/office/drawing/2014/main" id="{32AF9F97-6898-1A9B-8AA3-976D2BA36351}"/>
                  </a:ext>
                </a:extLst>
              </p:cNvPr>
              <p:cNvSpPr/>
              <p:nvPr/>
            </p:nvSpPr>
            <p:spPr>
              <a:xfrm>
                <a:off x="4299166" y="5719874"/>
                <a:ext cx="41687" cy="41687"/>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391" name="ellipse_3194">
                <a:extLst>
                  <a:ext uri="{FF2B5EF4-FFF2-40B4-BE49-F238E27FC236}">
                    <a16:creationId xmlns:a16="http://schemas.microsoft.com/office/drawing/2014/main" id="{62A74531-418C-AB5F-A633-01767797A4F7}"/>
                  </a:ext>
                </a:extLst>
              </p:cNvPr>
              <p:cNvSpPr/>
              <p:nvPr/>
            </p:nvSpPr>
            <p:spPr>
              <a:xfrm>
                <a:off x="4574590" y="5664426"/>
                <a:ext cx="36432" cy="36432"/>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392" name="ellipse_3195">
                <a:extLst>
                  <a:ext uri="{FF2B5EF4-FFF2-40B4-BE49-F238E27FC236}">
                    <a16:creationId xmlns:a16="http://schemas.microsoft.com/office/drawing/2014/main" id="{02640F91-E0F4-E438-1F4E-2B687941939F}"/>
                  </a:ext>
                </a:extLst>
              </p:cNvPr>
              <p:cNvSpPr/>
              <p:nvPr/>
            </p:nvSpPr>
            <p:spPr>
              <a:xfrm>
                <a:off x="4714781" y="5706746"/>
                <a:ext cx="49809" cy="49809"/>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grpSp>
            <p:nvGrpSpPr>
              <p:cNvPr id="3393" name="Ligand identity | illustrative molecular graph">
                <a:extLst>
                  <a:ext uri="{FF2B5EF4-FFF2-40B4-BE49-F238E27FC236}">
                    <a16:creationId xmlns:a16="http://schemas.microsoft.com/office/drawing/2014/main" id="{37C9189B-128C-E71A-F4D8-5FDD0E05F2BB}"/>
                  </a:ext>
                </a:extLst>
              </p:cNvPr>
              <p:cNvGrpSpPr/>
              <p:nvPr/>
            </p:nvGrpSpPr>
            <p:grpSpPr>
              <a:xfrm>
                <a:off x="4471951" y="5748405"/>
                <a:ext cx="309662" cy="197297"/>
                <a:chOff x="4471951" y="5748405"/>
                <a:chExt cx="309662" cy="197297"/>
              </a:xfrm>
            </p:grpSpPr>
            <p:cxnSp>
              <p:nvCxnSpPr>
                <p:cNvPr id="3394" name="path_3196">
                  <a:extLst>
                    <a:ext uri="{FF2B5EF4-FFF2-40B4-BE49-F238E27FC236}">
                      <a16:creationId xmlns:a16="http://schemas.microsoft.com/office/drawing/2014/main" id="{ADF936CF-75EB-FE55-6244-C0CB9531A924}"/>
                    </a:ext>
                  </a:extLst>
                </p:cNvPr>
                <p:cNvCxnSpPr/>
                <p:nvPr/>
              </p:nvCxnSpPr>
              <p:spPr>
                <a:xfrm flipH="1">
                  <a:off x="4564393" y="5889808"/>
                  <a:ext cx="79301" cy="42754"/>
                </a:xfrm>
                <a:prstGeom prst="line">
                  <a:avLst/>
                </a:prstGeom>
                <a:noFill/>
                <a:ln w="12700" cap="rnd" cmpd="sng" algn="ctr">
                  <a:solidFill>
                    <a:srgbClr val="238777"/>
                  </a:solidFill>
                  <a:prstDash val="solid"/>
                  <a:round/>
                  <a:headEnd type="none" w="med" len="med"/>
                  <a:tailEnd type="none" w="med" len="med"/>
                </a:ln>
                <a:effectLst/>
              </p:spPr>
            </p:cxnSp>
            <p:cxnSp>
              <p:nvCxnSpPr>
                <p:cNvPr id="3395" name="path_3197">
                  <a:extLst>
                    <a:ext uri="{FF2B5EF4-FFF2-40B4-BE49-F238E27FC236}">
                      <a16:creationId xmlns:a16="http://schemas.microsoft.com/office/drawing/2014/main" id="{831DB7BE-9C57-BDF2-EF4F-B847D7AB04F8}"/>
                    </a:ext>
                  </a:extLst>
                </p:cNvPr>
                <p:cNvCxnSpPr/>
                <p:nvPr/>
              </p:nvCxnSpPr>
              <p:spPr>
                <a:xfrm flipH="1" flipV="1">
                  <a:off x="4485091" y="5889808"/>
                  <a:ext cx="79301" cy="42754"/>
                </a:xfrm>
                <a:prstGeom prst="line">
                  <a:avLst/>
                </a:prstGeom>
                <a:noFill/>
                <a:ln w="12700" cap="rnd" cmpd="sng" algn="ctr">
                  <a:solidFill>
                    <a:srgbClr val="238777"/>
                  </a:solidFill>
                  <a:prstDash val="solid"/>
                  <a:round/>
                  <a:headEnd type="none" w="med" len="med"/>
                  <a:tailEnd type="none" w="med" len="med"/>
                </a:ln>
                <a:effectLst/>
              </p:spPr>
            </p:cxnSp>
            <p:cxnSp>
              <p:nvCxnSpPr>
                <p:cNvPr id="3396" name="path_3198">
                  <a:extLst>
                    <a:ext uri="{FF2B5EF4-FFF2-40B4-BE49-F238E27FC236}">
                      <a16:creationId xmlns:a16="http://schemas.microsoft.com/office/drawing/2014/main" id="{015F4BD8-B075-C765-203B-224C405C89F3}"/>
                    </a:ext>
                  </a:extLst>
                </p:cNvPr>
                <p:cNvCxnSpPr/>
                <p:nvPr/>
              </p:nvCxnSpPr>
              <p:spPr>
                <a:xfrm flipV="1">
                  <a:off x="4485091" y="5804299"/>
                  <a:ext cx="0" cy="85509"/>
                </a:xfrm>
                <a:prstGeom prst="line">
                  <a:avLst/>
                </a:prstGeom>
                <a:noFill/>
                <a:ln w="12700" cap="rnd" cmpd="sng" algn="ctr">
                  <a:solidFill>
                    <a:srgbClr val="238777"/>
                  </a:solidFill>
                  <a:prstDash val="solid"/>
                  <a:round/>
                  <a:headEnd type="none" w="med" len="med"/>
                  <a:tailEnd type="none" w="med" len="med"/>
                </a:ln>
                <a:effectLst/>
              </p:spPr>
            </p:cxnSp>
            <p:cxnSp>
              <p:nvCxnSpPr>
                <p:cNvPr id="3397" name="path_3199">
                  <a:extLst>
                    <a:ext uri="{FF2B5EF4-FFF2-40B4-BE49-F238E27FC236}">
                      <a16:creationId xmlns:a16="http://schemas.microsoft.com/office/drawing/2014/main" id="{8D46D993-6A52-0184-8359-522510C112D3}"/>
                    </a:ext>
                  </a:extLst>
                </p:cNvPr>
                <p:cNvCxnSpPr/>
                <p:nvPr/>
              </p:nvCxnSpPr>
              <p:spPr>
                <a:xfrm flipV="1">
                  <a:off x="4485091" y="5761545"/>
                  <a:ext cx="79301" cy="42754"/>
                </a:xfrm>
                <a:prstGeom prst="line">
                  <a:avLst/>
                </a:prstGeom>
                <a:noFill/>
                <a:ln w="12700" cap="rnd" cmpd="sng" algn="ctr">
                  <a:solidFill>
                    <a:srgbClr val="238777"/>
                  </a:solidFill>
                  <a:prstDash val="solid"/>
                  <a:round/>
                  <a:headEnd type="none" w="med" len="med"/>
                  <a:tailEnd type="none" w="med" len="med"/>
                </a:ln>
                <a:effectLst/>
              </p:spPr>
            </p:cxnSp>
            <p:cxnSp>
              <p:nvCxnSpPr>
                <p:cNvPr id="3398" name="path_3200">
                  <a:extLst>
                    <a:ext uri="{FF2B5EF4-FFF2-40B4-BE49-F238E27FC236}">
                      <a16:creationId xmlns:a16="http://schemas.microsoft.com/office/drawing/2014/main" id="{F9B8E81D-6377-58A2-6A30-FDB1D5A869DD}"/>
                    </a:ext>
                  </a:extLst>
                </p:cNvPr>
                <p:cNvCxnSpPr/>
                <p:nvPr/>
              </p:nvCxnSpPr>
              <p:spPr>
                <a:xfrm>
                  <a:off x="4564393" y="5761545"/>
                  <a:ext cx="79301" cy="42754"/>
                </a:xfrm>
                <a:prstGeom prst="line">
                  <a:avLst/>
                </a:prstGeom>
                <a:noFill/>
                <a:ln w="12700" cap="rnd" cmpd="sng" algn="ctr">
                  <a:solidFill>
                    <a:srgbClr val="238777"/>
                  </a:solidFill>
                  <a:prstDash val="solid"/>
                  <a:round/>
                  <a:headEnd type="none" w="med" len="med"/>
                  <a:tailEnd type="none" w="med" len="med"/>
                </a:ln>
                <a:effectLst/>
              </p:spPr>
            </p:cxnSp>
            <p:cxnSp>
              <p:nvCxnSpPr>
                <p:cNvPr id="3399" name="path_3201">
                  <a:extLst>
                    <a:ext uri="{FF2B5EF4-FFF2-40B4-BE49-F238E27FC236}">
                      <a16:creationId xmlns:a16="http://schemas.microsoft.com/office/drawing/2014/main" id="{83E2ADEC-4C02-E845-69EE-1A54F82CC4D5}"/>
                    </a:ext>
                  </a:extLst>
                </p:cNvPr>
                <p:cNvCxnSpPr/>
                <p:nvPr/>
              </p:nvCxnSpPr>
              <p:spPr>
                <a:xfrm>
                  <a:off x="4643694" y="5804299"/>
                  <a:ext cx="0" cy="85509"/>
                </a:xfrm>
                <a:prstGeom prst="line">
                  <a:avLst/>
                </a:prstGeom>
                <a:noFill/>
                <a:ln w="12700" cap="rnd" cmpd="sng" algn="ctr">
                  <a:solidFill>
                    <a:srgbClr val="238777"/>
                  </a:solidFill>
                  <a:prstDash val="solid"/>
                  <a:round/>
                  <a:headEnd type="none" w="med" len="med"/>
                  <a:tailEnd type="none" w="med" len="med"/>
                </a:ln>
                <a:effectLst/>
              </p:spPr>
            </p:cxnSp>
            <p:cxnSp>
              <p:nvCxnSpPr>
                <p:cNvPr id="3400" name="path_3202">
                  <a:extLst>
                    <a:ext uri="{FF2B5EF4-FFF2-40B4-BE49-F238E27FC236}">
                      <a16:creationId xmlns:a16="http://schemas.microsoft.com/office/drawing/2014/main" id="{5F1B3FC3-57BB-0282-8E13-7F20B2A88265}"/>
                    </a:ext>
                  </a:extLst>
                </p:cNvPr>
                <p:cNvCxnSpPr/>
                <p:nvPr/>
              </p:nvCxnSpPr>
              <p:spPr>
                <a:xfrm flipV="1">
                  <a:off x="4643694" y="5781797"/>
                  <a:ext cx="70872" cy="108011"/>
                </a:xfrm>
                <a:prstGeom prst="line">
                  <a:avLst/>
                </a:prstGeom>
                <a:noFill/>
                <a:ln w="12700" cap="rnd" cmpd="sng" algn="ctr">
                  <a:solidFill>
                    <a:srgbClr val="238777"/>
                  </a:solidFill>
                  <a:prstDash val="solid"/>
                  <a:round/>
                  <a:headEnd type="none" w="med" len="med"/>
                  <a:tailEnd type="none" w="med" len="med"/>
                </a:ln>
                <a:effectLst/>
              </p:spPr>
            </p:cxnSp>
            <p:cxnSp>
              <p:nvCxnSpPr>
                <p:cNvPr id="3401" name="path_3203">
                  <a:extLst>
                    <a:ext uri="{FF2B5EF4-FFF2-40B4-BE49-F238E27FC236}">
                      <a16:creationId xmlns:a16="http://schemas.microsoft.com/office/drawing/2014/main" id="{C8340DB8-01AF-1863-FB59-53A582D87106}"/>
                    </a:ext>
                  </a:extLst>
                </p:cNvPr>
                <p:cNvCxnSpPr/>
                <p:nvPr/>
              </p:nvCxnSpPr>
              <p:spPr>
                <a:xfrm>
                  <a:off x="4714566" y="5781797"/>
                  <a:ext cx="51279" cy="47255"/>
                </a:xfrm>
                <a:prstGeom prst="line">
                  <a:avLst/>
                </a:prstGeom>
                <a:noFill/>
                <a:ln w="12700" cap="rnd" cmpd="sng" algn="ctr">
                  <a:solidFill>
                    <a:srgbClr val="238777"/>
                  </a:solidFill>
                  <a:prstDash val="solid"/>
                  <a:round/>
                  <a:headEnd type="none" w="med" len="med"/>
                  <a:tailEnd type="none" w="med" len="med"/>
                </a:ln>
                <a:effectLst/>
              </p:spPr>
            </p:cxnSp>
            <p:sp>
              <p:nvSpPr>
                <p:cNvPr id="3402" name="ellipse_3204">
                  <a:extLst>
                    <a:ext uri="{FF2B5EF4-FFF2-40B4-BE49-F238E27FC236}">
                      <a16:creationId xmlns:a16="http://schemas.microsoft.com/office/drawing/2014/main" id="{BA0B95CA-9F7D-3388-7255-C0E0D9D53031}"/>
                    </a:ext>
                  </a:extLst>
                </p:cNvPr>
                <p:cNvSpPr/>
                <p:nvPr/>
              </p:nvSpPr>
              <p:spPr>
                <a:xfrm>
                  <a:off x="4630554" y="5876668"/>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3" name="ellipse_3205">
                  <a:extLst>
                    <a:ext uri="{FF2B5EF4-FFF2-40B4-BE49-F238E27FC236}">
                      <a16:creationId xmlns:a16="http://schemas.microsoft.com/office/drawing/2014/main" id="{83F91E2F-5841-E387-616E-37F5F4CF1B74}"/>
                    </a:ext>
                  </a:extLst>
                </p:cNvPr>
                <p:cNvSpPr/>
                <p:nvPr/>
              </p:nvSpPr>
              <p:spPr>
                <a:xfrm>
                  <a:off x="4551253" y="5919422"/>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4" name="ellipse_3206">
                  <a:extLst>
                    <a:ext uri="{FF2B5EF4-FFF2-40B4-BE49-F238E27FC236}">
                      <a16:creationId xmlns:a16="http://schemas.microsoft.com/office/drawing/2014/main" id="{42AF1FF8-12C3-DEB9-1310-5FA9A5E28D17}"/>
                    </a:ext>
                  </a:extLst>
                </p:cNvPr>
                <p:cNvSpPr/>
                <p:nvPr/>
              </p:nvSpPr>
              <p:spPr>
                <a:xfrm>
                  <a:off x="4471951" y="5876668"/>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5" name="ellipse_3207">
                  <a:extLst>
                    <a:ext uri="{FF2B5EF4-FFF2-40B4-BE49-F238E27FC236}">
                      <a16:creationId xmlns:a16="http://schemas.microsoft.com/office/drawing/2014/main" id="{618C2BF8-4747-8796-141D-68033B71DB66}"/>
                    </a:ext>
                  </a:extLst>
                </p:cNvPr>
                <p:cNvSpPr/>
                <p:nvPr/>
              </p:nvSpPr>
              <p:spPr>
                <a:xfrm>
                  <a:off x="4471951" y="5791159"/>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6" name="ellipse_3208">
                  <a:extLst>
                    <a:ext uri="{FF2B5EF4-FFF2-40B4-BE49-F238E27FC236}">
                      <a16:creationId xmlns:a16="http://schemas.microsoft.com/office/drawing/2014/main" id="{3193F908-A070-1A45-32DC-285C10DB5ABB}"/>
                    </a:ext>
                  </a:extLst>
                </p:cNvPr>
                <p:cNvSpPr/>
                <p:nvPr/>
              </p:nvSpPr>
              <p:spPr>
                <a:xfrm>
                  <a:off x="4551253" y="5748405"/>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7" name="ellipse_3209">
                  <a:extLst>
                    <a:ext uri="{FF2B5EF4-FFF2-40B4-BE49-F238E27FC236}">
                      <a16:creationId xmlns:a16="http://schemas.microsoft.com/office/drawing/2014/main" id="{75CA217D-73AD-9E30-D3DF-E2E8E261F1C8}"/>
                    </a:ext>
                  </a:extLst>
                </p:cNvPr>
                <p:cNvSpPr/>
                <p:nvPr/>
              </p:nvSpPr>
              <p:spPr>
                <a:xfrm>
                  <a:off x="4630554" y="5791159"/>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8" name="ellipse_3210">
                  <a:extLst>
                    <a:ext uri="{FF2B5EF4-FFF2-40B4-BE49-F238E27FC236}">
                      <a16:creationId xmlns:a16="http://schemas.microsoft.com/office/drawing/2014/main" id="{09517BE4-4A19-573F-EE05-4878924DC353}"/>
                    </a:ext>
                  </a:extLst>
                </p:cNvPr>
                <p:cNvSpPr/>
                <p:nvPr/>
              </p:nvSpPr>
              <p:spPr>
                <a:xfrm>
                  <a:off x="4698798" y="5766029"/>
                  <a:ext cx="31536" cy="31536"/>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9" name="ellipse_3211">
                  <a:extLst>
                    <a:ext uri="{FF2B5EF4-FFF2-40B4-BE49-F238E27FC236}">
                      <a16:creationId xmlns:a16="http://schemas.microsoft.com/office/drawing/2014/main" id="{916EFA00-A739-62FA-5CBD-05E5945D5CB1}"/>
                    </a:ext>
                  </a:extLst>
                </p:cNvPr>
                <p:cNvSpPr/>
                <p:nvPr/>
              </p:nvSpPr>
              <p:spPr>
                <a:xfrm>
                  <a:off x="4750077" y="5813284"/>
                  <a:ext cx="31536" cy="31536"/>
                </a:xfrm>
                <a:prstGeom prst="ellipse">
                  <a:avLst/>
                </a:prstGeom>
                <a:gradFill flip="none" rotWithShape="1">
                  <a:gsLst>
                    <a:gs pos="0">
                      <a:srgbClr val="F8E2E4"/>
                    </a:gs>
                    <a:gs pos="43000">
                      <a:srgbClr val="DC767B"/>
                    </a:gs>
                    <a:gs pos="100000">
                      <a:srgbClr val="B4434B"/>
                    </a:gs>
                  </a:gsLst>
                  <a:lin ang="2700000" scaled="1"/>
                  <a:tileRect/>
                </a:gradFill>
                <a:ln w="1807" cap="rnd" cmpd="sng" algn="ctr">
                  <a:noFill/>
                  <a:prstDash val="solid"/>
                  <a:round/>
                  <a:headEnd type="none" w="med" len="med"/>
                  <a:tailEnd type="none" w="med" len="med"/>
                </a:ln>
                <a:effectLst/>
              </p:spPr>
            </p:sp>
          </p:grpSp>
        </p:grpSp>
        <p:sp>
          <p:nvSpPr>
            <p:cNvPr id="3410" name="Text | All-atom ligand pose">
              <a:extLst>
                <a:ext uri="{FF2B5EF4-FFF2-40B4-BE49-F238E27FC236}">
                  <a16:creationId xmlns:a16="http://schemas.microsoft.com/office/drawing/2014/main" id="{95E96FB6-F757-126A-AB4C-F5D6E7603C40}"/>
                </a:ext>
              </a:extLst>
            </p:cNvPr>
            <p:cNvSpPr txBox="1"/>
            <p:nvPr/>
          </p:nvSpPr>
          <p:spPr>
            <a:xfrm>
              <a:off x="4090568" y="6054255"/>
              <a:ext cx="1062854" cy="125947"/>
            </a:xfrm>
            <a:prstGeom prst="rect">
              <a:avLst/>
            </a:prstGeom>
            <a:noFill/>
            <a:ln>
              <a:noFill/>
            </a:ln>
            <a:effectLst/>
          </p:spPr>
          <p:txBody>
            <a:bodyPr vertOverflow="overflow" horzOverflow="overflow" wrap="none" lIns="0" tIns="0" rIns="0" bIns="0" anchor="t" anchorCtr="0">
              <a:noAutofit/>
            </a:bodyPr>
            <a:lstStyle/>
            <a:p>
              <a:pPr algn="ctr"/>
              <a:r>
                <a:rPr lang="en-US" sz="500" b="1" dirty="0">
                  <a:solidFill>
                    <a:srgbClr val="1D3043"/>
                  </a:solidFill>
                  <a:latin typeface="Arial"/>
                  <a:ea typeface="Arial"/>
                  <a:cs typeface="Arial"/>
                </a:rPr>
                <a:t>All-atom ligand pose</a:t>
              </a:r>
              <a:endParaRPr lang="en-US" sz="500"/>
            </a:p>
          </p:txBody>
        </p:sp>
        <p:sp>
          <p:nvSpPr>
            <p:cNvPr id="5846" name="Build inputs | shared junction">
              <a:extLst>
                <a:ext uri="{FF2B5EF4-FFF2-40B4-BE49-F238E27FC236}">
                  <a16:creationId xmlns:a16="http://schemas.microsoft.com/office/drawing/2014/main" id="{DA97EFE7-6F65-A233-988B-5E92DAB67BC6}"/>
                </a:ext>
              </a:extLst>
            </p:cNvPr>
            <p:cNvSpPr/>
            <p:nvPr/>
          </p:nvSpPr>
          <p:spPr>
            <a:xfrm>
              <a:off x="1836000" y="5844600"/>
              <a:ext cx="151200" cy="36"/>
            </a:xfrm>
            <a:custGeom>
              <a:avLst/>
              <a:gdLst/>
              <a:ahLst/>
              <a:cxnLst/>
              <a:rect l="0" t="0" r="r" b="b"/>
              <a:pathLst>
                <a:path w="151200" h="36" fill="none">
                  <a:moveTo>
                    <a:pt x="0" y="0"/>
                  </a:moveTo>
                  <a:lnTo>
                    <a:pt x="151200" y="0"/>
                  </a:lnTo>
                </a:path>
              </a:pathLst>
            </a:custGeom>
            <a:ln w="8280" cap="flat">
              <a:solidFill>
                <a:srgbClr val="6B8192"/>
              </a:solidFill>
              <a:miter lim="800000"/>
            </a:ln>
          </p:spPr>
        </p:sp>
        <p:grpSp>
          <p:nvGrpSpPr>
            <p:cNvPr id="5849" name="Build inputs → default PocketXMol | editable route">
              <a:extLst>
                <a:ext uri="{FF2B5EF4-FFF2-40B4-BE49-F238E27FC236}">
                  <a16:creationId xmlns:a16="http://schemas.microsoft.com/office/drawing/2014/main" id="{80CE332C-E322-E0FA-5CD1-A77C62D47F12}"/>
                </a:ext>
              </a:extLst>
            </p:cNvPr>
            <p:cNvGrpSpPr/>
            <p:nvPr/>
          </p:nvGrpSpPr>
          <p:grpSpPr>
            <a:xfrm>
              <a:off x="1987200" y="5702400"/>
              <a:ext cx="154440" cy="142200"/>
              <a:chOff x="1987200" y="5702400"/>
              <a:chExt cx="154440" cy="142200"/>
            </a:xfrm>
          </p:grpSpPr>
          <p:sp>
            <p:nvSpPr>
              <p:cNvPr id="5847" name="Build inputs → default PocketXMol">
                <a:extLst>
                  <a:ext uri="{FF2B5EF4-FFF2-40B4-BE49-F238E27FC236}">
                    <a16:creationId xmlns:a16="http://schemas.microsoft.com/office/drawing/2014/main" id="{FFB2D5C4-4B46-FBB7-D516-2B07BB1972AD}"/>
                  </a:ext>
                </a:extLst>
              </p:cNvPr>
              <p:cNvSpPr/>
              <p:nvPr/>
            </p:nvSpPr>
            <p:spPr>
              <a:xfrm>
                <a:off x="1987200" y="5712480"/>
                <a:ext cx="128520" cy="132120"/>
              </a:xfrm>
              <a:custGeom>
                <a:avLst/>
                <a:gdLst/>
                <a:ahLst/>
                <a:cxnLst/>
                <a:rect l="0" t="0" r="r" b="b"/>
                <a:pathLst>
                  <a:path w="128520" h="132120" fill="none">
                    <a:moveTo>
                      <a:pt x="0" y="132120"/>
                    </a:moveTo>
                    <a:lnTo>
                      <a:pt x="0" y="0"/>
                    </a:lnTo>
                    <a:lnTo>
                      <a:pt x="128520" y="0"/>
                    </a:lnTo>
                  </a:path>
                </a:pathLst>
              </a:custGeom>
              <a:ln w="8280" cap="flat">
                <a:solidFill>
                  <a:srgbClr val="6B8192"/>
                </a:solidFill>
                <a:miter lim="800000"/>
              </a:ln>
            </p:spPr>
          </p:sp>
          <p:sp>
            <p:nvSpPr>
              <p:cNvPr id="5848" name="Build inputs → default PocketXMol | arrowhead">
                <a:extLst>
                  <a:ext uri="{FF2B5EF4-FFF2-40B4-BE49-F238E27FC236}">
                    <a16:creationId xmlns:a16="http://schemas.microsoft.com/office/drawing/2014/main" id="{A8DC8B42-1CA1-46B6-5F2B-AB38C09BE541}"/>
                  </a:ext>
                </a:extLst>
              </p:cNvPr>
              <p:cNvSpPr/>
              <p:nvPr/>
            </p:nvSpPr>
            <p:spPr>
              <a:xfrm>
                <a:off x="2115720" y="5702400"/>
                <a:ext cx="25920" cy="20160"/>
              </a:xfrm>
              <a:custGeom>
                <a:avLst/>
                <a:gdLst/>
                <a:ahLst/>
                <a:cxnLst/>
                <a:rect l="0" t="0" r="0" b="0"/>
                <a:pathLst>
                  <a:path w="25920" h="20160">
                    <a:moveTo>
                      <a:pt x="25920" y="10080"/>
                    </a:moveTo>
                    <a:lnTo>
                      <a:pt x="0" y="20160"/>
                    </a:lnTo>
                    <a:lnTo>
                      <a:pt x="0" y="0"/>
                    </a:lnTo>
                    <a:close/>
                  </a:path>
                </a:pathLst>
              </a:custGeom>
              <a:solidFill>
                <a:srgbClr val="6B8192"/>
              </a:solidFill>
              <a:ln>
                <a:noFill/>
              </a:ln>
            </p:spPr>
          </p:sp>
        </p:grpSp>
        <p:grpSp>
          <p:nvGrpSpPr>
            <p:cNvPr id="5852" name="Build inputs → docking tools | editable route">
              <a:extLst>
                <a:ext uri="{FF2B5EF4-FFF2-40B4-BE49-F238E27FC236}">
                  <a16:creationId xmlns:a16="http://schemas.microsoft.com/office/drawing/2014/main" id="{2C90BDD4-2C54-CA23-8D75-A41B8D1E60D8}"/>
                </a:ext>
              </a:extLst>
            </p:cNvPr>
            <p:cNvGrpSpPr/>
            <p:nvPr/>
          </p:nvGrpSpPr>
          <p:grpSpPr>
            <a:xfrm>
              <a:off x="1987200" y="5844600"/>
              <a:ext cx="154440" cy="159120"/>
              <a:chOff x="1987200" y="5844600"/>
              <a:chExt cx="154440" cy="159120"/>
            </a:xfrm>
          </p:grpSpPr>
          <p:sp>
            <p:nvSpPr>
              <p:cNvPr id="5850" name="Build inputs → docking tools">
                <a:extLst>
                  <a:ext uri="{FF2B5EF4-FFF2-40B4-BE49-F238E27FC236}">
                    <a16:creationId xmlns:a16="http://schemas.microsoft.com/office/drawing/2014/main" id="{BBE52C71-E103-2C14-228C-9C84594D4F37}"/>
                  </a:ext>
                </a:extLst>
              </p:cNvPr>
              <p:cNvSpPr/>
              <p:nvPr/>
            </p:nvSpPr>
            <p:spPr>
              <a:xfrm>
                <a:off x="1987200" y="5844600"/>
                <a:ext cx="128520" cy="149040"/>
              </a:xfrm>
              <a:custGeom>
                <a:avLst/>
                <a:gdLst/>
                <a:ahLst/>
                <a:cxnLst/>
                <a:rect l="0" t="0" r="r" b="b"/>
                <a:pathLst>
                  <a:path w="128520" h="149040" fill="none">
                    <a:moveTo>
                      <a:pt x="0" y="0"/>
                    </a:moveTo>
                    <a:lnTo>
                      <a:pt x="0" y="149040"/>
                    </a:lnTo>
                    <a:lnTo>
                      <a:pt x="128520" y="149040"/>
                    </a:lnTo>
                  </a:path>
                </a:pathLst>
              </a:custGeom>
              <a:ln w="8280" cap="flat">
                <a:solidFill>
                  <a:srgbClr val="6B8192"/>
                </a:solidFill>
                <a:miter lim="800000"/>
              </a:ln>
            </p:spPr>
          </p:sp>
          <p:sp>
            <p:nvSpPr>
              <p:cNvPr id="5851" name="Build inputs → docking tools | arrowhead">
                <a:extLst>
                  <a:ext uri="{FF2B5EF4-FFF2-40B4-BE49-F238E27FC236}">
                    <a16:creationId xmlns:a16="http://schemas.microsoft.com/office/drawing/2014/main" id="{8D74BD8D-9E1A-0344-5582-291FA3AAAB4F}"/>
                  </a:ext>
                </a:extLst>
              </p:cNvPr>
              <p:cNvSpPr/>
              <p:nvPr/>
            </p:nvSpPr>
            <p:spPr>
              <a:xfrm>
                <a:off x="2115720" y="5983560"/>
                <a:ext cx="25920" cy="20160"/>
              </a:xfrm>
              <a:custGeom>
                <a:avLst/>
                <a:gdLst/>
                <a:ahLst/>
                <a:cxnLst/>
                <a:rect l="0" t="0" r="0" b="0"/>
                <a:pathLst>
                  <a:path w="25920" h="20160">
                    <a:moveTo>
                      <a:pt x="25920" y="10080"/>
                    </a:moveTo>
                    <a:lnTo>
                      <a:pt x="0" y="20160"/>
                    </a:lnTo>
                    <a:lnTo>
                      <a:pt x="0" y="0"/>
                    </a:lnTo>
                    <a:close/>
                  </a:path>
                </a:pathLst>
              </a:custGeom>
              <a:solidFill>
                <a:srgbClr val="6B8192"/>
              </a:solidFill>
              <a:ln>
                <a:noFill/>
              </a:ln>
            </p:spPr>
          </p:sp>
        </p:grpSp>
        <p:sp>
          <p:nvSpPr>
            <p:cNvPr id="5853" name="Default PocketXMol → pose merge">
              <a:extLst>
                <a:ext uri="{FF2B5EF4-FFF2-40B4-BE49-F238E27FC236}">
                  <a16:creationId xmlns:a16="http://schemas.microsoft.com/office/drawing/2014/main" id="{29A0AA0F-EB28-7FC2-2B5B-FE9F04FC3FF2}"/>
                </a:ext>
              </a:extLst>
            </p:cNvPr>
            <p:cNvSpPr/>
            <p:nvPr/>
          </p:nvSpPr>
          <p:spPr>
            <a:xfrm>
              <a:off x="3656160" y="5712480"/>
              <a:ext cx="145440" cy="137520"/>
            </a:xfrm>
            <a:custGeom>
              <a:avLst/>
              <a:gdLst/>
              <a:ahLst/>
              <a:cxnLst/>
              <a:rect l="0" t="0" r="r" b="b"/>
              <a:pathLst>
                <a:path w="145440" h="137520" fill="none">
                  <a:moveTo>
                    <a:pt x="0" y="0"/>
                  </a:moveTo>
                  <a:lnTo>
                    <a:pt x="145440" y="0"/>
                  </a:lnTo>
                  <a:lnTo>
                    <a:pt x="145440" y="137520"/>
                  </a:lnTo>
                </a:path>
              </a:pathLst>
            </a:custGeom>
            <a:ln w="8280" cap="flat">
              <a:solidFill>
                <a:srgbClr val="6B8192"/>
              </a:solidFill>
              <a:miter lim="800000"/>
            </a:ln>
          </p:spPr>
        </p:sp>
        <p:sp>
          <p:nvSpPr>
            <p:cNvPr id="5854" name="Docking tools → pose merge">
              <a:extLst>
                <a:ext uri="{FF2B5EF4-FFF2-40B4-BE49-F238E27FC236}">
                  <a16:creationId xmlns:a16="http://schemas.microsoft.com/office/drawing/2014/main" id="{40F94277-7315-6B9D-31BD-A9125C26D735}"/>
                </a:ext>
              </a:extLst>
            </p:cNvPr>
            <p:cNvSpPr/>
            <p:nvPr/>
          </p:nvSpPr>
          <p:spPr>
            <a:xfrm>
              <a:off x="3656160" y="5850000"/>
              <a:ext cx="145440" cy="143640"/>
            </a:xfrm>
            <a:custGeom>
              <a:avLst/>
              <a:gdLst/>
              <a:ahLst/>
              <a:cxnLst/>
              <a:rect l="0" t="0" r="r" b="b"/>
              <a:pathLst>
                <a:path w="145440" h="143640" fill="none">
                  <a:moveTo>
                    <a:pt x="0" y="143640"/>
                  </a:moveTo>
                  <a:lnTo>
                    <a:pt x="145440" y="143640"/>
                  </a:lnTo>
                  <a:lnTo>
                    <a:pt x="145440" y="0"/>
                  </a:lnTo>
                </a:path>
              </a:pathLst>
            </a:custGeom>
            <a:ln w="8280" cap="flat">
              <a:solidFill>
                <a:srgbClr val="6B8192"/>
              </a:solidFill>
              <a:miter lim="800000"/>
            </a:ln>
          </p:spPr>
        </p:sp>
        <p:grpSp>
          <p:nvGrpSpPr>
            <p:cNvPr id="5857" name="Pose merge → all-atom pose | editable route">
              <a:extLst>
                <a:ext uri="{FF2B5EF4-FFF2-40B4-BE49-F238E27FC236}">
                  <a16:creationId xmlns:a16="http://schemas.microsoft.com/office/drawing/2014/main" id="{E2C06523-3D7C-3667-F1A0-CD9FC74D0BC0}"/>
                </a:ext>
              </a:extLst>
            </p:cNvPr>
            <p:cNvGrpSpPr/>
            <p:nvPr/>
          </p:nvGrpSpPr>
          <p:grpSpPr>
            <a:xfrm>
              <a:off x="3801600" y="5839920"/>
              <a:ext cx="410400" cy="20160"/>
              <a:chOff x="3801600" y="5839920"/>
              <a:chExt cx="410400" cy="20160"/>
            </a:xfrm>
          </p:grpSpPr>
          <p:sp>
            <p:nvSpPr>
              <p:cNvPr id="5855" name="Pose merge → all-atom pose">
                <a:extLst>
                  <a:ext uri="{FF2B5EF4-FFF2-40B4-BE49-F238E27FC236}">
                    <a16:creationId xmlns:a16="http://schemas.microsoft.com/office/drawing/2014/main" id="{C220D978-A683-D28C-4C40-B98511F6D2B0}"/>
                  </a:ext>
                </a:extLst>
              </p:cNvPr>
              <p:cNvSpPr/>
              <p:nvPr/>
            </p:nvSpPr>
            <p:spPr>
              <a:xfrm>
                <a:off x="3801600" y="5850000"/>
                <a:ext cx="384480" cy="36"/>
              </a:xfrm>
              <a:custGeom>
                <a:avLst/>
                <a:gdLst/>
                <a:ahLst/>
                <a:cxnLst/>
                <a:rect l="0" t="0" r="r" b="b"/>
                <a:pathLst>
                  <a:path w="384480" h="36" fill="none">
                    <a:moveTo>
                      <a:pt x="0" y="0"/>
                    </a:moveTo>
                    <a:lnTo>
                      <a:pt x="384480" y="0"/>
                    </a:lnTo>
                  </a:path>
                </a:pathLst>
              </a:custGeom>
              <a:ln w="8280" cap="flat">
                <a:solidFill>
                  <a:srgbClr val="6B8192"/>
                </a:solidFill>
                <a:miter lim="800000"/>
              </a:ln>
            </p:spPr>
          </p:sp>
          <p:sp>
            <p:nvSpPr>
              <p:cNvPr id="5856" name="Pose merge → all-atom pose | arrowhead">
                <a:extLst>
                  <a:ext uri="{FF2B5EF4-FFF2-40B4-BE49-F238E27FC236}">
                    <a16:creationId xmlns:a16="http://schemas.microsoft.com/office/drawing/2014/main" id="{8F1A9CC1-96D5-38C9-C24B-8FFC3D7C8197}"/>
                  </a:ext>
                </a:extLst>
              </p:cNvPr>
              <p:cNvSpPr/>
              <p:nvPr/>
            </p:nvSpPr>
            <p:spPr>
              <a:xfrm>
                <a:off x="4186080" y="5839920"/>
                <a:ext cx="25920" cy="20160"/>
              </a:xfrm>
              <a:custGeom>
                <a:avLst/>
                <a:gdLst/>
                <a:ahLst/>
                <a:cxnLst/>
                <a:rect l="0" t="0" r="0" b="0"/>
                <a:pathLst>
                  <a:path w="25920" h="20160">
                    <a:moveTo>
                      <a:pt x="25920" y="10080"/>
                    </a:moveTo>
                    <a:lnTo>
                      <a:pt x="0" y="20160"/>
                    </a:lnTo>
                    <a:lnTo>
                      <a:pt x="0" y="0"/>
                    </a:lnTo>
                    <a:close/>
                  </a:path>
                </a:pathLst>
              </a:custGeom>
              <a:solidFill>
                <a:srgbClr val="6B8192"/>
              </a:solidFill>
              <a:ln>
                <a:noFill/>
              </a:ln>
            </p:spPr>
          </p:sp>
        </p:grpSp>
      </p:grpSp>
      <p:pic>
        <p:nvPicPr>
          <p:cNvPr id="16002" name="a | density cube M_exp" descr="Synthetic voxel-grid density schematic">
            <a:extLst>
              <a:ext uri="{FF2B5EF4-FFF2-40B4-BE49-F238E27FC236}">
                <a16:creationId xmlns:a16="http://schemas.microsoft.com/office/drawing/2014/main" id="{73E042F5-4587-09E8-71FA-8ADD670BF84B}"/>
              </a:ext>
            </a:extLst>
          </p:cNvPr>
          <p:cNvPicPr>
            <a:picLocks noChangeAspect="1"/>
          </p:cNvPicPr>
          <p:nvPr/>
        </p:nvPicPr>
        <p:blipFill>
          <a:blip r:embed="rId4"/>
          <a:stretch/>
        </p:blipFill>
        <p:spPr>
          <a:xfrm>
            <a:off x="1475540" y="489690"/>
            <a:ext cx="206784" cy="200257"/>
          </a:xfrm>
          <a:prstGeom prst="rect">
            <a:avLst/>
          </a:prstGeom>
        </p:spPr>
      </p:pic>
      <p:pic>
        <p:nvPicPr>
          <p:cNvPr id="16003" name="a | density cube M_sim" descr="Synthetic voxel-grid density schematic">
            <a:extLst>
              <a:ext uri="{FF2B5EF4-FFF2-40B4-BE49-F238E27FC236}">
                <a16:creationId xmlns:a16="http://schemas.microsoft.com/office/drawing/2014/main" id="{24EF3A8B-AA92-EBC2-850E-A274E061B699}"/>
              </a:ext>
            </a:extLst>
          </p:cNvPr>
          <p:cNvPicPr>
            <a:picLocks noChangeAspect="1"/>
          </p:cNvPicPr>
          <p:nvPr/>
        </p:nvPicPr>
        <p:blipFill>
          <a:blip r:embed="rId3"/>
          <a:stretch/>
        </p:blipFill>
        <p:spPr>
          <a:xfrm>
            <a:off x="1768581" y="489690"/>
            <a:ext cx="206784" cy="200257"/>
          </a:xfrm>
          <a:prstGeom prst="rect">
            <a:avLst/>
          </a:prstGeom>
        </p:spPr>
      </p:pic>
      <p:pic>
        <p:nvPicPr>
          <p:cNvPr id="16004" name="a | density cube M_diff" descr="Synthetic voxel-grid density schematic">
            <a:extLst>
              <a:ext uri="{FF2B5EF4-FFF2-40B4-BE49-F238E27FC236}">
                <a16:creationId xmlns:a16="http://schemas.microsoft.com/office/drawing/2014/main" id="{ED296ED2-EA00-2AF4-44D6-0F8D1A71D145}"/>
              </a:ext>
            </a:extLst>
          </p:cNvPr>
          <p:cNvPicPr>
            <a:picLocks noChangeAspect="1"/>
          </p:cNvPicPr>
          <p:nvPr/>
        </p:nvPicPr>
        <p:blipFill>
          <a:blip r:embed="rId5"/>
          <a:stretch/>
        </p:blipFill>
        <p:spPr>
          <a:xfrm>
            <a:off x="1475540" y="824741"/>
            <a:ext cx="206784" cy="200257"/>
          </a:xfrm>
          <a:prstGeom prst="rect">
            <a:avLst/>
          </a:prstGeom>
        </p:spPr>
      </p:pic>
      <p:pic>
        <p:nvPicPr>
          <p:cNvPr id="16005" name="a | density cube M_diff+" descr="Synthetic voxel-grid density schematic">
            <a:extLst>
              <a:ext uri="{FF2B5EF4-FFF2-40B4-BE49-F238E27FC236}">
                <a16:creationId xmlns:a16="http://schemas.microsoft.com/office/drawing/2014/main" id="{D47A380F-D943-D298-ECBD-CF9476C7C450}"/>
              </a:ext>
            </a:extLst>
          </p:cNvPr>
          <p:cNvPicPr>
            <a:picLocks noChangeAspect="1"/>
          </p:cNvPicPr>
          <p:nvPr/>
        </p:nvPicPr>
        <p:blipFill>
          <a:blip r:embed="rId6"/>
          <a:stretch/>
        </p:blipFill>
        <p:spPr>
          <a:xfrm>
            <a:off x="1768581" y="824741"/>
            <a:ext cx="206784" cy="200257"/>
          </a:xfrm>
          <a:prstGeom prst="rect">
            <a:avLst/>
          </a:prstGeom>
        </p:spPr>
      </p:pic>
      <p:grpSp>
        <p:nvGrpSpPr>
          <p:cNvPr id="2" name="a | Raw distribution">
            <a:extLst>
              <a:ext uri="{FF2B5EF4-FFF2-40B4-BE49-F238E27FC236}">
                <a16:creationId xmlns:a16="http://schemas.microsoft.com/office/drawing/2014/main" id="{9ACE6BF8-80FD-257B-A113-22806FA0A85D}"/>
              </a:ext>
            </a:extLst>
          </p:cNvPr>
          <p:cNvGrpSpPr/>
          <p:nvPr/>
        </p:nvGrpSpPr>
        <p:grpSpPr>
          <a:xfrm>
            <a:off x="1476870" y="1592780"/>
            <a:ext cx="201031" cy="116005"/>
            <a:chOff x="165240" y="2224800"/>
            <a:chExt cx="280800" cy="162036"/>
          </a:xfrm>
        </p:grpSpPr>
        <p:sp>
          <p:nvSpPr>
            <p:cNvPr id="8" name="part_3415_0">
              <a:extLst>
                <a:ext uri="{FF2B5EF4-FFF2-40B4-BE49-F238E27FC236}">
                  <a16:creationId xmlns:a16="http://schemas.microsoft.com/office/drawing/2014/main" id="{549F03B1-247F-FF19-455F-48B6A4465868}"/>
                </a:ext>
              </a:extLst>
            </p:cNvPr>
            <p:cNvSpPr>
              <a:spLocks/>
            </p:cNvSpPr>
            <p:nvPr/>
          </p:nvSpPr>
          <p:spPr>
            <a:xfrm>
              <a:off x="174240" y="2224800"/>
              <a:ext cx="262800" cy="162000"/>
            </a:xfrm>
            <a:custGeom>
              <a:avLst/>
              <a:gdLst/>
              <a:ahLst/>
              <a:cxnLst/>
              <a:rect l="0" t="0" r="0" b="0"/>
              <a:pathLst>
                <a:path w="262800" h="162000">
                  <a:moveTo>
                    <a:pt x="0" y="162000"/>
                  </a:moveTo>
                  <a:lnTo>
                    <a:pt x="0" y="161032"/>
                  </a:lnTo>
                  <a:lnTo>
                    <a:pt x="4106" y="160673"/>
                  </a:lnTo>
                  <a:lnTo>
                    <a:pt x="8213" y="160200"/>
                  </a:lnTo>
                  <a:lnTo>
                    <a:pt x="12319" y="159583"/>
                  </a:lnTo>
                  <a:lnTo>
                    <a:pt x="16425" y="158786"/>
                  </a:lnTo>
                  <a:lnTo>
                    <a:pt x="20531" y="157768"/>
                  </a:lnTo>
                  <a:lnTo>
                    <a:pt x="24638" y="156484"/>
                  </a:lnTo>
                  <a:lnTo>
                    <a:pt x="28744" y="154882"/>
                  </a:lnTo>
                  <a:lnTo>
                    <a:pt x="32850" y="152906"/>
                  </a:lnTo>
                  <a:lnTo>
                    <a:pt x="36956" y="150497"/>
                  </a:lnTo>
                  <a:lnTo>
                    <a:pt x="41063" y="147595"/>
                  </a:lnTo>
                  <a:lnTo>
                    <a:pt x="45169" y="144139"/>
                  </a:lnTo>
                  <a:lnTo>
                    <a:pt x="49275" y="140076"/>
                  </a:lnTo>
                  <a:lnTo>
                    <a:pt x="53381" y="135355"/>
                  </a:lnTo>
                  <a:lnTo>
                    <a:pt x="57488" y="129940"/>
                  </a:lnTo>
                  <a:lnTo>
                    <a:pt x="61594" y="123809"/>
                  </a:lnTo>
                  <a:lnTo>
                    <a:pt x="65700" y="116958"/>
                  </a:lnTo>
                  <a:lnTo>
                    <a:pt x="69806" y="109406"/>
                  </a:lnTo>
                  <a:lnTo>
                    <a:pt x="73913" y="101200"/>
                  </a:lnTo>
                  <a:lnTo>
                    <a:pt x="78019" y="92412"/>
                  </a:lnTo>
                  <a:lnTo>
                    <a:pt x="82125" y="83146"/>
                  </a:lnTo>
                  <a:lnTo>
                    <a:pt x="86231" y="73536"/>
                  </a:lnTo>
                  <a:lnTo>
                    <a:pt x="90338" y="63742"/>
                  </a:lnTo>
                  <a:lnTo>
                    <a:pt x="94444" y="53950"/>
                  </a:lnTo>
                  <a:lnTo>
                    <a:pt x="98550" y="44364"/>
                  </a:lnTo>
                  <a:lnTo>
                    <a:pt x="102656" y="35202"/>
                  </a:lnTo>
                  <a:lnTo>
                    <a:pt x="106763" y="26686"/>
                  </a:lnTo>
                  <a:lnTo>
                    <a:pt x="110869" y="19036"/>
                  </a:lnTo>
                  <a:lnTo>
                    <a:pt x="114975" y="12455"/>
                  </a:lnTo>
                  <a:lnTo>
                    <a:pt x="119081" y="7128"/>
                  </a:lnTo>
                  <a:lnTo>
                    <a:pt x="123188" y="3208"/>
                  </a:lnTo>
                  <a:lnTo>
                    <a:pt x="127294" y="808"/>
                  </a:lnTo>
                  <a:lnTo>
                    <a:pt x="131400" y="0"/>
                  </a:lnTo>
                  <a:lnTo>
                    <a:pt x="135506" y="808"/>
                  </a:lnTo>
                  <a:lnTo>
                    <a:pt x="139613" y="3208"/>
                  </a:lnTo>
                  <a:lnTo>
                    <a:pt x="143719" y="7128"/>
                  </a:lnTo>
                  <a:lnTo>
                    <a:pt x="147825" y="12455"/>
                  </a:lnTo>
                  <a:lnTo>
                    <a:pt x="151931" y="19036"/>
                  </a:lnTo>
                  <a:lnTo>
                    <a:pt x="156038" y="26686"/>
                  </a:lnTo>
                  <a:lnTo>
                    <a:pt x="160144" y="35202"/>
                  </a:lnTo>
                  <a:lnTo>
                    <a:pt x="164250" y="44364"/>
                  </a:lnTo>
                  <a:lnTo>
                    <a:pt x="168356" y="53950"/>
                  </a:lnTo>
                  <a:lnTo>
                    <a:pt x="172463" y="63742"/>
                  </a:lnTo>
                  <a:lnTo>
                    <a:pt x="176569" y="73536"/>
                  </a:lnTo>
                  <a:lnTo>
                    <a:pt x="180675" y="83146"/>
                  </a:lnTo>
                  <a:lnTo>
                    <a:pt x="184781" y="92412"/>
                  </a:lnTo>
                  <a:lnTo>
                    <a:pt x="188888" y="101200"/>
                  </a:lnTo>
                  <a:lnTo>
                    <a:pt x="192994" y="109406"/>
                  </a:lnTo>
                  <a:lnTo>
                    <a:pt x="197100" y="116958"/>
                  </a:lnTo>
                  <a:lnTo>
                    <a:pt x="201206" y="123809"/>
                  </a:lnTo>
                  <a:lnTo>
                    <a:pt x="205313" y="129940"/>
                  </a:lnTo>
                  <a:lnTo>
                    <a:pt x="209419" y="135355"/>
                  </a:lnTo>
                  <a:lnTo>
                    <a:pt x="213525" y="140076"/>
                  </a:lnTo>
                  <a:lnTo>
                    <a:pt x="217631" y="144139"/>
                  </a:lnTo>
                  <a:lnTo>
                    <a:pt x="221738" y="147595"/>
                  </a:lnTo>
                  <a:lnTo>
                    <a:pt x="225844" y="150497"/>
                  </a:lnTo>
                  <a:lnTo>
                    <a:pt x="229950" y="152906"/>
                  </a:lnTo>
                  <a:lnTo>
                    <a:pt x="234056" y="154882"/>
                  </a:lnTo>
                  <a:lnTo>
                    <a:pt x="238163" y="156484"/>
                  </a:lnTo>
                  <a:lnTo>
                    <a:pt x="242269" y="157768"/>
                  </a:lnTo>
                  <a:lnTo>
                    <a:pt x="246375" y="158786"/>
                  </a:lnTo>
                  <a:lnTo>
                    <a:pt x="250481" y="159583"/>
                  </a:lnTo>
                  <a:lnTo>
                    <a:pt x="254588" y="160200"/>
                  </a:lnTo>
                  <a:lnTo>
                    <a:pt x="258694" y="160673"/>
                  </a:lnTo>
                  <a:lnTo>
                    <a:pt x="262800" y="161032"/>
                  </a:lnTo>
                  <a:lnTo>
                    <a:pt x="262800" y="162000"/>
                  </a:lnTo>
                  <a:close/>
                </a:path>
              </a:pathLst>
            </a:custGeom>
            <a:solidFill>
              <a:srgbClr val="DCE8FA">
                <a:alpha val="80000"/>
              </a:srgbClr>
            </a:solidFill>
            <a:ln w="0">
              <a:noFill/>
            </a:ln>
          </p:spPr>
        </p:sp>
        <p:sp>
          <p:nvSpPr>
            <p:cNvPr id="10" name="part_3415_1">
              <a:extLst>
                <a:ext uri="{FF2B5EF4-FFF2-40B4-BE49-F238E27FC236}">
                  <a16:creationId xmlns:a16="http://schemas.microsoft.com/office/drawing/2014/main" id="{D9147FCE-7BCF-E84E-6667-5FA4393F15A1}"/>
                </a:ext>
              </a:extLst>
            </p:cNvPr>
            <p:cNvSpPr>
              <a:spLocks/>
            </p:cNvSpPr>
            <p:nvPr/>
          </p:nvSpPr>
          <p:spPr>
            <a:xfrm>
              <a:off x="174240" y="2224800"/>
              <a:ext cx="262800" cy="161032"/>
            </a:xfrm>
            <a:custGeom>
              <a:avLst/>
              <a:gdLst/>
              <a:ahLst/>
              <a:cxnLst/>
              <a:rect l="0" t="0" r="0" b="0"/>
              <a:pathLst>
                <a:path w="262800" h="161032">
                  <a:moveTo>
                    <a:pt x="0" y="161032"/>
                  </a:moveTo>
                  <a:lnTo>
                    <a:pt x="4106" y="160673"/>
                  </a:lnTo>
                  <a:lnTo>
                    <a:pt x="8213" y="160200"/>
                  </a:lnTo>
                  <a:lnTo>
                    <a:pt x="12319" y="159583"/>
                  </a:lnTo>
                  <a:lnTo>
                    <a:pt x="16425" y="158786"/>
                  </a:lnTo>
                  <a:lnTo>
                    <a:pt x="20531" y="157768"/>
                  </a:lnTo>
                  <a:lnTo>
                    <a:pt x="24638" y="156484"/>
                  </a:lnTo>
                  <a:lnTo>
                    <a:pt x="28744" y="154882"/>
                  </a:lnTo>
                  <a:lnTo>
                    <a:pt x="32850" y="152906"/>
                  </a:lnTo>
                  <a:lnTo>
                    <a:pt x="36956" y="150497"/>
                  </a:lnTo>
                  <a:lnTo>
                    <a:pt x="41063" y="147595"/>
                  </a:lnTo>
                  <a:lnTo>
                    <a:pt x="45169" y="144139"/>
                  </a:lnTo>
                  <a:lnTo>
                    <a:pt x="49275" y="140076"/>
                  </a:lnTo>
                  <a:lnTo>
                    <a:pt x="53381" y="135355"/>
                  </a:lnTo>
                  <a:lnTo>
                    <a:pt x="57488" y="129940"/>
                  </a:lnTo>
                  <a:lnTo>
                    <a:pt x="61594" y="123809"/>
                  </a:lnTo>
                  <a:lnTo>
                    <a:pt x="65700" y="116958"/>
                  </a:lnTo>
                  <a:lnTo>
                    <a:pt x="69806" y="109406"/>
                  </a:lnTo>
                  <a:lnTo>
                    <a:pt x="73913" y="101200"/>
                  </a:lnTo>
                  <a:lnTo>
                    <a:pt x="78019" y="92412"/>
                  </a:lnTo>
                  <a:lnTo>
                    <a:pt x="82125" y="83146"/>
                  </a:lnTo>
                  <a:lnTo>
                    <a:pt x="86231" y="73536"/>
                  </a:lnTo>
                  <a:lnTo>
                    <a:pt x="90338" y="63742"/>
                  </a:lnTo>
                  <a:lnTo>
                    <a:pt x="94444" y="53950"/>
                  </a:lnTo>
                  <a:lnTo>
                    <a:pt x="98550" y="44364"/>
                  </a:lnTo>
                  <a:lnTo>
                    <a:pt x="102656" y="35202"/>
                  </a:lnTo>
                  <a:lnTo>
                    <a:pt x="106763" y="26686"/>
                  </a:lnTo>
                  <a:lnTo>
                    <a:pt x="110869" y="19036"/>
                  </a:lnTo>
                  <a:lnTo>
                    <a:pt x="114975" y="12455"/>
                  </a:lnTo>
                  <a:lnTo>
                    <a:pt x="119081" y="7128"/>
                  </a:lnTo>
                  <a:lnTo>
                    <a:pt x="123188" y="3208"/>
                  </a:lnTo>
                  <a:lnTo>
                    <a:pt x="127294" y="808"/>
                  </a:lnTo>
                  <a:lnTo>
                    <a:pt x="131400" y="0"/>
                  </a:lnTo>
                  <a:lnTo>
                    <a:pt x="135506" y="808"/>
                  </a:lnTo>
                  <a:lnTo>
                    <a:pt x="139613" y="3208"/>
                  </a:lnTo>
                  <a:lnTo>
                    <a:pt x="143719" y="7128"/>
                  </a:lnTo>
                  <a:lnTo>
                    <a:pt x="147825" y="12455"/>
                  </a:lnTo>
                  <a:lnTo>
                    <a:pt x="151931" y="19036"/>
                  </a:lnTo>
                  <a:lnTo>
                    <a:pt x="156038" y="26686"/>
                  </a:lnTo>
                  <a:lnTo>
                    <a:pt x="160144" y="35202"/>
                  </a:lnTo>
                  <a:lnTo>
                    <a:pt x="164250" y="44364"/>
                  </a:lnTo>
                  <a:lnTo>
                    <a:pt x="168356" y="53950"/>
                  </a:lnTo>
                  <a:lnTo>
                    <a:pt x="172463" y="63742"/>
                  </a:lnTo>
                  <a:lnTo>
                    <a:pt x="176569" y="73536"/>
                  </a:lnTo>
                  <a:lnTo>
                    <a:pt x="180675" y="83146"/>
                  </a:lnTo>
                  <a:lnTo>
                    <a:pt x="184781" y="92412"/>
                  </a:lnTo>
                  <a:lnTo>
                    <a:pt x="188888" y="101200"/>
                  </a:lnTo>
                  <a:lnTo>
                    <a:pt x="192994" y="109406"/>
                  </a:lnTo>
                  <a:lnTo>
                    <a:pt x="197100" y="116958"/>
                  </a:lnTo>
                  <a:lnTo>
                    <a:pt x="201206" y="123809"/>
                  </a:lnTo>
                  <a:lnTo>
                    <a:pt x="205313" y="129940"/>
                  </a:lnTo>
                  <a:lnTo>
                    <a:pt x="209419" y="135355"/>
                  </a:lnTo>
                  <a:lnTo>
                    <a:pt x="213525" y="140076"/>
                  </a:lnTo>
                  <a:lnTo>
                    <a:pt x="217631" y="144139"/>
                  </a:lnTo>
                  <a:lnTo>
                    <a:pt x="221738" y="147595"/>
                  </a:lnTo>
                  <a:lnTo>
                    <a:pt x="225844" y="150497"/>
                  </a:lnTo>
                  <a:lnTo>
                    <a:pt x="229950" y="152906"/>
                  </a:lnTo>
                  <a:lnTo>
                    <a:pt x="234056" y="154882"/>
                  </a:lnTo>
                  <a:lnTo>
                    <a:pt x="238163" y="156484"/>
                  </a:lnTo>
                  <a:lnTo>
                    <a:pt x="242269" y="157768"/>
                  </a:lnTo>
                  <a:lnTo>
                    <a:pt x="246375" y="158786"/>
                  </a:lnTo>
                  <a:lnTo>
                    <a:pt x="250481" y="159583"/>
                  </a:lnTo>
                  <a:lnTo>
                    <a:pt x="254588" y="160200"/>
                  </a:lnTo>
                  <a:lnTo>
                    <a:pt x="258694" y="160673"/>
                  </a:lnTo>
                  <a:lnTo>
                    <a:pt x="262800" y="161032"/>
                  </a:lnTo>
                </a:path>
              </a:pathLst>
            </a:custGeom>
            <a:noFill/>
            <a:ln w="4320">
              <a:solidFill>
                <a:srgbClr val="9AB9E3"/>
              </a:solidFill>
            </a:ln>
          </p:spPr>
        </p:sp>
        <p:sp>
          <p:nvSpPr>
            <p:cNvPr id="12" name="part_3415_2">
              <a:extLst>
                <a:ext uri="{FF2B5EF4-FFF2-40B4-BE49-F238E27FC236}">
                  <a16:creationId xmlns:a16="http://schemas.microsoft.com/office/drawing/2014/main" id="{5FD6871F-AC09-2518-AB3F-0ABFD5C8B075}"/>
                </a:ext>
              </a:extLst>
            </p:cNvPr>
            <p:cNvSpPr>
              <a:spLocks/>
            </p:cNvSpPr>
            <p:nvPr/>
          </p:nvSpPr>
          <p:spPr>
            <a:xfrm>
              <a:off x="165240" y="2386800"/>
              <a:ext cx="280800" cy="36"/>
            </a:xfrm>
            <a:custGeom>
              <a:avLst/>
              <a:gdLst/>
              <a:ahLst/>
              <a:cxnLst/>
              <a:rect l="0" t="0" r="0" b="0"/>
              <a:pathLst>
                <a:path w="280800" h="36">
                  <a:moveTo>
                    <a:pt x="0" y="0"/>
                  </a:moveTo>
                  <a:lnTo>
                    <a:pt x="280800" y="0"/>
                  </a:lnTo>
                </a:path>
              </a:pathLst>
            </a:custGeom>
            <a:noFill/>
            <a:ln w="3600">
              <a:solidFill>
                <a:srgbClr val="C4D2DF"/>
              </a:solidFill>
            </a:ln>
          </p:spPr>
        </p:sp>
      </p:grpSp>
      <p:grpSp>
        <p:nvGrpSpPr>
          <p:cNvPr id="3416" name="a | Z-score histogram">
            <a:extLst>
              <a:ext uri="{FF2B5EF4-FFF2-40B4-BE49-F238E27FC236}">
                <a16:creationId xmlns:a16="http://schemas.microsoft.com/office/drawing/2014/main" id="{4CA5955C-A557-9B08-11CC-8CCEB2D3423E}"/>
              </a:ext>
            </a:extLst>
          </p:cNvPr>
          <p:cNvGrpSpPr/>
          <p:nvPr/>
        </p:nvGrpSpPr>
        <p:grpSpPr>
          <a:xfrm>
            <a:off x="1762437" y="1569346"/>
            <a:ext cx="219072" cy="134388"/>
            <a:chOff x="564120" y="2192067"/>
            <a:chExt cx="306000" cy="187713"/>
          </a:xfrm>
        </p:grpSpPr>
        <p:sp>
          <p:nvSpPr>
            <p:cNvPr id="15270" name="hist_3416_0">
              <a:extLst>
                <a:ext uri="{FF2B5EF4-FFF2-40B4-BE49-F238E27FC236}">
                  <a16:creationId xmlns:a16="http://schemas.microsoft.com/office/drawing/2014/main" id="{1807182E-4FFE-6A10-4D52-5A9D2BCE4BD5}"/>
                </a:ext>
              </a:extLst>
            </p:cNvPr>
            <p:cNvSpPr>
              <a:spLocks/>
            </p:cNvSpPr>
            <p:nvPr/>
          </p:nvSpPr>
          <p:spPr>
            <a:xfrm>
              <a:off x="571320" y="2375668"/>
              <a:ext cx="8460" cy="2132"/>
            </a:xfrm>
            <a:prstGeom prst="rect">
              <a:avLst/>
            </a:prstGeom>
            <a:gradFill>
              <a:gsLst>
                <a:gs pos="0">
                  <a:srgbClr val="C7D5ED"/>
                </a:gs>
                <a:gs pos="100000">
                  <a:srgbClr val="D9E3F4"/>
                </a:gs>
              </a:gsLst>
              <a:lin ang="5400000"/>
            </a:gradFill>
            <a:ln w="0">
              <a:noFill/>
            </a:ln>
          </p:spPr>
        </p:sp>
        <p:sp>
          <p:nvSpPr>
            <p:cNvPr id="15271" name="hist_3416_1">
              <a:extLst>
                <a:ext uri="{FF2B5EF4-FFF2-40B4-BE49-F238E27FC236}">
                  <a16:creationId xmlns:a16="http://schemas.microsoft.com/office/drawing/2014/main" id="{C8844B29-10F9-9A96-8280-57EA1463644A}"/>
                </a:ext>
              </a:extLst>
            </p:cNvPr>
            <p:cNvSpPr>
              <a:spLocks/>
            </p:cNvSpPr>
            <p:nvPr/>
          </p:nvSpPr>
          <p:spPr>
            <a:xfrm>
              <a:off x="582120" y="2373576"/>
              <a:ext cx="8460" cy="4224"/>
            </a:xfrm>
            <a:prstGeom prst="rect">
              <a:avLst/>
            </a:prstGeom>
            <a:gradFill>
              <a:gsLst>
                <a:gs pos="0">
                  <a:srgbClr val="C7D5ED"/>
                </a:gs>
                <a:gs pos="100000">
                  <a:srgbClr val="D9E3F4"/>
                </a:gs>
              </a:gsLst>
              <a:lin ang="5400000"/>
            </a:gradFill>
            <a:ln w="0">
              <a:noFill/>
            </a:ln>
          </p:spPr>
        </p:sp>
        <p:sp>
          <p:nvSpPr>
            <p:cNvPr id="15272" name="hist_3416_2">
              <a:extLst>
                <a:ext uri="{FF2B5EF4-FFF2-40B4-BE49-F238E27FC236}">
                  <a16:creationId xmlns:a16="http://schemas.microsoft.com/office/drawing/2014/main" id="{14218149-01F7-9335-73A8-90C97BEA3115}"/>
                </a:ext>
              </a:extLst>
            </p:cNvPr>
            <p:cNvSpPr>
              <a:spLocks/>
            </p:cNvSpPr>
            <p:nvPr/>
          </p:nvSpPr>
          <p:spPr>
            <a:xfrm>
              <a:off x="592920" y="2370486"/>
              <a:ext cx="8460" cy="7314"/>
            </a:xfrm>
            <a:prstGeom prst="rect">
              <a:avLst/>
            </a:prstGeom>
            <a:gradFill>
              <a:gsLst>
                <a:gs pos="0">
                  <a:srgbClr val="C7D5ED"/>
                </a:gs>
                <a:gs pos="100000">
                  <a:srgbClr val="D9E3F4"/>
                </a:gs>
              </a:gsLst>
              <a:lin ang="5400000"/>
            </a:gradFill>
            <a:ln w="0">
              <a:noFill/>
            </a:ln>
          </p:spPr>
        </p:sp>
        <p:sp>
          <p:nvSpPr>
            <p:cNvPr id="15273" name="hist_3416_3">
              <a:extLst>
                <a:ext uri="{FF2B5EF4-FFF2-40B4-BE49-F238E27FC236}">
                  <a16:creationId xmlns:a16="http://schemas.microsoft.com/office/drawing/2014/main" id="{BD841E25-CB9A-BCA7-4FB3-6C01F98CE3A4}"/>
                </a:ext>
              </a:extLst>
            </p:cNvPr>
            <p:cNvSpPr>
              <a:spLocks/>
            </p:cNvSpPr>
            <p:nvPr/>
          </p:nvSpPr>
          <p:spPr>
            <a:xfrm>
              <a:off x="603720" y="2364234"/>
              <a:ext cx="8460" cy="13566"/>
            </a:xfrm>
            <a:prstGeom prst="rect">
              <a:avLst/>
            </a:prstGeom>
            <a:gradFill>
              <a:gsLst>
                <a:gs pos="0">
                  <a:srgbClr val="C7D5ED"/>
                </a:gs>
                <a:gs pos="100000">
                  <a:srgbClr val="D9E3F4"/>
                </a:gs>
              </a:gsLst>
              <a:lin ang="5400000"/>
            </a:gradFill>
            <a:ln w="0">
              <a:noFill/>
            </a:ln>
          </p:spPr>
        </p:sp>
        <p:sp>
          <p:nvSpPr>
            <p:cNvPr id="15274" name="hist_3416_4">
              <a:extLst>
                <a:ext uri="{FF2B5EF4-FFF2-40B4-BE49-F238E27FC236}">
                  <a16:creationId xmlns:a16="http://schemas.microsoft.com/office/drawing/2014/main" id="{41DFE94F-3256-2448-A922-F8B9425254FB}"/>
                </a:ext>
              </a:extLst>
            </p:cNvPr>
            <p:cNvSpPr>
              <a:spLocks/>
            </p:cNvSpPr>
            <p:nvPr/>
          </p:nvSpPr>
          <p:spPr>
            <a:xfrm>
              <a:off x="614520" y="2356127"/>
              <a:ext cx="8460" cy="21673"/>
            </a:xfrm>
            <a:prstGeom prst="rect">
              <a:avLst/>
            </a:prstGeom>
            <a:gradFill>
              <a:gsLst>
                <a:gs pos="0">
                  <a:srgbClr val="C7D5ED"/>
                </a:gs>
                <a:gs pos="100000">
                  <a:srgbClr val="D9E3F4"/>
                </a:gs>
              </a:gsLst>
              <a:lin ang="5400000"/>
            </a:gradFill>
            <a:ln w="0">
              <a:noFill/>
            </a:ln>
          </p:spPr>
        </p:sp>
        <p:sp>
          <p:nvSpPr>
            <p:cNvPr id="15275" name="hist_3416_5">
              <a:extLst>
                <a:ext uri="{FF2B5EF4-FFF2-40B4-BE49-F238E27FC236}">
                  <a16:creationId xmlns:a16="http://schemas.microsoft.com/office/drawing/2014/main" id="{BEA0FDD5-AACD-606D-7381-DEA21C945781}"/>
                </a:ext>
              </a:extLst>
            </p:cNvPr>
            <p:cNvSpPr>
              <a:spLocks/>
            </p:cNvSpPr>
            <p:nvPr/>
          </p:nvSpPr>
          <p:spPr>
            <a:xfrm>
              <a:off x="625320" y="2344270"/>
              <a:ext cx="8460" cy="33530"/>
            </a:xfrm>
            <a:prstGeom prst="rect">
              <a:avLst/>
            </a:prstGeom>
            <a:gradFill>
              <a:gsLst>
                <a:gs pos="0">
                  <a:srgbClr val="C7D5ED"/>
                </a:gs>
                <a:gs pos="100000">
                  <a:srgbClr val="D9E3F4"/>
                </a:gs>
              </a:gsLst>
              <a:lin ang="5400000"/>
            </a:gradFill>
            <a:ln w="0">
              <a:noFill/>
            </a:ln>
          </p:spPr>
        </p:sp>
        <p:sp>
          <p:nvSpPr>
            <p:cNvPr id="15276" name="hist_3416_6">
              <a:extLst>
                <a:ext uri="{FF2B5EF4-FFF2-40B4-BE49-F238E27FC236}">
                  <a16:creationId xmlns:a16="http://schemas.microsoft.com/office/drawing/2014/main" id="{A9BF5D9C-9CE0-112D-16B5-28CD15E901BC}"/>
                </a:ext>
              </a:extLst>
            </p:cNvPr>
            <p:cNvSpPr>
              <a:spLocks/>
            </p:cNvSpPr>
            <p:nvPr/>
          </p:nvSpPr>
          <p:spPr>
            <a:xfrm>
              <a:off x="636120" y="2325290"/>
              <a:ext cx="8460" cy="52510"/>
            </a:xfrm>
            <a:prstGeom prst="rect">
              <a:avLst/>
            </a:prstGeom>
            <a:gradFill>
              <a:gsLst>
                <a:gs pos="0">
                  <a:srgbClr val="C7D5ED"/>
                </a:gs>
                <a:gs pos="100000">
                  <a:srgbClr val="D9E3F4"/>
                </a:gs>
              </a:gsLst>
              <a:lin ang="5400000"/>
            </a:gradFill>
            <a:ln w="0">
              <a:noFill/>
            </a:ln>
          </p:spPr>
        </p:sp>
        <p:sp>
          <p:nvSpPr>
            <p:cNvPr id="15277" name="hist_3416_7">
              <a:extLst>
                <a:ext uri="{FF2B5EF4-FFF2-40B4-BE49-F238E27FC236}">
                  <a16:creationId xmlns:a16="http://schemas.microsoft.com/office/drawing/2014/main" id="{C279D279-6531-A4E8-6FF8-AFEF9BEADD35}"/>
                </a:ext>
              </a:extLst>
            </p:cNvPr>
            <p:cNvSpPr>
              <a:spLocks/>
            </p:cNvSpPr>
            <p:nvPr/>
          </p:nvSpPr>
          <p:spPr>
            <a:xfrm>
              <a:off x="646920" y="2308412"/>
              <a:ext cx="8460" cy="69388"/>
            </a:xfrm>
            <a:prstGeom prst="rect">
              <a:avLst/>
            </a:prstGeom>
            <a:gradFill>
              <a:gsLst>
                <a:gs pos="0">
                  <a:srgbClr val="C7D5ED"/>
                </a:gs>
                <a:gs pos="100000">
                  <a:srgbClr val="D9E3F4"/>
                </a:gs>
              </a:gsLst>
              <a:lin ang="5400000"/>
            </a:gradFill>
            <a:ln w="0">
              <a:noFill/>
            </a:ln>
          </p:spPr>
        </p:sp>
        <p:sp>
          <p:nvSpPr>
            <p:cNvPr id="15278" name="hist_3416_8">
              <a:extLst>
                <a:ext uri="{FF2B5EF4-FFF2-40B4-BE49-F238E27FC236}">
                  <a16:creationId xmlns:a16="http://schemas.microsoft.com/office/drawing/2014/main" id="{807106E0-F5D3-4FD5-8510-BE30BB935EA3}"/>
                </a:ext>
              </a:extLst>
            </p:cNvPr>
            <p:cNvSpPr>
              <a:spLocks/>
            </p:cNvSpPr>
            <p:nvPr/>
          </p:nvSpPr>
          <p:spPr>
            <a:xfrm>
              <a:off x="657720" y="2280881"/>
              <a:ext cx="8460" cy="96919"/>
            </a:xfrm>
            <a:prstGeom prst="rect">
              <a:avLst/>
            </a:prstGeom>
            <a:gradFill>
              <a:gsLst>
                <a:gs pos="0">
                  <a:srgbClr val="C7D5ED"/>
                </a:gs>
                <a:gs pos="100000">
                  <a:srgbClr val="D9E3F4"/>
                </a:gs>
              </a:gsLst>
              <a:lin ang="5400000"/>
            </a:gradFill>
            <a:ln w="0">
              <a:noFill/>
            </a:ln>
          </p:spPr>
        </p:sp>
        <p:sp>
          <p:nvSpPr>
            <p:cNvPr id="15279" name="hist_3416_9">
              <a:extLst>
                <a:ext uri="{FF2B5EF4-FFF2-40B4-BE49-F238E27FC236}">
                  <a16:creationId xmlns:a16="http://schemas.microsoft.com/office/drawing/2014/main" id="{027499EF-B03E-10C4-5D94-1603B9085E6C}"/>
                </a:ext>
              </a:extLst>
            </p:cNvPr>
            <p:cNvSpPr>
              <a:spLocks/>
            </p:cNvSpPr>
            <p:nvPr/>
          </p:nvSpPr>
          <p:spPr>
            <a:xfrm>
              <a:off x="668520" y="2254700"/>
              <a:ext cx="8460" cy="123100"/>
            </a:xfrm>
            <a:prstGeom prst="rect">
              <a:avLst/>
            </a:prstGeom>
            <a:gradFill>
              <a:gsLst>
                <a:gs pos="0">
                  <a:srgbClr val="C7D5ED"/>
                </a:gs>
                <a:gs pos="100000">
                  <a:srgbClr val="D9E3F4"/>
                </a:gs>
              </a:gsLst>
              <a:lin ang="5400000"/>
            </a:gradFill>
            <a:ln w="0">
              <a:noFill/>
            </a:ln>
          </p:spPr>
        </p:sp>
        <p:sp>
          <p:nvSpPr>
            <p:cNvPr id="15280" name="hist_3416_10">
              <a:extLst>
                <a:ext uri="{FF2B5EF4-FFF2-40B4-BE49-F238E27FC236}">
                  <a16:creationId xmlns:a16="http://schemas.microsoft.com/office/drawing/2014/main" id="{C93EAF9A-8692-8E14-8DA4-02C89F51D532}"/>
                </a:ext>
              </a:extLst>
            </p:cNvPr>
            <p:cNvSpPr>
              <a:spLocks/>
            </p:cNvSpPr>
            <p:nvPr/>
          </p:nvSpPr>
          <p:spPr>
            <a:xfrm>
              <a:off x="679320" y="2236272"/>
              <a:ext cx="8460" cy="141528"/>
            </a:xfrm>
            <a:prstGeom prst="rect">
              <a:avLst/>
            </a:prstGeom>
            <a:gradFill>
              <a:gsLst>
                <a:gs pos="0">
                  <a:srgbClr val="C7D5ED"/>
                </a:gs>
                <a:gs pos="100000">
                  <a:srgbClr val="D9E3F4"/>
                </a:gs>
              </a:gsLst>
              <a:lin ang="5400000"/>
            </a:gradFill>
            <a:ln w="0">
              <a:noFill/>
            </a:ln>
          </p:spPr>
        </p:sp>
        <p:sp>
          <p:nvSpPr>
            <p:cNvPr id="15281" name="hist_3416_11">
              <a:extLst>
                <a:ext uri="{FF2B5EF4-FFF2-40B4-BE49-F238E27FC236}">
                  <a16:creationId xmlns:a16="http://schemas.microsoft.com/office/drawing/2014/main" id="{4129D868-0D36-AD93-3F07-E1A46FD01EA0}"/>
                </a:ext>
              </a:extLst>
            </p:cNvPr>
            <p:cNvSpPr>
              <a:spLocks/>
            </p:cNvSpPr>
            <p:nvPr/>
          </p:nvSpPr>
          <p:spPr>
            <a:xfrm>
              <a:off x="690120" y="2205424"/>
              <a:ext cx="8460" cy="172376"/>
            </a:xfrm>
            <a:prstGeom prst="rect">
              <a:avLst/>
            </a:prstGeom>
            <a:gradFill>
              <a:gsLst>
                <a:gs pos="0">
                  <a:srgbClr val="C7D5ED"/>
                </a:gs>
                <a:gs pos="100000">
                  <a:srgbClr val="D9E3F4"/>
                </a:gs>
              </a:gsLst>
              <a:lin ang="5400000"/>
            </a:gradFill>
            <a:ln w="0">
              <a:noFill/>
            </a:ln>
          </p:spPr>
        </p:sp>
        <p:sp>
          <p:nvSpPr>
            <p:cNvPr id="15282" name="hist_3416_12">
              <a:extLst>
                <a:ext uri="{FF2B5EF4-FFF2-40B4-BE49-F238E27FC236}">
                  <a16:creationId xmlns:a16="http://schemas.microsoft.com/office/drawing/2014/main" id="{F079C37C-5C25-D13B-040C-C06C491C19C7}"/>
                </a:ext>
              </a:extLst>
            </p:cNvPr>
            <p:cNvSpPr>
              <a:spLocks/>
            </p:cNvSpPr>
            <p:nvPr/>
          </p:nvSpPr>
          <p:spPr>
            <a:xfrm>
              <a:off x="700920" y="2200406"/>
              <a:ext cx="8460" cy="177394"/>
            </a:xfrm>
            <a:prstGeom prst="rect">
              <a:avLst/>
            </a:prstGeom>
            <a:gradFill>
              <a:gsLst>
                <a:gs pos="0">
                  <a:srgbClr val="C7D5ED"/>
                </a:gs>
                <a:gs pos="100000">
                  <a:srgbClr val="D9E3F4"/>
                </a:gs>
              </a:gsLst>
              <a:lin ang="5400000"/>
            </a:gradFill>
            <a:ln w="0">
              <a:noFill/>
            </a:ln>
          </p:spPr>
        </p:sp>
        <p:sp>
          <p:nvSpPr>
            <p:cNvPr id="15283" name="hist_3416_13">
              <a:extLst>
                <a:ext uri="{FF2B5EF4-FFF2-40B4-BE49-F238E27FC236}">
                  <a16:creationId xmlns:a16="http://schemas.microsoft.com/office/drawing/2014/main" id="{DE1A5D60-2991-36C0-5FAB-2CE8F3F36FA4}"/>
                </a:ext>
              </a:extLst>
            </p:cNvPr>
            <p:cNvSpPr>
              <a:spLocks/>
            </p:cNvSpPr>
            <p:nvPr/>
          </p:nvSpPr>
          <p:spPr>
            <a:xfrm>
              <a:off x="711720" y="2193790"/>
              <a:ext cx="8460" cy="184010"/>
            </a:xfrm>
            <a:prstGeom prst="rect">
              <a:avLst/>
            </a:prstGeom>
            <a:gradFill>
              <a:gsLst>
                <a:gs pos="0">
                  <a:srgbClr val="C7D5ED"/>
                </a:gs>
                <a:gs pos="100000">
                  <a:srgbClr val="D9E3F4"/>
                </a:gs>
              </a:gsLst>
              <a:lin ang="5400000"/>
            </a:gradFill>
            <a:ln w="0">
              <a:noFill/>
            </a:ln>
          </p:spPr>
        </p:sp>
        <p:sp>
          <p:nvSpPr>
            <p:cNvPr id="15284" name="hist_3416_14">
              <a:extLst>
                <a:ext uri="{FF2B5EF4-FFF2-40B4-BE49-F238E27FC236}">
                  <a16:creationId xmlns:a16="http://schemas.microsoft.com/office/drawing/2014/main" id="{24AA86B6-44B3-7137-7605-700B5628574A}"/>
                </a:ext>
              </a:extLst>
            </p:cNvPr>
            <p:cNvSpPr>
              <a:spLocks/>
            </p:cNvSpPr>
            <p:nvPr/>
          </p:nvSpPr>
          <p:spPr>
            <a:xfrm>
              <a:off x="722520" y="2192067"/>
              <a:ext cx="8460" cy="185733"/>
            </a:xfrm>
            <a:prstGeom prst="rect">
              <a:avLst/>
            </a:prstGeom>
            <a:gradFill>
              <a:gsLst>
                <a:gs pos="0">
                  <a:srgbClr val="C7D5ED"/>
                </a:gs>
                <a:gs pos="100000">
                  <a:srgbClr val="D9E3F4"/>
                </a:gs>
              </a:gsLst>
              <a:lin ang="5400000"/>
            </a:gradFill>
            <a:ln w="0">
              <a:noFill/>
            </a:ln>
          </p:spPr>
        </p:sp>
        <p:sp>
          <p:nvSpPr>
            <p:cNvPr id="15285" name="hist_3416_15">
              <a:extLst>
                <a:ext uri="{FF2B5EF4-FFF2-40B4-BE49-F238E27FC236}">
                  <a16:creationId xmlns:a16="http://schemas.microsoft.com/office/drawing/2014/main" id="{4B1E2D48-0A4D-1867-4D49-83440ADDFEDA}"/>
                </a:ext>
              </a:extLst>
            </p:cNvPr>
            <p:cNvSpPr>
              <a:spLocks/>
            </p:cNvSpPr>
            <p:nvPr/>
          </p:nvSpPr>
          <p:spPr>
            <a:xfrm>
              <a:off x="733320" y="2216786"/>
              <a:ext cx="8460" cy="161014"/>
            </a:xfrm>
            <a:prstGeom prst="rect">
              <a:avLst/>
            </a:prstGeom>
            <a:gradFill>
              <a:gsLst>
                <a:gs pos="0">
                  <a:srgbClr val="C7D5ED"/>
                </a:gs>
                <a:gs pos="100000">
                  <a:srgbClr val="D9E3F4"/>
                </a:gs>
              </a:gsLst>
              <a:lin ang="5400000"/>
            </a:gradFill>
            <a:ln w="0">
              <a:noFill/>
            </a:ln>
          </p:spPr>
        </p:sp>
        <p:sp>
          <p:nvSpPr>
            <p:cNvPr id="15286" name="hist_3416_16">
              <a:extLst>
                <a:ext uri="{FF2B5EF4-FFF2-40B4-BE49-F238E27FC236}">
                  <a16:creationId xmlns:a16="http://schemas.microsoft.com/office/drawing/2014/main" id="{14F719D0-75A7-6485-3185-FDF6E3BA8532}"/>
                </a:ext>
              </a:extLst>
            </p:cNvPr>
            <p:cNvSpPr>
              <a:spLocks/>
            </p:cNvSpPr>
            <p:nvPr/>
          </p:nvSpPr>
          <p:spPr>
            <a:xfrm>
              <a:off x="744120" y="2228341"/>
              <a:ext cx="8460" cy="149459"/>
            </a:xfrm>
            <a:prstGeom prst="rect">
              <a:avLst/>
            </a:prstGeom>
            <a:gradFill>
              <a:gsLst>
                <a:gs pos="0">
                  <a:srgbClr val="C7D5ED"/>
                </a:gs>
                <a:gs pos="100000">
                  <a:srgbClr val="D9E3F4"/>
                </a:gs>
              </a:gsLst>
              <a:lin ang="5400000"/>
            </a:gradFill>
            <a:ln w="0">
              <a:noFill/>
            </a:ln>
          </p:spPr>
        </p:sp>
        <p:sp>
          <p:nvSpPr>
            <p:cNvPr id="15287" name="hist_3416_17">
              <a:extLst>
                <a:ext uri="{FF2B5EF4-FFF2-40B4-BE49-F238E27FC236}">
                  <a16:creationId xmlns:a16="http://schemas.microsoft.com/office/drawing/2014/main" id="{0AA7F61D-5E99-5E87-E49E-F3E7E5B0EC81}"/>
                </a:ext>
              </a:extLst>
            </p:cNvPr>
            <p:cNvSpPr>
              <a:spLocks/>
            </p:cNvSpPr>
            <p:nvPr/>
          </p:nvSpPr>
          <p:spPr>
            <a:xfrm>
              <a:off x="754920" y="2256148"/>
              <a:ext cx="8460" cy="121652"/>
            </a:xfrm>
            <a:prstGeom prst="rect">
              <a:avLst/>
            </a:prstGeom>
            <a:gradFill>
              <a:gsLst>
                <a:gs pos="0">
                  <a:srgbClr val="C7D5ED"/>
                </a:gs>
                <a:gs pos="100000">
                  <a:srgbClr val="D9E3F4"/>
                </a:gs>
              </a:gsLst>
              <a:lin ang="5400000"/>
            </a:gradFill>
            <a:ln w="0">
              <a:noFill/>
            </a:ln>
          </p:spPr>
        </p:sp>
        <p:sp>
          <p:nvSpPr>
            <p:cNvPr id="15288" name="hist_3416_18">
              <a:extLst>
                <a:ext uri="{FF2B5EF4-FFF2-40B4-BE49-F238E27FC236}">
                  <a16:creationId xmlns:a16="http://schemas.microsoft.com/office/drawing/2014/main" id="{6962CBBA-7EEA-DAE7-0F62-540D98A74396}"/>
                </a:ext>
              </a:extLst>
            </p:cNvPr>
            <p:cNvSpPr>
              <a:spLocks/>
            </p:cNvSpPr>
            <p:nvPr/>
          </p:nvSpPr>
          <p:spPr>
            <a:xfrm>
              <a:off x="765720" y="2284395"/>
              <a:ext cx="8460" cy="93405"/>
            </a:xfrm>
            <a:prstGeom prst="rect">
              <a:avLst/>
            </a:prstGeom>
            <a:gradFill>
              <a:gsLst>
                <a:gs pos="0">
                  <a:srgbClr val="C7D5ED"/>
                </a:gs>
                <a:gs pos="100000">
                  <a:srgbClr val="D9E3F4"/>
                </a:gs>
              </a:gsLst>
              <a:lin ang="5400000"/>
            </a:gradFill>
            <a:ln w="0">
              <a:noFill/>
            </a:ln>
          </p:spPr>
        </p:sp>
        <p:sp>
          <p:nvSpPr>
            <p:cNvPr id="15289" name="hist_3416_19">
              <a:extLst>
                <a:ext uri="{FF2B5EF4-FFF2-40B4-BE49-F238E27FC236}">
                  <a16:creationId xmlns:a16="http://schemas.microsoft.com/office/drawing/2014/main" id="{82B3C9E8-1B91-93BA-4B0B-C47AE21F9529}"/>
                </a:ext>
              </a:extLst>
            </p:cNvPr>
            <p:cNvSpPr>
              <a:spLocks/>
            </p:cNvSpPr>
            <p:nvPr/>
          </p:nvSpPr>
          <p:spPr>
            <a:xfrm>
              <a:off x="776520" y="2303684"/>
              <a:ext cx="8460" cy="74116"/>
            </a:xfrm>
            <a:prstGeom prst="rect">
              <a:avLst/>
            </a:prstGeom>
            <a:gradFill>
              <a:gsLst>
                <a:gs pos="0">
                  <a:srgbClr val="C7D5ED"/>
                </a:gs>
                <a:gs pos="100000">
                  <a:srgbClr val="D9E3F4"/>
                </a:gs>
              </a:gsLst>
              <a:lin ang="5400000"/>
            </a:gradFill>
            <a:ln w="0">
              <a:noFill/>
            </a:ln>
          </p:spPr>
        </p:sp>
        <p:sp>
          <p:nvSpPr>
            <p:cNvPr id="15290" name="hist_3416_20">
              <a:extLst>
                <a:ext uri="{FF2B5EF4-FFF2-40B4-BE49-F238E27FC236}">
                  <a16:creationId xmlns:a16="http://schemas.microsoft.com/office/drawing/2014/main" id="{FB818CCB-CA19-209C-A8E5-9E9DA7C09EDB}"/>
                </a:ext>
              </a:extLst>
            </p:cNvPr>
            <p:cNvSpPr>
              <a:spLocks/>
            </p:cNvSpPr>
            <p:nvPr/>
          </p:nvSpPr>
          <p:spPr>
            <a:xfrm>
              <a:off x="787320" y="2328373"/>
              <a:ext cx="8460" cy="49427"/>
            </a:xfrm>
            <a:prstGeom prst="rect">
              <a:avLst/>
            </a:prstGeom>
            <a:gradFill>
              <a:gsLst>
                <a:gs pos="0">
                  <a:srgbClr val="C7D5ED"/>
                </a:gs>
                <a:gs pos="100000">
                  <a:srgbClr val="D9E3F4"/>
                </a:gs>
              </a:gsLst>
              <a:lin ang="5400000"/>
            </a:gradFill>
            <a:ln w="0">
              <a:noFill/>
            </a:ln>
          </p:spPr>
        </p:sp>
        <p:sp>
          <p:nvSpPr>
            <p:cNvPr id="15291" name="hist_3416_21">
              <a:extLst>
                <a:ext uri="{FF2B5EF4-FFF2-40B4-BE49-F238E27FC236}">
                  <a16:creationId xmlns:a16="http://schemas.microsoft.com/office/drawing/2014/main" id="{D8AE239D-B285-86BB-A2CA-D6DCAC304127}"/>
                </a:ext>
              </a:extLst>
            </p:cNvPr>
            <p:cNvSpPr>
              <a:spLocks/>
            </p:cNvSpPr>
            <p:nvPr/>
          </p:nvSpPr>
          <p:spPr>
            <a:xfrm>
              <a:off x="798120" y="2343468"/>
              <a:ext cx="8460" cy="34332"/>
            </a:xfrm>
            <a:prstGeom prst="rect">
              <a:avLst/>
            </a:prstGeom>
            <a:gradFill>
              <a:gsLst>
                <a:gs pos="0">
                  <a:srgbClr val="C7D5ED"/>
                </a:gs>
                <a:gs pos="100000">
                  <a:srgbClr val="D9E3F4"/>
                </a:gs>
              </a:gsLst>
              <a:lin ang="5400000"/>
            </a:gradFill>
            <a:ln w="0">
              <a:noFill/>
            </a:ln>
          </p:spPr>
        </p:sp>
        <p:sp>
          <p:nvSpPr>
            <p:cNvPr id="15292" name="hist_3416_22">
              <a:extLst>
                <a:ext uri="{FF2B5EF4-FFF2-40B4-BE49-F238E27FC236}">
                  <a16:creationId xmlns:a16="http://schemas.microsoft.com/office/drawing/2014/main" id="{8AF22EF0-0CFA-78EC-BA25-9C586973023E}"/>
                </a:ext>
              </a:extLst>
            </p:cNvPr>
            <p:cNvSpPr>
              <a:spLocks/>
            </p:cNvSpPr>
            <p:nvPr/>
          </p:nvSpPr>
          <p:spPr>
            <a:xfrm>
              <a:off x="808920" y="2355558"/>
              <a:ext cx="8460" cy="22242"/>
            </a:xfrm>
            <a:prstGeom prst="rect">
              <a:avLst/>
            </a:prstGeom>
            <a:gradFill>
              <a:gsLst>
                <a:gs pos="0">
                  <a:srgbClr val="C7D5ED"/>
                </a:gs>
                <a:gs pos="100000">
                  <a:srgbClr val="D9E3F4"/>
                </a:gs>
              </a:gsLst>
              <a:lin ang="5400000"/>
            </a:gradFill>
            <a:ln w="0">
              <a:noFill/>
            </a:ln>
          </p:spPr>
        </p:sp>
        <p:sp>
          <p:nvSpPr>
            <p:cNvPr id="15293" name="hist_3416_23">
              <a:extLst>
                <a:ext uri="{FF2B5EF4-FFF2-40B4-BE49-F238E27FC236}">
                  <a16:creationId xmlns:a16="http://schemas.microsoft.com/office/drawing/2014/main" id="{EC58E463-C2A8-2207-C918-8207A311B434}"/>
                </a:ext>
              </a:extLst>
            </p:cNvPr>
            <p:cNvSpPr>
              <a:spLocks/>
            </p:cNvSpPr>
            <p:nvPr/>
          </p:nvSpPr>
          <p:spPr>
            <a:xfrm>
              <a:off x="819720" y="2365051"/>
              <a:ext cx="8460" cy="12749"/>
            </a:xfrm>
            <a:prstGeom prst="rect">
              <a:avLst/>
            </a:prstGeom>
            <a:gradFill>
              <a:gsLst>
                <a:gs pos="0">
                  <a:srgbClr val="C7D5ED"/>
                </a:gs>
                <a:gs pos="100000">
                  <a:srgbClr val="D9E3F4"/>
                </a:gs>
              </a:gsLst>
              <a:lin ang="5400000"/>
            </a:gradFill>
            <a:ln w="0">
              <a:noFill/>
            </a:ln>
          </p:spPr>
        </p:sp>
        <p:sp>
          <p:nvSpPr>
            <p:cNvPr id="15294" name="hist_3416_24">
              <a:extLst>
                <a:ext uri="{FF2B5EF4-FFF2-40B4-BE49-F238E27FC236}">
                  <a16:creationId xmlns:a16="http://schemas.microsoft.com/office/drawing/2014/main" id="{F7793864-F5EF-C91A-1702-11D465A3E1CE}"/>
                </a:ext>
              </a:extLst>
            </p:cNvPr>
            <p:cNvSpPr>
              <a:spLocks/>
            </p:cNvSpPr>
            <p:nvPr/>
          </p:nvSpPr>
          <p:spPr>
            <a:xfrm>
              <a:off x="830520" y="2369992"/>
              <a:ext cx="8460" cy="7808"/>
            </a:xfrm>
            <a:prstGeom prst="rect">
              <a:avLst/>
            </a:prstGeom>
            <a:gradFill>
              <a:gsLst>
                <a:gs pos="0">
                  <a:srgbClr val="C7D5ED"/>
                </a:gs>
                <a:gs pos="100000">
                  <a:srgbClr val="D9E3F4"/>
                </a:gs>
              </a:gsLst>
              <a:lin ang="5400000"/>
            </a:gradFill>
            <a:ln w="0">
              <a:noFill/>
            </a:ln>
          </p:spPr>
        </p:sp>
        <p:sp>
          <p:nvSpPr>
            <p:cNvPr id="15295" name="hist_3416_25">
              <a:extLst>
                <a:ext uri="{FF2B5EF4-FFF2-40B4-BE49-F238E27FC236}">
                  <a16:creationId xmlns:a16="http://schemas.microsoft.com/office/drawing/2014/main" id="{2707E320-ACD7-6513-5C94-EC1C4FA7BE52}"/>
                </a:ext>
              </a:extLst>
            </p:cNvPr>
            <p:cNvSpPr>
              <a:spLocks/>
            </p:cNvSpPr>
            <p:nvPr/>
          </p:nvSpPr>
          <p:spPr>
            <a:xfrm>
              <a:off x="841320" y="2373717"/>
              <a:ext cx="8460" cy="4083"/>
            </a:xfrm>
            <a:prstGeom prst="rect">
              <a:avLst/>
            </a:prstGeom>
            <a:gradFill>
              <a:gsLst>
                <a:gs pos="0">
                  <a:srgbClr val="C7D5ED"/>
                </a:gs>
                <a:gs pos="100000">
                  <a:srgbClr val="D9E3F4"/>
                </a:gs>
              </a:gsLst>
              <a:lin ang="5400000"/>
            </a:gradFill>
            <a:ln w="0">
              <a:noFill/>
            </a:ln>
          </p:spPr>
        </p:sp>
        <p:sp>
          <p:nvSpPr>
            <p:cNvPr id="15296" name="hist_3416_26">
              <a:extLst>
                <a:ext uri="{FF2B5EF4-FFF2-40B4-BE49-F238E27FC236}">
                  <a16:creationId xmlns:a16="http://schemas.microsoft.com/office/drawing/2014/main" id="{1A6EA835-410D-8856-9EA3-9DF3D67A7775}"/>
                </a:ext>
              </a:extLst>
            </p:cNvPr>
            <p:cNvSpPr>
              <a:spLocks/>
            </p:cNvSpPr>
            <p:nvPr/>
          </p:nvSpPr>
          <p:spPr>
            <a:xfrm>
              <a:off x="852120" y="2375700"/>
              <a:ext cx="8460" cy="2100"/>
            </a:xfrm>
            <a:prstGeom prst="rect">
              <a:avLst/>
            </a:prstGeom>
            <a:gradFill>
              <a:gsLst>
                <a:gs pos="0">
                  <a:srgbClr val="C7D5ED"/>
                </a:gs>
                <a:gs pos="100000">
                  <a:srgbClr val="D9E3F4"/>
                </a:gs>
              </a:gsLst>
              <a:lin ang="5400000"/>
            </a:gradFill>
            <a:ln w="0">
              <a:noFill/>
            </a:ln>
          </p:spPr>
        </p:sp>
        <p:sp>
          <p:nvSpPr>
            <p:cNvPr id="15297" name="hist_3416_baseline">
              <a:extLst>
                <a:ext uri="{FF2B5EF4-FFF2-40B4-BE49-F238E27FC236}">
                  <a16:creationId xmlns:a16="http://schemas.microsoft.com/office/drawing/2014/main" id="{9FAB9D5C-77E1-C360-7BE5-F62CCBFA778B}"/>
                </a:ext>
              </a:extLst>
            </p:cNvPr>
            <p:cNvSpPr>
              <a:spLocks/>
            </p:cNvSpPr>
            <p:nvPr/>
          </p:nvSpPr>
          <p:spPr>
            <a:xfrm>
              <a:off x="564120" y="2377800"/>
              <a:ext cx="306000" cy="1980"/>
            </a:xfrm>
            <a:prstGeom prst="rect">
              <a:avLst/>
            </a:prstGeom>
            <a:solidFill>
              <a:srgbClr val="D7E1EF"/>
            </a:solidFill>
            <a:ln w="0">
              <a:noFill/>
            </a:ln>
          </p:spPr>
        </p:sp>
      </p:grpSp>
      <p:pic>
        <p:nvPicPr>
          <p:cNvPr id="16006" name="a | spatial view identity" descr="Synthetic voxel-grid density schematic">
            <a:extLst>
              <a:ext uri="{FF2B5EF4-FFF2-40B4-BE49-F238E27FC236}">
                <a16:creationId xmlns:a16="http://schemas.microsoft.com/office/drawing/2014/main" id="{7E6ED023-7D96-067A-5EF6-E3FB86A7EEEE}"/>
              </a:ext>
            </a:extLst>
          </p:cNvPr>
          <p:cNvPicPr>
            <a:picLocks noChangeAspect="1"/>
          </p:cNvPicPr>
          <p:nvPr/>
        </p:nvPicPr>
        <p:blipFill>
          <a:blip r:embed="rId3"/>
          <a:stretch/>
        </p:blipFill>
        <p:spPr>
          <a:xfrm>
            <a:off x="1501222" y="2033501"/>
            <a:ext cx="155421" cy="150515"/>
          </a:xfrm>
          <a:prstGeom prst="rect">
            <a:avLst/>
          </a:prstGeom>
        </p:spPr>
      </p:pic>
      <p:pic>
        <p:nvPicPr>
          <p:cNvPr id="16007" name="a | spatial view gaussian x2" descr="Synthetic voxel-grid density schematic">
            <a:extLst>
              <a:ext uri="{FF2B5EF4-FFF2-40B4-BE49-F238E27FC236}">
                <a16:creationId xmlns:a16="http://schemas.microsoft.com/office/drawing/2014/main" id="{1DEC3A3D-A050-7AC0-A154-CD94D4A1B437}"/>
              </a:ext>
            </a:extLst>
          </p:cNvPr>
          <p:cNvPicPr>
            <a:picLocks noChangeAspect="1"/>
          </p:cNvPicPr>
          <p:nvPr/>
        </p:nvPicPr>
        <p:blipFill>
          <a:blip r:embed="rId4"/>
          <a:stretch/>
        </p:blipFill>
        <p:spPr>
          <a:xfrm>
            <a:off x="1794262" y="2033501"/>
            <a:ext cx="155421" cy="150515"/>
          </a:xfrm>
          <a:prstGeom prst="rect">
            <a:avLst/>
          </a:prstGeom>
        </p:spPr>
      </p:pic>
      <p:pic>
        <p:nvPicPr>
          <p:cNvPr id="16008" name="a | spatial view dog x2" descr="Synthetic voxel-grid density schematic">
            <a:extLst>
              <a:ext uri="{FF2B5EF4-FFF2-40B4-BE49-F238E27FC236}">
                <a16:creationId xmlns:a16="http://schemas.microsoft.com/office/drawing/2014/main" id="{743F9568-B74F-B153-654C-6157FF947634}"/>
              </a:ext>
            </a:extLst>
          </p:cNvPr>
          <p:cNvPicPr>
            <a:picLocks noChangeAspect="1"/>
          </p:cNvPicPr>
          <p:nvPr/>
        </p:nvPicPr>
        <p:blipFill>
          <a:blip r:embed="rId3"/>
          <a:stretch/>
        </p:blipFill>
        <p:spPr>
          <a:xfrm>
            <a:off x="1501222" y="2319583"/>
            <a:ext cx="155421" cy="150515"/>
          </a:xfrm>
          <a:prstGeom prst="rect">
            <a:avLst/>
          </a:prstGeom>
        </p:spPr>
      </p:pic>
      <p:pic>
        <p:nvPicPr>
          <p:cNvPr id="16009" name="a | spatial view receptor suppression x2" descr="Synthetic voxel-grid density schematic">
            <a:extLst>
              <a:ext uri="{FF2B5EF4-FFF2-40B4-BE49-F238E27FC236}">
                <a16:creationId xmlns:a16="http://schemas.microsoft.com/office/drawing/2014/main" id="{92E1929A-617E-3223-A80B-A4A36723A4B4}"/>
              </a:ext>
            </a:extLst>
          </p:cNvPr>
          <p:cNvPicPr>
            <a:picLocks noChangeAspect="1"/>
          </p:cNvPicPr>
          <p:nvPr/>
        </p:nvPicPr>
        <p:blipFill>
          <a:blip r:embed="rId6"/>
          <a:stretch/>
        </p:blipFill>
        <p:spPr>
          <a:xfrm>
            <a:off x="1794262" y="2319583"/>
            <a:ext cx="155421" cy="150515"/>
          </a:xfrm>
          <a:prstGeom prst="rect">
            <a:avLst/>
          </a:prstGeom>
        </p:spPr>
      </p:pic>
      <p:pic>
        <p:nvPicPr>
          <p:cNvPr id="16010" name="a | 56-channel tensor stack" descr="Synthetic voxel-grid density schematic">
            <a:extLst>
              <a:ext uri="{FF2B5EF4-FFF2-40B4-BE49-F238E27FC236}">
                <a16:creationId xmlns:a16="http://schemas.microsoft.com/office/drawing/2014/main" id="{4012475A-1DEC-BDAE-C595-D585CD368549}"/>
              </a:ext>
            </a:extLst>
          </p:cNvPr>
          <p:cNvPicPr>
            <a:picLocks noChangeAspect="1"/>
          </p:cNvPicPr>
          <p:nvPr/>
        </p:nvPicPr>
        <p:blipFill>
          <a:blip r:embed="rId7"/>
          <a:stretch/>
        </p:blipFill>
        <p:spPr>
          <a:xfrm>
            <a:off x="1546335" y="2762108"/>
            <a:ext cx="343801" cy="237886"/>
          </a:xfrm>
          <a:prstGeom prst="rect">
            <a:avLst/>
          </a:prstGeom>
        </p:spPr>
      </p:pic>
      <p:grpSp>
        <p:nvGrpSpPr>
          <p:cNvPr id="3422" name="a | receptor atom cloud">
            <a:extLst>
              <a:ext uri="{FF2B5EF4-FFF2-40B4-BE49-F238E27FC236}">
                <a16:creationId xmlns:a16="http://schemas.microsoft.com/office/drawing/2014/main" id="{DC764474-4B58-432D-2DB0-7421D2CF00F8}"/>
              </a:ext>
            </a:extLst>
          </p:cNvPr>
          <p:cNvGrpSpPr/>
          <p:nvPr/>
        </p:nvGrpSpPr>
        <p:grpSpPr>
          <a:xfrm>
            <a:off x="1480189" y="3442117"/>
            <a:ext cx="164024" cy="174466"/>
            <a:chOff x="169875" y="4807960"/>
            <a:chExt cx="229109" cy="243694"/>
          </a:xfrm>
        </p:grpSpPr>
        <p:sp>
          <p:nvSpPr>
            <p:cNvPr id="5650" name="asset_3422_0">
              <a:extLst>
                <a:ext uri="{FF2B5EF4-FFF2-40B4-BE49-F238E27FC236}">
                  <a16:creationId xmlns:a16="http://schemas.microsoft.com/office/drawing/2014/main" id="{6A476962-3124-4A12-8B5B-C3E50BC7FCAB}"/>
                </a:ext>
              </a:extLst>
            </p:cNvPr>
            <p:cNvSpPr>
              <a:spLocks noGrp="1"/>
            </p:cNvSpPr>
            <p:nvPr/>
          </p:nvSpPr>
          <p:spPr>
            <a:xfrm>
              <a:off x="231052" y="4952240"/>
              <a:ext cx="50740" cy="50740"/>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651" name="asset_3422_1">
              <a:extLst>
                <a:ext uri="{FF2B5EF4-FFF2-40B4-BE49-F238E27FC236}">
                  <a16:creationId xmlns:a16="http://schemas.microsoft.com/office/drawing/2014/main" id="{61841CAB-0118-FA24-9EB3-36A939E2A2EE}"/>
                </a:ext>
              </a:extLst>
            </p:cNvPr>
            <p:cNvSpPr>
              <a:spLocks noGrp="1"/>
            </p:cNvSpPr>
            <p:nvPr/>
          </p:nvSpPr>
          <p:spPr>
            <a:xfrm>
              <a:off x="241961" y="4961881"/>
              <a:ext cx="16490" cy="9641"/>
            </a:xfrm>
            <a:prstGeom prst="ellipse">
              <a:avLst/>
            </a:prstGeom>
            <a:gradFill>
              <a:gsLst>
                <a:gs pos="0">
                  <a:srgbClr val="FFFFFF">
                    <a:alpha val="65000"/>
                  </a:srgbClr>
                </a:gs>
                <a:gs pos="100000">
                  <a:srgbClr val="FFFFFF">
                    <a:alpha val="0"/>
                  </a:srgbClr>
                </a:gs>
              </a:gsLst>
              <a:lin ang="5400000"/>
            </a:gradFill>
            <a:ln w="3600">
              <a:noFill/>
            </a:ln>
          </p:spPr>
        </p:sp>
        <p:sp>
          <p:nvSpPr>
            <p:cNvPr id="5652" name="asset_3422_2">
              <a:extLst>
                <a:ext uri="{FF2B5EF4-FFF2-40B4-BE49-F238E27FC236}">
                  <a16:creationId xmlns:a16="http://schemas.microsoft.com/office/drawing/2014/main" id="{161B3F77-F66C-2E89-2DBA-44EF56E5E134}"/>
                </a:ext>
              </a:extLst>
            </p:cNvPr>
            <p:cNvSpPr>
              <a:spLocks noGrp="1"/>
            </p:cNvSpPr>
            <p:nvPr/>
          </p:nvSpPr>
          <p:spPr>
            <a:xfrm>
              <a:off x="257492" y="4890552"/>
              <a:ext cx="45016" cy="45016"/>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53" name="asset_3422_3">
              <a:extLst>
                <a:ext uri="{FF2B5EF4-FFF2-40B4-BE49-F238E27FC236}">
                  <a16:creationId xmlns:a16="http://schemas.microsoft.com/office/drawing/2014/main" id="{EA4D1CE0-13F8-DF15-DA3E-22ED57530950}"/>
                </a:ext>
              </a:extLst>
            </p:cNvPr>
            <p:cNvSpPr>
              <a:spLocks noGrp="1"/>
            </p:cNvSpPr>
            <p:nvPr/>
          </p:nvSpPr>
          <p:spPr>
            <a:xfrm>
              <a:off x="267171" y="4899105"/>
              <a:ext cx="14630" cy="8553"/>
            </a:xfrm>
            <a:prstGeom prst="ellipse">
              <a:avLst/>
            </a:prstGeom>
            <a:gradFill>
              <a:gsLst>
                <a:gs pos="0">
                  <a:srgbClr val="FFFFFF">
                    <a:alpha val="65000"/>
                  </a:srgbClr>
                </a:gs>
                <a:gs pos="100000">
                  <a:srgbClr val="FFFFFF">
                    <a:alpha val="0"/>
                  </a:srgbClr>
                </a:gs>
              </a:gsLst>
              <a:lin ang="5400000"/>
            </a:gradFill>
            <a:ln w="3600">
              <a:noFill/>
            </a:ln>
          </p:spPr>
        </p:sp>
        <p:sp>
          <p:nvSpPr>
            <p:cNvPr id="5654" name="asset_3422_4">
              <a:extLst>
                <a:ext uri="{FF2B5EF4-FFF2-40B4-BE49-F238E27FC236}">
                  <a16:creationId xmlns:a16="http://schemas.microsoft.com/office/drawing/2014/main" id="{F7EB6133-A77B-2F86-F933-2696BEACAC74}"/>
                </a:ext>
              </a:extLst>
            </p:cNvPr>
            <p:cNvSpPr>
              <a:spLocks noGrp="1"/>
            </p:cNvSpPr>
            <p:nvPr/>
          </p:nvSpPr>
          <p:spPr>
            <a:xfrm>
              <a:off x="341683" y="4917382"/>
              <a:ext cx="49251" cy="4925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55" name="asset_3422_5">
              <a:extLst>
                <a:ext uri="{FF2B5EF4-FFF2-40B4-BE49-F238E27FC236}">
                  <a16:creationId xmlns:a16="http://schemas.microsoft.com/office/drawing/2014/main" id="{1287AAB0-0A6D-2B8A-4745-4A0D3C9FCAFB}"/>
                </a:ext>
              </a:extLst>
            </p:cNvPr>
            <p:cNvSpPr>
              <a:spLocks noGrp="1"/>
            </p:cNvSpPr>
            <p:nvPr/>
          </p:nvSpPr>
          <p:spPr>
            <a:xfrm>
              <a:off x="352272" y="4926740"/>
              <a:ext cx="16007" cy="9358"/>
            </a:xfrm>
            <a:prstGeom prst="ellipse">
              <a:avLst/>
            </a:prstGeom>
            <a:gradFill>
              <a:gsLst>
                <a:gs pos="0">
                  <a:srgbClr val="FFFFFF">
                    <a:alpha val="65000"/>
                  </a:srgbClr>
                </a:gs>
                <a:gs pos="100000">
                  <a:srgbClr val="FFFFFF">
                    <a:alpha val="0"/>
                  </a:srgbClr>
                </a:gs>
              </a:gsLst>
              <a:lin ang="5400000"/>
            </a:gradFill>
            <a:ln w="3600">
              <a:noFill/>
            </a:ln>
          </p:spPr>
        </p:sp>
        <p:sp>
          <p:nvSpPr>
            <p:cNvPr id="5656" name="asset_3422_6">
              <a:extLst>
                <a:ext uri="{FF2B5EF4-FFF2-40B4-BE49-F238E27FC236}">
                  <a16:creationId xmlns:a16="http://schemas.microsoft.com/office/drawing/2014/main" id="{0DCEE443-FCEF-8274-7433-FA8BD115B9E6}"/>
                </a:ext>
              </a:extLst>
            </p:cNvPr>
            <p:cNvSpPr>
              <a:spLocks noGrp="1"/>
            </p:cNvSpPr>
            <p:nvPr/>
          </p:nvSpPr>
          <p:spPr>
            <a:xfrm>
              <a:off x="271855" y="4975772"/>
              <a:ext cx="36195" cy="36195"/>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57" name="asset_3422_7">
              <a:extLst>
                <a:ext uri="{FF2B5EF4-FFF2-40B4-BE49-F238E27FC236}">
                  <a16:creationId xmlns:a16="http://schemas.microsoft.com/office/drawing/2014/main" id="{D06684DC-EA53-BE0C-4F7A-7FA5AB373804}"/>
                </a:ext>
              </a:extLst>
            </p:cNvPr>
            <p:cNvSpPr>
              <a:spLocks noGrp="1"/>
            </p:cNvSpPr>
            <p:nvPr/>
          </p:nvSpPr>
          <p:spPr>
            <a:xfrm>
              <a:off x="279637" y="4982649"/>
              <a:ext cx="11764" cy="6877"/>
            </a:xfrm>
            <a:prstGeom prst="ellipse">
              <a:avLst/>
            </a:prstGeom>
            <a:gradFill>
              <a:gsLst>
                <a:gs pos="0">
                  <a:srgbClr val="FFFFFF">
                    <a:alpha val="65000"/>
                  </a:srgbClr>
                </a:gs>
                <a:gs pos="100000">
                  <a:srgbClr val="FFFFFF">
                    <a:alpha val="0"/>
                  </a:srgbClr>
                </a:gs>
              </a:gsLst>
              <a:lin ang="5400000"/>
            </a:gradFill>
            <a:ln w="3600">
              <a:noFill/>
            </a:ln>
          </p:spPr>
        </p:sp>
        <p:sp>
          <p:nvSpPr>
            <p:cNvPr id="5658" name="asset_3422_8">
              <a:extLst>
                <a:ext uri="{FF2B5EF4-FFF2-40B4-BE49-F238E27FC236}">
                  <a16:creationId xmlns:a16="http://schemas.microsoft.com/office/drawing/2014/main" id="{C7E370E1-6EF6-E178-3D27-D2C9A8B2380A}"/>
                </a:ext>
              </a:extLst>
            </p:cNvPr>
            <p:cNvSpPr>
              <a:spLocks noGrp="1"/>
            </p:cNvSpPr>
            <p:nvPr/>
          </p:nvSpPr>
          <p:spPr>
            <a:xfrm>
              <a:off x="189829" y="4978084"/>
              <a:ext cx="46368" cy="4636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59" name="asset_3422_9">
              <a:extLst>
                <a:ext uri="{FF2B5EF4-FFF2-40B4-BE49-F238E27FC236}">
                  <a16:creationId xmlns:a16="http://schemas.microsoft.com/office/drawing/2014/main" id="{3A2B789E-D54F-910E-D653-984191153D09}"/>
                </a:ext>
              </a:extLst>
            </p:cNvPr>
            <p:cNvSpPr>
              <a:spLocks noGrp="1"/>
            </p:cNvSpPr>
            <p:nvPr/>
          </p:nvSpPr>
          <p:spPr>
            <a:xfrm>
              <a:off x="199798" y="4986894"/>
              <a:ext cx="15070" cy="8810"/>
            </a:xfrm>
            <a:prstGeom prst="ellipse">
              <a:avLst/>
            </a:prstGeom>
            <a:gradFill>
              <a:gsLst>
                <a:gs pos="0">
                  <a:srgbClr val="FFFFFF">
                    <a:alpha val="65000"/>
                  </a:srgbClr>
                </a:gs>
                <a:gs pos="100000">
                  <a:srgbClr val="FFFFFF">
                    <a:alpha val="0"/>
                  </a:srgbClr>
                </a:gs>
              </a:gsLst>
              <a:lin ang="5400000"/>
            </a:gradFill>
            <a:ln w="3600">
              <a:noFill/>
            </a:ln>
          </p:spPr>
        </p:sp>
        <p:sp>
          <p:nvSpPr>
            <p:cNvPr id="5660" name="asset_3422_10">
              <a:extLst>
                <a:ext uri="{FF2B5EF4-FFF2-40B4-BE49-F238E27FC236}">
                  <a16:creationId xmlns:a16="http://schemas.microsoft.com/office/drawing/2014/main" id="{C060EE30-358F-4C31-5496-569FBD25130C}"/>
                </a:ext>
              </a:extLst>
            </p:cNvPr>
            <p:cNvSpPr>
              <a:spLocks noGrp="1"/>
            </p:cNvSpPr>
            <p:nvPr/>
          </p:nvSpPr>
          <p:spPr>
            <a:xfrm>
              <a:off x="225545" y="5013901"/>
              <a:ext cx="33003" cy="3300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1" name="asset_3422_11">
              <a:extLst>
                <a:ext uri="{FF2B5EF4-FFF2-40B4-BE49-F238E27FC236}">
                  <a16:creationId xmlns:a16="http://schemas.microsoft.com/office/drawing/2014/main" id="{E5CD63FD-8C45-8873-A0A6-4B0502492891}"/>
                </a:ext>
              </a:extLst>
            </p:cNvPr>
            <p:cNvSpPr>
              <a:spLocks noGrp="1"/>
            </p:cNvSpPr>
            <p:nvPr/>
          </p:nvSpPr>
          <p:spPr>
            <a:xfrm>
              <a:off x="232640" y="5020172"/>
              <a:ext cx="10726" cy="6271"/>
            </a:xfrm>
            <a:prstGeom prst="ellipse">
              <a:avLst/>
            </a:prstGeom>
            <a:gradFill>
              <a:gsLst>
                <a:gs pos="0">
                  <a:srgbClr val="FFFFFF">
                    <a:alpha val="65000"/>
                  </a:srgbClr>
                </a:gs>
                <a:gs pos="100000">
                  <a:srgbClr val="FFFFFF">
                    <a:alpha val="0"/>
                  </a:srgbClr>
                </a:gs>
              </a:gsLst>
              <a:lin ang="5400000"/>
            </a:gradFill>
            <a:ln w="3600">
              <a:noFill/>
            </a:ln>
          </p:spPr>
        </p:sp>
        <p:sp>
          <p:nvSpPr>
            <p:cNvPr id="5662" name="asset_3422_12">
              <a:extLst>
                <a:ext uri="{FF2B5EF4-FFF2-40B4-BE49-F238E27FC236}">
                  <a16:creationId xmlns:a16="http://schemas.microsoft.com/office/drawing/2014/main" id="{518521A0-B549-D572-0E1E-4960D9C44C2D}"/>
                </a:ext>
              </a:extLst>
            </p:cNvPr>
            <p:cNvSpPr>
              <a:spLocks noGrp="1"/>
            </p:cNvSpPr>
            <p:nvPr/>
          </p:nvSpPr>
          <p:spPr>
            <a:xfrm>
              <a:off x="202899" y="4919795"/>
              <a:ext cx="44462" cy="44462"/>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3" name="asset_3422_13">
              <a:extLst>
                <a:ext uri="{FF2B5EF4-FFF2-40B4-BE49-F238E27FC236}">
                  <a16:creationId xmlns:a16="http://schemas.microsoft.com/office/drawing/2014/main" id="{BF32FC32-C8D7-A865-5583-5372C4B549B3}"/>
                </a:ext>
              </a:extLst>
            </p:cNvPr>
            <p:cNvSpPr>
              <a:spLocks noGrp="1"/>
            </p:cNvSpPr>
            <p:nvPr/>
          </p:nvSpPr>
          <p:spPr>
            <a:xfrm>
              <a:off x="212458" y="4928243"/>
              <a:ext cx="14450" cy="8448"/>
            </a:xfrm>
            <a:prstGeom prst="ellipse">
              <a:avLst/>
            </a:prstGeom>
            <a:gradFill>
              <a:gsLst>
                <a:gs pos="0">
                  <a:srgbClr val="FFFFFF">
                    <a:alpha val="65000"/>
                  </a:srgbClr>
                </a:gs>
                <a:gs pos="100000">
                  <a:srgbClr val="FFFFFF">
                    <a:alpha val="0"/>
                  </a:srgbClr>
                </a:gs>
              </a:gsLst>
              <a:lin ang="5400000"/>
            </a:gradFill>
            <a:ln w="3600">
              <a:noFill/>
            </a:ln>
          </p:spPr>
        </p:sp>
        <p:sp>
          <p:nvSpPr>
            <p:cNvPr id="5664" name="asset_3422_14">
              <a:extLst>
                <a:ext uri="{FF2B5EF4-FFF2-40B4-BE49-F238E27FC236}">
                  <a16:creationId xmlns:a16="http://schemas.microsoft.com/office/drawing/2014/main" id="{11BBE6DA-FA52-9E10-E0B3-2D8002F3A2BE}"/>
                </a:ext>
              </a:extLst>
            </p:cNvPr>
            <p:cNvSpPr>
              <a:spLocks noGrp="1"/>
            </p:cNvSpPr>
            <p:nvPr/>
          </p:nvSpPr>
          <p:spPr>
            <a:xfrm>
              <a:off x="248117" y="4866798"/>
              <a:ext cx="41123" cy="4112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5" name="asset_3422_15">
              <a:extLst>
                <a:ext uri="{FF2B5EF4-FFF2-40B4-BE49-F238E27FC236}">
                  <a16:creationId xmlns:a16="http://schemas.microsoft.com/office/drawing/2014/main" id="{DC250206-227F-3146-90D9-3B03DEFF6DCB}"/>
                </a:ext>
              </a:extLst>
            </p:cNvPr>
            <p:cNvSpPr>
              <a:spLocks noGrp="1"/>
            </p:cNvSpPr>
            <p:nvPr/>
          </p:nvSpPr>
          <p:spPr>
            <a:xfrm>
              <a:off x="256958" y="4874611"/>
              <a:ext cx="13365" cy="7813"/>
            </a:xfrm>
            <a:prstGeom prst="ellipse">
              <a:avLst/>
            </a:prstGeom>
            <a:gradFill>
              <a:gsLst>
                <a:gs pos="0">
                  <a:srgbClr val="FFFFFF">
                    <a:alpha val="65000"/>
                  </a:srgbClr>
                </a:gs>
                <a:gs pos="100000">
                  <a:srgbClr val="FFFFFF">
                    <a:alpha val="0"/>
                  </a:srgbClr>
                </a:gs>
              </a:gsLst>
              <a:lin ang="5400000"/>
            </a:gradFill>
            <a:ln w="3600">
              <a:noFill/>
            </a:ln>
          </p:spPr>
        </p:sp>
        <p:sp>
          <p:nvSpPr>
            <p:cNvPr id="5666" name="asset_3422_16">
              <a:extLst>
                <a:ext uri="{FF2B5EF4-FFF2-40B4-BE49-F238E27FC236}">
                  <a16:creationId xmlns:a16="http://schemas.microsoft.com/office/drawing/2014/main" id="{C190CD6A-975E-E668-B957-F01C9DE2945C}"/>
                </a:ext>
              </a:extLst>
            </p:cNvPr>
            <p:cNvSpPr>
              <a:spLocks noGrp="1"/>
            </p:cNvSpPr>
            <p:nvPr/>
          </p:nvSpPr>
          <p:spPr>
            <a:xfrm>
              <a:off x="297907" y="4941502"/>
              <a:ext cx="42220" cy="4222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7" name="asset_3422_17">
              <a:extLst>
                <a:ext uri="{FF2B5EF4-FFF2-40B4-BE49-F238E27FC236}">
                  <a16:creationId xmlns:a16="http://schemas.microsoft.com/office/drawing/2014/main" id="{EE7B16E9-C1D8-83C5-CB06-F7354A660561}"/>
                </a:ext>
              </a:extLst>
            </p:cNvPr>
            <p:cNvSpPr>
              <a:spLocks noGrp="1"/>
            </p:cNvSpPr>
            <p:nvPr/>
          </p:nvSpPr>
          <p:spPr>
            <a:xfrm>
              <a:off x="306984" y="4949524"/>
              <a:ext cx="13721" cy="8022"/>
            </a:xfrm>
            <a:prstGeom prst="ellipse">
              <a:avLst/>
            </a:prstGeom>
            <a:gradFill>
              <a:gsLst>
                <a:gs pos="0">
                  <a:srgbClr val="FFFFFF">
                    <a:alpha val="65000"/>
                  </a:srgbClr>
                </a:gs>
                <a:gs pos="100000">
                  <a:srgbClr val="FFFFFF">
                    <a:alpha val="0"/>
                  </a:srgbClr>
                </a:gs>
              </a:gsLst>
              <a:lin ang="5400000"/>
            </a:gradFill>
            <a:ln w="3600">
              <a:noFill/>
            </a:ln>
          </p:spPr>
        </p:sp>
        <p:sp>
          <p:nvSpPr>
            <p:cNvPr id="5668" name="asset_3422_18">
              <a:extLst>
                <a:ext uri="{FF2B5EF4-FFF2-40B4-BE49-F238E27FC236}">
                  <a16:creationId xmlns:a16="http://schemas.microsoft.com/office/drawing/2014/main" id="{C84C4463-6935-97EE-5775-519F3BE11B8F}"/>
                </a:ext>
              </a:extLst>
            </p:cNvPr>
            <p:cNvSpPr>
              <a:spLocks noGrp="1"/>
            </p:cNvSpPr>
            <p:nvPr/>
          </p:nvSpPr>
          <p:spPr>
            <a:xfrm>
              <a:off x="197886" y="4901933"/>
              <a:ext cx="33418" cy="3341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9" name="asset_3422_19">
              <a:extLst>
                <a:ext uri="{FF2B5EF4-FFF2-40B4-BE49-F238E27FC236}">
                  <a16:creationId xmlns:a16="http://schemas.microsoft.com/office/drawing/2014/main" id="{03C0EEF2-0D67-26BC-BC05-2714DC4D5FD6}"/>
                </a:ext>
              </a:extLst>
            </p:cNvPr>
            <p:cNvSpPr>
              <a:spLocks noGrp="1"/>
            </p:cNvSpPr>
            <p:nvPr/>
          </p:nvSpPr>
          <p:spPr>
            <a:xfrm>
              <a:off x="205071" y="4908282"/>
              <a:ext cx="10861" cy="6350"/>
            </a:xfrm>
            <a:prstGeom prst="ellipse">
              <a:avLst/>
            </a:prstGeom>
            <a:gradFill>
              <a:gsLst>
                <a:gs pos="0">
                  <a:srgbClr val="FFFFFF">
                    <a:alpha val="65000"/>
                  </a:srgbClr>
                </a:gs>
                <a:gs pos="100000">
                  <a:srgbClr val="FFFFFF">
                    <a:alpha val="0"/>
                  </a:srgbClr>
                </a:gs>
              </a:gsLst>
              <a:lin ang="5400000"/>
            </a:gradFill>
            <a:ln w="3600">
              <a:noFill/>
            </a:ln>
          </p:spPr>
        </p:sp>
        <p:sp>
          <p:nvSpPr>
            <p:cNvPr id="5670" name="asset_3422_20">
              <a:extLst>
                <a:ext uri="{FF2B5EF4-FFF2-40B4-BE49-F238E27FC236}">
                  <a16:creationId xmlns:a16="http://schemas.microsoft.com/office/drawing/2014/main" id="{C30B573A-7AA2-2873-AA10-4B2D54BAC023}"/>
                </a:ext>
              </a:extLst>
            </p:cNvPr>
            <p:cNvSpPr>
              <a:spLocks noGrp="1"/>
            </p:cNvSpPr>
            <p:nvPr/>
          </p:nvSpPr>
          <p:spPr>
            <a:xfrm>
              <a:off x="245477" y="4933298"/>
              <a:ext cx="48764" cy="4876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71" name="asset_3422_21">
              <a:extLst>
                <a:ext uri="{FF2B5EF4-FFF2-40B4-BE49-F238E27FC236}">
                  <a16:creationId xmlns:a16="http://schemas.microsoft.com/office/drawing/2014/main" id="{73E6E1C5-82A0-FFFA-0ED5-C5FB8B87266D}"/>
                </a:ext>
              </a:extLst>
            </p:cNvPr>
            <p:cNvSpPr>
              <a:spLocks noGrp="1"/>
            </p:cNvSpPr>
            <p:nvPr/>
          </p:nvSpPr>
          <p:spPr>
            <a:xfrm>
              <a:off x="255962" y="4942563"/>
              <a:ext cx="15848" cy="9265"/>
            </a:xfrm>
            <a:prstGeom prst="ellipse">
              <a:avLst/>
            </a:prstGeom>
            <a:gradFill>
              <a:gsLst>
                <a:gs pos="0">
                  <a:srgbClr val="FFFFFF">
                    <a:alpha val="65000"/>
                  </a:srgbClr>
                </a:gs>
                <a:gs pos="100000">
                  <a:srgbClr val="FFFFFF">
                    <a:alpha val="0"/>
                  </a:srgbClr>
                </a:gs>
              </a:gsLst>
              <a:lin ang="5400000"/>
            </a:gradFill>
            <a:ln w="3600">
              <a:noFill/>
            </a:ln>
          </p:spPr>
        </p:sp>
        <p:sp>
          <p:nvSpPr>
            <p:cNvPr id="5672" name="asset_3422_22">
              <a:extLst>
                <a:ext uri="{FF2B5EF4-FFF2-40B4-BE49-F238E27FC236}">
                  <a16:creationId xmlns:a16="http://schemas.microsoft.com/office/drawing/2014/main" id="{7D995167-185D-2EA5-9B7E-A573E73C567F}"/>
                </a:ext>
              </a:extLst>
            </p:cNvPr>
            <p:cNvSpPr>
              <a:spLocks noGrp="1"/>
            </p:cNvSpPr>
            <p:nvPr/>
          </p:nvSpPr>
          <p:spPr>
            <a:xfrm>
              <a:off x="264633" y="4948569"/>
              <a:ext cx="40342" cy="40342"/>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673" name="asset_3422_23">
              <a:extLst>
                <a:ext uri="{FF2B5EF4-FFF2-40B4-BE49-F238E27FC236}">
                  <a16:creationId xmlns:a16="http://schemas.microsoft.com/office/drawing/2014/main" id="{A39991ED-30B4-B03F-137B-08948C98F6BF}"/>
                </a:ext>
              </a:extLst>
            </p:cNvPr>
            <p:cNvSpPr>
              <a:spLocks noGrp="1"/>
            </p:cNvSpPr>
            <p:nvPr/>
          </p:nvSpPr>
          <p:spPr>
            <a:xfrm>
              <a:off x="273306" y="4956234"/>
              <a:ext cx="13111" cy="7665"/>
            </a:xfrm>
            <a:prstGeom prst="ellipse">
              <a:avLst/>
            </a:prstGeom>
            <a:gradFill>
              <a:gsLst>
                <a:gs pos="0">
                  <a:srgbClr val="FFFFFF">
                    <a:alpha val="65000"/>
                  </a:srgbClr>
                </a:gs>
                <a:gs pos="100000">
                  <a:srgbClr val="FFFFFF">
                    <a:alpha val="0"/>
                  </a:srgbClr>
                </a:gs>
              </a:gsLst>
              <a:lin ang="5400000"/>
            </a:gradFill>
            <a:ln w="3600">
              <a:noFill/>
            </a:ln>
          </p:spPr>
        </p:sp>
        <p:sp>
          <p:nvSpPr>
            <p:cNvPr id="5674" name="asset_3422_24">
              <a:extLst>
                <a:ext uri="{FF2B5EF4-FFF2-40B4-BE49-F238E27FC236}">
                  <a16:creationId xmlns:a16="http://schemas.microsoft.com/office/drawing/2014/main" id="{E6E22851-3810-9A82-4549-936AC35947E9}"/>
                </a:ext>
              </a:extLst>
            </p:cNvPr>
            <p:cNvSpPr>
              <a:spLocks noGrp="1"/>
            </p:cNvSpPr>
            <p:nvPr/>
          </p:nvSpPr>
          <p:spPr>
            <a:xfrm>
              <a:off x="230598" y="4889071"/>
              <a:ext cx="32512" cy="32512"/>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75" name="asset_3422_25">
              <a:extLst>
                <a:ext uri="{FF2B5EF4-FFF2-40B4-BE49-F238E27FC236}">
                  <a16:creationId xmlns:a16="http://schemas.microsoft.com/office/drawing/2014/main" id="{2AA3D2A2-FD4C-DC23-99CD-339538410926}"/>
                </a:ext>
              </a:extLst>
            </p:cNvPr>
            <p:cNvSpPr>
              <a:spLocks noGrp="1"/>
            </p:cNvSpPr>
            <p:nvPr/>
          </p:nvSpPr>
          <p:spPr>
            <a:xfrm>
              <a:off x="237588" y="4895249"/>
              <a:ext cx="10566" cy="6177"/>
            </a:xfrm>
            <a:prstGeom prst="ellipse">
              <a:avLst/>
            </a:prstGeom>
            <a:gradFill>
              <a:gsLst>
                <a:gs pos="0">
                  <a:srgbClr val="FFFFFF">
                    <a:alpha val="65000"/>
                  </a:srgbClr>
                </a:gs>
                <a:gs pos="100000">
                  <a:srgbClr val="FFFFFF">
                    <a:alpha val="0"/>
                  </a:srgbClr>
                </a:gs>
              </a:gsLst>
              <a:lin ang="5400000"/>
            </a:gradFill>
            <a:ln w="3600">
              <a:noFill/>
            </a:ln>
          </p:spPr>
        </p:sp>
        <p:sp>
          <p:nvSpPr>
            <p:cNvPr id="5676" name="asset_3422_26">
              <a:extLst>
                <a:ext uri="{FF2B5EF4-FFF2-40B4-BE49-F238E27FC236}">
                  <a16:creationId xmlns:a16="http://schemas.microsoft.com/office/drawing/2014/main" id="{B8A316B4-F2CB-F2B7-D477-146D7F943F7B}"/>
                </a:ext>
              </a:extLst>
            </p:cNvPr>
            <p:cNvSpPr>
              <a:spLocks noGrp="1"/>
            </p:cNvSpPr>
            <p:nvPr/>
          </p:nvSpPr>
          <p:spPr>
            <a:xfrm>
              <a:off x="301686" y="4928199"/>
              <a:ext cx="31620" cy="31620"/>
            </a:xfrm>
            <a:prstGeom prst="ellipse">
              <a:avLst/>
            </a:prstGeom>
            <a:gradFill>
              <a:gsLst>
                <a:gs pos="0">
                  <a:srgbClr val="FFFFFF">
                    <a:alpha val="100000"/>
                  </a:srgbClr>
                </a:gs>
                <a:gs pos="46000">
                  <a:srgbClr val="AA90CC">
                    <a:alpha val="100000"/>
                  </a:srgbClr>
                </a:gs>
                <a:gs pos="74000">
                  <a:srgbClr val="AA90CC">
                    <a:alpha val="100000"/>
                  </a:srgbClr>
                </a:gs>
                <a:gs pos="100000">
                  <a:srgbClr val="69829D">
                    <a:alpha val="100000"/>
                  </a:srgbClr>
                </a:gs>
              </a:gsLst>
              <a:lin ang="7800000"/>
            </a:gradFill>
            <a:ln w="3600">
              <a:noFill/>
            </a:ln>
          </p:spPr>
        </p:sp>
        <p:sp>
          <p:nvSpPr>
            <p:cNvPr id="5677" name="asset_3422_27">
              <a:extLst>
                <a:ext uri="{FF2B5EF4-FFF2-40B4-BE49-F238E27FC236}">
                  <a16:creationId xmlns:a16="http://schemas.microsoft.com/office/drawing/2014/main" id="{58A89F08-5FBB-57AC-CEEA-F06DDFCC7CD2}"/>
                </a:ext>
              </a:extLst>
            </p:cNvPr>
            <p:cNvSpPr>
              <a:spLocks noGrp="1"/>
            </p:cNvSpPr>
            <p:nvPr/>
          </p:nvSpPr>
          <p:spPr>
            <a:xfrm>
              <a:off x="308484" y="4934207"/>
              <a:ext cx="10277" cy="6008"/>
            </a:xfrm>
            <a:prstGeom prst="ellipse">
              <a:avLst/>
            </a:prstGeom>
            <a:gradFill>
              <a:gsLst>
                <a:gs pos="0">
                  <a:srgbClr val="FFFFFF">
                    <a:alpha val="65000"/>
                  </a:srgbClr>
                </a:gs>
                <a:gs pos="100000">
                  <a:srgbClr val="FFFFFF">
                    <a:alpha val="0"/>
                  </a:srgbClr>
                </a:gs>
              </a:gsLst>
              <a:lin ang="5400000"/>
            </a:gradFill>
            <a:ln w="3600">
              <a:noFill/>
            </a:ln>
          </p:spPr>
        </p:sp>
        <p:sp>
          <p:nvSpPr>
            <p:cNvPr id="5678" name="asset_3422_28">
              <a:extLst>
                <a:ext uri="{FF2B5EF4-FFF2-40B4-BE49-F238E27FC236}">
                  <a16:creationId xmlns:a16="http://schemas.microsoft.com/office/drawing/2014/main" id="{BD38F356-6B4E-6AF4-51B0-ABB935D511F2}"/>
                </a:ext>
              </a:extLst>
            </p:cNvPr>
            <p:cNvSpPr>
              <a:spLocks noGrp="1"/>
            </p:cNvSpPr>
            <p:nvPr/>
          </p:nvSpPr>
          <p:spPr>
            <a:xfrm>
              <a:off x="188764" y="4922985"/>
              <a:ext cx="37593" cy="3759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79" name="asset_3422_29">
              <a:extLst>
                <a:ext uri="{FF2B5EF4-FFF2-40B4-BE49-F238E27FC236}">
                  <a16:creationId xmlns:a16="http://schemas.microsoft.com/office/drawing/2014/main" id="{1144378F-32F5-97C1-FD82-40FDEA2059F9}"/>
                </a:ext>
              </a:extLst>
            </p:cNvPr>
            <p:cNvSpPr>
              <a:spLocks noGrp="1"/>
            </p:cNvSpPr>
            <p:nvPr/>
          </p:nvSpPr>
          <p:spPr>
            <a:xfrm>
              <a:off x="196847" y="4930127"/>
              <a:ext cx="12218" cy="7143"/>
            </a:xfrm>
            <a:prstGeom prst="ellipse">
              <a:avLst/>
            </a:prstGeom>
            <a:gradFill>
              <a:gsLst>
                <a:gs pos="0">
                  <a:srgbClr val="FFFFFF">
                    <a:alpha val="65000"/>
                  </a:srgbClr>
                </a:gs>
                <a:gs pos="100000">
                  <a:srgbClr val="FFFFFF">
                    <a:alpha val="0"/>
                  </a:srgbClr>
                </a:gs>
              </a:gsLst>
              <a:lin ang="5400000"/>
            </a:gradFill>
            <a:ln w="3600">
              <a:noFill/>
            </a:ln>
          </p:spPr>
        </p:sp>
        <p:sp>
          <p:nvSpPr>
            <p:cNvPr id="5680" name="asset_3422_30">
              <a:extLst>
                <a:ext uri="{FF2B5EF4-FFF2-40B4-BE49-F238E27FC236}">
                  <a16:creationId xmlns:a16="http://schemas.microsoft.com/office/drawing/2014/main" id="{8147D2ED-D17B-2AB3-4A16-E41F938CF54F}"/>
                </a:ext>
              </a:extLst>
            </p:cNvPr>
            <p:cNvSpPr>
              <a:spLocks noGrp="1"/>
            </p:cNvSpPr>
            <p:nvPr/>
          </p:nvSpPr>
          <p:spPr>
            <a:xfrm>
              <a:off x="218174" y="4997359"/>
              <a:ext cx="31164" cy="3116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1" name="asset_3422_31">
              <a:extLst>
                <a:ext uri="{FF2B5EF4-FFF2-40B4-BE49-F238E27FC236}">
                  <a16:creationId xmlns:a16="http://schemas.microsoft.com/office/drawing/2014/main" id="{0D8C2A89-9E4B-BF71-397A-5D87D561A02A}"/>
                </a:ext>
              </a:extLst>
            </p:cNvPr>
            <p:cNvSpPr>
              <a:spLocks noGrp="1"/>
            </p:cNvSpPr>
            <p:nvPr/>
          </p:nvSpPr>
          <p:spPr>
            <a:xfrm>
              <a:off x="224874" y="5003280"/>
              <a:ext cx="10128" cy="5921"/>
            </a:xfrm>
            <a:prstGeom prst="ellipse">
              <a:avLst/>
            </a:prstGeom>
            <a:gradFill>
              <a:gsLst>
                <a:gs pos="0">
                  <a:srgbClr val="FFFFFF">
                    <a:alpha val="65000"/>
                  </a:srgbClr>
                </a:gs>
                <a:gs pos="100000">
                  <a:srgbClr val="FFFFFF">
                    <a:alpha val="0"/>
                  </a:srgbClr>
                </a:gs>
              </a:gsLst>
              <a:lin ang="5400000"/>
            </a:gradFill>
            <a:ln w="3600">
              <a:noFill/>
            </a:ln>
          </p:spPr>
        </p:sp>
        <p:sp>
          <p:nvSpPr>
            <p:cNvPr id="5682" name="asset_3422_32">
              <a:extLst>
                <a:ext uri="{FF2B5EF4-FFF2-40B4-BE49-F238E27FC236}">
                  <a16:creationId xmlns:a16="http://schemas.microsoft.com/office/drawing/2014/main" id="{AF8FB841-D1DC-496D-578C-110A0F01C189}"/>
                </a:ext>
              </a:extLst>
            </p:cNvPr>
            <p:cNvSpPr>
              <a:spLocks noGrp="1"/>
            </p:cNvSpPr>
            <p:nvPr/>
          </p:nvSpPr>
          <p:spPr>
            <a:xfrm>
              <a:off x="291333" y="4860690"/>
              <a:ext cx="35713" cy="3571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3" name="asset_3422_33">
              <a:extLst>
                <a:ext uri="{FF2B5EF4-FFF2-40B4-BE49-F238E27FC236}">
                  <a16:creationId xmlns:a16="http://schemas.microsoft.com/office/drawing/2014/main" id="{6E7DC24E-1072-A7A5-9072-700CBB2464FE}"/>
                </a:ext>
              </a:extLst>
            </p:cNvPr>
            <p:cNvSpPr>
              <a:spLocks noGrp="1"/>
            </p:cNvSpPr>
            <p:nvPr/>
          </p:nvSpPr>
          <p:spPr>
            <a:xfrm>
              <a:off x="299012" y="4867475"/>
              <a:ext cx="11607" cy="6785"/>
            </a:xfrm>
            <a:prstGeom prst="ellipse">
              <a:avLst/>
            </a:prstGeom>
            <a:gradFill>
              <a:gsLst>
                <a:gs pos="0">
                  <a:srgbClr val="FFFFFF">
                    <a:alpha val="65000"/>
                  </a:srgbClr>
                </a:gs>
                <a:gs pos="100000">
                  <a:srgbClr val="FFFFFF">
                    <a:alpha val="0"/>
                  </a:srgbClr>
                </a:gs>
              </a:gsLst>
              <a:lin ang="5400000"/>
            </a:gradFill>
            <a:ln w="3600">
              <a:noFill/>
            </a:ln>
          </p:spPr>
        </p:sp>
        <p:sp>
          <p:nvSpPr>
            <p:cNvPr id="5684" name="asset_3422_34">
              <a:extLst>
                <a:ext uri="{FF2B5EF4-FFF2-40B4-BE49-F238E27FC236}">
                  <a16:creationId xmlns:a16="http://schemas.microsoft.com/office/drawing/2014/main" id="{087C1956-4190-096C-6969-C2E0DE24FC2E}"/>
                </a:ext>
              </a:extLst>
            </p:cNvPr>
            <p:cNvSpPr>
              <a:spLocks noGrp="1"/>
            </p:cNvSpPr>
            <p:nvPr/>
          </p:nvSpPr>
          <p:spPr>
            <a:xfrm>
              <a:off x="190779" y="4973792"/>
              <a:ext cx="35794" cy="3579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5" name="asset_3422_35">
              <a:extLst>
                <a:ext uri="{FF2B5EF4-FFF2-40B4-BE49-F238E27FC236}">
                  <a16:creationId xmlns:a16="http://schemas.microsoft.com/office/drawing/2014/main" id="{3547ADE2-E5D7-7270-2130-A978A114D64F}"/>
                </a:ext>
              </a:extLst>
            </p:cNvPr>
            <p:cNvSpPr>
              <a:spLocks noGrp="1"/>
            </p:cNvSpPr>
            <p:nvPr/>
          </p:nvSpPr>
          <p:spPr>
            <a:xfrm>
              <a:off x="198475" y="4980593"/>
              <a:ext cx="11633" cy="6801"/>
            </a:xfrm>
            <a:prstGeom prst="ellipse">
              <a:avLst/>
            </a:prstGeom>
            <a:gradFill>
              <a:gsLst>
                <a:gs pos="0">
                  <a:srgbClr val="FFFFFF">
                    <a:alpha val="65000"/>
                  </a:srgbClr>
                </a:gs>
                <a:gs pos="100000">
                  <a:srgbClr val="FFFFFF">
                    <a:alpha val="0"/>
                  </a:srgbClr>
                </a:gs>
              </a:gsLst>
              <a:lin ang="5400000"/>
            </a:gradFill>
            <a:ln w="3600">
              <a:noFill/>
            </a:ln>
          </p:spPr>
        </p:sp>
        <p:sp>
          <p:nvSpPr>
            <p:cNvPr id="5686" name="asset_3422_36">
              <a:extLst>
                <a:ext uri="{FF2B5EF4-FFF2-40B4-BE49-F238E27FC236}">
                  <a16:creationId xmlns:a16="http://schemas.microsoft.com/office/drawing/2014/main" id="{15F11BD0-A2FD-0A92-F21F-A42AC37097C8}"/>
                </a:ext>
              </a:extLst>
            </p:cNvPr>
            <p:cNvSpPr>
              <a:spLocks noGrp="1"/>
            </p:cNvSpPr>
            <p:nvPr/>
          </p:nvSpPr>
          <p:spPr>
            <a:xfrm>
              <a:off x="225392" y="4818090"/>
              <a:ext cx="40954" cy="4095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7" name="asset_3422_37">
              <a:extLst>
                <a:ext uri="{FF2B5EF4-FFF2-40B4-BE49-F238E27FC236}">
                  <a16:creationId xmlns:a16="http://schemas.microsoft.com/office/drawing/2014/main" id="{07F0EFE4-626A-B003-4C6C-B4FFE95A3B73}"/>
                </a:ext>
              </a:extLst>
            </p:cNvPr>
            <p:cNvSpPr>
              <a:spLocks noGrp="1"/>
            </p:cNvSpPr>
            <p:nvPr/>
          </p:nvSpPr>
          <p:spPr>
            <a:xfrm>
              <a:off x="234197" y="4825872"/>
              <a:ext cx="13310" cy="7781"/>
            </a:xfrm>
            <a:prstGeom prst="ellipse">
              <a:avLst/>
            </a:prstGeom>
            <a:gradFill>
              <a:gsLst>
                <a:gs pos="0">
                  <a:srgbClr val="FFFFFF">
                    <a:alpha val="65000"/>
                  </a:srgbClr>
                </a:gs>
                <a:gs pos="100000">
                  <a:srgbClr val="FFFFFF">
                    <a:alpha val="0"/>
                  </a:srgbClr>
                </a:gs>
              </a:gsLst>
              <a:lin ang="5400000"/>
            </a:gradFill>
            <a:ln w="3600">
              <a:noFill/>
            </a:ln>
          </p:spPr>
        </p:sp>
        <p:sp>
          <p:nvSpPr>
            <p:cNvPr id="5688" name="asset_3422_38">
              <a:extLst>
                <a:ext uri="{FF2B5EF4-FFF2-40B4-BE49-F238E27FC236}">
                  <a16:creationId xmlns:a16="http://schemas.microsoft.com/office/drawing/2014/main" id="{D7E3056D-C818-C6CE-9DEA-E7502ADB87FF}"/>
                </a:ext>
              </a:extLst>
            </p:cNvPr>
            <p:cNvSpPr>
              <a:spLocks noGrp="1"/>
            </p:cNvSpPr>
            <p:nvPr/>
          </p:nvSpPr>
          <p:spPr>
            <a:xfrm>
              <a:off x="202785" y="4934968"/>
              <a:ext cx="44618" cy="4461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9" name="asset_3422_39">
              <a:extLst>
                <a:ext uri="{FF2B5EF4-FFF2-40B4-BE49-F238E27FC236}">
                  <a16:creationId xmlns:a16="http://schemas.microsoft.com/office/drawing/2014/main" id="{060FD1BA-7E08-D407-5AD2-F7459A52B9C1}"/>
                </a:ext>
              </a:extLst>
            </p:cNvPr>
            <p:cNvSpPr>
              <a:spLocks noGrp="1"/>
            </p:cNvSpPr>
            <p:nvPr/>
          </p:nvSpPr>
          <p:spPr>
            <a:xfrm>
              <a:off x="212377" y="4943445"/>
              <a:ext cx="14501" cy="8477"/>
            </a:xfrm>
            <a:prstGeom prst="ellipse">
              <a:avLst/>
            </a:prstGeom>
            <a:gradFill>
              <a:gsLst>
                <a:gs pos="0">
                  <a:srgbClr val="FFFFFF">
                    <a:alpha val="65000"/>
                  </a:srgbClr>
                </a:gs>
                <a:gs pos="100000">
                  <a:srgbClr val="FFFFFF">
                    <a:alpha val="0"/>
                  </a:srgbClr>
                </a:gs>
              </a:gsLst>
              <a:lin ang="5400000"/>
            </a:gradFill>
            <a:ln w="3600">
              <a:noFill/>
            </a:ln>
          </p:spPr>
        </p:sp>
        <p:sp>
          <p:nvSpPr>
            <p:cNvPr id="5690" name="asset_3422_40">
              <a:extLst>
                <a:ext uri="{FF2B5EF4-FFF2-40B4-BE49-F238E27FC236}">
                  <a16:creationId xmlns:a16="http://schemas.microsoft.com/office/drawing/2014/main" id="{067A51BE-938B-116B-2DCD-F25064E3510C}"/>
                </a:ext>
              </a:extLst>
            </p:cNvPr>
            <p:cNvSpPr>
              <a:spLocks noGrp="1"/>
            </p:cNvSpPr>
            <p:nvPr/>
          </p:nvSpPr>
          <p:spPr>
            <a:xfrm>
              <a:off x="338599" y="4889037"/>
              <a:ext cx="31138" cy="3113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91" name="asset_3422_41">
              <a:extLst>
                <a:ext uri="{FF2B5EF4-FFF2-40B4-BE49-F238E27FC236}">
                  <a16:creationId xmlns:a16="http://schemas.microsoft.com/office/drawing/2014/main" id="{0F3D3890-1876-8DBD-9981-0330947FBF82}"/>
                </a:ext>
              </a:extLst>
            </p:cNvPr>
            <p:cNvSpPr>
              <a:spLocks noGrp="1"/>
            </p:cNvSpPr>
            <p:nvPr/>
          </p:nvSpPr>
          <p:spPr>
            <a:xfrm>
              <a:off x="345294" y="4894953"/>
              <a:ext cx="10120" cy="5916"/>
            </a:xfrm>
            <a:prstGeom prst="ellipse">
              <a:avLst/>
            </a:prstGeom>
            <a:gradFill>
              <a:gsLst>
                <a:gs pos="0">
                  <a:srgbClr val="FFFFFF">
                    <a:alpha val="65000"/>
                  </a:srgbClr>
                </a:gs>
                <a:gs pos="100000">
                  <a:srgbClr val="FFFFFF">
                    <a:alpha val="0"/>
                  </a:srgbClr>
                </a:gs>
              </a:gsLst>
              <a:lin ang="5400000"/>
            </a:gradFill>
            <a:ln w="3600">
              <a:noFill/>
            </a:ln>
          </p:spPr>
        </p:sp>
        <p:sp>
          <p:nvSpPr>
            <p:cNvPr id="5692" name="asset_3422_42">
              <a:extLst>
                <a:ext uri="{FF2B5EF4-FFF2-40B4-BE49-F238E27FC236}">
                  <a16:creationId xmlns:a16="http://schemas.microsoft.com/office/drawing/2014/main" id="{94A31EA7-61EA-5CF0-91E0-6B6060541445}"/>
                </a:ext>
              </a:extLst>
            </p:cNvPr>
            <p:cNvSpPr>
              <a:spLocks noGrp="1"/>
            </p:cNvSpPr>
            <p:nvPr/>
          </p:nvSpPr>
          <p:spPr>
            <a:xfrm>
              <a:off x="320967" y="4999928"/>
              <a:ext cx="43221" cy="4322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93" name="asset_3422_43">
              <a:extLst>
                <a:ext uri="{FF2B5EF4-FFF2-40B4-BE49-F238E27FC236}">
                  <a16:creationId xmlns:a16="http://schemas.microsoft.com/office/drawing/2014/main" id="{EADA3918-99C3-0BB8-07AD-0A23EB8F4C4D}"/>
                </a:ext>
              </a:extLst>
            </p:cNvPr>
            <p:cNvSpPr>
              <a:spLocks noGrp="1"/>
            </p:cNvSpPr>
            <p:nvPr/>
          </p:nvSpPr>
          <p:spPr>
            <a:xfrm>
              <a:off x="330259" y="5008140"/>
              <a:ext cx="14047" cy="8212"/>
            </a:xfrm>
            <a:prstGeom prst="ellipse">
              <a:avLst/>
            </a:prstGeom>
            <a:gradFill>
              <a:gsLst>
                <a:gs pos="0">
                  <a:srgbClr val="FFFFFF">
                    <a:alpha val="65000"/>
                  </a:srgbClr>
                </a:gs>
                <a:gs pos="100000">
                  <a:srgbClr val="FFFFFF">
                    <a:alpha val="0"/>
                  </a:srgbClr>
                </a:gs>
              </a:gsLst>
              <a:lin ang="5400000"/>
            </a:gradFill>
            <a:ln w="3600">
              <a:noFill/>
            </a:ln>
          </p:spPr>
        </p:sp>
        <p:sp>
          <p:nvSpPr>
            <p:cNvPr id="5694" name="asset_3422_44">
              <a:extLst>
                <a:ext uri="{FF2B5EF4-FFF2-40B4-BE49-F238E27FC236}">
                  <a16:creationId xmlns:a16="http://schemas.microsoft.com/office/drawing/2014/main" id="{BC95E8FF-E2A8-F6BE-2117-5075D97FEB17}"/>
                </a:ext>
              </a:extLst>
            </p:cNvPr>
            <p:cNvSpPr>
              <a:spLocks noGrp="1"/>
            </p:cNvSpPr>
            <p:nvPr/>
          </p:nvSpPr>
          <p:spPr>
            <a:xfrm>
              <a:off x="350970" y="4966161"/>
              <a:ext cx="35562" cy="35562"/>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695" name="asset_3422_45">
              <a:extLst>
                <a:ext uri="{FF2B5EF4-FFF2-40B4-BE49-F238E27FC236}">
                  <a16:creationId xmlns:a16="http://schemas.microsoft.com/office/drawing/2014/main" id="{9D4F6EE4-830A-D0CB-E8BA-810963BD47A4}"/>
                </a:ext>
              </a:extLst>
            </p:cNvPr>
            <p:cNvSpPr>
              <a:spLocks noGrp="1"/>
            </p:cNvSpPr>
            <p:nvPr/>
          </p:nvSpPr>
          <p:spPr>
            <a:xfrm>
              <a:off x="358616" y="4972917"/>
              <a:ext cx="11558" cy="6757"/>
            </a:xfrm>
            <a:prstGeom prst="ellipse">
              <a:avLst/>
            </a:prstGeom>
            <a:gradFill>
              <a:gsLst>
                <a:gs pos="0">
                  <a:srgbClr val="FFFFFF">
                    <a:alpha val="65000"/>
                  </a:srgbClr>
                </a:gs>
                <a:gs pos="100000">
                  <a:srgbClr val="FFFFFF">
                    <a:alpha val="0"/>
                  </a:srgbClr>
                </a:gs>
              </a:gsLst>
              <a:lin ang="5400000"/>
            </a:gradFill>
            <a:ln w="3600">
              <a:noFill/>
            </a:ln>
          </p:spPr>
        </p:sp>
        <p:sp>
          <p:nvSpPr>
            <p:cNvPr id="5696" name="asset_3422_46">
              <a:extLst>
                <a:ext uri="{FF2B5EF4-FFF2-40B4-BE49-F238E27FC236}">
                  <a16:creationId xmlns:a16="http://schemas.microsoft.com/office/drawing/2014/main" id="{10CDE5AF-9E89-E7A4-F769-D365D5C5BA94}"/>
                </a:ext>
              </a:extLst>
            </p:cNvPr>
            <p:cNvSpPr>
              <a:spLocks noGrp="1"/>
            </p:cNvSpPr>
            <p:nvPr/>
          </p:nvSpPr>
          <p:spPr>
            <a:xfrm>
              <a:off x="218758" y="4839345"/>
              <a:ext cx="38113" cy="3811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97" name="asset_3422_47">
              <a:extLst>
                <a:ext uri="{FF2B5EF4-FFF2-40B4-BE49-F238E27FC236}">
                  <a16:creationId xmlns:a16="http://schemas.microsoft.com/office/drawing/2014/main" id="{2186C9BA-3F75-7CC8-445C-84565FBAB850}"/>
                </a:ext>
              </a:extLst>
            </p:cNvPr>
            <p:cNvSpPr>
              <a:spLocks noGrp="1"/>
            </p:cNvSpPr>
            <p:nvPr/>
          </p:nvSpPr>
          <p:spPr>
            <a:xfrm>
              <a:off x="226952" y="4846587"/>
              <a:ext cx="12387" cy="7241"/>
            </a:xfrm>
            <a:prstGeom prst="ellipse">
              <a:avLst/>
            </a:prstGeom>
            <a:gradFill>
              <a:gsLst>
                <a:gs pos="0">
                  <a:srgbClr val="FFFFFF">
                    <a:alpha val="65000"/>
                  </a:srgbClr>
                </a:gs>
                <a:gs pos="100000">
                  <a:srgbClr val="FFFFFF">
                    <a:alpha val="0"/>
                  </a:srgbClr>
                </a:gs>
              </a:gsLst>
              <a:lin ang="5400000"/>
            </a:gradFill>
            <a:ln w="3600">
              <a:noFill/>
            </a:ln>
          </p:spPr>
        </p:sp>
        <p:sp>
          <p:nvSpPr>
            <p:cNvPr id="5698" name="asset_3422_48">
              <a:extLst>
                <a:ext uri="{FF2B5EF4-FFF2-40B4-BE49-F238E27FC236}">
                  <a16:creationId xmlns:a16="http://schemas.microsoft.com/office/drawing/2014/main" id="{D1934DB4-10A9-051D-FF0F-F56D2C1C77BB}"/>
                </a:ext>
              </a:extLst>
            </p:cNvPr>
            <p:cNvSpPr>
              <a:spLocks noGrp="1"/>
            </p:cNvSpPr>
            <p:nvPr/>
          </p:nvSpPr>
          <p:spPr>
            <a:xfrm>
              <a:off x="341389" y="4932820"/>
              <a:ext cx="34691" cy="3469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99" name="asset_3422_49">
              <a:extLst>
                <a:ext uri="{FF2B5EF4-FFF2-40B4-BE49-F238E27FC236}">
                  <a16:creationId xmlns:a16="http://schemas.microsoft.com/office/drawing/2014/main" id="{28787F22-B681-156F-F0A0-942B6FC401F7}"/>
                </a:ext>
              </a:extLst>
            </p:cNvPr>
            <p:cNvSpPr>
              <a:spLocks noGrp="1"/>
            </p:cNvSpPr>
            <p:nvPr/>
          </p:nvSpPr>
          <p:spPr>
            <a:xfrm>
              <a:off x="348848" y="4939412"/>
              <a:ext cx="11275" cy="6591"/>
            </a:xfrm>
            <a:prstGeom prst="ellipse">
              <a:avLst/>
            </a:prstGeom>
            <a:gradFill>
              <a:gsLst>
                <a:gs pos="0">
                  <a:srgbClr val="FFFFFF">
                    <a:alpha val="65000"/>
                  </a:srgbClr>
                </a:gs>
                <a:gs pos="100000">
                  <a:srgbClr val="FFFFFF">
                    <a:alpha val="0"/>
                  </a:srgbClr>
                </a:gs>
              </a:gsLst>
              <a:lin ang="5400000"/>
            </a:gradFill>
            <a:ln w="3600">
              <a:noFill/>
            </a:ln>
          </p:spPr>
        </p:sp>
        <p:sp>
          <p:nvSpPr>
            <p:cNvPr id="5700" name="asset_3422_50">
              <a:extLst>
                <a:ext uri="{FF2B5EF4-FFF2-40B4-BE49-F238E27FC236}">
                  <a16:creationId xmlns:a16="http://schemas.microsoft.com/office/drawing/2014/main" id="{B6D9E2ED-AD52-17FF-7F16-A02F54709189}"/>
                </a:ext>
              </a:extLst>
            </p:cNvPr>
            <p:cNvSpPr>
              <a:spLocks noGrp="1"/>
            </p:cNvSpPr>
            <p:nvPr/>
          </p:nvSpPr>
          <p:spPr>
            <a:xfrm>
              <a:off x="216428" y="4994121"/>
              <a:ext cx="37106" cy="37106"/>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01" name="asset_3422_51">
              <a:extLst>
                <a:ext uri="{FF2B5EF4-FFF2-40B4-BE49-F238E27FC236}">
                  <a16:creationId xmlns:a16="http://schemas.microsoft.com/office/drawing/2014/main" id="{968E7F0C-5DCD-9F6F-AEAB-BF18C364EBF5}"/>
                </a:ext>
              </a:extLst>
            </p:cNvPr>
            <p:cNvSpPr>
              <a:spLocks noGrp="1"/>
            </p:cNvSpPr>
            <p:nvPr/>
          </p:nvSpPr>
          <p:spPr>
            <a:xfrm>
              <a:off x="224406" y="5001171"/>
              <a:ext cx="12060" cy="7050"/>
            </a:xfrm>
            <a:prstGeom prst="ellipse">
              <a:avLst/>
            </a:prstGeom>
            <a:gradFill>
              <a:gsLst>
                <a:gs pos="0">
                  <a:srgbClr val="FFFFFF">
                    <a:alpha val="65000"/>
                  </a:srgbClr>
                </a:gs>
                <a:gs pos="100000">
                  <a:srgbClr val="FFFFFF">
                    <a:alpha val="0"/>
                  </a:srgbClr>
                </a:gs>
              </a:gsLst>
              <a:lin ang="5400000"/>
            </a:gradFill>
            <a:ln w="3600">
              <a:noFill/>
            </a:ln>
          </p:spPr>
        </p:sp>
        <p:sp>
          <p:nvSpPr>
            <p:cNvPr id="5702" name="asset_3422_52">
              <a:extLst>
                <a:ext uri="{FF2B5EF4-FFF2-40B4-BE49-F238E27FC236}">
                  <a16:creationId xmlns:a16="http://schemas.microsoft.com/office/drawing/2014/main" id="{352E24E0-9815-22EB-1482-DECC13EE44EC}"/>
                </a:ext>
              </a:extLst>
            </p:cNvPr>
            <p:cNvSpPr>
              <a:spLocks noGrp="1"/>
            </p:cNvSpPr>
            <p:nvPr/>
          </p:nvSpPr>
          <p:spPr>
            <a:xfrm>
              <a:off x="264136" y="4989684"/>
              <a:ext cx="38739" cy="38739"/>
            </a:xfrm>
            <a:prstGeom prst="ellipse">
              <a:avLst/>
            </a:prstGeom>
            <a:gradFill>
              <a:gsLst>
                <a:gs pos="0">
                  <a:srgbClr val="FFFFFF">
                    <a:alpha val="100000"/>
                  </a:srgbClr>
                </a:gs>
                <a:gs pos="46000">
                  <a:srgbClr val="AA90CC">
                    <a:alpha val="100000"/>
                  </a:srgbClr>
                </a:gs>
                <a:gs pos="74000">
                  <a:srgbClr val="AA90CC">
                    <a:alpha val="100000"/>
                  </a:srgbClr>
                </a:gs>
                <a:gs pos="100000">
                  <a:srgbClr val="69829D">
                    <a:alpha val="100000"/>
                  </a:srgbClr>
                </a:gs>
              </a:gsLst>
              <a:lin ang="7800000"/>
            </a:gradFill>
            <a:ln w="3600">
              <a:noFill/>
            </a:ln>
          </p:spPr>
        </p:sp>
        <p:sp>
          <p:nvSpPr>
            <p:cNvPr id="5703" name="asset_3422_53">
              <a:extLst>
                <a:ext uri="{FF2B5EF4-FFF2-40B4-BE49-F238E27FC236}">
                  <a16:creationId xmlns:a16="http://schemas.microsoft.com/office/drawing/2014/main" id="{9C513130-5D30-9ECB-4130-BC2D8053A580}"/>
                </a:ext>
              </a:extLst>
            </p:cNvPr>
            <p:cNvSpPr>
              <a:spLocks noGrp="1"/>
            </p:cNvSpPr>
            <p:nvPr/>
          </p:nvSpPr>
          <p:spPr>
            <a:xfrm>
              <a:off x="272465" y="4997045"/>
              <a:ext cx="12590" cy="7360"/>
            </a:xfrm>
            <a:prstGeom prst="ellipse">
              <a:avLst/>
            </a:prstGeom>
            <a:gradFill>
              <a:gsLst>
                <a:gs pos="0">
                  <a:srgbClr val="FFFFFF">
                    <a:alpha val="65000"/>
                  </a:srgbClr>
                </a:gs>
                <a:gs pos="100000">
                  <a:srgbClr val="FFFFFF">
                    <a:alpha val="0"/>
                  </a:srgbClr>
                </a:gs>
              </a:gsLst>
              <a:lin ang="5400000"/>
            </a:gradFill>
            <a:ln w="3600">
              <a:noFill/>
            </a:ln>
          </p:spPr>
        </p:sp>
        <p:sp>
          <p:nvSpPr>
            <p:cNvPr id="5704" name="asset_3422_54">
              <a:extLst>
                <a:ext uri="{FF2B5EF4-FFF2-40B4-BE49-F238E27FC236}">
                  <a16:creationId xmlns:a16="http://schemas.microsoft.com/office/drawing/2014/main" id="{B7863B74-079C-7EF8-FD9E-FFEBF5CF36D3}"/>
                </a:ext>
              </a:extLst>
            </p:cNvPr>
            <p:cNvSpPr>
              <a:spLocks noGrp="1"/>
            </p:cNvSpPr>
            <p:nvPr/>
          </p:nvSpPr>
          <p:spPr>
            <a:xfrm>
              <a:off x="259170" y="4848057"/>
              <a:ext cx="31787" cy="3178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05" name="asset_3422_55">
              <a:extLst>
                <a:ext uri="{FF2B5EF4-FFF2-40B4-BE49-F238E27FC236}">
                  <a16:creationId xmlns:a16="http://schemas.microsoft.com/office/drawing/2014/main" id="{CD26D558-1BC1-63D5-9F2A-8A3F01CFFA0F}"/>
                </a:ext>
              </a:extLst>
            </p:cNvPr>
            <p:cNvSpPr>
              <a:spLocks noGrp="1"/>
            </p:cNvSpPr>
            <p:nvPr/>
          </p:nvSpPr>
          <p:spPr>
            <a:xfrm>
              <a:off x="266004" y="4854097"/>
              <a:ext cx="10331" cy="6039"/>
            </a:xfrm>
            <a:prstGeom prst="ellipse">
              <a:avLst/>
            </a:prstGeom>
            <a:gradFill>
              <a:gsLst>
                <a:gs pos="0">
                  <a:srgbClr val="FFFFFF">
                    <a:alpha val="65000"/>
                  </a:srgbClr>
                </a:gs>
                <a:gs pos="100000">
                  <a:srgbClr val="FFFFFF">
                    <a:alpha val="0"/>
                  </a:srgbClr>
                </a:gs>
              </a:gsLst>
              <a:lin ang="5400000"/>
            </a:gradFill>
            <a:ln w="3600">
              <a:noFill/>
            </a:ln>
          </p:spPr>
        </p:sp>
        <p:sp>
          <p:nvSpPr>
            <p:cNvPr id="5706" name="asset_3422_56">
              <a:extLst>
                <a:ext uri="{FF2B5EF4-FFF2-40B4-BE49-F238E27FC236}">
                  <a16:creationId xmlns:a16="http://schemas.microsoft.com/office/drawing/2014/main" id="{69A554C8-22C0-44DA-D9BF-4384E8FD01A8}"/>
                </a:ext>
              </a:extLst>
            </p:cNvPr>
            <p:cNvSpPr>
              <a:spLocks noGrp="1"/>
            </p:cNvSpPr>
            <p:nvPr/>
          </p:nvSpPr>
          <p:spPr>
            <a:xfrm>
              <a:off x="339932" y="4846499"/>
              <a:ext cx="35333" cy="3533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07" name="asset_3422_57">
              <a:extLst>
                <a:ext uri="{FF2B5EF4-FFF2-40B4-BE49-F238E27FC236}">
                  <a16:creationId xmlns:a16="http://schemas.microsoft.com/office/drawing/2014/main" id="{4C2B2A67-029A-992D-D2B8-A0893EB05050}"/>
                </a:ext>
              </a:extLst>
            </p:cNvPr>
            <p:cNvSpPr>
              <a:spLocks noGrp="1"/>
            </p:cNvSpPr>
            <p:nvPr/>
          </p:nvSpPr>
          <p:spPr>
            <a:xfrm>
              <a:off x="347528" y="4853212"/>
              <a:ext cx="11483" cy="6713"/>
            </a:xfrm>
            <a:prstGeom prst="ellipse">
              <a:avLst/>
            </a:prstGeom>
            <a:gradFill>
              <a:gsLst>
                <a:gs pos="0">
                  <a:srgbClr val="FFFFFF">
                    <a:alpha val="65000"/>
                  </a:srgbClr>
                </a:gs>
                <a:gs pos="100000">
                  <a:srgbClr val="FFFFFF">
                    <a:alpha val="0"/>
                  </a:srgbClr>
                </a:gs>
              </a:gsLst>
              <a:lin ang="5400000"/>
            </a:gradFill>
            <a:ln w="3600">
              <a:noFill/>
            </a:ln>
          </p:spPr>
        </p:sp>
        <p:sp>
          <p:nvSpPr>
            <p:cNvPr id="5708" name="asset_3422_58">
              <a:extLst>
                <a:ext uri="{FF2B5EF4-FFF2-40B4-BE49-F238E27FC236}">
                  <a16:creationId xmlns:a16="http://schemas.microsoft.com/office/drawing/2014/main" id="{83B9A7A4-F979-F498-17C8-51DB38A48E5A}"/>
                </a:ext>
              </a:extLst>
            </p:cNvPr>
            <p:cNvSpPr>
              <a:spLocks noGrp="1"/>
            </p:cNvSpPr>
            <p:nvPr/>
          </p:nvSpPr>
          <p:spPr>
            <a:xfrm>
              <a:off x="247737" y="4821086"/>
              <a:ext cx="41986" cy="41986"/>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09" name="asset_3422_59">
              <a:extLst>
                <a:ext uri="{FF2B5EF4-FFF2-40B4-BE49-F238E27FC236}">
                  <a16:creationId xmlns:a16="http://schemas.microsoft.com/office/drawing/2014/main" id="{20BF98F0-EDA5-637D-F1A8-447D5E21FF55}"/>
                </a:ext>
              </a:extLst>
            </p:cNvPr>
            <p:cNvSpPr>
              <a:spLocks noGrp="1"/>
            </p:cNvSpPr>
            <p:nvPr/>
          </p:nvSpPr>
          <p:spPr>
            <a:xfrm>
              <a:off x="256763" y="4829063"/>
              <a:ext cx="13645" cy="7977"/>
            </a:xfrm>
            <a:prstGeom prst="ellipse">
              <a:avLst/>
            </a:prstGeom>
            <a:gradFill>
              <a:gsLst>
                <a:gs pos="0">
                  <a:srgbClr val="FFFFFF">
                    <a:alpha val="65000"/>
                  </a:srgbClr>
                </a:gs>
                <a:gs pos="100000">
                  <a:srgbClr val="FFFFFF">
                    <a:alpha val="0"/>
                  </a:srgbClr>
                </a:gs>
              </a:gsLst>
              <a:lin ang="5400000"/>
            </a:gradFill>
            <a:ln w="3600">
              <a:noFill/>
            </a:ln>
          </p:spPr>
        </p:sp>
        <p:sp>
          <p:nvSpPr>
            <p:cNvPr id="5710" name="asset_3422_60">
              <a:extLst>
                <a:ext uri="{FF2B5EF4-FFF2-40B4-BE49-F238E27FC236}">
                  <a16:creationId xmlns:a16="http://schemas.microsoft.com/office/drawing/2014/main" id="{A21A926A-4792-D596-F24E-ECD01E065DC5}"/>
                </a:ext>
              </a:extLst>
            </p:cNvPr>
            <p:cNvSpPr>
              <a:spLocks noGrp="1"/>
            </p:cNvSpPr>
            <p:nvPr/>
          </p:nvSpPr>
          <p:spPr>
            <a:xfrm>
              <a:off x="352013" y="4951727"/>
              <a:ext cx="41933" cy="4193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11" name="asset_3422_61">
              <a:extLst>
                <a:ext uri="{FF2B5EF4-FFF2-40B4-BE49-F238E27FC236}">
                  <a16:creationId xmlns:a16="http://schemas.microsoft.com/office/drawing/2014/main" id="{A90261DD-E056-6216-CE0B-5B25725C62DD}"/>
                </a:ext>
              </a:extLst>
            </p:cNvPr>
            <p:cNvSpPr>
              <a:spLocks noGrp="1"/>
            </p:cNvSpPr>
            <p:nvPr/>
          </p:nvSpPr>
          <p:spPr>
            <a:xfrm>
              <a:off x="361028" y="4959695"/>
              <a:ext cx="13628" cy="7967"/>
            </a:xfrm>
            <a:prstGeom prst="ellipse">
              <a:avLst/>
            </a:prstGeom>
            <a:gradFill>
              <a:gsLst>
                <a:gs pos="0">
                  <a:srgbClr val="FFFFFF">
                    <a:alpha val="65000"/>
                  </a:srgbClr>
                </a:gs>
                <a:gs pos="100000">
                  <a:srgbClr val="FFFFFF">
                    <a:alpha val="0"/>
                  </a:srgbClr>
                </a:gs>
              </a:gsLst>
              <a:lin ang="5400000"/>
            </a:gradFill>
            <a:ln w="3600">
              <a:noFill/>
            </a:ln>
          </p:spPr>
        </p:sp>
        <p:sp>
          <p:nvSpPr>
            <p:cNvPr id="5712" name="asset_3422_62">
              <a:extLst>
                <a:ext uri="{FF2B5EF4-FFF2-40B4-BE49-F238E27FC236}">
                  <a16:creationId xmlns:a16="http://schemas.microsoft.com/office/drawing/2014/main" id="{3CF1950D-0F93-DFBF-AD7E-FDBA7A4E8F2A}"/>
                </a:ext>
              </a:extLst>
            </p:cNvPr>
            <p:cNvSpPr>
              <a:spLocks noGrp="1"/>
            </p:cNvSpPr>
            <p:nvPr/>
          </p:nvSpPr>
          <p:spPr>
            <a:xfrm>
              <a:off x="280588" y="4991959"/>
              <a:ext cx="33271" cy="3327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13" name="asset_3422_63">
              <a:extLst>
                <a:ext uri="{FF2B5EF4-FFF2-40B4-BE49-F238E27FC236}">
                  <a16:creationId xmlns:a16="http://schemas.microsoft.com/office/drawing/2014/main" id="{A8D5848C-2F05-EBB6-DCE7-73898A1BB0E4}"/>
                </a:ext>
              </a:extLst>
            </p:cNvPr>
            <p:cNvSpPr>
              <a:spLocks noGrp="1"/>
            </p:cNvSpPr>
            <p:nvPr/>
          </p:nvSpPr>
          <p:spPr>
            <a:xfrm>
              <a:off x="287741" y="4998280"/>
              <a:ext cx="10813" cy="6322"/>
            </a:xfrm>
            <a:prstGeom prst="ellipse">
              <a:avLst/>
            </a:prstGeom>
            <a:gradFill>
              <a:gsLst>
                <a:gs pos="0">
                  <a:srgbClr val="FFFFFF">
                    <a:alpha val="65000"/>
                  </a:srgbClr>
                </a:gs>
                <a:gs pos="100000">
                  <a:srgbClr val="FFFFFF">
                    <a:alpha val="0"/>
                  </a:srgbClr>
                </a:gs>
              </a:gsLst>
              <a:lin ang="5400000"/>
            </a:gradFill>
            <a:ln w="3600">
              <a:noFill/>
            </a:ln>
          </p:spPr>
        </p:sp>
        <p:sp>
          <p:nvSpPr>
            <p:cNvPr id="5714" name="asset_3422_64">
              <a:extLst>
                <a:ext uri="{FF2B5EF4-FFF2-40B4-BE49-F238E27FC236}">
                  <a16:creationId xmlns:a16="http://schemas.microsoft.com/office/drawing/2014/main" id="{F36D0D0E-AD41-5827-77B9-5BAE4DD98846}"/>
                </a:ext>
              </a:extLst>
            </p:cNvPr>
            <p:cNvSpPr>
              <a:spLocks noGrp="1"/>
            </p:cNvSpPr>
            <p:nvPr/>
          </p:nvSpPr>
          <p:spPr>
            <a:xfrm>
              <a:off x="335774" y="4884877"/>
              <a:ext cx="37623" cy="3762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15" name="asset_3422_65">
              <a:extLst>
                <a:ext uri="{FF2B5EF4-FFF2-40B4-BE49-F238E27FC236}">
                  <a16:creationId xmlns:a16="http://schemas.microsoft.com/office/drawing/2014/main" id="{7CA58C82-BD38-EF7E-05F9-3CE266FE19B8}"/>
                </a:ext>
              </a:extLst>
            </p:cNvPr>
            <p:cNvSpPr>
              <a:spLocks noGrp="1"/>
            </p:cNvSpPr>
            <p:nvPr/>
          </p:nvSpPr>
          <p:spPr>
            <a:xfrm>
              <a:off x="343862" y="4892025"/>
              <a:ext cx="12227" cy="7148"/>
            </a:xfrm>
            <a:prstGeom prst="ellipse">
              <a:avLst/>
            </a:prstGeom>
            <a:gradFill>
              <a:gsLst>
                <a:gs pos="0">
                  <a:srgbClr val="FFFFFF">
                    <a:alpha val="65000"/>
                  </a:srgbClr>
                </a:gs>
                <a:gs pos="100000">
                  <a:srgbClr val="FFFFFF">
                    <a:alpha val="0"/>
                  </a:srgbClr>
                </a:gs>
              </a:gsLst>
              <a:lin ang="5400000"/>
            </a:gradFill>
            <a:ln w="3600">
              <a:noFill/>
            </a:ln>
          </p:spPr>
        </p:sp>
        <p:sp>
          <p:nvSpPr>
            <p:cNvPr id="5716" name="asset_3422_66">
              <a:extLst>
                <a:ext uri="{FF2B5EF4-FFF2-40B4-BE49-F238E27FC236}">
                  <a16:creationId xmlns:a16="http://schemas.microsoft.com/office/drawing/2014/main" id="{AA578977-3C0C-78E9-5F14-674804C49BEB}"/>
                </a:ext>
              </a:extLst>
            </p:cNvPr>
            <p:cNvSpPr>
              <a:spLocks noGrp="1"/>
            </p:cNvSpPr>
            <p:nvPr/>
          </p:nvSpPr>
          <p:spPr>
            <a:xfrm>
              <a:off x="328939" y="4981497"/>
              <a:ext cx="33522" cy="33522"/>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717" name="asset_3422_67">
              <a:extLst>
                <a:ext uri="{FF2B5EF4-FFF2-40B4-BE49-F238E27FC236}">
                  <a16:creationId xmlns:a16="http://schemas.microsoft.com/office/drawing/2014/main" id="{49B2D2CF-11CE-1D67-6826-021E39217C33}"/>
                </a:ext>
              </a:extLst>
            </p:cNvPr>
            <p:cNvSpPr>
              <a:spLocks noGrp="1"/>
            </p:cNvSpPr>
            <p:nvPr/>
          </p:nvSpPr>
          <p:spPr>
            <a:xfrm>
              <a:off x="336146" y="4987866"/>
              <a:ext cx="10895" cy="6369"/>
            </a:xfrm>
            <a:prstGeom prst="ellipse">
              <a:avLst/>
            </a:prstGeom>
            <a:gradFill>
              <a:gsLst>
                <a:gs pos="0">
                  <a:srgbClr val="FFFFFF">
                    <a:alpha val="65000"/>
                  </a:srgbClr>
                </a:gs>
                <a:gs pos="100000">
                  <a:srgbClr val="FFFFFF">
                    <a:alpha val="0"/>
                  </a:srgbClr>
                </a:gs>
              </a:gsLst>
              <a:lin ang="5400000"/>
            </a:gradFill>
            <a:ln w="3600">
              <a:noFill/>
            </a:ln>
          </p:spPr>
        </p:sp>
        <p:sp>
          <p:nvSpPr>
            <p:cNvPr id="5718" name="asset_3422_68">
              <a:extLst>
                <a:ext uri="{FF2B5EF4-FFF2-40B4-BE49-F238E27FC236}">
                  <a16:creationId xmlns:a16="http://schemas.microsoft.com/office/drawing/2014/main" id="{950CC324-3247-7BBC-4191-D612BCDD6CF3}"/>
                </a:ext>
              </a:extLst>
            </p:cNvPr>
            <p:cNvSpPr>
              <a:spLocks noGrp="1"/>
            </p:cNvSpPr>
            <p:nvPr/>
          </p:nvSpPr>
          <p:spPr>
            <a:xfrm>
              <a:off x="252204" y="4955574"/>
              <a:ext cx="31928" cy="3192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19" name="asset_3422_69">
              <a:extLst>
                <a:ext uri="{FF2B5EF4-FFF2-40B4-BE49-F238E27FC236}">
                  <a16:creationId xmlns:a16="http://schemas.microsoft.com/office/drawing/2014/main" id="{69E3D1D9-EE34-596E-CCBE-49ECF8C11A66}"/>
                </a:ext>
              </a:extLst>
            </p:cNvPr>
            <p:cNvSpPr>
              <a:spLocks noGrp="1"/>
            </p:cNvSpPr>
            <p:nvPr/>
          </p:nvSpPr>
          <p:spPr>
            <a:xfrm>
              <a:off x="259069" y="4961640"/>
              <a:ext cx="10376" cy="6066"/>
            </a:xfrm>
            <a:prstGeom prst="ellipse">
              <a:avLst/>
            </a:prstGeom>
            <a:gradFill>
              <a:gsLst>
                <a:gs pos="0">
                  <a:srgbClr val="FFFFFF">
                    <a:alpha val="65000"/>
                  </a:srgbClr>
                </a:gs>
                <a:gs pos="100000">
                  <a:srgbClr val="FFFFFF">
                    <a:alpha val="0"/>
                  </a:srgbClr>
                </a:gs>
              </a:gsLst>
              <a:lin ang="5400000"/>
            </a:gradFill>
            <a:ln w="3600">
              <a:noFill/>
            </a:ln>
          </p:spPr>
        </p:sp>
        <p:sp>
          <p:nvSpPr>
            <p:cNvPr id="5720" name="asset_3422_70">
              <a:extLst>
                <a:ext uri="{FF2B5EF4-FFF2-40B4-BE49-F238E27FC236}">
                  <a16:creationId xmlns:a16="http://schemas.microsoft.com/office/drawing/2014/main" id="{F52011B5-1322-4873-F193-57EF536273B4}"/>
                </a:ext>
              </a:extLst>
            </p:cNvPr>
            <p:cNvSpPr>
              <a:spLocks noGrp="1"/>
            </p:cNvSpPr>
            <p:nvPr/>
          </p:nvSpPr>
          <p:spPr>
            <a:xfrm>
              <a:off x="351225" y="4959284"/>
              <a:ext cx="35375" cy="35375"/>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21" name="asset_3422_71">
              <a:extLst>
                <a:ext uri="{FF2B5EF4-FFF2-40B4-BE49-F238E27FC236}">
                  <a16:creationId xmlns:a16="http://schemas.microsoft.com/office/drawing/2014/main" id="{4C190070-D0F8-85B1-BB79-E58DA0D9A77F}"/>
                </a:ext>
              </a:extLst>
            </p:cNvPr>
            <p:cNvSpPr>
              <a:spLocks noGrp="1"/>
            </p:cNvSpPr>
            <p:nvPr/>
          </p:nvSpPr>
          <p:spPr>
            <a:xfrm>
              <a:off x="358831" y="4966005"/>
              <a:ext cx="11497" cy="6721"/>
            </a:xfrm>
            <a:prstGeom prst="ellipse">
              <a:avLst/>
            </a:prstGeom>
            <a:gradFill>
              <a:gsLst>
                <a:gs pos="0">
                  <a:srgbClr val="FFFFFF">
                    <a:alpha val="65000"/>
                  </a:srgbClr>
                </a:gs>
                <a:gs pos="100000">
                  <a:srgbClr val="FFFFFF">
                    <a:alpha val="0"/>
                  </a:srgbClr>
                </a:gs>
              </a:gsLst>
              <a:lin ang="5400000"/>
            </a:gradFill>
            <a:ln w="3600">
              <a:noFill/>
            </a:ln>
          </p:spPr>
        </p:sp>
        <p:sp>
          <p:nvSpPr>
            <p:cNvPr id="5722" name="asset_3422_72">
              <a:extLst>
                <a:ext uri="{FF2B5EF4-FFF2-40B4-BE49-F238E27FC236}">
                  <a16:creationId xmlns:a16="http://schemas.microsoft.com/office/drawing/2014/main" id="{3F7FF34E-877C-CF21-7135-88E77A043A7E}"/>
                </a:ext>
              </a:extLst>
            </p:cNvPr>
            <p:cNvSpPr>
              <a:spLocks noGrp="1"/>
            </p:cNvSpPr>
            <p:nvPr/>
          </p:nvSpPr>
          <p:spPr>
            <a:xfrm>
              <a:off x="283858" y="4807960"/>
              <a:ext cx="50708" cy="5070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23" name="asset_3422_73">
              <a:extLst>
                <a:ext uri="{FF2B5EF4-FFF2-40B4-BE49-F238E27FC236}">
                  <a16:creationId xmlns:a16="http://schemas.microsoft.com/office/drawing/2014/main" id="{2F589690-81DF-992D-CC87-F576D7ED52F7}"/>
                </a:ext>
              </a:extLst>
            </p:cNvPr>
            <p:cNvSpPr>
              <a:spLocks noGrp="1"/>
            </p:cNvSpPr>
            <p:nvPr/>
          </p:nvSpPr>
          <p:spPr>
            <a:xfrm>
              <a:off x="294760" y="4817594"/>
              <a:ext cx="16480" cy="9635"/>
            </a:xfrm>
            <a:prstGeom prst="ellipse">
              <a:avLst/>
            </a:prstGeom>
            <a:gradFill>
              <a:gsLst>
                <a:gs pos="0">
                  <a:srgbClr val="FFFFFF">
                    <a:alpha val="65000"/>
                  </a:srgbClr>
                </a:gs>
                <a:gs pos="100000">
                  <a:srgbClr val="FFFFFF">
                    <a:alpha val="0"/>
                  </a:srgbClr>
                </a:gs>
              </a:gsLst>
              <a:lin ang="5400000"/>
            </a:gradFill>
            <a:ln w="3600">
              <a:noFill/>
            </a:ln>
          </p:spPr>
        </p:sp>
        <p:sp>
          <p:nvSpPr>
            <p:cNvPr id="5724" name="asset_3422_74">
              <a:extLst>
                <a:ext uri="{FF2B5EF4-FFF2-40B4-BE49-F238E27FC236}">
                  <a16:creationId xmlns:a16="http://schemas.microsoft.com/office/drawing/2014/main" id="{83762840-09AD-85F6-90F6-1A66E9943BAD}"/>
                </a:ext>
              </a:extLst>
            </p:cNvPr>
            <p:cNvSpPr>
              <a:spLocks noGrp="1"/>
            </p:cNvSpPr>
            <p:nvPr/>
          </p:nvSpPr>
          <p:spPr>
            <a:xfrm>
              <a:off x="227957" y="4916303"/>
              <a:ext cx="43904" cy="4390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25" name="asset_3422_75">
              <a:extLst>
                <a:ext uri="{FF2B5EF4-FFF2-40B4-BE49-F238E27FC236}">
                  <a16:creationId xmlns:a16="http://schemas.microsoft.com/office/drawing/2014/main" id="{D8D8A867-EAD9-F315-152B-FA949B9DBC50}"/>
                </a:ext>
              </a:extLst>
            </p:cNvPr>
            <p:cNvSpPr>
              <a:spLocks noGrp="1"/>
            </p:cNvSpPr>
            <p:nvPr/>
          </p:nvSpPr>
          <p:spPr>
            <a:xfrm>
              <a:off x="237396" y="4924644"/>
              <a:ext cx="14269" cy="8342"/>
            </a:xfrm>
            <a:prstGeom prst="ellipse">
              <a:avLst/>
            </a:prstGeom>
            <a:gradFill>
              <a:gsLst>
                <a:gs pos="0">
                  <a:srgbClr val="FFFFFF">
                    <a:alpha val="65000"/>
                  </a:srgbClr>
                </a:gs>
                <a:gs pos="100000">
                  <a:srgbClr val="FFFFFF">
                    <a:alpha val="0"/>
                  </a:srgbClr>
                </a:gs>
              </a:gsLst>
              <a:lin ang="5400000"/>
            </a:gradFill>
            <a:ln w="3600">
              <a:noFill/>
            </a:ln>
          </p:spPr>
        </p:sp>
        <p:sp>
          <p:nvSpPr>
            <p:cNvPr id="5726" name="asset_3422_76">
              <a:extLst>
                <a:ext uri="{FF2B5EF4-FFF2-40B4-BE49-F238E27FC236}">
                  <a16:creationId xmlns:a16="http://schemas.microsoft.com/office/drawing/2014/main" id="{74684B6B-7E63-EA13-173F-5FB03B9CD9A8}"/>
                </a:ext>
              </a:extLst>
            </p:cNvPr>
            <p:cNvSpPr>
              <a:spLocks noGrp="1"/>
            </p:cNvSpPr>
            <p:nvPr/>
          </p:nvSpPr>
          <p:spPr>
            <a:xfrm>
              <a:off x="308000" y="4902881"/>
              <a:ext cx="50802" cy="50802"/>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27" name="asset_3422_77">
              <a:extLst>
                <a:ext uri="{FF2B5EF4-FFF2-40B4-BE49-F238E27FC236}">
                  <a16:creationId xmlns:a16="http://schemas.microsoft.com/office/drawing/2014/main" id="{C69B70BF-1D77-2E8B-EF35-7A581FA73F0A}"/>
                </a:ext>
              </a:extLst>
            </p:cNvPr>
            <p:cNvSpPr>
              <a:spLocks noGrp="1"/>
            </p:cNvSpPr>
            <p:nvPr/>
          </p:nvSpPr>
          <p:spPr>
            <a:xfrm>
              <a:off x="318923" y="4912533"/>
              <a:ext cx="16511" cy="9652"/>
            </a:xfrm>
            <a:prstGeom prst="ellipse">
              <a:avLst/>
            </a:prstGeom>
            <a:gradFill>
              <a:gsLst>
                <a:gs pos="0">
                  <a:srgbClr val="FFFFFF">
                    <a:alpha val="65000"/>
                  </a:srgbClr>
                </a:gs>
                <a:gs pos="100000">
                  <a:srgbClr val="FFFFFF">
                    <a:alpha val="0"/>
                  </a:srgbClr>
                </a:gs>
              </a:gsLst>
              <a:lin ang="5400000"/>
            </a:gradFill>
            <a:ln w="3600">
              <a:noFill/>
            </a:ln>
          </p:spPr>
        </p:sp>
        <p:sp>
          <p:nvSpPr>
            <p:cNvPr id="5728" name="asset_3422_78">
              <a:extLst>
                <a:ext uri="{FF2B5EF4-FFF2-40B4-BE49-F238E27FC236}">
                  <a16:creationId xmlns:a16="http://schemas.microsoft.com/office/drawing/2014/main" id="{E9C1CB83-34CD-5051-B06A-2BF72FD90EB6}"/>
                </a:ext>
              </a:extLst>
            </p:cNvPr>
            <p:cNvSpPr>
              <a:spLocks noGrp="1"/>
            </p:cNvSpPr>
            <p:nvPr/>
          </p:nvSpPr>
          <p:spPr>
            <a:xfrm>
              <a:off x="221278" y="4892246"/>
              <a:ext cx="31003" cy="31003"/>
            </a:xfrm>
            <a:prstGeom prst="ellipse">
              <a:avLst/>
            </a:prstGeom>
            <a:gradFill>
              <a:gsLst>
                <a:gs pos="0">
                  <a:srgbClr val="FFFFFF">
                    <a:alpha val="100000"/>
                  </a:srgbClr>
                </a:gs>
                <a:gs pos="46000">
                  <a:srgbClr val="AA90CC">
                    <a:alpha val="100000"/>
                  </a:srgbClr>
                </a:gs>
                <a:gs pos="74000">
                  <a:srgbClr val="AA90CC">
                    <a:alpha val="100000"/>
                  </a:srgbClr>
                </a:gs>
                <a:gs pos="100000">
                  <a:srgbClr val="69829D">
                    <a:alpha val="100000"/>
                  </a:srgbClr>
                </a:gs>
              </a:gsLst>
              <a:lin ang="7800000"/>
            </a:gradFill>
            <a:ln w="3600">
              <a:noFill/>
            </a:ln>
          </p:spPr>
        </p:sp>
        <p:sp>
          <p:nvSpPr>
            <p:cNvPr id="5729" name="asset_3422_79">
              <a:extLst>
                <a:ext uri="{FF2B5EF4-FFF2-40B4-BE49-F238E27FC236}">
                  <a16:creationId xmlns:a16="http://schemas.microsoft.com/office/drawing/2014/main" id="{4A4353EF-774C-E0A7-563B-D736741A66BA}"/>
                </a:ext>
              </a:extLst>
            </p:cNvPr>
            <p:cNvSpPr>
              <a:spLocks noGrp="1"/>
            </p:cNvSpPr>
            <p:nvPr/>
          </p:nvSpPr>
          <p:spPr>
            <a:xfrm>
              <a:off x="227943" y="4898137"/>
              <a:ext cx="10076" cy="5890"/>
            </a:xfrm>
            <a:prstGeom prst="ellipse">
              <a:avLst/>
            </a:prstGeom>
            <a:gradFill>
              <a:gsLst>
                <a:gs pos="0">
                  <a:srgbClr val="FFFFFF">
                    <a:alpha val="65000"/>
                  </a:srgbClr>
                </a:gs>
                <a:gs pos="100000">
                  <a:srgbClr val="FFFFFF">
                    <a:alpha val="0"/>
                  </a:srgbClr>
                </a:gs>
              </a:gsLst>
              <a:lin ang="5400000"/>
            </a:gradFill>
            <a:ln w="3600">
              <a:noFill/>
            </a:ln>
          </p:spPr>
        </p:sp>
        <p:sp>
          <p:nvSpPr>
            <p:cNvPr id="5730" name="asset_3422_80">
              <a:extLst>
                <a:ext uri="{FF2B5EF4-FFF2-40B4-BE49-F238E27FC236}">
                  <a16:creationId xmlns:a16="http://schemas.microsoft.com/office/drawing/2014/main" id="{2F72C327-FD2C-F4B8-8F1A-F5890EE5C875}"/>
                </a:ext>
              </a:extLst>
            </p:cNvPr>
            <p:cNvSpPr>
              <a:spLocks noGrp="1"/>
            </p:cNvSpPr>
            <p:nvPr/>
          </p:nvSpPr>
          <p:spPr>
            <a:xfrm>
              <a:off x="245288" y="4946120"/>
              <a:ext cx="42319" cy="42319"/>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31" name="asset_3422_81">
              <a:extLst>
                <a:ext uri="{FF2B5EF4-FFF2-40B4-BE49-F238E27FC236}">
                  <a16:creationId xmlns:a16="http://schemas.microsoft.com/office/drawing/2014/main" id="{20FE9C3D-BF02-6625-D615-D2419CB492B3}"/>
                </a:ext>
              </a:extLst>
            </p:cNvPr>
            <p:cNvSpPr>
              <a:spLocks noGrp="1"/>
            </p:cNvSpPr>
            <p:nvPr/>
          </p:nvSpPr>
          <p:spPr>
            <a:xfrm>
              <a:off x="254387" y="4954160"/>
              <a:ext cx="13754" cy="8041"/>
            </a:xfrm>
            <a:prstGeom prst="ellipse">
              <a:avLst/>
            </a:prstGeom>
            <a:gradFill>
              <a:gsLst>
                <a:gs pos="0">
                  <a:srgbClr val="FFFFFF">
                    <a:alpha val="65000"/>
                  </a:srgbClr>
                </a:gs>
                <a:gs pos="100000">
                  <a:srgbClr val="FFFFFF">
                    <a:alpha val="0"/>
                  </a:srgbClr>
                </a:gs>
              </a:gsLst>
              <a:lin ang="5400000"/>
            </a:gradFill>
            <a:ln w="3600">
              <a:noFill/>
            </a:ln>
          </p:spPr>
        </p:sp>
        <p:sp>
          <p:nvSpPr>
            <p:cNvPr id="5732" name="asset_3422_82">
              <a:extLst>
                <a:ext uri="{FF2B5EF4-FFF2-40B4-BE49-F238E27FC236}">
                  <a16:creationId xmlns:a16="http://schemas.microsoft.com/office/drawing/2014/main" id="{50756ADB-F99A-1B2B-9B08-55788CD9BBCD}"/>
                </a:ext>
              </a:extLst>
            </p:cNvPr>
            <p:cNvSpPr>
              <a:spLocks noGrp="1"/>
            </p:cNvSpPr>
            <p:nvPr/>
          </p:nvSpPr>
          <p:spPr>
            <a:xfrm>
              <a:off x="295710" y="4881024"/>
              <a:ext cx="31860" cy="3186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33" name="asset_3422_83">
              <a:extLst>
                <a:ext uri="{FF2B5EF4-FFF2-40B4-BE49-F238E27FC236}">
                  <a16:creationId xmlns:a16="http://schemas.microsoft.com/office/drawing/2014/main" id="{E23F8D3F-7E5F-CB41-4486-38CA05E715D6}"/>
                </a:ext>
              </a:extLst>
            </p:cNvPr>
            <p:cNvSpPr>
              <a:spLocks noGrp="1"/>
            </p:cNvSpPr>
            <p:nvPr/>
          </p:nvSpPr>
          <p:spPr>
            <a:xfrm>
              <a:off x="302560" y="4887077"/>
              <a:ext cx="10354" cy="6053"/>
            </a:xfrm>
            <a:prstGeom prst="ellipse">
              <a:avLst/>
            </a:prstGeom>
            <a:gradFill>
              <a:gsLst>
                <a:gs pos="0">
                  <a:srgbClr val="FFFFFF">
                    <a:alpha val="65000"/>
                  </a:srgbClr>
                </a:gs>
                <a:gs pos="100000">
                  <a:srgbClr val="FFFFFF">
                    <a:alpha val="0"/>
                  </a:srgbClr>
                </a:gs>
              </a:gsLst>
              <a:lin ang="5400000"/>
            </a:gradFill>
            <a:ln w="3600">
              <a:noFill/>
            </a:ln>
          </p:spPr>
        </p:sp>
        <p:sp>
          <p:nvSpPr>
            <p:cNvPr id="5734" name="asset_3422_84">
              <a:extLst>
                <a:ext uri="{FF2B5EF4-FFF2-40B4-BE49-F238E27FC236}">
                  <a16:creationId xmlns:a16="http://schemas.microsoft.com/office/drawing/2014/main" id="{ADA42DFE-055D-8B92-EE79-265D9F194930}"/>
                </a:ext>
              </a:extLst>
            </p:cNvPr>
            <p:cNvSpPr>
              <a:spLocks noGrp="1"/>
            </p:cNvSpPr>
            <p:nvPr/>
          </p:nvSpPr>
          <p:spPr>
            <a:xfrm>
              <a:off x="220856" y="4873218"/>
              <a:ext cx="35097" cy="3509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35" name="asset_3422_85">
              <a:extLst>
                <a:ext uri="{FF2B5EF4-FFF2-40B4-BE49-F238E27FC236}">
                  <a16:creationId xmlns:a16="http://schemas.microsoft.com/office/drawing/2014/main" id="{D93D3DF0-5F7E-B568-87E9-CFE1685687A9}"/>
                </a:ext>
              </a:extLst>
            </p:cNvPr>
            <p:cNvSpPr>
              <a:spLocks noGrp="1"/>
            </p:cNvSpPr>
            <p:nvPr/>
          </p:nvSpPr>
          <p:spPr>
            <a:xfrm>
              <a:off x="228402" y="4879887"/>
              <a:ext cx="11407" cy="6669"/>
            </a:xfrm>
            <a:prstGeom prst="ellipse">
              <a:avLst/>
            </a:prstGeom>
            <a:gradFill>
              <a:gsLst>
                <a:gs pos="0">
                  <a:srgbClr val="FFFFFF">
                    <a:alpha val="65000"/>
                  </a:srgbClr>
                </a:gs>
                <a:gs pos="100000">
                  <a:srgbClr val="FFFFFF">
                    <a:alpha val="0"/>
                  </a:srgbClr>
                </a:gs>
              </a:gsLst>
              <a:lin ang="5400000"/>
            </a:gradFill>
            <a:ln w="3600">
              <a:noFill/>
            </a:ln>
          </p:spPr>
        </p:sp>
        <p:sp>
          <p:nvSpPr>
            <p:cNvPr id="5736" name="asset_3422_86">
              <a:extLst>
                <a:ext uri="{FF2B5EF4-FFF2-40B4-BE49-F238E27FC236}">
                  <a16:creationId xmlns:a16="http://schemas.microsoft.com/office/drawing/2014/main" id="{2332F439-1A63-02DC-10C4-A9DBE1E4E2C2}"/>
                </a:ext>
              </a:extLst>
            </p:cNvPr>
            <p:cNvSpPr>
              <a:spLocks noGrp="1"/>
            </p:cNvSpPr>
            <p:nvPr/>
          </p:nvSpPr>
          <p:spPr>
            <a:xfrm>
              <a:off x="196153" y="4954990"/>
              <a:ext cx="38214" cy="3821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37" name="asset_3422_87">
              <a:extLst>
                <a:ext uri="{FF2B5EF4-FFF2-40B4-BE49-F238E27FC236}">
                  <a16:creationId xmlns:a16="http://schemas.microsoft.com/office/drawing/2014/main" id="{E0E56907-7AFB-A554-0FE7-4CA4DFFAC192}"/>
                </a:ext>
              </a:extLst>
            </p:cNvPr>
            <p:cNvSpPr>
              <a:spLocks noGrp="1"/>
            </p:cNvSpPr>
            <p:nvPr/>
          </p:nvSpPr>
          <p:spPr>
            <a:xfrm>
              <a:off x="204369" y="4962251"/>
              <a:ext cx="12420" cy="7261"/>
            </a:xfrm>
            <a:prstGeom prst="ellipse">
              <a:avLst/>
            </a:prstGeom>
            <a:gradFill>
              <a:gsLst>
                <a:gs pos="0">
                  <a:srgbClr val="FFFFFF">
                    <a:alpha val="65000"/>
                  </a:srgbClr>
                </a:gs>
                <a:gs pos="100000">
                  <a:srgbClr val="FFFFFF">
                    <a:alpha val="0"/>
                  </a:srgbClr>
                </a:gs>
              </a:gsLst>
              <a:lin ang="5400000"/>
            </a:gradFill>
            <a:ln w="3600">
              <a:noFill/>
            </a:ln>
          </p:spPr>
        </p:sp>
        <p:sp>
          <p:nvSpPr>
            <p:cNvPr id="5738" name="asset_3422_88">
              <a:extLst>
                <a:ext uri="{FF2B5EF4-FFF2-40B4-BE49-F238E27FC236}">
                  <a16:creationId xmlns:a16="http://schemas.microsoft.com/office/drawing/2014/main" id="{E61F5AAE-CF20-CF7A-3BC5-6C546400A86E}"/>
                </a:ext>
              </a:extLst>
            </p:cNvPr>
            <p:cNvSpPr>
              <a:spLocks noGrp="1"/>
            </p:cNvSpPr>
            <p:nvPr/>
          </p:nvSpPr>
          <p:spPr>
            <a:xfrm>
              <a:off x="311634" y="4857039"/>
              <a:ext cx="32924" cy="32924"/>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739" name="asset_3422_89">
              <a:extLst>
                <a:ext uri="{FF2B5EF4-FFF2-40B4-BE49-F238E27FC236}">
                  <a16:creationId xmlns:a16="http://schemas.microsoft.com/office/drawing/2014/main" id="{B1857FB5-1DAA-D250-D68D-F6BE5679226E}"/>
                </a:ext>
              </a:extLst>
            </p:cNvPr>
            <p:cNvSpPr>
              <a:spLocks noGrp="1"/>
            </p:cNvSpPr>
            <p:nvPr/>
          </p:nvSpPr>
          <p:spPr>
            <a:xfrm>
              <a:off x="318713" y="4863294"/>
              <a:ext cx="10700" cy="6255"/>
            </a:xfrm>
            <a:prstGeom prst="ellipse">
              <a:avLst/>
            </a:prstGeom>
            <a:gradFill>
              <a:gsLst>
                <a:gs pos="0">
                  <a:srgbClr val="FFFFFF">
                    <a:alpha val="65000"/>
                  </a:srgbClr>
                </a:gs>
                <a:gs pos="100000">
                  <a:srgbClr val="FFFFFF">
                    <a:alpha val="0"/>
                  </a:srgbClr>
                </a:gs>
              </a:gsLst>
              <a:lin ang="5400000"/>
            </a:gradFill>
            <a:ln w="3600">
              <a:noFill/>
            </a:ln>
          </p:spPr>
        </p:sp>
        <p:sp>
          <p:nvSpPr>
            <p:cNvPr id="5740" name="asset_3422_90">
              <a:extLst>
                <a:ext uri="{FF2B5EF4-FFF2-40B4-BE49-F238E27FC236}">
                  <a16:creationId xmlns:a16="http://schemas.microsoft.com/office/drawing/2014/main" id="{F9AB827C-92D6-3EE3-C29D-70DFC76D9C60}"/>
                </a:ext>
              </a:extLst>
            </p:cNvPr>
            <p:cNvSpPr>
              <a:spLocks noGrp="1"/>
            </p:cNvSpPr>
            <p:nvPr/>
          </p:nvSpPr>
          <p:spPr>
            <a:xfrm>
              <a:off x="222322" y="4929964"/>
              <a:ext cx="42100" cy="4210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1" name="asset_3422_91">
              <a:extLst>
                <a:ext uri="{FF2B5EF4-FFF2-40B4-BE49-F238E27FC236}">
                  <a16:creationId xmlns:a16="http://schemas.microsoft.com/office/drawing/2014/main" id="{AA7D3BD0-63E9-1523-6E78-AB789742C1F7}"/>
                </a:ext>
              </a:extLst>
            </p:cNvPr>
            <p:cNvSpPr>
              <a:spLocks noGrp="1"/>
            </p:cNvSpPr>
            <p:nvPr/>
          </p:nvSpPr>
          <p:spPr>
            <a:xfrm>
              <a:off x="231373" y="4937963"/>
              <a:ext cx="13683" cy="7999"/>
            </a:xfrm>
            <a:prstGeom prst="ellipse">
              <a:avLst/>
            </a:prstGeom>
            <a:gradFill>
              <a:gsLst>
                <a:gs pos="0">
                  <a:srgbClr val="FFFFFF">
                    <a:alpha val="65000"/>
                  </a:srgbClr>
                </a:gs>
                <a:gs pos="100000">
                  <a:srgbClr val="FFFFFF">
                    <a:alpha val="0"/>
                  </a:srgbClr>
                </a:gs>
              </a:gsLst>
              <a:lin ang="5400000"/>
            </a:gradFill>
            <a:ln w="3600">
              <a:noFill/>
            </a:ln>
          </p:spPr>
        </p:sp>
        <p:sp>
          <p:nvSpPr>
            <p:cNvPr id="5742" name="asset_3422_92">
              <a:extLst>
                <a:ext uri="{FF2B5EF4-FFF2-40B4-BE49-F238E27FC236}">
                  <a16:creationId xmlns:a16="http://schemas.microsoft.com/office/drawing/2014/main" id="{39F343DE-4DE8-3590-8C31-C51F590FAF39}"/>
                </a:ext>
              </a:extLst>
            </p:cNvPr>
            <p:cNvSpPr>
              <a:spLocks noGrp="1"/>
            </p:cNvSpPr>
            <p:nvPr/>
          </p:nvSpPr>
          <p:spPr>
            <a:xfrm>
              <a:off x="290257" y="4968623"/>
              <a:ext cx="44062" cy="44062"/>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3" name="asset_3422_93">
              <a:extLst>
                <a:ext uri="{FF2B5EF4-FFF2-40B4-BE49-F238E27FC236}">
                  <a16:creationId xmlns:a16="http://schemas.microsoft.com/office/drawing/2014/main" id="{A88246BA-C402-CF66-EE98-28CD89999F80}"/>
                </a:ext>
              </a:extLst>
            </p:cNvPr>
            <p:cNvSpPr>
              <a:spLocks noGrp="1"/>
            </p:cNvSpPr>
            <p:nvPr/>
          </p:nvSpPr>
          <p:spPr>
            <a:xfrm>
              <a:off x="299730" y="4976995"/>
              <a:ext cx="14320" cy="8372"/>
            </a:xfrm>
            <a:prstGeom prst="ellipse">
              <a:avLst/>
            </a:prstGeom>
            <a:gradFill>
              <a:gsLst>
                <a:gs pos="0">
                  <a:srgbClr val="FFFFFF">
                    <a:alpha val="65000"/>
                  </a:srgbClr>
                </a:gs>
                <a:gs pos="100000">
                  <a:srgbClr val="FFFFFF">
                    <a:alpha val="0"/>
                  </a:srgbClr>
                </a:gs>
              </a:gsLst>
              <a:lin ang="5400000"/>
            </a:gradFill>
            <a:ln w="3600">
              <a:noFill/>
            </a:ln>
          </p:spPr>
        </p:sp>
        <p:sp>
          <p:nvSpPr>
            <p:cNvPr id="5744" name="asset_3422_94">
              <a:extLst>
                <a:ext uri="{FF2B5EF4-FFF2-40B4-BE49-F238E27FC236}">
                  <a16:creationId xmlns:a16="http://schemas.microsoft.com/office/drawing/2014/main" id="{1D31998B-389A-3C3B-1836-AFCEACAE46C9}"/>
                </a:ext>
              </a:extLst>
            </p:cNvPr>
            <p:cNvSpPr>
              <a:spLocks noGrp="1"/>
            </p:cNvSpPr>
            <p:nvPr/>
          </p:nvSpPr>
          <p:spPr>
            <a:xfrm>
              <a:off x="278874" y="4994845"/>
              <a:ext cx="47350" cy="4735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5" name="asset_3422_95">
              <a:extLst>
                <a:ext uri="{FF2B5EF4-FFF2-40B4-BE49-F238E27FC236}">
                  <a16:creationId xmlns:a16="http://schemas.microsoft.com/office/drawing/2014/main" id="{0177F90C-946E-A76D-49A7-7A94B4B2A67D}"/>
                </a:ext>
              </a:extLst>
            </p:cNvPr>
            <p:cNvSpPr>
              <a:spLocks noGrp="1"/>
            </p:cNvSpPr>
            <p:nvPr/>
          </p:nvSpPr>
          <p:spPr>
            <a:xfrm>
              <a:off x="289054" y="5003841"/>
              <a:ext cx="15389" cy="8996"/>
            </a:xfrm>
            <a:prstGeom prst="ellipse">
              <a:avLst/>
            </a:prstGeom>
            <a:gradFill>
              <a:gsLst>
                <a:gs pos="0">
                  <a:srgbClr val="FFFFFF">
                    <a:alpha val="65000"/>
                  </a:srgbClr>
                </a:gs>
                <a:gs pos="100000">
                  <a:srgbClr val="FFFFFF">
                    <a:alpha val="0"/>
                  </a:srgbClr>
                </a:gs>
              </a:gsLst>
              <a:lin ang="5400000"/>
            </a:gradFill>
            <a:ln w="3600">
              <a:noFill/>
            </a:ln>
          </p:spPr>
        </p:sp>
        <p:sp>
          <p:nvSpPr>
            <p:cNvPr id="5746" name="asset_3422_96">
              <a:extLst>
                <a:ext uri="{FF2B5EF4-FFF2-40B4-BE49-F238E27FC236}">
                  <a16:creationId xmlns:a16="http://schemas.microsoft.com/office/drawing/2014/main" id="{D7850AE6-DA45-FF82-93F2-E264101187E7}"/>
                </a:ext>
              </a:extLst>
            </p:cNvPr>
            <p:cNvSpPr>
              <a:spLocks noGrp="1"/>
            </p:cNvSpPr>
            <p:nvPr/>
          </p:nvSpPr>
          <p:spPr>
            <a:xfrm>
              <a:off x="339177" y="4942783"/>
              <a:ext cx="35427" cy="3542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7" name="asset_3422_97">
              <a:extLst>
                <a:ext uri="{FF2B5EF4-FFF2-40B4-BE49-F238E27FC236}">
                  <a16:creationId xmlns:a16="http://schemas.microsoft.com/office/drawing/2014/main" id="{23C42737-B38E-3DB9-F10F-F69237651712}"/>
                </a:ext>
              </a:extLst>
            </p:cNvPr>
            <p:cNvSpPr>
              <a:spLocks noGrp="1"/>
            </p:cNvSpPr>
            <p:nvPr/>
          </p:nvSpPr>
          <p:spPr>
            <a:xfrm>
              <a:off x="346794" y="4949514"/>
              <a:ext cx="11514" cy="6731"/>
            </a:xfrm>
            <a:prstGeom prst="ellipse">
              <a:avLst/>
            </a:prstGeom>
            <a:gradFill>
              <a:gsLst>
                <a:gs pos="0">
                  <a:srgbClr val="FFFFFF">
                    <a:alpha val="65000"/>
                  </a:srgbClr>
                </a:gs>
                <a:gs pos="100000">
                  <a:srgbClr val="FFFFFF">
                    <a:alpha val="0"/>
                  </a:srgbClr>
                </a:gs>
              </a:gsLst>
              <a:lin ang="5400000"/>
            </a:gradFill>
            <a:ln w="3600">
              <a:noFill/>
            </a:ln>
          </p:spPr>
        </p:sp>
        <p:sp>
          <p:nvSpPr>
            <p:cNvPr id="5748" name="asset_3422_98">
              <a:extLst>
                <a:ext uri="{FF2B5EF4-FFF2-40B4-BE49-F238E27FC236}">
                  <a16:creationId xmlns:a16="http://schemas.microsoft.com/office/drawing/2014/main" id="{E652B9FA-5B85-D1C5-5FD8-C0FD37402FED}"/>
                </a:ext>
              </a:extLst>
            </p:cNvPr>
            <p:cNvSpPr>
              <a:spLocks noGrp="1"/>
            </p:cNvSpPr>
            <p:nvPr/>
          </p:nvSpPr>
          <p:spPr>
            <a:xfrm>
              <a:off x="181300" y="4897328"/>
              <a:ext cx="39596" cy="39596"/>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9" name="asset_3422_99">
              <a:extLst>
                <a:ext uri="{FF2B5EF4-FFF2-40B4-BE49-F238E27FC236}">
                  <a16:creationId xmlns:a16="http://schemas.microsoft.com/office/drawing/2014/main" id="{0C598DF7-1014-5E90-A692-7CE145DF8668}"/>
                </a:ext>
              </a:extLst>
            </p:cNvPr>
            <p:cNvSpPr>
              <a:spLocks noGrp="1"/>
            </p:cNvSpPr>
            <p:nvPr/>
          </p:nvSpPr>
          <p:spPr>
            <a:xfrm>
              <a:off x="189813" y="4904851"/>
              <a:ext cx="12869" cy="7523"/>
            </a:xfrm>
            <a:prstGeom prst="ellipse">
              <a:avLst/>
            </a:prstGeom>
            <a:gradFill>
              <a:gsLst>
                <a:gs pos="0">
                  <a:srgbClr val="FFFFFF">
                    <a:alpha val="65000"/>
                  </a:srgbClr>
                </a:gs>
                <a:gs pos="100000">
                  <a:srgbClr val="FFFFFF">
                    <a:alpha val="0"/>
                  </a:srgbClr>
                </a:gs>
              </a:gsLst>
              <a:lin ang="5400000"/>
            </a:gradFill>
            <a:ln w="3600">
              <a:noFill/>
            </a:ln>
          </p:spPr>
        </p:sp>
        <p:sp>
          <p:nvSpPr>
            <p:cNvPr id="5750" name="asset_3422_100">
              <a:extLst>
                <a:ext uri="{FF2B5EF4-FFF2-40B4-BE49-F238E27FC236}">
                  <a16:creationId xmlns:a16="http://schemas.microsoft.com/office/drawing/2014/main" id="{39C1B102-04F2-1739-4EA2-73793DD32E42}"/>
                </a:ext>
              </a:extLst>
            </p:cNvPr>
            <p:cNvSpPr>
              <a:spLocks noGrp="1"/>
            </p:cNvSpPr>
            <p:nvPr/>
          </p:nvSpPr>
          <p:spPr>
            <a:xfrm>
              <a:off x="270474" y="4941710"/>
              <a:ext cx="45030" cy="4503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51" name="asset_3422_101">
              <a:extLst>
                <a:ext uri="{FF2B5EF4-FFF2-40B4-BE49-F238E27FC236}">
                  <a16:creationId xmlns:a16="http://schemas.microsoft.com/office/drawing/2014/main" id="{E7CFA3D7-3725-E633-6164-3C658204FE48}"/>
                </a:ext>
              </a:extLst>
            </p:cNvPr>
            <p:cNvSpPr>
              <a:spLocks noGrp="1"/>
            </p:cNvSpPr>
            <p:nvPr/>
          </p:nvSpPr>
          <p:spPr>
            <a:xfrm>
              <a:off x="280155" y="4950266"/>
              <a:ext cx="14635" cy="8556"/>
            </a:xfrm>
            <a:prstGeom prst="ellipse">
              <a:avLst/>
            </a:prstGeom>
            <a:gradFill>
              <a:gsLst>
                <a:gs pos="0">
                  <a:srgbClr val="FFFFFF">
                    <a:alpha val="65000"/>
                  </a:srgbClr>
                </a:gs>
                <a:gs pos="100000">
                  <a:srgbClr val="FFFFFF">
                    <a:alpha val="0"/>
                  </a:srgbClr>
                </a:gs>
              </a:gsLst>
              <a:lin ang="5400000"/>
            </a:gradFill>
            <a:ln w="3600">
              <a:noFill/>
            </a:ln>
          </p:spPr>
        </p:sp>
        <p:sp>
          <p:nvSpPr>
            <p:cNvPr id="5752" name="asset_3422_102">
              <a:extLst>
                <a:ext uri="{FF2B5EF4-FFF2-40B4-BE49-F238E27FC236}">
                  <a16:creationId xmlns:a16="http://schemas.microsoft.com/office/drawing/2014/main" id="{ABD0DB63-84C3-C234-9D41-A794FE8855DE}"/>
                </a:ext>
              </a:extLst>
            </p:cNvPr>
            <p:cNvSpPr>
              <a:spLocks noGrp="1"/>
            </p:cNvSpPr>
            <p:nvPr/>
          </p:nvSpPr>
          <p:spPr>
            <a:xfrm>
              <a:off x="353860" y="4863561"/>
              <a:ext cx="45124" cy="4512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53" name="asset_3422_103">
              <a:extLst>
                <a:ext uri="{FF2B5EF4-FFF2-40B4-BE49-F238E27FC236}">
                  <a16:creationId xmlns:a16="http://schemas.microsoft.com/office/drawing/2014/main" id="{E516DDAD-F44F-1743-1008-24C23109E9FB}"/>
                </a:ext>
              </a:extLst>
            </p:cNvPr>
            <p:cNvSpPr>
              <a:spLocks noGrp="1"/>
            </p:cNvSpPr>
            <p:nvPr/>
          </p:nvSpPr>
          <p:spPr>
            <a:xfrm>
              <a:off x="363561" y="4872135"/>
              <a:ext cx="14665" cy="8574"/>
            </a:xfrm>
            <a:prstGeom prst="ellipse">
              <a:avLst/>
            </a:prstGeom>
            <a:gradFill>
              <a:gsLst>
                <a:gs pos="0">
                  <a:srgbClr val="FFFFFF">
                    <a:alpha val="65000"/>
                  </a:srgbClr>
                </a:gs>
                <a:gs pos="100000">
                  <a:srgbClr val="FFFFFF">
                    <a:alpha val="0"/>
                  </a:srgbClr>
                </a:gs>
              </a:gsLst>
              <a:lin ang="5400000"/>
            </a:gradFill>
            <a:ln w="3600">
              <a:noFill/>
            </a:ln>
          </p:spPr>
        </p:sp>
        <p:sp>
          <p:nvSpPr>
            <p:cNvPr id="5754" name="asset_3422_104">
              <a:extLst>
                <a:ext uri="{FF2B5EF4-FFF2-40B4-BE49-F238E27FC236}">
                  <a16:creationId xmlns:a16="http://schemas.microsoft.com/office/drawing/2014/main" id="{1772BBBA-9D72-EF0F-6CE5-B8F10AAADBB2}"/>
                </a:ext>
              </a:extLst>
            </p:cNvPr>
            <p:cNvSpPr>
              <a:spLocks noGrp="1"/>
            </p:cNvSpPr>
            <p:nvPr/>
          </p:nvSpPr>
          <p:spPr>
            <a:xfrm>
              <a:off x="292608" y="4856843"/>
              <a:ext cx="47953" cy="47953"/>
            </a:xfrm>
            <a:prstGeom prst="ellipse">
              <a:avLst/>
            </a:prstGeom>
            <a:gradFill>
              <a:gsLst>
                <a:gs pos="0">
                  <a:srgbClr val="FFFFFF">
                    <a:alpha val="100000"/>
                  </a:srgbClr>
                </a:gs>
                <a:gs pos="46000">
                  <a:srgbClr val="AA90CC">
                    <a:alpha val="100000"/>
                  </a:srgbClr>
                </a:gs>
                <a:gs pos="74000">
                  <a:srgbClr val="AA90CC">
                    <a:alpha val="100000"/>
                  </a:srgbClr>
                </a:gs>
                <a:gs pos="100000">
                  <a:srgbClr val="69829D">
                    <a:alpha val="100000"/>
                  </a:srgbClr>
                </a:gs>
              </a:gsLst>
              <a:lin ang="7800000"/>
            </a:gradFill>
            <a:ln w="3600">
              <a:noFill/>
            </a:ln>
          </p:spPr>
        </p:sp>
        <p:sp>
          <p:nvSpPr>
            <p:cNvPr id="5755" name="asset_3422_105">
              <a:extLst>
                <a:ext uri="{FF2B5EF4-FFF2-40B4-BE49-F238E27FC236}">
                  <a16:creationId xmlns:a16="http://schemas.microsoft.com/office/drawing/2014/main" id="{A9A6CA53-5028-F0C4-6E28-F654C5DE2C59}"/>
                </a:ext>
              </a:extLst>
            </p:cNvPr>
            <p:cNvSpPr>
              <a:spLocks noGrp="1"/>
            </p:cNvSpPr>
            <p:nvPr/>
          </p:nvSpPr>
          <p:spPr>
            <a:xfrm>
              <a:off x="302918" y="4865954"/>
              <a:ext cx="15585" cy="9111"/>
            </a:xfrm>
            <a:prstGeom prst="ellipse">
              <a:avLst/>
            </a:prstGeom>
            <a:gradFill>
              <a:gsLst>
                <a:gs pos="0">
                  <a:srgbClr val="FFFFFF">
                    <a:alpha val="65000"/>
                  </a:srgbClr>
                </a:gs>
                <a:gs pos="100000">
                  <a:srgbClr val="FFFFFF">
                    <a:alpha val="0"/>
                  </a:srgbClr>
                </a:gs>
              </a:gsLst>
              <a:lin ang="5400000"/>
            </a:gradFill>
            <a:ln w="3600">
              <a:noFill/>
            </a:ln>
          </p:spPr>
        </p:sp>
        <p:sp>
          <p:nvSpPr>
            <p:cNvPr id="5756" name="asset_3422_106">
              <a:extLst>
                <a:ext uri="{FF2B5EF4-FFF2-40B4-BE49-F238E27FC236}">
                  <a16:creationId xmlns:a16="http://schemas.microsoft.com/office/drawing/2014/main" id="{38C4C609-F3C1-E7E7-E87A-A97967ECD5CF}"/>
                </a:ext>
              </a:extLst>
            </p:cNvPr>
            <p:cNvSpPr>
              <a:spLocks noGrp="1"/>
            </p:cNvSpPr>
            <p:nvPr/>
          </p:nvSpPr>
          <p:spPr>
            <a:xfrm>
              <a:off x="325107" y="5005898"/>
              <a:ext cx="40713" cy="4071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57" name="asset_3422_107">
              <a:extLst>
                <a:ext uri="{FF2B5EF4-FFF2-40B4-BE49-F238E27FC236}">
                  <a16:creationId xmlns:a16="http://schemas.microsoft.com/office/drawing/2014/main" id="{EF4A9919-D10D-786F-A991-44D413F64019}"/>
                </a:ext>
              </a:extLst>
            </p:cNvPr>
            <p:cNvSpPr>
              <a:spLocks noGrp="1"/>
            </p:cNvSpPr>
            <p:nvPr/>
          </p:nvSpPr>
          <p:spPr>
            <a:xfrm>
              <a:off x="333860" y="5013633"/>
              <a:ext cx="13232" cy="7735"/>
            </a:xfrm>
            <a:prstGeom prst="ellipse">
              <a:avLst/>
            </a:prstGeom>
            <a:gradFill>
              <a:gsLst>
                <a:gs pos="0">
                  <a:srgbClr val="FFFFFF">
                    <a:alpha val="65000"/>
                  </a:srgbClr>
                </a:gs>
                <a:gs pos="100000">
                  <a:srgbClr val="FFFFFF">
                    <a:alpha val="0"/>
                  </a:srgbClr>
                </a:gs>
              </a:gsLst>
              <a:lin ang="5400000"/>
            </a:gradFill>
            <a:ln w="3600">
              <a:noFill/>
            </a:ln>
          </p:spPr>
        </p:sp>
        <p:sp>
          <p:nvSpPr>
            <p:cNvPr id="5758" name="asset_3422_108">
              <a:extLst>
                <a:ext uri="{FF2B5EF4-FFF2-40B4-BE49-F238E27FC236}">
                  <a16:creationId xmlns:a16="http://schemas.microsoft.com/office/drawing/2014/main" id="{B28E4755-8BF5-AA57-EA54-29E5A8A18FAD}"/>
                </a:ext>
              </a:extLst>
            </p:cNvPr>
            <p:cNvSpPr>
              <a:spLocks noGrp="1"/>
            </p:cNvSpPr>
            <p:nvPr/>
          </p:nvSpPr>
          <p:spPr>
            <a:xfrm>
              <a:off x="229166" y="5002250"/>
              <a:ext cx="49404" cy="4940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59" name="asset_3422_109">
              <a:extLst>
                <a:ext uri="{FF2B5EF4-FFF2-40B4-BE49-F238E27FC236}">
                  <a16:creationId xmlns:a16="http://schemas.microsoft.com/office/drawing/2014/main" id="{E1BECEF6-0D57-601E-86AB-84A42D879C12}"/>
                </a:ext>
              </a:extLst>
            </p:cNvPr>
            <p:cNvSpPr>
              <a:spLocks noGrp="1"/>
            </p:cNvSpPr>
            <p:nvPr/>
          </p:nvSpPr>
          <p:spPr>
            <a:xfrm>
              <a:off x="239788" y="5011637"/>
              <a:ext cx="16056" cy="9387"/>
            </a:xfrm>
            <a:prstGeom prst="ellipse">
              <a:avLst/>
            </a:prstGeom>
            <a:gradFill>
              <a:gsLst>
                <a:gs pos="0">
                  <a:srgbClr val="FFFFFF">
                    <a:alpha val="65000"/>
                  </a:srgbClr>
                </a:gs>
                <a:gs pos="100000">
                  <a:srgbClr val="FFFFFF">
                    <a:alpha val="0"/>
                  </a:srgbClr>
                </a:gs>
              </a:gsLst>
              <a:lin ang="5400000"/>
            </a:gradFill>
            <a:ln w="3600">
              <a:noFill/>
            </a:ln>
          </p:spPr>
        </p:sp>
        <p:sp>
          <p:nvSpPr>
            <p:cNvPr id="5760" name="asset_3422_110">
              <a:extLst>
                <a:ext uri="{FF2B5EF4-FFF2-40B4-BE49-F238E27FC236}">
                  <a16:creationId xmlns:a16="http://schemas.microsoft.com/office/drawing/2014/main" id="{CEE71C65-E238-5C23-7445-0B763C29B715}"/>
                </a:ext>
              </a:extLst>
            </p:cNvPr>
            <p:cNvSpPr>
              <a:spLocks noGrp="1"/>
            </p:cNvSpPr>
            <p:nvPr/>
          </p:nvSpPr>
          <p:spPr>
            <a:xfrm>
              <a:off x="310153" y="4825306"/>
              <a:ext cx="38398" cy="38398"/>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761" name="asset_3422_111">
              <a:extLst>
                <a:ext uri="{FF2B5EF4-FFF2-40B4-BE49-F238E27FC236}">
                  <a16:creationId xmlns:a16="http://schemas.microsoft.com/office/drawing/2014/main" id="{F6C791BD-5151-A63F-0A48-AA7F17B172C6}"/>
                </a:ext>
              </a:extLst>
            </p:cNvPr>
            <p:cNvSpPr>
              <a:spLocks noGrp="1"/>
            </p:cNvSpPr>
            <p:nvPr/>
          </p:nvSpPr>
          <p:spPr>
            <a:xfrm>
              <a:off x="318409" y="4832601"/>
              <a:ext cx="12479" cy="7296"/>
            </a:xfrm>
            <a:prstGeom prst="ellipse">
              <a:avLst/>
            </a:prstGeom>
            <a:gradFill>
              <a:gsLst>
                <a:gs pos="0">
                  <a:srgbClr val="FFFFFF">
                    <a:alpha val="65000"/>
                  </a:srgbClr>
                </a:gs>
                <a:gs pos="100000">
                  <a:srgbClr val="FFFFFF">
                    <a:alpha val="0"/>
                  </a:srgbClr>
                </a:gs>
              </a:gsLst>
              <a:lin ang="5400000"/>
            </a:gradFill>
            <a:ln w="3600">
              <a:noFill/>
            </a:ln>
          </p:spPr>
        </p:sp>
        <p:sp>
          <p:nvSpPr>
            <p:cNvPr id="5762" name="asset_3422_112">
              <a:extLst>
                <a:ext uri="{FF2B5EF4-FFF2-40B4-BE49-F238E27FC236}">
                  <a16:creationId xmlns:a16="http://schemas.microsoft.com/office/drawing/2014/main" id="{73A401C4-33FD-F18D-C29F-23BAFC26F942}"/>
                </a:ext>
              </a:extLst>
            </p:cNvPr>
            <p:cNvSpPr>
              <a:spLocks noGrp="1"/>
            </p:cNvSpPr>
            <p:nvPr/>
          </p:nvSpPr>
          <p:spPr>
            <a:xfrm>
              <a:off x="169875" y="4921315"/>
              <a:ext cx="31880" cy="3188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63" name="asset_3422_113">
              <a:extLst>
                <a:ext uri="{FF2B5EF4-FFF2-40B4-BE49-F238E27FC236}">
                  <a16:creationId xmlns:a16="http://schemas.microsoft.com/office/drawing/2014/main" id="{B9BCDEEB-12A7-4055-50BF-DFD43FDABDE9}"/>
                </a:ext>
              </a:extLst>
            </p:cNvPr>
            <p:cNvSpPr>
              <a:spLocks noGrp="1"/>
            </p:cNvSpPr>
            <p:nvPr/>
          </p:nvSpPr>
          <p:spPr>
            <a:xfrm>
              <a:off x="176729" y="4927373"/>
              <a:ext cx="10361" cy="6057"/>
            </a:xfrm>
            <a:prstGeom prst="ellipse">
              <a:avLst/>
            </a:prstGeom>
            <a:gradFill>
              <a:gsLst>
                <a:gs pos="0">
                  <a:srgbClr val="FFFFFF">
                    <a:alpha val="65000"/>
                  </a:srgbClr>
                </a:gs>
                <a:gs pos="100000">
                  <a:srgbClr val="FFFFFF">
                    <a:alpha val="0"/>
                  </a:srgbClr>
                </a:gs>
              </a:gsLst>
              <a:lin ang="5400000"/>
            </a:gradFill>
            <a:ln w="3600">
              <a:noFill/>
            </a:ln>
          </p:spPr>
        </p:sp>
        <p:sp>
          <p:nvSpPr>
            <p:cNvPr id="5764" name="asset_3422_114">
              <a:extLst>
                <a:ext uri="{FF2B5EF4-FFF2-40B4-BE49-F238E27FC236}">
                  <a16:creationId xmlns:a16="http://schemas.microsoft.com/office/drawing/2014/main" id="{F82F41A5-35AF-AACA-F27D-5F9F69BAFCCD}"/>
                </a:ext>
              </a:extLst>
            </p:cNvPr>
            <p:cNvSpPr>
              <a:spLocks noGrp="1"/>
            </p:cNvSpPr>
            <p:nvPr/>
          </p:nvSpPr>
          <p:spPr>
            <a:xfrm>
              <a:off x="337382" y="4943216"/>
              <a:ext cx="45411" cy="4541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65" name="asset_3422_115">
              <a:extLst>
                <a:ext uri="{FF2B5EF4-FFF2-40B4-BE49-F238E27FC236}">
                  <a16:creationId xmlns:a16="http://schemas.microsoft.com/office/drawing/2014/main" id="{7A5E50F0-3494-1338-CBBF-9D12CE75E4D2}"/>
                </a:ext>
              </a:extLst>
            </p:cNvPr>
            <p:cNvSpPr>
              <a:spLocks noGrp="1"/>
            </p:cNvSpPr>
            <p:nvPr/>
          </p:nvSpPr>
          <p:spPr>
            <a:xfrm>
              <a:off x="347146" y="4951844"/>
              <a:ext cx="14759" cy="8628"/>
            </a:xfrm>
            <a:prstGeom prst="ellipse">
              <a:avLst/>
            </a:prstGeom>
            <a:gradFill>
              <a:gsLst>
                <a:gs pos="0">
                  <a:srgbClr val="FFFFFF">
                    <a:alpha val="65000"/>
                  </a:srgbClr>
                </a:gs>
                <a:gs pos="100000">
                  <a:srgbClr val="FFFFFF">
                    <a:alpha val="0"/>
                  </a:srgbClr>
                </a:gs>
              </a:gsLst>
              <a:lin ang="5400000"/>
            </a:gradFill>
            <a:ln w="3600">
              <a:noFill/>
            </a:ln>
          </p:spPr>
        </p:sp>
        <p:sp>
          <p:nvSpPr>
            <p:cNvPr id="5766" name="asset_3422_116">
              <a:extLst>
                <a:ext uri="{FF2B5EF4-FFF2-40B4-BE49-F238E27FC236}">
                  <a16:creationId xmlns:a16="http://schemas.microsoft.com/office/drawing/2014/main" id="{D846AB1E-E1F5-7BF6-E022-EA3E53D23878}"/>
                </a:ext>
              </a:extLst>
            </p:cNvPr>
            <p:cNvSpPr>
              <a:spLocks noGrp="1"/>
            </p:cNvSpPr>
            <p:nvPr/>
          </p:nvSpPr>
          <p:spPr>
            <a:xfrm>
              <a:off x="286766" y="4989439"/>
              <a:ext cx="37293" cy="3729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67" name="asset_3422_117">
              <a:extLst>
                <a:ext uri="{FF2B5EF4-FFF2-40B4-BE49-F238E27FC236}">
                  <a16:creationId xmlns:a16="http://schemas.microsoft.com/office/drawing/2014/main" id="{9B978363-D609-F5B2-B270-B2C4900526C1}"/>
                </a:ext>
              </a:extLst>
            </p:cNvPr>
            <p:cNvSpPr>
              <a:spLocks noGrp="1"/>
            </p:cNvSpPr>
            <p:nvPr/>
          </p:nvSpPr>
          <p:spPr>
            <a:xfrm>
              <a:off x="294784" y="4996525"/>
              <a:ext cx="12120" cy="7086"/>
            </a:xfrm>
            <a:prstGeom prst="ellipse">
              <a:avLst/>
            </a:prstGeom>
            <a:gradFill>
              <a:gsLst>
                <a:gs pos="0">
                  <a:srgbClr val="FFFFFF">
                    <a:alpha val="65000"/>
                  </a:srgbClr>
                </a:gs>
                <a:gs pos="100000">
                  <a:srgbClr val="FFFFFF">
                    <a:alpha val="0"/>
                  </a:srgbClr>
                </a:gs>
              </a:gsLst>
              <a:lin ang="5400000"/>
            </a:gradFill>
            <a:ln w="3600">
              <a:noFill/>
            </a:ln>
          </p:spPr>
        </p:sp>
        <p:sp>
          <p:nvSpPr>
            <p:cNvPr id="5768" name="asset_3422_118">
              <a:extLst>
                <a:ext uri="{FF2B5EF4-FFF2-40B4-BE49-F238E27FC236}">
                  <a16:creationId xmlns:a16="http://schemas.microsoft.com/office/drawing/2014/main" id="{8E5D529D-FE35-1054-6FF8-76065AA1C0BC}"/>
                </a:ext>
              </a:extLst>
            </p:cNvPr>
            <p:cNvSpPr>
              <a:spLocks noGrp="1"/>
            </p:cNvSpPr>
            <p:nvPr/>
          </p:nvSpPr>
          <p:spPr>
            <a:xfrm>
              <a:off x="348022" y="4844260"/>
              <a:ext cx="48957" cy="4895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69" name="asset_3422_119">
              <a:extLst>
                <a:ext uri="{FF2B5EF4-FFF2-40B4-BE49-F238E27FC236}">
                  <a16:creationId xmlns:a16="http://schemas.microsoft.com/office/drawing/2014/main" id="{A015A21A-2CFE-FC94-61B8-F208727DCD9F}"/>
                </a:ext>
              </a:extLst>
            </p:cNvPr>
            <p:cNvSpPr>
              <a:spLocks noGrp="1"/>
            </p:cNvSpPr>
            <p:nvPr/>
          </p:nvSpPr>
          <p:spPr>
            <a:xfrm>
              <a:off x="358547" y="4853562"/>
              <a:ext cx="15911" cy="9302"/>
            </a:xfrm>
            <a:prstGeom prst="ellipse">
              <a:avLst/>
            </a:prstGeom>
            <a:gradFill>
              <a:gsLst>
                <a:gs pos="0">
                  <a:srgbClr val="FFFFFF">
                    <a:alpha val="65000"/>
                  </a:srgbClr>
                </a:gs>
                <a:gs pos="100000">
                  <a:srgbClr val="FFFFFF">
                    <a:alpha val="0"/>
                  </a:srgbClr>
                </a:gs>
              </a:gsLst>
              <a:lin ang="5400000"/>
            </a:gradFill>
            <a:ln w="3600">
              <a:noFill/>
            </a:ln>
          </p:spPr>
        </p:sp>
        <p:sp>
          <p:nvSpPr>
            <p:cNvPr id="5770" name="asset_3422_120">
              <a:extLst>
                <a:ext uri="{FF2B5EF4-FFF2-40B4-BE49-F238E27FC236}">
                  <a16:creationId xmlns:a16="http://schemas.microsoft.com/office/drawing/2014/main" id="{E98895FB-F9FB-400C-A6F6-6192E68D19E1}"/>
                </a:ext>
              </a:extLst>
            </p:cNvPr>
            <p:cNvSpPr>
              <a:spLocks noGrp="1"/>
            </p:cNvSpPr>
            <p:nvPr/>
          </p:nvSpPr>
          <p:spPr>
            <a:xfrm>
              <a:off x="214854" y="4846950"/>
              <a:ext cx="50307" cy="5030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71" name="asset_3422_121">
              <a:extLst>
                <a:ext uri="{FF2B5EF4-FFF2-40B4-BE49-F238E27FC236}">
                  <a16:creationId xmlns:a16="http://schemas.microsoft.com/office/drawing/2014/main" id="{C8771FDD-D7A1-6C2E-0EEF-E6E0D7607718}"/>
                </a:ext>
              </a:extLst>
            </p:cNvPr>
            <p:cNvSpPr>
              <a:spLocks noGrp="1"/>
            </p:cNvSpPr>
            <p:nvPr/>
          </p:nvSpPr>
          <p:spPr>
            <a:xfrm>
              <a:off x="225670" y="4856508"/>
              <a:ext cx="16350" cy="9558"/>
            </a:xfrm>
            <a:prstGeom prst="ellipse">
              <a:avLst/>
            </a:prstGeom>
            <a:gradFill>
              <a:gsLst>
                <a:gs pos="0">
                  <a:srgbClr val="FFFFFF">
                    <a:alpha val="65000"/>
                  </a:srgbClr>
                </a:gs>
                <a:gs pos="100000">
                  <a:srgbClr val="FFFFFF">
                    <a:alpha val="0"/>
                  </a:srgbClr>
                </a:gs>
              </a:gsLst>
              <a:lin ang="5400000"/>
            </a:gradFill>
            <a:ln w="3600">
              <a:noFill/>
            </a:ln>
          </p:spPr>
        </p:sp>
        <p:sp>
          <p:nvSpPr>
            <p:cNvPr id="5772" name="asset_3422_122">
              <a:extLst>
                <a:ext uri="{FF2B5EF4-FFF2-40B4-BE49-F238E27FC236}">
                  <a16:creationId xmlns:a16="http://schemas.microsoft.com/office/drawing/2014/main" id="{EBA1910A-D6A7-2304-45B1-1F99035E5287}"/>
                </a:ext>
              </a:extLst>
            </p:cNvPr>
            <p:cNvSpPr>
              <a:spLocks noGrp="1"/>
            </p:cNvSpPr>
            <p:nvPr/>
          </p:nvSpPr>
          <p:spPr>
            <a:xfrm>
              <a:off x="238599" y="5005575"/>
              <a:ext cx="36118" cy="3611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73" name="asset_3422_123">
              <a:extLst>
                <a:ext uri="{FF2B5EF4-FFF2-40B4-BE49-F238E27FC236}">
                  <a16:creationId xmlns:a16="http://schemas.microsoft.com/office/drawing/2014/main" id="{17C6B4AB-3B9B-ECC2-CF64-A24EAA697A4D}"/>
                </a:ext>
              </a:extLst>
            </p:cNvPr>
            <p:cNvSpPr>
              <a:spLocks noGrp="1"/>
            </p:cNvSpPr>
            <p:nvPr/>
          </p:nvSpPr>
          <p:spPr>
            <a:xfrm>
              <a:off x="246364" y="5012438"/>
              <a:ext cx="11738" cy="6862"/>
            </a:xfrm>
            <a:prstGeom prst="ellipse">
              <a:avLst/>
            </a:prstGeom>
            <a:gradFill>
              <a:gsLst>
                <a:gs pos="0">
                  <a:srgbClr val="FFFFFF">
                    <a:alpha val="65000"/>
                  </a:srgbClr>
                </a:gs>
                <a:gs pos="100000">
                  <a:srgbClr val="FFFFFF">
                    <a:alpha val="0"/>
                  </a:srgbClr>
                </a:gs>
              </a:gsLst>
              <a:lin ang="5400000"/>
            </a:gradFill>
            <a:ln w="3600">
              <a:noFill/>
            </a:ln>
          </p:spPr>
        </p:sp>
      </p:grpSp>
      <p:pic>
        <p:nvPicPr>
          <p:cNvPr id="3423" name="a | 50D atom feature bar" descr="bar.png">
            <a:extLst>
              <a:ext uri="{FF2B5EF4-FFF2-40B4-BE49-F238E27FC236}">
                <a16:creationId xmlns:a16="http://schemas.microsoft.com/office/drawing/2014/main" id="{EB119FF3-2372-78EF-5AFE-F2C004EF6290}"/>
              </a:ext>
            </a:extLst>
          </p:cNvPr>
          <p:cNvPicPr>
            <a:picLocks noChangeAspect="1"/>
          </p:cNvPicPr>
          <p:nvPr/>
        </p:nvPicPr>
        <p:blipFill>
          <a:blip r:embed="rId8"/>
          <a:stretch>
            <a:fillRect/>
          </a:stretch>
        </p:blipFill>
        <p:spPr>
          <a:xfrm>
            <a:off x="1784247" y="3501830"/>
            <a:ext cx="204607" cy="54091"/>
          </a:xfrm>
          <a:prstGeom prst="rect">
            <a:avLst/>
          </a:prstGeom>
        </p:spPr>
      </p:pic>
      <p:sp>
        <p:nvSpPr>
          <p:cNvPr id="11" name="b | panel background">
            <a:extLst>
              <a:ext uri="{FF2B5EF4-FFF2-40B4-BE49-F238E27FC236}">
                <a16:creationId xmlns:a16="http://schemas.microsoft.com/office/drawing/2014/main" id="{C93D8334-71A7-B5EA-DF37-556A6E550973}"/>
              </a:ext>
            </a:extLst>
          </p:cNvPr>
          <p:cNvSpPr>
            <a:spLocks noGrp="1"/>
          </p:cNvSpPr>
          <p:nvPr/>
        </p:nvSpPr>
        <p:spPr>
          <a:xfrm>
            <a:off x="2111148" y="47036"/>
            <a:ext cx="2963267" cy="1599224"/>
          </a:xfrm>
          <a:prstGeom prst="roundRect">
            <a:avLst>
              <a:gd name="adj" fmla="val 1737"/>
            </a:avLst>
          </a:prstGeom>
          <a:solidFill>
            <a:srgbClr val="F4F8FC"/>
          </a:solidFill>
          <a:ln w="5174">
            <a:solidFill>
              <a:srgbClr val="BCD3E4"/>
            </a:solidFill>
            <a:prstDash val="solid"/>
          </a:ln>
        </p:spPr>
        <p:txBody>
          <a:bodyPr/>
          <a:lstStyle/>
          <a:p>
            <a:endParaRPr lang="zh-CN" altLang="en-US" sz="1289" dirty="0"/>
          </a:p>
        </p:txBody>
      </p:sp>
      <p:pic>
        <p:nvPicPr>
          <p:cNvPr id="13" name="图片 12">
            <a:extLst>
              <a:ext uri="{FF2B5EF4-FFF2-40B4-BE49-F238E27FC236}">
                <a16:creationId xmlns:a16="http://schemas.microsoft.com/office/drawing/2014/main" id="{978488FA-4728-6E24-494E-4D5024E80E72}"/>
              </a:ext>
            </a:extLst>
          </p:cNvPr>
          <p:cNvPicPr>
            <a:picLocks noChangeAspect="1"/>
          </p:cNvPicPr>
          <p:nvPr/>
        </p:nvPicPr>
        <p:blipFill>
          <a:blip r:embed="rId9"/>
          <a:stretch/>
        </p:blipFill>
        <p:spPr>
          <a:xfrm>
            <a:off x="2923374" y="526649"/>
            <a:ext cx="1398292" cy="274055"/>
          </a:xfrm>
          <a:prstGeom prst="rect">
            <a:avLst/>
          </a:prstGeom>
        </p:spPr>
      </p:pic>
      <p:sp>
        <p:nvSpPr>
          <p:cNvPr id="14" name="b | panel label">
            <a:extLst>
              <a:ext uri="{FF2B5EF4-FFF2-40B4-BE49-F238E27FC236}">
                <a16:creationId xmlns:a16="http://schemas.microsoft.com/office/drawing/2014/main" id="{6955B358-D257-AE08-279D-6D24862565B8}"/>
              </a:ext>
            </a:extLst>
          </p:cNvPr>
          <p:cNvSpPr>
            <a:spLocks noGrp="1"/>
          </p:cNvSpPr>
          <p:nvPr/>
        </p:nvSpPr>
        <p:spPr>
          <a:xfrm>
            <a:off x="2151536" y="66886"/>
            <a:ext cx="88898" cy="111119"/>
          </a:xfrm>
          <a:prstGeom prst="rect">
            <a:avLst/>
          </a:prstGeom>
          <a:noFill/>
          <a:ln w="0">
            <a:noFill/>
          </a:ln>
        </p:spPr>
        <p:txBody>
          <a:bodyPr wrap="none" lIns="0" tIns="0" rIns="0" bIns="0" anchor="ctr">
            <a:noAutofit/>
          </a:bodyPr>
          <a:lstStyle/>
          <a:p>
            <a:pPr algn="l">
              <a:defRPr sz="978" b="1">
                <a:solidFill>
                  <a:srgbClr val="193044"/>
                </a:solidFill>
                <a:latin typeface="Arial"/>
                <a:ea typeface="Arial"/>
                <a:cs typeface="Arial"/>
              </a:defRPr>
            </a:pPr>
            <a:r>
              <a:rPr sz="700" b="1" dirty="0">
                <a:solidFill>
                  <a:srgbClr val="193044"/>
                </a:solidFill>
                <a:latin typeface="Arial"/>
                <a:ea typeface="Arial"/>
                <a:cs typeface="Arial"/>
              </a:rPr>
              <a:t>b</a:t>
            </a:r>
          </a:p>
        </p:txBody>
      </p:sp>
      <p:sp>
        <p:nvSpPr>
          <p:cNvPr id="15" name="b | title">
            <a:extLst>
              <a:ext uri="{FF2B5EF4-FFF2-40B4-BE49-F238E27FC236}">
                <a16:creationId xmlns:a16="http://schemas.microsoft.com/office/drawing/2014/main" id="{2F0A5828-AB94-545F-197E-C2908C00149C}"/>
              </a:ext>
            </a:extLst>
          </p:cNvPr>
          <p:cNvSpPr>
            <a:spLocks noGrp="1"/>
          </p:cNvSpPr>
          <p:nvPr/>
        </p:nvSpPr>
        <p:spPr>
          <a:xfrm>
            <a:off x="2257102" y="68905"/>
            <a:ext cx="2148369" cy="101859"/>
          </a:xfrm>
          <a:prstGeom prst="rect">
            <a:avLst/>
          </a:prstGeom>
          <a:noFill/>
          <a:ln w="0">
            <a:noFill/>
          </a:ln>
        </p:spPr>
        <p:txBody>
          <a:bodyPr wrap="none" lIns="0" tIns="0" rIns="0" bIns="0" anchor="ctr">
            <a:noAutofit/>
          </a:bodyPr>
          <a:lstStyle/>
          <a:p>
            <a:pPr algn="l">
              <a:defRPr sz="876" b="1">
                <a:solidFill>
                  <a:srgbClr val="193044"/>
                </a:solidFill>
                <a:latin typeface="Arial"/>
                <a:ea typeface="Arial"/>
                <a:cs typeface="Arial"/>
              </a:defRPr>
            </a:pPr>
            <a:r>
              <a:rPr sz="627" b="1" dirty="0">
                <a:solidFill>
                  <a:srgbClr val="193044"/>
                </a:solidFill>
                <a:latin typeface="Arial"/>
                <a:ea typeface="Arial"/>
                <a:cs typeface="Arial"/>
              </a:rPr>
              <a:t>Find: locate ligand area</a:t>
            </a:r>
          </a:p>
        </p:txBody>
      </p:sp>
      <p:sp>
        <p:nvSpPr>
          <p:cNvPr id="16" name="b | density input frame">
            <a:extLst>
              <a:ext uri="{FF2B5EF4-FFF2-40B4-BE49-F238E27FC236}">
                <a16:creationId xmlns:a16="http://schemas.microsoft.com/office/drawing/2014/main" id="{E1FC32B4-2C98-5F67-9A1E-6BE338D1C42D}"/>
              </a:ext>
            </a:extLst>
          </p:cNvPr>
          <p:cNvSpPr>
            <a:spLocks noGrp="1"/>
          </p:cNvSpPr>
          <p:nvPr/>
        </p:nvSpPr>
        <p:spPr>
          <a:xfrm>
            <a:off x="2155240" y="306126"/>
            <a:ext cx="416709" cy="453735"/>
          </a:xfrm>
          <a:prstGeom prst="roundRect">
            <a:avLst>
              <a:gd name="adj" fmla="val 3556"/>
            </a:avLst>
          </a:prstGeom>
          <a:noFill/>
          <a:ln w="4010">
            <a:solidFill>
              <a:srgbClr val="B9D1E7"/>
            </a:solidFill>
            <a:prstDash val="solid"/>
          </a:ln>
        </p:spPr>
      </p:sp>
      <p:sp>
        <p:nvSpPr>
          <p:cNvPr id="17" name="b | receptor input frame">
            <a:extLst>
              <a:ext uri="{FF2B5EF4-FFF2-40B4-BE49-F238E27FC236}">
                <a16:creationId xmlns:a16="http://schemas.microsoft.com/office/drawing/2014/main" id="{E6B898E4-6F16-FE63-DFEE-FC1AE42193E7}"/>
              </a:ext>
            </a:extLst>
          </p:cNvPr>
          <p:cNvSpPr>
            <a:spLocks noGrp="1"/>
          </p:cNvSpPr>
          <p:nvPr/>
        </p:nvSpPr>
        <p:spPr>
          <a:xfrm>
            <a:off x="2155240" y="846648"/>
            <a:ext cx="416709" cy="329652"/>
          </a:xfrm>
          <a:prstGeom prst="roundRect">
            <a:avLst>
              <a:gd name="adj" fmla="val 4494"/>
            </a:avLst>
          </a:prstGeom>
          <a:noFill/>
          <a:ln w="4010">
            <a:solidFill>
              <a:srgbClr val="C8BEDB"/>
            </a:solidFill>
            <a:prstDash val="solid"/>
          </a:ln>
        </p:spPr>
      </p:sp>
      <p:sp>
        <p:nvSpPr>
          <p:cNvPr id="18" name="b | pseudo input frame">
            <a:extLst>
              <a:ext uri="{FF2B5EF4-FFF2-40B4-BE49-F238E27FC236}">
                <a16:creationId xmlns:a16="http://schemas.microsoft.com/office/drawing/2014/main" id="{7342B3C6-E8BB-9330-9630-A668B12E0807}"/>
              </a:ext>
            </a:extLst>
          </p:cNvPr>
          <p:cNvSpPr>
            <a:spLocks noGrp="1"/>
          </p:cNvSpPr>
          <p:nvPr/>
        </p:nvSpPr>
        <p:spPr>
          <a:xfrm>
            <a:off x="2155240" y="1321011"/>
            <a:ext cx="416709" cy="238906"/>
          </a:xfrm>
          <a:prstGeom prst="roundRect">
            <a:avLst>
              <a:gd name="adj" fmla="val 6202"/>
            </a:avLst>
          </a:prstGeom>
          <a:noFill/>
          <a:ln w="4010">
            <a:solidFill>
              <a:srgbClr val="DEC6A0"/>
            </a:solidFill>
            <a:prstDash val="solid"/>
          </a:ln>
        </p:spPr>
      </p:sp>
      <p:sp>
        <p:nvSpPr>
          <p:cNvPr id="19" name="b | ligand probability frame">
            <a:extLst>
              <a:ext uri="{FF2B5EF4-FFF2-40B4-BE49-F238E27FC236}">
                <a16:creationId xmlns:a16="http://schemas.microsoft.com/office/drawing/2014/main" id="{40BF0356-4818-220F-AFDB-E4858C61CE46}"/>
              </a:ext>
            </a:extLst>
          </p:cNvPr>
          <p:cNvSpPr>
            <a:spLocks noGrp="1"/>
          </p:cNvSpPr>
          <p:nvPr/>
        </p:nvSpPr>
        <p:spPr>
          <a:xfrm>
            <a:off x="4423992" y="302422"/>
            <a:ext cx="601914" cy="459291"/>
          </a:xfrm>
          <a:prstGeom prst="roundRect">
            <a:avLst>
              <a:gd name="adj" fmla="val 3226"/>
            </a:avLst>
          </a:prstGeom>
          <a:noFill/>
          <a:ln w="4398">
            <a:solidFill>
              <a:srgbClr val="AFC9DF"/>
            </a:solidFill>
            <a:prstDash val="solid"/>
          </a:ln>
        </p:spPr>
      </p:sp>
      <p:sp>
        <p:nvSpPr>
          <p:cNvPr id="20" name="b | cues frame">
            <a:extLst>
              <a:ext uri="{FF2B5EF4-FFF2-40B4-BE49-F238E27FC236}">
                <a16:creationId xmlns:a16="http://schemas.microsoft.com/office/drawing/2014/main" id="{A8D2939C-5064-EA25-3CBC-2136C8756278}"/>
              </a:ext>
            </a:extLst>
          </p:cNvPr>
          <p:cNvSpPr>
            <a:spLocks noGrp="1"/>
          </p:cNvSpPr>
          <p:nvPr/>
        </p:nvSpPr>
        <p:spPr>
          <a:xfrm>
            <a:off x="4423992" y="802457"/>
            <a:ext cx="601914" cy="303725"/>
          </a:xfrm>
          <a:prstGeom prst="roundRect">
            <a:avLst>
              <a:gd name="adj" fmla="val 4878"/>
            </a:avLst>
          </a:prstGeom>
          <a:noFill/>
          <a:ln w="4139">
            <a:solidFill>
              <a:srgbClr val="AFC9DF"/>
            </a:solidFill>
            <a:prstDash val="dash"/>
          </a:ln>
        </p:spPr>
      </p:sp>
      <p:sp>
        <p:nvSpPr>
          <p:cNvPr id="21" name="b | atom probability frame">
            <a:extLst>
              <a:ext uri="{FF2B5EF4-FFF2-40B4-BE49-F238E27FC236}">
                <a16:creationId xmlns:a16="http://schemas.microsoft.com/office/drawing/2014/main" id="{6EA7EFF3-6162-BBBD-DAC1-7126B60D58D5}"/>
              </a:ext>
            </a:extLst>
          </p:cNvPr>
          <p:cNvSpPr>
            <a:spLocks noGrp="1"/>
          </p:cNvSpPr>
          <p:nvPr/>
        </p:nvSpPr>
        <p:spPr>
          <a:xfrm>
            <a:off x="4423992" y="1146925"/>
            <a:ext cx="601914" cy="412992"/>
          </a:xfrm>
          <a:prstGeom prst="roundRect">
            <a:avLst>
              <a:gd name="adj" fmla="val 3587"/>
            </a:avLst>
          </a:prstGeom>
          <a:noFill/>
          <a:ln w="4398">
            <a:solidFill>
              <a:srgbClr val="C2B8D4"/>
            </a:solidFill>
            <a:prstDash val="solid"/>
          </a:ln>
        </p:spPr>
      </p:sp>
      <p:sp>
        <p:nvSpPr>
          <p:cNvPr id="22" name="b | point pathway frame">
            <a:extLst>
              <a:ext uri="{FF2B5EF4-FFF2-40B4-BE49-F238E27FC236}">
                <a16:creationId xmlns:a16="http://schemas.microsoft.com/office/drawing/2014/main" id="{E6B4A136-FAA8-EB8C-98D9-3D262A21DDFE}"/>
              </a:ext>
            </a:extLst>
          </p:cNvPr>
          <p:cNvSpPr>
            <a:spLocks noGrp="1"/>
          </p:cNvSpPr>
          <p:nvPr/>
        </p:nvSpPr>
        <p:spPr>
          <a:xfrm>
            <a:off x="2896056" y="1112667"/>
            <a:ext cx="1474225" cy="465769"/>
          </a:xfrm>
          <a:prstGeom prst="roundRect">
            <a:avLst>
              <a:gd name="adj" fmla="val 4202"/>
            </a:avLst>
          </a:prstGeom>
          <a:solidFill>
            <a:srgbClr val="F7F6FC"/>
          </a:solidFill>
          <a:ln w="4398">
            <a:solidFill>
              <a:srgbClr val="C6BCDA"/>
            </a:solidFill>
            <a:prstDash val="solid"/>
          </a:ln>
        </p:spPr>
      </p:sp>
      <p:sp>
        <p:nvSpPr>
          <p:cNvPr id="23" name="Density bank">
            <a:extLst>
              <a:ext uri="{FF2B5EF4-FFF2-40B4-BE49-F238E27FC236}">
                <a16:creationId xmlns:a16="http://schemas.microsoft.com/office/drawing/2014/main" id="{C23A2644-04EE-F657-3206-D540C41976CA}"/>
              </a:ext>
            </a:extLst>
          </p:cNvPr>
          <p:cNvSpPr>
            <a:spLocks noGrp="1"/>
          </p:cNvSpPr>
          <p:nvPr/>
        </p:nvSpPr>
        <p:spPr>
          <a:xfrm>
            <a:off x="2181169" y="320942"/>
            <a:ext cx="368557" cy="74079"/>
          </a:xfrm>
          <a:prstGeom prst="rect">
            <a:avLst/>
          </a:prstGeom>
          <a:noFill/>
          <a:ln w="0">
            <a:noFill/>
          </a:ln>
        </p:spPr>
        <p:txBody>
          <a:bodyPr wrap="none" lIns="0" tIns="0" rIns="0" bIns="0" anchor="ctr">
            <a:noAutofit/>
          </a:bodyPr>
          <a:lstStyle/>
          <a:p>
            <a:pPr algn="ctr">
              <a:defRPr sz="611" b="1">
                <a:solidFill>
                  <a:srgbClr val="193044"/>
                </a:solidFill>
                <a:latin typeface="Arial"/>
                <a:ea typeface="Arial"/>
                <a:cs typeface="Arial"/>
              </a:defRPr>
            </a:pPr>
            <a:r>
              <a:rPr sz="437" b="1">
                <a:solidFill>
                  <a:srgbClr val="193044"/>
                </a:solidFill>
                <a:latin typeface="Arial"/>
                <a:ea typeface="Arial"/>
                <a:cs typeface="Arial"/>
              </a:rPr>
              <a:t>Density bank</a:t>
            </a:r>
          </a:p>
        </p:txBody>
      </p:sp>
      <p:pic>
        <p:nvPicPr>
          <p:cNvPr id="24" name="图片 23">
            <a:extLst>
              <a:ext uri="{FF2B5EF4-FFF2-40B4-BE49-F238E27FC236}">
                <a16:creationId xmlns:a16="http://schemas.microsoft.com/office/drawing/2014/main" id="{F67E7526-C06A-DEA6-B4AC-AFA997D78AC7}"/>
              </a:ext>
            </a:extLst>
          </p:cNvPr>
          <p:cNvPicPr>
            <a:picLocks noChangeAspect="1"/>
          </p:cNvPicPr>
          <p:nvPr/>
        </p:nvPicPr>
        <p:blipFill>
          <a:blip r:embed="rId3"/>
          <a:stretch/>
        </p:blipFill>
        <p:spPr>
          <a:xfrm>
            <a:off x="2205245" y="415761"/>
            <a:ext cx="316699" cy="306693"/>
          </a:xfrm>
          <a:prstGeom prst="rect">
            <a:avLst/>
          </a:prstGeom>
        </p:spPr>
      </p:pic>
      <p:sp>
        <p:nvSpPr>
          <p:cNvPr id="25" name="Receptor atoms">
            <a:extLst>
              <a:ext uri="{FF2B5EF4-FFF2-40B4-BE49-F238E27FC236}">
                <a16:creationId xmlns:a16="http://schemas.microsoft.com/office/drawing/2014/main" id="{522F2079-BE8B-92B8-7466-E5E488813C11}"/>
              </a:ext>
            </a:extLst>
          </p:cNvPr>
          <p:cNvSpPr>
            <a:spLocks noGrp="1"/>
          </p:cNvSpPr>
          <p:nvPr/>
        </p:nvSpPr>
        <p:spPr>
          <a:xfrm>
            <a:off x="2177465" y="863315"/>
            <a:ext cx="372260" cy="66672"/>
          </a:xfrm>
          <a:prstGeom prst="rect">
            <a:avLst/>
          </a:prstGeom>
          <a:noFill/>
          <a:ln w="0">
            <a:noFill/>
          </a:ln>
        </p:spPr>
        <p:txBody>
          <a:bodyPr wrap="none" lIns="0" tIns="0" rIns="0" bIns="0" anchor="ctr">
            <a:noAutofit/>
          </a:bodyPr>
          <a:lstStyle/>
          <a:p>
            <a:pPr algn="ctr">
              <a:defRPr sz="591" b="1">
                <a:solidFill>
                  <a:srgbClr val="193044"/>
                </a:solidFill>
                <a:latin typeface="Arial"/>
                <a:ea typeface="Arial"/>
                <a:cs typeface="Arial"/>
              </a:defRPr>
            </a:pPr>
            <a:r>
              <a:rPr sz="423" b="1">
                <a:solidFill>
                  <a:srgbClr val="193044"/>
                </a:solidFill>
                <a:latin typeface="Arial"/>
                <a:ea typeface="Arial"/>
                <a:cs typeface="Arial"/>
              </a:rPr>
              <a:t>Receptor atoms</a:t>
            </a:r>
          </a:p>
        </p:txBody>
      </p:sp>
      <p:pic>
        <p:nvPicPr>
          <p:cNvPr id="26" name="图片 25">
            <a:extLst>
              <a:ext uri="{FF2B5EF4-FFF2-40B4-BE49-F238E27FC236}">
                <a16:creationId xmlns:a16="http://schemas.microsoft.com/office/drawing/2014/main" id="{CFD03ED2-D414-4EB0-D1AE-9E5E55697CA5}"/>
              </a:ext>
            </a:extLst>
          </p:cNvPr>
          <p:cNvPicPr>
            <a:picLocks noChangeAspect="1"/>
          </p:cNvPicPr>
          <p:nvPr/>
        </p:nvPicPr>
        <p:blipFill>
          <a:blip r:embed="rId10"/>
          <a:stretch/>
        </p:blipFill>
        <p:spPr>
          <a:xfrm>
            <a:off x="2210184" y="939246"/>
            <a:ext cx="308673" cy="185198"/>
          </a:xfrm>
          <a:prstGeom prst="rect">
            <a:avLst/>
          </a:prstGeom>
        </p:spPr>
      </p:pic>
      <p:sp>
        <p:nvSpPr>
          <p:cNvPr id="27" name="Atom encoding">
            <a:extLst>
              <a:ext uri="{FF2B5EF4-FFF2-40B4-BE49-F238E27FC236}">
                <a16:creationId xmlns:a16="http://schemas.microsoft.com/office/drawing/2014/main" id="{D32483CB-D2EB-3535-0EB9-1F9D561F2605}"/>
              </a:ext>
            </a:extLst>
          </p:cNvPr>
          <p:cNvSpPr>
            <a:spLocks noGrp="1"/>
          </p:cNvSpPr>
          <p:nvPr/>
        </p:nvSpPr>
        <p:spPr>
          <a:xfrm>
            <a:off x="2590594" y="933021"/>
            <a:ext cx="250026" cy="124083"/>
          </a:xfrm>
          <a:prstGeom prst="rect">
            <a:avLst/>
          </a:prstGeom>
          <a:noFill/>
          <a:ln w="0">
            <a:noFill/>
          </a:ln>
        </p:spPr>
        <p:txBody>
          <a:bodyPr wrap="none" lIns="0" tIns="0" rIns="0" bIns="0" anchor="ctr">
            <a:noAutofit/>
          </a:bodyPr>
          <a:lstStyle/>
          <a:p>
            <a:pPr algn="ctr">
              <a:defRPr sz="550" b="0">
                <a:solidFill>
                  <a:srgbClr val="776399"/>
                </a:solidFill>
                <a:latin typeface="Arial"/>
                <a:ea typeface="Arial"/>
                <a:cs typeface="Arial"/>
              </a:defRPr>
            </a:pPr>
            <a:r>
              <a:rPr sz="394" dirty="0">
                <a:solidFill>
                  <a:srgbClr val="776399"/>
                </a:solidFill>
                <a:latin typeface="Arial"/>
                <a:ea typeface="Arial"/>
                <a:cs typeface="Arial"/>
              </a:rPr>
              <a:t>Atom</a:t>
            </a:r>
          </a:p>
          <a:p>
            <a:pPr algn="ctr">
              <a:defRPr sz="550" b="0">
                <a:solidFill>
                  <a:srgbClr val="776399"/>
                </a:solidFill>
                <a:latin typeface="Arial"/>
                <a:ea typeface="Arial"/>
                <a:cs typeface="Arial"/>
              </a:defRPr>
            </a:pPr>
            <a:r>
              <a:rPr sz="394" dirty="0">
                <a:solidFill>
                  <a:srgbClr val="776399"/>
                </a:solidFill>
                <a:latin typeface="Arial"/>
                <a:ea typeface="Arial"/>
                <a:cs typeface="Arial"/>
              </a:rPr>
              <a:t>encoding</a:t>
            </a:r>
          </a:p>
        </p:txBody>
      </p:sp>
      <p:sp>
        <p:nvSpPr>
          <p:cNvPr id="28" name="Pseudo atoms">
            <a:extLst>
              <a:ext uri="{FF2B5EF4-FFF2-40B4-BE49-F238E27FC236}">
                <a16:creationId xmlns:a16="http://schemas.microsoft.com/office/drawing/2014/main" id="{ABCCDE9C-BE71-8235-3DF6-B28B69874F0C}"/>
              </a:ext>
            </a:extLst>
          </p:cNvPr>
          <p:cNvSpPr>
            <a:spLocks noGrp="1"/>
          </p:cNvSpPr>
          <p:nvPr/>
        </p:nvSpPr>
        <p:spPr>
          <a:xfrm>
            <a:off x="2173761" y="1339531"/>
            <a:ext cx="379668" cy="70375"/>
          </a:xfrm>
          <a:prstGeom prst="rect">
            <a:avLst/>
          </a:prstGeom>
          <a:noFill/>
          <a:ln w="0">
            <a:noFill/>
          </a:ln>
        </p:spPr>
        <p:txBody>
          <a:bodyPr wrap="none" lIns="0" tIns="0" rIns="0" bIns="0" anchor="ctr">
            <a:noAutofit/>
          </a:bodyPr>
          <a:lstStyle/>
          <a:p>
            <a:pPr algn="ctr">
              <a:defRPr sz="591" b="1">
                <a:solidFill>
                  <a:srgbClr val="193044"/>
                </a:solidFill>
                <a:latin typeface="Arial"/>
                <a:ea typeface="Arial"/>
                <a:cs typeface="Arial"/>
              </a:defRPr>
            </a:pPr>
            <a:r>
              <a:rPr sz="423" b="1">
                <a:solidFill>
                  <a:srgbClr val="193044"/>
                </a:solidFill>
                <a:latin typeface="Arial"/>
                <a:ea typeface="Arial"/>
                <a:cs typeface="Arial"/>
              </a:rPr>
              <a:t>Pseudo atoms</a:t>
            </a:r>
          </a:p>
        </p:txBody>
      </p:sp>
      <p:sp>
        <p:nvSpPr>
          <p:cNvPr id="29" name="3D voxel U-Net">
            <a:extLst>
              <a:ext uri="{FF2B5EF4-FFF2-40B4-BE49-F238E27FC236}">
                <a16:creationId xmlns:a16="http://schemas.microsoft.com/office/drawing/2014/main" id="{451FD7AC-FD3C-A60E-4916-B02FBBFBC06D}"/>
              </a:ext>
            </a:extLst>
          </p:cNvPr>
          <p:cNvSpPr>
            <a:spLocks noGrp="1"/>
          </p:cNvSpPr>
          <p:nvPr/>
        </p:nvSpPr>
        <p:spPr>
          <a:xfrm>
            <a:off x="3120154" y="250567"/>
            <a:ext cx="1009363" cy="81487"/>
          </a:xfrm>
          <a:prstGeom prst="rect">
            <a:avLst/>
          </a:prstGeom>
          <a:noFill/>
          <a:ln w="0">
            <a:noFill/>
          </a:ln>
        </p:spPr>
        <p:txBody>
          <a:bodyPr wrap="none" lIns="0" tIns="0" rIns="0" bIns="0" anchor="ctr">
            <a:noAutofit/>
          </a:bodyPr>
          <a:lstStyle/>
          <a:p>
            <a:pPr algn="ctr">
              <a:defRPr sz="713" b="1">
                <a:solidFill>
                  <a:srgbClr val="193044"/>
                </a:solidFill>
                <a:latin typeface="Arial"/>
                <a:ea typeface="Arial"/>
                <a:cs typeface="Arial"/>
              </a:defRPr>
            </a:pPr>
            <a:r>
              <a:rPr sz="510" b="1">
                <a:solidFill>
                  <a:srgbClr val="193044"/>
                </a:solidFill>
                <a:latin typeface="Arial"/>
                <a:ea typeface="Arial"/>
                <a:cs typeface="Arial"/>
              </a:rPr>
              <a:t>3D voxel U-Net</a:t>
            </a:r>
          </a:p>
        </p:txBody>
      </p:sp>
      <p:sp>
        <p:nvSpPr>
          <p:cNvPr id="30" name="Density bank to voxel input">
            <a:extLst>
              <a:ext uri="{FF2B5EF4-FFF2-40B4-BE49-F238E27FC236}">
                <a16:creationId xmlns:a16="http://schemas.microsoft.com/office/drawing/2014/main" id="{5E3664E7-6550-C4CC-E1B3-A2AD18974159}"/>
              </a:ext>
            </a:extLst>
          </p:cNvPr>
          <p:cNvSpPr>
            <a:spLocks noGrp="1"/>
          </p:cNvSpPr>
          <p:nvPr/>
        </p:nvSpPr>
        <p:spPr>
          <a:xfrm>
            <a:off x="2571949" y="636623"/>
            <a:ext cx="346332" cy="92"/>
          </a:xfrm>
          <a:custGeom>
            <a:avLst/>
            <a:gdLst/>
            <a:ahLst/>
            <a:cxnLst/>
            <a:rect l="0" t="0" r="0" b="0"/>
            <a:pathLst>
              <a:path w="1781175" h="476">
                <a:moveTo>
                  <a:pt x="0" y="0"/>
                </a:moveTo>
                <a:lnTo>
                  <a:pt x="1781175" y="0"/>
                </a:lnTo>
              </a:path>
            </a:pathLst>
          </a:custGeom>
          <a:noFill/>
          <a:ln w="7243">
            <a:solidFill>
              <a:srgbClr val="388BBE"/>
            </a:solidFill>
            <a:prstDash val="solid"/>
          </a:ln>
        </p:spPr>
      </p:sp>
      <p:sp>
        <p:nvSpPr>
          <p:cNvPr id="31" name="Density bank to voxel input | arrowhead">
            <a:extLst>
              <a:ext uri="{FF2B5EF4-FFF2-40B4-BE49-F238E27FC236}">
                <a16:creationId xmlns:a16="http://schemas.microsoft.com/office/drawing/2014/main" id="{470F680B-8998-5186-676A-1FD465B9ECFC}"/>
              </a:ext>
            </a:extLst>
          </p:cNvPr>
          <p:cNvSpPr>
            <a:spLocks noGrp="1"/>
          </p:cNvSpPr>
          <p:nvPr/>
        </p:nvSpPr>
        <p:spPr>
          <a:xfrm>
            <a:off x="2901109" y="628445"/>
            <a:ext cx="19447" cy="17113"/>
          </a:xfrm>
          <a:custGeom>
            <a:avLst/>
            <a:gdLst/>
            <a:ahLst/>
            <a:cxnLst/>
            <a:rect l="0" t="0" r="0" b="0"/>
            <a:pathLst>
              <a:path w="100013" h="88011">
                <a:moveTo>
                  <a:pt x="100013" y="44006"/>
                </a:moveTo>
                <a:lnTo>
                  <a:pt x="0" y="0"/>
                </a:lnTo>
                <a:lnTo>
                  <a:pt x="0" y="88011"/>
                </a:lnTo>
                <a:close/>
              </a:path>
            </a:pathLst>
          </a:custGeom>
          <a:solidFill>
            <a:srgbClr val="388BBE"/>
          </a:solidFill>
          <a:ln w="0">
            <a:noFill/>
          </a:ln>
        </p:spPr>
      </p:sp>
      <p:sp>
        <p:nvSpPr>
          <p:cNvPr id="32" name="Atom encoding shared trunk">
            <a:extLst>
              <a:ext uri="{FF2B5EF4-FFF2-40B4-BE49-F238E27FC236}">
                <a16:creationId xmlns:a16="http://schemas.microsoft.com/office/drawing/2014/main" id="{D9FF0840-1C79-0250-5546-BB9FD751255F}"/>
              </a:ext>
            </a:extLst>
          </p:cNvPr>
          <p:cNvSpPr>
            <a:spLocks noGrp="1"/>
          </p:cNvSpPr>
          <p:nvPr/>
        </p:nvSpPr>
        <p:spPr>
          <a:xfrm>
            <a:off x="2571949" y="993964"/>
            <a:ext cx="272250" cy="92"/>
          </a:xfrm>
          <a:custGeom>
            <a:avLst/>
            <a:gdLst/>
            <a:ahLst/>
            <a:cxnLst/>
            <a:rect l="0" t="0" r="0" b="0"/>
            <a:pathLst>
              <a:path w="1400175" h="476">
                <a:moveTo>
                  <a:pt x="0" y="0"/>
                </a:moveTo>
                <a:lnTo>
                  <a:pt x="1400175" y="0"/>
                </a:lnTo>
              </a:path>
            </a:pathLst>
          </a:custGeom>
          <a:noFill/>
          <a:ln w="6467">
            <a:solidFill>
              <a:srgbClr val="8C77B3"/>
            </a:solidFill>
            <a:prstDash val="solid"/>
          </a:ln>
        </p:spPr>
      </p:sp>
      <p:sp>
        <p:nvSpPr>
          <p:cNvPr id="33" name="Atom encoding to voxel input">
            <a:extLst>
              <a:ext uri="{FF2B5EF4-FFF2-40B4-BE49-F238E27FC236}">
                <a16:creationId xmlns:a16="http://schemas.microsoft.com/office/drawing/2014/main" id="{45B6F7AC-EFE7-5364-A120-24815F5EB72D}"/>
              </a:ext>
            </a:extLst>
          </p:cNvPr>
          <p:cNvSpPr>
            <a:spLocks noGrp="1"/>
          </p:cNvSpPr>
          <p:nvPr/>
        </p:nvSpPr>
        <p:spPr>
          <a:xfrm>
            <a:off x="2844200" y="689486"/>
            <a:ext cx="74081" cy="370396"/>
          </a:xfrm>
          <a:custGeom>
            <a:avLst/>
            <a:gdLst/>
            <a:ahLst/>
            <a:cxnLst/>
            <a:rect l="0" t="0" r="0" b="0"/>
            <a:pathLst>
              <a:path w="381000" h="1905000">
                <a:moveTo>
                  <a:pt x="0" y="1905000"/>
                </a:moveTo>
                <a:lnTo>
                  <a:pt x="0" y="0"/>
                </a:lnTo>
                <a:lnTo>
                  <a:pt x="381000" y="0"/>
                </a:lnTo>
              </a:path>
            </a:pathLst>
          </a:custGeom>
          <a:noFill/>
          <a:ln w="6467">
            <a:solidFill>
              <a:srgbClr val="8C77B3"/>
            </a:solidFill>
            <a:prstDash val="solid"/>
          </a:ln>
        </p:spPr>
      </p:sp>
      <p:sp>
        <p:nvSpPr>
          <p:cNvPr id="34" name="Atom encoding to voxel input | arrowhead">
            <a:extLst>
              <a:ext uri="{FF2B5EF4-FFF2-40B4-BE49-F238E27FC236}">
                <a16:creationId xmlns:a16="http://schemas.microsoft.com/office/drawing/2014/main" id="{938AA6FD-F933-46FB-5CB0-03483A465691}"/>
              </a:ext>
            </a:extLst>
          </p:cNvPr>
          <p:cNvSpPr>
            <a:spLocks noGrp="1"/>
          </p:cNvSpPr>
          <p:nvPr/>
        </p:nvSpPr>
        <p:spPr>
          <a:xfrm>
            <a:off x="2898835" y="680930"/>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35" name="Atom encoding to point input">
            <a:extLst>
              <a:ext uri="{FF2B5EF4-FFF2-40B4-BE49-F238E27FC236}">
                <a16:creationId xmlns:a16="http://schemas.microsoft.com/office/drawing/2014/main" id="{07A43FB7-B106-0DE4-350A-92B354CA9422}"/>
              </a:ext>
            </a:extLst>
          </p:cNvPr>
          <p:cNvSpPr>
            <a:spLocks noGrp="1"/>
          </p:cNvSpPr>
          <p:nvPr/>
        </p:nvSpPr>
        <p:spPr>
          <a:xfrm>
            <a:off x="2844199" y="1059882"/>
            <a:ext cx="66674" cy="200014"/>
          </a:xfrm>
          <a:custGeom>
            <a:avLst/>
            <a:gdLst/>
            <a:ahLst/>
            <a:cxnLst/>
            <a:rect l="0" t="0" r="0" b="0"/>
            <a:pathLst>
              <a:path w="342900" h="1028700">
                <a:moveTo>
                  <a:pt x="0" y="0"/>
                </a:moveTo>
                <a:lnTo>
                  <a:pt x="0" y="1028700"/>
                </a:lnTo>
                <a:lnTo>
                  <a:pt x="342900" y="1028700"/>
                </a:lnTo>
              </a:path>
            </a:pathLst>
          </a:custGeom>
          <a:noFill/>
          <a:ln w="6467">
            <a:solidFill>
              <a:srgbClr val="8C77B3"/>
            </a:solidFill>
            <a:prstDash val="solid"/>
          </a:ln>
        </p:spPr>
      </p:sp>
      <p:sp>
        <p:nvSpPr>
          <p:cNvPr id="36" name="Atom encoding to point input | arrowhead">
            <a:extLst>
              <a:ext uri="{FF2B5EF4-FFF2-40B4-BE49-F238E27FC236}">
                <a16:creationId xmlns:a16="http://schemas.microsoft.com/office/drawing/2014/main" id="{CC70FFA5-DEDF-8AFB-E7D2-97C56B1E10FE}"/>
              </a:ext>
            </a:extLst>
          </p:cNvPr>
          <p:cNvSpPr>
            <a:spLocks noGrp="1"/>
          </p:cNvSpPr>
          <p:nvPr/>
        </p:nvSpPr>
        <p:spPr>
          <a:xfrm>
            <a:off x="2891427" y="1251340"/>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37" name="Pseudo atoms to point input | arrowhead">
            <a:extLst>
              <a:ext uri="{FF2B5EF4-FFF2-40B4-BE49-F238E27FC236}">
                <a16:creationId xmlns:a16="http://schemas.microsoft.com/office/drawing/2014/main" id="{497E9919-A4F9-C153-9CB9-763B50D7CC07}"/>
              </a:ext>
            </a:extLst>
          </p:cNvPr>
          <p:cNvSpPr>
            <a:spLocks noGrp="1"/>
          </p:cNvSpPr>
          <p:nvPr/>
        </p:nvSpPr>
        <p:spPr>
          <a:xfrm>
            <a:off x="2891427" y="1306899"/>
            <a:ext cx="19447" cy="17113"/>
          </a:xfrm>
          <a:custGeom>
            <a:avLst/>
            <a:gdLst/>
            <a:ahLst/>
            <a:cxnLst/>
            <a:rect l="0" t="0" r="0" b="0"/>
            <a:pathLst>
              <a:path w="100013" h="88011">
                <a:moveTo>
                  <a:pt x="100013" y="44006"/>
                </a:moveTo>
                <a:lnTo>
                  <a:pt x="0" y="0"/>
                </a:lnTo>
                <a:lnTo>
                  <a:pt x="0" y="88011"/>
                </a:lnTo>
                <a:close/>
              </a:path>
            </a:pathLst>
          </a:custGeom>
          <a:solidFill>
            <a:srgbClr val="C78A2B"/>
          </a:solidFill>
          <a:ln w="0">
            <a:noFill/>
          </a:ln>
        </p:spPr>
      </p:sp>
      <p:sp>
        <p:nvSpPr>
          <p:cNvPr id="38" name="U-Net forward">
            <a:extLst>
              <a:ext uri="{FF2B5EF4-FFF2-40B4-BE49-F238E27FC236}">
                <a16:creationId xmlns:a16="http://schemas.microsoft.com/office/drawing/2014/main" id="{95B9C6DC-DDF2-D5E6-F3A4-4525CB6A14C2}"/>
              </a:ext>
            </a:extLst>
          </p:cNvPr>
          <p:cNvSpPr>
            <a:spLocks noGrp="1"/>
          </p:cNvSpPr>
          <p:nvPr/>
        </p:nvSpPr>
        <p:spPr>
          <a:xfrm>
            <a:off x="3066445" y="768792"/>
            <a:ext cx="16668" cy="92"/>
          </a:xfrm>
          <a:custGeom>
            <a:avLst/>
            <a:gdLst/>
            <a:ahLst/>
            <a:cxnLst/>
            <a:rect l="0" t="0" r="0" b="0"/>
            <a:pathLst>
              <a:path w="85725" h="476">
                <a:moveTo>
                  <a:pt x="0" y="0"/>
                </a:moveTo>
                <a:lnTo>
                  <a:pt x="85725" y="0"/>
                </a:lnTo>
              </a:path>
            </a:pathLst>
          </a:custGeom>
          <a:noFill/>
          <a:ln w="4656">
            <a:solidFill>
              <a:srgbClr val="6993B4"/>
            </a:solidFill>
            <a:prstDash val="solid"/>
          </a:ln>
        </p:spPr>
      </p:sp>
      <p:sp>
        <p:nvSpPr>
          <p:cNvPr id="39" name="U-Net forward | arrowhead">
            <a:extLst>
              <a:ext uri="{FF2B5EF4-FFF2-40B4-BE49-F238E27FC236}">
                <a16:creationId xmlns:a16="http://schemas.microsoft.com/office/drawing/2014/main" id="{38B872BD-D6E3-2AE9-D9BB-6AECE06A7A4B}"/>
              </a:ext>
            </a:extLst>
          </p:cNvPr>
          <p:cNvSpPr>
            <a:spLocks noGrp="1"/>
          </p:cNvSpPr>
          <p:nvPr/>
        </p:nvSpPr>
        <p:spPr>
          <a:xfrm>
            <a:off x="3072279" y="764025"/>
            <a:ext cx="10835" cy="9534"/>
          </a:xfrm>
          <a:custGeom>
            <a:avLst/>
            <a:gdLst/>
            <a:ahLst/>
            <a:cxnLst/>
            <a:rect l="0" t="0" r="0" b="0"/>
            <a:pathLst>
              <a:path w="55721" h="49035">
                <a:moveTo>
                  <a:pt x="55721" y="24517"/>
                </a:moveTo>
                <a:lnTo>
                  <a:pt x="0" y="0"/>
                </a:lnTo>
                <a:lnTo>
                  <a:pt x="0" y="49035"/>
                </a:lnTo>
                <a:close/>
              </a:path>
            </a:pathLst>
          </a:custGeom>
          <a:solidFill>
            <a:srgbClr val="6993B4"/>
          </a:solidFill>
          <a:ln w="0">
            <a:noFill/>
          </a:ln>
        </p:spPr>
      </p:sp>
      <p:sp>
        <p:nvSpPr>
          <p:cNvPr id="40" name="U-Net forward">
            <a:extLst>
              <a:ext uri="{FF2B5EF4-FFF2-40B4-BE49-F238E27FC236}">
                <a16:creationId xmlns:a16="http://schemas.microsoft.com/office/drawing/2014/main" id="{791E7FC2-BE26-9B3B-06ED-CB706F5580CC}"/>
              </a:ext>
            </a:extLst>
          </p:cNvPr>
          <p:cNvSpPr>
            <a:spLocks noGrp="1"/>
          </p:cNvSpPr>
          <p:nvPr/>
        </p:nvSpPr>
        <p:spPr>
          <a:xfrm>
            <a:off x="3184975" y="768792"/>
            <a:ext cx="16668" cy="92"/>
          </a:xfrm>
          <a:custGeom>
            <a:avLst/>
            <a:gdLst/>
            <a:ahLst/>
            <a:cxnLst/>
            <a:rect l="0" t="0" r="0" b="0"/>
            <a:pathLst>
              <a:path w="85725" h="476">
                <a:moveTo>
                  <a:pt x="0" y="0"/>
                </a:moveTo>
                <a:lnTo>
                  <a:pt x="85725" y="0"/>
                </a:lnTo>
              </a:path>
            </a:pathLst>
          </a:custGeom>
          <a:noFill/>
          <a:ln w="4656">
            <a:solidFill>
              <a:srgbClr val="6993B4"/>
            </a:solidFill>
            <a:prstDash val="solid"/>
          </a:ln>
        </p:spPr>
      </p:sp>
      <p:sp>
        <p:nvSpPr>
          <p:cNvPr id="41" name="U-Net forward | arrowhead">
            <a:extLst>
              <a:ext uri="{FF2B5EF4-FFF2-40B4-BE49-F238E27FC236}">
                <a16:creationId xmlns:a16="http://schemas.microsoft.com/office/drawing/2014/main" id="{1B6DAD83-76AD-C40A-9A1D-BAD0B1170F04}"/>
              </a:ext>
            </a:extLst>
          </p:cNvPr>
          <p:cNvSpPr>
            <a:spLocks noGrp="1"/>
          </p:cNvSpPr>
          <p:nvPr/>
        </p:nvSpPr>
        <p:spPr>
          <a:xfrm>
            <a:off x="3190809" y="764025"/>
            <a:ext cx="10835" cy="9534"/>
          </a:xfrm>
          <a:custGeom>
            <a:avLst/>
            <a:gdLst/>
            <a:ahLst/>
            <a:cxnLst/>
            <a:rect l="0" t="0" r="0" b="0"/>
            <a:pathLst>
              <a:path w="55721" h="49035">
                <a:moveTo>
                  <a:pt x="55721" y="24517"/>
                </a:moveTo>
                <a:lnTo>
                  <a:pt x="0" y="0"/>
                </a:lnTo>
                <a:lnTo>
                  <a:pt x="0" y="49035"/>
                </a:lnTo>
                <a:close/>
              </a:path>
            </a:pathLst>
          </a:custGeom>
          <a:solidFill>
            <a:srgbClr val="6993B4"/>
          </a:solidFill>
          <a:ln w="0">
            <a:noFill/>
          </a:ln>
        </p:spPr>
      </p:sp>
      <p:sp>
        <p:nvSpPr>
          <p:cNvPr id="42" name="U-Net forward">
            <a:extLst>
              <a:ext uri="{FF2B5EF4-FFF2-40B4-BE49-F238E27FC236}">
                <a16:creationId xmlns:a16="http://schemas.microsoft.com/office/drawing/2014/main" id="{0E1CB0A7-C654-B5EF-DD7C-D2A43D6E29FF}"/>
              </a:ext>
            </a:extLst>
          </p:cNvPr>
          <p:cNvSpPr>
            <a:spLocks noGrp="1"/>
          </p:cNvSpPr>
          <p:nvPr/>
        </p:nvSpPr>
        <p:spPr>
          <a:xfrm>
            <a:off x="3333139" y="768792"/>
            <a:ext cx="12965" cy="92"/>
          </a:xfrm>
          <a:custGeom>
            <a:avLst/>
            <a:gdLst/>
            <a:ahLst/>
            <a:cxnLst/>
            <a:rect l="0" t="0" r="0" b="0"/>
            <a:pathLst>
              <a:path w="66675" h="476">
                <a:moveTo>
                  <a:pt x="0" y="0"/>
                </a:moveTo>
                <a:lnTo>
                  <a:pt x="66675" y="0"/>
                </a:lnTo>
              </a:path>
            </a:pathLst>
          </a:custGeom>
          <a:noFill/>
          <a:ln w="4656">
            <a:solidFill>
              <a:srgbClr val="6993B4"/>
            </a:solidFill>
            <a:prstDash val="solid"/>
          </a:ln>
        </p:spPr>
      </p:sp>
      <p:sp>
        <p:nvSpPr>
          <p:cNvPr id="43" name="U-Net forward | arrowhead">
            <a:extLst>
              <a:ext uri="{FF2B5EF4-FFF2-40B4-BE49-F238E27FC236}">
                <a16:creationId xmlns:a16="http://schemas.microsoft.com/office/drawing/2014/main" id="{CAFA34AE-7744-52F7-A0F1-A1DB3A0CA467}"/>
              </a:ext>
            </a:extLst>
          </p:cNvPr>
          <p:cNvSpPr>
            <a:spLocks noGrp="1"/>
          </p:cNvSpPr>
          <p:nvPr/>
        </p:nvSpPr>
        <p:spPr>
          <a:xfrm>
            <a:off x="3337677" y="765084"/>
            <a:ext cx="8427" cy="7416"/>
          </a:xfrm>
          <a:custGeom>
            <a:avLst/>
            <a:gdLst/>
            <a:ahLst/>
            <a:cxnLst/>
            <a:rect l="0" t="0" r="0" b="0"/>
            <a:pathLst>
              <a:path w="43339" h="38138">
                <a:moveTo>
                  <a:pt x="43339" y="19069"/>
                </a:moveTo>
                <a:lnTo>
                  <a:pt x="0" y="0"/>
                </a:lnTo>
                <a:lnTo>
                  <a:pt x="0" y="38138"/>
                </a:lnTo>
                <a:close/>
              </a:path>
            </a:pathLst>
          </a:custGeom>
          <a:solidFill>
            <a:srgbClr val="6993B4"/>
          </a:solidFill>
          <a:ln w="0">
            <a:noFill/>
          </a:ln>
        </p:spPr>
      </p:sp>
      <p:sp>
        <p:nvSpPr>
          <p:cNvPr id="44" name="U-Net forward">
            <a:extLst>
              <a:ext uri="{FF2B5EF4-FFF2-40B4-BE49-F238E27FC236}">
                <a16:creationId xmlns:a16="http://schemas.microsoft.com/office/drawing/2014/main" id="{F7BB516D-1397-8594-890C-0B22F4E59B43}"/>
              </a:ext>
            </a:extLst>
          </p:cNvPr>
          <p:cNvSpPr>
            <a:spLocks noGrp="1"/>
          </p:cNvSpPr>
          <p:nvPr/>
        </p:nvSpPr>
        <p:spPr>
          <a:xfrm>
            <a:off x="3451670" y="768792"/>
            <a:ext cx="12965" cy="92"/>
          </a:xfrm>
          <a:custGeom>
            <a:avLst/>
            <a:gdLst/>
            <a:ahLst/>
            <a:cxnLst/>
            <a:rect l="0" t="0" r="0" b="0"/>
            <a:pathLst>
              <a:path w="66675" h="476">
                <a:moveTo>
                  <a:pt x="0" y="0"/>
                </a:moveTo>
                <a:lnTo>
                  <a:pt x="66675" y="0"/>
                </a:lnTo>
              </a:path>
            </a:pathLst>
          </a:custGeom>
          <a:noFill/>
          <a:ln w="4656">
            <a:solidFill>
              <a:srgbClr val="6993B4"/>
            </a:solidFill>
            <a:prstDash val="solid"/>
          </a:ln>
        </p:spPr>
      </p:sp>
      <p:sp>
        <p:nvSpPr>
          <p:cNvPr id="45" name="U-Net forward | arrowhead">
            <a:extLst>
              <a:ext uri="{FF2B5EF4-FFF2-40B4-BE49-F238E27FC236}">
                <a16:creationId xmlns:a16="http://schemas.microsoft.com/office/drawing/2014/main" id="{398CF120-51A0-6893-4DAA-FF3C16E68C72}"/>
              </a:ext>
            </a:extLst>
          </p:cNvPr>
          <p:cNvSpPr>
            <a:spLocks noGrp="1"/>
          </p:cNvSpPr>
          <p:nvPr/>
        </p:nvSpPr>
        <p:spPr>
          <a:xfrm>
            <a:off x="3456207" y="765084"/>
            <a:ext cx="8427" cy="7416"/>
          </a:xfrm>
          <a:custGeom>
            <a:avLst/>
            <a:gdLst/>
            <a:ahLst/>
            <a:cxnLst/>
            <a:rect l="0" t="0" r="0" b="0"/>
            <a:pathLst>
              <a:path w="43339" h="38138">
                <a:moveTo>
                  <a:pt x="43339" y="19069"/>
                </a:moveTo>
                <a:lnTo>
                  <a:pt x="0" y="0"/>
                </a:lnTo>
                <a:lnTo>
                  <a:pt x="0" y="38138"/>
                </a:lnTo>
                <a:close/>
              </a:path>
            </a:pathLst>
          </a:custGeom>
          <a:solidFill>
            <a:srgbClr val="6993B4"/>
          </a:solidFill>
          <a:ln w="0">
            <a:noFill/>
          </a:ln>
        </p:spPr>
      </p:sp>
      <p:sp>
        <p:nvSpPr>
          <p:cNvPr id="46" name="U-Net forward">
            <a:extLst>
              <a:ext uri="{FF2B5EF4-FFF2-40B4-BE49-F238E27FC236}">
                <a16:creationId xmlns:a16="http://schemas.microsoft.com/office/drawing/2014/main" id="{9112C1E5-737E-EFAE-AAD1-FECC4971E9C6}"/>
              </a:ext>
            </a:extLst>
          </p:cNvPr>
          <p:cNvSpPr>
            <a:spLocks noGrp="1"/>
          </p:cNvSpPr>
          <p:nvPr/>
        </p:nvSpPr>
        <p:spPr>
          <a:xfrm>
            <a:off x="3557235" y="768792"/>
            <a:ext cx="14817" cy="92"/>
          </a:xfrm>
          <a:custGeom>
            <a:avLst/>
            <a:gdLst/>
            <a:ahLst/>
            <a:cxnLst/>
            <a:rect l="0" t="0" r="0" b="0"/>
            <a:pathLst>
              <a:path w="76200" h="476">
                <a:moveTo>
                  <a:pt x="0" y="0"/>
                </a:moveTo>
                <a:lnTo>
                  <a:pt x="76200" y="0"/>
                </a:lnTo>
              </a:path>
            </a:pathLst>
          </a:custGeom>
          <a:noFill/>
          <a:ln w="4656">
            <a:solidFill>
              <a:srgbClr val="6993B4"/>
            </a:solidFill>
            <a:prstDash val="solid"/>
          </a:ln>
        </p:spPr>
      </p:sp>
      <p:sp>
        <p:nvSpPr>
          <p:cNvPr id="47" name="U-Net forward | arrowhead">
            <a:extLst>
              <a:ext uri="{FF2B5EF4-FFF2-40B4-BE49-F238E27FC236}">
                <a16:creationId xmlns:a16="http://schemas.microsoft.com/office/drawing/2014/main" id="{AC6B215D-EA69-2E9E-9674-F3729C76962E}"/>
              </a:ext>
            </a:extLst>
          </p:cNvPr>
          <p:cNvSpPr>
            <a:spLocks noGrp="1"/>
          </p:cNvSpPr>
          <p:nvPr/>
        </p:nvSpPr>
        <p:spPr>
          <a:xfrm>
            <a:off x="3562421" y="764555"/>
            <a:ext cx="9631" cy="8474"/>
          </a:xfrm>
          <a:custGeom>
            <a:avLst/>
            <a:gdLst/>
            <a:ahLst/>
            <a:cxnLst/>
            <a:rect l="0" t="0" r="0" b="0"/>
            <a:pathLst>
              <a:path w="49530" h="43586">
                <a:moveTo>
                  <a:pt x="49530" y="21793"/>
                </a:moveTo>
                <a:lnTo>
                  <a:pt x="0" y="0"/>
                </a:lnTo>
                <a:lnTo>
                  <a:pt x="0" y="43586"/>
                </a:lnTo>
                <a:close/>
              </a:path>
            </a:pathLst>
          </a:custGeom>
          <a:solidFill>
            <a:srgbClr val="6993B4"/>
          </a:solidFill>
          <a:ln w="0">
            <a:noFill/>
          </a:ln>
        </p:spPr>
      </p:sp>
      <p:sp>
        <p:nvSpPr>
          <p:cNvPr id="48" name="U-Net forward">
            <a:extLst>
              <a:ext uri="{FF2B5EF4-FFF2-40B4-BE49-F238E27FC236}">
                <a16:creationId xmlns:a16="http://schemas.microsoft.com/office/drawing/2014/main" id="{F83514E5-5DEC-C53B-623C-1F820A1BC4D6}"/>
              </a:ext>
            </a:extLst>
          </p:cNvPr>
          <p:cNvSpPr>
            <a:spLocks noGrp="1"/>
          </p:cNvSpPr>
          <p:nvPr/>
        </p:nvSpPr>
        <p:spPr>
          <a:xfrm>
            <a:off x="3673914" y="768792"/>
            <a:ext cx="14817" cy="92"/>
          </a:xfrm>
          <a:custGeom>
            <a:avLst/>
            <a:gdLst/>
            <a:ahLst/>
            <a:cxnLst/>
            <a:rect l="0" t="0" r="0" b="0"/>
            <a:pathLst>
              <a:path w="76200" h="476">
                <a:moveTo>
                  <a:pt x="0" y="0"/>
                </a:moveTo>
                <a:lnTo>
                  <a:pt x="76200" y="0"/>
                </a:lnTo>
              </a:path>
            </a:pathLst>
          </a:custGeom>
          <a:noFill/>
          <a:ln w="4656">
            <a:solidFill>
              <a:srgbClr val="6993B4"/>
            </a:solidFill>
            <a:prstDash val="solid"/>
          </a:ln>
        </p:spPr>
      </p:sp>
      <p:sp>
        <p:nvSpPr>
          <p:cNvPr id="49" name="U-Net forward | arrowhead">
            <a:extLst>
              <a:ext uri="{FF2B5EF4-FFF2-40B4-BE49-F238E27FC236}">
                <a16:creationId xmlns:a16="http://schemas.microsoft.com/office/drawing/2014/main" id="{A32E747B-3825-441E-A174-29B8BE0EDB20}"/>
              </a:ext>
            </a:extLst>
          </p:cNvPr>
          <p:cNvSpPr>
            <a:spLocks noGrp="1"/>
          </p:cNvSpPr>
          <p:nvPr/>
        </p:nvSpPr>
        <p:spPr>
          <a:xfrm>
            <a:off x="3679100" y="764555"/>
            <a:ext cx="9631" cy="8474"/>
          </a:xfrm>
          <a:custGeom>
            <a:avLst/>
            <a:gdLst/>
            <a:ahLst/>
            <a:cxnLst/>
            <a:rect l="0" t="0" r="0" b="0"/>
            <a:pathLst>
              <a:path w="49530" h="43586">
                <a:moveTo>
                  <a:pt x="49530" y="21793"/>
                </a:moveTo>
                <a:lnTo>
                  <a:pt x="0" y="0"/>
                </a:lnTo>
                <a:lnTo>
                  <a:pt x="0" y="43586"/>
                </a:lnTo>
                <a:close/>
              </a:path>
            </a:pathLst>
          </a:custGeom>
          <a:solidFill>
            <a:srgbClr val="6993B4"/>
          </a:solidFill>
          <a:ln w="0">
            <a:noFill/>
          </a:ln>
        </p:spPr>
      </p:sp>
      <p:sp>
        <p:nvSpPr>
          <p:cNvPr id="50" name="U-Net forward">
            <a:extLst>
              <a:ext uri="{FF2B5EF4-FFF2-40B4-BE49-F238E27FC236}">
                <a16:creationId xmlns:a16="http://schemas.microsoft.com/office/drawing/2014/main" id="{02496AC1-9C3D-5075-3D91-C491866E4DA1}"/>
              </a:ext>
            </a:extLst>
          </p:cNvPr>
          <p:cNvSpPr>
            <a:spLocks noGrp="1"/>
          </p:cNvSpPr>
          <p:nvPr/>
        </p:nvSpPr>
        <p:spPr>
          <a:xfrm>
            <a:off x="3786888" y="768792"/>
            <a:ext cx="11113" cy="92"/>
          </a:xfrm>
          <a:custGeom>
            <a:avLst/>
            <a:gdLst/>
            <a:ahLst/>
            <a:cxnLst/>
            <a:rect l="0" t="0" r="0" b="0"/>
            <a:pathLst>
              <a:path w="57150" h="476">
                <a:moveTo>
                  <a:pt x="0" y="0"/>
                </a:moveTo>
                <a:lnTo>
                  <a:pt x="57150" y="0"/>
                </a:lnTo>
              </a:path>
            </a:pathLst>
          </a:custGeom>
          <a:noFill/>
          <a:ln w="4656">
            <a:solidFill>
              <a:srgbClr val="6993B4"/>
            </a:solidFill>
            <a:prstDash val="solid"/>
          </a:ln>
        </p:spPr>
      </p:sp>
      <p:sp>
        <p:nvSpPr>
          <p:cNvPr id="51" name="U-Net forward | arrowhead">
            <a:extLst>
              <a:ext uri="{FF2B5EF4-FFF2-40B4-BE49-F238E27FC236}">
                <a16:creationId xmlns:a16="http://schemas.microsoft.com/office/drawing/2014/main" id="{8D6C03AB-F809-96C5-78EE-B89E71D62458}"/>
              </a:ext>
            </a:extLst>
          </p:cNvPr>
          <p:cNvSpPr>
            <a:spLocks noGrp="1"/>
          </p:cNvSpPr>
          <p:nvPr/>
        </p:nvSpPr>
        <p:spPr>
          <a:xfrm>
            <a:off x="3789667" y="765125"/>
            <a:ext cx="8334" cy="7334"/>
          </a:xfrm>
          <a:custGeom>
            <a:avLst/>
            <a:gdLst/>
            <a:ahLst/>
            <a:cxnLst/>
            <a:rect l="0" t="0" r="0" b="0"/>
            <a:pathLst>
              <a:path w="42863" h="37719">
                <a:moveTo>
                  <a:pt x="42863" y="18860"/>
                </a:moveTo>
                <a:lnTo>
                  <a:pt x="0" y="0"/>
                </a:lnTo>
                <a:lnTo>
                  <a:pt x="0" y="37719"/>
                </a:lnTo>
                <a:close/>
              </a:path>
            </a:pathLst>
          </a:custGeom>
          <a:solidFill>
            <a:srgbClr val="6993B4"/>
          </a:solidFill>
          <a:ln w="0">
            <a:noFill/>
          </a:ln>
        </p:spPr>
      </p:sp>
      <p:sp>
        <p:nvSpPr>
          <p:cNvPr id="52" name="U-Net forward">
            <a:extLst>
              <a:ext uri="{FF2B5EF4-FFF2-40B4-BE49-F238E27FC236}">
                <a16:creationId xmlns:a16="http://schemas.microsoft.com/office/drawing/2014/main" id="{B0753A9F-3780-2B50-BE26-D4D21F423CC7}"/>
              </a:ext>
            </a:extLst>
          </p:cNvPr>
          <p:cNvSpPr>
            <a:spLocks noGrp="1"/>
          </p:cNvSpPr>
          <p:nvPr/>
        </p:nvSpPr>
        <p:spPr>
          <a:xfrm>
            <a:off x="3903567" y="768792"/>
            <a:ext cx="11113" cy="92"/>
          </a:xfrm>
          <a:custGeom>
            <a:avLst/>
            <a:gdLst/>
            <a:ahLst/>
            <a:cxnLst/>
            <a:rect l="0" t="0" r="0" b="0"/>
            <a:pathLst>
              <a:path w="57150" h="476">
                <a:moveTo>
                  <a:pt x="0" y="0"/>
                </a:moveTo>
                <a:lnTo>
                  <a:pt x="57150" y="0"/>
                </a:lnTo>
              </a:path>
            </a:pathLst>
          </a:custGeom>
          <a:noFill/>
          <a:ln w="4656">
            <a:solidFill>
              <a:srgbClr val="6993B4"/>
            </a:solidFill>
            <a:prstDash val="solid"/>
          </a:ln>
        </p:spPr>
      </p:sp>
      <p:sp>
        <p:nvSpPr>
          <p:cNvPr id="53" name="U-Net forward | arrowhead">
            <a:extLst>
              <a:ext uri="{FF2B5EF4-FFF2-40B4-BE49-F238E27FC236}">
                <a16:creationId xmlns:a16="http://schemas.microsoft.com/office/drawing/2014/main" id="{8C233BA7-846F-E177-0052-B46588EE79EC}"/>
              </a:ext>
            </a:extLst>
          </p:cNvPr>
          <p:cNvSpPr>
            <a:spLocks noGrp="1"/>
          </p:cNvSpPr>
          <p:nvPr/>
        </p:nvSpPr>
        <p:spPr>
          <a:xfrm>
            <a:off x="3906346" y="765125"/>
            <a:ext cx="8334" cy="7334"/>
          </a:xfrm>
          <a:custGeom>
            <a:avLst/>
            <a:gdLst/>
            <a:ahLst/>
            <a:cxnLst/>
            <a:rect l="0" t="0" r="0" b="0"/>
            <a:pathLst>
              <a:path w="42863" h="37719">
                <a:moveTo>
                  <a:pt x="42863" y="18860"/>
                </a:moveTo>
                <a:lnTo>
                  <a:pt x="0" y="0"/>
                </a:lnTo>
                <a:lnTo>
                  <a:pt x="0" y="37719"/>
                </a:lnTo>
                <a:close/>
              </a:path>
            </a:pathLst>
          </a:custGeom>
          <a:solidFill>
            <a:srgbClr val="6993B4"/>
          </a:solidFill>
          <a:ln w="0">
            <a:noFill/>
          </a:ln>
        </p:spPr>
      </p:sp>
      <p:sp>
        <p:nvSpPr>
          <p:cNvPr id="54" name="U-Net forward">
            <a:extLst>
              <a:ext uri="{FF2B5EF4-FFF2-40B4-BE49-F238E27FC236}">
                <a16:creationId xmlns:a16="http://schemas.microsoft.com/office/drawing/2014/main" id="{C78CBDAE-66ED-313D-0352-5CF0C18A0D60}"/>
              </a:ext>
            </a:extLst>
          </p:cNvPr>
          <p:cNvSpPr>
            <a:spLocks noGrp="1"/>
          </p:cNvSpPr>
          <p:nvPr/>
        </p:nvSpPr>
        <p:spPr>
          <a:xfrm>
            <a:off x="4048027" y="768792"/>
            <a:ext cx="14817" cy="92"/>
          </a:xfrm>
          <a:custGeom>
            <a:avLst/>
            <a:gdLst/>
            <a:ahLst/>
            <a:cxnLst/>
            <a:rect l="0" t="0" r="0" b="0"/>
            <a:pathLst>
              <a:path w="76200" h="476">
                <a:moveTo>
                  <a:pt x="0" y="0"/>
                </a:moveTo>
                <a:lnTo>
                  <a:pt x="76200" y="0"/>
                </a:lnTo>
              </a:path>
            </a:pathLst>
          </a:custGeom>
          <a:noFill/>
          <a:ln w="4656">
            <a:solidFill>
              <a:srgbClr val="6993B4"/>
            </a:solidFill>
            <a:prstDash val="solid"/>
          </a:ln>
        </p:spPr>
      </p:sp>
      <p:sp>
        <p:nvSpPr>
          <p:cNvPr id="55" name="U-Net forward | arrowhead">
            <a:extLst>
              <a:ext uri="{FF2B5EF4-FFF2-40B4-BE49-F238E27FC236}">
                <a16:creationId xmlns:a16="http://schemas.microsoft.com/office/drawing/2014/main" id="{66A05C86-9697-D569-6A38-5B4C621CD925}"/>
              </a:ext>
            </a:extLst>
          </p:cNvPr>
          <p:cNvSpPr>
            <a:spLocks noGrp="1"/>
          </p:cNvSpPr>
          <p:nvPr/>
        </p:nvSpPr>
        <p:spPr>
          <a:xfrm>
            <a:off x="4053212" y="764555"/>
            <a:ext cx="9631" cy="8474"/>
          </a:xfrm>
          <a:custGeom>
            <a:avLst/>
            <a:gdLst/>
            <a:ahLst/>
            <a:cxnLst/>
            <a:rect l="0" t="0" r="0" b="0"/>
            <a:pathLst>
              <a:path w="49530" h="43586">
                <a:moveTo>
                  <a:pt x="49530" y="21793"/>
                </a:moveTo>
                <a:lnTo>
                  <a:pt x="0" y="0"/>
                </a:lnTo>
                <a:lnTo>
                  <a:pt x="0" y="43586"/>
                </a:lnTo>
                <a:close/>
              </a:path>
            </a:pathLst>
          </a:custGeom>
          <a:solidFill>
            <a:srgbClr val="6993B4"/>
          </a:solidFill>
          <a:ln w="0">
            <a:noFill/>
          </a:ln>
        </p:spPr>
      </p:sp>
      <p:sp>
        <p:nvSpPr>
          <p:cNvPr id="56" name="U-Net forward">
            <a:extLst>
              <a:ext uri="{FF2B5EF4-FFF2-40B4-BE49-F238E27FC236}">
                <a16:creationId xmlns:a16="http://schemas.microsoft.com/office/drawing/2014/main" id="{33CAF2E0-0DD8-872B-AD77-7F9E61087AC9}"/>
              </a:ext>
            </a:extLst>
          </p:cNvPr>
          <p:cNvSpPr>
            <a:spLocks noGrp="1"/>
          </p:cNvSpPr>
          <p:nvPr/>
        </p:nvSpPr>
        <p:spPr>
          <a:xfrm>
            <a:off x="4159150" y="768792"/>
            <a:ext cx="24076" cy="92"/>
          </a:xfrm>
          <a:custGeom>
            <a:avLst/>
            <a:gdLst/>
            <a:ahLst/>
            <a:cxnLst/>
            <a:rect l="0" t="0" r="0" b="0"/>
            <a:pathLst>
              <a:path w="123825" h="476">
                <a:moveTo>
                  <a:pt x="0" y="0"/>
                </a:moveTo>
                <a:lnTo>
                  <a:pt x="123825" y="0"/>
                </a:lnTo>
              </a:path>
            </a:pathLst>
          </a:custGeom>
          <a:noFill/>
          <a:ln w="4656">
            <a:solidFill>
              <a:srgbClr val="6993B4"/>
            </a:solidFill>
            <a:prstDash val="solid"/>
          </a:ln>
        </p:spPr>
      </p:sp>
      <p:sp>
        <p:nvSpPr>
          <p:cNvPr id="57" name="U-Net forward | arrowhead">
            <a:extLst>
              <a:ext uri="{FF2B5EF4-FFF2-40B4-BE49-F238E27FC236}">
                <a16:creationId xmlns:a16="http://schemas.microsoft.com/office/drawing/2014/main" id="{1E73E9F2-BE47-0A36-77AD-74B889438FC6}"/>
              </a:ext>
            </a:extLst>
          </p:cNvPr>
          <p:cNvSpPr>
            <a:spLocks noGrp="1"/>
          </p:cNvSpPr>
          <p:nvPr/>
        </p:nvSpPr>
        <p:spPr>
          <a:xfrm>
            <a:off x="4167576" y="761906"/>
            <a:ext cx="15650" cy="13771"/>
          </a:xfrm>
          <a:custGeom>
            <a:avLst/>
            <a:gdLst/>
            <a:ahLst/>
            <a:cxnLst/>
            <a:rect l="0" t="0" r="0" b="0"/>
            <a:pathLst>
              <a:path w="80486" h="70828">
                <a:moveTo>
                  <a:pt x="80486" y="35414"/>
                </a:moveTo>
                <a:lnTo>
                  <a:pt x="0" y="0"/>
                </a:lnTo>
                <a:lnTo>
                  <a:pt x="0" y="70828"/>
                </a:lnTo>
                <a:close/>
              </a:path>
            </a:pathLst>
          </a:custGeom>
          <a:solidFill>
            <a:srgbClr val="6993B4"/>
          </a:solidFill>
          <a:ln w="0">
            <a:noFill/>
          </a:ln>
        </p:spPr>
      </p:sp>
      <p:sp>
        <p:nvSpPr>
          <p:cNvPr id="58" name="U-Net skip 1">
            <a:extLst>
              <a:ext uri="{FF2B5EF4-FFF2-40B4-BE49-F238E27FC236}">
                <a16:creationId xmlns:a16="http://schemas.microsoft.com/office/drawing/2014/main" id="{5D50250C-B4B4-3778-BB6D-5CE51FAD9A8D}"/>
              </a:ext>
            </a:extLst>
          </p:cNvPr>
          <p:cNvSpPr>
            <a:spLocks noGrp="1"/>
          </p:cNvSpPr>
          <p:nvPr/>
        </p:nvSpPr>
        <p:spPr>
          <a:xfrm>
            <a:off x="2997919" y="446122"/>
            <a:ext cx="1257537" cy="85191"/>
          </a:xfrm>
          <a:custGeom>
            <a:avLst/>
            <a:gdLst/>
            <a:ahLst/>
            <a:cxnLst/>
            <a:rect l="0" t="0" r="0" b="0"/>
            <a:pathLst>
              <a:path w="6467475" h="438150">
                <a:moveTo>
                  <a:pt x="0" y="438150"/>
                </a:moveTo>
                <a:lnTo>
                  <a:pt x="0" y="0"/>
                </a:lnTo>
                <a:lnTo>
                  <a:pt x="6467475" y="0"/>
                </a:lnTo>
                <a:lnTo>
                  <a:pt x="6467475" y="438150"/>
                </a:lnTo>
              </a:path>
            </a:pathLst>
          </a:custGeom>
          <a:noFill/>
          <a:ln w="4915">
            <a:solidFill>
              <a:srgbClr val="86A6C7"/>
            </a:solidFill>
            <a:prstDash val="dash"/>
          </a:ln>
        </p:spPr>
      </p:sp>
      <p:sp>
        <p:nvSpPr>
          <p:cNvPr id="59" name="U-Net skip 1 | arrowhead">
            <a:extLst>
              <a:ext uri="{FF2B5EF4-FFF2-40B4-BE49-F238E27FC236}">
                <a16:creationId xmlns:a16="http://schemas.microsoft.com/office/drawing/2014/main" id="{DD4A6D9E-61DD-89A0-B8A3-9D78AA82756A}"/>
              </a:ext>
            </a:extLst>
          </p:cNvPr>
          <p:cNvSpPr>
            <a:spLocks noGrp="1"/>
          </p:cNvSpPr>
          <p:nvPr/>
        </p:nvSpPr>
        <p:spPr>
          <a:xfrm>
            <a:off x="4247279" y="508836"/>
            <a:ext cx="17113" cy="19446"/>
          </a:xfrm>
          <a:custGeom>
            <a:avLst/>
            <a:gdLst/>
            <a:ahLst/>
            <a:cxnLst/>
            <a:rect l="0" t="0" r="0" b="0"/>
            <a:pathLst>
              <a:path w="88011" h="100013">
                <a:moveTo>
                  <a:pt x="44005" y="100013"/>
                </a:moveTo>
                <a:lnTo>
                  <a:pt x="88011" y="0"/>
                </a:lnTo>
                <a:lnTo>
                  <a:pt x="0" y="0"/>
                </a:lnTo>
                <a:close/>
              </a:path>
            </a:pathLst>
          </a:custGeom>
          <a:solidFill>
            <a:srgbClr val="86A6C7"/>
          </a:solidFill>
          <a:ln w="0">
            <a:noFill/>
          </a:ln>
        </p:spPr>
      </p:sp>
      <p:sp>
        <p:nvSpPr>
          <p:cNvPr id="60" name="U-Net skip 2">
            <a:extLst>
              <a:ext uri="{FF2B5EF4-FFF2-40B4-BE49-F238E27FC236}">
                <a16:creationId xmlns:a16="http://schemas.microsoft.com/office/drawing/2014/main" id="{BC6AA274-595C-FBDE-3300-2822DE31478F}"/>
              </a:ext>
            </a:extLst>
          </p:cNvPr>
          <p:cNvSpPr>
            <a:spLocks noGrp="1"/>
          </p:cNvSpPr>
          <p:nvPr/>
        </p:nvSpPr>
        <p:spPr>
          <a:xfrm>
            <a:off x="3134970" y="464164"/>
            <a:ext cx="976026" cy="93712"/>
          </a:xfrm>
          <a:custGeom>
            <a:avLst/>
            <a:gdLst/>
            <a:ahLst/>
            <a:cxnLst/>
            <a:rect l="0" t="0" r="0" b="0"/>
            <a:pathLst>
              <a:path w="5019675" h="447675">
                <a:moveTo>
                  <a:pt x="0" y="447675"/>
                </a:moveTo>
                <a:lnTo>
                  <a:pt x="0" y="0"/>
                </a:lnTo>
                <a:lnTo>
                  <a:pt x="5019675" y="0"/>
                </a:lnTo>
                <a:lnTo>
                  <a:pt x="5019675" y="447675"/>
                </a:lnTo>
              </a:path>
            </a:pathLst>
          </a:custGeom>
          <a:noFill/>
          <a:ln w="4915">
            <a:solidFill>
              <a:srgbClr val="86A6C7"/>
            </a:solidFill>
            <a:prstDash val="dash"/>
          </a:ln>
        </p:spPr>
      </p:sp>
      <p:sp>
        <p:nvSpPr>
          <p:cNvPr id="61" name="U-Net skip 2 | arrowhead">
            <a:extLst>
              <a:ext uri="{FF2B5EF4-FFF2-40B4-BE49-F238E27FC236}">
                <a16:creationId xmlns:a16="http://schemas.microsoft.com/office/drawing/2014/main" id="{2A07F023-0D18-73B7-7211-2728D7D203E1}"/>
              </a:ext>
            </a:extLst>
          </p:cNvPr>
          <p:cNvSpPr>
            <a:spLocks noGrp="1"/>
          </p:cNvSpPr>
          <p:nvPr/>
        </p:nvSpPr>
        <p:spPr>
          <a:xfrm>
            <a:off x="4102440" y="555135"/>
            <a:ext cx="17113" cy="19446"/>
          </a:xfrm>
          <a:custGeom>
            <a:avLst/>
            <a:gdLst/>
            <a:ahLst/>
            <a:cxnLst/>
            <a:rect l="0" t="0" r="0" b="0"/>
            <a:pathLst>
              <a:path w="88011" h="100013">
                <a:moveTo>
                  <a:pt x="44005" y="100013"/>
                </a:moveTo>
                <a:lnTo>
                  <a:pt x="88011" y="0"/>
                </a:lnTo>
                <a:lnTo>
                  <a:pt x="0" y="0"/>
                </a:lnTo>
                <a:close/>
              </a:path>
            </a:pathLst>
          </a:custGeom>
          <a:solidFill>
            <a:srgbClr val="86A6C7"/>
          </a:solidFill>
          <a:ln w="0">
            <a:noFill/>
          </a:ln>
        </p:spPr>
      </p:sp>
      <p:sp>
        <p:nvSpPr>
          <p:cNvPr id="62" name="U-Net skip 3">
            <a:extLst>
              <a:ext uri="{FF2B5EF4-FFF2-40B4-BE49-F238E27FC236}">
                <a16:creationId xmlns:a16="http://schemas.microsoft.com/office/drawing/2014/main" id="{60F7E82D-6221-561D-4A80-FDFFAF3E801A}"/>
              </a:ext>
            </a:extLst>
          </p:cNvPr>
          <p:cNvSpPr>
            <a:spLocks noGrp="1"/>
          </p:cNvSpPr>
          <p:nvPr/>
        </p:nvSpPr>
        <p:spPr>
          <a:xfrm>
            <a:off x="3268317" y="482728"/>
            <a:ext cx="717378" cy="119099"/>
          </a:xfrm>
          <a:custGeom>
            <a:avLst/>
            <a:gdLst/>
            <a:ahLst/>
            <a:cxnLst/>
            <a:rect l="0" t="0" r="0" b="0"/>
            <a:pathLst>
              <a:path w="3667125" h="419100">
                <a:moveTo>
                  <a:pt x="0" y="419100"/>
                </a:moveTo>
                <a:lnTo>
                  <a:pt x="0" y="0"/>
                </a:lnTo>
                <a:lnTo>
                  <a:pt x="3667125" y="0"/>
                </a:lnTo>
                <a:lnTo>
                  <a:pt x="3667125" y="419100"/>
                </a:lnTo>
              </a:path>
            </a:pathLst>
          </a:custGeom>
          <a:noFill/>
          <a:ln w="4915">
            <a:solidFill>
              <a:srgbClr val="86A6C7"/>
            </a:solidFill>
            <a:prstDash val="dash"/>
          </a:ln>
        </p:spPr>
      </p:sp>
      <p:sp>
        <p:nvSpPr>
          <p:cNvPr id="63" name="U-Net skip 3 | arrowhead">
            <a:extLst>
              <a:ext uri="{FF2B5EF4-FFF2-40B4-BE49-F238E27FC236}">
                <a16:creationId xmlns:a16="http://schemas.microsoft.com/office/drawing/2014/main" id="{B579C319-4A65-8154-D052-3B19F2ABA062}"/>
              </a:ext>
            </a:extLst>
          </p:cNvPr>
          <p:cNvSpPr>
            <a:spLocks noGrp="1"/>
          </p:cNvSpPr>
          <p:nvPr/>
        </p:nvSpPr>
        <p:spPr>
          <a:xfrm>
            <a:off x="3976964" y="592175"/>
            <a:ext cx="17113" cy="19446"/>
          </a:xfrm>
          <a:custGeom>
            <a:avLst/>
            <a:gdLst/>
            <a:ahLst/>
            <a:cxnLst/>
            <a:rect l="0" t="0" r="0" b="0"/>
            <a:pathLst>
              <a:path w="88011" h="100013">
                <a:moveTo>
                  <a:pt x="44006" y="100013"/>
                </a:moveTo>
                <a:lnTo>
                  <a:pt x="88011" y="0"/>
                </a:lnTo>
                <a:lnTo>
                  <a:pt x="0" y="0"/>
                </a:lnTo>
                <a:close/>
              </a:path>
            </a:pathLst>
          </a:custGeom>
          <a:solidFill>
            <a:srgbClr val="86A6C7"/>
          </a:solidFill>
          <a:ln w="0">
            <a:noFill/>
          </a:ln>
        </p:spPr>
      </p:sp>
      <p:sp>
        <p:nvSpPr>
          <p:cNvPr id="2752" name="U-Net skip 4">
            <a:extLst>
              <a:ext uri="{FF2B5EF4-FFF2-40B4-BE49-F238E27FC236}">
                <a16:creationId xmlns:a16="http://schemas.microsoft.com/office/drawing/2014/main" id="{C1551989-6A83-B4F4-5F7A-4F1D7DB4FFBD}"/>
              </a:ext>
            </a:extLst>
          </p:cNvPr>
          <p:cNvSpPr>
            <a:spLocks noGrp="1"/>
          </p:cNvSpPr>
          <p:nvPr/>
        </p:nvSpPr>
        <p:spPr>
          <a:xfrm>
            <a:off x="3399812" y="503299"/>
            <a:ext cx="450046" cy="165734"/>
          </a:xfrm>
          <a:custGeom>
            <a:avLst/>
            <a:gdLst/>
            <a:ahLst/>
            <a:cxnLst/>
            <a:rect l="0" t="0" r="0" b="0"/>
            <a:pathLst>
              <a:path w="2314575" h="504825">
                <a:moveTo>
                  <a:pt x="0" y="504825"/>
                </a:moveTo>
                <a:lnTo>
                  <a:pt x="0" y="0"/>
                </a:lnTo>
                <a:lnTo>
                  <a:pt x="2314575" y="0"/>
                </a:lnTo>
                <a:lnTo>
                  <a:pt x="2314575" y="504825"/>
                </a:lnTo>
              </a:path>
            </a:pathLst>
          </a:custGeom>
          <a:noFill/>
          <a:ln w="4915">
            <a:solidFill>
              <a:srgbClr val="86A6C7"/>
            </a:solidFill>
            <a:prstDash val="dash"/>
          </a:ln>
        </p:spPr>
      </p:sp>
      <p:sp>
        <p:nvSpPr>
          <p:cNvPr id="2753" name="U-Net skip 4 | arrowhead">
            <a:extLst>
              <a:ext uri="{FF2B5EF4-FFF2-40B4-BE49-F238E27FC236}">
                <a16:creationId xmlns:a16="http://schemas.microsoft.com/office/drawing/2014/main" id="{1EB4F97A-3EF2-9A12-F4F8-2833F55E46C5}"/>
              </a:ext>
            </a:extLst>
          </p:cNvPr>
          <p:cNvSpPr>
            <a:spLocks noGrp="1"/>
          </p:cNvSpPr>
          <p:nvPr/>
        </p:nvSpPr>
        <p:spPr>
          <a:xfrm>
            <a:off x="3841302" y="660951"/>
            <a:ext cx="17113" cy="19446"/>
          </a:xfrm>
          <a:custGeom>
            <a:avLst/>
            <a:gdLst/>
            <a:ahLst/>
            <a:cxnLst/>
            <a:rect l="0" t="0" r="0" b="0"/>
            <a:pathLst>
              <a:path w="88011" h="100013">
                <a:moveTo>
                  <a:pt x="44006" y="100013"/>
                </a:moveTo>
                <a:lnTo>
                  <a:pt x="88011" y="0"/>
                </a:lnTo>
                <a:lnTo>
                  <a:pt x="0" y="0"/>
                </a:lnTo>
                <a:close/>
              </a:path>
            </a:pathLst>
          </a:custGeom>
          <a:solidFill>
            <a:srgbClr val="86A6C7"/>
          </a:solidFill>
          <a:ln w="0">
            <a:noFill/>
          </a:ln>
        </p:spPr>
      </p:sp>
      <p:sp>
        <p:nvSpPr>
          <p:cNvPr id="2754" name="Skip connections">
            <a:extLst>
              <a:ext uri="{FF2B5EF4-FFF2-40B4-BE49-F238E27FC236}">
                <a16:creationId xmlns:a16="http://schemas.microsoft.com/office/drawing/2014/main" id="{6DBEB950-41AF-23BA-66AC-6055F0B0CBC2}"/>
              </a:ext>
            </a:extLst>
          </p:cNvPr>
          <p:cNvSpPr>
            <a:spLocks noGrp="1"/>
          </p:cNvSpPr>
          <p:nvPr/>
        </p:nvSpPr>
        <p:spPr>
          <a:xfrm>
            <a:off x="3327583" y="369012"/>
            <a:ext cx="592653" cy="62967"/>
          </a:xfrm>
          <a:prstGeom prst="rect">
            <a:avLst/>
          </a:prstGeom>
          <a:noFill/>
          <a:ln w="0">
            <a:noFill/>
          </a:ln>
        </p:spPr>
        <p:txBody>
          <a:bodyPr wrap="none" lIns="0" tIns="0" rIns="0" bIns="0" anchor="ctr">
            <a:noAutofit/>
          </a:bodyPr>
          <a:lstStyle/>
          <a:p>
            <a:pPr algn="ctr">
              <a:defRPr sz="509" b="0">
                <a:solidFill>
                  <a:srgbClr val="617F9F"/>
                </a:solidFill>
                <a:latin typeface="Arial"/>
                <a:ea typeface="Arial"/>
                <a:cs typeface="Arial"/>
              </a:defRPr>
            </a:pPr>
            <a:r>
              <a:rPr sz="364">
                <a:solidFill>
                  <a:srgbClr val="617F9F"/>
                </a:solidFill>
                <a:latin typeface="Arial"/>
                <a:ea typeface="Arial"/>
                <a:cs typeface="Arial"/>
              </a:rPr>
              <a:t>Skip connections</a:t>
            </a:r>
          </a:p>
        </p:txBody>
      </p:sp>
      <p:sp>
        <p:nvSpPr>
          <p:cNvPr id="2755" name="Encoder">
            <a:extLst>
              <a:ext uri="{FF2B5EF4-FFF2-40B4-BE49-F238E27FC236}">
                <a16:creationId xmlns:a16="http://schemas.microsoft.com/office/drawing/2014/main" id="{C3C37912-050A-ADBF-768A-2EAE47B807E7}"/>
              </a:ext>
            </a:extLst>
          </p:cNvPr>
          <p:cNvSpPr>
            <a:spLocks noGrp="1"/>
          </p:cNvSpPr>
          <p:nvPr/>
        </p:nvSpPr>
        <p:spPr>
          <a:xfrm>
            <a:off x="2959721" y="800705"/>
            <a:ext cx="431525" cy="75931"/>
          </a:xfrm>
          <a:prstGeom prst="rect">
            <a:avLst/>
          </a:prstGeom>
          <a:noFill/>
          <a:ln w="0">
            <a:noFill/>
          </a:ln>
        </p:spPr>
        <p:txBody>
          <a:bodyPr wrap="none" lIns="0" tIns="0" rIns="0" bIns="0" anchor="ctr">
            <a:noAutofit/>
          </a:bodyPr>
          <a:lstStyle/>
          <a:p>
            <a:pPr algn="ctr">
              <a:defRPr sz="591" b="0">
                <a:solidFill>
                  <a:srgbClr val="507CAB"/>
                </a:solidFill>
                <a:latin typeface="Arial"/>
                <a:ea typeface="Arial"/>
                <a:cs typeface="Arial"/>
              </a:defRPr>
            </a:pPr>
            <a:r>
              <a:rPr sz="423" dirty="0">
                <a:solidFill>
                  <a:srgbClr val="507CAB"/>
                </a:solidFill>
                <a:latin typeface="Arial"/>
                <a:ea typeface="Arial"/>
                <a:cs typeface="Arial"/>
              </a:rPr>
              <a:t>Encoder</a:t>
            </a:r>
          </a:p>
        </p:txBody>
      </p:sp>
      <p:sp>
        <p:nvSpPr>
          <p:cNvPr id="2756" name="Bottleneck">
            <a:extLst>
              <a:ext uri="{FF2B5EF4-FFF2-40B4-BE49-F238E27FC236}">
                <a16:creationId xmlns:a16="http://schemas.microsoft.com/office/drawing/2014/main" id="{DD613867-7DB6-256E-B189-E45C8C2B81B0}"/>
              </a:ext>
            </a:extLst>
          </p:cNvPr>
          <p:cNvSpPr>
            <a:spLocks noGrp="1"/>
          </p:cNvSpPr>
          <p:nvPr/>
        </p:nvSpPr>
        <p:spPr>
          <a:xfrm>
            <a:off x="3453522" y="791599"/>
            <a:ext cx="338924" cy="75931"/>
          </a:xfrm>
          <a:prstGeom prst="rect">
            <a:avLst/>
          </a:prstGeom>
          <a:noFill/>
          <a:ln w="0">
            <a:noFill/>
          </a:ln>
        </p:spPr>
        <p:txBody>
          <a:bodyPr wrap="none" lIns="0" tIns="0" rIns="0" bIns="0" anchor="ctr">
            <a:noAutofit/>
          </a:bodyPr>
          <a:lstStyle/>
          <a:p>
            <a:pPr algn="ctr">
              <a:defRPr sz="591" b="0">
                <a:solidFill>
                  <a:srgbClr val="8C72AC"/>
                </a:solidFill>
                <a:latin typeface="Arial"/>
                <a:ea typeface="Arial"/>
                <a:cs typeface="Arial"/>
              </a:defRPr>
            </a:pPr>
            <a:r>
              <a:rPr sz="423" dirty="0">
                <a:solidFill>
                  <a:srgbClr val="8C72AC"/>
                </a:solidFill>
                <a:latin typeface="Arial"/>
                <a:ea typeface="Arial"/>
                <a:cs typeface="Arial"/>
              </a:rPr>
              <a:t>Bottleneck</a:t>
            </a:r>
          </a:p>
        </p:txBody>
      </p:sp>
      <p:sp>
        <p:nvSpPr>
          <p:cNvPr id="2757" name="Decoder">
            <a:extLst>
              <a:ext uri="{FF2B5EF4-FFF2-40B4-BE49-F238E27FC236}">
                <a16:creationId xmlns:a16="http://schemas.microsoft.com/office/drawing/2014/main" id="{E013A6E6-DD1E-A0B9-9C43-046FC590606F}"/>
              </a:ext>
            </a:extLst>
          </p:cNvPr>
          <p:cNvSpPr>
            <a:spLocks noGrp="1"/>
          </p:cNvSpPr>
          <p:nvPr/>
        </p:nvSpPr>
        <p:spPr>
          <a:xfrm>
            <a:off x="3876230" y="797038"/>
            <a:ext cx="411153" cy="75931"/>
          </a:xfrm>
          <a:prstGeom prst="rect">
            <a:avLst/>
          </a:prstGeom>
          <a:noFill/>
          <a:ln w="0">
            <a:noFill/>
          </a:ln>
        </p:spPr>
        <p:txBody>
          <a:bodyPr wrap="none" lIns="0" tIns="0" rIns="0" bIns="0" anchor="ctr">
            <a:noAutofit/>
          </a:bodyPr>
          <a:lstStyle/>
          <a:p>
            <a:pPr algn="ctr">
              <a:defRPr sz="591" b="0">
                <a:solidFill>
                  <a:srgbClr val="4F8E84"/>
                </a:solidFill>
                <a:latin typeface="Arial"/>
                <a:ea typeface="Arial"/>
                <a:cs typeface="Arial"/>
              </a:defRPr>
            </a:pPr>
            <a:r>
              <a:rPr sz="423" dirty="0">
                <a:solidFill>
                  <a:srgbClr val="4F8E84"/>
                </a:solidFill>
                <a:latin typeface="Arial"/>
                <a:ea typeface="Arial"/>
                <a:cs typeface="Arial"/>
              </a:rPr>
              <a:t>Decoder</a:t>
            </a:r>
          </a:p>
        </p:txBody>
      </p:sp>
      <p:sp>
        <p:nvSpPr>
          <p:cNvPr id="2758" name="Voxel-to-point fusion">
            <a:extLst>
              <a:ext uri="{FF2B5EF4-FFF2-40B4-BE49-F238E27FC236}">
                <a16:creationId xmlns:a16="http://schemas.microsoft.com/office/drawing/2014/main" id="{72EF83F2-B18A-7D25-434C-239290AA5BC9}"/>
              </a:ext>
            </a:extLst>
          </p:cNvPr>
          <p:cNvSpPr>
            <a:spLocks noGrp="1"/>
          </p:cNvSpPr>
          <p:nvPr/>
        </p:nvSpPr>
        <p:spPr>
          <a:xfrm>
            <a:off x="3313416" y="875863"/>
            <a:ext cx="92" cy="294465"/>
          </a:xfrm>
          <a:custGeom>
            <a:avLst/>
            <a:gdLst/>
            <a:ahLst/>
            <a:cxnLst/>
            <a:rect l="0" t="0" r="0" b="0"/>
            <a:pathLst>
              <a:path w="476" h="1514475">
                <a:moveTo>
                  <a:pt x="0" y="0"/>
                </a:moveTo>
                <a:lnTo>
                  <a:pt x="0" y="1514475"/>
                </a:lnTo>
              </a:path>
            </a:pathLst>
          </a:custGeom>
          <a:noFill/>
          <a:ln w="8537">
            <a:solidFill>
              <a:srgbClr val="388BBE"/>
            </a:solidFill>
            <a:prstDash val="solid"/>
          </a:ln>
        </p:spPr>
      </p:sp>
      <p:sp>
        <p:nvSpPr>
          <p:cNvPr id="2759" name="Voxel-to-point fusion | arrowhead">
            <a:extLst>
              <a:ext uri="{FF2B5EF4-FFF2-40B4-BE49-F238E27FC236}">
                <a16:creationId xmlns:a16="http://schemas.microsoft.com/office/drawing/2014/main" id="{FAC38868-8F5E-C7D7-1C83-675C2D03D927}"/>
              </a:ext>
            </a:extLst>
          </p:cNvPr>
          <p:cNvSpPr>
            <a:spLocks noGrp="1"/>
          </p:cNvSpPr>
          <p:nvPr/>
        </p:nvSpPr>
        <p:spPr>
          <a:xfrm>
            <a:off x="3304373" y="1167231"/>
            <a:ext cx="17113" cy="19446"/>
          </a:xfrm>
          <a:custGeom>
            <a:avLst/>
            <a:gdLst/>
            <a:ahLst/>
            <a:cxnLst/>
            <a:rect l="0" t="0" r="0" b="0"/>
            <a:pathLst>
              <a:path w="88011" h="100013">
                <a:moveTo>
                  <a:pt x="44006" y="100013"/>
                </a:moveTo>
                <a:lnTo>
                  <a:pt x="88011" y="0"/>
                </a:lnTo>
                <a:lnTo>
                  <a:pt x="0" y="0"/>
                </a:lnTo>
                <a:close/>
              </a:path>
            </a:pathLst>
          </a:custGeom>
          <a:solidFill>
            <a:srgbClr val="388BBE"/>
          </a:solidFill>
          <a:ln w="0">
            <a:noFill/>
          </a:ln>
        </p:spPr>
      </p:sp>
      <p:sp>
        <p:nvSpPr>
          <p:cNvPr id="2760" name="Voxel-to-point fusion">
            <a:extLst>
              <a:ext uri="{FF2B5EF4-FFF2-40B4-BE49-F238E27FC236}">
                <a16:creationId xmlns:a16="http://schemas.microsoft.com/office/drawing/2014/main" id="{89568921-07A8-226C-24FD-E1BBC05FC653}"/>
              </a:ext>
            </a:extLst>
          </p:cNvPr>
          <p:cNvSpPr>
            <a:spLocks noGrp="1"/>
          </p:cNvSpPr>
          <p:nvPr/>
        </p:nvSpPr>
        <p:spPr>
          <a:xfrm>
            <a:off x="3183123" y="927668"/>
            <a:ext cx="865366" cy="137047"/>
          </a:xfrm>
          <a:prstGeom prst="rect">
            <a:avLst/>
          </a:prstGeom>
          <a:noFill/>
          <a:ln w="0">
            <a:noFill/>
          </a:ln>
        </p:spPr>
        <p:txBody>
          <a:bodyPr wrap="none" lIns="0" tIns="0" rIns="0" bIns="0" anchor="ctr">
            <a:noAutofit/>
          </a:bodyPr>
          <a:lstStyle/>
          <a:p>
            <a:pPr algn="ctr">
              <a:defRPr sz="591" b="0">
                <a:solidFill>
                  <a:srgbClr val="388BBE"/>
                </a:solidFill>
                <a:latin typeface="Arial"/>
                <a:ea typeface="Arial"/>
                <a:cs typeface="Arial"/>
              </a:defRPr>
            </a:pPr>
            <a:r>
              <a:rPr sz="423" dirty="0">
                <a:solidFill>
                  <a:srgbClr val="388BBE"/>
                </a:solidFill>
                <a:latin typeface="Arial"/>
                <a:ea typeface="Arial"/>
                <a:cs typeface="Arial"/>
              </a:rPr>
              <a:t>Voxel-to-point</a:t>
            </a:r>
            <a:r>
              <a:rPr lang="en-US" sz="423" dirty="0">
                <a:solidFill>
                  <a:srgbClr val="388BBE"/>
                </a:solidFill>
                <a:latin typeface="Arial"/>
                <a:ea typeface="Arial"/>
                <a:cs typeface="Arial"/>
              </a:rPr>
              <a:t> </a:t>
            </a:r>
            <a:r>
              <a:rPr lang="en-US" altLang="zh-CN" sz="423" dirty="0">
                <a:solidFill>
                  <a:srgbClr val="388BBE"/>
                </a:solidFill>
                <a:latin typeface="Arial"/>
                <a:ea typeface="Arial"/>
                <a:cs typeface="Arial"/>
              </a:rPr>
              <a:t>fusion</a:t>
            </a:r>
            <a:endParaRPr sz="423" dirty="0">
              <a:solidFill>
                <a:srgbClr val="388BBE"/>
              </a:solidFill>
              <a:latin typeface="Arial"/>
              <a:ea typeface="Arial"/>
              <a:cs typeface="Arial"/>
            </a:endParaRPr>
          </a:p>
        </p:txBody>
      </p:sp>
      <p:sp>
        <p:nvSpPr>
          <p:cNvPr id="2765" name="b | refined point stage">
            <a:extLst>
              <a:ext uri="{FF2B5EF4-FFF2-40B4-BE49-F238E27FC236}">
                <a16:creationId xmlns:a16="http://schemas.microsoft.com/office/drawing/2014/main" id="{8FE29269-B1AC-9D37-E1FF-202CBB6A5511}"/>
              </a:ext>
            </a:extLst>
          </p:cNvPr>
          <p:cNvSpPr>
            <a:spLocks noGrp="1"/>
          </p:cNvSpPr>
          <p:nvPr/>
        </p:nvSpPr>
        <p:spPr>
          <a:xfrm>
            <a:off x="2920133" y="1191372"/>
            <a:ext cx="192613" cy="151863"/>
          </a:xfrm>
          <a:prstGeom prst="roundRect">
            <a:avLst>
              <a:gd name="adj" fmla="val 8537"/>
            </a:avLst>
          </a:prstGeom>
          <a:solidFill>
            <a:srgbClr val="FCFBFF"/>
          </a:solidFill>
          <a:ln w="4010">
            <a:solidFill>
              <a:srgbClr val="B6A6CF"/>
            </a:solidFill>
            <a:prstDash val="solid"/>
          </a:ln>
        </p:spPr>
      </p:sp>
      <p:sp>
        <p:nvSpPr>
          <p:cNvPr id="2766" name="b | refined point stage">
            <a:extLst>
              <a:ext uri="{FF2B5EF4-FFF2-40B4-BE49-F238E27FC236}">
                <a16:creationId xmlns:a16="http://schemas.microsoft.com/office/drawing/2014/main" id="{74BF6AAD-839F-DB7B-F031-73605739A2A7}"/>
              </a:ext>
            </a:extLst>
          </p:cNvPr>
          <p:cNvSpPr>
            <a:spLocks noGrp="1"/>
          </p:cNvSpPr>
          <p:nvPr/>
        </p:nvSpPr>
        <p:spPr>
          <a:xfrm>
            <a:off x="3223868" y="1191372"/>
            <a:ext cx="192613" cy="151863"/>
          </a:xfrm>
          <a:prstGeom prst="roundRect">
            <a:avLst>
              <a:gd name="adj" fmla="val 8537"/>
            </a:avLst>
          </a:prstGeom>
          <a:solidFill>
            <a:srgbClr val="FCFBFF"/>
          </a:solidFill>
          <a:ln w="4010">
            <a:solidFill>
              <a:srgbClr val="B6A6CF"/>
            </a:solidFill>
            <a:prstDash val="solid"/>
          </a:ln>
        </p:spPr>
      </p:sp>
      <p:sp>
        <p:nvSpPr>
          <p:cNvPr id="2767" name="b | refined point stage">
            <a:extLst>
              <a:ext uri="{FF2B5EF4-FFF2-40B4-BE49-F238E27FC236}">
                <a16:creationId xmlns:a16="http://schemas.microsoft.com/office/drawing/2014/main" id="{59BB1E91-6E9E-AEC9-1D38-176ABAC7A2F8}"/>
              </a:ext>
            </a:extLst>
          </p:cNvPr>
          <p:cNvSpPr>
            <a:spLocks noGrp="1"/>
          </p:cNvSpPr>
          <p:nvPr/>
        </p:nvSpPr>
        <p:spPr>
          <a:xfrm>
            <a:off x="3527603" y="1191372"/>
            <a:ext cx="192613" cy="151863"/>
          </a:xfrm>
          <a:prstGeom prst="roundRect">
            <a:avLst>
              <a:gd name="adj" fmla="val 8537"/>
            </a:avLst>
          </a:prstGeom>
          <a:solidFill>
            <a:srgbClr val="FCFBFF"/>
          </a:solidFill>
          <a:ln w="4010">
            <a:solidFill>
              <a:srgbClr val="B6A6CF"/>
            </a:solidFill>
            <a:prstDash val="solid"/>
          </a:ln>
        </p:spPr>
      </p:sp>
      <p:sp>
        <p:nvSpPr>
          <p:cNvPr id="2768" name="b | refined point stage">
            <a:extLst>
              <a:ext uri="{FF2B5EF4-FFF2-40B4-BE49-F238E27FC236}">
                <a16:creationId xmlns:a16="http://schemas.microsoft.com/office/drawing/2014/main" id="{976FF5D6-4388-88E8-4622-7ED9CC1FFF5F}"/>
              </a:ext>
            </a:extLst>
          </p:cNvPr>
          <p:cNvSpPr>
            <a:spLocks noGrp="1"/>
          </p:cNvSpPr>
          <p:nvPr/>
        </p:nvSpPr>
        <p:spPr>
          <a:xfrm>
            <a:off x="3831338" y="1191372"/>
            <a:ext cx="192613" cy="151863"/>
          </a:xfrm>
          <a:prstGeom prst="roundRect">
            <a:avLst>
              <a:gd name="adj" fmla="val 8537"/>
            </a:avLst>
          </a:prstGeom>
          <a:solidFill>
            <a:srgbClr val="FCFBFF"/>
          </a:solidFill>
          <a:ln w="4010">
            <a:solidFill>
              <a:srgbClr val="B6A6CF"/>
            </a:solidFill>
            <a:prstDash val="solid"/>
          </a:ln>
        </p:spPr>
      </p:sp>
      <p:sp>
        <p:nvSpPr>
          <p:cNvPr id="2769" name="b | refined point stage">
            <a:extLst>
              <a:ext uri="{FF2B5EF4-FFF2-40B4-BE49-F238E27FC236}">
                <a16:creationId xmlns:a16="http://schemas.microsoft.com/office/drawing/2014/main" id="{FC52499B-F0D7-A14D-3665-2BE447D81A24}"/>
              </a:ext>
            </a:extLst>
          </p:cNvPr>
          <p:cNvSpPr>
            <a:spLocks noGrp="1"/>
          </p:cNvSpPr>
          <p:nvPr/>
        </p:nvSpPr>
        <p:spPr>
          <a:xfrm>
            <a:off x="4135073" y="1191372"/>
            <a:ext cx="192613" cy="151863"/>
          </a:xfrm>
          <a:prstGeom prst="roundRect">
            <a:avLst>
              <a:gd name="adj" fmla="val 8537"/>
            </a:avLst>
          </a:prstGeom>
          <a:solidFill>
            <a:srgbClr val="FCFBFF"/>
          </a:solidFill>
          <a:ln w="4010">
            <a:solidFill>
              <a:srgbClr val="B6A6CF"/>
            </a:solidFill>
            <a:prstDash val="solid"/>
          </a:ln>
        </p:spPr>
        <p:txBody>
          <a:bodyPr/>
          <a:lstStyle/>
          <a:p>
            <a:endParaRPr lang="zh-CN" altLang="en-US" sz="1289" dirty="0"/>
          </a:p>
        </p:txBody>
      </p:sp>
      <p:sp>
        <p:nvSpPr>
          <p:cNvPr id="2770" name="Point pathway forward">
            <a:extLst>
              <a:ext uri="{FF2B5EF4-FFF2-40B4-BE49-F238E27FC236}">
                <a16:creationId xmlns:a16="http://schemas.microsoft.com/office/drawing/2014/main" id="{2C086CD5-3D9A-A0F1-38E8-239D7215C88A}"/>
              </a:ext>
            </a:extLst>
          </p:cNvPr>
          <p:cNvSpPr>
            <a:spLocks noGrp="1"/>
          </p:cNvSpPr>
          <p:nvPr/>
        </p:nvSpPr>
        <p:spPr>
          <a:xfrm>
            <a:off x="3123858" y="1267304"/>
            <a:ext cx="87046" cy="92"/>
          </a:xfrm>
          <a:custGeom>
            <a:avLst/>
            <a:gdLst/>
            <a:ahLst/>
            <a:cxnLst/>
            <a:rect l="0" t="0" r="0" b="0"/>
            <a:pathLst>
              <a:path w="447675" h="476">
                <a:moveTo>
                  <a:pt x="0" y="0"/>
                </a:moveTo>
                <a:lnTo>
                  <a:pt x="447675" y="0"/>
                </a:lnTo>
              </a:path>
            </a:pathLst>
          </a:custGeom>
          <a:noFill/>
          <a:ln w="6726">
            <a:solidFill>
              <a:srgbClr val="8C77B3"/>
            </a:solidFill>
            <a:prstDash val="solid"/>
          </a:ln>
        </p:spPr>
      </p:sp>
      <p:sp>
        <p:nvSpPr>
          <p:cNvPr id="2774" name="Point pathway forward | arrowhead">
            <a:extLst>
              <a:ext uri="{FF2B5EF4-FFF2-40B4-BE49-F238E27FC236}">
                <a16:creationId xmlns:a16="http://schemas.microsoft.com/office/drawing/2014/main" id="{613462C4-12C5-B8B1-6B2D-D9DFA083939F}"/>
              </a:ext>
            </a:extLst>
          </p:cNvPr>
          <p:cNvSpPr>
            <a:spLocks noGrp="1"/>
          </p:cNvSpPr>
          <p:nvPr/>
        </p:nvSpPr>
        <p:spPr>
          <a:xfrm>
            <a:off x="3191458"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2775" name="Point pathway forward">
            <a:extLst>
              <a:ext uri="{FF2B5EF4-FFF2-40B4-BE49-F238E27FC236}">
                <a16:creationId xmlns:a16="http://schemas.microsoft.com/office/drawing/2014/main" id="{F7B29AFA-21E4-817C-9863-4908EAF151DB}"/>
              </a:ext>
            </a:extLst>
          </p:cNvPr>
          <p:cNvSpPr>
            <a:spLocks noGrp="1"/>
          </p:cNvSpPr>
          <p:nvPr/>
        </p:nvSpPr>
        <p:spPr>
          <a:xfrm>
            <a:off x="3427593" y="1267304"/>
            <a:ext cx="87046" cy="92"/>
          </a:xfrm>
          <a:custGeom>
            <a:avLst/>
            <a:gdLst/>
            <a:ahLst/>
            <a:cxnLst/>
            <a:rect l="0" t="0" r="0" b="0"/>
            <a:pathLst>
              <a:path w="447675" h="476">
                <a:moveTo>
                  <a:pt x="0" y="0"/>
                </a:moveTo>
                <a:lnTo>
                  <a:pt x="447675" y="0"/>
                </a:lnTo>
              </a:path>
            </a:pathLst>
          </a:custGeom>
          <a:noFill/>
          <a:ln w="6726">
            <a:solidFill>
              <a:srgbClr val="8C77B3"/>
            </a:solidFill>
            <a:prstDash val="solid"/>
          </a:ln>
        </p:spPr>
      </p:sp>
      <p:sp>
        <p:nvSpPr>
          <p:cNvPr id="2776" name="Point pathway forward | arrowhead">
            <a:extLst>
              <a:ext uri="{FF2B5EF4-FFF2-40B4-BE49-F238E27FC236}">
                <a16:creationId xmlns:a16="http://schemas.microsoft.com/office/drawing/2014/main" id="{B064CAC3-8685-9EB9-54CE-1573D66E4C7F}"/>
              </a:ext>
            </a:extLst>
          </p:cNvPr>
          <p:cNvSpPr>
            <a:spLocks noGrp="1"/>
          </p:cNvSpPr>
          <p:nvPr/>
        </p:nvSpPr>
        <p:spPr>
          <a:xfrm>
            <a:off x="3495193"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2779" name="Point pathway forward">
            <a:extLst>
              <a:ext uri="{FF2B5EF4-FFF2-40B4-BE49-F238E27FC236}">
                <a16:creationId xmlns:a16="http://schemas.microsoft.com/office/drawing/2014/main" id="{CB0B2E5B-0DC8-4997-AD38-36971315F5CB}"/>
              </a:ext>
            </a:extLst>
          </p:cNvPr>
          <p:cNvSpPr>
            <a:spLocks noGrp="1"/>
          </p:cNvSpPr>
          <p:nvPr/>
        </p:nvSpPr>
        <p:spPr>
          <a:xfrm>
            <a:off x="3731327" y="1267304"/>
            <a:ext cx="87046" cy="92"/>
          </a:xfrm>
          <a:custGeom>
            <a:avLst/>
            <a:gdLst/>
            <a:ahLst/>
            <a:cxnLst/>
            <a:rect l="0" t="0" r="0" b="0"/>
            <a:pathLst>
              <a:path w="447675" h="476">
                <a:moveTo>
                  <a:pt x="0" y="0"/>
                </a:moveTo>
                <a:lnTo>
                  <a:pt x="447675" y="0"/>
                </a:lnTo>
              </a:path>
            </a:pathLst>
          </a:custGeom>
          <a:noFill/>
          <a:ln w="6726">
            <a:solidFill>
              <a:srgbClr val="8C77B3"/>
            </a:solidFill>
            <a:prstDash val="solid"/>
          </a:ln>
        </p:spPr>
      </p:sp>
      <p:sp>
        <p:nvSpPr>
          <p:cNvPr id="2780" name="Point pathway forward | arrowhead">
            <a:extLst>
              <a:ext uri="{FF2B5EF4-FFF2-40B4-BE49-F238E27FC236}">
                <a16:creationId xmlns:a16="http://schemas.microsoft.com/office/drawing/2014/main" id="{A1C5E359-AF71-B7AA-3A7A-A04B04A5A045}"/>
              </a:ext>
            </a:extLst>
          </p:cNvPr>
          <p:cNvSpPr>
            <a:spLocks noGrp="1"/>
          </p:cNvSpPr>
          <p:nvPr/>
        </p:nvSpPr>
        <p:spPr>
          <a:xfrm>
            <a:off x="3798928"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2781" name="Point pathway forward">
            <a:extLst>
              <a:ext uri="{FF2B5EF4-FFF2-40B4-BE49-F238E27FC236}">
                <a16:creationId xmlns:a16="http://schemas.microsoft.com/office/drawing/2014/main" id="{CCF603B2-0B9F-F1DA-3B40-D06DE306C0CA}"/>
              </a:ext>
            </a:extLst>
          </p:cNvPr>
          <p:cNvSpPr>
            <a:spLocks noGrp="1"/>
          </p:cNvSpPr>
          <p:nvPr/>
        </p:nvSpPr>
        <p:spPr>
          <a:xfrm>
            <a:off x="4035062" y="1267304"/>
            <a:ext cx="87046" cy="92"/>
          </a:xfrm>
          <a:custGeom>
            <a:avLst/>
            <a:gdLst/>
            <a:ahLst/>
            <a:cxnLst/>
            <a:rect l="0" t="0" r="0" b="0"/>
            <a:pathLst>
              <a:path w="447675" h="476">
                <a:moveTo>
                  <a:pt x="0" y="0"/>
                </a:moveTo>
                <a:lnTo>
                  <a:pt x="447675" y="0"/>
                </a:lnTo>
              </a:path>
            </a:pathLst>
          </a:custGeom>
          <a:noFill/>
          <a:ln w="6726">
            <a:solidFill>
              <a:srgbClr val="8C77B3"/>
            </a:solidFill>
            <a:prstDash val="solid"/>
          </a:ln>
        </p:spPr>
      </p:sp>
      <p:sp>
        <p:nvSpPr>
          <p:cNvPr id="2784" name="Point pathway forward | arrowhead">
            <a:extLst>
              <a:ext uri="{FF2B5EF4-FFF2-40B4-BE49-F238E27FC236}">
                <a16:creationId xmlns:a16="http://schemas.microsoft.com/office/drawing/2014/main" id="{5AB729BA-F709-6492-467D-51A373AE5566}"/>
              </a:ext>
            </a:extLst>
          </p:cNvPr>
          <p:cNvSpPr>
            <a:spLocks noGrp="1"/>
          </p:cNvSpPr>
          <p:nvPr/>
        </p:nvSpPr>
        <p:spPr>
          <a:xfrm>
            <a:off x="4102662"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2785" name="Point recycling rounded return">
            <a:extLst>
              <a:ext uri="{FF2B5EF4-FFF2-40B4-BE49-F238E27FC236}">
                <a16:creationId xmlns:a16="http://schemas.microsoft.com/office/drawing/2014/main" id="{4CD9A01D-6159-39FC-6085-FE6F586C0542}"/>
              </a:ext>
            </a:extLst>
          </p:cNvPr>
          <p:cNvSpPr>
            <a:spLocks noGrp="1"/>
          </p:cNvSpPr>
          <p:nvPr/>
        </p:nvSpPr>
        <p:spPr>
          <a:xfrm>
            <a:off x="3016439" y="1359902"/>
            <a:ext cx="1214940" cy="105563"/>
          </a:xfrm>
          <a:custGeom>
            <a:avLst/>
            <a:gdLst/>
            <a:ahLst/>
            <a:cxnLst/>
            <a:rect l="0" t="0" r="0" b="0"/>
            <a:pathLst>
              <a:path w="6248400" h="542925">
                <a:moveTo>
                  <a:pt x="6248400" y="0"/>
                </a:moveTo>
                <a:lnTo>
                  <a:pt x="6248400" y="314325"/>
                </a:lnTo>
                <a:lnTo>
                  <a:pt x="6247148" y="338220"/>
                </a:lnTo>
                <a:lnTo>
                  <a:pt x="6243405" y="361854"/>
                </a:lnTo>
                <a:lnTo>
                  <a:pt x="6237212" y="384966"/>
                </a:lnTo>
                <a:lnTo>
                  <a:pt x="6228636" y="407305"/>
                </a:lnTo>
                <a:lnTo>
                  <a:pt x="6217773" y="428625"/>
                </a:lnTo>
                <a:lnTo>
                  <a:pt x="6204741" y="448693"/>
                </a:lnTo>
                <a:lnTo>
                  <a:pt x="6189683" y="467288"/>
                </a:lnTo>
                <a:lnTo>
                  <a:pt x="6172763" y="484208"/>
                </a:lnTo>
                <a:lnTo>
                  <a:pt x="6154168" y="499266"/>
                </a:lnTo>
                <a:lnTo>
                  <a:pt x="6134100" y="512298"/>
                </a:lnTo>
                <a:lnTo>
                  <a:pt x="6112780" y="523161"/>
                </a:lnTo>
                <a:lnTo>
                  <a:pt x="6090441" y="531737"/>
                </a:lnTo>
                <a:lnTo>
                  <a:pt x="6067329" y="537930"/>
                </a:lnTo>
                <a:lnTo>
                  <a:pt x="6043695" y="541673"/>
                </a:lnTo>
                <a:lnTo>
                  <a:pt x="6019800" y="542925"/>
                </a:lnTo>
                <a:lnTo>
                  <a:pt x="228600" y="542925"/>
                </a:lnTo>
                <a:lnTo>
                  <a:pt x="204705" y="541673"/>
                </a:lnTo>
                <a:lnTo>
                  <a:pt x="181071" y="537930"/>
                </a:lnTo>
                <a:lnTo>
                  <a:pt x="157959" y="531737"/>
                </a:lnTo>
                <a:lnTo>
                  <a:pt x="135620" y="523161"/>
                </a:lnTo>
                <a:lnTo>
                  <a:pt x="114300" y="512298"/>
                </a:lnTo>
                <a:lnTo>
                  <a:pt x="94232" y="499266"/>
                </a:lnTo>
                <a:lnTo>
                  <a:pt x="75637" y="484208"/>
                </a:lnTo>
                <a:lnTo>
                  <a:pt x="58717" y="467288"/>
                </a:lnTo>
                <a:lnTo>
                  <a:pt x="43659" y="448693"/>
                </a:lnTo>
                <a:lnTo>
                  <a:pt x="30627" y="428625"/>
                </a:lnTo>
                <a:lnTo>
                  <a:pt x="19764" y="407305"/>
                </a:lnTo>
                <a:lnTo>
                  <a:pt x="11188" y="384966"/>
                </a:lnTo>
                <a:lnTo>
                  <a:pt x="4995" y="361854"/>
                </a:lnTo>
                <a:lnTo>
                  <a:pt x="1252" y="338220"/>
                </a:lnTo>
                <a:lnTo>
                  <a:pt x="0" y="314325"/>
                </a:lnTo>
                <a:lnTo>
                  <a:pt x="0" y="0"/>
                </a:lnTo>
              </a:path>
            </a:pathLst>
          </a:custGeom>
          <a:noFill/>
          <a:ln w="7761">
            <a:solidFill>
              <a:srgbClr val="6B94B8"/>
            </a:solidFill>
            <a:prstDash val="solid"/>
          </a:ln>
        </p:spPr>
      </p:sp>
      <p:sp>
        <p:nvSpPr>
          <p:cNvPr id="2786" name="Point recycling rounded return | arrowhead">
            <a:extLst>
              <a:ext uri="{FF2B5EF4-FFF2-40B4-BE49-F238E27FC236}">
                <a16:creationId xmlns:a16="http://schemas.microsoft.com/office/drawing/2014/main" id="{A6319CAC-7709-C3E0-51E1-1FF70168EF97}"/>
              </a:ext>
            </a:extLst>
          </p:cNvPr>
          <p:cNvSpPr>
            <a:spLocks noGrp="1"/>
          </p:cNvSpPr>
          <p:nvPr/>
        </p:nvSpPr>
        <p:spPr>
          <a:xfrm>
            <a:off x="3007883" y="1359902"/>
            <a:ext cx="17113" cy="19446"/>
          </a:xfrm>
          <a:custGeom>
            <a:avLst/>
            <a:gdLst/>
            <a:ahLst/>
            <a:cxnLst/>
            <a:rect l="0" t="0" r="0" b="0"/>
            <a:pathLst>
              <a:path w="88011" h="100013">
                <a:moveTo>
                  <a:pt x="44006" y="0"/>
                </a:moveTo>
                <a:lnTo>
                  <a:pt x="0" y="100013"/>
                </a:lnTo>
                <a:lnTo>
                  <a:pt x="88011" y="100013"/>
                </a:lnTo>
                <a:close/>
              </a:path>
            </a:pathLst>
          </a:custGeom>
          <a:solidFill>
            <a:srgbClr val="6B94B8"/>
          </a:solidFill>
          <a:ln w="0">
            <a:noFill/>
          </a:ln>
        </p:spPr>
      </p:sp>
      <p:sp>
        <p:nvSpPr>
          <p:cNvPr id="2842" name="Recycle">
            <a:extLst>
              <a:ext uri="{FF2B5EF4-FFF2-40B4-BE49-F238E27FC236}">
                <a16:creationId xmlns:a16="http://schemas.microsoft.com/office/drawing/2014/main" id="{6D727526-D097-8800-9E94-1440BBBFC5D4}"/>
              </a:ext>
            </a:extLst>
          </p:cNvPr>
          <p:cNvSpPr>
            <a:spLocks noGrp="1"/>
          </p:cNvSpPr>
          <p:nvPr/>
        </p:nvSpPr>
        <p:spPr>
          <a:xfrm>
            <a:off x="3466486" y="1385830"/>
            <a:ext cx="314847" cy="64819"/>
          </a:xfrm>
          <a:prstGeom prst="rect">
            <a:avLst/>
          </a:prstGeom>
          <a:noFill/>
          <a:ln w="0">
            <a:noFill/>
          </a:ln>
        </p:spPr>
        <p:txBody>
          <a:bodyPr wrap="none" lIns="0" tIns="0" rIns="0" bIns="0" anchor="ctr">
            <a:noAutofit/>
          </a:bodyPr>
          <a:lstStyle/>
          <a:p>
            <a:pPr algn="ctr">
              <a:defRPr sz="591" b="0">
                <a:solidFill>
                  <a:srgbClr val="4E769C"/>
                </a:solidFill>
                <a:latin typeface="Arial"/>
                <a:ea typeface="Arial"/>
                <a:cs typeface="Arial"/>
              </a:defRPr>
            </a:pPr>
            <a:r>
              <a:rPr sz="423" i="1">
                <a:solidFill>
                  <a:srgbClr val="4E769C"/>
                </a:solidFill>
                <a:latin typeface="Segoe UI"/>
                <a:ea typeface="Segoe UI"/>
                <a:cs typeface="Segoe UI"/>
              </a:rPr>
              <a:t>Recycle</a:t>
            </a:r>
          </a:p>
        </p:txBody>
      </p:sp>
      <p:sp>
        <p:nvSpPr>
          <p:cNvPr id="2843" name="Point Transformer V3">
            <a:extLst>
              <a:ext uri="{FF2B5EF4-FFF2-40B4-BE49-F238E27FC236}">
                <a16:creationId xmlns:a16="http://schemas.microsoft.com/office/drawing/2014/main" id="{8DC41471-0FF7-3F9E-59CA-D73A783F5C5E}"/>
              </a:ext>
            </a:extLst>
          </p:cNvPr>
          <p:cNvSpPr>
            <a:spLocks noGrp="1"/>
          </p:cNvSpPr>
          <p:nvPr/>
        </p:nvSpPr>
        <p:spPr>
          <a:xfrm>
            <a:off x="3007180" y="1498801"/>
            <a:ext cx="1235312" cy="64819"/>
          </a:xfrm>
          <a:prstGeom prst="rect">
            <a:avLst/>
          </a:prstGeom>
          <a:noFill/>
          <a:ln w="0">
            <a:noFill/>
          </a:ln>
        </p:spPr>
        <p:txBody>
          <a:bodyPr wrap="none" lIns="0" tIns="0" rIns="0" bIns="0" anchor="ctr">
            <a:noAutofit/>
          </a:bodyPr>
          <a:lstStyle/>
          <a:p>
            <a:pPr algn="ctr">
              <a:defRPr sz="652" b="1">
                <a:solidFill>
                  <a:srgbClr val="193044"/>
                </a:solidFill>
                <a:latin typeface="Arial"/>
                <a:ea typeface="Arial"/>
                <a:cs typeface="Arial"/>
              </a:defRPr>
            </a:pPr>
            <a:r>
              <a:rPr sz="467" b="1">
                <a:solidFill>
                  <a:srgbClr val="193044"/>
                </a:solidFill>
                <a:latin typeface="Arial"/>
                <a:ea typeface="Arial"/>
                <a:cs typeface="Arial"/>
              </a:rPr>
              <a:t>Point Transformer V3</a:t>
            </a:r>
          </a:p>
        </p:txBody>
      </p:sp>
      <p:sp>
        <p:nvSpPr>
          <p:cNvPr id="2844" name="Voxel pathway to ligand-area probability">
            <a:extLst>
              <a:ext uri="{FF2B5EF4-FFF2-40B4-BE49-F238E27FC236}">
                <a16:creationId xmlns:a16="http://schemas.microsoft.com/office/drawing/2014/main" id="{D98B0B72-667A-2C85-7B18-FC649F28704F}"/>
              </a:ext>
            </a:extLst>
          </p:cNvPr>
          <p:cNvSpPr>
            <a:spLocks noGrp="1"/>
          </p:cNvSpPr>
          <p:nvPr/>
        </p:nvSpPr>
        <p:spPr>
          <a:xfrm>
            <a:off x="4329537" y="615407"/>
            <a:ext cx="94454" cy="92"/>
          </a:xfrm>
          <a:custGeom>
            <a:avLst/>
            <a:gdLst/>
            <a:ahLst/>
            <a:cxnLst/>
            <a:rect l="0" t="0" r="0" b="0"/>
            <a:pathLst>
              <a:path w="485775" h="476">
                <a:moveTo>
                  <a:pt x="0" y="0"/>
                </a:moveTo>
                <a:lnTo>
                  <a:pt x="485775" y="0"/>
                </a:lnTo>
              </a:path>
            </a:pathLst>
          </a:custGeom>
          <a:noFill/>
          <a:ln w="7502">
            <a:solidFill>
              <a:srgbClr val="388BBE"/>
            </a:solidFill>
            <a:prstDash val="solid"/>
          </a:ln>
        </p:spPr>
      </p:sp>
      <p:sp>
        <p:nvSpPr>
          <p:cNvPr id="128" name="Voxel pathway to ligand-area probability | arrowhead">
            <a:extLst>
              <a:ext uri="{FF2B5EF4-FFF2-40B4-BE49-F238E27FC236}">
                <a16:creationId xmlns:a16="http://schemas.microsoft.com/office/drawing/2014/main" id="{572426E3-79A2-6BD6-A577-9D159C6A0E46}"/>
              </a:ext>
            </a:extLst>
          </p:cNvPr>
          <p:cNvSpPr>
            <a:spLocks noGrp="1"/>
          </p:cNvSpPr>
          <p:nvPr/>
        </p:nvSpPr>
        <p:spPr>
          <a:xfrm>
            <a:off x="4404545" y="606851"/>
            <a:ext cx="19447" cy="17113"/>
          </a:xfrm>
          <a:custGeom>
            <a:avLst/>
            <a:gdLst/>
            <a:ahLst/>
            <a:cxnLst/>
            <a:rect l="0" t="0" r="0" b="0"/>
            <a:pathLst>
              <a:path w="100013" h="88011">
                <a:moveTo>
                  <a:pt x="100013" y="44006"/>
                </a:moveTo>
                <a:lnTo>
                  <a:pt x="0" y="0"/>
                </a:lnTo>
                <a:lnTo>
                  <a:pt x="0" y="88011"/>
                </a:lnTo>
                <a:close/>
              </a:path>
            </a:pathLst>
          </a:custGeom>
          <a:solidFill>
            <a:srgbClr val="388BBE"/>
          </a:solidFill>
          <a:ln w="0">
            <a:noFill/>
          </a:ln>
        </p:spPr>
      </p:sp>
      <p:sp>
        <p:nvSpPr>
          <p:cNvPr id="129" name="Point pathway to atom binding probability">
            <a:extLst>
              <a:ext uri="{FF2B5EF4-FFF2-40B4-BE49-F238E27FC236}">
                <a16:creationId xmlns:a16="http://schemas.microsoft.com/office/drawing/2014/main" id="{306795DA-8E02-114A-BD92-3ABB8FBBE6F2}"/>
              </a:ext>
            </a:extLst>
          </p:cNvPr>
          <p:cNvSpPr>
            <a:spLocks noGrp="1"/>
          </p:cNvSpPr>
          <p:nvPr/>
        </p:nvSpPr>
        <p:spPr>
          <a:xfrm>
            <a:off x="4342502" y="1267304"/>
            <a:ext cx="81490" cy="92"/>
          </a:xfrm>
          <a:custGeom>
            <a:avLst/>
            <a:gdLst/>
            <a:ahLst/>
            <a:cxnLst/>
            <a:rect l="0" t="0" r="0" b="0"/>
            <a:pathLst>
              <a:path w="419100" h="476">
                <a:moveTo>
                  <a:pt x="0" y="0"/>
                </a:moveTo>
                <a:lnTo>
                  <a:pt x="419100" y="0"/>
                </a:lnTo>
              </a:path>
            </a:pathLst>
          </a:custGeom>
          <a:noFill/>
          <a:ln w="7502">
            <a:solidFill>
              <a:srgbClr val="8C77B3"/>
            </a:solidFill>
            <a:prstDash val="solid"/>
          </a:ln>
        </p:spPr>
      </p:sp>
      <p:sp>
        <p:nvSpPr>
          <p:cNvPr id="130" name="Point pathway to atom binding probability | arrowhead">
            <a:extLst>
              <a:ext uri="{FF2B5EF4-FFF2-40B4-BE49-F238E27FC236}">
                <a16:creationId xmlns:a16="http://schemas.microsoft.com/office/drawing/2014/main" id="{45F233AB-96E1-7861-CB92-5E8414CED807}"/>
              </a:ext>
            </a:extLst>
          </p:cNvPr>
          <p:cNvSpPr>
            <a:spLocks noGrp="1"/>
          </p:cNvSpPr>
          <p:nvPr/>
        </p:nvSpPr>
        <p:spPr>
          <a:xfrm>
            <a:off x="4404545"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131" name="Ligand-area probability">
            <a:extLst>
              <a:ext uri="{FF2B5EF4-FFF2-40B4-BE49-F238E27FC236}">
                <a16:creationId xmlns:a16="http://schemas.microsoft.com/office/drawing/2014/main" id="{3622C918-65D7-B4B9-9AAB-187FB2822EE3}"/>
              </a:ext>
            </a:extLst>
          </p:cNvPr>
          <p:cNvSpPr>
            <a:spLocks noGrp="1"/>
          </p:cNvSpPr>
          <p:nvPr/>
        </p:nvSpPr>
        <p:spPr>
          <a:xfrm>
            <a:off x="4464737" y="320942"/>
            <a:ext cx="520423" cy="114823"/>
          </a:xfrm>
          <a:prstGeom prst="rect">
            <a:avLst/>
          </a:prstGeom>
          <a:noFill/>
          <a:ln w="0">
            <a:noFill/>
          </a:ln>
        </p:spPr>
        <p:txBody>
          <a:bodyPr wrap="none" lIns="0" tIns="0" rIns="0" bIns="0" anchor="ctr">
            <a:noAutofit/>
          </a:bodyPr>
          <a:lstStyle/>
          <a:p>
            <a:pPr algn="ctr">
              <a:defRPr sz="570" b="1">
                <a:solidFill>
                  <a:srgbClr val="193044"/>
                </a:solidFill>
                <a:latin typeface="Arial"/>
                <a:ea typeface="Arial"/>
                <a:cs typeface="Arial"/>
              </a:defRPr>
            </a:pPr>
            <a:r>
              <a:rPr sz="408" b="1">
                <a:solidFill>
                  <a:srgbClr val="193044"/>
                </a:solidFill>
                <a:latin typeface="Arial"/>
                <a:ea typeface="Arial"/>
                <a:cs typeface="Arial"/>
              </a:rPr>
              <a:t>Ligand-area</a:t>
            </a:r>
          </a:p>
          <a:p>
            <a:pPr algn="ctr">
              <a:defRPr sz="570" b="1">
                <a:solidFill>
                  <a:srgbClr val="193044"/>
                </a:solidFill>
                <a:latin typeface="Arial"/>
                <a:ea typeface="Arial"/>
                <a:cs typeface="Arial"/>
              </a:defRPr>
            </a:pPr>
            <a:r>
              <a:rPr sz="408" b="1">
                <a:solidFill>
                  <a:srgbClr val="193044"/>
                </a:solidFill>
                <a:latin typeface="Arial"/>
                <a:ea typeface="Arial"/>
                <a:cs typeface="Arial"/>
              </a:rPr>
              <a:t>probability</a:t>
            </a:r>
          </a:p>
        </p:txBody>
      </p:sp>
      <p:pic>
        <p:nvPicPr>
          <p:cNvPr id="132" name="图片 131">
            <a:extLst>
              <a:ext uri="{FF2B5EF4-FFF2-40B4-BE49-F238E27FC236}">
                <a16:creationId xmlns:a16="http://schemas.microsoft.com/office/drawing/2014/main" id="{19C3D3D0-5C27-DAD4-A370-932B3A1D40F4}"/>
              </a:ext>
            </a:extLst>
          </p:cNvPr>
          <p:cNvPicPr>
            <a:picLocks noChangeAspect="1"/>
          </p:cNvPicPr>
          <p:nvPr/>
        </p:nvPicPr>
        <p:blipFill>
          <a:blip r:embed="rId11"/>
          <a:stretch/>
        </p:blipFill>
        <p:spPr>
          <a:xfrm>
            <a:off x="4525543" y="456136"/>
            <a:ext cx="267317" cy="270389"/>
          </a:xfrm>
          <a:prstGeom prst="rect">
            <a:avLst/>
          </a:prstGeom>
        </p:spPr>
      </p:pic>
      <p:sp>
        <p:nvSpPr>
          <p:cNvPr id="133" name="Cues to Match">
            <a:extLst>
              <a:ext uri="{FF2B5EF4-FFF2-40B4-BE49-F238E27FC236}">
                <a16:creationId xmlns:a16="http://schemas.microsoft.com/office/drawing/2014/main" id="{CE214CE2-C443-8A8D-A9EC-5E7F19C05449}"/>
              </a:ext>
            </a:extLst>
          </p:cNvPr>
          <p:cNvSpPr>
            <a:spLocks noGrp="1"/>
          </p:cNvSpPr>
          <p:nvPr/>
        </p:nvSpPr>
        <p:spPr>
          <a:xfrm>
            <a:off x="4464737" y="820977"/>
            <a:ext cx="520423" cy="66672"/>
          </a:xfrm>
          <a:prstGeom prst="rect">
            <a:avLst/>
          </a:prstGeom>
          <a:noFill/>
          <a:ln w="0">
            <a:noFill/>
          </a:ln>
        </p:spPr>
        <p:txBody>
          <a:bodyPr wrap="none" lIns="0" tIns="0" rIns="0" bIns="0" anchor="ctr">
            <a:noAutofit/>
          </a:bodyPr>
          <a:lstStyle/>
          <a:p>
            <a:pPr algn="ctr">
              <a:defRPr sz="570" b="1">
                <a:solidFill>
                  <a:srgbClr val="193044"/>
                </a:solidFill>
                <a:latin typeface="Arial"/>
                <a:ea typeface="Arial"/>
                <a:cs typeface="Arial"/>
              </a:defRPr>
            </a:pPr>
            <a:r>
              <a:rPr sz="408" b="1">
                <a:solidFill>
                  <a:srgbClr val="193044"/>
                </a:solidFill>
                <a:latin typeface="Arial"/>
                <a:ea typeface="Arial"/>
                <a:cs typeface="Arial"/>
              </a:rPr>
              <a:t>Cues to Match</a:t>
            </a:r>
          </a:p>
        </p:txBody>
      </p:sp>
      <p:sp>
        <p:nvSpPr>
          <p:cNvPr id="134" name="Blob">
            <a:extLst>
              <a:ext uri="{FF2B5EF4-FFF2-40B4-BE49-F238E27FC236}">
                <a16:creationId xmlns:a16="http://schemas.microsoft.com/office/drawing/2014/main" id="{F5FE4784-B14C-ACB1-62C3-D25ED14ADE26}"/>
              </a:ext>
            </a:extLst>
          </p:cNvPr>
          <p:cNvSpPr>
            <a:spLocks noGrp="1"/>
          </p:cNvSpPr>
          <p:nvPr/>
        </p:nvSpPr>
        <p:spPr>
          <a:xfrm>
            <a:off x="4466588" y="1019139"/>
            <a:ext cx="207429" cy="64819"/>
          </a:xfrm>
          <a:prstGeom prst="rect">
            <a:avLst/>
          </a:prstGeom>
          <a:noFill/>
          <a:ln w="0">
            <a:noFill/>
          </a:ln>
        </p:spPr>
        <p:txBody>
          <a:bodyPr wrap="none" lIns="0" tIns="0" rIns="0" bIns="0" anchor="ctr">
            <a:noAutofit/>
          </a:bodyPr>
          <a:lstStyle/>
          <a:p>
            <a:pPr algn="ctr">
              <a:defRPr sz="509" b="0">
                <a:solidFill>
                  <a:srgbClr val="193044"/>
                </a:solidFill>
                <a:latin typeface="Arial"/>
                <a:ea typeface="Arial"/>
                <a:cs typeface="Arial"/>
              </a:defRPr>
            </a:pPr>
            <a:r>
              <a:rPr sz="364">
                <a:solidFill>
                  <a:srgbClr val="193044"/>
                </a:solidFill>
                <a:latin typeface="Arial"/>
                <a:ea typeface="Arial"/>
                <a:cs typeface="Arial"/>
              </a:rPr>
              <a:t>Blob</a:t>
            </a:r>
          </a:p>
        </p:txBody>
      </p:sp>
      <p:sp>
        <p:nvSpPr>
          <p:cNvPr id="135" name="Pseudo atoms cue">
            <a:extLst>
              <a:ext uri="{FF2B5EF4-FFF2-40B4-BE49-F238E27FC236}">
                <a16:creationId xmlns:a16="http://schemas.microsoft.com/office/drawing/2014/main" id="{5F3232C7-5994-65AA-5026-DC106A4D64E9}"/>
              </a:ext>
            </a:extLst>
          </p:cNvPr>
          <p:cNvSpPr>
            <a:spLocks noGrp="1"/>
          </p:cNvSpPr>
          <p:nvPr/>
        </p:nvSpPr>
        <p:spPr>
          <a:xfrm>
            <a:off x="4716614" y="1019139"/>
            <a:ext cx="279659" cy="64819"/>
          </a:xfrm>
          <a:prstGeom prst="rect">
            <a:avLst/>
          </a:prstGeom>
          <a:noFill/>
          <a:ln w="0">
            <a:noFill/>
          </a:ln>
        </p:spPr>
        <p:txBody>
          <a:bodyPr wrap="none" lIns="0" tIns="0" rIns="0" bIns="0" anchor="ctr">
            <a:noAutofit/>
          </a:bodyPr>
          <a:lstStyle/>
          <a:p>
            <a:pPr algn="ctr">
              <a:defRPr sz="509" b="0">
                <a:solidFill>
                  <a:srgbClr val="193044"/>
                </a:solidFill>
                <a:latin typeface="Arial"/>
                <a:ea typeface="Arial"/>
                <a:cs typeface="Arial"/>
              </a:defRPr>
            </a:pPr>
            <a:r>
              <a:rPr sz="364">
                <a:solidFill>
                  <a:srgbClr val="193044"/>
                </a:solidFill>
                <a:latin typeface="Arial"/>
                <a:ea typeface="Arial"/>
                <a:cs typeface="Arial"/>
              </a:rPr>
              <a:t>Pseudo atoms</a:t>
            </a:r>
          </a:p>
        </p:txBody>
      </p:sp>
      <p:sp>
        <p:nvSpPr>
          <p:cNvPr id="136" name="Cues divider">
            <a:extLst>
              <a:ext uri="{FF2B5EF4-FFF2-40B4-BE49-F238E27FC236}">
                <a16:creationId xmlns:a16="http://schemas.microsoft.com/office/drawing/2014/main" id="{9923B494-430C-CFE9-09D5-FF4152B85114}"/>
              </a:ext>
            </a:extLst>
          </p:cNvPr>
          <p:cNvSpPr>
            <a:spLocks noGrp="1"/>
          </p:cNvSpPr>
          <p:nvPr/>
        </p:nvSpPr>
        <p:spPr>
          <a:xfrm>
            <a:off x="4703650" y="908020"/>
            <a:ext cx="92" cy="172234"/>
          </a:xfrm>
          <a:custGeom>
            <a:avLst/>
            <a:gdLst/>
            <a:ahLst/>
            <a:cxnLst/>
            <a:rect l="0" t="0" r="0" b="0"/>
            <a:pathLst>
              <a:path w="476" h="885825">
                <a:moveTo>
                  <a:pt x="0" y="0"/>
                </a:moveTo>
                <a:lnTo>
                  <a:pt x="0" y="885825"/>
                </a:lnTo>
              </a:path>
            </a:pathLst>
          </a:custGeom>
          <a:noFill/>
          <a:ln w="3104">
            <a:solidFill>
              <a:srgbClr val="D3DFEA"/>
            </a:solidFill>
            <a:prstDash val="solid"/>
          </a:ln>
        </p:spPr>
      </p:sp>
      <p:sp>
        <p:nvSpPr>
          <p:cNvPr id="137" name="Atom binding probability">
            <a:extLst>
              <a:ext uri="{FF2B5EF4-FFF2-40B4-BE49-F238E27FC236}">
                <a16:creationId xmlns:a16="http://schemas.microsoft.com/office/drawing/2014/main" id="{EE44E62C-0739-43B1-DEBC-7CAE988ED1C9}"/>
              </a:ext>
            </a:extLst>
          </p:cNvPr>
          <p:cNvSpPr>
            <a:spLocks noGrp="1"/>
          </p:cNvSpPr>
          <p:nvPr/>
        </p:nvSpPr>
        <p:spPr>
          <a:xfrm>
            <a:off x="4464737" y="1167297"/>
            <a:ext cx="520423" cy="114823"/>
          </a:xfrm>
          <a:prstGeom prst="rect">
            <a:avLst/>
          </a:prstGeom>
          <a:noFill/>
          <a:ln w="0">
            <a:noFill/>
          </a:ln>
        </p:spPr>
        <p:txBody>
          <a:bodyPr wrap="none" lIns="0" tIns="0" rIns="0" bIns="0" anchor="ctr">
            <a:noAutofit/>
          </a:bodyPr>
          <a:lstStyle/>
          <a:p>
            <a:pPr algn="ctr">
              <a:defRPr sz="570" b="1">
                <a:solidFill>
                  <a:srgbClr val="193044"/>
                </a:solidFill>
                <a:latin typeface="Arial"/>
                <a:ea typeface="Arial"/>
                <a:cs typeface="Arial"/>
              </a:defRPr>
            </a:pPr>
            <a:r>
              <a:rPr sz="408" b="1">
                <a:solidFill>
                  <a:srgbClr val="193044"/>
                </a:solidFill>
                <a:latin typeface="Arial"/>
                <a:ea typeface="Arial"/>
                <a:cs typeface="Arial"/>
              </a:rPr>
              <a:t>Atom binding</a:t>
            </a:r>
          </a:p>
          <a:p>
            <a:pPr algn="ctr">
              <a:defRPr sz="570" b="1">
                <a:solidFill>
                  <a:srgbClr val="193044"/>
                </a:solidFill>
                <a:latin typeface="Arial"/>
                <a:ea typeface="Arial"/>
                <a:cs typeface="Arial"/>
              </a:defRPr>
            </a:pPr>
            <a:r>
              <a:rPr sz="408" b="1">
                <a:solidFill>
                  <a:srgbClr val="193044"/>
                </a:solidFill>
                <a:latin typeface="Arial"/>
                <a:ea typeface="Arial"/>
                <a:cs typeface="Arial"/>
              </a:rPr>
              <a:t>probability</a:t>
            </a:r>
          </a:p>
        </p:txBody>
      </p:sp>
      <p:sp>
        <p:nvSpPr>
          <p:cNvPr id="139" name="Probability scale">
            <a:extLst>
              <a:ext uri="{FF2B5EF4-FFF2-40B4-BE49-F238E27FC236}">
                <a16:creationId xmlns:a16="http://schemas.microsoft.com/office/drawing/2014/main" id="{AF15ADF6-8908-E8BA-7972-A4F8972B097E}"/>
              </a:ext>
            </a:extLst>
          </p:cNvPr>
          <p:cNvSpPr>
            <a:spLocks noGrp="1"/>
          </p:cNvSpPr>
          <p:nvPr/>
        </p:nvSpPr>
        <p:spPr>
          <a:xfrm>
            <a:off x="4862926" y="489472"/>
            <a:ext cx="18520" cy="179642"/>
          </a:xfrm>
          <a:prstGeom prst="rect">
            <a:avLst/>
          </a:prstGeom>
          <a:gradFill>
            <a:gsLst>
              <a:gs pos="0">
                <a:srgbClr val="D54C69"/>
              </a:gs>
              <a:gs pos="50000">
                <a:srgbClr val="FCFCFE"/>
              </a:gs>
              <a:gs pos="100000">
                <a:srgbClr val="3481B4"/>
              </a:gs>
            </a:gsLst>
            <a:lin ang="5400000"/>
          </a:gradFill>
          <a:ln w="0">
            <a:noFill/>
          </a:ln>
        </p:spPr>
      </p:sp>
      <p:sp>
        <p:nvSpPr>
          <p:cNvPr id="140" name="High">
            <a:extLst>
              <a:ext uri="{FF2B5EF4-FFF2-40B4-BE49-F238E27FC236}">
                <a16:creationId xmlns:a16="http://schemas.microsoft.com/office/drawing/2014/main" id="{9272DE48-77AE-7C35-2FAE-2EB5D446D31B}"/>
              </a:ext>
            </a:extLst>
          </p:cNvPr>
          <p:cNvSpPr>
            <a:spLocks noGrp="1"/>
          </p:cNvSpPr>
          <p:nvPr/>
        </p:nvSpPr>
        <p:spPr>
          <a:xfrm>
            <a:off x="4899967" y="476508"/>
            <a:ext cx="105566" cy="59263"/>
          </a:xfrm>
          <a:prstGeom prst="rect">
            <a:avLst/>
          </a:prstGeom>
          <a:noFill/>
          <a:ln w="0">
            <a:noFill/>
          </a:ln>
        </p:spPr>
        <p:txBody>
          <a:bodyPr wrap="none" lIns="0" tIns="0" rIns="0" bIns="0" anchor="ctr">
            <a:noAutofit/>
          </a:bodyPr>
          <a:lstStyle/>
          <a:p>
            <a:pPr algn="l">
              <a:defRPr sz="509" b="0">
                <a:solidFill>
                  <a:srgbClr val="4E6579"/>
                </a:solidFill>
                <a:latin typeface="Arial"/>
                <a:ea typeface="Arial"/>
                <a:cs typeface="Arial"/>
              </a:defRPr>
            </a:pPr>
            <a:r>
              <a:rPr sz="364">
                <a:solidFill>
                  <a:srgbClr val="4E6579"/>
                </a:solidFill>
                <a:latin typeface="Arial"/>
                <a:ea typeface="Arial"/>
                <a:cs typeface="Arial"/>
              </a:rPr>
              <a:t>High</a:t>
            </a:r>
          </a:p>
        </p:txBody>
      </p:sp>
      <p:sp>
        <p:nvSpPr>
          <p:cNvPr id="141" name="Low">
            <a:extLst>
              <a:ext uri="{FF2B5EF4-FFF2-40B4-BE49-F238E27FC236}">
                <a16:creationId xmlns:a16="http://schemas.microsoft.com/office/drawing/2014/main" id="{FCE67A26-B291-61EC-5855-546FB9AE5554}"/>
              </a:ext>
            </a:extLst>
          </p:cNvPr>
          <p:cNvSpPr>
            <a:spLocks noGrp="1"/>
          </p:cNvSpPr>
          <p:nvPr/>
        </p:nvSpPr>
        <p:spPr>
          <a:xfrm>
            <a:off x="4899966" y="628371"/>
            <a:ext cx="103715" cy="59263"/>
          </a:xfrm>
          <a:prstGeom prst="rect">
            <a:avLst/>
          </a:prstGeom>
          <a:noFill/>
          <a:ln w="0">
            <a:noFill/>
          </a:ln>
        </p:spPr>
        <p:txBody>
          <a:bodyPr wrap="none" lIns="0" tIns="0" rIns="0" bIns="0" anchor="ctr">
            <a:noAutofit/>
          </a:bodyPr>
          <a:lstStyle/>
          <a:p>
            <a:pPr algn="l">
              <a:defRPr sz="509" b="0">
                <a:solidFill>
                  <a:srgbClr val="4E6579"/>
                </a:solidFill>
                <a:latin typeface="Arial"/>
                <a:ea typeface="Arial"/>
                <a:cs typeface="Arial"/>
              </a:defRPr>
            </a:pPr>
            <a:r>
              <a:rPr sz="364">
                <a:solidFill>
                  <a:srgbClr val="4E6579"/>
                </a:solidFill>
                <a:latin typeface="Arial"/>
                <a:ea typeface="Arial"/>
                <a:cs typeface="Arial"/>
              </a:rPr>
              <a:t>Low</a:t>
            </a:r>
          </a:p>
        </p:txBody>
      </p:sp>
      <p:sp>
        <p:nvSpPr>
          <p:cNvPr id="142" name="Probability scale">
            <a:extLst>
              <a:ext uri="{FF2B5EF4-FFF2-40B4-BE49-F238E27FC236}">
                <a16:creationId xmlns:a16="http://schemas.microsoft.com/office/drawing/2014/main" id="{75C5B1AA-D40E-D054-A5DA-80401488ACF2}"/>
              </a:ext>
            </a:extLst>
          </p:cNvPr>
          <p:cNvSpPr>
            <a:spLocks noGrp="1"/>
          </p:cNvSpPr>
          <p:nvPr/>
        </p:nvSpPr>
        <p:spPr>
          <a:xfrm>
            <a:off x="4862926" y="1326568"/>
            <a:ext cx="18520" cy="179642"/>
          </a:xfrm>
          <a:prstGeom prst="rect">
            <a:avLst/>
          </a:prstGeom>
          <a:gradFill>
            <a:gsLst>
              <a:gs pos="0">
                <a:srgbClr val="D54C69"/>
              </a:gs>
              <a:gs pos="50000">
                <a:srgbClr val="FCFCFE"/>
              </a:gs>
              <a:gs pos="100000">
                <a:srgbClr val="3481B4"/>
              </a:gs>
            </a:gsLst>
            <a:lin ang="5400000"/>
          </a:gradFill>
          <a:ln w="0">
            <a:noFill/>
          </a:ln>
        </p:spPr>
      </p:sp>
      <p:sp>
        <p:nvSpPr>
          <p:cNvPr id="143" name="High">
            <a:extLst>
              <a:ext uri="{FF2B5EF4-FFF2-40B4-BE49-F238E27FC236}">
                <a16:creationId xmlns:a16="http://schemas.microsoft.com/office/drawing/2014/main" id="{BAFD0B2D-0E62-18BC-7457-F746BD5B8D1C}"/>
              </a:ext>
            </a:extLst>
          </p:cNvPr>
          <p:cNvSpPr>
            <a:spLocks noGrp="1"/>
          </p:cNvSpPr>
          <p:nvPr/>
        </p:nvSpPr>
        <p:spPr>
          <a:xfrm>
            <a:off x="4899967" y="1313604"/>
            <a:ext cx="105566" cy="59263"/>
          </a:xfrm>
          <a:prstGeom prst="rect">
            <a:avLst/>
          </a:prstGeom>
          <a:noFill/>
          <a:ln w="0">
            <a:noFill/>
          </a:ln>
        </p:spPr>
        <p:txBody>
          <a:bodyPr wrap="none" lIns="0" tIns="0" rIns="0" bIns="0" anchor="ctr">
            <a:noAutofit/>
          </a:bodyPr>
          <a:lstStyle/>
          <a:p>
            <a:pPr algn="l">
              <a:defRPr sz="509" b="0">
                <a:solidFill>
                  <a:srgbClr val="4E6579"/>
                </a:solidFill>
                <a:latin typeface="Arial"/>
                <a:ea typeface="Arial"/>
                <a:cs typeface="Arial"/>
              </a:defRPr>
            </a:pPr>
            <a:r>
              <a:rPr sz="364">
                <a:solidFill>
                  <a:srgbClr val="4E6579"/>
                </a:solidFill>
                <a:latin typeface="Arial"/>
                <a:ea typeface="Arial"/>
                <a:cs typeface="Arial"/>
              </a:rPr>
              <a:t>High</a:t>
            </a:r>
          </a:p>
        </p:txBody>
      </p:sp>
      <p:sp>
        <p:nvSpPr>
          <p:cNvPr id="144" name="Low">
            <a:extLst>
              <a:ext uri="{FF2B5EF4-FFF2-40B4-BE49-F238E27FC236}">
                <a16:creationId xmlns:a16="http://schemas.microsoft.com/office/drawing/2014/main" id="{7F4BB9D9-7BA6-78BA-ABAB-5800042A27C6}"/>
              </a:ext>
            </a:extLst>
          </p:cNvPr>
          <p:cNvSpPr>
            <a:spLocks noGrp="1"/>
          </p:cNvSpPr>
          <p:nvPr/>
        </p:nvSpPr>
        <p:spPr>
          <a:xfrm>
            <a:off x="4899966" y="1465466"/>
            <a:ext cx="103715" cy="59263"/>
          </a:xfrm>
          <a:prstGeom prst="rect">
            <a:avLst/>
          </a:prstGeom>
          <a:noFill/>
          <a:ln w="0">
            <a:noFill/>
          </a:ln>
        </p:spPr>
        <p:txBody>
          <a:bodyPr wrap="none" lIns="0" tIns="0" rIns="0" bIns="0" anchor="ctr">
            <a:noAutofit/>
          </a:bodyPr>
          <a:lstStyle/>
          <a:p>
            <a:pPr algn="l">
              <a:defRPr sz="509" b="0">
                <a:solidFill>
                  <a:srgbClr val="4E6579"/>
                </a:solidFill>
                <a:latin typeface="Arial"/>
                <a:ea typeface="Arial"/>
                <a:cs typeface="Arial"/>
              </a:defRPr>
            </a:pPr>
            <a:r>
              <a:rPr sz="364">
                <a:solidFill>
                  <a:srgbClr val="4E6579"/>
                </a:solidFill>
                <a:latin typeface="Arial"/>
                <a:ea typeface="Arial"/>
                <a:cs typeface="Arial"/>
              </a:rPr>
              <a:t>Low</a:t>
            </a:r>
          </a:p>
        </p:txBody>
      </p:sp>
      <p:grpSp>
        <p:nvGrpSpPr>
          <p:cNvPr id="145" name="b | PTV3 stage 1">
            <a:extLst>
              <a:ext uri="{FF2B5EF4-FFF2-40B4-BE49-F238E27FC236}">
                <a16:creationId xmlns:a16="http://schemas.microsoft.com/office/drawing/2014/main" id="{D669EF19-FEB2-6959-FE35-A7AAC4304EF8}"/>
              </a:ext>
            </a:extLst>
          </p:cNvPr>
          <p:cNvGrpSpPr/>
          <p:nvPr/>
        </p:nvGrpSpPr>
        <p:grpSpPr>
          <a:xfrm>
            <a:off x="2920133" y="1191372"/>
            <a:ext cx="192613" cy="151863"/>
            <a:chOff x="1837958" y="1438830"/>
            <a:chExt cx="279225" cy="243090"/>
          </a:xfrm>
        </p:grpSpPr>
        <p:sp>
          <p:nvSpPr>
            <p:cNvPr id="146" name="ellipse_1845">
              <a:extLst>
                <a:ext uri="{FF2B5EF4-FFF2-40B4-BE49-F238E27FC236}">
                  <a16:creationId xmlns:a16="http://schemas.microsoft.com/office/drawing/2014/main" id="{BC66B913-6765-2EE4-9697-84879EB81B26}"/>
                </a:ext>
              </a:extLst>
            </p:cNvPr>
            <p:cNvSpPr/>
            <p:nvPr/>
          </p:nvSpPr>
          <p:spPr>
            <a:xfrm>
              <a:off x="1913865" y="1551247"/>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47" name="ellipse_1846">
              <a:extLst>
                <a:ext uri="{FF2B5EF4-FFF2-40B4-BE49-F238E27FC236}">
                  <a16:creationId xmlns:a16="http://schemas.microsoft.com/office/drawing/2014/main" id="{CE184E4F-EC89-FCE0-B1F6-851D73DB75DD}"/>
                </a:ext>
              </a:extLst>
            </p:cNvPr>
            <p:cNvSpPr/>
            <p:nvPr/>
          </p:nvSpPr>
          <p:spPr>
            <a:xfrm>
              <a:off x="2018743" y="1570535"/>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48" name="ellipse_1847">
              <a:extLst>
                <a:ext uri="{FF2B5EF4-FFF2-40B4-BE49-F238E27FC236}">
                  <a16:creationId xmlns:a16="http://schemas.microsoft.com/office/drawing/2014/main" id="{2BFF455F-7D96-5886-1293-94A3E1157F39}"/>
                </a:ext>
              </a:extLst>
            </p:cNvPr>
            <p:cNvSpPr/>
            <p:nvPr/>
          </p:nvSpPr>
          <p:spPr>
            <a:xfrm>
              <a:off x="1903691" y="1464584"/>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49" name="ellipse_1848">
              <a:extLst>
                <a:ext uri="{FF2B5EF4-FFF2-40B4-BE49-F238E27FC236}">
                  <a16:creationId xmlns:a16="http://schemas.microsoft.com/office/drawing/2014/main" id="{667B416A-F0C9-ED20-A989-DA3DF23CEA97}"/>
                </a:ext>
              </a:extLst>
            </p:cNvPr>
            <p:cNvSpPr/>
            <p:nvPr/>
          </p:nvSpPr>
          <p:spPr>
            <a:xfrm>
              <a:off x="1969603" y="1492581"/>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0" name="ellipse_1849">
              <a:extLst>
                <a:ext uri="{FF2B5EF4-FFF2-40B4-BE49-F238E27FC236}">
                  <a16:creationId xmlns:a16="http://schemas.microsoft.com/office/drawing/2014/main" id="{C4189C50-A43C-B30D-BA50-4611E83FC7EC}"/>
                </a:ext>
              </a:extLst>
            </p:cNvPr>
            <p:cNvSpPr/>
            <p:nvPr/>
          </p:nvSpPr>
          <p:spPr>
            <a:xfrm>
              <a:off x="1983888" y="1463335"/>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1" name="ellipse_1850">
              <a:extLst>
                <a:ext uri="{FF2B5EF4-FFF2-40B4-BE49-F238E27FC236}">
                  <a16:creationId xmlns:a16="http://schemas.microsoft.com/office/drawing/2014/main" id="{8D53F4E7-6189-C47C-72EA-59CE6119808E}"/>
                </a:ext>
              </a:extLst>
            </p:cNvPr>
            <p:cNvSpPr/>
            <p:nvPr/>
          </p:nvSpPr>
          <p:spPr>
            <a:xfrm>
              <a:off x="2028487" y="1524139"/>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2" name="ellipse_1851">
              <a:extLst>
                <a:ext uri="{FF2B5EF4-FFF2-40B4-BE49-F238E27FC236}">
                  <a16:creationId xmlns:a16="http://schemas.microsoft.com/office/drawing/2014/main" id="{1A3F1BF9-7058-DA06-D561-5E2427DD51B2}"/>
                </a:ext>
              </a:extLst>
            </p:cNvPr>
            <p:cNvSpPr/>
            <p:nvPr/>
          </p:nvSpPr>
          <p:spPr>
            <a:xfrm>
              <a:off x="1926343" y="1575448"/>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3" name="ellipse_1852">
              <a:extLst>
                <a:ext uri="{FF2B5EF4-FFF2-40B4-BE49-F238E27FC236}">
                  <a16:creationId xmlns:a16="http://schemas.microsoft.com/office/drawing/2014/main" id="{5B889B73-BC77-CDB9-608D-97FF6BA8D027}"/>
                </a:ext>
              </a:extLst>
            </p:cNvPr>
            <p:cNvSpPr/>
            <p:nvPr/>
          </p:nvSpPr>
          <p:spPr>
            <a:xfrm>
              <a:off x="2049637" y="1494041"/>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4" name="ellipse_1853">
              <a:extLst>
                <a:ext uri="{FF2B5EF4-FFF2-40B4-BE49-F238E27FC236}">
                  <a16:creationId xmlns:a16="http://schemas.microsoft.com/office/drawing/2014/main" id="{E6E8A788-2028-CCC9-6403-BDFACBE678DC}"/>
                </a:ext>
              </a:extLst>
            </p:cNvPr>
            <p:cNvSpPr/>
            <p:nvPr/>
          </p:nvSpPr>
          <p:spPr>
            <a:xfrm>
              <a:off x="1974089" y="1622584"/>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5" name="ellipse_1854">
              <a:extLst>
                <a:ext uri="{FF2B5EF4-FFF2-40B4-BE49-F238E27FC236}">
                  <a16:creationId xmlns:a16="http://schemas.microsoft.com/office/drawing/2014/main" id="{1B83EF2F-B901-C3AA-4F85-6E9628EA5F7D}"/>
                </a:ext>
              </a:extLst>
            </p:cNvPr>
            <p:cNvSpPr/>
            <p:nvPr/>
          </p:nvSpPr>
          <p:spPr>
            <a:xfrm>
              <a:off x="1919318" y="1485061"/>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6" name="Pseudo atom | small solid diamond">
              <a:extLst>
                <a:ext uri="{FF2B5EF4-FFF2-40B4-BE49-F238E27FC236}">
                  <a16:creationId xmlns:a16="http://schemas.microsoft.com/office/drawing/2014/main" id="{3A159525-E1B4-D8B5-8F62-F526425B9FA6}"/>
                </a:ext>
              </a:extLst>
            </p:cNvPr>
            <p:cNvSpPr/>
            <p:nvPr/>
          </p:nvSpPr>
          <p:spPr>
            <a:xfrm>
              <a:off x="1936117" y="1496523"/>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57" name="Pseudo atom | small solid diamond">
              <a:extLst>
                <a:ext uri="{FF2B5EF4-FFF2-40B4-BE49-F238E27FC236}">
                  <a16:creationId xmlns:a16="http://schemas.microsoft.com/office/drawing/2014/main" id="{6FE70145-6AD2-4E3A-5C89-414EEE430CD7}"/>
                </a:ext>
              </a:extLst>
            </p:cNvPr>
            <p:cNvSpPr/>
            <p:nvPr/>
          </p:nvSpPr>
          <p:spPr>
            <a:xfrm>
              <a:off x="2009328" y="1534365"/>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58" name="Pseudo atom | small solid diamond">
              <a:extLst>
                <a:ext uri="{FF2B5EF4-FFF2-40B4-BE49-F238E27FC236}">
                  <a16:creationId xmlns:a16="http://schemas.microsoft.com/office/drawing/2014/main" id="{843A64F4-76F8-F2A2-DA0E-E6A130952DA2}"/>
                </a:ext>
              </a:extLst>
            </p:cNvPr>
            <p:cNvSpPr/>
            <p:nvPr/>
          </p:nvSpPr>
          <p:spPr>
            <a:xfrm>
              <a:off x="2067998" y="1557129"/>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59" name="Pseudo atom | small solid diamond">
              <a:extLst>
                <a:ext uri="{FF2B5EF4-FFF2-40B4-BE49-F238E27FC236}">
                  <a16:creationId xmlns:a16="http://schemas.microsoft.com/office/drawing/2014/main" id="{9202CB24-7AED-C2B6-F115-050ABBFC8B90}"/>
                </a:ext>
              </a:extLst>
            </p:cNvPr>
            <p:cNvSpPr/>
            <p:nvPr/>
          </p:nvSpPr>
          <p:spPr>
            <a:xfrm>
              <a:off x="1932440" y="1602598"/>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60" name="Pseudo atom | small solid diamond">
              <a:extLst>
                <a:ext uri="{FF2B5EF4-FFF2-40B4-BE49-F238E27FC236}">
                  <a16:creationId xmlns:a16="http://schemas.microsoft.com/office/drawing/2014/main" id="{36D66B5E-802C-8405-7C8F-16BA9D82BB27}"/>
                </a:ext>
              </a:extLst>
            </p:cNvPr>
            <p:cNvSpPr/>
            <p:nvPr/>
          </p:nvSpPr>
          <p:spPr>
            <a:xfrm>
              <a:off x="2064662" y="1552465"/>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161" name="b | PTV3 stage 2">
            <a:extLst>
              <a:ext uri="{FF2B5EF4-FFF2-40B4-BE49-F238E27FC236}">
                <a16:creationId xmlns:a16="http://schemas.microsoft.com/office/drawing/2014/main" id="{F90CB213-17C6-7C06-278A-C981F94E46B9}"/>
              </a:ext>
            </a:extLst>
          </p:cNvPr>
          <p:cNvGrpSpPr/>
          <p:nvPr/>
        </p:nvGrpSpPr>
        <p:grpSpPr>
          <a:xfrm>
            <a:off x="3223868" y="1191372"/>
            <a:ext cx="192613" cy="151863"/>
            <a:chOff x="2276505" y="1465110"/>
            <a:chExt cx="243090" cy="190530"/>
          </a:xfrm>
        </p:grpSpPr>
        <p:sp>
          <p:nvSpPr>
            <p:cNvPr id="162" name="ellipse_1861">
              <a:extLst>
                <a:ext uri="{FF2B5EF4-FFF2-40B4-BE49-F238E27FC236}">
                  <a16:creationId xmlns:a16="http://schemas.microsoft.com/office/drawing/2014/main" id="{497966AD-73E4-800D-F1F5-84CD94DCD956}"/>
                </a:ext>
              </a:extLst>
            </p:cNvPr>
            <p:cNvSpPr/>
            <p:nvPr/>
          </p:nvSpPr>
          <p:spPr>
            <a:xfrm>
              <a:off x="2447720" y="1479783"/>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3" name="ellipse_1862">
              <a:extLst>
                <a:ext uri="{FF2B5EF4-FFF2-40B4-BE49-F238E27FC236}">
                  <a16:creationId xmlns:a16="http://schemas.microsoft.com/office/drawing/2014/main" id="{CD205A2A-012A-8183-6855-346D0C88F77A}"/>
                </a:ext>
              </a:extLst>
            </p:cNvPr>
            <p:cNvSpPr/>
            <p:nvPr/>
          </p:nvSpPr>
          <p:spPr>
            <a:xfrm>
              <a:off x="2338639" y="1494948"/>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4" name="ellipse_1863">
              <a:extLst>
                <a:ext uri="{FF2B5EF4-FFF2-40B4-BE49-F238E27FC236}">
                  <a16:creationId xmlns:a16="http://schemas.microsoft.com/office/drawing/2014/main" id="{4F358610-5920-CCB7-9958-FDEE12140F8D}"/>
                </a:ext>
              </a:extLst>
            </p:cNvPr>
            <p:cNvSpPr/>
            <p:nvPr/>
          </p:nvSpPr>
          <p:spPr>
            <a:xfrm>
              <a:off x="2425728" y="1522613"/>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5" name="ellipse_1864">
              <a:extLst>
                <a:ext uri="{FF2B5EF4-FFF2-40B4-BE49-F238E27FC236}">
                  <a16:creationId xmlns:a16="http://schemas.microsoft.com/office/drawing/2014/main" id="{51701B2F-665F-0D5A-E01E-27AB1B42C1E8}"/>
                </a:ext>
              </a:extLst>
            </p:cNvPr>
            <p:cNvSpPr/>
            <p:nvPr/>
          </p:nvSpPr>
          <p:spPr>
            <a:xfrm>
              <a:off x="2400135" y="1486158"/>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6" name="ellipse_1865">
              <a:extLst>
                <a:ext uri="{FF2B5EF4-FFF2-40B4-BE49-F238E27FC236}">
                  <a16:creationId xmlns:a16="http://schemas.microsoft.com/office/drawing/2014/main" id="{792868E0-5B73-B134-CB3C-5BCBF96934D0}"/>
                </a:ext>
              </a:extLst>
            </p:cNvPr>
            <p:cNvSpPr/>
            <p:nvPr/>
          </p:nvSpPr>
          <p:spPr>
            <a:xfrm>
              <a:off x="2349408" y="1613290"/>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7" name="ellipse_1866">
              <a:extLst>
                <a:ext uri="{FF2B5EF4-FFF2-40B4-BE49-F238E27FC236}">
                  <a16:creationId xmlns:a16="http://schemas.microsoft.com/office/drawing/2014/main" id="{8A429BEA-06D1-BD5F-C606-659BCAAF93D0}"/>
                </a:ext>
              </a:extLst>
            </p:cNvPr>
            <p:cNvSpPr/>
            <p:nvPr/>
          </p:nvSpPr>
          <p:spPr>
            <a:xfrm>
              <a:off x="2460264" y="1527944"/>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8" name="ellipse_1867">
              <a:extLst>
                <a:ext uri="{FF2B5EF4-FFF2-40B4-BE49-F238E27FC236}">
                  <a16:creationId xmlns:a16="http://schemas.microsoft.com/office/drawing/2014/main" id="{357E1347-25B6-B7E8-0648-F6C19C24056D}"/>
                </a:ext>
              </a:extLst>
            </p:cNvPr>
            <p:cNvSpPr/>
            <p:nvPr/>
          </p:nvSpPr>
          <p:spPr>
            <a:xfrm>
              <a:off x="2419949" y="1542677"/>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9" name="ellipse_1868">
              <a:extLst>
                <a:ext uri="{FF2B5EF4-FFF2-40B4-BE49-F238E27FC236}">
                  <a16:creationId xmlns:a16="http://schemas.microsoft.com/office/drawing/2014/main" id="{9D90BAEB-8E41-6BF0-EC2A-55A498D15F49}"/>
                </a:ext>
              </a:extLst>
            </p:cNvPr>
            <p:cNvSpPr/>
            <p:nvPr/>
          </p:nvSpPr>
          <p:spPr>
            <a:xfrm>
              <a:off x="2388499" y="1558252"/>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70" name="Pseudo atom | small solid diamond">
              <a:extLst>
                <a:ext uri="{FF2B5EF4-FFF2-40B4-BE49-F238E27FC236}">
                  <a16:creationId xmlns:a16="http://schemas.microsoft.com/office/drawing/2014/main" id="{E2527C49-E78E-FB92-C1C2-A0CE941A2FAD}"/>
                </a:ext>
              </a:extLst>
            </p:cNvPr>
            <p:cNvSpPr/>
            <p:nvPr/>
          </p:nvSpPr>
          <p:spPr>
            <a:xfrm>
              <a:off x="2441335" y="1556110"/>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71" name="Pseudo atom | small solid diamond">
              <a:extLst>
                <a:ext uri="{FF2B5EF4-FFF2-40B4-BE49-F238E27FC236}">
                  <a16:creationId xmlns:a16="http://schemas.microsoft.com/office/drawing/2014/main" id="{0C875399-0AC5-4B9B-8895-A0B622C97557}"/>
                </a:ext>
              </a:extLst>
            </p:cNvPr>
            <p:cNvSpPr/>
            <p:nvPr/>
          </p:nvSpPr>
          <p:spPr>
            <a:xfrm>
              <a:off x="2444088" y="1505517"/>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72" name="Pseudo atom | small solid diamond">
              <a:extLst>
                <a:ext uri="{FF2B5EF4-FFF2-40B4-BE49-F238E27FC236}">
                  <a16:creationId xmlns:a16="http://schemas.microsoft.com/office/drawing/2014/main" id="{FEA08CFC-A3C4-0158-50CA-50D8F3C3EC44}"/>
                </a:ext>
              </a:extLst>
            </p:cNvPr>
            <p:cNvSpPr/>
            <p:nvPr/>
          </p:nvSpPr>
          <p:spPr>
            <a:xfrm>
              <a:off x="2476774" y="1497781"/>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73" name="Pseudo atom | small solid diamond">
              <a:extLst>
                <a:ext uri="{FF2B5EF4-FFF2-40B4-BE49-F238E27FC236}">
                  <a16:creationId xmlns:a16="http://schemas.microsoft.com/office/drawing/2014/main" id="{56D9BA2B-8FDB-BFE3-F741-291AAFDE383D}"/>
                </a:ext>
              </a:extLst>
            </p:cNvPr>
            <p:cNvSpPr/>
            <p:nvPr/>
          </p:nvSpPr>
          <p:spPr>
            <a:xfrm>
              <a:off x="2439608" y="1561702"/>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74" name="Pseudo atom | small solid diamond">
              <a:extLst>
                <a:ext uri="{FF2B5EF4-FFF2-40B4-BE49-F238E27FC236}">
                  <a16:creationId xmlns:a16="http://schemas.microsoft.com/office/drawing/2014/main" id="{7A2A583F-7CFB-68D0-FA30-6F26E02A5F64}"/>
                </a:ext>
              </a:extLst>
            </p:cNvPr>
            <p:cNvSpPr/>
            <p:nvPr/>
          </p:nvSpPr>
          <p:spPr>
            <a:xfrm>
              <a:off x="2309778" y="1549378"/>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175" name="b | PTV3 stage 3">
            <a:extLst>
              <a:ext uri="{FF2B5EF4-FFF2-40B4-BE49-F238E27FC236}">
                <a16:creationId xmlns:a16="http://schemas.microsoft.com/office/drawing/2014/main" id="{AA4F2AA5-35E3-42D7-9B63-56EF513E8369}"/>
              </a:ext>
            </a:extLst>
          </p:cNvPr>
          <p:cNvGrpSpPr/>
          <p:nvPr/>
        </p:nvGrpSpPr>
        <p:grpSpPr>
          <a:xfrm>
            <a:off x="3527603" y="1191372"/>
            <a:ext cx="192613" cy="151863"/>
            <a:chOff x="2703555" y="1491390"/>
            <a:chExt cx="190530" cy="137970"/>
          </a:xfrm>
        </p:grpSpPr>
        <p:sp>
          <p:nvSpPr>
            <p:cNvPr id="176" name="ellipse_1875">
              <a:extLst>
                <a:ext uri="{FF2B5EF4-FFF2-40B4-BE49-F238E27FC236}">
                  <a16:creationId xmlns:a16="http://schemas.microsoft.com/office/drawing/2014/main" id="{8D34E649-331E-70B2-E840-97D9D031C7A6}"/>
                </a:ext>
              </a:extLst>
            </p:cNvPr>
            <p:cNvSpPr/>
            <p:nvPr/>
          </p:nvSpPr>
          <p:spPr>
            <a:xfrm>
              <a:off x="2789079" y="1532307"/>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77" name="ellipse_1876">
              <a:extLst>
                <a:ext uri="{FF2B5EF4-FFF2-40B4-BE49-F238E27FC236}">
                  <a16:creationId xmlns:a16="http://schemas.microsoft.com/office/drawing/2014/main" id="{D2DB6D13-55EB-55C3-5B41-12D5D7697BFD}"/>
                </a:ext>
              </a:extLst>
            </p:cNvPr>
            <p:cNvSpPr/>
            <p:nvPr/>
          </p:nvSpPr>
          <p:spPr>
            <a:xfrm>
              <a:off x="2757487" y="1601916"/>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78" name="ellipse_1877">
              <a:extLst>
                <a:ext uri="{FF2B5EF4-FFF2-40B4-BE49-F238E27FC236}">
                  <a16:creationId xmlns:a16="http://schemas.microsoft.com/office/drawing/2014/main" id="{BC66F244-E17A-C8B4-1095-519D4DAAA706}"/>
                </a:ext>
              </a:extLst>
            </p:cNvPr>
            <p:cNvSpPr/>
            <p:nvPr/>
          </p:nvSpPr>
          <p:spPr>
            <a:xfrm>
              <a:off x="2750624" y="1504602"/>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79" name="ellipse_1878">
              <a:extLst>
                <a:ext uri="{FF2B5EF4-FFF2-40B4-BE49-F238E27FC236}">
                  <a16:creationId xmlns:a16="http://schemas.microsoft.com/office/drawing/2014/main" id="{829B8297-929E-9C2B-0A47-9079C8B666B4}"/>
                </a:ext>
              </a:extLst>
            </p:cNvPr>
            <p:cNvSpPr/>
            <p:nvPr/>
          </p:nvSpPr>
          <p:spPr>
            <a:xfrm>
              <a:off x="2840127" y="1518774"/>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80" name="ellipse_1879">
              <a:extLst>
                <a:ext uri="{FF2B5EF4-FFF2-40B4-BE49-F238E27FC236}">
                  <a16:creationId xmlns:a16="http://schemas.microsoft.com/office/drawing/2014/main" id="{D2EE37AB-FF9E-BE9D-B8A3-605328868004}"/>
                </a:ext>
              </a:extLst>
            </p:cNvPr>
            <p:cNvSpPr/>
            <p:nvPr/>
          </p:nvSpPr>
          <p:spPr>
            <a:xfrm>
              <a:off x="2838529" y="1575175"/>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81" name="Pseudo atom | small solid diamond">
              <a:extLst>
                <a:ext uri="{FF2B5EF4-FFF2-40B4-BE49-F238E27FC236}">
                  <a16:creationId xmlns:a16="http://schemas.microsoft.com/office/drawing/2014/main" id="{131B78D9-2766-2DD2-67EE-AED5AE02F638}"/>
                </a:ext>
              </a:extLst>
            </p:cNvPr>
            <p:cNvSpPr/>
            <p:nvPr/>
          </p:nvSpPr>
          <p:spPr>
            <a:xfrm>
              <a:off x="2732391" y="1513767"/>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82" name="Pseudo atom | small solid diamond">
              <a:extLst>
                <a:ext uri="{FF2B5EF4-FFF2-40B4-BE49-F238E27FC236}">
                  <a16:creationId xmlns:a16="http://schemas.microsoft.com/office/drawing/2014/main" id="{CC180FA7-9E07-86BB-6FB0-43464FE766D9}"/>
                </a:ext>
              </a:extLst>
            </p:cNvPr>
            <p:cNvSpPr/>
            <p:nvPr/>
          </p:nvSpPr>
          <p:spPr>
            <a:xfrm>
              <a:off x="2786505" y="1580800"/>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83" name="Pseudo atom | small solid diamond">
              <a:extLst>
                <a:ext uri="{FF2B5EF4-FFF2-40B4-BE49-F238E27FC236}">
                  <a16:creationId xmlns:a16="http://schemas.microsoft.com/office/drawing/2014/main" id="{E5CBD7CD-9E4A-5BF5-D46D-239603E92AB9}"/>
                </a:ext>
              </a:extLst>
            </p:cNvPr>
            <p:cNvSpPr/>
            <p:nvPr/>
          </p:nvSpPr>
          <p:spPr>
            <a:xfrm>
              <a:off x="2737720" y="1521626"/>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84" name="Pseudo atom | small solid diamond">
              <a:extLst>
                <a:ext uri="{FF2B5EF4-FFF2-40B4-BE49-F238E27FC236}">
                  <a16:creationId xmlns:a16="http://schemas.microsoft.com/office/drawing/2014/main" id="{4D43B4AB-D77D-7327-561C-DC680DF9E6AA}"/>
                </a:ext>
              </a:extLst>
            </p:cNvPr>
            <p:cNvSpPr/>
            <p:nvPr/>
          </p:nvSpPr>
          <p:spPr>
            <a:xfrm>
              <a:off x="2832745" y="1536936"/>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85" name="Pseudo atom | small solid diamond">
              <a:extLst>
                <a:ext uri="{FF2B5EF4-FFF2-40B4-BE49-F238E27FC236}">
                  <a16:creationId xmlns:a16="http://schemas.microsoft.com/office/drawing/2014/main" id="{7D5D985C-6252-F875-79D3-86379D5B0C23}"/>
                </a:ext>
              </a:extLst>
            </p:cNvPr>
            <p:cNvSpPr/>
            <p:nvPr/>
          </p:nvSpPr>
          <p:spPr>
            <a:xfrm>
              <a:off x="2837638" y="1514943"/>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186" name="b | PTV3 stage 4">
            <a:extLst>
              <a:ext uri="{FF2B5EF4-FFF2-40B4-BE49-F238E27FC236}">
                <a16:creationId xmlns:a16="http://schemas.microsoft.com/office/drawing/2014/main" id="{8B0DB582-6D6B-A401-E941-6D8D9CDACFAE}"/>
              </a:ext>
            </a:extLst>
          </p:cNvPr>
          <p:cNvGrpSpPr/>
          <p:nvPr/>
        </p:nvGrpSpPr>
        <p:grpSpPr>
          <a:xfrm>
            <a:off x="3831338" y="1191372"/>
            <a:ext cx="192613" cy="151863"/>
            <a:chOff x="3097755" y="1465110"/>
            <a:chExt cx="243090" cy="190530"/>
          </a:xfrm>
        </p:grpSpPr>
        <p:sp>
          <p:nvSpPr>
            <p:cNvPr id="187" name="ellipse_1886">
              <a:extLst>
                <a:ext uri="{FF2B5EF4-FFF2-40B4-BE49-F238E27FC236}">
                  <a16:creationId xmlns:a16="http://schemas.microsoft.com/office/drawing/2014/main" id="{6298F6C0-704E-8FB6-0566-81653D28211F}"/>
                </a:ext>
              </a:extLst>
            </p:cNvPr>
            <p:cNvSpPr/>
            <p:nvPr/>
          </p:nvSpPr>
          <p:spPr>
            <a:xfrm>
              <a:off x="3279141" y="1552259"/>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88" name="ellipse_1887">
              <a:extLst>
                <a:ext uri="{FF2B5EF4-FFF2-40B4-BE49-F238E27FC236}">
                  <a16:creationId xmlns:a16="http://schemas.microsoft.com/office/drawing/2014/main" id="{BA67539A-F909-47FC-F02A-AD5388942925}"/>
                </a:ext>
              </a:extLst>
            </p:cNvPr>
            <p:cNvSpPr/>
            <p:nvPr/>
          </p:nvSpPr>
          <p:spPr>
            <a:xfrm>
              <a:off x="3239930" y="1573193"/>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89" name="ellipse_1888">
              <a:extLst>
                <a:ext uri="{FF2B5EF4-FFF2-40B4-BE49-F238E27FC236}">
                  <a16:creationId xmlns:a16="http://schemas.microsoft.com/office/drawing/2014/main" id="{9EA0EED6-D803-5BB3-1900-B88D7FFC8B99}"/>
                </a:ext>
              </a:extLst>
            </p:cNvPr>
            <p:cNvSpPr/>
            <p:nvPr/>
          </p:nvSpPr>
          <p:spPr>
            <a:xfrm>
              <a:off x="3219861" y="1552797"/>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90" name="ellipse_1889">
              <a:extLst>
                <a:ext uri="{FF2B5EF4-FFF2-40B4-BE49-F238E27FC236}">
                  <a16:creationId xmlns:a16="http://schemas.microsoft.com/office/drawing/2014/main" id="{E5FE7A2E-9B18-D669-4090-4B257CC46406}"/>
                </a:ext>
              </a:extLst>
            </p:cNvPr>
            <p:cNvSpPr/>
            <p:nvPr/>
          </p:nvSpPr>
          <p:spPr>
            <a:xfrm>
              <a:off x="3118969" y="1584357"/>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91" name="ellipse_1890">
              <a:extLst>
                <a:ext uri="{FF2B5EF4-FFF2-40B4-BE49-F238E27FC236}">
                  <a16:creationId xmlns:a16="http://schemas.microsoft.com/office/drawing/2014/main" id="{EF875FFD-DB71-294A-0737-884E969D402A}"/>
                </a:ext>
              </a:extLst>
            </p:cNvPr>
            <p:cNvSpPr/>
            <p:nvPr/>
          </p:nvSpPr>
          <p:spPr>
            <a:xfrm>
              <a:off x="3292564" y="1588542"/>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32" name="ellipse_1891">
              <a:extLst>
                <a:ext uri="{FF2B5EF4-FFF2-40B4-BE49-F238E27FC236}">
                  <a16:creationId xmlns:a16="http://schemas.microsoft.com/office/drawing/2014/main" id="{1F2C9172-05DF-8581-88D9-55739E2D3E93}"/>
                </a:ext>
              </a:extLst>
            </p:cNvPr>
            <p:cNvSpPr/>
            <p:nvPr/>
          </p:nvSpPr>
          <p:spPr>
            <a:xfrm>
              <a:off x="3210805" y="1614479"/>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33" name="ellipse_1892">
              <a:extLst>
                <a:ext uri="{FF2B5EF4-FFF2-40B4-BE49-F238E27FC236}">
                  <a16:creationId xmlns:a16="http://schemas.microsoft.com/office/drawing/2014/main" id="{CF93F3EA-8B7E-F4CD-4086-BBEA26C3A6D3}"/>
                </a:ext>
              </a:extLst>
            </p:cNvPr>
            <p:cNvSpPr/>
            <p:nvPr/>
          </p:nvSpPr>
          <p:spPr>
            <a:xfrm>
              <a:off x="3229188" y="1616582"/>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34" name="ellipse_1893">
              <a:extLst>
                <a:ext uri="{FF2B5EF4-FFF2-40B4-BE49-F238E27FC236}">
                  <a16:creationId xmlns:a16="http://schemas.microsoft.com/office/drawing/2014/main" id="{9E8C1141-F27D-DC69-C772-B690F00E9D5D}"/>
                </a:ext>
              </a:extLst>
            </p:cNvPr>
            <p:cNvSpPr/>
            <p:nvPr/>
          </p:nvSpPr>
          <p:spPr>
            <a:xfrm>
              <a:off x="3260194" y="1481644"/>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35" name="Pseudo atom | small solid diamond">
              <a:extLst>
                <a:ext uri="{FF2B5EF4-FFF2-40B4-BE49-F238E27FC236}">
                  <a16:creationId xmlns:a16="http://schemas.microsoft.com/office/drawing/2014/main" id="{A3615811-D83F-B455-FAB7-6A2775746D47}"/>
                </a:ext>
              </a:extLst>
            </p:cNvPr>
            <p:cNvSpPr/>
            <p:nvPr/>
          </p:nvSpPr>
          <p:spPr>
            <a:xfrm>
              <a:off x="3148094" y="1611532"/>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5636" name="Pseudo atom | small solid diamond">
              <a:extLst>
                <a:ext uri="{FF2B5EF4-FFF2-40B4-BE49-F238E27FC236}">
                  <a16:creationId xmlns:a16="http://schemas.microsoft.com/office/drawing/2014/main" id="{402E369C-CF94-3BB2-C91F-CCB2B7CF68D1}"/>
                </a:ext>
              </a:extLst>
            </p:cNvPr>
            <p:cNvSpPr/>
            <p:nvPr/>
          </p:nvSpPr>
          <p:spPr>
            <a:xfrm>
              <a:off x="3138576" y="1510364"/>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5637" name="Pseudo atom | small solid diamond">
              <a:extLst>
                <a:ext uri="{FF2B5EF4-FFF2-40B4-BE49-F238E27FC236}">
                  <a16:creationId xmlns:a16="http://schemas.microsoft.com/office/drawing/2014/main" id="{53C8D8DE-F86B-D8AE-B205-9901C21EC21E}"/>
                </a:ext>
              </a:extLst>
            </p:cNvPr>
            <p:cNvSpPr/>
            <p:nvPr/>
          </p:nvSpPr>
          <p:spPr>
            <a:xfrm>
              <a:off x="3167444" y="1532517"/>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5638" name="Pseudo atom | small solid diamond">
              <a:extLst>
                <a:ext uri="{FF2B5EF4-FFF2-40B4-BE49-F238E27FC236}">
                  <a16:creationId xmlns:a16="http://schemas.microsoft.com/office/drawing/2014/main" id="{3D63E035-0A91-1878-5B49-135F17DB726D}"/>
                </a:ext>
              </a:extLst>
            </p:cNvPr>
            <p:cNvSpPr/>
            <p:nvPr/>
          </p:nvSpPr>
          <p:spPr>
            <a:xfrm>
              <a:off x="3192186" y="1545481"/>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5639" name="Pseudo atom | small solid diamond">
              <a:extLst>
                <a:ext uri="{FF2B5EF4-FFF2-40B4-BE49-F238E27FC236}">
                  <a16:creationId xmlns:a16="http://schemas.microsoft.com/office/drawing/2014/main" id="{AB4625D4-275D-8426-40CA-A9BD2DB5B928}"/>
                </a:ext>
              </a:extLst>
            </p:cNvPr>
            <p:cNvSpPr/>
            <p:nvPr/>
          </p:nvSpPr>
          <p:spPr>
            <a:xfrm>
              <a:off x="3219021" y="1555020"/>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5640" name="b | PTV3 stage 5">
            <a:extLst>
              <a:ext uri="{FF2B5EF4-FFF2-40B4-BE49-F238E27FC236}">
                <a16:creationId xmlns:a16="http://schemas.microsoft.com/office/drawing/2014/main" id="{93A8D1BC-F591-71EC-10BC-782FBF3059B5}"/>
              </a:ext>
            </a:extLst>
          </p:cNvPr>
          <p:cNvGrpSpPr/>
          <p:nvPr/>
        </p:nvGrpSpPr>
        <p:grpSpPr>
          <a:xfrm>
            <a:off x="4135073" y="1191372"/>
            <a:ext cx="192613" cy="151863"/>
            <a:chOff x="3473888" y="1438830"/>
            <a:chExt cx="279225" cy="243090"/>
          </a:xfrm>
        </p:grpSpPr>
        <p:sp>
          <p:nvSpPr>
            <p:cNvPr id="5641" name="ellipse_1900">
              <a:extLst>
                <a:ext uri="{FF2B5EF4-FFF2-40B4-BE49-F238E27FC236}">
                  <a16:creationId xmlns:a16="http://schemas.microsoft.com/office/drawing/2014/main" id="{3F34483A-42FD-9CC9-C115-1FBA104D8BFF}"/>
                </a:ext>
              </a:extLst>
            </p:cNvPr>
            <p:cNvSpPr/>
            <p:nvPr/>
          </p:nvSpPr>
          <p:spPr>
            <a:xfrm>
              <a:off x="3541505" y="1483896"/>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2" name="ellipse_1901">
              <a:extLst>
                <a:ext uri="{FF2B5EF4-FFF2-40B4-BE49-F238E27FC236}">
                  <a16:creationId xmlns:a16="http://schemas.microsoft.com/office/drawing/2014/main" id="{FED8B55A-D394-CF17-C93F-A710FC376DCA}"/>
                </a:ext>
              </a:extLst>
            </p:cNvPr>
            <p:cNvSpPr/>
            <p:nvPr/>
          </p:nvSpPr>
          <p:spPr>
            <a:xfrm>
              <a:off x="3634685" y="1579452"/>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3" name="ellipse_1902">
              <a:extLst>
                <a:ext uri="{FF2B5EF4-FFF2-40B4-BE49-F238E27FC236}">
                  <a16:creationId xmlns:a16="http://schemas.microsoft.com/office/drawing/2014/main" id="{F629BDCB-0AF0-2CCB-98F8-0D7687A84701}"/>
                </a:ext>
              </a:extLst>
            </p:cNvPr>
            <p:cNvSpPr/>
            <p:nvPr/>
          </p:nvSpPr>
          <p:spPr>
            <a:xfrm>
              <a:off x="3690250" y="1591533"/>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4" name="ellipse_1903">
              <a:extLst>
                <a:ext uri="{FF2B5EF4-FFF2-40B4-BE49-F238E27FC236}">
                  <a16:creationId xmlns:a16="http://schemas.microsoft.com/office/drawing/2014/main" id="{107B8E7E-C247-961C-D9E7-9B03856C20BE}"/>
                </a:ext>
              </a:extLst>
            </p:cNvPr>
            <p:cNvSpPr/>
            <p:nvPr/>
          </p:nvSpPr>
          <p:spPr>
            <a:xfrm>
              <a:off x="3688948" y="1626754"/>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5" name="ellipse_1904">
              <a:extLst>
                <a:ext uri="{FF2B5EF4-FFF2-40B4-BE49-F238E27FC236}">
                  <a16:creationId xmlns:a16="http://schemas.microsoft.com/office/drawing/2014/main" id="{2942A297-2349-E282-2446-2E74130BEB94}"/>
                </a:ext>
              </a:extLst>
            </p:cNvPr>
            <p:cNvSpPr/>
            <p:nvPr/>
          </p:nvSpPr>
          <p:spPr>
            <a:xfrm>
              <a:off x="3676533" y="1458617"/>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6" name="ellipse_1905">
              <a:extLst>
                <a:ext uri="{FF2B5EF4-FFF2-40B4-BE49-F238E27FC236}">
                  <a16:creationId xmlns:a16="http://schemas.microsoft.com/office/drawing/2014/main" id="{544FBB7F-91B6-1C25-0F1A-CCD9E7EC4325}"/>
                </a:ext>
              </a:extLst>
            </p:cNvPr>
            <p:cNvSpPr/>
            <p:nvPr/>
          </p:nvSpPr>
          <p:spPr>
            <a:xfrm>
              <a:off x="3582836" y="1604405"/>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7" name="ellipse_1906">
              <a:extLst>
                <a:ext uri="{FF2B5EF4-FFF2-40B4-BE49-F238E27FC236}">
                  <a16:creationId xmlns:a16="http://schemas.microsoft.com/office/drawing/2014/main" id="{132F04B6-A4FF-D032-A6AD-F15FAF84EA3E}"/>
                </a:ext>
              </a:extLst>
            </p:cNvPr>
            <p:cNvSpPr/>
            <p:nvPr/>
          </p:nvSpPr>
          <p:spPr>
            <a:xfrm>
              <a:off x="3502117" y="1481357"/>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8" name="ellipse_1907">
              <a:extLst>
                <a:ext uri="{FF2B5EF4-FFF2-40B4-BE49-F238E27FC236}">
                  <a16:creationId xmlns:a16="http://schemas.microsoft.com/office/drawing/2014/main" id="{D53CBF2F-45CF-545F-1B65-B5F2DECCD2BE}"/>
                </a:ext>
              </a:extLst>
            </p:cNvPr>
            <p:cNvSpPr/>
            <p:nvPr/>
          </p:nvSpPr>
          <p:spPr>
            <a:xfrm>
              <a:off x="3701184" y="1635112"/>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9" name="ellipse_1908">
              <a:extLst>
                <a:ext uri="{FF2B5EF4-FFF2-40B4-BE49-F238E27FC236}">
                  <a16:creationId xmlns:a16="http://schemas.microsoft.com/office/drawing/2014/main" id="{E0FC7740-167D-CECA-2BAE-58C5CAB42C05}"/>
                </a:ext>
              </a:extLst>
            </p:cNvPr>
            <p:cNvSpPr/>
            <p:nvPr/>
          </p:nvSpPr>
          <p:spPr>
            <a:xfrm>
              <a:off x="3667161" y="1608045"/>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2885" name="ellipse_1909">
              <a:extLst>
                <a:ext uri="{FF2B5EF4-FFF2-40B4-BE49-F238E27FC236}">
                  <a16:creationId xmlns:a16="http://schemas.microsoft.com/office/drawing/2014/main" id="{1BABBFBA-E91A-96F6-F82B-83CDC602CB61}"/>
                </a:ext>
              </a:extLst>
            </p:cNvPr>
            <p:cNvSpPr/>
            <p:nvPr/>
          </p:nvSpPr>
          <p:spPr>
            <a:xfrm>
              <a:off x="3580356" y="1576358"/>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2886" name="Pseudo atom | small solid diamond">
              <a:extLst>
                <a:ext uri="{FF2B5EF4-FFF2-40B4-BE49-F238E27FC236}">
                  <a16:creationId xmlns:a16="http://schemas.microsoft.com/office/drawing/2014/main" id="{DFE3D51B-8A9A-D20B-6125-784E8C213419}"/>
                </a:ext>
              </a:extLst>
            </p:cNvPr>
            <p:cNvSpPr/>
            <p:nvPr/>
          </p:nvSpPr>
          <p:spPr>
            <a:xfrm>
              <a:off x="3677032" y="1640896"/>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887" name="Pseudo atom | small solid diamond">
              <a:extLst>
                <a:ext uri="{FF2B5EF4-FFF2-40B4-BE49-F238E27FC236}">
                  <a16:creationId xmlns:a16="http://schemas.microsoft.com/office/drawing/2014/main" id="{B8872586-1A5E-2AD6-6F2D-A3712A2C603E}"/>
                </a:ext>
              </a:extLst>
            </p:cNvPr>
            <p:cNvSpPr/>
            <p:nvPr/>
          </p:nvSpPr>
          <p:spPr>
            <a:xfrm>
              <a:off x="3542290" y="1523790"/>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891" name="Pseudo atom | small solid diamond">
              <a:extLst>
                <a:ext uri="{FF2B5EF4-FFF2-40B4-BE49-F238E27FC236}">
                  <a16:creationId xmlns:a16="http://schemas.microsoft.com/office/drawing/2014/main" id="{82867103-A875-E24D-72AB-F61984682F57}"/>
                </a:ext>
              </a:extLst>
            </p:cNvPr>
            <p:cNvSpPr/>
            <p:nvPr/>
          </p:nvSpPr>
          <p:spPr>
            <a:xfrm>
              <a:off x="3590254" y="1492059"/>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892" name="Pseudo atom | small solid diamond">
              <a:extLst>
                <a:ext uri="{FF2B5EF4-FFF2-40B4-BE49-F238E27FC236}">
                  <a16:creationId xmlns:a16="http://schemas.microsoft.com/office/drawing/2014/main" id="{06A3EA14-64D8-3F4C-1509-26D655CC8904}"/>
                </a:ext>
              </a:extLst>
            </p:cNvPr>
            <p:cNvSpPr/>
            <p:nvPr/>
          </p:nvSpPr>
          <p:spPr>
            <a:xfrm>
              <a:off x="3710724" y="1626781"/>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893" name="Pseudo atom | small solid diamond">
              <a:extLst>
                <a:ext uri="{FF2B5EF4-FFF2-40B4-BE49-F238E27FC236}">
                  <a16:creationId xmlns:a16="http://schemas.microsoft.com/office/drawing/2014/main" id="{5A7B6BAD-BB6A-E590-72A2-900B548BF2D7}"/>
                </a:ext>
              </a:extLst>
            </p:cNvPr>
            <p:cNvSpPr/>
            <p:nvPr/>
          </p:nvSpPr>
          <p:spPr>
            <a:xfrm>
              <a:off x="3552701" y="1475941"/>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2894" name="b | Receptor embedding feature bar">
            <a:extLst>
              <a:ext uri="{FF2B5EF4-FFF2-40B4-BE49-F238E27FC236}">
                <a16:creationId xmlns:a16="http://schemas.microsoft.com/office/drawing/2014/main" id="{86B7BD48-B573-86E0-32F7-423F583E0A7D}"/>
              </a:ext>
            </a:extLst>
          </p:cNvPr>
          <p:cNvGrpSpPr/>
          <p:nvPr/>
        </p:nvGrpSpPr>
        <p:grpSpPr>
          <a:xfrm>
            <a:off x="2242286" y="1142965"/>
            <a:ext cx="242618" cy="14816"/>
            <a:chOff x="1258155" y="1540665"/>
            <a:chExt cx="325215" cy="42705"/>
          </a:xfrm>
        </p:grpSpPr>
        <p:sp>
          <p:nvSpPr>
            <p:cNvPr id="2895" name="feature_1">
              <a:extLst>
                <a:ext uri="{FF2B5EF4-FFF2-40B4-BE49-F238E27FC236}">
                  <a16:creationId xmlns:a16="http://schemas.microsoft.com/office/drawing/2014/main" id="{E3405BF6-5E85-AAFD-485F-2922DA2E4E55}"/>
                </a:ext>
              </a:extLst>
            </p:cNvPr>
            <p:cNvSpPr/>
            <p:nvPr/>
          </p:nvSpPr>
          <p:spPr>
            <a:xfrm>
              <a:off x="1258155" y="1540665"/>
              <a:ext cx="43644" cy="42705"/>
            </a:xfrm>
            <a:prstGeom prst="rect">
              <a:avLst/>
            </a:prstGeom>
            <a:solidFill>
              <a:srgbClr val="B2A4CD"/>
            </a:solidFill>
            <a:ln w="2540" cap="rnd" cmpd="sng" algn="ctr">
              <a:noFill/>
              <a:prstDash val="solid"/>
              <a:round/>
              <a:headEnd type="none" w="med" len="med"/>
              <a:tailEnd type="none" w="med" len="med"/>
            </a:ln>
            <a:effectLst/>
          </p:spPr>
        </p:sp>
        <p:sp>
          <p:nvSpPr>
            <p:cNvPr id="2896" name="feature_2">
              <a:extLst>
                <a:ext uri="{FF2B5EF4-FFF2-40B4-BE49-F238E27FC236}">
                  <a16:creationId xmlns:a16="http://schemas.microsoft.com/office/drawing/2014/main" id="{F1FE4F3E-9BBB-B501-047A-0CFEC0922140}"/>
                </a:ext>
              </a:extLst>
            </p:cNvPr>
            <p:cNvSpPr/>
            <p:nvPr/>
          </p:nvSpPr>
          <p:spPr>
            <a:xfrm>
              <a:off x="1305084" y="1540665"/>
              <a:ext cx="43644" cy="42705"/>
            </a:xfrm>
            <a:prstGeom prst="rect">
              <a:avLst/>
            </a:prstGeom>
            <a:solidFill>
              <a:srgbClr val="C7BFE0"/>
            </a:solidFill>
            <a:ln w="2540" cap="rnd" cmpd="sng" algn="ctr">
              <a:noFill/>
              <a:prstDash val="solid"/>
              <a:round/>
              <a:headEnd type="none" w="med" len="med"/>
              <a:tailEnd type="none" w="med" len="med"/>
            </a:ln>
            <a:effectLst/>
          </p:spPr>
        </p:sp>
        <p:sp>
          <p:nvSpPr>
            <p:cNvPr id="2902" name="feature_3">
              <a:extLst>
                <a:ext uri="{FF2B5EF4-FFF2-40B4-BE49-F238E27FC236}">
                  <a16:creationId xmlns:a16="http://schemas.microsoft.com/office/drawing/2014/main" id="{CFDAB469-1386-93F4-152B-C8E49039C196}"/>
                </a:ext>
              </a:extLst>
            </p:cNvPr>
            <p:cNvSpPr/>
            <p:nvPr/>
          </p:nvSpPr>
          <p:spPr>
            <a:xfrm>
              <a:off x="1352012" y="1540665"/>
              <a:ext cx="43644" cy="42705"/>
            </a:xfrm>
            <a:prstGeom prst="rect">
              <a:avLst/>
            </a:prstGeom>
            <a:solidFill>
              <a:srgbClr val="AEBED6"/>
            </a:solidFill>
            <a:ln w="2540" cap="rnd" cmpd="sng" algn="ctr">
              <a:noFill/>
              <a:prstDash val="solid"/>
              <a:round/>
              <a:headEnd type="none" w="med" len="med"/>
              <a:tailEnd type="none" w="med" len="med"/>
            </a:ln>
            <a:effectLst/>
          </p:spPr>
        </p:sp>
        <p:sp>
          <p:nvSpPr>
            <p:cNvPr id="2903" name="feature_4">
              <a:extLst>
                <a:ext uri="{FF2B5EF4-FFF2-40B4-BE49-F238E27FC236}">
                  <a16:creationId xmlns:a16="http://schemas.microsoft.com/office/drawing/2014/main" id="{84226403-9E52-D01F-CCAC-E1AD39C78609}"/>
                </a:ext>
              </a:extLst>
            </p:cNvPr>
            <p:cNvSpPr/>
            <p:nvPr/>
          </p:nvSpPr>
          <p:spPr>
            <a:xfrm>
              <a:off x="1398941" y="1540665"/>
              <a:ext cx="43644" cy="42705"/>
            </a:xfrm>
            <a:prstGeom prst="rect">
              <a:avLst/>
            </a:prstGeom>
            <a:solidFill>
              <a:srgbClr val="B2A4CD"/>
            </a:solidFill>
            <a:ln w="2540" cap="rnd" cmpd="sng" algn="ctr">
              <a:noFill/>
              <a:prstDash val="solid"/>
              <a:round/>
              <a:headEnd type="none" w="med" len="med"/>
              <a:tailEnd type="none" w="med" len="med"/>
            </a:ln>
            <a:effectLst/>
          </p:spPr>
        </p:sp>
        <p:sp>
          <p:nvSpPr>
            <p:cNvPr id="2904" name="feature_5">
              <a:extLst>
                <a:ext uri="{FF2B5EF4-FFF2-40B4-BE49-F238E27FC236}">
                  <a16:creationId xmlns:a16="http://schemas.microsoft.com/office/drawing/2014/main" id="{076AC990-280D-9522-3F2F-130FFFB35F19}"/>
                </a:ext>
              </a:extLst>
            </p:cNvPr>
            <p:cNvSpPr/>
            <p:nvPr/>
          </p:nvSpPr>
          <p:spPr>
            <a:xfrm>
              <a:off x="1445869" y="1540665"/>
              <a:ext cx="43644" cy="42705"/>
            </a:xfrm>
            <a:prstGeom prst="rect">
              <a:avLst/>
            </a:prstGeom>
            <a:solidFill>
              <a:srgbClr val="C7BFE0"/>
            </a:solidFill>
            <a:ln w="2540" cap="rnd" cmpd="sng" algn="ctr">
              <a:noFill/>
              <a:prstDash val="solid"/>
              <a:round/>
              <a:headEnd type="none" w="med" len="med"/>
              <a:tailEnd type="none" w="med" len="med"/>
            </a:ln>
            <a:effectLst/>
          </p:spPr>
        </p:sp>
        <p:sp>
          <p:nvSpPr>
            <p:cNvPr id="2905" name="feature_6">
              <a:extLst>
                <a:ext uri="{FF2B5EF4-FFF2-40B4-BE49-F238E27FC236}">
                  <a16:creationId xmlns:a16="http://schemas.microsoft.com/office/drawing/2014/main" id="{2F5188B3-27C4-3D69-4A1C-E4FDABC4B057}"/>
                </a:ext>
              </a:extLst>
            </p:cNvPr>
            <p:cNvSpPr/>
            <p:nvPr/>
          </p:nvSpPr>
          <p:spPr>
            <a:xfrm>
              <a:off x="1492798" y="1540665"/>
              <a:ext cx="43644" cy="42705"/>
            </a:xfrm>
            <a:prstGeom prst="rect">
              <a:avLst/>
            </a:prstGeom>
            <a:solidFill>
              <a:srgbClr val="AEBED6"/>
            </a:solidFill>
            <a:ln w="2540" cap="rnd" cmpd="sng" algn="ctr">
              <a:noFill/>
              <a:prstDash val="solid"/>
              <a:round/>
              <a:headEnd type="none" w="med" len="med"/>
              <a:tailEnd type="none" w="med" len="med"/>
            </a:ln>
            <a:effectLst/>
          </p:spPr>
        </p:sp>
        <p:sp>
          <p:nvSpPr>
            <p:cNvPr id="2906" name="feature_7">
              <a:extLst>
                <a:ext uri="{FF2B5EF4-FFF2-40B4-BE49-F238E27FC236}">
                  <a16:creationId xmlns:a16="http://schemas.microsoft.com/office/drawing/2014/main" id="{55970C4E-62AC-350F-53AC-89CCAE1938B7}"/>
                </a:ext>
              </a:extLst>
            </p:cNvPr>
            <p:cNvSpPr/>
            <p:nvPr/>
          </p:nvSpPr>
          <p:spPr>
            <a:xfrm>
              <a:off x="1539726" y="1540665"/>
              <a:ext cx="43644" cy="42705"/>
            </a:xfrm>
            <a:prstGeom prst="rect">
              <a:avLst/>
            </a:prstGeom>
            <a:solidFill>
              <a:srgbClr val="B2A4CD"/>
            </a:solidFill>
            <a:ln w="2540" cap="rnd" cmpd="sng" algn="ctr">
              <a:noFill/>
              <a:prstDash val="solid"/>
              <a:round/>
              <a:headEnd type="none" w="med" len="med"/>
              <a:tailEnd type="none" w="med" len="med"/>
            </a:ln>
            <a:effectLst/>
          </p:spPr>
        </p:sp>
      </p:grpSp>
      <p:grpSp>
        <p:nvGrpSpPr>
          <p:cNvPr id="2907" name="b | Pseudo atoms">
            <a:extLst>
              <a:ext uri="{FF2B5EF4-FFF2-40B4-BE49-F238E27FC236}">
                <a16:creationId xmlns:a16="http://schemas.microsoft.com/office/drawing/2014/main" id="{50142DD3-D0C0-54A7-73C1-20735234202C}"/>
              </a:ext>
            </a:extLst>
          </p:cNvPr>
          <p:cNvGrpSpPr/>
          <p:nvPr/>
        </p:nvGrpSpPr>
        <p:grpSpPr>
          <a:xfrm>
            <a:off x="2244137" y="1435834"/>
            <a:ext cx="240766" cy="90747"/>
            <a:chOff x="1224494" y="1827718"/>
            <a:chExt cx="319272" cy="160003"/>
          </a:xfrm>
        </p:grpSpPr>
        <p:sp>
          <p:nvSpPr>
            <p:cNvPr id="2908" name="Pseudo atom | small solid diamond">
              <a:extLst>
                <a:ext uri="{FF2B5EF4-FFF2-40B4-BE49-F238E27FC236}">
                  <a16:creationId xmlns:a16="http://schemas.microsoft.com/office/drawing/2014/main" id="{D336662C-132B-427E-8806-076870780DB2}"/>
                </a:ext>
              </a:extLst>
            </p:cNvPr>
            <p:cNvSpPr/>
            <p:nvPr/>
          </p:nvSpPr>
          <p:spPr>
            <a:xfrm>
              <a:off x="1238043" y="1863551"/>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09" name="Pseudo atom | small solid diamond">
              <a:extLst>
                <a:ext uri="{FF2B5EF4-FFF2-40B4-BE49-F238E27FC236}">
                  <a16:creationId xmlns:a16="http://schemas.microsoft.com/office/drawing/2014/main" id="{595E242C-4219-93B7-783A-7F82B994ED42}"/>
                </a:ext>
              </a:extLst>
            </p:cNvPr>
            <p:cNvSpPr/>
            <p:nvPr/>
          </p:nvSpPr>
          <p:spPr>
            <a:xfrm>
              <a:off x="1334797" y="1971936"/>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10" name="Pseudo atom | small solid diamond">
              <a:extLst>
                <a:ext uri="{FF2B5EF4-FFF2-40B4-BE49-F238E27FC236}">
                  <a16:creationId xmlns:a16="http://schemas.microsoft.com/office/drawing/2014/main" id="{9F08A2F4-8F3E-7951-0697-7C3A1FBB6B07}"/>
                </a:ext>
              </a:extLst>
            </p:cNvPr>
            <p:cNvSpPr/>
            <p:nvPr/>
          </p:nvSpPr>
          <p:spPr>
            <a:xfrm>
              <a:off x="1251624" y="1954881"/>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11" name="Pseudo atom | small solid diamond">
              <a:extLst>
                <a:ext uri="{FF2B5EF4-FFF2-40B4-BE49-F238E27FC236}">
                  <a16:creationId xmlns:a16="http://schemas.microsoft.com/office/drawing/2014/main" id="{B295B9D7-C861-3DC7-C0E5-282621E5255F}"/>
                </a:ext>
              </a:extLst>
            </p:cNvPr>
            <p:cNvSpPr/>
            <p:nvPr/>
          </p:nvSpPr>
          <p:spPr>
            <a:xfrm>
              <a:off x="1251873" y="1875722"/>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12" name="Pseudo atom | small solid diamond">
              <a:extLst>
                <a:ext uri="{FF2B5EF4-FFF2-40B4-BE49-F238E27FC236}">
                  <a16:creationId xmlns:a16="http://schemas.microsoft.com/office/drawing/2014/main" id="{7A446BBF-7D51-53FA-63CA-1577E4E3E52B}"/>
                </a:ext>
              </a:extLst>
            </p:cNvPr>
            <p:cNvSpPr/>
            <p:nvPr/>
          </p:nvSpPr>
          <p:spPr>
            <a:xfrm>
              <a:off x="1427707" y="1918183"/>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13" name="Pseudo atom | small solid diamond">
              <a:extLst>
                <a:ext uri="{FF2B5EF4-FFF2-40B4-BE49-F238E27FC236}">
                  <a16:creationId xmlns:a16="http://schemas.microsoft.com/office/drawing/2014/main" id="{0F39D0BE-D48A-00EB-D0AB-5252F58F6AD2}"/>
                </a:ext>
              </a:extLst>
            </p:cNvPr>
            <p:cNvSpPr/>
            <p:nvPr/>
          </p:nvSpPr>
          <p:spPr>
            <a:xfrm>
              <a:off x="1522414" y="1886916"/>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5" name="Pseudo atom | small solid diamond">
              <a:extLst>
                <a:ext uri="{FF2B5EF4-FFF2-40B4-BE49-F238E27FC236}">
                  <a16:creationId xmlns:a16="http://schemas.microsoft.com/office/drawing/2014/main" id="{B01FE293-EDBC-8F93-2F4F-A16613E109C2}"/>
                </a:ext>
              </a:extLst>
            </p:cNvPr>
            <p:cNvSpPr/>
            <p:nvPr/>
          </p:nvSpPr>
          <p:spPr>
            <a:xfrm>
              <a:off x="1517189" y="1965468"/>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6" name="Pseudo atom | small solid diamond">
              <a:extLst>
                <a:ext uri="{FF2B5EF4-FFF2-40B4-BE49-F238E27FC236}">
                  <a16:creationId xmlns:a16="http://schemas.microsoft.com/office/drawing/2014/main" id="{3FC0C360-7DFE-3E84-17DF-215ED6121441}"/>
                </a:ext>
              </a:extLst>
            </p:cNvPr>
            <p:cNvSpPr/>
            <p:nvPr/>
          </p:nvSpPr>
          <p:spPr>
            <a:xfrm>
              <a:off x="1440638" y="1827175"/>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7" name="Pseudo atom | small solid diamond">
              <a:extLst>
                <a:ext uri="{FF2B5EF4-FFF2-40B4-BE49-F238E27FC236}">
                  <a16:creationId xmlns:a16="http://schemas.microsoft.com/office/drawing/2014/main" id="{F0668263-0A9E-1512-CCFC-C1D7E9D9CDC4}"/>
                </a:ext>
              </a:extLst>
            </p:cNvPr>
            <p:cNvSpPr/>
            <p:nvPr/>
          </p:nvSpPr>
          <p:spPr>
            <a:xfrm>
              <a:off x="1468593" y="1961506"/>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8" name="Pseudo atom | small solid diamond">
              <a:extLst>
                <a:ext uri="{FF2B5EF4-FFF2-40B4-BE49-F238E27FC236}">
                  <a16:creationId xmlns:a16="http://schemas.microsoft.com/office/drawing/2014/main" id="{6A72435B-8E4F-682F-9EB5-D275B6EB7441}"/>
                </a:ext>
              </a:extLst>
            </p:cNvPr>
            <p:cNvSpPr/>
            <p:nvPr/>
          </p:nvSpPr>
          <p:spPr>
            <a:xfrm>
              <a:off x="1375142" y="1854261"/>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9" name="Pseudo atom | small solid diamond">
              <a:extLst>
                <a:ext uri="{FF2B5EF4-FFF2-40B4-BE49-F238E27FC236}">
                  <a16:creationId xmlns:a16="http://schemas.microsoft.com/office/drawing/2014/main" id="{8D97CB05-B6DF-E96D-0FB2-A4AE708C4B4D}"/>
                </a:ext>
              </a:extLst>
            </p:cNvPr>
            <p:cNvSpPr/>
            <p:nvPr/>
          </p:nvSpPr>
          <p:spPr>
            <a:xfrm>
              <a:off x="1257936" y="1953067"/>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30" name="Pseudo atom | small solid diamond">
              <a:extLst>
                <a:ext uri="{FF2B5EF4-FFF2-40B4-BE49-F238E27FC236}">
                  <a16:creationId xmlns:a16="http://schemas.microsoft.com/office/drawing/2014/main" id="{DC448ABF-DA1A-598C-452E-C7BC068153B4}"/>
                </a:ext>
              </a:extLst>
            </p:cNvPr>
            <p:cNvSpPr/>
            <p:nvPr/>
          </p:nvSpPr>
          <p:spPr>
            <a:xfrm>
              <a:off x="1225975" y="1907464"/>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54" name="Pseudo atom | small solid diamond">
              <a:extLst>
                <a:ext uri="{FF2B5EF4-FFF2-40B4-BE49-F238E27FC236}">
                  <a16:creationId xmlns:a16="http://schemas.microsoft.com/office/drawing/2014/main" id="{4F4655B6-B35F-0AC0-227B-6E7D2DD9214C}"/>
                </a:ext>
              </a:extLst>
            </p:cNvPr>
            <p:cNvSpPr/>
            <p:nvPr/>
          </p:nvSpPr>
          <p:spPr>
            <a:xfrm>
              <a:off x="1265668" y="1870131"/>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55" name="Pseudo atom | small solid diamond">
              <a:extLst>
                <a:ext uri="{FF2B5EF4-FFF2-40B4-BE49-F238E27FC236}">
                  <a16:creationId xmlns:a16="http://schemas.microsoft.com/office/drawing/2014/main" id="{BCEA094D-C914-90C7-6201-8CD797E81393}"/>
                </a:ext>
              </a:extLst>
            </p:cNvPr>
            <p:cNvSpPr/>
            <p:nvPr/>
          </p:nvSpPr>
          <p:spPr>
            <a:xfrm>
              <a:off x="1530005" y="1866373"/>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56" name="Pseudo atom | small solid diamond">
              <a:extLst>
                <a:ext uri="{FF2B5EF4-FFF2-40B4-BE49-F238E27FC236}">
                  <a16:creationId xmlns:a16="http://schemas.microsoft.com/office/drawing/2014/main" id="{E1300896-D04C-A252-1621-ADF6FCC92B68}"/>
                </a:ext>
              </a:extLst>
            </p:cNvPr>
            <p:cNvSpPr/>
            <p:nvPr/>
          </p:nvSpPr>
          <p:spPr>
            <a:xfrm>
              <a:off x="1429684" y="1941177"/>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56" name="Pseudo atom | small solid diamond">
              <a:extLst>
                <a:ext uri="{FF2B5EF4-FFF2-40B4-BE49-F238E27FC236}">
                  <a16:creationId xmlns:a16="http://schemas.microsoft.com/office/drawing/2014/main" id="{08B78EC2-E14F-68D4-2A11-84FB2624A6E6}"/>
                </a:ext>
              </a:extLst>
            </p:cNvPr>
            <p:cNvSpPr/>
            <p:nvPr/>
          </p:nvSpPr>
          <p:spPr>
            <a:xfrm>
              <a:off x="1294641" y="1846548"/>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grpSp>
      <p:sp>
        <p:nvSpPr>
          <p:cNvPr id="257" name="b | Candidate blob">
            <a:extLst>
              <a:ext uri="{FF2B5EF4-FFF2-40B4-BE49-F238E27FC236}">
                <a16:creationId xmlns:a16="http://schemas.microsoft.com/office/drawing/2014/main" id="{43F59AA4-1F2E-6BCC-F949-0C9C679F2EF2}"/>
              </a:ext>
            </a:extLst>
          </p:cNvPr>
          <p:cNvSpPr/>
          <p:nvPr/>
        </p:nvSpPr>
        <p:spPr>
          <a:xfrm>
            <a:off x="4509185" y="917280"/>
            <a:ext cx="120383" cy="77783"/>
          </a:xfrm>
          <a:custGeom>
            <a:avLst/>
            <a:gdLst/>
            <a:ahLst/>
            <a:cxnLst/>
            <a:rect l="0" t="0" r="w" b="h"/>
            <a:pathLst>
              <a:path w="191433" h="121715" extrusionOk="0">
                <a:moveTo>
                  <a:pt x="4484" y="76513"/>
                </a:moveTo>
                <a:cubicBezTo>
                  <a:pt x="0" y="63094"/>
                  <a:pt x="15867" y="42612"/>
                  <a:pt x="25180" y="34137"/>
                </a:cubicBezTo>
                <a:cubicBezTo>
                  <a:pt x="34492" y="25661"/>
                  <a:pt x="49324" y="30841"/>
                  <a:pt x="60362" y="25661"/>
                </a:cubicBezTo>
                <a:cubicBezTo>
                  <a:pt x="71399" y="20482"/>
                  <a:pt x="77608" y="6121"/>
                  <a:pt x="91405" y="3061"/>
                </a:cubicBezTo>
                <a:cubicBezTo>
                  <a:pt x="105202" y="0"/>
                  <a:pt x="129347" y="2825"/>
                  <a:pt x="143144" y="7298"/>
                </a:cubicBezTo>
                <a:cubicBezTo>
                  <a:pt x="156941" y="11771"/>
                  <a:pt x="166599" y="20482"/>
                  <a:pt x="174187" y="29899"/>
                </a:cubicBezTo>
                <a:cubicBezTo>
                  <a:pt x="181775" y="39316"/>
                  <a:pt x="191433" y="52500"/>
                  <a:pt x="188674" y="63800"/>
                </a:cubicBezTo>
                <a:cubicBezTo>
                  <a:pt x="185915" y="75101"/>
                  <a:pt x="170738" y="88520"/>
                  <a:pt x="157631" y="97701"/>
                </a:cubicBezTo>
                <a:cubicBezTo>
                  <a:pt x="144524" y="106883"/>
                  <a:pt x="127622" y="116065"/>
                  <a:pt x="110031" y="118890"/>
                </a:cubicBezTo>
                <a:cubicBezTo>
                  <a:pt x="92440" y="121715"/>
                  <a:pt x="69675" y="121715"/>
                  <a:pt x="52084" y="114652"/>
                </a:cubicBezTo>
                <a:cubicBezTo>
                  <a:pt x="34492" y="107589"/>
                  <a:pt x="8968" y="89932"/>
                  <a:pt x="4484" y="76513"/>
                </a:cubicBezTo>
                <a:close/>
              </a:path>
            </a:pathLst>
          </a:custGeom>
          <a:gradFill flip="none" rotWithShape="1">
            <a:gsLst>
              <a:gs pos="0">
                <a:srgbClr val="E9F2F9"/>
              </a:gs>
              <a:gs pos="48000">
                <a:srgbClr val="85B7DD"/>
              </a:gs>
              <a:gs pos="100000">
                <a:srgbClr val="65A1CE"/>
              </a:gs>
            </a:gsLst>
            <a:lin ang="2700000" scaled="1"/>
            <a:tileRect/>
          </a:gradFill>
          <a:ln w="2540" cap="rnd" cmpd="sng" algn="ctr">
            <a:solidFill>
              <a:srgbClr val="71A9D4"/>
            </a:solidFill>
            <a:prstDash val="solid"/>
            <a:round/>
            <a:headEnd type="none" w="med" len="med"/>
            <a:tailEnd type="none" w="med" len="med"/>
          </a:ln>
          <a:effectLst/>
        </p:spPr>
      </p:sp>
      <p:grpSp>
        <p:nvGrpSpPr>
          <p:cNvPr id="258" name="b | Pseudo atoms cue">
            <a:extLst>
              <a:ext uri="{FF2B5EF4-FFF2-40B4-BE49-F238E27FC236}">
                <a16:creationId xmlns:a16="http://schemas.microsoft.com/office/drawing/2014/main" id="{F957B2F7-5B12-78F1-BD2D-52CC180A43D0}"/>
              </a:ext>
            </a:extLst>
          </p:cNvPr>
          <p:cNvGrpSpPr/>
          <p:nvPr/>
        </p:nvGrpSpPr>
        <p:grpSpPr>
          <a:xfrm>
            <a:off x="4783288" y="919132"/>
            <a:ext cx="151868" cy="72227"/>
            <a:chOff x="4590996" y="2053896"/>
            <a:chExt cx="222101" cy="100386"/>
          </a:xfrm>
        </p:grpSpPr>
        <p:sp>
          <p:nvSpPr>
            <p:cNvPr id="259" name="Pseudo atom | small solid diamond">
              <a:extLst>
                <a:ext uri="{FF2B5EF4-FFF2-40B4-BE49-F238E27FC236}">
                  <a16:creationId xmlns:a16="http://schemas.microsoft.com/office/drawing/2014/main" id="{0B08626C-33D8-FA2A-28C8-A0406F3B9530}"/>
                </a:ext>
              </a:extLst>
            </p:cNvPr>
            <p:cNvSpPr/>
            <p:nvPr/>
          </p:nvSpPr>
          <p:spPr>
            <a:xfrm>
              <a:off x="4648269" y="2142459"/>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0" name="Pseudo atom | small solid diamond">
              <a:extLst>
                <a:ext uri="{FF2B5EF4-FFF2-40B4-BE49-F238E27FC236}">
                  <a16:creationId xmlns:a16="http://schemas.microsoft.com/office/drawing/2014/main" id="{3E91780D-7844-9682-D596-9F5AC10B63D2}"/>
                </a:ext>
              </a:extLst>
            </p:cNvPr>
            <p:cNvSpPr/>
            <p:nvPr/>
          </p:nvSpPr>
          <p:spPr>
            <a:xfrm>
              <a:off x="4633722" y="2059766"/>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1" name="Pseudo atom | small solid diamond">
              <a:extLst>
                <a:ext uri="{FF2B5EF4-FFF2-40B4-BE49-F238E27FC236}">
                  <a16:creationId xmlns:a16="http://schemas.microsoft.com/office/drawing/2014/main" id="{CD08C510-0211-93BC-408D-FC9129BD4A8A}"/>
                </a:ext>
              </a:extLst>
            </p:cNvPr>
            <p:cNvSpPr/>
            <p:nvPr/>
          </p:nvSpPr>
          <p:spPr>
            <a:xfrm>
              <a:off x="4671699" y="2065288"/>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2" name="Pseudo atom | small solid diamond">
              <a:extLst>
                <a:ext uri="{FF2B5EF4-FFF2-40B4-BE49-F238E27FC236}">
                  <a16:creationId xmlns:a16="http://schemas.microsoft.com/office/drawing/2014/main" id="{34E833B5-93D2-DA79-1AF9-124F3B77A2DA}"/>
                </a:ext>
              </a:extLst>
            </p:cNvPr>
            <p:cNvSpPr/>
            <p:nvPr/>
          </p:nvSpPr>
          <p:spPr>
            <a:xfrm>
              <a:off x="4747517" y="2052848"/>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3" name="Pseudo atom | small solid diamond">
              <a:extLst>
                <a:ext uri="{FF2B5EF4-FFF2-40B4-BE49-F238E27FC236}">
                  <a16:creationId xmlns:a16="http://schemas.microsoft.com/office/drawing/2014/main" id="{43B6DC17-29C4-D0A6-0D03-CDF6CA699CF0}"/>
                </a:ext>
              </a:extLst>
            </p:cNvPr>
            <p:cNvSpPr/>
            <p:nvPr/>
          </p:nvSpPr>
          <p:spPr>
            <a:xfrm>
              <a:off x="4800939" y="2132910"/>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4" name="Pseudo atom | small solid diamond">
              <a:extLst>
                <a:ext uri="{FF2B5EF4-FFF2-40B4-BE49-F238E27FC236}">
                  <a16:creationId xmlns:a16="http://schemas.microsoft.com/office/drawing/2014/main" id="{724D2CAA-EB83-FA5A-3D01-30C15E1F3E19}"/>
                </a:ext>
              </a:extLst>
            </p:cNvPr>
            <p:cNvSpPr/>
            <p:nvPr/>
          </p:nvSpPr>
          <p:spPr>
            <a:xfrm>
              <a:off x="4589612" y="2098790"/>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5" name="Pseudo atom | small solid diamond">
              <a:extLst>
                <a:ext uri="{FF2B5EF4-FFF2-40B4-BE49-F238E27FC236}">
                  <a16:creationId xmlns:a16="http://schemas.microsoft.com/office/drawing/2014/main" id="{77FD7F9A-E87C-B935-8E39-74A8F78D0A7C}"/>
                </a:ext>
              </a:extLst>
            </p:cNvPr>
            <p:cNvSpPr/>
            <p:nvPr/>
          </p:nvSpPr>
          <p:spPr>
            <a:xfrm>
              <a:off x="4614216" y="2068242"/>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7" name="Pseudo atom | small solid diamond">
              <a:extLst>
                <a:ext uri="{FF2B5EF4-FFF2-40B4-BE49-F238E27FC236}">
                  <a16:creationId xmlns:a16="http://schemas.microsoft.com/office/drawing/2014/main" id="{E2B442D3-9149-FFB2-7767-291A5896118A}"/>
                </a:ext>
              </a:extLst>
            </p:cNvPr>
            <p:cNvSpPr/>
            <p:nvPr/>
          </p:nvSpPr>
          <p:spPr>
            <a:xfrm>
              <a:off x="4687548" y="2089324"/>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8" name="Pseudo atom | small solid diamond">
              <a:extLst>
                <a:ext uri="{FF2B5EF4-FFF2-40B4-BE49-F238E27FC236}">
                  <a16:creationId xmlns:a16="http://schemas.microsoft.com/office/drawing/2014/main" id="{B40D2212-A534-EF85-F8BE-C80D8BEC6455}"/>
                </a:ext>
              </a:extLst>
            </p:cNvPr>
            <p:cNvSpPr/>
            <p:nvPr/>
          </p:nvSpPr>
          <p:spPr>
            <a:xfrm>
              <a:off x="4699670" y="2140386"/>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269" name="b | Atom binding probability atoms">
            <a:extLst>
              <a:ext uri="{FF2B5EF4-FFF2-40B4-BE49-F238E27FC236}">
                <a16:creationId xmlns:a16="http://schemas.microsoft.com/office/drawing/2014/main" id="{433A634F-3A23-7177-9CB6-3EE24195825D}"/>
              </a:ext>
            </a:extLst>
          </p:cNvPr>
          <p:cNvGrpSpPr/>
          <p:nvPr/>
        </p:nvGrpSpPr>
        <p:grpSpPr>
          <a:xfrm>
            <a:off x="4481404" y="1313603"/>
            <a:ext cx="348184" cy="198162"/>
            <a:chOff x="4048258" y="1358908"/>
            <a:chExt cx="619157" cy="354006"/>
          </a:xfrm>
        </p:grpSpPr>
        <p:sp>
          <p:nvSpPr>
            <p:cNvPr id="270" name="ellipse_2090">
              <a:extLst>
                <a:ext uri="{FF2B5EF4-FFF2-40B4-BE49-F238E27FC236}">
                  <a16:creationId xmlns:a16="http://schemas.microsoft.com/office/drawing/2014/main" id="{2CC3416C-1577-E2CC-C3AD-37C67C1E44AD}"/>
                </a:ext>
              </a:extLst>
            </p:cNvPr>
            <p:cNvSpPr/>
            <p:nvPr/>
          </p:nvSpPr>
          <p:spPr>
            <a:xfrm>
              <a:off x="4258453" y="1489516"/>
              <a:ext cx="30094" cy="30094"/>
            </a:xfrm>
            <a:prstGeom prst="ellipse">
              <a:avLst/>
            </a:prstGeom>
            <a:gradFill flip="none" rotWithShape="1">
              <a:gsLst>
                <a:gs pos="0">
                  <a:srgbClr val="E7F0F8"/>
                </a:gs>
                <a:gs pos="43000">
                  <a:srgbClr val="8DB6DC"/>
                </a:gs>
                <a:gs pos="100000">
                  <a:srgbClr val="598CBA"/>
                </a:gs>
              </a:gsLst>
              <a:lin ang="2700000" scaled="1"/>
              <a:tileRect/>
            </a:gradFill>
            <a:ln w="2540" cap="rnd" cmpd="sng" algn="ctr">
              <a:noFill/>
              <a:prstDash val="solid"/>
              <a:round/>
              <a:headEnd type="none" w="med" len="med"/>
              <a:tailEnd type="none" w="med" len="med"/>
            </a:ln>
            <a:effectLst/>
          </p:spPr>
        </p:sp>
        <p:sp>
          <p:nvSpPr>
            <p:cNvPr id="271" name="ellipse_2091">
              <a:extLst>
                <a:ext uri="{FF2B5EF4-FFF2-40B4-BE49-F238E27FC236}">
                  <a16:creationId xmlns:a16="http://schemas.microsoft.com/office/drawing/2014/main" id="{4C087CE8-32FC-DAE7-5CE1-2374E29310AA}"/>
                </a:ext>
              </a:extLst>
            </p:cNvPr>
            <p:cNvSpPr/>
            <p:nvPr/>
          </p:nvSpPr>
          <p:spPr>
            <a:xfrm>
              <a:off x="4113367" y="1552446"/>
              <a:ext cx="36128" cy="36128"/>
            </a:xfrm>
            <a:prstGeom prst="ellipse">
              <a:avLst/>
            </a:prstGeom>
            <a:gradFill flip="none" rotWithShape="1">
              <a:gsLst>
                <a:gs pos="0">
                  <a:srgbClr val="F2F6FB"/>
                </a:gs>
                <a:gs pos="43000">
                  <a:srgbClr val="BFD5EB"/>
                </a:gs>
                <a:gs pos="100000">
                  <a:srgbClr val="93B0CC"/>
                </a:gs>
              </a:gsLst>
              <a:lin ang="2700000" scaled="1"/>
              <a:tileRect/>
            </a:gradFill>
            <a:ln w="2540" cap="rnd" cmpd="sng" algn="ctr">
              <a:noFill/>
              <a:prstDash val="solid"/>
              <a:round/>
              <a:headEnd type="none" w="med" len="med"/>
              <a:tailEnd type="none" w="med" len="med"/>
            </a:ln>
            <a:effectLst/>
          </p:spPr>
        </p:sp>
        <p:sp>
          <p:nvSpPr>
            <p:cNvPr id="272" name="ellipse_2092">
              <a:extLst>
                <a:ext uri="{FF2B5EF4-FFF2-40B4-BE49-F238E27FC236}">
                  <a16:creationId xmlns:a16="http://schemas.microsoft.com/office/drawing/2014/main" id="{D0F36A13-CBC4-7DA2-B15B-E9A17525F0BB}"/>
                </a:ext>
              </a:extLst>
            </p:cNvPr>
            <p:cNvSpPr/>
            <p:nvPr/>
          </p:nvSpPr>
          <p:spPr>
            <a:xfrm>
              <a:off x="4241603" y="1430960"/>
              <a:ext cx="24712" cy="24712"/>
            </a:xfrm>
            <a:prstGeom prst="ellipse">
              <a:avLst/>
            </a:prstGeom>
            <a:gradFill flip="none" rotWithShape="1">
              <a:gsLst>
                <a:gs pos="0">
                  <a:srgbClr val="E3EDF6"/>
                </a:gs>
                <a:gs pos="43000">
                  <a:srgbClr val="79A9D6"/>
                </a:gs>
                <a:gs pos="100000">
                  <a:srgbClr val="437DB3"/>
                </a:gs>
              </a:gsLst>
              <a:lin ang="2700000" scaled="1"/>
              <a:tileRect/>
            </a:gradFill>
            <a:ln w="2540" cap="rnd" cmpd="sng" algn="ctr">
              <a:noFill/>
              <a:prstDash val="solid"/>
              <a:round/>
              <a:headEnd type="none" w="med" len="med"/>
              <a:tailEnd type="none" w="med" len="med"/>
            </a:ln>
            <a:effectLst/>
          </p:spPr>
        </p:sp>
        <p:sp>
          <p:nvSpPr>
            <p:cNvPr id="273" name="ellipse_2093">
              <a:extLst>
                <a:ext uri="{FF2B5EF4-FFF2-40B4-BE49-F238E27FC236}">
                  <a16:creationId xmlns:a16="http://schemas.microsoft.com/office/drawing/2014/main" id="{01C77E66-DA8E-7B3F-F713-2BB4586B7F6C}"/>
                </a:ext>
              </a:extLst>
            </p:cNvPr>
            <p:cNvSpPr/>
            <p:nvPr/>
          </p:nvSpPr>
          <p:spPr>
            <a:xfrm>
              <a:off x="4416989" y="1399138"/>
              <a:ext cx="30911" cy="30911"/>
            </a:xfrm>
            <a:prstGeom prst="ellipse">
              <a:avLst/>
            </a:prstGeom>
            <a:gradFill flip="none" rotWithShape="1">
              <a:gsLst>
                <a:gs pos="0">
                  <a:srgbClr val="FEFEFE"/>
                </a:gs>
                <a:gs pos="43000">
                  <a:srgbClr val="F8F9FB"/>
                </a:gs>
                <a:gs pos="100000">
                  <a:srgbClr val="D5DADF"/>
                </a:gs>
              </a:gsLst>
              <a:lin ang="2700000" scaled="1"/>
              <a:tileRect/>
            </a:gradFill>
            <a:ln w="2540" cap="rnd" cmpd="sng" algn="ctr">
              <a:noFill/>
              <a:prstDash val="solid"/>
              <a:round/>
              <a:headEnd type="none" w="med" len="med"/>
              <a:tailEnd type="none" w="med" len="med"/>
            </a:ln>
            <a:effectLst/>
          </p:spPr>
        </p:sp>
        <p:sp>
          <p:nvSpPr>
            <p:cNvPr id="274" name="ellipse_2094">
              <a:extLst>
                <a:ext uri="{FF2B5EF4-FFF2-40B4-BE49-F238E27FC236}">
                  <a16:creationId xmlns:a16="http://schemas.microsoft.com/office/drawing/2014/main" id="{9B65F65B-6A0E-363F-9004-419F9FFA2F2E}"/>
                </a:ext>
              </a:extLst>
            </p:cNvPr>
            <p:cNvSpPr/>
            <p:nvPr/>
          </p:nvSpPr>
          <p:spPr>
            <a:xfrm>
              <a:off x="4225009" y="1420091"/>
              <a:ext cx="23096" cy="23096"/>
            </a:xfrm>
            <a:prstGeom prst="ellipse">
              <a:avLst/>
            </a:prstGeom>
            <a:gradFill flip="none" rotWithShape="1">
              <a:gsLst>
                <a:gs pos="0">
                  <a:srgbClr val="E2ECF6"/>
                </a:gs>
                <a:gs pos="43000">
                  <a:srgbClr val="74A6D5"/>
                </a:gs>
                <a:gs pos="100000">
                  <a:srgbClr val="3D79B2"/>
                </a:gs>
              </a:gsLst>
              <a:lin ang="2700000" scaled="1"/>
              <a:tileRect/>
            </a:gradFill>
            <a:ln w="2540" cap="rnd" cmpd="sng" algn="ctr">
              <a:noFill/>
              <a:prstDash val="solid"/>
              <a:round/>
              <a:headEnd type="none" w="med" len="med"/>
              <a:tailEnd type="none" w="med" len="med"/>
            </a:ln>
            <a:effectLst/>
          </p:spPr>
        </p:sp>
        <p:sp>
          <p:nvSpPr>
            <p:cNvPr id="275" name="ellipse_2095">
              <a:extLst>
                <a:ext uri="{FF2B5EF4-FFF2-40B4-BE49-F238E27FC236}">
                  <a16:creationId xmlns:a16="http://schemas.microsoft.com/office/drawing/2014/main" id="{8FEE5D29-5B32-0064-8437-83DA73314673}"/>
                </a:ext>
              </a:extLst>
            </p:cNvPr>
            <p:cNvSpPr/>
            <p:nvPr/>
          </p:nvSpPr>
          <p:spPr>
            <a:xfrm>
              <a:off x="4351890" y="1391469"/>
              <a:ext cx="20643" cy="20643"/>
            </a:xfrm>
            <a:prstGeom prst="ellipse">
              <a:avLst/>
            </a:prstGeom>
            <a:gradFill flip="none" rotWithShape="1">
              <a:gsLst>
                <a:gs pos="0">
                  <a:srgbClr val="ECF2F9"/>
                </a:gs>
                <a:gs pos="43000">
                  <a:srgbClr val="A1C3E1"/>
                </a:gs>
                <a:gs pos="100000">
                  <a:srgbClr val="719BC1"/>
                </a:gs>
              </a:gsLst>
              <a:lin ang="2700000" scaled="1"/>
              <a:tileRect/>
            </a:gradFill>
            <a:ln w="2540" cap="rnd" cmpd="sng" algn="ctr">
              <a:noFill/>
              <a:prstDash val="solid"/>
              <a:round/>
              <a:headEnd type="none" w="med" len="med"/>
              <a:tailEnd type="none" w="med" len="med"/>
            </a:ln>
            <a:effectLst/>
          </p:spPr>
        </p:sp>
        <p:sp>
          <p:nvSpPr>
            <p:cNvPr id="276" name="ellipse_2096">
              <a:extLst>
                <a:ext uri="{FF2B5EF4-FFF2-40B4-BE49-F238E27FC236}">
                  <a16:creationId xmlns:a16="http://schemas.microsoft.com/office/drawing/2014/main" id="{ED348493-1F19-2F14-9815-4682E23208D9}"/>
                </a:ext>
              </a:extLst>
            </p:cNvPr>
            <p:cNvSpPr/>
            <p:nvPr/>
          </p:nvSpPr>
          <p:spPr>
            <a:xfrm>
              <a:off x="4500666" y="1563839"/>
              <a:ext cx="30169" cy="30169"/>
            </a:xfrm>
            <a:prstGeom prst="ellipse">
              <a:avLst/>
            </a:prstGeom>
            <a:gradFill flip="none" rotWithShape="1">
              <a:gsLst>
                <a:gs pos="0">
                  <a:srgbClr val="F0F5FA"/>
                </a:gs>
                <a:gs pos="43000">
                  <a:srgbClr val="B5CFE7"/>
                </a:gs>
                <a:gs pos="100000">
                  <a:srgbClr val="88A9C7"/>
                </a:gs>
              </a:gsLst>
              <a:lin ang="2700000" scaled="1"/>
              <a:tileRect/>
            </a:gradFill>
            <a:ln w="2540" cap="rnd" cmpd="sng" algn="ctr">
              <a:noFill/>
              <a:prstDash val="solid"/>
              <a:round/>
              <a:headEnd type="none" w="med" len="med"/>
              <a:tailEnd type="none" w="med" len="med"/>
            </a:ln>
            <a:effectLst/>
          </p:spPr>
        </p:sp>
        <p:sp>
          <p:nvSpPr>
            <p:cNvPr id="277" name="ellipse_2097">
              <a:extLst>
                <a:ext uri="{FF2B5EF4-FFF2-40B4-BE49-F238E27FC236}">
                  <a16:creationId xmlns:a16="http://schemas.microsoft.com/office/drawing/2014/main" id="{967FC6AB-5687-0615-DF63-5108FA547AF1}"/>
                </a:ext>
              </a:extLst>
            </p:cNvPr>
            <p:cNvSpPr/>
            <p:nvPr/>
          </p:nvSpPr>
          <p:spPr>
            <a:xfrm>
              <a:off x="4285092" y="1531884"/>
              <a:ext cx="35504" cy="35504"/>
            </a:xfrm>
            <a:prstGeom prst="ellipse">
              <a:avLst/>
            </a:prstGeom>
            <a:gradFill flip="none" rotWithShape="1">
              <a:gsLst>
                <a:gs pos="0">
                  <a:srgbClr val="EBF2F9"/>
                </a:gs>
                <a:gs pos="43000">
                  <a:srgbClr val="9DC0E1"/>
                </a:gs>
                <a:gs pos="100000">
                  <a:srgbClr val="6C97C0"/>
                </a:gs>
              </a:gsLst>
              <a:lin ang="2700000" scaled="1"/>
              <a:tileRect/>
            </a:gradFill>
            <a:ln w="2540" cap="rnd" cmpd="sng" algn="ctr">
              <a:noFill/>
              <a:prstDash val="solid"/>
              <a:round/>
              <a:headEnd type="none" w="med" len="med"/>
              <a:tailEnd type="none" w="med" len="med"/>
            </a:ln>
            <a:effectLst/>
          </p:spPr>
        </p:sp>
        <p:sp>
          <p:nvSpPr>
            <p:cNvPr id="278" name="ellipse_2098">
              <a:extLst>
                <a:ext uri="{FF2B5EF4-FFF2-40B4-BE49-F238E27FC236}">
                  <a16:creationId xmlns:a16="http://schemas.microsoft.com/office/drawing/2014/main" id="{CE5A0144-F74B-452E-9983-907E4CD4599C}"/>
                </a:ext>
              </a:extLst>
            </p:cNvPr>
            <p:cNvSpPr/>
            <p:nvPr/>
          </p:nvSpPr>
          <p:spPr>
            <a:xfrm>
              <a:off x="4478008" y="1554349"/>
              <a:ext cx="26505" cy="26505"/>
            </a:xfrm>
            <a:prstGeom prst="ellipse">
              <a:avLst/>
            </a:prstGeom>
            <a:gradFill flip="none" rotWithShape="1">
              <a:gsLst>
                <a:gs pos="0">
                  <a:srgbClr val="F9FBFD"/>
                </a:gs>
                <a:gs pos="43000">
                  <a:srgbClr val="E2ECF5"/>
                </a:gs>
                <a:gs pos="100000">
                  <a:srgbClr val="BCCAD7"/>
                </a:gs>
              </a:gsLst>
              <a:lin ang="2700000" scaled="1"/>
              <a:tileRect/>
            </a:gradFill>
            <a:ln w="2540" cap="rnd" cmpd="sng" algn="ctr">
              <a:noFill/>
              <a:prstDash val="solid"/>
              <a:round/>
              <a:headEnd type="none" w="med" len="med"/>
              <a:tailEnd type="none" w="med" len="med"/>
            </a:ln>
            <a:effectLst/>
          </p:spPr>
        </p:sp>
        <p:sp>
          <p:nvSpPr>
            <p:cNvPr id="279" name="ellipse_2099">
              <a:extLst>
                <a:ext uri="{FF2B5EF4-FFF2-40B4-BE49-F238E27FC236}">
                  <a16:creationId xmlns:a16="http://schemas.microsoft.com/office/drawing/2014/main" id="{985A3C47-15E7-F471-1809-96E2464F8F2B}"/>
                </a:ext>
              </a:extLst>
            </p:cNvPr>
            <p:cNvSpPr/>
            <p:nvPr/>
          </p:nvSpPr>
          <p:spPr>
            <a:xfrm>
              <a:off x="4554728" y="1513181"/>
              <a:ext cx="25082" cy="25082"/>
            </a:xfrm>
            <a:prstGeom prst="ellipse">
              <a:avLst/>
            </a:prstGeom>
            <a:gradFill flip="none" rotWithShape="1">
              <a:gsLst>
                <a:gs pos="0">
                  <a:srgbClr val="F6F9FC"/>
                </a:gs>
                <a:gs pos="43000">
                  <a:srgbClr val="D3E2F1"/>
                </a:gs>
                <a:gs pos="100000">
                  <a:srgbClr val="AABFD2"/>
                </a:gs>
              </a:gsLst>
              <a:lin ang="2700000" scaled="1"/>
              <a:tileRect/>
            </a:gradFill>
            <a:ln w="2540" cap="rnd" cmpd="sng" algn="ctr">
              <a:noFill/>
              <a:prstDash val="solid"/>
              <a:round/>
              <a:headEnd type="none" w="med" len="med"/>
              <a:tailEnd type="none" w="med" len="med"/>
            </a:ln>
            <a:effectLst/>
          </p:spPr>
        </p:sp>
        <p:sp>
          <p:nvSpPr>
            <p:cNvPr id="280" name="ellipse_2100">
              <a:extLst>
                <a:ext uri="{FF2B5EF4-FFF2-40B4-BE49-F238E27FC236}">
                  <a16:creationId xmlns:a16="http://schemas.microsoft.com/office/drawing/2014/main" id="{F68E04DD-E6CE-F333-D0B7-01D6CEF09EED}"/>
                </a:ext>
              </a:extLst>
            </p:cNvPr>
            <p:cNvSpPr/>
            <p:nvPr/>
          </p:nvSpPr>
          <p:spPr>
            <a:xfrm>
              <a:off x="4437339" y="1438245"/>
              <a:ext cx="26429" cy="26429"/>
            </a:xfrm>
            <a:prstGeom prst="ellipse">
              <a:avLst/>
            </a:prstGeom>
            <a:gradFill flip="none" rotWithShape="1">
              <a:gsLst>
                <a:gs pos="0">
                  <a:srgbClr val="F8E4E5"/>
                </a:gs>
                <a:gs pos="43000">
                  <a:srgbClr val="DD7C81"/>
                </a:gs>
                <a:gs pos="100000">
                  <a:srgbClr val="B64952"/>
                </a:gs>
              </a:gsLst>
              <a:lin ang="2700000" scaled="1"/>
              <a:tileRect/>
            </a:gradFill>
            <a:ln w="2540" cap="rnd" cmpd="sng" algn="ctr">
              <a:noFill/>
              <a:prstDash val="solid"/>
              <a:round/>
              <a:headEnd type="none" w="med" len="med"/>
              <a:tailEnd type="none" w="med" len="med"/>
            </a:ln>
            <a:effectLst/>
          </p:spPr>
        </p:sp>
        <p:sp>
          <p:nvSpPr>
            <p:cNvPr id="281" name="ellipse_2101">
              <a:extLst>
                <a:ext uri="{FF2B5EF4-FFF2-40B4-BE49-F238E27FC236}">
                  <a16:creationId xmlns:a16="http://schemas.microsoft.com/office/drawing/2014/main" id="{8E016353-3B45-156E-F3A5-06291EB59A6A}"/>
                </a:ext>
              </a:extLst>
            </p:cNvPr>
            <p:cNvSpPr/>
            <p:nvPr/>
          </p:nvSpPr>
          <p:spPr>
            <a:xfrm>
              <a:off x="4540638" y="1512355"/>
              <a:ext cx="24065" cy="24065"/>
            </a:xfrm>
            <a:prstGeom prst="ellipse">
              <a:avLst/>
            </a:prstGeom>
            <a:gradFill flip="none" rotWithShape="1">
              <a:gsLst>
                <a:gs pos="0">
                  <a:srgbClr val="FCFDFE"/>
                </a:gs>
                <a:gs pos="43000">
                  <a:srgbClr val="F2F6FA"/>
                </a:gs>
                <a:gs pos="100000">
                  <a:srgbClr val="CED5DD"/>
                </a:gs>
              </a:gsLst>
              <a:lin ang="2700000" scaled="1"/>
              <a:tileRect/>
            </a:gradFill>
            <a:ln w="2540" cap="rnd" cmpd="sng" algn="ctr">
              <a:noFill/>
              <a:prstDash val="solid"/>
              <a:round/>
              <a:headEnd type="none" w="med" len="med"/>
              <a:tailEnd type="none" w="med" len="med"/>
            </a:ln>
            <a:effectLst/>
          </p:spPr>
        </p:sp>
        <p:sp>
          <p:nvSpPr>
            <p:cNvPr id="282" name="ellipse_2102">
              <a:extLst>
                <a:ext uri="{FF2B5EF4-FFF2-40B4-BE49-F238E27FC236}">
                  <a16:creationId xmlns:a16="http://schemas.microsoft.com/office/drawing/2014/main" id="{1442C0A4-7113-987C-43C2-AB6DF6D8D54A}"/>
                </a:ext>
              </a:extLst>
            </p:cNvPr>
            <p:cNvSpPr/>
            <p:nvPr/>
          </p:nvSpPr>
          <p:spPr>
            <a:xfrm>
              <a:off x="4379933" y="1358908"/>
              <a:ext cx="19574" cy="19574"/>
            </a:xfrm>
            <a:prstGeom prst="ellipse">
              <a:avLst/>
            </a:prstGeom>
            <a:gradFill flip="none" rotWithShape="1">
              <a:gsLst>
                <a:gs pos="0">
                  <a:srgbClr val="E6EFF7"/>
                </a:gs>
                <a:gs pos="43000">
                  <a:srgbClr val="87B2DA"/>
                </a:gs>
                <a:gs pos="100000">
                  <a:srgbClr val="5387B8"/>
                </a:gs>
              </a:gsLst>
              <a:lin ang="2700000" scaled="1"/>
              <a:tileRect/>
            </a:gradFill>
            <a:ln w="2540" cap="rnd" cmpd="sng" algn="ctr">
              <a:noFill/>
              <a:prstDash val="solid"/>
              <a:round/>
              <a:headEnd type="none" w="med" len="med"/>
              <a:tailEnd type="none" w="med" len="med"/>
            </a:ln>
            <a:effectLst/>
          </p:spPr>
        </p:sp>
        <p:sp>
          <p:nvSpPr>
            <p:cNvPr id="283" name="ellipse_2103">
              <a:extLst>
                <a:ext uri="{FF2B5EF4-FFF2-40B4-BE49-F238E27FC236}">
                  <a16:creationId xmlns:a16="http://schemas.microsoft.com/office/drawing/2014/main" id="{8B6F0A2E-9710-7A97-A4EA-8D4865289915}"/>
                </a:ext>
              </a:extLst>
            </p:cNvPr>
            <p:cNvSpPr/>
            <p:nvPr/>
          </p:nvSpPr>
          <p:spPr>
            <a:xfrm>
              <a:off x="4136927" y="1409448"/>
              <a:ext cx="34734" cy="34734"/>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284" name="ellipse_2104">
              <a:extLst>
                <a:ext uri="{FF2B5EF4-FFF2-40B4-BE49-F238E27FC236}">
                  <a16:creationId xmlns:a16="http://schemas.microsoft.com/office/drawing/2014/main" id="{D3A121EB-C045-D302-B987-E058ED02D1D1}"/>
                </a:ext>
              </a:extLst>
            </p:cNvPr>
            <p:cNvSpPr/>
            <p:nvPr/>
          </p:nvSpPr>
          <p:spPr>
            <a:xfrm>
              <a:off x="4185936" y="1432087"/>
              <a:ext cx="35247" cy="35247"/>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285" name="ellipse_2105">
              <a:extLst>
                <a:ext uri="{FF2B5EF4-FFF2-40B4-BE49-F238E27FC236}">
                  <a16:creationId xmlns:a16="http://schemas.microsoft.com/office/drawing/2014/main" id="{7E7575B4-AE49-D8E2-20AA-DB8BE136390C}"/>
                </a:ext>
              </a:extLst>
            </p:cNvPr>
            <p:cNvSpPr/>
            <p:nvPr/>
          </p:nvSpPr>
          <p:spPr>
            <a:xfrm>
              <a:off x="4160777" y="1485033"/>
              <a:ext cx="33010" cy="33010"/>
            </a:xfrm>
            <a:prstGeom prst="ellipse">
              <a:avLst/>
            </a:prstGeom>
            <a:gradFill flip="none" rotWithShape="1">
              <a:gsLst>
                <a:gs pos="0">
                  <a:srgbClr val="E4EEF7"/>
                </a:gs>
                <a:gs pos="43000">
                  <a:srgbClr val="7DABD7"/>
                </a:gs>
                <a:gs pos="100000">
                  <a:srgbClr val="4880B4"/>
                </a:gs>
              </a:gsLst>
              <a:lin ang="2700000" scaled="1"/>
              <a:tileRect/>
            </a:gradFill>
            <a:ln w="2540" cap="rnd" cmpd="sng" algn="ctr">
              <a:noFill/>
              <a:prstDash val="solid"/>
              <a:round/>
              <a:headEnd type="none" w="med" len="med"/>
              <a:tailEnd type="none" w="med" len="med"/>
            </a:ln>
            <a:effectLst/>
          </p:spPr>
        </p:sp>
        <p:sp>
          <p:nvSpPr>
            <p:cNvPr id="286" name="ellipse_2106">
              <a:extLst>
                <a:ext uri="{FF2B5EF4-FFF2-40B4-BE49-F238E27FC236}">
                  <a16:creationId xmlns:a16="http://schemas.microsoft.com/office/drawing/2014/main" id="{A1AC318E-10FC-D41C-3E00-946B4660E6B1}"/>
                </a:ext>
              </a:extLst>
            </p:cNvPr>
            <p:cNvSpPr/>
            <p:nvPr/>
          </p:nvSpPr>
          <p:spPr>
            <a:xfrm>
              <a:off x="4156764" y="1588952"/>
              <a:ext cx="33812" cy="33812"/>
            </a:xfrm>
            <a:prstGeom prst="ellipse">
              <a:avLst/>
            </a:prstGeom>
            <a:gradFill flip="none" rotWithShape="1">
              <a:gsLst>
                <a:gs pos="0">
                  <a:srgbClr val="FAFCFD"/>
                </a:gs>
                <a:gs pos="43000">
                  <a:srgbClr val="E7EFF6"/>
                </a:gs>
                <a:gs pos="100000">
                  <a:srgbClr val="C2CED9"/>
                </a:gs>
              </a:gsLst>
              <a:lin ang="2700000" scaled="1"/>
              <a:tileRect/>
            </a:gradFill>
            <a:ln w="2540" cap="rnd" cmpd="sng" algn="ctr">
              <a:noFill/>
              <a:prstDash val="solid"/>
              <a:round/>
              <a:headEnd type="none" w="med" len="med"/>
              <a:tailEnd type="none" w="med" len="med"/>
            </a:ln>
            <a:effectLst/>
          </p:spPr>
        </p:sp>
        <p:sp>
          <p:nvSpPr>
            <p:cNvPr id="287" name="ellipse_2107">
              <a:extLst>
                <a:ext uri="{FF2B5EF4-FFF2-40B4-BE49-F238E27FC236}">
                  <a16:creationId xmlns:a16="http://schemas.microsoft.com/office/drawing/2014/main" id="{502D4FCA-01F9-4338-DD98-593442A51D15}"/>
                </a:ext>
              </a:extLst>
            </p:cNvPr>
            <p:cNvSpPr/>
            <p:nvPr/>
          </p:nvSpPr>
          <p:spPr>
            <a:xfrm>
              <a:off x="4477325" y="1432896"/>
              <a:ext cx="23702" cy="23702"/>
            </a:xfrm>
            <a:prstGeom prst="ellipse">
              <a:avLst/>
            </a:prstGeom>
            <a:gradFill flip="none" rotWithShape="1">
              <a:gsLst>
                <a:gs pos="0">
                  <a:srgbClr val="FAECED"/>
                </a:gs>
                <a:gs pos="43000">
                  <a:srgbClr val="E6A5A9"/>
                </a:gs>
                <a:gs pos="100000">
                  <a:srgbClr val="C07880"/>
                </a:gs>
              </a:gsLst>
              <a:lin ang="2700000" scaled="1"/>
              <a:tileRect/>
            </a:gradFill>
            <a:ln w="2540" cap="rnd" cmpd="sng" algn="ctr">
              <a:noFill/>
              <a:prstDash val="solid"/>
              <a:round/>
              <a:headEnd type="none" w="med" len="med"/>
              <a:tailEnd type="none" w="med" len="med"/>
            </a:ln>
            <a:effectLst/>
          </p:spPr>
        </p:sp>
        <p:sp>
          <p:nvSpPr>
            <p:cNvPr id="288" name="ellipse_2108">
              <a:extLst>
                <a:ext uri="{FF2B5EF4-FFF2-40B4-BE49-F238E27FC236}">
                  <a16:creationId xmlns:a16="http://schemas.microsoft.com/office/drawing/2014/main" id="{81FF484E-55B1-7B59-B44B-1BBDCB848ABB}"/>
                </a:ext>
              </a:extLst>
            </p:cNvPr>
            <p:cNvSpPr/>
            <p:nvPr/>
          </p:nvSpPr>
          <p:spPr>
            <a:xfrm>
              <a:off x="4277073" y="1643617"/>
              <a:ext cx="28926" cy="28926"/>
            </a:xfrm>
            <a:prstGeom prst="ellipse">
              <a:avLst/>
            </a:prstGeom>
            <a:gradFill flip="none" rotWithShape="1">
              <a:gsLst>
                <a:gs pos="0">
                  <a:srgbClr val="E4EEF7"/>
                </a:gs>
                <a:gs pos="43000">
                  <a:srgbClr val="7EACD7"/>
                </a:gs>
                <a:gs pos="100000">
                  <a:srgbClr val="4881B5"/>
                </a:gs>
              </a:gsLst>
              <a:lin ang="2700000" scaled="1"/>
              <a:tileRect/>
            </a:gradFill>
            <a:ln w="2540" cap="rnd" cmpd="sng" algn="ctr">
              <a:noFill/>
              <a:prstDash val="solid"/>
              <a:round/>
              <a:headEnd type="none" w="med" len="med"/>
              <a:tailEnd type="none" w="med" len="med"/>
            </a:ln>
            <a:effectLst/>
          </p:spPr>
        </p:sp>
        <p:sp>
          <p:nvSpPr>
            <p:cNvPr id="289" name="ellipse_2109">
              <a:extLst>
                <a:ext uri="{FF2B5EF4-FFF2-40B4-BE49-F238E27FC236}">
                  <a16:creationId xmlns:a16="http://schemas.microsoft.com/office/drawing/2014/main" id="{C729EDB7-5F88-78BC-677C-7A8A772F7203}"/>
                </a:ext>
              </a:extLst>
            </p:cNvPr>
            <p:cNvSpPr/>
            <p:nvPr/>
          </p:nvSpPr>
          <p:spPr>
            <a:xfrm>
              <a:off x="4232832" y="1587878"/>
              <a:ext cx="32331" cy="32331"/>
            </a:xfrm>
            <a:prstGeom prst="ellipse">
              <a:avLst/>
            </a:prstGeom>
            <a:gradFill flip="none" rotWithShape="1">
              <a:gsLst>
                <a:gs pos="0">
                  <a:srgbClr val="F2F6FB"/>
                </a:gs>
                <a:gs pos="43000">
                  <a:srgbClr val="C0D6EB"/>
                </a:gs>
                <a:gs pos="100000">
                  <a:srgbClr val="95B1CC"/>
                </a:gs>
              </a:gsLst>
              <a:lin ang="2700000" scaled="1"/>
              <a:tileRect/>
            </a:gradFill>
            <a:ln w="2540" cap="rnd" cmpd="sng" algn="ctr">
              <a:noFill/>
              <a:prstDash val="solid"/>
              <a:round/>
              <a:headEnd type="none" w="med" len="med"/>
              <a:tailEnd type="none" w="med" len="med"/>
            </a:ln>
            <a:effectLst/>
          </p:spPr>
        </p:sp>
        <p:sp>
          <p:nvSpPr>
            <p:cNvPr id="290" name="ellipse_2110">
              <a:extLst>
                <a:ext uri="{FF2B5EF4-FFF2-40B4-BE49-F238E27FC236}">
                  <a16:creationId xmlns:a16="http://schemas.microsoft.com/office/drawing/2014/main" id="{57544972-AFAF-1D98-36BA-2CA9618504E6}"/>
                </a:ext>
              </a:extLst>
            </p:cNvPr>
            <p:cNvSpPr/>
            <p:nvPr/>
          </p:nvSpPr>
          <p:spPr>
            <a:xfrm>
              <a:off x="4366549" y="1446303"/>
              <a:ext cx="19768" cy="19768"/>
            </a:xfrm>
            <a:prstGeom prst="ellipse">
              <a:avLst/>
            </a:prstGeom>
            <a:gradFill flip="none" rotWithShape="1">
              <a:gsLst>
                <a:gs pos="0">
                  <a:srgbClr val="FCF6F7"/>
                </a:gs>
                <a:gs pos="43000">
                  <a:srgbClr val="F0D6D9"/>
                </a:gs>
                <a:gs pos="100000">
                  <a:srgbClr val="CCB1B7"/>
                </a:gs>
              </a:gsLst>
              <a:lin ang="2700000" scaled="1"/>
              <a:tileRect/>
            </a:gradFill>
            <a:ln w="2540" cap="rnd" cmpd="sng" algn="ctr">
              <a:noFill/>
              <a:prstDash val="solid"/>
              <a:round/>
              <a:headEnd type="none" w="med" len="med"/>
              <a:tailEnd type="none" w="med" len="med"/>
            </a:ln>
            <a:effectLst/>
          </p:spPr>
        </p:sp>
        <p:sp>
          <p:nvSpPr>
            <p:cNvPr id="291" name="ellipse_2111">
              <a:extLst>
                <a:ext uri="{FF2B5EF4-FFF2-40B4-BE49-F238E27FC236}">
                  <a16:creationId xmlns:a16="http://schemas.microsoft.com/office/drawing/2014/main" id="{FB470BFD-606B-253E-1B6E-48D3D30B213A}"/>
                </a:ext>
              </a:extLst>
            </p:cNvPr>
            <p:cNvSpPr/>
            <p:nvPr/>
          </p:nvSpPr>
          <p:spPr>
            <a:xfrm>
              <a:off x="4319837" y="1616419"/>
              <a:ext cx="29048" cy="29048"/>
            </a:xfrm>
            <a:prstGeom prst="ellipse">
              <a:avLst/>
            </a:prstGeom>
            <a:gradFill flip="none" rotWithShape="1">
              <a:gsLst>
                <a:gs pos="0">
                  <a:srgbClr val="E4EEF7"/>
                </a:gs>
                <a:gs pos="43000">
                  <a:srgbClr val="7DABD7"/>
                </a:gs>
                <a:gs pos="100000">
                  <a:srgbClr val="4780B4"/>
                </a:gs>
              </a:gsLst>
              <a:lin ang="2700000" scaled="1"/>
              <a:tileRect/>
            </a:gradFill>
            <a:ln w="2540" cap="rnd" cmpd="sng" algn="ctr">
              <a:noFill/>
              <a:prstDash val="solid"/>
              <a:round/>
              <a:headEnd type="none" w="med" len="med"/>
              <a:tailEnd type="none" w="med" len="med"/>
            </a:ln>
            <a:effectLst/>
          </p:spPr>
        </p:sp>
        <p:sp>
          <p:nvSpPr>
            <p:cNvPr id="292" name="ellipse_2112">
              <a:extLst>
                <a:ext uri="{FF2B5EF4-FFF2-40B4-BE49-F238E27FC236}">
                  <a16:creationId xmlns:a16="http://schemas.microsoft.com/office/drawing/2014/main" id="{48FA269F-79D8-54B0-86AF-1B6179D3AF51}"/>
                </a:ext>
              </a:extLst>
            </p:cNvPr>
            <p:cNvSpPr/>
            <p:nvPr/>
          </p:nvSpPr>
          <p:spPr>
            <a:xfrm>
              <a:off x="4162910" y="1486420"/>
              <a:ext cx="24489" cy="24489"/>
            </a:xfrm>
            <a:prstGeom prst="ellipse">
              <a:avLst/>
            </a:prstGeom>
            <a:gradFill flip="none" rotWithShape="1">
              <a:gsLst>
                <a:gs pos="0">
                  <a:srgbClr val="E4EDF7"/>
                </a:gs>
                <a:gs pos="43000">
                  <a:srgbClr val="7BABD7"/>
                </a:gs>
                <a:gs pos="100000">
                  <a:srgbClr val="457FB4"/>
                </a:gs>
              </a:gsLst>
              <a:lin ang="2700000" scaled="1"/>
              <a:tileRect/>
            </a:gradFill>
            <a:ln w="2540" cap="rnd" cmpd="sng" algn="ctr">
              <a:noFill/>
              <a:prstDash val="solid"/>
              <a:round/>
              <a:headEnd type="none" w="med" len="med"/>
              <a:tailEnd type="none" w="med" len="med"/>
            </a:ln>
            <a:effectLst/>
          </p:spPr>
        </p:sp>
        <p:sp>
          <p:nvSpPr>
            <p:cNvPr id="293" name="ellipse_2113">
              <a:extLst>
                <a:ext uri="{FF2B5EF4-FFF2-40B4-BE49-F238E27FC236}">
                  <a16:creationId xmlns:a16="http://schemas.microsoft.com/office/drawing/2014/main" id="{AAE13F8E-097A-06C1-5AAF-D7997B505057}"/>
                </a:ext>
              </a:extLst>
            </p:cNvPr>
            <p:cNvSpPr/>
            <p:nvPr/>
          </p:nvSpPr>
          <p:spPr>
            <a:xfrm>
              <a:off x="4477711" y="1630434"/>
              <a:ext cx="31074" cy="31074"/>
            </a:xfrm>
            <a:prstGeom prst="ellipse">
              <a:avLst/>
            </a:prstGeom>
            <a:gradFill flip="none" rotWithShape="1">
              <a:gsLst>
                <a:gs pos="0">
                  <a:srgbClr val="E2EDF6"/>
                </a:gs>
                <a:gs pos="43000">
                  <a:srgbClr val="75A6D5"/>
                </a:gs>
                <a:gs pos="100000">
                  <a:srgbClr val="3E7AB2"/>
                </a:gs>
              </a:gsLst>
              <a:lin ang="2700000" scaled="1"/>
              <a:tileRect/>
            </a:gradFill>
            <a:ln w="2540" cap="rnd" cmpd="sng" algn="ctr">
              <a:noFill/>
              <a:prstDash val="solid"/>
              <a:round/>
              <a:headEnd type="none" w="med" len="med"/>
              <a:tailEnd type="none" w="med" len="med"/>
            </a:ln>
            <a:effectLst/>
          </p:spPr>
        </p:sp>
        <p:sp>
          <p:nvSpPr>
            <p:cNvPr id="294" name="ellipse_2114">
              <a:extLst>
                <a:ext uri="{FF2B5EF4-FFF2-40B4-BE49-F238E27FC236}">
                  <a16:creationId xmlns:a16="http://schemas.microsoft.com/office/drawing/2014/main" id="{C30F6DA8-BC01-3592-95F4-439AB4C25965}"/>
                </a:ext>
              </a:extLst>
            </p:cNvPr>
            <p:cNvSpPr/>
            <p:nvPr/>
          </p:nvSpPr>
          <p:spPr>
            <a:xfrm>
              <a:off x="4561895" y="1404845"/>
              <a:ext cx="32842" cy="32842"/>
            </a:xfrm>
            <a:prstGeom prst="ellipse">
              <a:avLst/>
            </a:prstGeom>
            <a:gradFill flip="none" rotWithShape="1">
              <a:gsLst>
                <a:gs pos="0">
                  <a:srgbClr val="EBF2F9"/>
                </a:gs>
                <a:gs pos="43000">
                  <a:srgbClr val="9FC1E1"/>
                </a:gs>
                <a:gs pos="100000">
                  <a:srgbClr val="6F99C0"/>
                </a:gs>
              </a:gsLst>
              <a:lin ang="2700000" scaled="1"/>
              <a:tileRect/>
            </a:gradFill>
            <a:ln w="2540" cap="rnd" cmpd="sng" algn="ctr">
              <a:noFill/>
              <a:prstDash val="solid"/>
              <a:round/>
              <a:headEnd type="none" w="med" len="med"/>
              <a:tailEnd type="none" w="med" len="med"/>
            </a:ln>
            <a:effectLst/>
          </p:spPr>
        </p:sp>
        <p:sp>
          <p:nvSpPr>
            <p:cNvPr id="295" name="ellipse_2115">
              <a:extLst>
                <a:ext uri="{FF2B5EF4-FFF2-40B4-BE49-F238E27FC236}">
                  <a16:creationId xmlns:a16="http://schemas.microsoft.com/office/drawing/2014/main" id="{7B1D936C-8B3C-04C6-A351-BA31AF68C291}"/>
                </a:ext>
              </a:extLst>
            </p:cNvPr>
            <p:cNvSpPr/>
            <p:nvPr/>
          </p:nvSpPr>
          <p:spPr>
            <a:xfrm>
              <a:off x="4215117" y="1531671"/>
              <a:ext cx="31068" cy="31068"/>
            </a:xfrm>
            <a:prstGeom prst="ellipse">
              <a:avLst/>
            </a:prstGeom>
            <a:gradFill flip="none" rotWithShape="1">
              <a:gsLst>
                <a:gs pos="0">
                  <a:srgbClr val="EDF3F9"/>
                </a:gs>
                <a:gs pos="43000">
                  <a:srgbClr val="A9C8E4"/>
                </a:gs>
                <a:gs pos="100000">
                  <a:srgbClr val="7AA0C4"/>
                </a:gs>
              </a:gsLst>
              <a:lin ang="2700000" scaled="1"/>
              <a:tileRect/>
            </a:gradFill>
            <a:ln w="2540" cap="rnd" cmpd="sng" algn="ctr">
              <a:noFill/>
              <a:prstDash val="solid"/>
              <a:round/>
              <a:headEnd type="none" w="med" len="med"/>
              <a:tailEnd type="none" w="med" len="med"/>
            </a:ln>
            <a:effectLst/>
          </p:spPr>
        </p:sp>
        <p:sp>
          <p:nvSpPr>
            <p:cNvPr id="296" name="ellipse_2116">
              <a:extLst>
                <a:ext uri="{FF2B5EF4-FFF2-40B4-BE49-F238E27FC236}">
                  <a16:creationId xmlns:a16="http://schemas.microsoft.com/office/drawing/2014/main" id="{F2B4D21E-4A7F-9BC1-2041-D3D34DD3A2FC}"/>
                </a:ext>
              </a:extLst>
            </p:cNvPr>
            <p:cNvSpPr/>
            <p:nvPr/>
          </p:nvSpPr>
          <p:spPr>
            <a:xfrm>
              <a:off x="4305476" y="1587179"/>
              <a:ext cx="22676" cy="22676"/>
            </a:xfrm>
            <a:prstGeom prst="ellipse">
              <a:avLst/>
            </a:prstGeom>
            <a:gradFill flip="none" rotWithShape="1">
              <a:gsLst>
                <a:gs pos="0">
                  <a:srgbClr val="E8F0F8"/>
                </a:gs>
                <a:gs pos="43000">
                  <a:srgbClr val="8FB6DC"/>
                </a:gs>
                <a:gs pos="100000">
                  <a:srgbClr val="5C8CBA"/>
                </a:gs>
              </a:gsLst>
              <a:lin ang="2700000" scaled="1"/>
              <a:tileRect/>
            </a:gradFill>
            <a:ln w="2540" cap="rnd" cmpd="sng" algn="ctr">
              <a:noFill/>
              <a:prstDash val="solid"/>
              <a:round/>
              <a:headEnd type="none" w="med" len="med"/>
              <a:tailEnd type="none" w="med" len="med"/>
            </a:ln>
            <a:effectLst/>
          </p:spPr>
        </p:sp>
        <p:sp>
          <p:nvSpPr>
            <p:cNvPr id="297" name="ellipse_2117">
              <a:extLst>
                <a:ext uri="{FF2B5EF4-FFF2-40B4-BE49-F238E27FC236}">
                  <a16:creationId xmlns:a16="http://schemas.microsoft.com/office/drawing/2014/main" id="{80EB0153-32E4-22BD-4E0A-2D5C1E604C04}"/>
                </a:ext>
              </a:extLst>
            </p:cNvPr>
            <p:cNvSpPr/>
            <p:nvPr/>
          </p:nvSpPr>
          <p:spPr>
            <a:xfrm>
              <a:off x="4603877" y="1581641"/>
              <a:ext cx="20231" cy="20231"/>
            </a:xfrm>
            <a:prstGeom prst="ellipse">
              <a:avLst/>
            </a:prstGeom>
            <a:gradFill flip="none" rotWithShape="1">
              <a:gsLst>
                <a:gs pos="0">
                  <a:srgbClr val="E3EDF6"/>
                </a:gs>
                <a:gs pos="43000">
                  <a:srgbClr val="78A8D5"/>
                </a:gs>
                <a:gs pos="100000">
                  <a:srgbClr val="417CB3"/>
                </a:gs>
              </a:gsLst>
              <a:lin ang="2700000" scaled="1"/>
              <a:tileRect/>
            </a:gradFill>
            <a:ln w="2540" cap="rnd" cmpd="sng" algn="ctr">
              <a:noFill/>
              <a:prstDash val="solid"/>
              <a:round/>
              <a:headEnd type="none" w="med" len="med"/>
              <a:tailEnd type="none" w="med" len="med"/>
            </a:ln>
            <a:effectLst/>
          </p:spPr>
        </p:sp>
        <p:sp>
          <p:nvSpPr>
            <p:cNvPr id="298" name="ellipse_2118">
              <a:extLst>
                <a:ext uri="{FF2B5EF4-FFF2-40B4-BE49-F238E27FC236}">
                  <a16:creationId xmlns:a16="http://schemas.microsoft.com/office/drawing/2014/main" id="{2D9A25DA-9DD7-F560-7AED-064BFE975475}"/>
                </a:ext>
              </a:extLst>
            </p:cNvPr>
            <p:cNvSpPr/>
            <p:nvPr/>
          </p:nvSpPr>
          <p:spPr>
            <a:xfrm>
              <a:off x="4148220" y="1473747"/>
              <a:ext cx="36222" cy="36222"/>
            </a:xfrm>
            <a:prstGeom prst="ellipse">
              <a:avLst/>
            </a:prstGeom>
            <a:gradFill flip="none" rotWithShape="1">
              <a:gsLst>
                <a:gs pos="0">
                  <a:srgbClr val="E3EDF6"/>
                </a:gs>
                <a:gs pos="43000">
                  <a:srgbClr val="78A8D5"/>
                </a:gs>
                <a:gs pos="100000">
                  <a:srgbClr val="417CB3"/>
                </a:gs>
              </a:gsLst>
              <a:lin ang="2700000" scaled="1"/>
              <a:tileRect/>
            </a:gradFill>
            <a:ln w="2540" cap="rnd" cmpd="sng" algn="ctr">
              <a:noFill/>
              <a:prstDash val="solid"/>
              <a:round/>
              <a:headEnd type="none" w="med" len="med"/>
              <a:tailEnd type="none" w="med" len="med"/>
            </a:ln>
            <a:effectLst/>
          </p:spPr>
        </p:sp>
        <p:sp>
          <p:nvSpPr>
            <p:cNvPr id="299" name="ellipse_2119">
              <a:extLst>
                <a:ext uri="{FF2B5EF4-FFF2-40B4-BE49-F238E27FC236}">
                  <a16:creationId xmlns:a16="http://schemas.microsoft.com/office/drawing/2014/main" id="{3C04401D-CE8E-11FB-97AE-2CDD459FCBB2}"/>
                </a:ext>
              </a:extLst>
            </p:cNvPr>
            <p:cNvSpPr/>
            <p:nvPr/>
          </p:nvSpPr>
          <p:spPr>
            <a:xfrm>
              <a:off x="4552698" y="1554585"/>
              <a:ext cx="29289" cy="29289"/>
            </a:xfrm>
            <a:prstGeom prst="ellipse">
              <a:avLst/>
            </a:prstGeom>
            <a:gradFill flip="none" rotWithShape="1">
              <a:gsLst>
                <a:gs pos="0">
                  <a:srgbClr val="EAF2F9"/>
                </a:gs>
                <a:gs pos="43000">
                  <a:srgbClr val="9CBFE0"/>
                </a:gs>
                <a:gs pos="100000">
                  <a:srgbClr val="6A96BF"/>
                </a:gs>
              </a:gsLst>
              <a:lin ang="2700000" scaled="1"/>
              <a:tileRect/>
            </a:gradFill>
            <a:ln w="2540" cap="rnd" cmpd="sng" algn="ctr">
              <a:noFill/>
              <a:prstDash val="solid"/>
              <a:round/>
              <a:headEnd type="none" w="med" len="med"/>
              <a:tailEnd type="none" w="med" len="med"/>
            </a:ln>
            <a:effectLst/>
          </p:spPr>
        </p:sp>
        <p:sp>
          <p:nvSpPr>
            <p:cNvPr id="300" name="ellipse_2120">
              <a:extLst>
                <a:ext uri="{FF2B5EF4-FFF2-40B4-BE49-F238E27FC236}">
                  <a16:creationId xmlns:a16="http://schemas.microsoft.com/office/drawing/2014/main" id="{4A74FD6E-5436-9FCC-F4F9-AF977461B691}"/>
                </a:ext>
              </a:extLst>
            </p:cNvPr>
            <p:cNvSpPr/>
            <p:nvPr/>
          </p:nvSpPr>
          <p:spPr>
            <a:xfrm>
              <a:off x="4303221" y="1630068"/>
              <a:ext cx="26948" cy="26948"/>
            </a:xfrm>
            <a:prstGeom prst="ellipse">
              <a:avLst/>
            </a:prstGeom>
            <a:gradFill flip="none" rotWithShape="1">
              <a:gsLst>
                <a:gs pos="0">
                  <a:srgbClr val="E4EEF7"/>
                </a:gs>
                <a:gs pos="43000">
                  <a:srgbClr val="7DABD7"/>
                </a:gs>
                <a:gs pos="100000">
                  <a:srgbClr val="4780B4"/>
                </a:gs>
              </a:gsLst>
              <a:lin ang="2700000" scaled="1"/>
              <a:tileRect/>
            </a:gradFill>
            <a:ln w="2540" cap="rnd" cmpd="sng" algn="ctr">
              <a:noFill/>
              <a:prstDash val="solid"/>
              <a:round/>
              <a:headEnd type="none" w="med" len="med"/>
              <a:tailEnd type="none" w="med" len="med"/>
            </a:ln>
            <a:effectLst/>
          </p:spPr>
        </p:sp>
        <p:sp>
          <p:nvSpPr>
            <p:cNvPr id="301" name="ellipse_2121">
              <a:extLst>
                <a:ext uri="{FF2B5EF4-FFF2-40B4-BE49-F238E27FC236}">
                  <a16:creationId xmlns:a16="http://schemas.microsoft.com/office/drawing/2014/main" id="{26EF5D7E-9B41-7894-0533-419AD03D84D0}"/>
                </a:ext>
              </a:extLst>
            </p:cNvPr>
            <p:cNvSpPr/>
            <p:nvPr/>
          </p:nvSpPr>
          <p:spPr>
            <a:xfrm>
              <a:off x="4478501" y="1592646"/>
              <a:ext cx="34960" cy="34960"/>
            </a:xfrm>
            <a:prstGeom prst="ellipse">
              <a:avLst/>
            </a:prstGeom>
            <a:gradFill flip="none" rotWithShape="1">
              <a:gsLst>
                <a:gs pos="0">
                  <a:srgbClr val="E7F0F8"/>
                </a:gs>
                <a:gs pos="43000">
                  <a:srgbClr val="8CB5DB"/>
                </a:gs>
                <a:gs pos="100000">
                  <a:srgbClr val="588BB9"/>
                </a:gs>
              </a:gsLst>
              <a:lin ang="2700000" scaled="1"/>
              <a:tileRect/>
            </a:gradFill>
            <a:ln w="2540" cap="rnd" cmpd="sng" algn="ctr">
              <a:noFill/>
              <a:prstDash val="solid"/>
              <a:round/>
              <a:headEnd type="none" w="med" len="med"/>
              <a:tailEnd type="none" w="med" len="med"/>
            </a:ln>
            <a:effectLst/>
          </p:spPr>
        </p:sp>
        <p:sp>
          <p:nvSpPr>
            <p:cNvPr id="302" name="ellipse_2122">
              <a:extLst>
                <a:ext uri="{FF2B5EF4-FFF2-40B4-BE49-F238E27FC236}">
                  <a16:creationId xmlns:a16="http://schemas.microsoft.com/office/drawing/2014/main" id="{3B467CB0-08DF-4007-634F-EE145A14E942}"/>
                </a:ext>
              </a:extLst>
            </p:cNvPr>
            <p:cNvSpPr/>
            <p:nvPr/>
          </p:nvSpPr>
          <p:spPr>
            <a:xfrm>
              <a:off x="4565932" y="1590332"/>
              <a:ext cx="28306" cy="28306"/>
            </a:xfrm>
            <a:prstGeom prst="ellipse">
              <a:avLst/>
            </a:prstGeom>
            <a:gradFill flip="none" rotWithShape="1">
              <a:gsLst>
                <a:gs pos="0">
                  <a:srgbClr val="E4EDF6"/>
                </a:gs>
                <a:gs pos="43000">
                  <a:srgbClr val="7BAAD6"/>
                </a:gs>
                <a:gs pos="100000">
                  <a:srgbClr val="457EB3"/>
                </a:gs>
              </a:gsLst>
              <a:lin ang="2700000" scaled="1"/>
              <a:tileRect/>
            </a:gradFill>
            <a:ln w="2540" cap="rnd" cmpd="sng" algn="ctr">
              <a:noFill/>
              <a:prstDash val="solid"/>
              <a:round/>
              <a:headEnd type="none" w="med" len="med"/>
              <a:tailEnd type="none" w="med" len="med"/>
            </a:ln>
            <a:effectLst/>
          </p:spPr>
        </p:sp>
        <p:sp>
          <p:nvSpPr>
            <p:cNvPr id="303" name="ellipse_2123">
              <a:extLst>
                <a:ext uri="{FF2B5EF4-FFF2-40B4-BE49-F238E27FC236}">
                  <a16:creationId xmlns:a16="http://schemas.microsoft.com/office/drawing/2014/main" id="{A1E16E58-5C75-C45A-E782-1BC6E5D9E187}"/>
                </a:ext>
              </a:extLst>
            </p:cNvPr>
            <p:cNvSpPr/>
            <p:nvPr/>
          </p:nvSpPr>
          <p:spPr>
            <a:xfrm>
              <a:off x="4059567" y="1420321"/>
              <a:ext cx="25021" cy="25021"/>
            </a:xfrm>
            <a:prstGeom prst="ellipse">
              <a:avLst/>
            </a:prstGeom>
            <a:gradFill flip="none" rotWithShape="1">
              <a:gsLst>
                <a:gs pos="0">
                  <a:srgbClr val="E1ECF6"/>
                </a:gs>
                <a:gs pos="43000">
                  <a:srgbClr val="70A3D3"/>
                </a:gs>
                <a:gs pos="100000">
                  <a:srgbClr val="3876B0"/>
                </a:gs>
              </a:gsLst>
              <a:lin ang="2700000" scaled="1"/>
              <a:tileRect/>
            </a:gradFill>
            <a:ln w="2540" cap="rnd" cmpd="sng" algn="ctr">
              <a:noFill/>
              <a:prstDash val="solid"/>
              <a:round/>
              <a:headEnd type="none" w="med" len="med"/>
              <a:tailEnd type="none" w="med" len="med"/>
            </a:ln>
            <a:effectLst/>
          </p:spPr>
        </p:sp>
        <p:sp>
          <p:nvSpPr>
            <p:cNvPr id="304" name="ellipse_2124">
              <a:extLst>
                <a:ext uri="{FF2B5EF4-FFF2-40B4-BE49-F238E27FC236}">
                  <a16:creationId xmlns:a16="http://schemas.microsoft.com/office/drawing/2014/main" id="{1BE6DD86-D789-263C-DAB8-A1E2D0C211CB}"/>
                </a:ext>
              </a:extLst>
            </p:cNvPr>
            <p:cNvSpPr/>
            <p:nvPr/>
          </p:nvSpPr>
          <p:spPr>
            <a:xfrm>
              <a:off x="4454981" y="1419123"/>
              <a:ext cx="20719" cy="20719"/>
            </a:xfrm>
            <a:prstGeom prst="ellipse">
              <a:avLst/>
            </a:prstGeom>
            <a:gradFill flip="none" rotWithShape="1">
              <a:gsLst>
                <a:gs pos="0">
                  <a:srgbClr val="FBF3F4"/>
                </a:gs>
                <a:gs pos="43000">
                  <a:srgbClr val="EDC5C9"/>
                </a:gs>
                <a:gs pos="100000">
                  <a:srgbClr val="C89EA5"/>
                </a:gs>
              </a:gsLst>
              <a:lin ang="2700000" scaled="1"/>
              <a:tileRect/>
            </a:gradFill>
            <a:ln w="2540" cap="rnd" cmpd="sng" algn="ctr">
              <a:noFill/>
              <a:prstDash val="solid"/>
              <a:round/>
              <a:headEnd type="none" w="med" len="med"/>
              <a:tailEnd type="none" w="med" len="med"/>
            </a:ln>
            <a:effectLst/>
          </p:spPr>
        </p:sp>
        <p:sp>
          <p:nvSpPr>
            <p:cNvPr id="305" name="ellipse_2125">
              <a:extLst>
                <a:ext uri="{FF2B5EF4-FFF2-40B4-BE49-F238E27FC236}">
                  <a16:creationId xmlns:a16="http://schemas.microsoft.com/office/drawing/2014/main" id="{65B3F816-E13C-5B22-6899-43DAA415C0E3}"/>
                </a:ext>
              </a:extLst>
            </p:cNvPr>
            <p:cNvSpPr/>
            <p:nvPr/>
          </p:nvSpPr>
          <p:spPr>
            <a:xfrm>
              <a:off x="4213951" y="1613938"/>
              <a:ext cx="30623" cy="30623"/>
            </a:xfrm>
            <a:prstGeom prst="ellipse">
              <a:avLst/>
            </a:prstGeom>
            <a:gradFill flip="none" rotWithShape="1">
              <a:gsLst>
                <a:gs pos="0">
                  <a:srgbClr val="F1F6FA"/>
                </a:gs>
                <a:gs pos="43000">
                  <a:srgbClr val="BCD3E9"/>
                </a:gs>
                <a:gs pos="100000">
                  <a:srgbClr val="90AECA"/>
                </a:gs>
              </a:gsLst>
              <a:lin ang="2700000" scaled="1"/>
              <a:tileRect/>
            </a:gradFill>
            <a:ln w="2540" cap="rnd" cmpd="sng" algn="ctr">
              <a:noFill/>
              <a:prstDash val="solid"/>
              <a:round/>
              <a:headEnd type="none" w="med" len="med"/>
              <a:tailEnd type="none" w="med" len="med"/>
            </a:ln>
            <a:effectLst/>
          </p:spPr>
        </p:sp>
        <p:sp>
          <p:nvSpPr>
            <p:cNvPr id="306" name="ellipse_2126">
              <a:extLst>
                <a:ext uri="{FF2B5EF4-FFF2-40B4-BE49-F238E27FC236}">
                  <a16:creationId xmlns:a16="http://schemas.microsoft.com/office/drawing/2014/main" id="{3653DBB0-B88A-A839-F000-4BF16672A28E}"/>
                </a:ext>
              </a:extLst>
            </p:cNvPr>
            <p:cNvSpPr/>
            <p:nvPr/>
          </p:nvSpPr>
          <p:spPr>
            <a:xfrm>
              <a:off x="4448861" y="1530866"/>
              <a:ext cx="30010" cy="30010"/>
            </a:xfrm>
            <a:prstGeom prst="ellipse">
              <a:avLst/>
            </a:prstGeom>
            <a:gradFill flip="none" rotWithShape="1">
              <a:gsLst>
                <a:gs pos="0">
                  <a:srgbClr val="FBF1F2"/>
                </a:gs>
                <a:gs pos="43000">
                  <a:srgbClr val="EBBDC0"/>
                </a:gs>
                <a:gs pos="100000">
                  <a:srgbClr val="C6949A"/>
                </a:gs>
              </a:gsLst>
              <a:lin ang="2700000" scaled="1"/>
              <a:tileRect/>
            </a:gradFill>
            <a:ln w="2540" cap="rnd" cmpd="sng" algn="ctr">
              <a:noFill/>
              <a:prstDash val="solid"/>
              <a:round/>
              <a:headEnd type="none" w="med" len="med"/>
              <a:tailEnd type="none" w="med" len="med"/>
            </a:ln>
            <a:effectLst/>
          </p:spPr>
        </p:sp>
        <p:sp>
          <p:nvSpPr>
            <p:cNvPr id="307" name="ellipse_2127">
              <a:extLst>
                <a:ext uri="{FF2B5EF4-FFF2-40B4-BE49-F238E27FC236}">
                  <a16:creationId xmlns:a16="http://schemas.microsoft.com/office/drawing/2014/main" id="{F51AFEF2-EC19-DA18-3977-CFB0F002DDE7}"/>
                </a:ext>
              </a:extLst>
            </p:cNvPr>
            <p:cNvSpPr/>
            <p:nvPr/>
          </p:nvSpPr>
          <p:spPr>
            <a:xfrm>
              <a:off x="4187439" y="1437250"/>
              <a:ext cx="22091" cy="22091"/>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08" name="ellipse_2128">
              <a:extLst>
                <a:ext uri="{FF2B5EF4-FFF2-40B4-BE49-F238E27FC236}">
                  <a16:creationId xmlns:a16="http://schemas.microsoft.com/office/drawing/2014/main" id="{32011931-26FB-DFE9-1074-2531E22EF392}"/>
                </a:ext>
              </a:extLst>
            </p:cNvPr>
            <p:cNvSpPr/>
            <p:nvPr/>
          </p:nvSpPr>
          <p:spPr>
            <a:xfrm>
              <a:off x="4156267" y="1447360"/>
              <a:ext cx="27517" cy="27517"/>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09" name="ellipse_2129">
              <a:extLst>
                <a:ext uri="{FF2B5EF4-FFF2-40B4-BE49-F238E27FC236}">
                  <a16:creationId xmlns:a16="http://schemas.microsoft.com/office/drawing/2014/main" id="{F777BA41-3DE4-77B9-B9B0-EA776DE247A0}"/>
                </a:ext>
              </a:extLst>
            </p:cNvPr>
            <p:cNvSpPr/>
            <p:nvPr/>
          </p:nvSpPr>
          <p:spPr>
            <a:xfrm>
              <a:off x="4513687" y="1593956"/>
              <a:ext cx="26924" cy="26924"/>
            </a:xfrm>
            <a:prstGeom prst="ellipse">
              <a:avLst/>
            </a:prstGeom>
            <a:gradFill flip="none" rotWithShape="1">
              <a:gsLst>
                <a:gs pos="0">
                  <a:srgbClr val="E6EFF7"/>
                </a:gs>
                <a:gs pos="43000">
                  <a:srgbClr val="87B2DA"/>
                </a:gs>
                <a:gs pos="100000">
                  <a:srgbClr val="5387B8"/>
                </a:gs>
              </a:gsLst>
              <a:lin ang="2700000" scaled="1"/>
              <a:tileRect/>
            </a:gradFill>
            <a:ln w="2540" cap="rnd" cmpd="sng" algn="ctr">
              <a:noFill/>
              <a:prstDash val="solid"/>
              <a:round/>
              <a:headEnd type="none" w="med" len="med"/>
              <a:tailEnd type="none" w="med" len="med"/>
            </a:ln>
            <a:effectLst/>
          </p:spPr>
        </p:sp>
        <p:sp>
          <p:nvSpPr>
            <p:cNvPr id="310" name="ellipse_2130">
              <a:extLst>
                <a:ext uri="{FF2B5EF4-FFF2-40B4-BE49-F238E27FC236}">
                  <a16:creationId xmlns:a16="http://schemas.microsoft.com/office/drawing/2014/main" id="{5262D9E8-9B19-DDF3-59E8-BFCDC6E768A6}"/>
                </a:ext>
              </a:extLst>
            </p:cNvPr>
            <p:cNvSpPr/>
            <p:nvPr/>
          </p:nvSpPr>
          <p:spPr>
            <a:xfrm>
              <a:off x="4475672" y="1534775"/>
              <a:ext cx="19735" cy="19735"/>
            </a:xfrm>
            <a:prstGeom prst="ellipse">
              <a:avLst/>
            </a:prstGeom>
            <a:gradFill flip="none" rotWithShape="1">
              <a:gsLst>
                <a:gs pos="0">
                  <a:srgbClr val="FBF3F4"/>
                </a:gs>
                <a:gs pos="43000">
                  <a:srgbClr val="ECC5C8"/>
                </a:gs>
                <a:gs pos="100000">
                  <a:srgbClr val="C79DA4"/>
                </a:gs>
              </a:gsLst>
              <a:lin ang="2700000" scaled="1"/>
              <a:tileRect/>
            </a:gradFill>
            <a:ln w="2540" cap="rnd" cmpd="sng" algn="ctr">
              <a:noFill/>
              <a:prstDash val="solid"/>
              <a:round/>
              <a:headEnd type="none" w="med" len="med"/>
              <a:tailEnd type="none" w="med" len="med"/>
            </a:ln>
            <a:effectLst/>
          </p:spPr>
        </p:sp>
        <p:sp>
          <p:nvSpPr>
            <p:cNvPr id="311" name="ellipse_2131">
              <a:extLst>
                <a:ext uri="{FF2B5EF4-FFF2-40B4-BE49-F238E27FC236}">
                  <a16:creationId xmlns:a16="http://schemas.microsoft.com/office/drawing/2014/main" id="{36C2A48B-699C-056F-4017-64480C64440C}"/>
                </a:ext>
              </a:extLst>
            </p:cNvPr>
            <p:cNvSpPr/>
            <p:nvPr/>
          </p:nvSpPr>
          <p:spPr>
            <a:xfrm>
              <a:off x="4177150" y="1479714"/>
              <a:ext cx="34047" cy="34047"/>
            </a:xfrm>
            <a:prstGeom prst="ellipse">
              <a:avLst/>
            </a:prstGeom>
            <a:gradFill flip="none" rotWithShape="1">
              <a:gsLst>
                <a:gs pos="0">
                  <a:srgbClr val="E4EDF7"/>
                </a:gs>
                <a:gs pos="43000">
                  <a:srgbClr val="7BAAD7"/>
                </a:gs>
                <a:gs pos="100000">
                  <a:srgbClr val="457EB4"/>
                </a:gs>
              </a:gsLst>
              <a:lin ang="2700000" scaled="1"/>
              <a:tileRect/>
            </a:gradFill>
            <a:ln w="2540" cap="rnd" cmpd="sng" algn="ctr">
              <a:noFill/>
              <a:prstDash val="solid"/>
              <a:round/>
              <a:headEnd type="none" w="med" len="med"/>
              <a:tailEnd type="none" w="med" len="med"/>
            </a:ln>
            <a:effectLst/>
          </p:spPr>
        </p:sp>
        <p:sp>
          <p:nvSpPr>
            <p:cNvPr id="312" name="ellipse_2132">
              <a:extLst>
                <a:ext uri="{FF2B5EF4-FFF2-40B4-BE49-F238E27FC236}">
                  <a16:creationId xmlns:a16="http://schemas.microsoft.com/office/drawing/2014/main" id="{8FB35EB0-06F6-2E27-D860-F0CDA382DEEF}"/>
                </a:ext>
              </a:extLst>
            </p:cNvPr>
            <p:cNvSpPr/>
            <p:nvPr/>
          </p:nvSpPr>
          <p:spPr>
            <a:xfrm>
              <a:off x="4169230" y="1457714"/>
              <a:ext cx="24475" cy="24475"/>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313" name="ellipse_2133">
              <a:extLst>
                <a:ext uri="{FF2B5EF4-FFF2-40B4-BE49-F238E27FC236}">
                  <a16:creationId xmlns:a16="http://schemas.microsoft.com/office/drawing/2014/main" id="{A61971B0-A6BB-27DE-0821-1D4F0CC9ECFD}"/>
                </a:ext>
              </a:extLst>
            </p:cNvPr>
            <p:cNvSpPr/>
            <p:nvPr/>
          </p:nvSpPr>
          <p:spPr>
            <a:xfrm>
              <a:off x="4250267" y="1611599"/>
              <a:ext cx="27208" cy="27208"/>
            </a:xfrm>
            <a:prstGeom prst="ellipse">
              <a:avLst/>
            </a:prstGeom>
            <a:gradFill flip="none" rotWithShape="1">
              <a:gsLst>
                <a:gs pos="0">
                  <a:srgbClr val="ECF3F9"/>
                </a:gs>
                <a:gs pos="43000">
                  <a:srgbClr val="A4C5E3"/>
                </a:gs>
                <a:gs pos="100000">
                  <a:srgbClr val="749DC2"/>
                </a:gs>
              </a:gsLst>
              <a:lin ang="2700000" scaled="1"/>
              <a:tileRect/>
            </a:gradFill>
            <a:ln w="2540" cap="rnd" cmpd="sng" algn="ctr">
              <a:noFill/>
              <a:prstDash val="solid"/>
              <a:round/>
              <a:headEnd type="none" w="med" len="med"/>
              <a:tailEnd type="none" w="med" len="med"/>
            </a:ln>
            <a:effectLst/>
          </p:spPr>
        </p:sp>
        <p:sp>
          <p:nvSpPr>
            <p:cNvPr id="314" name="ellipse_2134">
              <a:extLst>
                <a:ext uri="{FF2B5EF4-FFF2-40B4-BE49-F238E27FC236}">
                  <a16:creationId xmlns:a16="http://schemas.microsoft.com/office/drawing/2014/main" id="{09C7FDA8-DFEA-A8E5-44DA-EE6028A33E0F}"/>
                </a:ext>
              </a:extLst>
            </p:cNvPr>
            <p:cNvSpPr/>
            <p:nvPr/>
          </p:nvSpPr>
          <p:spPr>
            <a:xfrm>
              <a:off x="4316540" y="1649280"/>
              <a:ext cx="31638" cy="31638"/>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315" name="ellipse_2135">
              <a:extLst>
                <a:ext uri="{FF2B5EF4-FFF2-40B4-BE49-F238E27FC236}">
                  <a16:creationId xmlns:a16="http://schemas.microsoft.com/office/drawing/2014/main" id="{D41A1440-0D6B-8961-2A25-860BEAF7D8A9}"/>
                </a:ext>
              </a:extLst>
            </p:cNvPr>
            <p:cNvSpPr/>
            <p:nvPr/>
          </p:nvSpPr>
          <p:spPr>
            <a:xfrm>
              <a:off x="4145317" y="1562114"/>
              <a:ext cx="29616" cy="29616"/>
            </a:xfrm>
            <a:prstGeom prst="ellipse">
              <a:avLst/>
            </a:prstGeom>
            <a:gradFill flip="none" rotWithShape="1">
              <a:gsLst>
                <a:gs pos="0">
                  <a:srgbClr val="F8FAFC"/>
                </a:gs>
                <a:gs pos="43000">
                  <a:srgbClr val="DBE7F3"/>
                </a:gs>
                <a:gs pos="100000">
                  <a:srgbClr val="B4C4D5"/>
                </a:gs>
              </a:gsLst>
              <a:lin ang="2700000" scaled="1"/>
              <a:tileRect/>
            </a:gradFill>
            <a:ln w="2540" cap="rnd" cmpd="sng" algn="ctr">
              <a:noFill/>
              <a:prstDash val="solid"/>
              <a:round/>
              <a:headEnd type="none" w="med" len="med"/>
              <a:tailEnd type="none" w="med" len="med"/>
            </a:ln>
            <a:effectLst/>
          </p:spPr>
        </p:sp>
        <p:sp>
          <p:nvSpPr>
            <p:cNvPr id="316" name="ellipse_2136">
              <a:extLst>
                <a:ext uri="{FF2B5EF4-FFF2-40B4-BE49-F238E27FC236}">
                  <a16:creationId xmlns:a16="http://schemas.microsoft.com/office/drawing/2014/main" id="{FE64AA28-45B1-4E6E-A536-F61BFA5FA2DB}"/>
                </a:ext>
              </a:extLst>
            </p:cNvPr>
            <p:cNvSpPr/>
            <p:nvPr/>
          </p:nvSpPr>
          <p:spPr>
            <a:xfrm>
              <a:off x="4212479" y="1534532"/>
              <a:ext cx="21239" cy="21239"/>
            </a:xfrm>
            <a:prstGeom prst="ellipse">
              <a:avLst/>
            </a:prstGeom>
            <a:gradFill flip="none" rotWithShape="1">
              <a:gsLst>
                <a:gs pos="0">
                  <a:srgbClr val="EDF3F9"/>
                </a:gs>
                <a:gs pos="43000">
                  <a:srgbClr val="A9C8E4"/>
                </a:gs>
                <a:gs pos="100000">
                  <a:srgbClr val="7AA0C4"/>
                </a:gs>
              </a:gsLst>
              <a:lin ang="2700000" scaled="1"/>
              <a:tileRect/>
            </a:gradFill>
            <a:ln w="2540" cap="rnd" cmpd="sng" algn="ctr">
              <a:noFill/>
              <a:prstDash val="solid"/>
              <a:round/>
              <a:headEnd type="none" w="med" len="med"/>
              <a:tailEnd type="none" w="med" len="med"/>
            </a:ln>
            <a:effectLst/>
          </p:spPr>
        </p:sp>
        <p:sp>
          <p:nvSpPr>
            <p:cNvPr id="317" name="ellipse_2137">
              <a:extLst>
                <a:ext uri="{FF2B5EF4-FFF2-40B4-BE49-F238E27FC236}">
                  <a16:creationId xmlns:a16="http://schemas.microsoft.com/office/drawing/2014/main" id="{9377E041-0345-35B5-6757-8762A19F93DD}"/>
                </a:ext>
              </a:extLst>
            </p:cNvPr>
            <p:cNvSpPr/>
            <p:nvPr/>
          </p:nvSpPr>
          <p:spPr>
            <a:xfrm>
              <a:off x="4296928" y="1660530"/>
              <a:ext cx="21078" cy="21078"/>
            </a:xfrm>
            <a:prstGeom prst="ellipse">
              <a:avLst/>
            </a:prstGeom>
            <a:gradFill flip="none" rotWithShape="1">
              <a:gsLst>
                <a:gs pos="0">
                  <a:srgbClr val="E2EDF6"/>
                </a:gs>
                <a:gs pos="43000">
                  <a:srgbClr val="76A7D5"/>
                </a:gs>
                <a:gs pos="100000">
                  <a:srgbClr val="3F7BB3"/>
                </a:gs>
              </a:gsLst>
              <a:lin ang="2700000" scaled="1"/>
              <a:tileRect/>
            </a:gradFill>
            <a:ln w="2540" cap="rnd" cmpd="sng" algn="ctr">
              <a:noFill/>
              <a:prstDash val="solid"/>
              <a:round/>
              <a:headEnd type="none" w="med" len="med"/>
              <a:tailEnd type="none" w="med" len="med"/>
            </a:ln>
            <a:effectLst/>
          </p:spPr>
        </p:sp>
        <p:sp>
          <p:nvSpPr>
            <p:cNvPr id="318" name="ellipse_2138">
              <a:extLst>
                <a:ext uri="{FF2B5EF4-FFF2-40B4-BE49-F238E27FC236}">
                  <a16:creationId xmlns:a16="http://schemas.microsoft.com/office/drawing/2014/main" id="{CD396680-6983-95D7-E3AC-16E9CC071043}"/>
                </a:ext>
              </a:extLst>
            </p:cNvPr>
            <p:cNvSpPr/>
            <p:nvPr/>
          </p:nvSpPr>
          <p:spPr>
            <a:xfrm>
              <a:off x="4387132" y="1397727"/>
              <a:ext cx="22984" cy="22984"/>
            </a:xfrm>
            <a:prstGeom prst="ellipse">
              <a:avLst/>
            </a:prstGeom>
            <a:gradFill flip="none" rotWithShape="1">
              <a:gsLst>
                <a:gs pos="0">
                  <a:srgbClr val="F5F8FC"/>
                </a:gs>
                <a:gs pos="43000">
                  <a:srgbClr val="CFDFEF"/>
                </a:gs>
                <a:gs pos="100000">
                  <a:srgbClr val="A5BCD1"/>
                </a:gs>
              </a:gsLst>
              <a:lin ang="2700000" scaled="1"/>
              <a:tileRect/>
            </a:gradFill>
            <a:ln w="2540" cap="rnd" cmpd="sng" algn="ctr">
              <a:noFill/>
              <a:prstDash val="solid"/>
              <a:round/>
              <a:headEnd type="none" w="med" len="med"/>
              <a:tailEnd type="none" w="med" len="med"/>
            </a:ln>
            <a:effectLst/>
          </p:spPr>
        </p:sp>
        <p:sp>
          <p:nvSpPr>
            <p:cNvPr id="319" name="ellipse_2139">
              <a:extLst>
                <a:ext uri="{FF2B5EF4-FFF2-40B4-BE49-F238E27FC236}">
                  <a16:creationId xmlns:a16="http://schemas.microsoft.com/office/drawing/2014/main" id="{02CD1589-AB70-15BA-B74E-216ED66CD813}"/>
                </a:ext>
              </a:extLst>
            </p:cNvPr>
            <p:cNvSpPr/>
            <p:nvPr/>
          </p:nvSpPr>
          <p:spPr>
            <a:xfrm>
              <a:off x="4423607" y="1603144"/>
              <a:ext cx="26321" cy="26321"/>
            </a:xfrm>
            <a:prstGeom prst="ellipse">
              <a:avLst/>
            </a:prstGeom>
            <a:gradFill flip="none" rotWithShape="1">
              <a:gsLst>
                <a:gs pos="0">
                  <a:srgbClr val="E6EFF7"/>
                </a:gs>
                <a:gs pos="43000">
                  <a:srgbClr val="88B3DA"/>
                </a:gs>
                <a:gs pos="100000">
                  <a:srgbClr val="5488B8"/>
                </a:gs>
              </a:gsLst>
              <a:lin ang="2700000" scaled="1"/>
              <a:tileRect/>
            </a:gradFill>
            <a:ln w="2540" cap="rnd" cmpd="sng" algn="ctr">
              <a:noFill/>
              <a:prstDash val="solid"/>
              <a:round/>
              <a:headEnd type="none" w="med" len="med"/>
              <a:tailEnd type="none" w="med" len="med"/>
            </a:ln>
            <a:effectLst/>
          </p:spPr>
        </p:sp>
        <p:sp>
          <p:nvSpPr>
            <p:cNvPr id="5837" name="ellipse_2140">
              <a:extLst>
                <a:ext uri="{FF2B5EF4-FFF2-40B4-BE49-F238E27FC236}">
                  <a16:creationId xmlns:a16="http://schemas.microsoft.com/office/drawing/2014/main" id="{C03176B4-6095-6410-19D9-5409E30C1F0F}"/>
                </a:ext>
              </a:extLst>
            </p:cNvPr>
            <p:cNvSpPr/>
            <p:nvPr/>
          </p:nvSpPr>
          <p:spPr>
            <a:xfrm>
              <a:off x="4143066" y="1454342"/>
              <a:ext cx="33754" cy="33754"/>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5838" name="ellipse_2141">
              <a:extLst>
                <a:ext uri="{FF2B5EF4-FFF2-40B4-BE49-F238E27FC236}">
                  <a16:creationId xmlns:a16="http://schemas.microsoft.com/office/drawing/2014/main" id="{C4FA3AEF-53FF-F41B-EF21-A0CBCDEB3A5E}"/>
                </a:ext>
              </a:extLst>
            </p:cNvPr>
            <p:cNvSpPr/>
            <p:nvPr/>
          </p:nvSpPr>
          <p:spPr>
            <a:xfrm>
              <a:off x="4172222" y="1529575"/>
              <a:ext cx="28626" cy="28626"/>
            </a:xfrm>
            <a:prstGeom prst="ellipse">
              <a:avLst/>
            </a:prstGeom>
            <a:gradFill flip="none" rotWithShape="1">
              <a:gsLst>
                <a:gs pos="0">
                  <a:srgbClr val="EEF4FA"/>
                </a:gs>
                <a:gs pos="43000">
                  <a:srgbClr val="AECBE6"/>
                </a:gs>
                <a:gs pos="100000">
                  <a:srgbClr val="80A4C6"/>
                </a:gs>
              </a:gsLst>
              <a:lin ang="2700000" scaled="1"/>
              <a:tileRect/>
            </a:gradFill>
            <a:ln w="2540" cap="rnd" cmpd="sng" algn="ctr">
              <a:noFill/>
              <a:prstDash val="solid"/>
              <a:round/>
              <a:headEnd type="none" w="med" len="med"/>
              <a:tailEnd type="none" w="med" len="med"/>
            </a:ln>
            <a:effectLst/>
          </p:spPr>
        </p:sp>
        <p:sp>
          <p:nvSpPr>
            <p:cNvPr id="5839" name="ellipse_2142">
              <a:extLst>
                <a:ext uri="{FF2B5EF4-FFF2-40B4-BE49-F238E27FC236}">
                  <a16:creationId xmlns:a16="http://schemas.microsoft.com/office/drawing/2014/main" id="{1363B852-4264-D5B3-9E1D-77E639979D6B}"/>
                </a:ext>
              </a:extLst>
            </p:cNvPr>
            <p:cNvSpPr/>
            <p:nvPr/>
          </p:nvSpPr>
          <p:spPr>
            <a:xfrm>
              <a:off x="4543531" y="1594407"/>
              <a:ext cx="30468" cy="30468"/>
            </a:xfrm>
            <a:prstGeom prst="ellipse">
              <a:avLst/>
            </a:prstGeom>
            <a:gradFill flip="none" rotWithShape="1">
              <a:gsLst>
                <a:gs pos="0">
                  <a:srgbClr val="E4EEF7"/>
                </a:gs>
                <a:gs pos="43000">
                  <a:srgbClr val="7DABD7"/>
                </a:gs>
                <a:gs pos="100000">
                  <a:srgbClr val="4880B4"/>
                </a:gs>
              </a:gsLst>
              <a:lin ang="2700000" scaled="1"/>
              <a:tileRect/>
            </a:gradFill>
            <a:ln w="2540" cap="rnd" cmpd="sng" algn="ctr">
              <a:noFill/>
              <a:prstDash val="solid"/>
              <a:round/>
              <a:headEnd type="none" w="med" len="med"/>
              <a:tailEnd type="none" w="med" len="med"/>
            </a:ln>
            <a:effectLst/>
          </p:spPr>
        </p:sp>
        <p:sp>
          <p:nvSpPr>
            <p:cNvPr id="5840" name="ellipse_2143">
              <a:extLst>
                <a:ext uri="{FF2B5EF4-FFF2-40B4-BE49-F238E27FC236}">
                  <a16:creationId xmlns:a16="http://schemas.microsoft.com/office/drawing/2014/main" id="{5C467E28-F4F3-31AA-E08E-FA8277319B54}"/>
                </a:ext>
              </a:extLst>
            </p:cNvPr>
            <p:cNvSpPr/>
            <p:nvPr/>
          </p:nvSpPr>
          <p:spPr>
            <a:xfrm>
              <a:off x="4485018" y="1527843"/>
              <a:ext cx="27018" cy="27018"/>
            </a:xfrm>
            <a:prstGeom prst="ellipse">
              <a:avLst/>
            </a:prstGeom>
            <a:gradFill flip="none" rotWithShape="1">
              <a:gsLst>
                <a:gs pos="0">
                  <a:srgbClr val="FBF4F4"/>
                </a:gs>
                <a:gs pos="43000">
                  <a:srgbClr val="EDC8CC"/>
                </a:gs>
                <a:gs pos="100000">
                  <a:srgbClr val="C8A1A8"/>
                </a:gs>
              </a:gsLst>
              <a:lin ang="2700000" scaled="1"/>
              <a:tileRect/>
            </a:gradFill>
            <a:ln w="2540" cap="rnd" cmpd="sng" algn="ctr">
              <a:noFill/>
              <a:prstDash val="solid"/>
              <a:round/>
              <a:headEnd type="none" w="med" len="med"/>
              <a:tailEnd type="none" w="med" len="med"/>
            </a:ln>
            <a:effectLst/>
          </p:spPr>
        </p:sp>
        <p:sp>
          <p:nvSpPr>
            <p:cNvPr id="5841" name="ellipse_2144">
              <a:extLst>
                <a:ext uri="{FF2B5EF4-FFF2-40B4-BE49-F238E27FC236}">
                  <a16:creationId xmlns:a16="http://schemas.microsoft.com/office/drawing/2014/main" id="{8B891701-1D52-1B41-026B-C73DC8811075}"/>
                </a:ext>
              </a:extLst>
            </p:cNvPr>
            <p:cNvSpPr/>
            <p:nvPr/>
          </p:nvSpPr>
          <p:spPr>
            <a:xfrm>
              <a:off x="4197746" y="1447194"/>
              <a:ext cx="24842" cy="24842"/>
            </a:xfrm>
            <a:prstGeom prst="ellipse">
              <a:avLst/>
            </a:prstGeom>
            <a:gradFill flip="none" rotWithShape="1">
              <a:gsLst>
                <a:gs pos="0">
                  <a:srgbClr val="E2ECF6"/>
                </a:gs>
                <a:gs pos="43000">
                  <a:srgbClr val="73A5D4"/>
                </a:gs>
                <a:gs pos="100000">
                  <a:srgbClr val="3C78B1"/>
                </a:gs>
              </a:gsLst>
              <a:lin ang="2700000" scaled="1"/>
              <a:tileRect/>
            </a:gradFill>
            <a:ln w="2540" cap="rnd" cmpd="sng" algn="ctr">
              <a:noFill/>
              <a:prstDash val="solid"/>
              <a:round/>
              <a:headEnd type="none" w="med" len="med"/>
              <a:tailEnd type="none" w="med" len="med"/>
            </a:ln>
            <a:effectLst/>
          </p:spPr>
        </p:sp>
        <p:sp>
          <p:nvSpPr>
            <p:cNvPr id="5842" name="ellipse_2145">
              <a:extLst>
                <a:ext uri="{FF2B5EF4-FFF2-40B4-BE49-F238E27FC236}">
                  <a16:creationId xmlns:a16="http://schemas.microsoft.com/office/drawing/2014/main" id="{810026FC-2916-9AEA-7E85-9F7254AE9123}"/>
                </a:ext>
              </a:extLst>
            </p:cNvPr>
            <p:cNvSpPr/>
            <p:nvPr/>
          </p:nvSpPr>
          <p:spPr>
            <a:xfrm>
              <a:off x="4457750" y="1465726"/>
              <a:ext cx="30821" cy="30821"/>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843" name="ellipse_2146">
              <a:extLst>
                <a:ext uri="{FF2B5EF4-FFF2-40B4-BE49-F238E27FC236}">
                  <a16:creationId xmlns:a16="http://schemas.microsoft.com/office/drawing/2014/main" id="{59AA2342-1EE3-49D1-0FAD-3BB5EAF7472C}"/>
                </a:ext>
              </a:extLst>
            </p:cNvPr>
            <p:cNvSpPr/>
            <p:nvPr/>
          </p:nvSpPr>
          <p:spPr>
            <a:xfrm>
              <a:off x="4451010" y="1568162"/>
              <a:ext cx="23766" cy="23766"/>
            </a:xfrm>
            <a:prstGeom prst="ellipse">
              <a:avLst/>
            </a:prstGeom>
            <a:gradFill flip="none" rotWithShape="1">
              <a:gsLst>
                <a:gs pos="0">
                  <a:srgbClr val="F4F8FB"/>
                </a:gs>
                <a:gs pos="43000">
                  <a:srgbClr val="CADCEE"/>
                </a:gs>
                <a:gs pos="100000">
                  <a:srgbClr val="A0B8CF"/>
                </a:gs>
              </a:gsLst>
              <a:lin ang="2700000" scaled="1"/>
              <a:tileRect/>
            </a:gradFill>
            <a:ln w="2540" cap="rnd" cmpd="sng" algn="ctr">
              <a:noFill/>
              <a:prstDash val="solid"/>
              <a:round/>
              <a:headEnd type="none" w="med" len="med"/>
              <a:tailEnd type="none" w="med" len="med"/>
            </a:ln>
            <a:effectLst/>
          </p:spPr>
        </p:sp>
        <p:sp>
          <p:nvSpPr>
            <p:cNvPr id="5844" name="ellipse_2147">
              <a:extLst>
                <a:ext uri="{FF2B5EF4-FFF2-40B4-BE49-F238E27FC236}">
                  <a16:creationId xmlns:a16="http://schemas.microsoft.com/office/drawing/2014/main" id="{9FB9E17E-9379-8F12-1AFD-797F3C2960FD}"/>
                </a:ext>
              </a:extLst>
            </p:cNvPr>
            <p:cNvSpPr/>
            <p:nvPr/>
          </p:nvSpPr>
          <p:spPr>
            <a:xfrm>
              <a:off x="4223815" y="1435525"/>
              <a:ext cx="33315" cy="33315"/>
            </a:xfrm>
            <a:prstGeom prst="ellipse">
              <a:avLst/>
            </a:prstGeom>
            <a:gradFill flip="none" rotWithShape="1">
              <a:gsLst>
                <a:gs pos="0">
                  <a:srgbClr val="E3EDF6"/>
                </a:gs>
                <a:gs pos="43000">
                  <a:srgbClr val="77A7D5"/>
                </a:gs>
                <a:gs pos="100000">
                  <a:srgbClr val="407BB3"/>
                </a:gs>
              </a:gsLst>
              <a:lin ang="2700000" scaled="1"/>
              <a:tileRect/>
            </a:gradFill>
            <a:ln w="2540" cap="rnd" cmpd="sng" algn="ctr">
              <a:noFill/>
              <a:prstDash val="solid"/>
              <a:round/>
              <a:headEnd type="none" w="med" len="med"/>
              <a:tailEnd type="none" w="med" len="med"/>
            </a:ln>
            <a:effectLst/>
          </p:spPr>
        </p:sp>
        <p:sp>
          <p:nvSpPr>
            <p:cNvPr id="5845" name="ellipse_2148">
              <a:extLst>
                <a:ext uri="{FF2B5EF4-FFF2-40B4-BE49-F238E27FC236}">
                  <a16:creationId xmlns:a16="http://schemas.microsoft.com/office/drawing/2014/main" id="{A101C845-4CBB-4D15-4675-D6723C380040}"/>
                </a:ext>
              </a:extLst>
            </p:cNvPr>
            <p:cNvSpPr/>
            <p:nvPr/>
          </p:nvSpPr>
          <p:spPr>
            <a:xfrm>
              <a:off x="4429682" y="1587437"/>
              <a:ext cx="20909" cy="20909"/>
            </a:xfrm>
            <a:prstGeom prst="ellipse">
              <a:avLst/>
            </a:prstGeom>
            <a:gradFill flip="none" rotWithShape="1">
              <a:gsLst>
                <a:gs pos="0">
                  <a:srgbClr val="ECF2F9"/>
                </a:gs>
                <a:gs pos="43000">
                  <a:srgbClr val="A1C3E1"/>
                </a:gs>
                <a:gs pos="100000">
                  <a:srgbClr val="719BC1"/>
                </a:gs>
              </a:gsLst>
              <a:lin ang="2700000" scaled="1"/>
              <a:tileRect/>
            </a:gradFill>
            <a:ln w="2540" cap="rnd" cmpd="sng" algn="ctr">
              <a:noFill/>
              <a:prstDash val="solid"/>
              <a:round/>
              <a:headEnd type="none" w="med" len="med"/>
              <a:tailEnd type="none" w="med" len="med"/>
            </a:ln>
            <a:effectLst/>
          </p:spPr>
        </p:sp>
        <p:sp>
          <p:nvSpPr>
            <p:cNvPr id="5858" name="ellipse_2149">
              <a:extLst>
                <a:ext uri="{FF2B5EF4-FFF2-40B4-BE49-F238E27FC236}">
                  <a16:creationId xmlns:a16="http://schemas.microsoft.com/office/drawing/2014/main" id="{79F7BFB3-EC6A-8770-0E60-0321EF89EDFB}"/>
                </a:ext>
              </a:extLst>
            </p:cNvPr>
            <p:cNvSpPr/>
            <p:nvPr/>
          </p:nvSpPr>
          <p:spPr>
            <a:xfrm>
              <a:off x="4200321" y="1424891"/>
              <a:ext cx="21059" cy="21059"/>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5859" name="ellipse_2150">
              <a:extLst>
                <a:ext uri="{FF2B5EF4-FFF2-40B4-BE49-F238E27FC236}">
                  <a16:creationId xmlns:a16="http://schemas.microsoft.com/office/drawing/2014/main" id="{03BA286E-CD6C-76BD-FAF8-69375D33604D}"/>
                </a:ext>
              </a:extLst>
            </p:cNvPr>
            <p:cNvSpPr/>
            <p:nvPr/>
          </p:nvSpPr>
          <p:spPr>
            <a:xfrm>
              <a:off x="4265269" y="1675294"/>
              <a:ext cx="32963" cy="32963"/>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5860" name="ellipse_2151">
              <a:extLst>
                <a:ext uri="{FF2B5EF4-FFF2-40B4-BE49-F238E27FC236}">
                  <a16:creationId xmlns:a16="http://schemas.microsoft.com/office/drawing/2014/main" id="{790FAC28-6FA0-14E8-BF02-D99F959F67CD}"/>
                </a:ext>
              </a:extLst>
            </p:cNvPr>
            <p:cNvSpPr/>
            <p:nvPr/>
          </p:nvSpPr>
          <p:spPr>
            <a:xfrm>
              <a:off x="4255395" y="1464436"/>
              <a:ext cx="30049" cy="30049"/>
            </a:xfrm>
            <a:prstGeom prst="ellipse">
              <a:avLst/>
            </a:prstGeom>
            <a:gradFill flip="none" rotWithShape="1">
              <a:gsLst>
                <a:gs pos="0">
                  <a:srgbClr val="E6EFF7"/>
                </a:gs>
                <a:gs pos="43000">
                  <a:srgbClr val="87B1DA"/>
                </a:gs>
                <a:gs pos="100000">
                  <a:srgbClr val="5287B8"/>
                </a:gs>
              </a:gsLst>
              <a:lin ang="2700000" scaled="1"/>
              <a:tileRect/>
            </a:gradFill>
            <a:ln w="2540" cap="rnd" cmpd="sng" algn="ctr">
              <a:noFill/>
              <a:prstDash val="solid"/>
              <a:round/>
              <a:headEnd type="none" w="med" len="med"/>
              <a:tailEnd type="none" w="med" len="med"/>
            </a:ln>
            <a:effectLst/>
          </p:spPr>
        </p:sp>
        <p:sp>
          <p:nvSpPr>
            <p:cNvPr id="5861" name="ellipse_2152">
              <a:extLst>
                <a:ext uri="{FF2B5EF4-FFF2-40B4-BE49-F238E27FC236}">
                  <a16:creationId xmlns:a16="http://schemas.microsoft.com/office/drawing/2014/main" id="{13261DD4-9168-7B87-5151-D9B7AF6DC7F4}"/>
                </a:ext>
              </a:extLst>
            </p:cNvPr>
            <p:cNvSpPr/>
            <p:nvPr/>
          </p:nvSpPr>
          <p:spPr>
            <a:xfrm>
              <a:off x="4442577" y="1583236"/>
              <a:ext cx="34593" cy="34593"/>
            </a:xfrm>
            <a:prstGeom prst="ellipse">
              <a:avLst/>
            </a:prstGeom>
            <a:gradFill flip="none" rotWithShape="1">
              <a:gsLst>
                <a:gs pos="0">
                  <a:srgbClr val="EBF2F9"/>
                </a:gs>
                <a:gs pos="43000">
                  <a:srgbClr val="9EC0E1"/>
                </a:gs>
                <a:gs pos="100000">
                  <a:srgbClr val="6D98C0"/>
                </a:gs>
              </a:gsLst>
              <a:lin ang="2700000" scaled="1"/>
              <a:tileRect/>
            </a:gradFill>
            <a:ln w="2540" cap="rnd" cmpd="sng" algn="ctr">
              <a:noFill/>
              <a:prstDash val="solid"/>
              <a:round/>
              <a:headEnd type="none" w="med" len="med"/>
              <a:tailEnd type="none" w="med" len="med"/>
            </a:ln>
            <a:effectLst/>
          </p:spPr>
        </p:sp>
        <p:sp>
          <p:nvSpPr>
            <p:cNvPr id="5862" name="ellipse_2153">
              <a:extLst>
                <a:ext uri="{FF2B5EF4-FFF2-40B4-BE49-F238E27FC236}">
                  <a16:creationId xmlns:a16="http://schemas.microsoft.com/office/drawing/2014/main" id="{4B6D57B6-754E-3A87-93DF-CCCC259C677A}"/>
                </a:ext>
              </a:extLst>
            </p:cNvPr>
            <p:cNvSpPr/>
            <p:nvPr/>
          </p:nvSpPr>
          <p:spPr>
            <a:xfrm>
              <a:off x="4487089" y="1605392"/>
              <a:ext cx="21701" cy="21701"/>
            </a:xfrm>
            <a:prstGeom prst="ellipse">
              <a:avLst/>
            </a:prstGeom>
            <a:gradFill flip="none" rotWithShape="1">
              <a:gsLst>
                <a:gs pos="0">
                  <a:srgbClr val="E6EFF7"/>
                </a:gs>
                <a:gs pos="43000">
                  <a:srgbClr val="85B1DA"/>
                </a:gs>
                <a:gs pos="100000">
                  <a:srgbClr val="5186B8"/>
                </a:gs>
              </a:gsLst>
              <a:lin ang="2700000" scaled="1"/>
              <a:tileRect/>
            </a:gradFill>
            <a:ln w="2540" cap="rnd" cmpd="sng" algn="ctr">
              <a:noFill/>
              <a:prstDash val="solid"/>
              <a:round/>
              <a:headEnd type="none" w="med" len="med"/>
              <a:tailEnd type="none" w="med" len="med"/>
            </a:ln>
            <a:effectLst/>
          </p:spPr>
        </p:sp>
        <p:sp>
          <p:nvSpPr>
            <p:cNvPr id="5863" name="ellipse_2154">
              <a:extLst>
                <a:ext uri="{FF2B5EF4-FFF2-40B4-BE49-F238E27FC236}">
                  <a16:creationId xmlns:a16="http://schemas.microsoft.com/office/drawing/2014/main" id="{E0865EAE-4735-C32E-4362-8D3A4006AFA7}"/>
                </a:ext>
              </a:extLst>
            </p:cNvPr>
            <p:cNvSpPr/>
            <p:nvPr/>
          </p:nvSpPr>
          <p:spPr>
            <a:xfrm>
              <a:off x="4496800" y="1560661"/>
              <a:ext cx="29011" cy="29011"/>
            </a:xfrm>
            <a:prstGeom prst="ellipse">
              <a:avLst/>
            </a:prstGeom>
            <a:gradFill flip="none" rotWithShape="1">
              <a:gsLst>
                <a:gs pos="0">
                  <a:srgbClr val="F2F6FB"/>
                </a:gs>
                <a:gs pos="43000">
                  <a:srgbClr val="C0D6EB"/>
                </a:gs>
                <a:gs pos="100000">
                  <a:srgbClr val="95B1CC"/>
                </a:gs>
              </a:gsLst>
              <a:lin ang="2700000" scaled="1"/>
              <a:tileRect/>
            </a:gradFill>
            <a:ln w="2540" cap="rnd" cmpd="sng" algn="ctr">
              <a:noFill/>
              <a:prstDash val="solid"/>
              <a:round/>
              <a:headEnd type="none" w="med" len="med"/>
              <a:tailEnd type="none" w="med" len="med"/>
            </a:ln>
            <a:effectLst/>
          </p:spPr>
        </p:sp>
        <p:sp>
          <p:nvSpPr>
            <p:cNvPr id="5864" name="ellipse_2155">
              <a:extLst>
                <a:ext uri="{FF2B5EF4-FFF2-40B4-BE49-F238E27FC236}">
                  <a16:creationId xmlns:a16="http://schemas.microsoft.com/office/drawing/2014/main" id="{74A331BF-A24F-A77D-3A81-36BAFE50ED8B}"/>
                </a:ext>
              </a:extLst>
            </p:cNvPr>
            <p:cNvSpPr/>
            <p:nvPr/>
          </p:nvSpPr>
          <p:spPr>
            <a:xfrm>
              <a:off x="4296447" y="1640205"/>
              <a:ext cx="28855" cy="28855"/>
            </a:xfrm>
            <a:prstGeom prst="ellipse">
              <a:avLst/>
            </a:prstGeom>
            <a:gradFill flip="none" rotWithShape="1">
              <a:gsLst>
                <a:gs pos="0">
                  <a:srgbClr val="E3EDF6"/>
                </a:gs>
                <a:gs pos="43000">
                  <a:srgbClr val="7BAAD6"/>
                </a:gs>
                <a:gs pos="100000">
                  <a:srgbClr val="447EB3"/>
                </a:gs>
              </a:gsLst>
              <a:lin ang="2700000" scaled="1"/>
              <a:tileRect/>
            </a:gradFill>
            <a:ln w="2540" cap="rnd" cmpd="sng" algn="ctr">
              <a:noFill/>
              <a:prstDash val="solid"/>
              <a:round/>
              <a:headEnd type="none" w="med" len="med"/>
              <a:tailEnd type="none" w="med" len="med"/>
            </a:ln>
            <a:effectLst/>
          </p:spPr>
        </p:sp>
        <p:sp>
          <p:nvSpPr>
            <p:cNvPr id="5865" name="ellipse_2156">
              <a:extLst>
                <a:ext uri="{FF2B5EF4-FFF2-40B4-BE49-F238E27FC236}">
                  <a16:creationId xmlns:a16="http://schemas.microsoft.com/office/drawing/2014/main" id="{47D8C360-4E44-00F2-B24D-F7AC770217DF}"/>
                </a:ext>
              </a:extLst>
            </p:cNvPr>
            <p:cNvSpPr/>
            <p:nvPr/>
          </p:nvSpPr>
          <p:spPr>
            <a:xfrm>
              <a:off x="4517139" y="1596962"/>
              <a:ext cx="32658" cy="32658"/>
            </a:xfrm>
            <a:prstGeom prst="ellipse">
              <a:avLst/>
            </a:prstGeom>
            <a:gradFill flip="none" rotWithShape="1">
              <a:gsLst>
                <a:gs pos="0">
                  <a:srgbClr val="E5EEF7"/>
                </a:gs>
                <a:gs pos="43000">
                  <a:srgbClr val="81AED8"/>
                </a:gs>
                <a:gs pos="100000">
                  <a:srgbClr val="4C82B6"/>
                </a:gs>
              </a:gsLst>
              <a:lin ang="2700000" scaled="1"/>
              <a:tileRect/>
            </a:gradFill>
            <a:ln w="2540" cap="rnd" cmpd="sng" algn="ctr">
              <a:noFill/>
              <a:prstDash val="solid"/>
              <a:round/>
              <a:headEnd type="none" w="med" len="med"/>
              <a:tailEnd type="none" w="med" len="med"/>
            </a:ln>
            <a:effectLst/>
          </p:spPr>
        </p:sp>
        <p:sp>
          <p:nvSpPr>
            <p:cNvPr id="5866" name="ellipse_2157">
              <a:extLst>
                <a:ext uri="{FF2B5EF4-FFF2-40B4-BE49-F238E27FC236}">
                  <a16:creationId xmlns:a16="http://schemas.microsoft.com/office/drawing/2014/main" id="{F4559041-40B0-A564-0EE1-F8618D467D44}"/>
                </a:ext>
              </a:extLst>
            </p:cNvPr>
            <p:cNvSpPr/>
            <p:nvPr/>
          </p:nvSpPr>
          <p:spPr>
            <a:xfrm>
              <a:off x="4387488" y="1548169"/>
              <a:ext cx="31558" cy="31558"/>
            </a:xfrm>
            <a:prstGeom prst="ellipse">
              <a:avLst/>
            </a:prstGeom>
            <a:gradFill flip="none" rotWithShape="1">
              <a:gsLst>
                <a:gs pos="0">
                  <a:srgbClr val="F9FBFD"/>
                </a:gs>
                <a:gs pos="43000">
                  <a:srgbClr val="E1EAF4"/>
                </a:gs>
                <a:gs pos="100000">
                  <a:srgbClr val="BAC8D6"/>
                </a:gs>
              </a:gsLst>
              <a:lin ang="2700000" scaled="1"/>
              <a:tileRect/>
            </a:gradFill>
            <a:ln w="2540" cap="rnd" cmpd="sng" algn="ctr">
              <a:noFill/>
              <a:prstDash val="solid"/>
              <a:round/>
              <a:headEnd type="none" w="med" len="med"/>
              <a:tailEnd type="none" w="med" len="med"/>
            </a:ln>
            <a:effectLst/>
          </p:spPr>
        </p:sp>
        <p:sp>
          <p:nvSpPr>
            <p:cNvPr id="5867" name="ellipse_2158">
              <a:extLst>
                <a:ext uri="{FF2B5EF4-FFF2-40B4-BE49-F238E27FC236}">
                  <a16:creationId xmlns:a16="http://schemas.microsoft.com/office/drawing/2014/main" id="{54A39F1F-98B4-86F0-D71D-6F82B80E797A}"/>
                </a:ext>
              </a:extLst>
            </p:cNvPr>
            <p:cNvSpPr/>
            <p:nvPr/>
          </p:nvSpPr>
          <p:spPr>
            <a:xfrm>
              <a:off x="4404494" y="1366310"/>
              <a:ext cx="20661" cy="20661"/>
            </a:xfrm>
            <a:prstGeom prst="ellipse">
              <a:avLst/>
            </a:prstGeom>
            <a:gradFill flip="none" rotWithShape="1">
              <a:gsLst>
                <a:gs pos="0">
                  <a:srgbClr val="E9F1F8"/>
                </a:gs>
                <a:gs pos="43000">
                  <a:srgbClr val="97BCDF"/>
                </a:gs>
                <a:gs pos="100000">
                  <a:srgbClr val="6593BD"/>
                </a:gs>
              </a:gsLst>
              <a:lin ang="2700000" scaled="1"/>
              <a:tileRect/>
            </a:gradFill>
            <a:ln w="2540" cap="rnd" cmpd="sng" algn="ctr">
              <a:noFill/>
              <a:prstDash val="solid"/>
              <a:round/>
              <a:headEnd type="none" w="med" len="med"/>
              <a:tailEnd type="none" w="med" len="med"/>
            </a:ln>
            <a:effectLst/>
          </p:spPr>
        </p:sp>
        <p:sp>
          <p:nvSpPr>
            <p:cNvPr id="5868" name="ellipse_2159">
              <a:extLst>
                <a:ext uri="{FF2B5EF4-FFF2-40B4-BE49-F238E27FC236}">
                  <a16:creationId xmlns:a16="http://schemas.microsoft.com/office/drawing/2014/main" id="{1111C78D-B1A6-E6CB-C618-C1C9F83E19DE}"/>
                </a:ext>
              </a:extLst>
            </p:cNvPr>
            <p:cNvSpPr/>
            <p:nvPr/>
          </p:nvSpPr>
          <p:spPr>
            <a:xfrm>
              <a:off x="4287847" y="1579304"/>
              <a:ext cx="21637" cy="21637"/>
            </a:xfrm>
            <a:prstGeom prst="ellipse">
              <a:avLst/>
            </a:prstGeom>
            <a:gradFill flip="none" rotWithShape="1">
              <a:gsLst>
                <a:gs pos="0">
                  <a:srgbClr val="EAF1F8"/>
                </a:gs>
                <a:gs pos="43000">
                  <a:srgbClr val="99BDDF"/>
                </a:gs>
                <a:gs pos="100000">
                  <a:srgbClr val="6794BE"/>
                </a:gs>
              </a:gsLst>
              <a:lin ang="2700000" scaled="1"/>
              <a:tileRect/>
            </a:gradFill>
            <a:ln w="2540" cap="rnd" cmpd="sng" algn="ctr">
              <a:noFill/>
              <a:prstDash val="solid"/>
              <a:round/>
              <a:headEnd type="none" w="med" len="med"/>
              <a:tailEnd type="none" w="med" len="med"/>
            </a:ln>
            <a:effectLst/>
          </p:spPr>
        </p:sp>
        <p:sp>
          <p:nvSpPr>
            <p:cNvPr id="5869" name="ellipse_2160">
              <a:extLst>
                <a:ext uri="{FF2B5EF4-FFF2-40B4-BE49-F238E27FC236}">
                  <a16:creationId xmlns:a16="http://schemas.microsoft.com/office/drawing/2014/main" id="{910D3A13-A2D8-ADF8-B3CD-8C98FD7D7443}"/>
                </a:ext>
              </a:extLst>
            </p:cNvPr>
            <p:cNvSpPr/>
            <p:nvPr/>
          </p:nvSpPr>
          <p:spPr>
            <a:xfrm>
              <a:off x="4247333" y="1542048"/>
              <a:ext cx="20042" cy="20042"/>
            </a:xfrm>
            <a:prstGeom prst="ellipse">
              <a:avLst/>
            </a:prstGeom>
            <a:gradFill flip="none" rotWithShape="1">
              <a:gsLst>
                <a:gs pos="0">
                  <a:srgbClr val="ECF3F9"/>
                </a:gs>
                <a:gs pos="43000">
                  <a:srgbClr val="A3C3E2"/>
                </a:gs>
                <a:gs pos="100000">
                  <a:srgbClr val="739BC2"/>
                </a:gs>
              </a:gsLst>
              <a:lin ang="2700000" scaled="1"/>
              <a:tileRect/>
            </a:gradFill>
            <a:ln w="2540" cap="rnd" cmpd="sng" algn="ctr">
              <a:noFill/>
              <a:prstDash val="solid"/>
              <a:round/>
              <a:headEnd type="none" w="med" len="med"/>
              <a:tailEnd type="none" w="med" len="med"/>
            </a:ln>
            <a:effectLst/>
          </p:spPr>
        </p:sp>
        <p:sp>
          <p:nvSpPr>
            <p:cNvPr id="5870" name="ellipse_2161">
              <a:extLst>
                <a:ext uri="{FF2B5EF4-FFF2-40B4-BE49-F238E27FC236}">
                  <a16:creationId xmlns:a16="http://schemas.microsoft.com/office/drawing/2014/main" id="{1D4AEE83-2A00-FB30-DDD9-86C2ACD22929}"/>
                </a:ext>
              </a:extLst>
            </p:cNvPr>
            <p:cNvSpPr/>
            <p:nvPr/>
          </p:nvSpPr>
          <p:spPr>
            <a:xfrm>
              <a:off x="4457286" y="1441037"/>
              <a:ext cx="30843" cy="30843"/>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871" name="ellipse_2162">
              <a:extLst>
                <a:ext uri="{FF2B5EF4-FFF2-40B4-BE49-F238E27FC236}">
                  <a16:creationId xmlns:a16="http://schemas.microsoft.com/office/drawing/2014/main" id="{B7732615-B877-8AA7-62CB-FB6BFD04C0BC}"/>
                </a:ext>
              </a:extLst>
            </p:cNvPr>
            <p:cNvSpPr/>
            <p:nvPr/>
          </p:nvSpPr>
          <p:spPr>
            <a:xfrm>
              <a:off x="4174540" y="1565987"/>
              <a:ext cx="25424" cy="25424"/>
            </a:xfrm>
            <a:prstGeom prst="ellipse">
              <a:avLst/>
            </a:prstGeom>
            <a:gradFill flip="none" rotWithShape="1">
              <a:gsLst>
                <a:gs pos="0">
                  <a:srgbClr val="F9FBFD"/>
                </a:gs>
                <a:gs pos="43000">
                  <a:srgbClr val="E3ECF5"/>
                </a:gs>
                <a:gs pos="100000">
                  <a:srgbClr val="BDCBD7"/>
                </a:gs>
              </a:gsLst>
              <a:lin ang="2700000" scaled="1"/>
              <a:tileRect/>
            </a:gradFill>
            <a:ln w="2540" cap="rnd" cmpd="sng" algn="ctr">
              <a:noFill/>
              <a:prstDash val="solid"/>
              <a:round/>
              <a:headEnd type="none" w="med" len="med"/>
              <a:tailEnd type="none" w="med" len="med"/>
            </a:ln>
            <a:effectLst/>
          </p:spPr>
        </p:sp>
        <p:sp>
          <p:nvSpPr>
            <p:cNvPr id="5872" name="ellipse_2163">
              <a:extLst>
                <a:ext uri="{FF2B5EF4-FFF2-40B4-BE49-F238E27FC236}">
                  <a16:creationId xmlns:a16="http://schemas.microsoft.com/office/drawing/2014/main" id="{33385555-E87D-F99A-40C2-869598D804D6}"/>
                </a:ext>
              </a:extLst>
            </p:cNvPr>
            <p:cNvSpPr/>
            <p:nvPr/>
          </p:nvSpPr>
          <p:spPr>
            <a:xfrm>
              <a:off x="4283446" y="1527651"/>
              <a:ext cx="34254" cy="34254"/>
            </a:xfrm>
            <a:prstGeom prst="ellipse">
              <a:avLst/>
            </a:prstGeom>
            <a:gradFill flip="none" rotWithShape="1">
              <a:gsLst>
                <a:gs pos="0">
                  <a:srgbClr val="EBF2F9"/>
                </a:gs>
                <a:gs pos="43000">
                  <a:srgbClr val="9DC0E1"/>
                </a:gs>
                <a:gs pos="100000">
                  <a:srgbClr val="6C97C0"/>
                </a:gs>
              </a:gsLst>
              <a:lin ang="2700000" scaled="1"/>
              <a:tileRect/>
            </a:gradFill>
            <a:ln w="2540" cap="rnd" cmpd="sng" algn="ctr">
              <a:noFill/>
              <a:prstDash val="solid"/>
              <a:round/>
              <a:headEnd type="none" w="med" len="med"/>
              <a:tailEnd type="none" w="med" len="med"/>
            </a:ln>
            <a:effectLst/>
          </p:spPr>
        </p:sp>
        <p:sp>
          <p:nvSpPr>
            <p:cNvPr id="5873" name="ellipse_2164">
              <a:extLst>
                <a:ext uri="{FF2B5EF4-FFF2-40B4-BE49-F238E27FC236}">
                  <a16:creationId xmlns:a16="http://schemas.microsoft.com/office/drawing/2014/main" id="{DCD8FD8F-7102-C240-2909-E24EC103D08B}"/>
                </a:ext>
              </a:extLst>
            </p:cNvPr>
            <p:cNvSpPr/>
            <p:nvPr/>
          </p:nvSpPr>
          <p:spPr>
            <a:xfrm>
              <a:off x="4643589" y="1587283"/>
              <a:ext cx="23827" cy="23827"/>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5874" name="ellipse_2165">
              <a:extLst>
                <a:ext uri="{FF2B5EF4-FFF2-40B4-BE49-F238E27FC236}">
                  <a16:creationId xmlns:a16="http://schemas.microsoft.com/office/drawing/2014/main" id="{33FAED1C-713E-9246-6AC5-904006850E17}"/>
                </a:ext>
              </a:extLst>
            </p:cNvPr>
            <p:cNvSpPr/>
            <p:nvPr/>
          </p:nvSpPr>
          <p:spPr>
            <a:xfrm>
              <a:off x="4362350" y="1394370"/>
              <a:ext cx="36100" cy="36100"/>
            </a:xfrm>
            <a:prstGeom prst="ellipse">
              <a:avLst/>
            </a:prstGeom>
            <a:gradFill flip="none" rotWithShape="1">
              <a:gsLst>
                <a:gs pos="0">
                  <a:srgbClr val="F3F7FB"/>
                </a:gs>
                <a:gs pos="43000">
                  <a:srgbClr val="C5D9EC"/>
                </a:gs>
                <a:gs pos="100000">
                  <a:srgbClr val="9AB4CD"/>
                </a:gs>
              </a:gsLst>
              <a:lin ang="2700000" scaled="1"/>
              <a:tileRect/>
            </a:gradFill>
            <a:ln w="2540" cap="rnd" cmpd="sng" algn="ctr">
              <a:noFill/>
              <a:prstDash val="solid"/>
              <a:round/>
              <a:headEnd type="none" w="med" len="med"/>
              <a:tailEnd type="none" w="med" len="med"/>
            </a:ln>
            <a:effectLst/>
          </p:spPr>
        </p:sp>
        <p:sp>
          <p:nvSpPr>
            <p:cNvPr id="5875" name="ellipse_2166">
              <a:extLst>
                <a:ext uri="{FF2B5EF4-FFF2-40B4-BE49-F238E27FC236}">
                  <a16:creationId xmlns:a16="http://schemas.microsoft.com/office/drawing/2014/main" id="{87EAB3E1-A0FE-CE19-04E9-DE186A4CE610}"/>
                </a:ext>
              </a:extLst>
            </p:cNvPr>
            <p:cNvSpPr/>
            <p:nvPr/>
          </p:nvSpPr>
          <p:spPr>
            <a:xfrm>
              <a:off x="4308980" y="1614559"/>
              <a:ext cx="24285" cy="24285"/>
            </a:xfrm>
            <a:prstGeom prst="ellipse">
              <a:avLst/>
            </a:prstGeom>
            <a:gradFill flip="none" rotWithShape="1">
              <a:gsLst>
                <a:gs pos="0">
                  <a:srgbClr val="E5EEF7"/>
                </a:gs>
                <a:gs pos="43000">
                  <a:srgbClr val="82AED8"/>
                </a:gs>
                <a:gs pos="100000">
                  <a:srgbClr val="4D83B6"/>
                </a:gs>
              </a:gsLst>
              <a:lin ang="2700000" scaled="1"/>
              <a:tileRect/>
            </a:gradFill>
            <a:ln w="2540" cap="rnd" cmpd="sng" algn="ctr">
              <a:noFill/>
              <a:prstDash val="solid"/>
              <a:round/>
              <a:headEnd type="none" w="med" len="med"/>
              <a:tailEnd type="none" w="med" len="med"/>
            </a:ln>
            <a:effectLst/>
          </p:spPr>
        </p:sp>
        <p:sp>
          <p:nvSpPr>
            <p:cNvPr id="5876" name="ellipse_2167">
              <a:extLst>
                <a:ext uri="{FF2B5EF4-FFF2-40B4-BE49-F238E27FC236}">
                  <a16:creationId xmlns:a16="http://schemas.microsoft.com/office/drawing/2014/main" id="{600142B0-01A7-96CA-39B3-C794595FE8CF}"/>
                </a:ext>
              </a:extLst>
            </p:cNvPr>
            <p:cNvSpPr/>
            <p:nvPr/>
          </p:nvSpPr>
          <p:spPr>
            <a:xfrm>
              <a:off x="4258920" y="1604652"/>
              <a:ext cx="35727" cy="35727"/>
            </a:xfrm>
            <a:prstGeom prst="ellipse">
              <a:avLst/>
            </a:prstGeom>
            <a:gradFill flip="none" rotWithShape="1">
              <a:gsLst>
                <a:gs pos="0">
                  <a:srgbClr val="EAF2F9"/>
                </a:gs>
                <a:gs pos="43000">
                  <a:srgbClr val="9CBFE0"/>
                </a:gs>
                <a:gs pos="100000">
                  <a:srgbClr val="6B96BF"/>
                </a:gs>
              </a:gsLst>
              <a:lin ang="2700000" scaled="1"/>
              <a:tileRect/>
            </a:gradFill>
            <a:ln w="2540" cap="rnd" cmpd="sng" algn="ctr">
              <a:noFill/>
              <a:prstDash val="solid"/>
              <a:round/>
              <a:headEnd type="none" w="med" len="med"/>
              <a:tailEnd type="none" w="med" len="med"/>
            </a:ln>
            <a:effectLst/>
          </p:spPr>
        </p:sp>
        <p:sp>
          <p:nvSpPr>
            <p:cNvPr id="5877" name="ellipse_2168">
              <a:extLst>
                <a:ext uri="{FF2B5EF4-FFF2-40B4-BE49-F238E27FC236}">
                  <a16:creationId xmlns:a16="http://schemas.microsoft.com/office/drawing/2014/main" id="{689AA887-DB74-E246-D8F6-D8B211DBEC5F}"/>
                </a:ext>
              </a:extLst>
            </p:cNvPr>
            <p:cNvSpPr/>
            <p:nvPr/>
          </p:nvSpPr>
          <p:spPr>
            <a:xfrm>
              <a:off x="4055626" y="1445608"/>
              <a:ext cx="27529" cy="27529"/>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5878" name="ellipse_2169">
              <a:extLst>
                <a:ext uri="{FF2B5EF4-FFF2-40B4-BE49-F238E27FC236}">
                  <a16:creationId xmlns:a16="http://schemas.microsoft.com/office/drawing/2014/main" id="{F97BB349-23E7-3409-9A4E-68923DBA0FEB}"/>
                </a:ext>
              </a:extLst>
            </p:cNvPr>
            <p:cNvSpPr/>
            <p:nvPr/>
          </p:nvSpPr>
          <p:spPr>
            <a:xfrm>
              <a:off x="4246396" y="1460762"/>
              <a:ext cx="31802" cy="31802"/>
            </a:xfrm>
            <a:prstGeom prst="ellipse">
              <a:avLst/>
            </a:prstGeom>
            <a:gradFill flip="none" rotWithShape="1">
              <a:gsLst>
                <a:gs pos="0">
                  <a:srgbClr val="E5EEF7"/>
                </a:gs>
                <a:gs pos="43000">
                  <a:srgbClr val="82AED8"/>
                </a:gs>
                <a:gs pos="100000">
                  <a:srgbClr val="4D83B6"/>
                </a:gs>
              </a:gsLst>
              <a:lin ang="2700000" scaled="1"/>
              <a:tileRect/>
            </a:gradFill>
            <a:ln w="2540" cap="rnd" cmpd="sng" algn="ctr">
              <a:noFill/>
              <a:prstDash val="solid"/>
              <a:round/>
              <a:headEnd type="none" w="med" len="med"/>
              <a:tailEnd type="none" w="med" len="med"/>
            </a:ln>
            <a:effectLst/>
          </p:spPr>
        </p:sp>
        <p:sp>
          <p:nvSpPr>
            <p:cNvPr id="5879" name="ellipse_2170">
              <a:extLst>
                <a:ext uri="{FF2B5EF4-FFF2-40B4-BE49-F238E27FC236}">
                  <a16:creationId xmlns:a16="http://schemas.microsoft.com/office/drawing/2014/main" id="{C3D7A0C4-0333-F56A-86D0-BA5B13A33EF3}"/>
                </a:ext>
              </a:extLst>
            </p:cNvPr>
            <p:cNvSpPr/>
            <p:nvPr/>
          </p:nvSpPr>
          <p:spPr>
            <a:xfrm>
              <a:off x="4488487" y="1463669"/>
              <a:ext cx="19500" cy="19500"/>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880" name="ellipse_2171">
              <a:extLst>
                <a:ext uri="{FF2B5EF4-FFF2-40B4-BE49-F238E27FC236}">
                  <a16:creationId xmlns:a16="http://schemas.microsoft.com/office/drawing/2014/main" id="{FD0533E6-959E-17D2-E07D-308F6C550323}"/>
                </a:ext>
              </a:extLst>
            </p:cNvPr>
            <p:cNvSpPr/>
            <p:nvPr/>
          </p:nvSpPr>
          <p:spPr>
            <a:xfrm>
              <a:off x="4378658" y="1411914"/>
              <a:ext cx="25207" cy="25207"/>
            </a:xfrm>
            <a:prstGeom prst="ellipse">
              <a:avLst/>
            </a:prstGeom>
            <a:gradFill flip="none" rotWithShape="1">
              <a:gsLst>
                <a:gs pos="0">
                  <a:srgbClr val="FCFDFE"/>
                </a:gs>
                <a:gs pos="43000">
                  <a:srgbClr val="EEF3F9"/>
                </a:gs>
                <a:gs pos="100000">
                  <a:srgbClr val="CAD3DB"/>
                </a:gs>
              </a:gsLst>
              <a:lin ang="2700000" scaled="1"/>
              <a:tileRect/>
            </a:gradFill>
            <a:ln w="2540" cap="rnd" cmpd="sng" algn="ctr">
              <a:noFill/>
              <a:prstDash val="solid"/>
              <a:round/>
              <a:headEnd type="none" w="med" len="med"/>
              <a:tailEnd type="none" w="med" len="med"/>
            </a:ln>
            <a:effectLst/>
          </p:spPr>
        </p:sp>
        <p:sp>
          <p:nvSpPr>
            <p:cNvPr id="5881" name="ellipse_2172">
              <a:extLst>
                <a:ext uri="{FF2B5EF4-FFF2-40B4-BE49-F238E27FC236}">
                  <a16:creationId xmlns:a16="http://schemas.microsoft.com/office/drawing/2014/main" id="{8D8C58E0-8779-F69B-AA60-5740C0194679}"/>
                </a:ext>
              </a:extLst>
            </p:cNvPr>
            <p:cNvSpPr/>
            <p:nvPr/>
          </p:nvSpPr>
          <p:spPr>
            <a:xfrm>
              <a:off x="4369328" y="1415476"/>
              <a:ext cx="35743" cy="35743"/>
            </a:xfrm>
            <a:prstGeom prst="ellipse">
              <a:avLst/>
            </a:prstGeom>
            <a:gradFill flip="none" rotWithShape="1">
              <a:gsLst>
                <a:gs pos="0">
                  <a:srgbClr val="FDFCFD"/>
                </a:gs>
                <a:gs pos="43000">
                  <a:srgbClr val="F6F2F4"/>
                </a:gs>
                <a:gs pos="100000">
                  <a:srgbClr val="D3D1D6"/>
                </a:gs>
              </a:gsLst>
              <a:lin ang="2700000" scaled="1"/>
              <a:tileRect/>
            </a:gradFill>
            <a:ln w="2540" cap="rnd" cmpd="sng" algn="ctr">
              <a:noFill/>
              <a:prstDash val="solid"/>
              <a:round/>
              <a:headEnd type="none" w="med" len="med"/>
              <a:tailEnd type="none" w="med" len="med"/>
            </a:ln>
            <a:effectLst/>
          </p:spPr>
        </p:sp>
        <p:sp>
          <p:nvSpPr>
            <p:cNvPr id="5882" name="ellipse_2173">
              <a:extLst>
                <a:ext uri="{FF2B5EF4-FFF2-40B4-BE49-F238E27FC236}">
                  <a16:creationId xmlns:a16="http://schemas.microsoft.com/office/drawing/2014/main" id="{FD635375-D93D-7DF5-B6CC-66031F567E84}"/>
                </a:ext>
              </a:extLst>
            </p:cNvPr>
            <p:cNvSpPr/>
            <p:nvPr/>
          </p:nvSpPr>
          <p:spPr>
            <a:xfrm>
              <a:off x="4108720" y="1553209"/>
              <a:ext cx="23944" cy="23944"/>
            </a:xfrm>
            <a:prstGeom prst="ellipse">
              <a:avLst/>
            </a:prstGeom>
            <a:gradFill flip="none" rotWithShape="1">
              <a:gsLst>
                <a:gs pos="0">
                  <a:srgbClr val="EFF4FA"/>
                </a:gs>
                <a:gs pos="43000">
                  <a:srgbClr val="B1CCE7"/>
                </a:gs>
                <a:gs pos="100000">
                  <a:srgbClr val="83A5C7"/>
                </a:gs>
              </a:gsLst>
              <a:lin ang="2700000" scaled="1"/>
              <a:tileRect/>
            </a:gradFill>
            <a:ln w="2540" cap="rnd" cmpd="sng" algn="ctr">
              <a:noFill/>
              <a:prstDash val="solid"/>
              <a:round/>
              <a:headEnd type="none" w="med" len="med"/>
              <a:tailEnd type="none" w="med" len="med"/>
            </a:ln>
            <a:effectLst/>
          </p:spPr>
        </p:sp>
        <p:sp>
          <p:nvSpPr>
            <p:cNvPr id="5883" name="ellipse_2174">
              <a:extLst>
                <a:ext uri="{FF2B5EF4-FFF2-40B4-BE49-F238E27FC236}">
                  <a16:creationId xmlns:a16="http://schemas.microsoft.com/office/drawing/2014/main" id="{9FAB138C-F951-0F40-7E39-F3959541E15E}"/>
                </a:ext>
              </a:extLst>
            </p:cNvPr>
            <p:cNvSpPr/>
            <p:nvPr/>
          </p:nvSpPr>
          <p:spPr>
            <a:xfrm>
              <a:off x="4471741" y="1503867"/>
              <a:ext cx="25632" cy="25632"/>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884" name="ellipse_2175">
              <a:extLst>
                <a:ext uri="{FF2B5EF4-FFF2-40B4-BE49-F238E27FC236}">
                  <a16:creationId xmlns:a16="http://schemas.microsoft.com/office/drawing/2014/main" id="{9FA1BDBB-4AED-9C9B-1C61-0167217CFC30}"/>
                </a:ext>
              </a:extLst>
            </p:cNvPr>
            <p:cNvSpPr/>
            <p:nvPr/>
          </p:nvSpPr>
          <p:spPr>
            <a:xfrm>
              <a:off x="4318731" y="1540689"/>
              <a:ext cx="28238" cy="28238"/>
            </a:xfrm>
            <a:prstGeom prst="ellipse">
              <a:avLst/>
            </a:prstGeom>
            <a:gradFill flip="none" rotWithShape="1">
              <a:gsLst>
                <a:gs pos="0">
                  <a:srgbClr val="EDF4F9"/>
                </a:gs>
                <a:gs pos="43000">
                  <a:srgbClr val="ABC8E4"/>
                </a:gs>
                <a:gs pos="100000">
                  <a:srgbClr val="7CA1C4"/>
                </a:gs>
              </a:gsLst>
              <a:lin ang="2700000" scaled="1"/>
              <a:tileRect/>
            </a:gradFill>
            <a:ln w="2540" cap="rnd" cmpd="sng" algn="ctr">
              <a:noFill/>
              <a:prstDash val="solid"/>
              <a:round/>
              <a:headEnd type="none" w="med" len="med"/>
              <a:tailEnd type="none" w="med" len="med"/>
            </a:ln>
            <a:effectLst/>
          </p:spPr>
        </p:sp>
        <p:sp>
          <p:nvSpPr>
            <p:cNvPr id="5885" name="ellipse_2176">
              <a:extLst>
                <a:ext uri="{FF2B5EF4-FFF2-40B4-BE49-F238E27FC236}">
                  <a16:creationId xmlns:a16="http://schemas.microsoft.com/office/drawing/2014/main" id="{84B3FCC5-C8F4-24D2-C3A8-65E9FC417D9D}"/>
                </a:ext>
              </a:extLst>
            </p:cNvPr>
            <p:cNvSpPr/>
            <p:nvPr/>
          </p:nvSpPr>
          <p:spPr>
            <a:xfrm>
              <a:off x="4264380" y="1516974"/>
              <a:ext cx="22493" cy="22493"/>
            </a:xfrm>
            <a:prstGeom prst="ellipse">
              <a:avLst/>
            </a:prstGeom>
            <a:gradFill flip="none" rotWithShape="1">
              <a:gsLst>
                <a:gs pos="0">
                  <a:srgbClr val="E8F1F8"/>
                </a:gs>
                <a:gs pos="43000">
                  <a:srgbClr val="93BADD"/>
                </a:gs>
                <a:gs pos="100000">
                  <a:srgbClr val="6091BC"/>
                </a:gs>
              </a:gsLst>
              <a:lin ang="2700000" scaled="1"/>
              <a:tileRect/>
            </a:gradFill>
            <a:ln w="2540" cap="rnd" cmpd="sng" algn="ctr">
              <a:noFill/>
              <a:prstDash val="solid"/>
              <a:round/>
              <a:headEnd type="none" w="med" len="med"/>
              <a:tailEnd type="none" w="med" len="med"/>
            </a:ln>
            <a:effectLst/>
          </p:spPr>
        </p:sp>
        <p:sp>
          <p:nvSpPr>
            <p:cNvPr id="5886" name="ellipse_2177">
              <a:extLst>
                <a:ext uri="{FF2B5EF4-FFF2-40B4-BE49-F238E27FC236}">
                  <a16:creationId xmlns:a16="http://schemas.microsoft.com/office/drawing/2014/main" id="{F31C169F-CD19-0BC3-BBE0-EB31E8021F6B}"/>
                </a:ext>
              </a:extLst>
            </p:cNvPr>
            <p:cNvSpPr/>
            <p:nvPr/>
          </p:nvSpPr>
          <p:spPr>
            <a:xfrm>
              <a:off x="4223323" y="1483184"/>
              <a:ext cx="26490" cy="26490"/>
            </a:xfrm>
            <a:prstGeom prst="ellipse">
              <a:avLst/>
            </a:prstGeom>
            <a:gradFill flip="none" rotWithShape="1">
              <a:gsLst>
                <a:gs pos="0">
                  <a:srgbClr val="E4EEF7"/>
                </a:gs>
                <a:gs pos="43000">
                  <a:srgbClr val="7EACD7"/>
                </a:gs>
                <a:gs pos="100000">
                  <a:srgbClr val="4881B5"/>
                </a:gs>
              </a:gsLst>
              <a:lin ang="2700000" scaled="1"/>
              <a:tileRect/>
            </a:gradFill>
            <a:ln w="2540" cap="rnd" cmpd="sng" algn="ctr">
              <a:noFill/>
              <a:prstDash val="solid"/>
              <a:round/>
              <a:headEnd type="none" w="med" len="med"/>
              <a:tailEnd type="none" w="med" len="med"/>
            </a:ln>
            <a:effectLst/>
          </p:spPr>
        </p:sp>
        <p:sp>
          <p:nvSpPr>
            <p:cNvPr id="5887" name="ellipse_2178">
              <a:extLst>
                <a:ext uri="{FF2B5EF4-FFF2-40B4-BE49-F238E27FC236}">
                  <a16:creationId xmlns:a16="http://schemas.microsoft.com/office/drawing/2014/main" id="{8EC09E67-EA0A-067F-44F0-32C6B4ED1318}"/>
                </a:ext>
              </a:extLst>
            </p:cNvPr>
            <p:cNvSpPr/>
            <p:nvPr/>
          </p:nvSpPr>
          <p:spPr>
            <a:xfrm>
              <a:off x="4401541" y="1664126"/>
              <a:ext cx="25319" cy="25319"/>
            </a:xfrm>
            <a:prstGeom prst="ellipse">
              <a:avLst/>
            </a:prstGeom>
            <a:gradFill flip="none" rotWithShape="1">
              <a:gsLst>
                <a:gs pos="0">
                  <a:srgbClr val="E1ECF6"/>
                </a:gs>
                <a:gs pos="43000">
                  <a:srgbClr val="71A4D3"/>
                </a:gs>
                <a:gs pos="100000">
                  <a:srgbClr val="3977B0"/>
                </a:gs>
              </a:gsLst>
              <a:lin ang="2700000" scaled="1"/>
              <a:tileRect/>
            </a:gradFill>
            <a:ln w="2540" cap="rnd" cmpd="sng" algn="ctr">
              <a:noFill/>
              <a:prstDash val="solid"/>
              <a:round/>
              <a:headEnd type="none" w="med" len="med"/>
              <a:tailEnd type="none" w="med" len="med"/>
            </a:ln>
            <a:effectLst/>
          </p:spPr>
        </p:sp>
        <p:sp>
          <p:nvSpPr>
            <p:cNvPr id="384" name="ellipse_2179">
              <a:extLst>
                <a:ext uri="{FF2B5EF4-FFF2-40B4-BE49-F238E27FC236}">
                  <a16:creationId xmlns:a16="http://schemas.microsoft.com/office/drawing/2014/main" id="{C736D66E-5D8D-913B-23FD-B3AB235FAF62}"/>
                </a:ext>
              </a:extLst>
            </p:cNvPr>
            <p:cNvSpPr/>
            <p:nvPr/>
          </p:nvSpPr>
          <p:spPr>
            <a:xfrm>
              <a:off x="4339068" y="1457481"/>
              <a:ext cx="35401" cy="35401"/>
            </a:xfrm>
            <a:prstGeom prst="ellipse">
              <a:avLst/>
            </a:prstGeom>
            <a:gradFill flip="none" rotWithShape="1">
              <a:gsLst>
                <a:gs pos="0">
                  <a:srgbClr val="FDFBFB"/>
                </a:gs>
                <a:gs pos="43000">
                  <a:srgbClr val="F5EAED"/>
                </a:gs>
                <a:gs pos="100000">
                  <a:srgbClr val="D1C8CE"/>
                </a:gs>
              </a:gsLst>
              <a:lin ang="2700000" scaled="1"/>
              <a:tileRect/>
            </a:gradFill>
            <a:ln w="2540" cap="rnd" cmpd="sng" algn="ctr">
              <a:noFill/>
              <a:prstDash val="solid"/>
              <a:round/>
              <a:headEnd type="none" w="med" len="med"/>
              <a:tailEnd type="none" w="med" len="med"/>
            </a:ln>
            <a:effectLst/>
          </p:spPr>
        </p:sp>
        <p:sp>
          <p:nvSpPr>
            <p:cNvPr id="385" name="ellipse_2180">
              <a:extLst>
                <a:ext uri="{FF2B5EF4-FFF2-40B4-BE49-F238E27FC236}">
                  <a16:creationId xmlns:a16="http://schemas.microsoft.com/office/drawing/2014/main" id="{F93AC790-0EA3-9C04-88C3-4BC8764EC028}"/>
                </a:ext>
              </a:extLst>
            </p:cNvPr>
            <p:cNvSpPr/>
            <p:nvPr/>
          </p:nvSpPr>
          <p:spPr>
            <a:xfrm>
              <a:off x="4147487" y="1616286"/>
              <a:ext cx="26099" cy="26099"/>
            </a:xfrm>
            <a:prstGeom prst="ellipse">
              <a:avLst/>
            </a:prstGeom>
            <a:gradFill flip="none" rotWithShape="1">
              <a:gsLst>
                <a:gs pos="0">
                  <a:srgbClr val="F4F8FB"/>
                </a:gs>
                <a:gs pos="43000">
                  <a:srgbClr val="C8DBED"/>
                </a:gs>
                <a:gs pos="100000">
                  <a:srgbClr val="9EB7CE"/>
                </a:gs>
              </a:gsLst>
              <a:lin ang="2700000" scaled="1"/>
              <a:tileRect/>
            </a:gradFill>
            <a:ln w="2540" cap="rnd" cmpd="sng" algn="ctr">
              <a:noFill/>
              <a:prstDash val="solid"/>
              <a:round/>
              <a:headEnd type="none" w="med" len="med"/>
              <a:tailEnd type="none" w="med" len="med"/>
            </a:ln>
            <a:effectLst/>
          </p:spPr>
        </p:sp>
        <p:sp>
          <p:nvSpPr>
            <p:cNvPr id="386" name="ellipse_2181">
              <a:extLst>
                <a:ext uri="{FF2B5EF4-FFF2-40B4-BE49-F238E27FC236}">
                  <a16:creationId xmlns:a16="http://schemas.microsoft.com/office/drawing/2014/main" id="{83BB4065-6609-BB16-A0DF-3FA5AA4E94A5}"/>
                </a:ext>
              </a:extLst>
            </p:cNvPr>
            <p:cNvSpPr/>
            <p:nvPr/>
          </p:nvSpPr>
          <p:spPr>
            <a:xfrm>
              <a:off x="4421275" y="1403443"/>
              <a:ext cx="35162" cy="35162"/>
            </a:xfrm>
            <a:prstGeom prst="ellipse">
              <a:avLst/>
            </a:prstGeom>
            <a:gradFill flip="none" rotWithShape="1">
              <a:gsLst>
                <a:gs pos="0">
                  <a:srgbClr val="FCF9FA"/>
                </a:gs>
                <a:gs pos="43000">
                  <a:srgbClr val="F3E3E6"/>
                </a:gs>
                <a:gs pos="100000">
                  <a:srgbClr val="CFC0C6"/>
                </a:gs>
              </a:gsLst>
              <a:lin ang="2700000" scaled="1"/>
              <a:tileRect/>
            </a:gradFill>
            <a:ln w="2540" cap="rnd" cmpd="sng" algn="ctr">
              <a:noFill/>
              <a:prstDash val="solid"/>
              <a:round/>
              <a:headEnd type="none" w="med" len="med"/>
              <a:tailEnd type="none" w="med" len="med"/>
            </a:ln>
            <a:effectLst/>
          </p:spPr>
        </p:sp>
        <p:sp>
          <p:nvSpPr>
            <p:cNvPr id="387" name="ellipse_2182">
              <a:extLst>
                <a:ext uri="{FF2B5EF4-FFF2-40B4-BE49-F238E27FC236}">
                  <a16:creationId xmlns:a16="http://schemas.microsoft.com/office/drawing/2014/main" id="{26151F12-60BA-27D4-8CA7-284D63C40F05}"/>
                </a:ext>
              </a:extLst>
            </p:cNvPr>
            <p:cNvSpPr/>
            <p:nvPr/>
          </p:nvSpPr>
          <p:spPr>
            <a:xfrm>
              <a:off x="4115470" y="1492277"/>
              <a:ext cx="31229" cy="31229"/>
            </a:xfrm>
            <a:prstGeom prst="ellipse">
              <a:avLst/>
            </a:prstGeom>
            <a:gradFill flip="none" rotWithShape="1">
              <a:gsLst>
                <a:gs pos="0">
                  <a:srgbClr val="E4EEF7"/>
                </a:gs>
                <a:gs pos="43000">
                  <a:srgbClr val="7DABD7"/>
                </a:gs>
                <a:gs pos="100000">
                  <a:srgbClr val="4780B4"/>
                </a:gs>
              </a:gsLst>
              <a:lin ang="2700000" scaled="1"/>
              <a:tileRect/>
            </a:gradFill>
            <a:ln w="2540" cap="rnd" cmpd="sng" algn="ctr">
              <a:noFill/>
              <a:prstDash val="solid"/>
              <a:round/>
              <a:headEnd type="none" w="med" len="med"/>
              <a:tailEnd type="none" w="med" len="med"/>
            </a:ln>
            <a:effectLst/>
          </p:spPr>
        </p:sp>
        <p:sp>
          <p:nvSpPr>
            <p:cNvPr id="388" name="ellipse_2183">
              <a:extLst>
                <a:ext uri="{FF2B5EF4-FFF2-40B4-BE49-F238E27FC236}">
                  <a16:creationId xmlns:a16="http://schemas.microsoft.com/office/drawing/2014/main" id="{0E6410B2-A55F-3BA7-4250-2DF26520ED11}"/>
                </a:ext>
              </a:extLst>
            </p:cNvPr>
            <p:cNvSpPr/>
            <p:nvPr/>
          </p:nvSpPr>
          <p:spPr>
            <a:xfrm>
              <a:off x="4091744" y="1552009"/>
              <a:ext cx="22492" cy="22492"/>
            </a:xfrm>
            <a:prstGeom prst="ellipse">
              <a:avLst/>
            </a:prstGeom>
            <a:gradFill flip="none" rotWithShape="1">
              <a:gsLst>
                <a:gs pos="0">
                  <a:srgbClr val="EBF2F9"/>
                </a:gs>
                <a:gs pos="43000">
                  <a:srgbClr val="A0C2E1"/>
                </a:gs>
                <a:gs pos="100000">
                  <a:srgbClr val="6F9AC1"/>
                </a:gs>
              </a:gsLst>
              <a:lin ang="2700000" scaled="1"/>
              <a:tileRect/>
            </a:gradFill>
            <a:ln w="2540" cap="rnd" cmpd="sng" algn="ctr">
              <a:noFill/>
              <a:prstDash val="solid"/>
              <a:round/>
              <a:headEnd type="none" w="med" len="med"/>
              <a:tailEnd type="none" w="med" len="med"/>
            </a:ln>
            <a:effectLst/>
          </p:spPr>
        </p:sp>
        <p:sp>
          <p:nvSpPr>
            <p:cNvPr id="389" name="ellipse_2184">
              <a:extLst>
                <a:ext uri="{FF2B5EF4-FFF2-40B4-BE49-F238E27FC236}">
                  <a16:creationId xmlns:a16="http://schemas.microsoft.com/office/drawing/2014/main" id="{B361E82B-55D1-68B1-9E4A-21490C7E4F2E}"/>
                </a:ext>
              </a:extLst>
            </p:cNvPr>
            <p:cNvSpPr/>
            <p:nvPr/>
          </p:nvSpPr>
          <p:spPr>
            <a:xfrm>
              <a:off x="4133493" y="1548733"/>
              <a:ext cx="25991" cy="25991"/>
            </a:xfrm>
            <a:prstGeom prst="ellipse">
              <a:avLst/>
            </a:prstGeom>
            <a:gradFill flip="none" rotWithShape="1">
              <a:gsLst>
                <a:gs pos="0">
                  <a:srgbClr val="F2F6FB"/>
                </a:gs>
                <a:gs pos="43000">
                  <a:srgbClr val="C0D6EB"/>
                </a:gs>
                <a:gs pos="100000">
                  <a:srgbClr val="94B1CC"/>
                </a:gs>
              </a:gsLst>
              <a:lin ang="2700000" scaled="1"/>
              <a:tileRect/>
            </a:gradFill>
            <a:ln w="2540" cap="rnd" cmpd="sng" algn="ctr">
              <a:noFill/>
              <a:prstDash val="solid"/>
              <a:round/>
              <a:headEnd type="none" w="med" len="med"/>
              <a:tailEnd type="none" w="med" len="med"/>
            </a:ln>
            <a:effectLst/>
          </p:spPr>
        </p:sp>
        <p:sp>
          <p:nvSpPr>
            <p:cNvPr id="390" name="ellipse_2185">
              <a:extLst>
                <a:ext uri="{FF2B5EF4-FFF2-40B4-BE49-F238E27FC236}">
                  <a16:creationId xmlns:a16="http://schemas.microsoft.com/office/drawing/2014/main" id="{7F4B86A6-B234-AF3A-CF6E-BB1FDD289A72}"/>
                </a:ext>
              </a:extLst>
            </p:cNvPr>
            <p:cNvSpPr/>
            <p:nvPr/>
          </p:nvSpPr>
          <p:spPr>
            <a:xfrm>
              <a:off x="4250858" y="1579120"/>
              <a:ext cx="23959" cy="23959"/>
            </a:xfrm>
            <a:prstGeom prst="ellipse">
              <a:avLst/>
            </a:prstGeom>
            <a:gradFill flip="none" rotWithShape="1">
              <a:gsLst>
                <a:gs pos="0">
                  <a:srgbClr val="EFF5FA"/>
                </a:gs>
                <a:gs pos="43000">
                  <a:srgbClr val="B4CEE7"/>
                </a:gs>
                <a:gs pos="100000">
                  <a:srgbClr val="87A8C7"/>
                </a:gs>
              </a:gsLst>
              <a:lin ang="2700000" scaled="1"/>
              <a:tileRect/>
            </a:gradFill>
            <a:ln w="2540" cap="rnd" cmpd="sng" algn="ctr">
              <a:noFill/>
              <a:prstDash val="solid"/>
              <a:round/>
              <a:headEnd type="none" w="med" len="med"/>
              <a:tailEnd type="none" w="med" len="med"/>
            </a:ln>
            <a:effectLst/>
          </p:spPr>
        </p:sp>
        <p:sp>
          <p:nvSpPr>
            <p:cNvPr id="391" name="ellipse_2186">
              <a:extLst>
                <a:ext uri="{FF2B5EF4-FFF2-40B4-BE49-F238E27FC236}">
                  <a16:creationId xmlns:a16="http://schemas.microsoft.com/office/drawing/2014/main" id="{93D13B56-8E19-F763-2B20-914FFABD55DE}"/>
                </a:ext>
              </a:extLst>
            </p:cNvPr>
            <p:cNvSpPr/>
            <p:nvPr/>
          </p:nvSpPr>
          <p:spPr>
            <a:xfrm>
              <a:off x="4273408" y="1643014"/>
              <a:ext cx="27291" cy="27291"/>
            </a:xfrm>
            <a:prstGeom prst="ellipse">
              <a:avLst/>
            </a:prstGeom>
            <a:gradFill flip="none" rotWithShape="1">
              <a:gsLst>
                <a:gs pos="0">
                  <a:srgbClr val="E5EEF7"/>
                </a:gs>
                <a:gs pos="43000">
                  <a:srgbClr val="80AED8"/>
                </a:gs>
                <a:gs pos="100000">
                  <a:srgbClr val="4B82B6"/>
                </a:gs>
              </a:gsLst>
              <a:lin ang="2700000" scaled="1"/>
              <a:tileRect/>
            </a:gradFill>
            <a:ln w="2540" cap="rnd" cmpd="sng" algn="ctr">
              <a:noFill/>
              <a:prstDash val="solid"/>
              <a:round/>
              <a:headEnd type="none" w="med" len="med"/>
              <a:tailEnd type="none" w="med" len="med"/>
            </a:ln>
            <a:effectLst/>
          </p:spPr>
        </p:sp>
        <p:sp>
          <p:nvSpPr>
            <p:cNvPr id="392" name="ellipse_2187">
              <a:extLst>
                <a:ext uri="{FF2B5EF4-FFF2-40B4-BE49-F238E27FC236}">
                  <a16:creationId xmlns:a16="http://schemas.microsoft.com/office/drawing/2014/main" id="{F7BFFCD0-098E-0AE4-FBA3-E273D253FAFC}"/>
                </a:ext>
              </a:extLst>
            </p:cNvPr>
            <p:cNvSpPr/>
            <p:nvPr/>
          </p:nvSpPr>
          <p:spPr>
            <a:xfrm>
              <a:off x="4321059" y="1463010"/>
              <a:ext cx="28730" cy="28730"/>
            </a:xfrm>
            <a:prstGeom prst="ellipse">
              <a:avLst/>
            </a:prstGeom>
            <a:gradFill flip="none" rotWithShape="1">
              <a:gsLst>
                <a:gs pos="0">
                  <a:srgbClr val="F7FAFC"/>
                </a:gs>
                <a:gs pos="43000">
                  <a:srgbClr val="D9E6F2"/>
                </a:gs>
                <a:gs pos="100000">
                  <a:srgbClr val="B1C3D4"/>
                </a:gs>
              </a:gsLst>
              <a:lin ang="2700000" scaled="1"/>
              <a:tileRect/>
            </a:gradFill>
            <a:ln w="2540" cap="rnd" cmpd="sng" algn="ctr">
              <a:noFill/>
              <a:prstDash val="solid"/>
              <a:round/>
              <a:headEnd type="none" w="med" len="med"/>
              <a:tailEnd type="none" w="med" len="med"/>
            </a:ln>
            <a:effectLst/>
          </p:spPr>
        </p:sp>
        <p:sp>
          <p:nvSpPr>
            <p:cNvPr id="393" name="ellipse_2188">
              <a:extLst>
                <a:ext uri="{FF2B5EF4-FFF2-40B4-BE49-F238E27FC236}">
                  <a16:creationId xmlns:a16="http://schemas.microsoft.com/office/drawing/2014/main" id="{E64B562D-1325-15AE-21B9-98C68F26EDBF}"/>
                </a:ext>
              </a:extLst>
            </p:cNvPr>
            <p:cNvSpPr/>
            <p:nvPr/>
          </p:nvSpPr>
          <p:spPr>
            <a:xfrm>
              <a:off x="4421172" y="1439570"/>
              <a:ext cx="30726" cy="30726"/>
            </a:xfrm>
            <a:prstGeom prst="ellipse">
              <a:avLst/>
            </a:prstGeom>
            <a:gradFill flip="none" rotWithShape="1">
              <a:gsLst>
                <a:gs pos="0">
                  <a:srgbClr val="F8E3E4"/>
                </a:gs>
                <a:gs pos="43000">
                  <a:srgbClr val="DC797E"/>
                </a:gs>
                <a:gs pos="100000">
                  <a:srgbClr val="B5464E"/>
                </a:gs>
              </a:gsLst>
              <a:lin ang="2700000" scaled="1"/>
              <a:tileRect/>
            </a:gradFill>
            <a:ln w="2540" cap="rnd" cmpd="sng" algn="ctr">
              <a:noFill/>
              <a:prstDash val="solid"/>
              <a:round/>
              <a:headEnd type="none" w="med" len="med"/>
              <a:tailEnd type="none" w="med" len="med"/>
            </a:ln>
            <a:effectLst/>
          </p:spPr>
        </p:sp>
        <p:sp>
          <p:nvSpPr>
            <p:cNvPr id="395" name="ellipse_2189">
              <a:extLst>
                <a:ext uri="{FF2B5EF4-FFF2-40B4-BE49-F238E27FC236}">
                  <a16:creationId xmlns:a16="http://schemas.microsoft.com/office/drawing/2014/main" id="{C5BB4638-2AD9-A67D-2308-A48656BFC445}"/>
                </a:ext>
              </a:extLst>
            </p:cNvPr>
            <p:cNvSpPr/>
            <p:nvPr/>
          </p:nvSpPr>
          <p:spPr>
            <a:xfrm>
              <a:off x="4229887" y="1669778"/>
              <a:ext cx="23937" cy="23937"/>
            </a:xfrm>
            <a:prstGeom prst="ellipse">
              <a:avLst/>
            </a:prstGeom>
            <a:gradFill flip="none" rotWithShape="1">
              <a:gsLst>
                <a:gs pos="0">
                  <a:srgbClr val="E4EEF7"/>
                </a:gs>
                <a:gs pos="43000">
                  <a:srgbClr val="7DABD7"/>
                </a:gs>
                <a:gs pos="100000">
                  <a:srgbClr val="4880B4"/>
                </a:gs>
              </a:gsLst>
              <a:lin ang="2700000" scaled="1"/>
              <a:tileRect/>
            </a:gradFill>
            <a:ln w="2540" cap="rnd" cmpd="sng" algn="ctr">
              <a:noFill/>
              <a:prstDash val="solid"/>
              <a:round/>
              <a:headEnd type="none" w="med" len="med"/>
              <a:tailEnd type="none" w="med" len="med"/>
            </a:ln>
            <a:effectLst/>
          </p:spPr>
        </p:sp>
        <p:sp>
          <p:nvSpPr>
            <p:cNvPr id="396" name="ellipse_2190">
              <a:extLst>
                <a:ext uri="{FF2B5EF4-FFF2-40B4-BE49-F238E27FC236}">
                  <a16:creationId xmlns:a16="http://schemas.microsoft.com/office/drawing/2014/main" id="{DB858E13-8764-75E8-8526-D57598262326}"/>
                </a:ext>
              </a:extLst>
            </p:cNvPr>
            <p:cNvSpPr/>
            <p:nvPr/>
          </p:nvSpPr>
          <p:spPr>
            <a:xfrm>
              <a:off x="4374353" y="1632975"/>
              <a:ext cx="24495" cy="24495"/>
            </a:xfrm>
            <a:prstGeom prst="ellipse">
              <a:avLst/>
            </a:prstGeom>
            <a:gradFill flip="none" rotWithShape="1">
              <a:gsLst>
                <a:gs pos="0">
                  <a:srgbClr val="E2EDF6"/>
                </a:gs>
                <a:gs pos="43000">
                  <a:srgbClr val="75A6D5"/>
                </a:gs>
                <a:gs pos="100000">
                  <a:srgbClr val="3E7AB2"/>
                </a:gs>
              </a:gsLst>
              <a:lin ang="2700000" scaled="1"/>
              <a:tileRect/>
            </a:gradFill>
            <a:ln w="2540" cap="rnd" cmpd="sng" algn="ctr">
              <a:noFill/>
              <a:prstDash val="solid"/>
              <a:round/>
              <a:headEnd type="none" w="med" len="med"/>
              <a:tailEnd type="none" w="med" len="med"/>
            </a:ln>
            <a:effectLst/>
          </p:spPr>
        </p:sp>
        <p:sp>
          <p:nvSpPr>
            <p:cNvPr id="397" name="ellipse_2191">
              <a:extLst>
                <a:ext uri="{FF2B5EF4-FFF2-40B4-BE49-F238E27FC236}">
                  <a16:creationId xmlns:a16="http://schemas.microsoft.com/office/drawing/2014/main" id="{C6473DBC-D4F0-57D2-893C-816FAE7DFE31}"/>
                </a:ext>
              </a:extLst>
            </p:cNvPr>
            <p:cNvSpPr/>
            <p:nvPr/>
          </p:nvSpPr>
          <p:spPr>
            <a:xfrm>
              <a:off x="4300902" y="1684368"/>
              <a:ext cx="24743" cy="24743"/>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98" name="ellipse_2192">
              <a:extLst>
                <a:ext uri="{FF2B5EF4-FFF2-40B4-BE49-F238E27FC236}">
                  <a16:creationId xmlns:a16="http://schemas.microsoft.com/office/drawing/2014/main" id="{1CAE6E7D-3F2C-42DB-30CE-878C33EDC3DB}"/>
                </a:ext>
              </a:extLst>
            </p:cNvPr>
            <p:cNvSpPr/>
            <p:nvPr/>
          </p:nvSpPr>
          <p:spPr>
            <a:xfrm>
              <a:off x="4211047" y="1622071"/>
              <a:ext cx="27475" cy="27475"/>
            </a:xfrm>
            <a:prstGeom prst="ellipse">
              <a:avLst/>
            </a:prstGeom>
            <a:gradFill flip="none" rotWithShape="1">
              <a:gsLst>
                <a:gs pos="0">
                  <a:srgbClr val="F0F5FA"/>
                </a:gs>
                <a:gs pos="43000">
                  <a:srgbClr val="B6CFE8"/>
                </a:gs>
                <a:gs pos="100000">
                  <a:srgbClr val="88A9C8"/>
                </a:gs>
              </a:gsLst>
              <a:lin ang="2700000" scaled="1"/>
              <a:tileRect/>
            </a:gradFill>
            <a:ln w="2540" cap="rnd" cmpd="sng" algn="ctr">
              <a:noFill/>
              <a:prstDash val="solid"/>
              <a:round/>
              <a:headEnd type="none" w="med" len="med"/>
              <a:tailEnd type="none" w="med" len="med"/>
            </a:ln>
            <a:effectLst/>
          </p:spPr>
        </p:sp>
        <p:sp>
          <p:nvSpPr>
            <p:cNvPr id="399" name="ellipse_2193">
              <a:extLst>
                <a:ext uri="{FF2B5EF4-FFF2-40B4-BE49-F238E27FC236}">
                  <a16:creationId xmlns:a16="http://schemas.microsoft.com/office/drawing/2014/main" id="{FB7A1CB5-5531-4D52-F1CF-C4C8F7610CE4}"/>
                </a:ext>
              </a:extLst>
            </p:cNvPr>
            <p:cNvSpPr/>
            <p:nvPr/>
          </p:nvSpPr>
          <p:spPr>
            <a:xfrm>
              <a:off x="4395435" y="1581312"/>
              <a:ext cx="29624" cy="29624"/>
            </a:xfrm>
            <a:prstGeom prst="ellipse">
              <a:avLst/>
            </a:prstGeom>
            <a:gradFill flip="none" rotWithShape="1">
              <a:gsLst>
                <a:gs pos="0">
                  <a:srgbClr val="EBF2F9"/>
                </a:gs>
                <a:gs pos="43000">
                  <a:srgbClr val="9EC0E1"/>
                </a:gs>
                <a:gs pos="100000">
                  <a:srgbClr val="6D98C0"/>
                </a:gs>
              </a:gsLst>
              <a:lin ang="2700000" scaled="1"/>
              <a:tileRect/>
            </a:gradFill>
            <a:ln w="2540" cap="rnd" cmpd="sng" algn="ctr">
              <a:noFill/>
              <a:prstDash val="solid"/>
              <a:round/>
              <a:headEnd type="none" w="med" len="med"/>
              <a:tailEnd type="none" w="med" len="med"/>
            </a:ln>
            <a:effectLst/>
          </p:spPr>
        </p:sp>
        <p:sp>
          <p:nvSpPr>
            <p:cNvPr id="400" name="ellipse_2194">
              <a:extLst>
                <a:ext uri="{FF2B5EF4-FFF2-40B4-BE49-F238E27FC236}">
                  <a16:creationId xmlns:a16="http://schemas.microsoft.com/office/drawing/2014/main" id="{6A635B68-8690-1DAE-6BE6-0AB47ABB63C1}"/>
                </a:ext>
              </a:extLst>
            </p:cNvPr>
            <p:cNvSpPr/>
            <p:nvPr/>
          </p:nvSpPr>
          <p:spPr>
            <a:xfrm>
              <a:off x="4048258" y="1480126"/>
              <a:ext cx="35829" cy="35829"/>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401" name="ellipse_2195">
              <a:extLst>
                <a:ext uri="{FF2B5EF4-FFF2-40B4-BE49-F238E27FC236}">
                  <a16:creationId xmlns:a16="http://schemas.microsoft.com/office/drawing/2014/main" id="{1085E1CB-A0FC-87CF-9089-8FE0C6369E6F}"/>
                </a:ext>
              </a:extLst>
            </p:cNvPr>
            <p:cNvSpPr/>
            <p:nvPr/>
          </p:nvSpPr>
          <p:spPr>
            <a:xfrm>
              <a:off x="4492338" y="1548882"/>
              <a:ext cx="24345" cy="24345"/>
            </a:xfrm>
            <a:prstGeom prst="ellipse">
              <a:avLst/>
            </a:prstGeom>
            <a:gradFill flip="none" rotWithShape="1">
              <a:gsLst>
                <a:gs pos="0">
                  <a:srgbClr val="FBFCFD"/>
                </a:gs>
                <a:gs pos="43000">
                  <a:srgbClr val="EAF1F7"/>
                </a:gs>
                <a:gs pos="100000">
                  <a:srgbClr val="C5D0DA"/>
                </a:gs>
              </a:gsLst>
              <a:lin ang="2700000" scaled="1"/>
              <a:tileRect/>
            </a:gradFill>
            <a:ln w="2540" cap="rnd" cmpd="sng" algn="ctr">
              <a:noFill/>
              <a:prstDash val="solid"/>
              <a:round/>
              <a:headEnd type="none" w="med" len="med"/>
              <a:tailEnd type="none" w="med" len="med"/>
            </a:ln>
            <a:effectLst/>
          </p:spPr>
        </p:sp>
        <p:sp>
          <p:nvSpPr>
            <p:cNvPr id="402" name="ellipse_2196">
              <a:extLst>
                <a:ext uri="{FF2B5EF4-FFF2-40B4-BE49-F238E27FC236}">
                  <a16:creationId xmlns:a16="http://schemas.microsoft.com/office/drawing/2014/main" id="{AF02D5A2-EBE2-CA21-A356-94FCA079A312}"/>
                </a:ext>
              </a:extLst>
            </p:cNvPr>
            <p:cNvSpPr/>
            <p:nvPr/>
          </p:nvSpPr>
          <p:spPr>
            <a:xfrm>
              <a:off x="4303160" y="1607853"/>
              <a:ext cx="30281" cy="30281"/>
            </a:xfrm>
            <a:prstGeom prst="ellipse">
              <a:avLst/>
            </a:prstGeom>
            <a:gradFill flip="none" rotWithShape="1">
              <a:gsLst>
                <a:gs pos="0">
                  <a:srgbClr val="E5EEF7"/>
                </a:gs>
                <a:gs pos="43000">
                  <a:srgbClr val="84B0D9"/>
                </a:gs>
                <a:gs pos="100000">
                  <a:srgbClr val="4F85B7"/>
                </a:gs>
              </a:gsLst>
              <a:lin ang="2700000" scaled="1"/>
              <a:tileRect/>
            </a:gradFill>
            <a:ln w="2540" cap="rnd" cmpd="sng" algn="ctr">
              <a:noFill/>
              <a:prstDash val="solid"/>
              <a:round/>
              <a:headEnd type="none" w="med" len="med"/>
              <a:tailEnd type="none" w="med" len="med"/>
            </a:ln>
            <a:effectLst/>
          </p:spPr>
        </p:sp>
        <p:sp>
          <p:nvSpPr>
            <p:cNvPr id="403" name="ellipse_2197">
              <a:extLst>
                <a:ext uri="{FF2B5EF4-FFF2-40B4-BE49-F238E27FC236}">
                  <a16:creationId xmlns:a16="http://schemas.microsoft.com/office/drawing/2014/main" id="{F2F28C90-70C4-0836-8279-6CEF9EA26758}"/>
                </a:ext>
              </a:extLst>
            </p:cNvPr>
            <p:cNvSpPr/>
            <p:nvPr/>
          </p:nvSpPr>
          <p:spPr>
            <a:xfrm>
              <a:off x="4353888" y="1597620"/>
              <a:ext cx="20715" cy="20715"/>
            </a:xfrm>
            <a:prstGeom prst="ellipse">
              <a:avLst/>
            </a:prstGeom>
            <a:gradFill flip="none" rotWithShape="1">
              <a:gsLst>
                <a:gs pos="0">
                  <a:srgbClr val="E6EFF7"/>
                </a:gs>
                <a:gs pos="43000">
                  <a:srgbClr val="86B1DA"/>
                </a:gs>
                <a:gs pos="100000">
                  <a:srgbClr val="5287B8"/>
                </a:gs>
              </a:gsLst>
              <a:lin ang="2700000" scaled="1"/>
              <a:tileRect/>
            </a:gradFill>
            <a:ln w="2540" cap="rnd" cmpd="sng" algn="ctr">
              <a:noFill/>
              <a:prstDash val="solid"/>
              <a:round/>
              <a:headEnd type="none" w="med" len="med"/>
              <a:tailEnd type="none" w="med" len="med"/>
            </a:ln>
            <a:effectLst/>
          </p:spPr>
        </p:sp>
        <p:sp>
          <p:nvSpPr>
            <p:cNvPr id="404" name="ellipse_2198">
              <a:extLst>
                <a:ext uri="{FF2B5EF4-FFF2-40B4-BE49-F238E27FC236}">
                  <a16:creationId xmlns:a16="http://schemas.microsoft.com/office/drawing/2014/main" id="{4A66DE51-F13F-3C97-9FFD-CF8D1DF7ADCC}"/>
                </a:ext>
              </a:extLst>
            </p:cNvPr>
            <p:cNvSpPr/>
            <p:nvPr/>
          </p:nvSpPr>
          <p:spPr>
            <a:xfrm>
              <a:off x="4339685" y="1653492"/>
              <a:ext cx="30582" cy="30582"/>
            </a:xfrm>
            <a:prstGeom prst="ellipse">
              <a:avLst/>
            </a:prstGeom>
            <a:gradFill flip="none" rotWithShape="1">
              <a:gsLst>
                <a:gs pos="0">
                  <a:srgbClr val="E2ECF6"/>
                </a:gs>
                <a:gs pos="43000">
                  <a:srgbClr val="73A4D4"/>
                </a:gs>
                <a:gs pos="100000">
                  <a:srgbClr val="3B78B1"/>
                </a:gs>
              </a:gsLst>
              <a:lin ang="2700000" scaled="1"/>
              <a:tileRect/>
            </a:gradFill>
            <a:ln w="2540" cap="rnd" cmpd="sng" algn="ctr">
              <a:noFill/>
              <a:prstDash val="solid"/>
              <a:round/>
              <a:headEnd type="none" w="med" len="med"/>
              <a:tailEnd type="none" w="med" len="med"/>
            </a:ln>
            <a:effectLst/>
          </p:spPr>
        </p:sp>
        <p:sp>
          <p:nvSpPr>
            <p:cNvPr id="405" name="ellipse_2199">
              <a:extLst>
                <a:ext uri="{FF2B5EF4-FFF2-40B4-BE49-F238E27FC236}">
                  <a16:creationId xmlns:a16="http://schemas.microsoft.com/office/drawing/2014/main" id="{7815FD3C-09C8-ED66-DA8E-74E3808EF5DF}"/>
                </a:ext>
              </a:extLst>
            </p:cNvPr>
            <p:cNvSpPr/>
            <p:nvPr/>
          </p:nvSpPr>
          <p:spPr>
            <a:xfrm>
              <a:off x="4211176" y="1555263"/>
              <a:ext cx="22426" cy="22426"/>
            </a:xfrm>
            <a:prstGeom prst="ellipse">
              <a:avLst/>
            </a:prstGeom>
            <a:gradFill flip="none" rotWithShape="1">
              <a:gsLst>
                <a:gs pos="0">
                  <a:srgbClr val="F3F7FB"/>
                </a:gs>
                <a:gs pos="43000">
                  <a:srgbClr val="C7DAED"/>
                </a:gs>
                <a:gs pos="100000">
                  <a:srgbClr val="9CB6CE"/>
                </a:gs>
              </a:gsLst>
              <a:lin ang="2700000" scaled="1"/>
              <a:tileRect/>
            </a:gradFill>
            <a:ln w="2540" cap="rnd" cmpd="sng" algn="ctr">
              <a:noFill/>
              <a:prstDash val="solid"/>
              <a:round/>
              <a:headEnd type="none" w="med" len="med"/>
              <a:tailEnd type="none" w="med" len="med"/>
            </a:ln>
            <a:effectLst/>
          </p:spPr>
        </p:sp>
        <p:sp>
          <p:nvSpPr>
            <p:cNvPr id="406" name="ellipse_2200">
              <a:extLst>
                <a:ext uri="{FF2B5EF4-FFF2-40B4-BE49-F238E27FC236}">
                  <a16:creationId xmlns:a16="http://schemas.microsoft.com/office/drawing/2014/main" id="{6B86DF60-870D-C80E-5A68-CDAE82870523}"/>
                </a:ext>
              </a:extLst>
            </p:cNvPr>
            <p:cNvSpPr/>
            <p:nvPr/>
          </p:nvSpPr>
          <p:spPr>
            <a:xfrm>
              <a:off x="4462884" y="1435914"/>
              <a:ext cx="31220" cy="31220"/>
            </a:xfrm>
            <a:prstGeom prst="ellipse">
              <a:avLst/>
            </a:prstGeom>
            <a:gradFill flip="none" rotWithShape="1">
              <a:gsLst>
                <a:gs pos="0">
                  <a:srgbClr val="F8E6E7"/>
                </a:gs>
                <a:gs pos="43000">
                  <a:srgbClr val="DF878B"/>
                </a:gs>
                <a:gs pos="100000">
                  <a:srgbClr val="B8565D"/>
                </a:gs>
              </a:gsLst>
              <a:lin ang="2700000" scaled="1"/>
              <a:tileRect/>
            </a:gradFill>
            <a:ln w="2540" cap="rnd" cmpd="sng" algn="ctr">
              <a:noFill/>
              <a:prstDash val="solid"/>
              <a:round/>
              <a:headEnd type="none" w="med" len="med"/>
              <a:tailEnd type="none" w="med" len="med"/>
            </a:ln>
            <a:effectLst/>
          </p:spPr>
        </p:sp>
        <p:sp>
          <p:nvSpPr>
            <p:cNvPr id="407" name="ellipse_2201">
              <a:extLst>
                <a:ext uri="{FF2B5EF4-FFF2-40B4-BE49-F238E27FC236}">
                  <a16:creationId xmlns:a16="http://schemas.microsoft.com/office/drawing/2014/main" id="{8A912D51-8093-668C-66A2-213E55B5655E}"/>
                </a:ext>
              </a:extLst>
            </p:cNvPr>
            <p:cNvSpPr/>
            <p:nvPr/>
          </p:nvSpPr>
          <p:spPr>
            <a:xfrm>
              <a:off x="4266414" y="1692646"/>
              <a:ext cx="20268" cy="20268"/>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408" name="ellipse_2202">
              <a:extLst>
                <a:ext uri="{FF2B5EF4-FFF2-40B4-BE49-F238E27FC236}">
                  <a16:creationId xmlns:a16="http://schemas.microsoft.com/office/drawing/2014/main" id="{C60DA08F-C6BD-47E5-63E5-7E17BB9C5883}"/>
                </a:ext>
              </a:extLst>
            </p:cNvPr>
            <p:cNvSpPr/>
            <p:nvPr/>
          </p:nvSpPr>
          <p:spPr>
            <a:xfrm>
              <a:off x="4483555" y="1615434"/>
              <a:ext cx="25340" cy="25340"/>
            </a:xfrm>
            <a:prstGeom prst="ellipse">
              <a:avLst/>
            </a:prstGeom>
            <a:gradFill flip="none" rotWithShape="1">
              <a:gsLst>
                <a:gs pos="0">
                  <a:srgbClr val="E4EEF7"/>
                </a:gs>
                <a:gs pos="43000">
                  <a:srgbClr val="7DABD7"/>
                </a:gs>
                <a:gs pos="100000">
                  <a:srgbClr val="4780B4"/>
                </a:gs>
              </a:gsLst>
              <a:lin ang="2700000" scaled="1"/>
              <a:tileRect/>
            </a:gradFill>
            <a:ln w="2540" cap="rnd" cmpd="sng" algn="ctr">
              <a:noFill/>
              <a:prstDash val="solid"/>
              <a:round/>
              <a:headEnd type="none" w="med" len="med"/>
              <a:tailEnd type="none" w="med" len="med"/>
            </a:ln>
            <a:effectLst/>
          </p:spPr>
        </p:sp>
        <p:sp>
          <p:nvSpPr>
            <p:cNvPr id="409" name="ellipse_2203">
              <a:extLst>
                <a:ext uri="{FF2B5EF4-FFF2-40B4-BE49-F238E27FC236}">
                  <a16:creationId xmlns:a16="http://schemas.microsoft.com/office/drawing/2014/main" id="{A8B866C8-61DB-3AD3-4B75-D3729E66C782}"/>
                </a:ext>
              </a:extLst>
            </p:cNvPr>
            <p:cNvSpPr/>
            <p:nvPr/>
          </p:nvSpPr>
          <p:spPr>
            <a:xfrm>
              <a:off x="4529828" y="1504880"/>
              <a:ext cx="34733" cy="34733"/>
            </a:xfrm>
            <a:prstGeom prst="ellipse">
              <a:avLst/>
            </a:prstGeom>
            <a:gradFill flip="none" rotWithShape="1">
              <a:gsLst>
                <a:gs pos="0">
                  <a:srgbClr val="FDFCFD"/>
                </a:gs>
                <a:gs pos="43000">
                  <a:srgbClr val="F6F1F3"/>
                </a:gs>
                <a:gs pos="100000">
                  <a:srgbClr val="D3D0D6"/>
                </a:gs>
              </a:gsLst>
              <a:lin ang="2700000" scaled="1"/>
              <a:tileRect/>
            </a:gradFill>
            <a:ln w="2540" cap="rnd" cmpd="sng" algn="ctr">
              <a:noFill/>
              <a:prstDash val="solid"/>
              <a:round/>
              <a:headEnd type="none" w="med" len="med"/>
              <a:tailEnd type="none" w="med" len="med"/>
            </a:ln>
            <a:effectLst/>
          </p:spPr>
        </p:sp>
        <p:sp>
          <p:nvSpPr>
            <p:cNvPr id="410" name="ellipse_2204">
              <a:extLst>
                <a:ext uri="{FF2B5EF4-FFF2-40B4-BE49-F238E27FC236}">
                  <a16:creationId xmlns:a16="http://schemas.microsoft.com/office/drawing/2014/main" id="{B24C5CEA-9CBA-F917-65AD-B25BF929B3D8}"/>
                </a:ext>
              </a:extLst>
            </p:cNvPr>
            <p:cNvSpPr/>
            <p:nvPr/>
          </p:nvSpPr>
          <p:spPr>
            <a:xfrm>
              <a:off x="4259420" y="1662443"/>
              <a:ext cx="32679" cy="32679"/>
            </a:xfrm>
            <a:prstGeom prst="ellipse">
              <a:avLst/>
            </a:prstGeom>
            <a:gradFill flip="none" rotWithShape="1">
              <a:gsLst>
                <a:gs pos="0">
                  <a:srgbClr val="E3EDF6"/>
                </a:gs>
                <a:gs pos="43000">
                  <a:srgbClr val="79A9D6"/>
                </a:gs>
                <a:gs pos="100000">
                  <a:srgbClr val="437DB3"/>
                </a:gs>
              </a:gsLst>
              <a:lin ang="2700000" scaled="1"/>
              <a:tileRect/>
            </a:gradFill>
            <a:ln w="2540" cap="rnd" cmpd="sng" algn="ctr">
              <a:noFill/>
              <a:prstDash val="solid"/>
              <a:round/>
              <a:headEnd type="none" w="med" len="med"/>
              <a:tailEnd type="none" w="med" len="med"/>
            </a:ln>
            <a:effectLst/>
          </p:spPr>
        </p:sp>
        <p:sp>
          <p:nvSpPr>
            <p:cNvPr id="411" name="ellipse_2205">
              <a:extLst>
                <a:ext uri="{FF2B5EF4-FFF2-40B4-BE49-F238E27FC236}">
                  <a16:creationId xmlns:a16="http://schemas.microsoft.com/office/drawing/2014/main" id="{BACB1467-059B-F506-0DCD-B0F99D66CEC5}"/>
                </a:ext>
              </a:extLst>
            </p:cNvPr>
            <p:cNvSpPr/>
            <p:nvPr/>
          </p:nvSpPr>
          <p:spPr>
            <a:xfrm>
              <a:off x="4164350" y="1623047"/>
              <a:ext cx="36365" cy="36365"/>
            </a:xfrm>
            <a:prstGeom prst="ellipse">
              <a:avLst/>
            </a:prstGeom>
            <a:gradFill flip="none" rotWithShape="1">
              <a:gsLst>
                <a:gs pos="0">
                  <a:srgbClr val="F0F6FA"/>
                </a:gs>
                <a:gs pos="43000">
                  <a:srgbClr val="B9D2E9"/>
                </a:gs>
                <a:gs pos="100000">
                  <a:srgbClr val="8CACC9"/>
                </a:gs>
              </a:gsLst>
              <a:lin ang="2700000" scaled="1"/>
              <a:tileRect/>
            </a:gradFill>
            <a:ln w="2540" cap="rnd" cmpd="sng" algn="ctr">
              <a:noFill/>
              <a:prstDash val="solid"/>
              <a:round/>
              <a:headEnd type="none" w="med" len="med"/>
              <a:tailEnd type="none" w="med" len="med"/>
            </a:ln>
            <a:effectLst/>
          </p:spPr>
        </p:sp>
        <p:sp>
          <p:nvSpPr>
            <p:cNvPr id="412" name="ellipse_2206">
              <a:extLst>
                <a:ext uri="{FF2B5EF4-FFF2-40B4-BE49-F238E27FC236}">
                  <a16:creationId xmlns:a16="http://schemas.microsoft.com/office/drawing/2014/main" id="{D9792C94-E57E-ED92-6DCE-7BBEC24E71DC}"/>
                </a:ext>
              </a:extLst>
            </p:cNvPr>
            <p:cNvSpPr/>
            <p:nvPr/>
          </p:nvSpPr>
          <p:spPr>
            <a:xfrm>
              <a:off x="4174720" y="1571707"/>
              <a:ext cx="20339" cy="20339"/>
            </a:xfrm>
            <a:prstGeom prst="ellipse">
              <a:avLst/>
            </a:prstGeom>
            <a:gradFill flip="none" rotWithShape="1">
              <a:gsLst>
                <a:gs pos="0">
                  <a:srgbClr val="FAFBFD"/>
                </a:gs>
                <a:gs pos="43000">
                  <a:srgbClr val="E6EEF6"/>
                </a:gs>
                <a:gs pos="100000">
                  <a:srgbClr val="C0CCD9"/>
                </a:gs>
              </a:gsLst>
              <a:lin ang="2700000" scaled="1"/>
              <a:tileRect/>
            </a:gradFill>
            <a:ln w="2540" cap="rnd" cmpd="sng" algn="ctr">
              <a:noFill/>
              <a:prstDash val="solid"/>
              <a:round/>
              <a:headEnd type="none" w="med" len="med"/>
              <a:tailEnd type="none" w="med" len="med"/>
            </a:ln>
            <a:effectLst/>
          </p:spPr>
        </p:sp>
        <p:sp>
          <p:nvSpPr>
            <p:cNvPr id="413" name="ellipse_2207">
              <a:extLst>
                <a:ext uri="{FF2B5EF4-FFF2-40B4-BE49-F238E27FC236}">
                  <a16:creationId xmlns:a16="http://schemas.microsoft.com/office/drawing/2014/main" id="{DBEA239C-237D-A960-C0D7-75FFB41CCCCD}"/>
                </a:ext>
              </a:extLst>
            </p:cNvPr>
            <p:cNvSpPr/>
            <p:nvPr/>
          </p:nvSpPr>
          <p:spPr>
            <a:xfrm>
              <a:off x="4442759" y="1467880"/>
              <a:ext cx="28267" cy="28267"/>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414" name="ellipse_2208">
              <a:extLst>
                <a:ext uri="{FF2B5EF4-FFF2-40B4-BE49-F238E27FC236}">
                  <a16:creationId xmlns:a16="http://schemas.microsoft.com/office/drawing/2014/main" id="{4035FD36-AEC3-D541-7DD5-A6B774645989}"/>
                </a:ext>
              </a:extLst>
            </p:cNvPr>
            <p:cNvSpPr/>
            <p:nvPr/>
          </p:nvSpPr>
          <p:spPr>
            <a:xfrm>
              <a:off x="4216943" y="1625920"/>
              <a:ext cx="35489" cy="35489"/>
            </a:xfrm>
            <a:prstGeom prst="ellipse">
              <a:avLst/>
            </a:prstGeom>
            <a:gradFill flip="none" rotWithShape="1">
              <a:gsLst>
                <a:gs pos="0">
                  <a:srgbClr val="ECF3F9"/>
                </a:gs>
                <a:gs pos="43000">
                  <a:srgbClr val="A5C5E3"/>
                </a:gs>
                <a:gs pos="100000">
                  <a:srgbClr val="759DC2"/>
                </a:gs>
              </a:gsLst>
              <a:lin ang="2700000" scaled="1"/>
              <a:tileRect/>
            </a:gradFill>
            <a:ln w="2540" cap="rnd" cmpd="sng" algn="ctr">
              <a:noFill/>
              <a:prstDash val="solid"/>
              <a:round/>
              <a:headEnd type="none" w="med" len="med"/>
              <a:tailEnd type="none" w="med" len="med"/>
            </a:ln>
            <a:effectLst/>
          </p:spPr>
        </p:sp>
        <p:sp>
          <p:nvSpPr>
            <p:cNvPr id="415" name="ellipse_2209">
              <a:extLst>
                <a:ext uri="{FF2B5EF4-FFF2-40B4-BE49-F238E27FC236}">
                  <a16:creationId xmlns:a16="http://schemas.microsoft.com/office/drawing/2014/main" id="{141A1A5E-3255-95B4-DBB2-EBF0E856D233}"/>
                </a:ext>
              </a:extLst>
            </p:cNvPr>
            <p:cNvSpPr/>
            <p:nvPr/>
          </p:nvSpPr>
          <p:spPr>
            <a:xfrm>
              <a:off x="4372327" y="1669257"/>
              <a:ext cx="36395" cy="36395"/>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416" name="ellipse_2210">
              <a:extLst>
                <a:ext uri="{FF2B5EF4-FFF2-40B4-BE49-F238E27FC236}">
                  <a16:creationId xmlns:a16="http://schemas.microsoft.com/office/drawing/2014/main" id="{F813A291-969B-68C4-608C-3AB6017A9AE8}"/>
                </a:ext>
              </a:extLst>
            </p:cNvPr>
            <p:cNvSpPr/>
            <p:nvPr/>
          </p:nvSpPr>
          <p:spPr>
            <a:xfrm>
              <a:off x="4169640" y="1618732"/>
              <a:ext cx="34055" cy="34055"/>
            </a:xfrm>
            <a:prstGeom prst="ellipse">
              <a:avLst/>
            </a:prstGeom>
            <a:gradFill flip="none" rotWithShape="1">
              <a:gsLst>
                <a:gs pos="0">
                  <a:srgbClr val="F2F7FB"/>
                </a:gs>
                <a:gs pos="43000">
                  <a:srgbClr val="C3D7EC"/>
                </a:gs>
                <a:gs pos="100000">
                  <a:srgbClr val="97B3CC"/>
                </a:gs>
              </a:gsLst>
              <a:lin ang="2700000" scaled="1"/>
              <a:tileRect/>
            </a:gradFill>
            <a:ln w="2540" cap="rnd" cmpd="sng" algn="ctr">
              <a:noFill/>
              <a:prstDash val="solid"/>
              <a:round/>
              <a:headEnd type="none" w="med" len="med"/>
              <a:tailEnd type="none" w="med" len="med"/>
            </a:ln>
            <a:effectLst/>
          </p:spPr>
        </p:sp>
        <p:sp>
          <p:nvSpPr>
            <p:cNvPr id="417" name="ellipse_2211">
              <a:extLst>
                <a:ext uri="{FF2B5EF4-FFF2-40B4-BE49-F238E27FC236}">
                  <a16:creationId xmlns:a16="http://schemas.microsoft.com/office/drawing/2014/main" id="{1033800A-078B-E984-4E95-980C9B4B4F58}"/>
                </a:ext>
              </a:extLst>
            </p:cNvPr>
            <p:cNvSpPr/>
            <p:nvPr/>
          </p:nvSpPr>
          <p:spPr>
            <a:xfrm>
              <a:off x="4313792" y="1396283"/>
              <a:ext cx="29270" cy="29270"/>
            </a:xfrm>
            <a:prstGeom prst="ellipse">
              <a:avLst/>
            </a:prstGeom>
            <a:gradFill flip="none" rotWithShape="1">
              <a:gsLst>
                <a:gs pos="0">
                  <a:srgbClr val="E8F0F8"/>
                </a:gs>
                <a:gs pos="43000">
                  <a:srgbClr val="92B9DD"/>
                </a:gs>
                <a:gs pos="100000">
                  <a:srgbClr val="6090BC"/>
                </a:gs>
              </a:gsLst>
              <a:lin ang="2700000" scaled="1"/>
              <a:tileRect/>
            </a:gradFill>
            <a:ln w="2540" cap="rnd" cmpd="sng" algn="ctr">
              <a:noFill/>
              <a:prstDash val="solid"/>
              <a:round/>
              <a:headEnd type="none" w="med" len="med"/>
              <a:tailEnd type="none" w="med" len="med"/>
            </a:ln>
            <a:effectLst/>
          </p:spPr>
        </p:sp>
        <p:sp>
          <p:nvSpPr>
            <p:cNvPr id="418" name="ellipse_2212">
              <a:extLst>
                <a:ext uri="{FF2B5EF4-FFF2-40B4-BE49-F238E27FC236}">
                  <a16:creationId xmlns:a16="http://schemas.microsoft.com/office/drawing/2014/main" id="{21A81D02-A36B-9F2A-93DD-4877EBADB593}"/>
                </a:ext>
              </a:extLst>
            </p:cNvPr>
            <p:cNvSpPr/>
            <p:nvPr/>
          </p:nvSpPr>
          <p:spPr>
            <a:xfrm>
              <a:off x="4179309" y="1432837"/>
              <a:ext cx="30914" cy="30914"/>
            </a:xfrm>
            <a:prstGeom prst="ellipse">
              <a:avLst/>
            </a:prstGeom>
            <a:gradFill flip="none" rotWithShape="1">
              <a:gsLst>
                <a:gs pos="0">
                  <a:srgbClr val="E1ECF6"/>
                </a:gs>
                <a:gs pos="43000">
                  <a:srgbClr val="71A4D3"/>
                </a:gs>
                <a:gs pos="100000">
                  <a:srgbClr val="3978B0"/>
                </a:gs>
              </a:gsLst>
              <a:lin ang="2700000" scaled="1"/>
              <a:tileRect/>
            </a:gradFill>
            <a:ln w="2540" cap="rnd" cmpd="sng" algn="ctr">
              <a:noFill/>
              <a:prstDash val="solid"/>
              <a:round/>
              <a:headEnd type="none" w="med" len="med"/>
              <a:tailEnd type="none" w="med" len="med"/>
            </a:ln>
            <a:effectLst/>
          </p:spPr>
        </p:sp>
        <p:sp>
          <p:nvSpPr>
            <p:cNvPr id="419" name="ellipse_2213">
              <a:extLst>
                <a:ext uri="{FF2B5EF4-FFF2-40B4-BE49-F238E27FC236}">
                  <a16:creationId xmlns:a16="http://schemas.microsoft.com/office/drawing/2014/main" id="{0439EBE7-19B8-5C69-B5F7-5B0F4E9E2E41}"/>
                </a:ext>
              </a:extLst>
            </p:cNvPr>
            <p:cNvSpPr/>
            <p:nvPr/>
          </p:nvSpPr>
          <p:spPr>
            <a:xfrm>
              <a:off x="4119488" y="1533108"/>
              <a:ext cx="29184" cy="29184"/>
            </a:xfrm>
            <a:prstGeom prst="ellipse">
              <a:avLst/>
            </a:prstGeom>
            <a:gradFill flip="none" rotWithShape="1">
              <a:gsLst>
                <a:gs pos="0">
                  <a:srgbClr val="ECF3F9"/>
                </a:gs>
                <a:gs pos="43000">
                  <a:srgbClr val="A5C5E3"/>
                </a:gs>
                <a:gs pos="100000">
                  <a:srgbClr val="759DC2"/>
                </a:gs>
              </a:gsLst>
              <a:lin ang="2700000" scaled="1"/>
              <a:tileRect/>
            </a:gradFill>
            <a:ln w="2540" cap="rnd" cmpd="sng" algn="ctr">
              <a:noFill/>
              <a:prstDash val="solid"/>
              <a:round/>
              <a:headEnd type="none" w="med" len="med"/>
              <a:tailEnd type="none" w="med" len="med"/>
            </a:ln>
            <a:effectLst/>
          </p:spPr>
        </p:sp>
        <p:sp>
          <p:nvSpPr>
            <p:cNvPr id="420" name="ellipse_2214">
              <a:extLst>
                <a:ext uri="{FF2B5EF4-FFF2-40B4-BE49-F238E27FC236}">
                  <a16:creationId xmlns:a16="http://schemas.microsoft.com/office/drawing/2014/main" id="{18C6F065-F3E9-2969-5E53-E90400F5728A}"/>
                </a:ext>
              </a:extLst>
            </p:cNvPr>
            <p:cNvSpPr/>
            <p:nvPr/>
          </p:nvSpPr>
          <p:spPr>
            <a:xfrm>
              <a:off x="4374279" y="1463343"/>
              <a:ext cx="31808" cy="31808"/>
            </a:xfrm>
            <a:prstGeom prst="ellipse">
              <a:avLst/>
            </a:prstGeom>
            <a:gradFill flip="none" rotWithShape="1">
              <a:gsLst>
                <a:gs pos="0">
                  <a:srgbClr val="F9EAEB"/>
                </a:gs>
                <a:gs pos="43000">
                  <a:srgbClr val="E49A9F"/>
                </a:gs>
                <a:gs pos="100000">
                  <a:srgbClr val="BD6C74"/>
                </a:gs>
              </a:gsLst>
              <a:lin ang="2700000" scaled="1"/>
              <a:tileRect/>
            </a:gradFill>
            <a:ln w="2540" cap="rnd" cmpd="sng" algn="ctr">
              <a:noFill/>
              <a:prstDash val="solid"/>
              <a:round/>
              <a:headEnd type="none" w="med" len="med"/>
              <a:tailEnd type="none" w="med" len="med"/>
            </a:ln>
            <a:effectLst/>
          </p:spPr>
        </p:sp>
        <p:sp>
          <p:nvSpPr>
            <p:cNvPr id="421" name="ellipse_2215">
              <a:extLst>
                <a:ext uri="{FF2B5EF4-FFF2-40B4-BE49-F238E27FC236}">
                  <a16:creationId xmlns:a16="http://schemas.microsoft.com/office/drawing/2014/main" id="{EBC4EDE9-F944-93B8-4262-72AD757C354B}"/>
                </a:ext>
              </a:extLst>
            </p:cNvPr>
            <p:cNvSpPr/>
            <p:nvPr/>
          </p:nvSpPr>
          <p:spPr>
            <a:xfrm>
              <a:off x="4554980" y="1612685"/>
              <a:ext cx="33803" cy="33803"/>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422" name="ellipse_2216">
              <a:extLst>
                <a:ext uri="{FF2B5EF4-FFF2-40B4-BE49-F238E27FC236}">
                  <a16:creationId xmlns:a16="http://schemas.microsoft.com/office/drawing/2014/main" id="{E6BB7F12-A433-0649-5C01-FD04D10B05B4}"/>
                </a:ext>
              </a:extLst>
            </p:cNvPr>
            <p:cNvSpPr/>
            <p:nvPr/>
          </p:nvSpPr>
          <p:spPr>
            <a:xfrm>
              <a:off x="4259972" y="1386621"/>
              <a:ext cx="36239" cy="36239"/>
            </a:xfrm>
            <a:prstGeom prst="ellipse">
              <a:avLst/>
            </a:prstGeom>
            <a:gradFill flip="none" rotWithShape="1">
              <a:gsLst>
                <a:gs pos="0">
                  <a:srgbClr val="E3EDF6"/>
                </a:gs>
                <a:gs pos="43000">
                  <a:srgbClr val="78A9D5"/>
                </a:gs>
                <a:gs pos="100000">
                  <a:srgbClr val="427DB3"/>
                </a:gs>
              </a:gsLst>
              <a:lin ang="2700000" scaled="1"/>
              <a:tileRect/>
            </a:gradFill>
            <a:ln w="2540" cap="rnd" cmpd="sng" algn="ctr">
              <a:noFill/>
              <a:prstDash val="solid"/>
              <a:round/>
              <a:headEnd type="none" w="med" len="med"/>
              <a:tailEnd type="none" w="med" len="med"/>
            </a:ln>
            <a:effectLst/>
          </p:spPr>
        </p:sp>
        <p:sp>
          <p:nvSpPr>
            <p:cNvPr id="423" name="ellipse_2217">
              <a:extLst>
                <a:ext uri="{FF2B5EF4-FFF2-40B4-BE49-F238E27FC236}">
                  <a16:creationId xmlns:a16="http://schemas.microsoft.com/office/drawing/2014/main" id="{D5881455-8030-D0F4-91EA-21EBA52A48A5}"/>
                </a:ext>
              </a:extLst>
            </p:cNvPr>
            <p:cNvSpPr/>
            <p:nvPr/>
          </p:nvSpPr>
          <p:spPr>
            <a:xfrm>
              <a:off x="4388705" y="1575308"/>
              <a:ext cx="32684" cy="32684"/>
            </a:xfrm>
            <a:prstGeom prst="ellipse">
              <a:avLst/>
            </a:prstGeom>
            <a:gradFill flip="none" rotWithShape="1">
              <a:gsLst>
                <a:gs pos="0">
                  <a:srgbClr val="ECF3F9"/>
                </a:gs>
                <a:gs pos="43000">
                  <a:srgbClr val="A4C4E2"/>
                </a:gs>
                <a:gs pos="100000">
                  <a:srgbClr val="749CC2"/>
                </a:gs>
              </a:gsLst>
              <a:lin ang="2700000" scaled="1"/>
              <a:tileRect/>
            </a:gradFill>
            <a:ln w="2540" cap="rnd" cmpd="sng" algn="ctr">
              <a:noFill/>
              <a:prstDash val="solid"/>
              <a:round/>
              <a:headEnd type="none" w="med" len="med"/>
              <a:tailEnd type="none" w="med" len="med"/>
            </a:ln>
            <a:effectLst/>
          </p:spPr>
        </p:sp>
        <p:sp>
          <p:nvSpPr>
            <p:cNvPr id="424" name="ellipse_2218">
              <a:extLst>
                <a:ext uri="{FF2B5EF4-FFF2-40B4-BE49-F238E27FC236}">
                  <a16:creationId xmlns:a16="http://schemas.microsoft.com/office/drawing/2014/main" id="{70D111D1-0091-BEC4-E9A4-25817D590CBB}"/>
                </a:ext>
              </a:extLst>
            </p:cNvPr>
            <p:cNvSpPr/>
            <p:nvPr/>
          </p:nvSpPr>
          <p:spPr>
            <a:xfrm>
              <a:off x="4479568" y="1395923"/>
              <a:ext cx="34044" cy="34044"/>
            </a:xfrm>
            <a:prstGeom prst="ellipse">
              <a:avLst/>
            </a:prstGeom>
            <a:gradFill flip="none" rotWithShape="1">
              <a:gsLst>
                <a:gs pos="0">
                  <a:srgbClr val="FAFBFD"/>
                </a:gs>
                <a:gs pos="43000">
                  <a:srgbClr val="E6EEF6"/>
                </a:gs>
                <a:gs pos="100000">
                  <a:srgbClr val="C0CCD9"/>
                </a:gs>
              </a:gsLst>
              <a:lin ang="2700000" scaled="1"/>
              <a:tileRect/>
            </a:gradFill>
            <a:ln w="2540" cap="rnd" cmpd="sng" algn="ctr">
              <a:noFill/>
              <a:prstDash val="solid"/>
              <a:round/>
              <a:headEnd type="none" w="med" len="med"/>
              <a:tailEnd type="none" w="med" len="med"/>
            </a:ln>
            <a:effectLst/>
          </p:spPr>
        </p:sp>
        <p:sp>
          <p:nvSpPr>
            <p:cNvPr id="425" name="ellipse_2219">
              <a:extLst>
                <a:ext uri="{FF2B5EF4-FFF2-40B4-BE49-F238E27FC236}">
                  <a16:creationId xmlns:a16="http://schemas.microsoft.com/office/drawing/2014/main" id="{9A39B956-8878-75D6-F52B-047F5D3A2508}"/>
                </a:ext>
              </a:extLst>
            </p:cNvPr>
            <p:cNvSpPr/>
            <p:nvPr/>
          </p:nvSpPr>
          <p:spPr>
            <a:xfrm>
              <a:off x="4284660" y="1602255"/>
              <a:ext cx="21197" cy="21197"/>
            </a:xfrm>
            <a:prstGeom prst="ellipse">
              <a:avLst/>
            </a:prstGeom>
            <a:gradFill flip="none" rotWithShape="1">
              <a:gsLst>
                <a:gs pos="0">
                  <a:srgbClr val="E9F1F8"/>
                </a:gs>
                <a:gs pos="43000">
                  <a:srgbClr val="94BADE"/>
                </a:gs>
                <a:gs pos="100000">
                  <a:srgbClr val="6191BD"/>
                </a:gs>
              </a:gsLst>
              <a:lin ang="2700000" scaled="1"/>
              <a:tileRect/>
            </a:gradFill>
            <a:ln w="2540" cap="rnd" cmpd="sng" algn="ctr">
              <a:noFill/>
              <a:prstDash val="solid"/>
              <a:round/>
              <a:headEnd type="none" w="med" len="med"/>
              <a:tailEnd type="none" w="med" len="med"/>
            </a:ln>
            <a:effectLst/>
          </p:spPr>
        </p:sp>
        <p:sp>
          <p:nvSpPr>
            <p:cNvPr id="426" name="ellipse_2220">
              <a:extLst>
                <a:ext uri="{FF2B5EF4-FFF2-40B4-BE49-F238E27FC236}">
                  <a16:creationId xmlns:a16="http://schemas.microsoft.com/office/drawing/2014/main" id="{DB404BDE-9261-C955-9964-97527ED3BE39}"/>
                </a:ext>
              </a:extLst>
            </p:cNvPr>
            <p:cNvSpPr/>
            <p:nvPr/>
          </p:nvSpPr>
          <p:spPr>
            <a:xfrm>
              <a:off x="4165774" y="1531813"/>
              <a:ext cx="25912" cy="25912"/>
            </a:xfrm>
            <a:prstGeom prst="ellipse">
              <a:avLst/>
            </a:prstGeom>
            <a:gradFill flip="none" rotWithShape="1">
              <a:gsLst>
                <a:gs pos="0">
                  <a:srgbClr val="EEF4FA"/>
                </a:gs>
                <a:gs pos="43000">
                  <a:srgbClr val="B0CCE6"/>
                </a:gs>
                <a:gs pos="100000">
                  <a:srgbClr val="82A5C6"/>
                </a:gs>
              </a:gsLst>
              <a:lin ang="2700000" scaled="1"/>
              <a:tileRect/>
            </a:gradFill>
            <a:ln w="2540" cap="rnd" cmpd="sng" algn="ctr">
              <a:noFill/>
              <a:prstDash val="solid"/>
              <a:round/>
              <a:headEnd type="none" w="med" len="med"/>
              <a:tailEnd type="none" w="med" len="med"/>
            </a:ln>
            <a:effectLst/>
          </p:spPr>
        </p:sp>
        <p:sp>
          <p:nvSpPr>
            <p:cNvPr id="427" name="ellipse_2221">
              <a:extLst>
                <a:ext uri="{FF2B5EF4-FFF2-40B4-BE49-F238E27FC236}">
                  <a16:creationId xmlns:a16="http://schemas.microsoft.com/office/drawing/2014/main" id="{0A934264-1B5E-344B-74D9-5E853803CE95}"/>
                </a:ext>
              </a:extLst>
            </p:cNvPr>
            <p:cNvSpPr/>
            <p:nvPr/>
          </p:nvSpPr>
          <p:spPr>
            <a:xfrm>
              <a:off x="4496640" y="1596997"/>
              <a:ext cx="32682" cy="32682"/>
            </a:xfrm>
            <a:prstGeom prst="ellipse">
              <a:avLst/>
            </a:prstGeom>
            <a:gradFill flip="none" rotWithShape="1">
              <a:gsLst>
                <a:gs pos="0">
                  <a:srgbClr val="E6EFF7"/>
                </a:gs>
                <a:gs pos="43000">
                  <a:srgbClr val="85B1DA"/>
                </a:gs>
                <a:gs pos="100000">
                  <a:srgbClr val="5186B8"/>
                </a:gs>
              </a:gsLst>
              <a:lin ang="2700000" scaled="1"/>
              <a:tileRect/>
            </a:gradFill>
            <a:ln w="2540" cap="rnd" cmpd="sng" algn="ctr">
              <a:noFill/>
              <a:prstDash val="solid"/>
              <a:round/>
              <a:headEnd type="none" w="med" len="med"/>
              <a:tailEnd type="none" w="med" len="med"/>
            </a:ln>
            <a:effectLst/>
          </p:spPr>
        </p:sp>
        <p:sp>
          <p:nvSpPr>
            <p:cNvPr id="428" name="ellipse_2222">
              <a:extLst>
                <a:ext uri="{FF2B5EF4-FFF2-40B4-BE49-F238E27FC236}">
                  <a16:creationId xmlns:a16="http://schemas.microsoft.com/office/drawing/2014/main" id="{2DD3DAE8-A158-5A1A-7EF7-519C0D1FC1CF}"/>
                </a:ext>
              </a:extLst>
            </p:cNvPr>
            <p:cNvSpPr/>
            <p:nvPr/>
          </p:nvSpPr>
          <p:spPr>
            <a:xfrm>
              <a:off x="4080569" y="1562154"/>
              <a:ext cx="29306" cy="29306"/>
            </a:xfrm>
            <a:prstGeom prst="ellipse">
              <a:avLst/>
            </a:prstGeom>
            <a:gradFill flip="none" rotWithShape="1">
              <a:gsLst>
                <a:gs pos="0">
                  <a:srgbClr val="ECF3F9"/>
                </a:gs>
                <a:gs pos="43000">
                  <a:srgbClr val="A2C3E2"/>
                </a:gs>
                <a:gs pos="100000">
                  <a:srgbClr val="729BC2"/>
                </a:gs>
              </a:gsLst>
              <a:lin ang="2700000" scaled="1"/>
              <a:tileRect/>
            </a:gradFill>
            <a:ln w="2540" cap="rnd" cmpd="sng" algn="ctr">
              <a:noFill/>
              <a:prstDash val="solid"/>
              <a:round/>
              <a:headEnd type="none" w="med" len="med"/>
              <a:tailEnd type="none" w="med" len="med"/>
            </a:ln>
            <a:effectLst/>
          </p:spPr>
        </p:sp>
        <p:sp>
          <p:nvSpPr>
            <p:cNvPr id="429" name="ellipse_2223">
              <a:extLst>
                <a:ext uri="{FF2B5EF4-FFF2-40B4-BE49-F238E27FC236}">
                  <a16:creationId xmlns:a16="http://schemas.microsoft.com/office/drawing/2014/main" id="{36C7551F-EF99-2405-B4A1-8CE359985048}"/>
                </a:ext>
              </a:extLst>
            </p:cNvPr>
            <p:cNvSpPr/>
            <p:nvPr/>
          </p:nvSpPr>
          <p:spPr>
            <a:xfrm>
              <a:off x="4109818" y="1517906"/>
              <a:ext cx="20219" cy="20219"/>
            </a:xfrm>
            <a:prstGeom prst="ellipse">
              <a:avLst/>
            </a:prstGeom>
            <a:gradFill flip="none" rotWithShape="1">
              <a:gsLst>
                <a:gs pos="0">
                  <a:srgbClr val="E6EFF7"/>
                </a:gs>
                <a:gs pos="43000">
                  <a:srgbClr val="89B3DA"/>
                </a:gs>
                <a:gs pos="100000">
                  <a:srgbClr val="5588B8"/>
                </a:gs>
              </a:gsLst>
              <a:lin ang="2700000" scaled="1"/>
              <a:tileRect/>
            </a:gradFill>
            <a:ln w="2540" cap="rnd" cmpd="sng" algn="ctr">
              <a:noFill/>
              <a:prstDash val="solid"/>
              <a:round/>
              <a:headEnd type="none" w="med" len="med"/>
              <a:tailEnd type="none" w="med" len="med"/>
            </a:ln>
            <a:effectLst/>
          </p:spPr>
        </p:sp>
        <p:sp>
          <p:nvSpPr>
            <p:cNvPr id="430" name="ellipse_2224">
              <a:extLst>
                <a:ext uri="{FF2B5EF4-FFF2-40B4-BE49-F238E27FC236}">
                  <a16:creationId xmlns:a16="http://schemas.microsoft.com/office/drawing/2014/main" id="{FB988A5F-C553-9D11-01C3-076940532BCF}"/>
                </a:ext>
              </a:extLst>
            </p:cNvPr>
            <p:cNvSpPr/>
            <p:nvPr/>
          </p:nvSpPr>
          <p:spPr>
            <a:xfrm>
              <a:off x="4485896" y="1407592"/>
              <a:ext cx="26944" cy="26944"/>
            </a:xfrm>
            <a:prstGeom prst="ellipse">
              <a:avLst/>
            </a:prstGeom>
            <a:gradFill flip="none" rotWithShape="1">
              <a:gsLst>
                <a:gs pos="0">
                  <a:srgbClr val="FDFDFE"/>
                </a:gs>
                <a:gs pos="43000">
                  <a:srgbClr val="F7F6F8"/>
                </a:gs>
                <a:gs pos="100000">
                  <a:srgbClr val="D4D5DA"/>
                </a:gs>
              </a:gsLst>
              <a:lin ang="2700000" scaled="1"/>
              <a:tileRect/>
            </a:gradFill>
            <a:ln w="2540" cap="rnd" cmpd="sng" algn="ctr">
              <a:noFill/>
              <a:prstDash val="solid"/>
              <a:round/>
              <a:headEnd type="none" w="med" len="med"/>
              <a:tailEnd type="none" w="med" len="med"/>
            </a:ln>
            <a:effectLst/>
          </p:spPr>
        </p:sp>
        <p:sp>
          <p:nvSpPr>
            <p:cNvPr id="431" name="ellipse_2225">
              <a:extLst>
                <a:ext uri="{FF2B5EF4-FFF2-40B4-BE49-F238E27FC236}">
                  <a16:creationId xmlns:a16="http://schemas.microsoft.com/office/drawing/2014/main" id="{AC3D0659-ED04-BBDD-7049-5FD599BFAA84}"/>
                </a:ext>
              </a:extLst>
            </p:cNvPr>
            <p:cNvSpPr/>
            <p:nvPr/>
          </p:nvSpPr>
          <p:spPr>
            <a:xfrm>
              <a:off x="4195814" y="1538945"/>
              <a:ext cx="28500" cy="28500"/>
            </a:xfrm>
            <a:prstGeom prst="ellipse">
              <a:avLst/>
            </a:prstGeom>
            <a:gradFill flip="none" rotWithShape="1">
              <a:gsLst>
                <a:gs pos="0">
                  <a:srgbClr val="F1F6FA"/>
                </a:gs>
                <a:gs pos="43000">
                  <a:srgbClr val="BAD2E9"/>
                </a:gs>
                <a:gs pos="100000">
                  <a:srgbClr val="8DACC9"/>
                </a:gs>
              </a:gsLst>
              <a:lin ang="2700000" scaled="1"/>
              <a:tileRect/>
            </a:gradFill>
            <a:ln w="2540" cap="rnd" cmpd="sng" algn="ctr">
              <a:noFill/>
              <a:prstDash val="solid"/>
              <a:round/>
              <a:headEnd type="none" w="med" len="med"/>
              <a:tailEnd type="none" w="med" len="med"/>
            </a:ln>
            <a:effectLst/>
          </p:spPr>
        </p:sp>
        <p:sp>
          <p:nvSpPr>
            <p:cNvPr id="432" name="ellipse_2226">
              <a:extLst>
                <a:ext uri="{FF2B5EF4-FFF2-40B4-BE49-F238E27FC236}">
                  <a16:creationId xmlns:a16="http://schemas.microsoft.com/office/drawing/2014/main" id="{9C165E6F-AB45-44AE-12CD-A9BDF5C65C1C}"/>
                </a:ext>
              </a:extLst>
            </p:cNvPr>
            <p:cNvSpPr/>
            <p:nvPr/>
          </p:nvSpPr>
          <p:spPr>
            <a:xfrm>
              <a:off x="4140216" y="1445463"/>
              <a:ext cx="30909" cy="30909"/>
            </a:xfrm>
            <a:prstGeom prst="ellipse">
              <a:avLst/>
            </a:prstGeom>
            <a:gradFill flip="none" rotWithShape="1">
              <a:gsLst>
                <a:gs pos="0">
                  <a:srgbClr val="E1ECF6"/>
                </a:gs>
                <a:gs pos="43000">
                  <a:srgbClr val="71A4D3"/>
                </a:gs>
                <a:gs pos="100000">
                  <a:srgbClr val="3978B0"/>
                </a:gs>
              </a:gsLst>
              <a:lin ang="2700000" scaled="1"/>
              <a:tileRect/>
            </a:gradFill>
            <a:ln w="2540" cap="rnd" cmpd="sng" algn="ctr">
              <a:noFill/>
              <a:prstDash val="solid"/>
              <a:round/>
              <a:headEnd type="none" w="med" len="med"/>
              <a:tailEnd type="none" w="med" len="med"/>
            </a:ln>
            <a:effectLst/>
          </p:spPr>
        </p:sp>
        <p:sp>
          <p:nvSpPr>
            <p:cNvPr id="433" name="ellipse_2227">
              <a:extLst>
                <a:ext uri="{FF2B5EF4-FFF2-40B4-BE49-F238E27FC236}">
                  <a16:creationId xmlns:a16="http://schemas.microsoft.com/office/drawing/2014/main" id="{A7F8F123-2DB3-394A-41B0-24A3F996A08A}"/>
                </a:ext>
              </a:extLst>
            </p:cNvPr>
            <p:cNvSpPr/>
            <p:nvPr/>
          </p:nvSpPr>
          <p:spPr>
            <a:xfrm>
              <a:off x="4218177" y="1435070"/>
              <a:ext cx="24835" cy="24835"/>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434" name="ellipse_2228">
              <a:extLst>
                <a:ext uri="{FF2B5EF4-FFF2-40B4-BE49-F238E27FC236}">
                  <a16:creationId xmlns:a16="http://schemas.microsoft.com/office/drawing/2014/main" id="{083624BA-7049-EAB0-BD33-17D1850B6218}"/>
                </a:ext>
              </a:extLst>
            </p:cNvPr>
            <p:cNvSpPr/>
            <p:nvPr/>
          </p:nvSpPr>
          <p:spPr>
            <a:xfrm>
              <a:off x="4396992" y="1424174"/>
              <a:ext cx="31572" cy="31572"/>
            </a:xfrm>
            <a:prstGeom prst="ellipse">
              <a:avLst/>
            </a:prstGeom>
            <a:gradFill flip="none" rotWithShape="1">
              <a:gsLst>
                <a:gs pos="0">
                  <a:srgbClr val="FBF1F2"/>
                </a:gs>
                <a:gs pos="43000">
                  <a:srgbClr val="EBBDC1"/>
                </a:gs>
                <a:gs pos="100000">
                  <a:srgbClr val="C6959B"/>
                </a:gs>
              </a:gsLst>
              <a:lin ang="2700000" scaled="1"/>
              <a:tileRect/>
            </a:gradFill>
            <a:ln w="2540" cap="rnd" cmpd="sng" algn="ctr">
              <a:noFill/>
              <a:prstDash val="solid"/>
              <a:round/>
              <a:headEnd type="none" w="med" len="med"/>
              <a:tailEnd type="none" w="med" len="med"/>
            </a:ln>
            <a:effectLst/>
          </p:spPr>
        </p:sp>
        <p:sp>
          <p:nvSpPr>
            <p:cNvPr id="435" name="ellipse_2229">
              <a:extLst>
                <a:ext uri="{FF2B5EF4-FFF2-40B4-BE49-F238E27FC236}">
                  <a16:creationId xmlns:a16="http://schemas.microsoft.com/office/drawing/2014/main" id="{978E1207-1311-6B0E-9135-A1BFFAB5B5A9}"/>
                </a:ext>
              </a:extLst>
            </p:cNvPr>
            <p:cNvSpPr/>
            <p:nvPr/>
          </p:nvSpPr>
          <p:spPr>
            <a:xfrm>
              <a:off x="4450606" y="1519243"/>
              <a:ext cx="22570" cy="22570"/>
            </a:xfrm>
            <a:prstGeom prst="ellipse">
              <a:avLst/>
            </a:prstGeom>
            <a:gradFill flip="none" rotWithShape="1">
              <a:gsLst>
                <a:gs pos="0">
                  <a:srgbClr val="F9E6E7"/>
                </a:gs>
                <a:gs pos="43000">
                  <a:srgbClr val="E0898E"/>
                </a:gs>
                <a:gs pos="100000">
                  <a:srgbClr val="B95860"/>
                </a:gs>
              </a:gsLst>
              <a:lin ang="2700000" scaled="1"/>
              <a:tileRect/>
            </a:gradFill>
            <a:ln w="2540" cap="rnd" cmpd="sng" algn="ctr">
              <a:noFill/>
              <a:prstDash val="solid"/>
              <a:round/>
              <a:headEnd type="none" w="med" len="med"/>
              <a:tailEnd type="none" w="med" len="med"/>
            </a:ln>
            <a:effectLst/>
          </p:spPr>
        </p:sp>
        <p:sp>
          <p:nvSpPr>
            <p:cNvPr id="436" name="ellipse_2230">
              <a:extLst>
                <a:ext uri="{FF2B5EF4-FFF2-40B4-BE49-F238E27FC236}">
                  <a16:creationId xmlns:a16="http://schemas.microsoft.com/office/drawing/2014/main" id="{217CF1AB-6F91-739C-44BA-64F33CDD67B0}"/>
                </a:ext>
              </a:extLst>
            </p:cNvPr>
            <p:cNvSpPr/>
            <p:nvPr/>
          </p:nvSpPr>
          <p:spPr>
            <a:xfrm>
              <a:off x="4493511" y="1391803"/>
              <a:ext cx="30887" cy="30887"/>
            </a:xfrm>
            <a:prstGeom prst="ellipse">
              <a:avLst/>
            </a:prstGeom>
            <a:gradFill flip="none" rotWithShape="1">
              <a:gsLst>
                <a:gs pos="0">
                  <a:srgbClr val="F4F8FC"/>
                </a:gs>
                <a:gs pos="43000">
                  <a:srgbClr val="CDDEEE"/>
                </a:gs>
                <a:gs pos="100000">
                  <a:srgbClr val="A3BAD0"/>
                </a:gs>
              </a:gsLst>
              <a:lin ang="2700000" scaled="1"/>
              <a:tileRect/>
            </a:gradFill>
            <a:ln w="2540" cap="rnd" cmpd="sng" algn="ctr">
              <a:noFill/>
              <a:prstDash val="solid"/>
              <a:round/>
              <a:headEnd type="none" w="med" len="med"/>
              <a:tailEnd type="none" w="med" len="med"/>
            </a:ln>
            <a:effectLst/>
          </p:spPr>
        </p:sp>
        <p:sp>
          <p:nvSpPr>
            <p:cNvPr id="437" name="ellipse_2231">
              <a:extLst>
                <a:ext uri="{FF2B5EF4-FFF2-40B4-BE49-F238E27FC236}">
                  <a16:creationId xmlns:a16="http://schemas.microsoft.com/office/drawing/2014/main" id="{A7309E56-6C06-21F8-6F33-BD380E4989F5}"/>
                </a:ext>
              </a:extLst>
            </p:cNvPr>
            <p:cNvSpPr/>
            <p:nvPr/>
          </p:nvSpPr>
          <p:spPr>
            <a:xfrm>
              <a:off x="4365893" y="1649463"/>
              <a:ext cx="23524" cy="23524"/>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438" name="ellipse_2232">
              <a:extLst>
                <a:ext uri="{FF2B5EF4-FFF2-40B4-BE49-F238E27FC236}">
                  <a16:creationId xmlns:a16="http://schemas.microsoft.com/office/drawing/2014/main" id="{87C7E8C0-671B-9F32-E8E5-46737212C15B}"/>
                </a:ext>
              </a:extLst>
            </p:cNvPr>
            <p:cNvSpPr/>
            <p:nvPr/>
          </p:nvSpPr>
          <p:spPr>
            <a:xfrm>
              <a:off x="4343626" y="1628381"/>
              <a:ext cx="24226" cy="24226"/>
            </a:xfrm>
            <a:prstGeom prst="ellipse">
              <a:avLst/>
            </a:prstGeom>
            <a:gradFill flip="none" rotWithShape="1">
              <a:gsLst>
                <a:gs pos="0">
                  <a:srgbClr val="E3EDF6"/>
                </a:gs>
                <a:gs pos="43000">
                  <a:srgbClr val="77A8D5"/>
                </a:gs>
                <a:gs pos="100000">
                  <a:srgbClr val="407CB3"/>
                </a:gs>
              </a:gsLst>
              <a:lin ang="2700000" scaled="1"/>
              <a:tileRect/>
            </a:gradFill>
            <a:ln w="2540" cap="rnd" cmpd="sng" algn="ctr">
              <a:noFill/>
              <a:prstDash val="solid"/>
              <a:round/>
              <a:headEnd type="none" w="med" len="med"/>
              <a:tailEnd type="none" w="med" len="med"/>
            </a:ln>
            <a:effectLst/>
          </p:spPr>
        </p:sp>
        <p:sp>
          <p:nvSpPr>
            <p:cNvPr id="439" name="ellipse_2233">
              <a:extLst>
                <a:ext uri="{FF2B5EF4-FFF2-40B4-BE49-F238E27FC236}">
                  <a16:creationId xmlns:a16="http://schemas.microsoft.com/office/drawing/2014/main" id="{F5B953E5-8DC6-9908-1A54-455CB420E5BC}"/>
                </a:ext>
              </a:extLst>
            </p:cNvPr>
            <p:cNvSpPr/>
            <p:nvPr/>
          </p:nvSpPr>
          <p:spPr>
            <a:xfrm>
              <a:off x="4369163" y="1423006"/>
              <a:ext cx="20129" cy="20129"/>
            </a:xfrm>
            <a:prstGeom prst="ellipse">
              <a:avLst/>
            </a:prstGeom>
            <a:gradFill flip="none" rotWithShape="1">
              <a:gsLst>
                <a:gs pos="0">
                  <a:srgbClr val="FCFDFE"/>
                </a:gs>
                <a:gs pos="43000">
                  <a:srgbClr val="F2F6FA"/>
                </a:gs>
                <a:gs pos="100000">
                  <a:srgbClr val="CED5DD"/>
                </a:gs>
              </a:gsLst>
              <a:lin ang="2700000" scaled="1"/>
              <a:tileRect/>
            </a:gradFill>
            <a:ln w="2540" cap="rnd" cmpd="sng" algn="ctr">
              <a:noFill/>
              <a:prstDash val="solid"/>
              <a:round/>
              <a:headEnd type="none" w="med" len="med"/>
              <a:tailEnd type="none" w="med" len="med"/>
            </a:ln>
            <a:effectLst/>
          </p:spPr>
        </p:sp>
        <p:sp>
          <p:nvSpPr>
            <p:cNvPr id="440" name="ellipse_2234">
              <a:extLst>
                <a:ext uri="{FF2B5EF4-FFF2-40B4-BE49-F238E27FC236}">
                  <a16:creationId xmlns:a16="http://schemas.microsoft.com/office/drawing/2014/main" id="{2DB19372-D686-74EC-7CF1-59B9D2525B3F}"/>
                </a:ext>
              </a:extLst>
            </p:cNvPr>
            <p:cNvSpPr/>
            <p:nvPr/>
          </p:nvSpPr>
          <p:spPr>
            <a:xfrm>
              <a:off x="4319544" y="1450468"/>
              <a:ext cx="22903" cy="22903"/>
            </a:xfrm>
            <a:prstGeom prst="ellipse">
              <a:avLst/>
            </a:prstGeom>
            <a:gradFill flip="none" rotWithShape="1">
              <a:gsLst>
                <a:gs pos="0">
                  <a:srgbClr val="F3F7FB"/>
                </a:gs>
                <a:gs pos="43000">
                  <a:srgbClr val="C7DAED"/>
                </a:gs>
                <a:gs pos="100000">
                  <a:srgbClr val="9CB6CE"/>
                </a:gs>
              </a:gsLst>
              <a:lin ang="2700000" scaled="1"/>
              <a:tileRect/>
            </a:gradFill>
            <a:ln w="2540" cap="rnd" cmpd="sng" algn="ctr">
              <a:noFill/>
              <a:prstDash val="solid"/>
              <a:round/>
              <a:headEnd type="none" w="med" len="med"/>
              <a:tailEnd type="none" w="med" len="med"/>
            </a:ln>
            <a:effectLst/>
          </p:spPr>
        </p:sp>
        <p:sp>
          <p:nvSpPr>
            <p:cNvPr id="441" name="ellipse_2235">
              <a:extLst>
                <a:ext uri="{FF2B5EF4-FFF2-40B4-BE49-F238E27FC236}">
                  <a16:creationId xmlns:a16="http://schemas.microsoft.com/office/drawing/2014/main" id="{D79E1FB3-59BA-BECC-7CFD-01A6F6CE7EFB}"/>
                </a:ext>
              </a:extLst>
            </p:cNvPr>
            <p:cNvSpPr/>
            <p:nvPr/>
          </p:nvSpPr>
          <p:spPr>
            <a:xfrm>
              <a:off x="4341136" y="1630187"/>
              <a:ext cx="33821" cy="33821"/>
            </a:xfrm>
            <a:prstGeom prst="ellipse">
              <a:avLst/>
            </a:prstGeom>
            <a:gradFill flip="none" rotWithShape="1">
              <a:gsLst>
                <a:gs pos="0">
                  <a:srgbClr val="E2EDF6"/>
                </a:gs>
                <a:gs pos="43000">
                  <a:srgbClr val="75A6D5"/>
                </a:gs>
                <a:gs pos="100000">
                  <a:srgbClr val="3E7AB2"/>
                </a:gs>
              </a:gsLst>
              <a:lin ang="2700000" scaled="1"/>
              <a:tileRect/>
            </a:gradFill>
            <a:ln w="2540" cap="rnd" cmpd="sng" algn="ctr">
              <a:noFill/>
              <a:prstDash val="solid"/>
              <a:round/>
              <a:headEnd type="none" w="med" len="med"/>
              <a:tailEnd type="none" w="med" len="med"/>
            </a:ln>
            <a:effectLst/>
          </p:spPr>
        </p:sp>
        <p:sp>
          <p:nvSpPr>
            <p:cNvPr id="442" name="ellipse_2236">
              <a:extLst>
                <a:ext uri="{FF2B5EF4-FFF2-40B4-BE49-F238E27FC236}">
                  <a16:creationId xmlns:a16="http://schemas.microsoft.com/office/drawing/2014/main" id="{D7D7B5FC-4045-B8E1-93D9-0CDDEB296233}"/>
                </a:ext>
              </a:extLst>
            </p:cNvPr>
            <p:cNvSpPr/>
            <p:nvPr/>
          </p:nvSpPr>
          <p:spPr>
            <a:xfrm>
              <a:off x="4161225" y="1530942"/>
              <a:ext cx="25121" cy="25121"/>
            </a:xfrm>
            <a:prstGeom prst="ellipse">
              <a:avLst/>
            </a:prstGeom>
            <a:gradFill flip="none" rotWithShape="1">
              <a:gsLst>
                <a:gs pos="0">
                  <a:srgbClr val="EEF4FA"/>
                </a:gs>
                <a:gs pos="43000">
                  <a:srgbClr val="ADCAE5"/>
                </a:gs>
                <a:gs pos="100000">
                  <a:srgbClr val="7EA3C5"/>
                </a:gs>
              </a:gsLst>
              <a:lin ang="2700000" scaled="1"/>
              <a:tileRect/>
            </a:gradFill>
            <a:ln w="2540" cap="rnd" cmpd="sng" algn="ctr">
              <a:noFill/>
              <a:prstDash val="solid"/>
              <a:round/>
              <a:headEnd type="none" w="med" len="med"/>
              <a:tailEnd type="none" w="med" len="med"/>
            </a:ln>
            <a:effectLst/>
          </p:spPr>
        </p:sp>
        <p:sp>
          <p:nvSpPr>
            <p:cNvPr id="443" name="ellipse_2237">
              <a:extLst>
                <a:ext uri="{FF2B5EF4-FFF2-40B4-BE49-F238E27FC236}">
                  <a16:creationId xmlns:a16="http://schemas.microsoft.com/office/drawing/2014/main" id="{F4543D97-CD4E-B9B1-7A4A-24CF3B38CEE8}"/>
                </a:ext>
              </a:extLst>
            </p:cNvPr>
            <p:cNvSpPr/>
            <p:nvPr/>
          </p:nvSpPr>
          <p:spPr>
            <a:xfrm>
              <a:off x="4203426" y="1536802"/>
              <a:ext cx="26566" cy="26566"/>
            </a:xfrm>
            <a:prstGeom prst="ellipse">
              <a:avLst/>
            </a:prstGeom>
            <a:gradFill flip="none" rotWithShape="1">
              <a:gsLst>
                <a:gs pos="0">
                  <a:srgbClr val="EFF5FA"/>
                </a:gs>
                <a:gs pos="43000">
                  <a:srgbClr val="B3CDE7"/>
                </a:gs>
                <a:gs pos="100000">
                  <a:srgbClr val="85A7C7"/>
                </a:gs>
              </a:gsLst>
              <a:lin ang="2700000" scaled="1"/>
              <a:tileRect/>
            </a:gradFill>
            <a:ln w="2540" cap="rnd" cmpd="sng" algn="ctr">
              <a:noFill/>
              <a:prstDash val="solid"/>
              <a:round/>
              <a:headEnd type="none" w="med" len="med"/>
              <a:tailEnd type="none" w="med" len="med"/>
            </a:ln>
            <a:effectLst/>
          </p:spPr>
        </p:sp>
        <p:sp>
          <p:nvSpPr>
            <p:cNvPr id="444" name="ellipse_2238">
              <a:extLst>
                <a:ext uri="{FF2B5EF4-FFF2-40B4-BE49-F238E27FC236}">
                  <a16:creationId xmlns:a16="http://schemas.microsoft.com/office/drawing/2014/main" id="{D74F0C44-7C5F-D05A-EA8F-DBE64FF7370E}"/>
                </a:ext>
              </a:extLst>
            </p:cNvPr>
            <p:cNvSpPr/>
            <p:nvPr/>
          </p:nvSpPr>
          <p:spPr>
            <a:xfrm>
              <a:off x="4482696" y="1603333"/>
              <a:ext cx="28320" cy="28320"/>
            </a:xfrm>
            <a:prstGeom prst="ellipse">
              <a:avLst/>
            </a:prstGeom>
            <a:gradFill flip="none" rotWithShape="1">
              <a:gsLst>
                <a:gs pos="0">
                  <a:srgbClr val="E6EEF7"/>
                </a:gs>
                <a:gs pos="43000">
                  <a:srgbClr val="85B0D9"/>
                </a:gs>
                <a:gs pos="100000">
                  <a:srgbClr val="5085B7"/>
                </a:gs>
              </a:gsLst>
              <a:lin ang="2700000" scaled="1"/>
              <a:tileRect/>
            </a:gradFill>
            <a:ln w="2540" cap="rnd" cmpd="sng" algn="ctr">
              <a:noFill/>
              <a:prstDash val="solid"/>
              <a:round/>
              <a:headEnd type="none" w="med" len="med"/>
              <a:tailEnd type="none" w="med" len="med"/>
            </a:ln>
            <a:effectLst/>
          </p:spPr>
        </p:sp>
        <p:sp>
          <p:nvSpPr>
            <p:cNvPr id="445" name="ellipse_2239">
              <a:extLst>
                <a:ext uri="{FF2B5EF4-FFF2-40B4-BE49-F238E27FC236}">
                  <a16:creationId xmlns:a16="http://schemas.microsoft.com/office/drawing/2014/main" id="{047B235C-9006-06A6-B0E4-A539A2DBC336}"/>
                </a:ext>
              </a:extLst>
            </p:cNvPr>
            <p:cNvSpPr/>
            <p:nvPr/>
          </p:nvSpPr>
          <p:spPr>
            <a:xfrm>
              <a:off x="4197066" y="1522229"/>
              <a:ext cx="22601" cy="22601"/>
            </a:xfrm>
            <a:prstGeom prst="ellipse">
              <a:avLst/>
            </a:prstGeom>
            <a:gradFill flip="none" rotWithShape="1">
              <a:gsLst>
                <a:gs pos="0">
                  <a:srgbClr val="EBF2F9"/>
                </a:gs>
                <a:gs pos="43000">
                  <a:srgbClr val="9DC0E0"/>
                </a:gs>
                <a:gs pos="100000">
                  <a:srgbClr val="6C97BF"/>
                </a:gs>
              </a:gsLst>
              <a:lin ang="2700000" scaled="1"/>
              <a:tileRect/>
            </a:gradFill>
            <a:ln w="2540" cap="rnd" cmpd="sng" algn="ctr">
              <a:noFill/>
              <a:prstDash val="solid"/>
              <a:round/>
              <a:headEnd type="none" w="med" len="med"/>
              <a:tailEnd type="none" w="med" len="med"/>
            </a:ln>
            <a:effectLst/>
          </p:spPr>
        </p:sp>
        <p:sp>
          <p:nvSpPr>
            <p:cNvPr id="446" name="ellipse_2240">
              <a:extLst>
                <a:ext uri="{FF2B5EF4-FFF2-40B4-BE49-F238E27FC236}">
                  <a16:creationId xmlns:a16="http://schemas.microsoft.com/office/drawing/2014/main" id="{C172E356-A7EE-D886-BF61-26454FD385B3}"/>
                </a:ext>
              </a:extLst>
            </p:cNvPr>
            <p:cNvSpPr/>
            <p:nvPr/>
          </p:nvSpPr>
          <p:spPr>
            <a:xfrm>
              <a:off x="4144638" y="1578773"/>
              <a:ext cx="26817" cy="26817"/>
            </a:xfrm>
            <a:prstGeom prst="ellipse">
              <a:avLst/>
            </a:prstGeom>
            <a:gradFill flip="none" rotWithShape="1">
              <a:gsLst>
                <a:gs pos="0">
                  <a:srgbClr val="F9FBFD"/>
                </a:gs>
                <a:gs pos="43000">
                  <a:srgbClr val="E4ECF6"/>
                </a:gs>
                <a:gs pos="100000">
                  <a:srgbClr val="BDCBD8"/>
                </a:gs>
              </a:gsLst>
              <a:lin ang="2700000" scaled="1"/>
              <a:tileRect/>
            </a:gradFill>
            <a:ln w="2540" cap="rnd" cmpd="sng" algn="ctr">
              <a:noFill/>
              <a:prstDash val="solid"/>
              <a:round/>
              <a:headEnd type="none" w="med" len="med"/>
              <a:tailEnd type="none" w="med" len="med"/>
            </a:ln>
            <a:effectLst/>
          </p:spPr>
        </p:sp>
        <p:sp>
          <p:nvSpPr>
            <p:cNvPr id="447" name="ellipse_2241">
              <a:extLst>
                <a:ext uri="{FF2B5EF4-FFF2-40B4-BE49-F238E27FC236}">
                  <a16:creationId xmlns:a16="http://schemas.microsoft.com/office/drawing/2014/main" id="{C50FCDC9-12D8-330D-CD31-C4FDF3F85861}"/>
                </a:ext>
              </a:extLst>
            </p:cNvPr>
            <p:cNvSpPr/>
            <p:nvPr/>
          </p:nvSpPr>
          <p:spPr>
            <a:xfrm>
              <a:off x="4441221" y="1606601"/>
              <a:ext cx="26804" cy="26804"/>
            </a:xfrm>
            <a:prstGeom prst="ellipse">
              <a:avLst/>
            </a:prstGeom>
            <a:gradFill flip="none" rotWithShape="1">
              <a:gsLst>
                <a:gs pos="0">
                  <a:srgbClr val="E6EFF7"/>
                </a:gs>
                <a:gs pos="43000">
                  <a:srgbClr val="85B1DA"/>
                </a:gs>
                <a:gs pos="100000">
                  <a:srgbClr val="5186B8"/>
                </a:gs>
              </a:gsLst>
              <a:lin ang="2700000" scaled="1"/>
              <a:tileRect/>
            </a:gradFill>
            <a:ln w="2540" cap="rnd" cmpd="sng" algn="ctr">
              <a:noFill/>
              <a:prstDash val="solid"/>
              <a:round/>
              <a:headEnd type="none" w="med" len="med"/>
              <a:tailEnd type="none" w="med" len="med"/>
            </a:ln>
            <a:effectLst/>
          </p:spPr>
        </p:sp>
        <p:sp>
          <p:nvSpPr>
            <p:cNvPr id="3162" name="ellipse_2242">
              <a:extLst>
                <a:ext uri="{FF2B5EF4-FFF2-40B4-BE49-F238E27FC236}">
                  <a16:creationId xmlns:a16="http://schemas.microsoft.com/office/drawing/2014/main" id="{1FD33B0D-45B5-C571-909A-AE799F024ED7}"/>
                </a:ext>
              </a:extLst>
            </p:cNvPr>
            <p:cNvSpPr/>
            <p:nvPr/>
          </p:nvSpPr>
          <p:spPr>
            <a:xfrm>
              <a:off x="4334837" y="1431903"/>
              <a:ext cx="27902" cy="27902"/>
            </a:xfrm>
            <a:prstGeom prst="ellipse">
              <a:avLst/>
            </a:prstGeom>
            <a:gradFill flip="none" rotWithShape="1">
              <a:gsLst>
                <a:gs pos="0">
                  <a:srgbClr val="F6F9FC"/>
                </a:gs>
                <a:gs pos="43000">
                  <a:srgbClr val="D5E4F1"/>
                </a:gs>
                <a:gs pos="100000">
                  <a:srgbClr val="ADC1D3"/>
                </a:gs>
              </a:gsLst>
              <a:lin ang="2700000" scaled="1"/>
              <a:tileRect/>
            </a:gradFill>
            <a:ln w="2540" cap="rnd" cmpd="sng" algn="ctr">
              <a:noFill/>
              <a:prstDash val="solid"/>
              <a:round/>
              <a:headEnd type="none" w="med" len="med"/>
              <a:tailEnd type="none" w="med" len="med"/>
            </a:ln>
            <a:effectLst/>
          </p:spPr>
        </p:sp>
        <p:sp>
          <p:nvSpPr>
            <p:cNvPr id="3163" name="ellipse_2243">
              <a:extLst>
                <a:ext uri="{FF2B5EF4-FFF2-40B4-BE49-F238E27FC236}">
                  <a16:creationId xmlns:a16="http://schemas.microsoft.com/office/drawing/2014/main" id="{9CD25010-F694-ACB6-AB42-01DF620C9E85}"/>
                </a:ext>
              </a:extLst>
            </p:cNvPr>
            <p:cNvSpPr/>
            <p:nvPr/>
          </p:nvSpPr>
          <p:spPr>
            <a:xfrm>
              <a:off x="4400306" y="1450110"/>
              <a:ext cx="32534" cy="32534"/>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3164" name="ellipse_2244">
              <a:extLst>
                <a:ext uri="{FF2B5EF4-FFF2-40B4-BE49-F238E27FC236}">
                  <a16:creationId xmlns:a16="http://schemas.microsoft.com/office/drawing/2014/main" id="{939F1F67-85DE-3AAA-206C-C1BC5E7C2085}"/>
                </a:ext>
              </a:extLst>
            </p:cNvPr>
            <p:cNvSpPr/>
            <p:nvPr/>
          </p:nvSpPr>
          <p:spPr>
            <a:xfrm>
              <a:off x="4216796" y="1447370"/>
              <a:ext cx="23756" cy="23756"/>
            </a:xfrm>
            <a:prstGeom prst="ellipse">
              <a:avLst/>
            </a:prstGeom>
            <a:gradFill flip="none" rotWithShape="1">
              <a:gsLst>
                <a:gs pos="0">
                  <a:srgbClr val="E2EDF6"/>
                </a:gs>
                <a:gs pos="43000">
                  <a:srgbClr val="75A6D5"/>
                </a:gs>
                <a:gs pos="100000">
                  <a:srgbClr val="3E7AB2"/>
                </a:gs>
              </a:gsLst>
              <a:lin ang="2700000" scaled="1"/>
              <a:tileRect/>
            </a:gradFill>
            <a:ln w="2540" cap="rnd" cmpd="sng" algn="ctr">
              <a:noFill/>
              <a:prstDash val="solid"/>
              <a:round/>
              <a:headEnd type="none" w="med" len="med"/>
              <a:tailEnd type="none" w="med" len="med"/>
            </a:ln>
            <a:effectLst/>
          </p:spPr>
        </p:sp>
        <p:sp>
          <p:nvSpPr>
            <p:cNvPr id="3165" name="ellipse_2245">
              <a:extLst>
                <a:ext uri="{FF2B5EF4-FFF2-40B4-BE49-F238E27FC236}">
                  <a16:creationId xmlns:a16="http://schemas.microsoft.com/office/drawing/2014/main" id="{C9806352-68DA-65F6-B755-5002601C36F3}"/>
                </a:ext>
              </a:extLst>
            </p:cNvPr>
            <p:cNvSpPr/>
            <p:nvPr/>
          </p:nvSpPr>
          <p:spPr>
            <a:xfrm>
              <a:off x="4370480" y="1659527"/>
              <a:ext cx="19803" cy="19803"/>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166" name="ellipse_2246">
              <a:extLst>
                <a:ext uri="{FF2B5EF4-FFF2-40B4-BE49-F238E27FC236}">
                  <a16:creationId xmlns:a16="http://schemas.microsoft.com/office/drawing/2014/main" id="{ADAE72CC-0219-6E75-9BA3-8FE5D0B1BDBB}"/>
                </a:ext>
              </a:extLst>
            </p:cNvPr>
            <p:cNvSpPr/>
            <p:nvPr/>
          </p:nvSpPr>
          <p:spPr>
            <a:xfrm>
              <a:off x="4529718" y="1436043"/>
              <a:ext cx="27552" cy="27552"/>
            </a:xfrm>
            <a:prstGeom prst="ellipse">
              <a:avLst/>
            </a:prstGeom>
            <a:gradFill flip="none" rotWithShape="1">
              <a:gsLst>
                <a:gs pos="0">
                  <a:srgbClr val="FDFCFD"/>
                </a:gs>
                <a:gs pos="43000">
                  <a:srgbClr val="F6F3F6"/>
                </a:gs>
                <a:gs pos="100000">
                  <a:srgbClr val="D3D2D8"/>
                </a:gs>
              </a:gsLst>
              <a:lin ang="2700000" scaled="1"/>
              <a:tileRect/>
            </a:gradFill>
            <a:ln w="2540" cap="rnd" cmpd="sng" algn="ctr">
              <a:noFill/>
              <a:prstDash val="solid"/>
              <a:round/>
              <a:headEnd type="none" w="med" len="med"/>
              <a:tailEnd type="none" w="med" len="med"/>
            </a:ln>
            <a:effectLst/>
          </p:spPr>
        </p:sp>
        <p:sp>
          <p:nvSpPr>
            <p:cNvPr id="3167" name="ellipse_2247">
              <a:extLst>
                <a:ext uri="{FF2B5EF4-FFF2-40B4-BE49-F238E27FC236}">
                  <a16:creationId xmlns:a16="http://schemas.microsoft.com/office/drawing/2014/main" id="{D7FD5162-4837-B6F0-9059-870E74930BAE}"/>
                </a:ext>
              </a:extLst>
            </p:cNvPr>
            <p:cNvSpPr/>
            <p:nvPr/>
          </p:nvSpPr>
          <p:spPr>
            <a:xfrm>
              <a:off x="4155808" y="1608147"/>
              <a:ext cx="21024" cy="21024"/>
            </a:xfrm>
            <a:prstGeom prst="ellipse">
              <a:avLst/>
            </a:prstGeom>
            <a:gradFill flip="none" rotWithShape="1">
              <a:gsLst>
                <a:gs pos="0">
                  <a:srgbClr val="F7FAFC"/>
                </a:gs>
                <a:gs pos="43000">
                  <a:srgbClr val="D9E6F2"/>
                </a:gs>
                <a:gs pos="100000">
                  <a:srgbClr val="B1C3D4"/>
                </a:gs>
              </a:gsLst>
              <a:lin ang="2700000" scaled="1"/>
              <a:tileRect/>
            </a:gradFill>
            <a:ln w="2540" cap="rnd" cmpd="sng" algn="ctr">
              <a:noFill/>
              <a:prstDash val="solid"/>
              <a:round/>
              <a:headEnd type="none" w="med" len="med"/>
              <a:tailEnd type="none" w="med" len="med"/>
            </a:ln>
            <a:effectLst/>
          </p:spPr>
        </p:sp>
        <p:sp>
          <p:nvSpPr>
            <p:cNvPr id="3169" name="ellipse_2248">
              <a:extLst>
                <a:ext uri="{FF2B5EF4-FFF2-40B4-BE49-F238E27FC236}">
                  <a16:creationId xmlns:a16="http://schemas.microsoft.com/office/drawing/2014/main" id="{0DEADCD0-F250-ECFF-C852-14C9279686B2}"/>
                </a:ext>
              </a:extLst>
            </p:cNvPr>
            <p:cNvSpPr/>
            <p:nvPr/>
          </p:nvSpPr>
          <p:spPr>
            <a:xfrm>
              <a:off x="4430114" y="1433963"/>
              <a:ext cx="19388" cy="19388"/>
            </a:xfrm>
            <a:prstGeom prst="ellipse">
              <a:avLst/>
            </a:prstGeom>
            <a:gradFill flip="none" rotWithShape="1">
              <a:gsLst>
                <a:gs pos="0">
                  <a:srgbClr val="F9EAEB"/>
                </a:gs>
                <a:gs pos="43000">
                  <a:srgbClr val="E3999D"/>
                </a:gs>
                <a:gs pos="100000">
                  <a:srgbClr val="BD6A72"/>
                </a:gs>
              </a:gsLst>
              <a:lin ang="2700000" scaled="1"/>
              <a:tileRect/>
            </a:gradFill>
            <a:ln w="2540" cap="rnd" cmpd="sng" algn="ctr">
              <a:noFill/>
              <a:prstDash val="solid"/>
              <a:round/>
              <a:headEnd type="none" w="med" len="med"/>
              <a:tailEnd type="none" w="med" len="med"/>
            </a:ln>
            <a:effectLst/>
          </p:spPr>
        </p:sp>
        <p:sp>
          <p:nvSpPr>
            <p:cNvPr id="3170" name="ellipse_2249">
              <a:extLst>
                <a:ext uri="{FF2B5EF4-FFF2-40B4-BE49-F238E27FC236}">
                  <a16:creationId xmlns:a16="http://schemas.microsoft.com/office/drawing/2014/main" id="{87629320-6F60-E96F-A00A-7062A73ED8F3}"/>
                </a:ext>
              </a:extLst>
            </p:cNvPr>
            <p:cNvSpPr/>
            <p:nvPr/>
          </p:nvSpPr>
          <p:spPr>
            <a:xfrm>
              <a:off x="4348582" y="1617385"/>
              <a:ext cx="30384" cy="30384"/>
            </a:xfrm>
            <a:prstGeom prst="ellipse">
              <a:avLst/>
            </a:prstGeom>
            <a:gradFill flip="none" rotWithShape="1">
              <a:gsLst>
                <a:gs pos="0">
                  <a:srgbClr val="E3EDF6"/>
                </a:gs>
                <a:gs pos="43000">
                  <a:srgbClr val="79A9D6"/>
                </a:gs>
                <a:gs pos="100000">
                  <a:srgbClr val="437DB3"/>
                </a:gs>
              </a:gsLst>
              <a:lin ang="2700000" scaled="1"/>
              <a:tileRect/>
            </a:gradFill>
            <a:ln w="2540" cap="rnd" cmpd="sng" algn="ctr">
              <a:noFill/>
              <a:prstDash val="solid"/>
              <a:round/>
              <a:headEnd type="none" w="med" len="med"/>
              <a:tailEnd type="none" w="med" len="med"/>
            </a:ln>
            <a:effectLst/>
          </p:spPr>
        </p:sp>
        <p:sp>
          <p:nvSpPr>
            <p:cNvPr id="3171" name="ellipse_2250">
              <a:extLst>
                <a:ext uri="{FF2B5EF4-FFF2-40B4-BE49-F238E27FC236}">
                  <a16:creationId xmlns:a16="http://schemas.microsoft.com/office/drawing/2014/main" id="{BCE4CF1B-D7B8-2340-7DEA-6DFB317A60C0}"/>
                </a:ext>
              </a:extLst>
            </p:cNvPr>
            <p:cNvSpPr/>
            <p:nvPr/>
          </p:nvSpPr>
          <p:spPr>
            <a:xfrm>
              <a:off x="4463319" y="1574688"/>
              <a:ext cx="25872" cy="25872"/>
            </a:xfrm>
            <a:prstGeom prst="ellipse">
              <a:avLst/>
            </a:prstGeom>
            <a:gradFill flip="none" rotWithShape="1">
              <a:gsLst>
                <a:gs pos="0">
                  <a:srgbClr val="F0F5FA"/>
                </a:gs>
                <a:gs pos="43000">
                  <a:srgbClr val="B5CFE7"/>
                </a:gs>
                <a:gs pos="100000">
                  <a:srgbClr val="88A9C7"/>
                </a:gs>
              </a:gsLst>
              <a:lin ang="2700000" scaled="1"/>
              <a:tileRect/>
            </a:gradFill>
            <a:ln w="2540" cap="rnd" cmpd="sng" algn="ctr">
              <a:noFill/>
              <a:prstDash val="solid"/>
              <a:round/>
              <a:headEnd type="none" w="med" len="med"/>
              <a:tailEnd type="none" w="med" len="med"/>
            </a:ln>
            <a:effectLst/>
          </p:spPr>
        </p:sp>
        <p:sp>
          <p:nvSpPr>
            <p:cNvPr id="3172" name="ellipse_2251">
              <a:extLst>
                <a:ext uri="{FF2B5EF4-FFF2-40B4-BE49-F238E27FC236}">
                  <a16:creationId xmlns:a16="http://schemas.microsoft.com/office/drawing/2014/main" id="{98C1CDAA-9FE9-5F47-662E-0629745802E5}"/>
                </a:ext>
              </a:extLst>
            </p:cNvPr>
            <p:cNvSpPr/>
            <p:nvPr/>
          </p:nvSpPr>
          <p:spPr>
            <a:xfrm>
              <a:off x="4531596" y="1568921"/>
              <a:ext cx="28919" cy="28919"/>
            </a:xfrm>
            <a:prstGeom prst="ellipse">
              <a:avLst/>
            </a:prstGeom>
            <a:gradFill flip="none" rotWithShape="1">
              <a:gsLst>
                <a:gs pos="0">
                  <a:srgbClr val="EAF1F8"/>
                </a:gs>
                <a:gs pos="43000">
                  <a:srgbClr val="99BDDF"/>
                </a:gs>
                <a:gs pos="100000">
                  <a:srgbClr val="6895BE"/>
                </a:gs>
              </a:gsLst>
              <a:lin ang="2700000" scaled="1"/>
              <a:tileRect/>
            </a:gradFill>
            <a:ln w="2540" cap="rnd" cmpd="sng" algn="ctr">
              <a:noFill/>
              <a:prstDash val="solid"/>
              <a:round/>
              <a:headEnd type="none" w="med" len="med"/>
              <a:tailEnd type="none" w="med" len="med"/>
            </a:ln>
            <a:effectLst/>
          </p:spPr>
        </p:sp>
        <p:sp>
          <p:nvSpPr>
            <p:cNvPr id="3173" name="ellipse_2252">
              <a:extLst>
                <a:ext uri="{FF2B5EF4-FFF2-40B4-BE49-F238E27FC236}">
                  <a16:creationId xmlns:a16="http://schemas.microsoft.com/office/drawing/2014/main" id="{1AB36F44-1997-6208-9BF3-71A0A5A48DEB}"/>
                </a:ext>
              </a:extLst>
            </p:cNvPr>
            <p:cNvSpPr/>
            <p:nvPr/>
          </p:nvSpPr>
          <p:spPr>
            <a:xfrm>
              <a:off x="4374229" y="1660093"/>
              <a:ext cx="34954" cy="34954"/>
            </a:xfrm>
            <a:prstGeom prst="ellipse">
              <a:avLst/>
            </a:prstGeom>
            <a:gradFill flip="none" rotWithShape="1">
              <a:gsLst>
                <a:gs pos="0">
                  <a:srgbClr val="E1ECF6"/>
                </a:gs>
                <a:gs pos="43000">
                  <a:srgbClr val="71A4D3"/>
                </a:gs>
                <a:gs pos="100000">
                  <a:srgbClr val="3977B0"/>
                </a:gs>
              </a:gsLst>
              <a:lin ang="2700000" scaled="1"/>
              <a:tileRect/>
            </a:gradFill>
            <a:ln w="2540" cap="rnd" cmpd="sng" algn="ctr">
              <a:noFill/>
              <a:prstDash val="solid"/>
              <a:round/>
              <a:headEnd type="none" w="med" len="med"/>
              <a:tailEnd type="none" w="med" len="med"/>
            </a:ln>
            <a:effectLst/>
          </p:spPr>
        </p:sp>
        <p:sp>
          <p:nvSpPr>
            <p:cNvPr id="3174" name="ellipse_2253">
              <a:extLst>
                <a:ext uri="{FF2B5EF4-FFF2-40B4-BE49-F238E27FC236}">
                  <a16:creationId xmlns:a16="http://schemas.microsoft.com/office/drawing/2014/main" id="{3A17BB28-A8A3-95C4-907E-4713FCE3E8B6}"/>
                </a:ext>
              </a:extLst>
            </p:cNvPr>
            <p:cNvSpPr/>
            <p:nvPr/>
          </p:nvSpPr>
          <p:spPr>
            <a:xfrm>
              <a:off x="4263352" y="1508604"/>
              <a:ext cx="27274" cy="27274"/>
            </a:xfrm>
            <a:prstGeom prst="ellipse">
              <a:avLst/>
            </a:prstGeom>
            <a:gradFill flip="none" rotWithShape="1">
              <a:gsLst>
                <a:gs pos="0">
                  <a:srgbClr val="E8F0F8"/>
                </a:gs>
                <a:gs pos="43000">
                  <a:srgbClr val="92B8DD"/>
                </a:gs>
                <a:gs pos="100000">
                  <a:srgbClr val="608FBC"/>
                </a:gs>
              </a:gsLst>
              <a:lin ang="2700000" scaled="1"/>
              <a:tileRect/>
            </a:gradFill>
            <a:ln w="2540" cap="rnd" cmpd="sng" algn="ctr">
              <a:noFill/>
              <a:prstDash val="solid"/>
              <a:round/>
              <a:headEnd type="none" w="med" len="med"/>
              <a:tailEnd type="none" w="med" len="med"/>
            </a:ln>
            <a:effectLst/>
          </p:spPr>
        </p:sp>
        <p:sp>
          <p:nvSpPr>
            <p:cNvPr id="3175" name="ellipse_2254">
              <a:extLst>
                <a:ext uri="{FF2B5EF4-FFF2-40B4-BE49-F238E27FC236}">
                  <a16:creationId xmlns:a16="http://schemas.microsoft.com/office/drawing/2014/main" id="{5B222152-D8C1-6F00-5C73-BB2E0CFEB99D}"/>
                </a:ext>
              </a:extLst>
            </p:cNvPr>
            <p:cNvSpPr/>
            <p:nvPr/>
          </p:nvSpPr>
          <p:spPr>
            <a:xfrm>
              <a:off x="4379064" y="1465078"/>
              <a:ext cx="29615" cy="29615"/>
            </a:xfrm>
            <a:prstGeom prst="ellipse">
              <a:avLst/>
            </a:prstGeom>
            <a:gradFill flip="none" rotWithShape="1">
              <a:gsLst>
                <a:gs pos="0">
                  <a:srgbClr val="F9E8E9"/>
                </a:gs>
                <a:gs pos="43000">
                  <a:srgbClr val="E19296"/>
                </a:gs>
                <a:gs pos="100000">
                  <a:srgbClr val="BB626A"/>
                </a:gs>
              </a:gsLst>
              <a:lin ang="2700000" scaled="1"/>
              <a:tileRect/>
            </a:gradFill>
            <a:ln w="2540" cap="rnd" cmpd="sng" algn="ctr">
              <a:noFill/>
              <a:prstDash val="solid"/>
              <a:round/>
              <a:headEnd type="none" w="med" len="med"/>
              <a:tailEnd type="none" w="med" len="med"/>
            </a:ln>
            <a:effectLst/>
          </p:spPr>
        </p:sp>
        <p:sp>
          <p:nvSpPr>
            <p:cNvPr id="3176" name="ellipse_2255">
              <a:extLst>
                <a:ext uri="{FF2B5EF4-FFF2-40B4-BE49-F238E27FC236}">
                  <a16:creationId xmlns:a16="http://schemas.microsoft.com/office/drawing/2014/main" id="{2E8E19E9-F208-2F99-6AE9-B72B043BD14A}"/>
                </a:ext>
              </a:extLst>
            </p:cNvPr>
            <p:cNvSpPr/>
            <p:nvPr/>
          </p:nvSpPr>
          <p:spPr>
            <a:xfrm>
              <a:off x="4333679" y="1393440"/>
              <a:ext cx="26335" cy="26335"/>
            </a:xfrm>
            <a:prstGeom prst="ellipse">
              <a:avLst/>
            </a:prstGeom>
            <a:gradFill flip="none" rotWithShape="1">
              <a:gsLst>
                <a:gs pos="0">
                  <a:srgbClr val="EAF2F9"/>
                </a:gs>
                <a:gs pos="43000">
                  <a:srgbClr val="9CBFE0"/>
                </a:gs>
                <a:gs pos="100000">
                  <a:srgbClr val="6A96BF"/>
                </a:gs>
              </a:gsLst>
              <a:lin ang="2700000" scaled="1"/>
              <a:tileRect/>
            </a:gradFill>
            <a:ln w="2540" cap="rnd" cmpd="sng" algn="ctr">
              <a:noFill/>
              <a:prstDash val="solid"/>
              <a:round/>
              <a:headEnd type="none" w="med" len="med"/>
              <a:tailEnd type="none" w="med" len="med"/>
            </a:ln>
            <a:effectLst/>
          </p:spPr>
        </p:sp>
        <p:sp>
          <p:nvSpPr>
            <p:cNvPr id="3177" name="ellipse_2256">
              <a:extLst>
                <a:ext uri="{FF2B5EF4-FFF2-40B4-BE49-F238E27FC236}">
                  <a16:creationId xmlns:a16="http://schemas.microsoft.com/office/drawing/2014/main" id="{F5C759B4-6D5F-3ADF-C6A1-B5EEE0CDFCA8}"/>
                </a:ext>
              </a:extLst>
            </p:cNvPr>
            <p:cNvSpPr/>
            <p:nvPr/>
          </p:nvSpPr>
          <p:spPr>
            <a:xfrm>
              <a:off x="4603700" y="1511648"/>
              <a:ext cx="33300" cy="33300"/>
            </a:xfrm>
            <a:prstGeom prst="ellipse">
              <a:avLst/>
            </a:prstGeom>
            <a:gradFill flip="none" rotWithShape="1">
              <a:gsLst>
                <a:gs pos="0">
                  <a:srgbClr val="E7F0F8"/>
                </a:gs>
                <a:gs pos="43000">
                  <a:srgbClr val="8DB6DC"/>
                </a:gs>
                <a:gs pos="100000">
                  <a:srgbClr val="598CBA"/>
                </a:gs>
              </a:gsLst>
              <a:lin ang="2700000" scaled="1"/>
              <a:tileRect/>
            </a:gradFill>
            <a:ln w="2540" cap="rnd" cmpd="sng" algn="ctr">
              <a:noFill/>
              <a:prstDash val="solid"/>
              <a:round/>
              <a:headEnd type="none" w="med" len="med"/>
              <a:tailEnd type="none" w="med" len="med"/>
            </a:ln>
            <a:effectLst/>
          </p:spPr>
        </p:sp>
        <p:sp>
          <p:nvSpPr>
            <p:cNvPr id="3178" name="ellipse_2257">
              <a:extLst>
                <a:ext uri="{FF2B5EF4-FFF2-40B4-BE49-F238E27FC236}">
                  <a16:creationId xmlns:a16="http://schemas.microsoft.com/office/drawing/2014/main" id="{D19C7297-EB21-40BA-1804-FBC6B66B5544}"/>
                </a:ext>
              </a:extLst>
            </p:cNvPr>
            <p:cNvSpPr/>
            <p:nvPr/>
          </p:nvSpPr>
          <p:spPr>
            <a:xfrm>
              <a:off x="4612515" y="1554699"/>
              <a:ext cx="35513" cy="35513"/>
            </a:xfrm>
            <a:prstGeom prst="ellipse">
              <a:avLst/>
            </a:prstGeom>
            <a:gradFill flip="none" rotWithShape="1">
              <a:gsLst>
                <a:gs pos="0">
                  <a:srgbClr val="E3EDF6"/>
                </a:gs>
                <a:gs pos="43000">
                  <a:srgbClr val="79A9D6"/>
                </a:gs>
                <a:gs pos="100000">
                  <a:srgbClr val="437DB3"/>
                </a:gs>
              </a:gsLst>
              <a:lin ang="2700000" scaled="1"/>
              <a:tileRect/>
            </a:gradFill>
            <a:ln w="2540" cap="rnd" cmpd="sng" algn="ctr">
              <a:noFill/>
              <a:prstDash val="solid"/>
              <a:round/>
              <a:headEnd type="none" w="med" len="med"/>
              <a:tailEnd type="none" w="med" len="med"/>
            </a:ln>
            <a:effectLst/>
          </p:spPr>
        </p:sp>
        <p:sp>
          <p:nvSpPr>
            <p:cNvPr id="3179" name="ellipse_2258">
              <a:extLst>
                <a:ext uri="{FF2B5EF4-FFF2-40B4-BE49-F238E27FC236}">
                  <a16:creationId xmlns:a16="http://schemas.microsoft.com/office/drawing/2014/main" id="{3C0ED1FB-30B8-DB81-C51B-EB2BCD613F59}"/>
                </a:ext>
              </a:extLst>
            </p:cNvPr>
            <p:cNvSpPr/>
            <p:nvPr/>
          </p:nvSpPr>
          <p:spPr>
            <a:xfrm>
              <a:off x="4293316" y="1609491"/>
              <a:ext cx="35894" cy="35894"/>
            </a:xfrm>
            <a:prstGeom prst="ellipse">
              <a:avLst/>
            </a:prstGeom>
            <a:gradFill flip="none" rotWithShape="1">
              <a:gsLst>
                <a:gs pos="0">
                  <a:srgbClr val="E6EFF7"/>
                </a:gs>
                <a:gs pos="43000">
                  <a:srgbClr val="85B1DA"/>
                </a:gs>
                <a:gs pos="100000">
                  <a:srgbClr val="5186B8"/>
                </a:gs>
              </a:gsLst>
              <a:lin ang="2700000" scaled="1"/>
              <a:tileRect/>
            </a:gradFill>
            <a:ln w="2540" cap="rnd" cmpd="sng" algn="ctr">
              <a:noFill/>
              <a:prstDash val="solid"/>
              <a:round/>
              <a:headEnd type="none" w="med" len="med"/>
              <a:tailEnd type="none" w="med" len="med"/>
            </a:ln>
            <a:effectLst/>
          </p:spPr>
        </p:sp>
        <p:sp>
          <p:nvSpPr>
            <p:cNvPr id="3180" name="ellipse_2259">
              <a:extLst>
                <a:ext uri="{FF2B5EF4-FFF2-40B4-BE49-F238E27FC236}">
                  <a16:creationId xmlns:a16="http://schemas.microsoft.com/office/drawing/2014/main" id="{305C5674-09A4-9069-2A65-089E280B949F}"/>
                </a:ext>
              </a:extLst>
            </p:cNvPr>
            <p:cNvSpPr/>
            <p:nvPr/>
          </p:nvSpPr>
          <p:spPr>
            <a:xfrm>
              <a:off x="4465841" y="1446603"/>
              <a:ext cx="29343" cy="29343"/>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3181" name="ellipse_2260">
              <a:extLst>
                <a:ext uri="{FF2B5EF4-FFF2-40B4-BE49-F238E27FC236}">
                  <a16:creationId xmlns:a16="http://schemas.microsoft.com/office/drawing/2014/main" id="{7C7D2D8B-D0C2-13C7-59C8-B3D0A2DA8CAF}"/>
                </a:ext>
              </a:extLst>
            </p:cNvPr>
            <p:cNvSpPr/>
            <p:nvPr/>
          </p:nvSpPr>
          <p:spPr>
            <a:xfrm>
              <a:off x="4395565" y="1451343"/>
              <a:ext cx="34062" cy="34062"/>
            </a:xfrm>
            <a:prstGeom prst="ellipse">
              <a:avLst/>
            </a:prstGeom>
            <a:gradFill flip="none" rotWithShape="1">
              <a:gsLst>
                <a:gs pos="0">
                  <a:srgbClr val="F8E3E4"/>
                </a:gs>
                <a:gs pos="43000">
                  <a:srgbClr val="DC797E"/>
                </a:gs>
                <a:gs pos="100000">
                  <a:srgbClr val="B5464E"/>
                </a:gs>
              </a:gsLst>
              <a:lin ang="2700000" scaled="1"/>
              <a:tileRect/>
            </a:gradFill>
            <a:ln w="2540" cap="rnd" cmpd="sng" algn="ctr">
              <a:noFill/>
              <a:prstDash val="solid"/>
              <a:round/>
              <a:headEnd type="none" w="med" len="med"/>
              <a:tailEnd type="none" w="med" len="med"/>
            </a:ln>
            <a:effectLst/>
          </p:spPr>
        </p:sp>
        <p:sp>
          <p:nvSpPr>
            <p:cNvPr id="3182" name="ellipse_2261">
              <a:extLst>
                <a:ext uri="{FF2B5EF4-FFF2-40B4-BE49-F238E27FC236}">
                  <a16:creationId xmlns:a16="http://schemas.microsoft.com/office/drawing/2014/main" id="{E317AA84-55B5-974E-EDE0-C081367FCA66}"/>
                </a:ext>
              </a:extLst>
            </p:cNvPr>
            <p:cNvSpPr/>
            <p:nvPr/>
          </p:nvSpPr>
          <p:spPr>
            <a:xfrm>
              <a:off x="4447971" y="1453977"/>
              <a:ext cx="20526" cy="20526"/>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3183" name="ellipse_2262">
              <a:extLst>
                <a:ext uri="{FF2B5EF4-FFF2-40B4-BE49-F238E27FC236}">
                  <a16:creationId xmlns:a16="http://schemas.microsoft.com/office/drawing/2014/main" id="{C9068CAC-798C-665A-793A-97C36C77F249}"/>
                </a:ext>
              </a:extLst>
            </p:cNvPr>
            <p:cNvSpPr/>
            <p:nvPr/>
          </p:nvSpPr>
          <p:spPr>
            <a:xfrm>
              <a:off x="4414105" y="1439212"/>
              <a:ext cx="23231" cy="23231"/>
            </a:xfrm>
            <a:prstGeom prst="ellipse">
              <a:avLst/>
            </a:prstGeom>
            <a:gradFill flip="none" rotWithShape="1">
              <a:gsLst>
                <a:gs pos="0">
                  <a:srgbClr val="F9E8E8"/>
                </a:gs>
                <a:gs pos="43000">
                  <a:srgbClr val="E18F93"/>
                </a:gs>
                <a:gs pos="100000">
                  <a:srgbClr val="BA5F66"/>
                </a:gs>
              </a:gsLst>
              <a:lin ang="2700000" scaled="1"/>
              <a:tileRect/>
            </a:gradFill>
            <a:ln w="2540" cap="rnd" cmpd="sng" algn="ctr">
              <a:noFill/>
              <a:prstDash val="solid"/>
              <a:round/>
              <a:headEnd type="none" w="med" len="med"/>
              <a:tailEnd type="none" w="med" len="med"/>
            </a:ln>
            <a:effectLst/>
          </p:spPr>
        </p:sp>
        <p:sp>
          <p:nvSpPr>
            <p:cNvPr id="3184" name="ellipse_2263">
              <a:extLst>
                <a:ext uri="{FF2B5EF4-FFF2-40B4-BE49-F238E27FC236}">
                  <a16:creationId xmlns:a16="http://schemas.microsoft.com/office/drawing/2014/main" id="{7ED8C23F-62A4-3106-3CDA-1095F9512279}"/>
                </a:ext>
              </a:extLst>
            </p:cNvPr>
            <p:cNvSpPr/>
            <p:nvPr/>
          </p:nvSpPr>
          <p:spPr>
            <a:xfrm>
              <a:off x="4382949" y="1613377"/>
              <a:ext cx="25360" cy="25360"/>
            </a:xfrm>
            <a:prstGeom prst="ellipse">
              <a:avLst/>
            </a:prstGeom>
            <a:gradFill flip="none" rotWithShape="1">
              <a:gsLst>
                <a:gs pos="0">
                  <a:srgbClr val="E4EEF7"/>
                </a:gs>
                <a:gs pos="43000">
                  <a:srgbClr val="7DABD7"/>
                </a:gs>
                <a:gs pos="100000">
                  <a:srgbClr val="4880B4"/>
                </a:gs>
              </a:gsLst>
              <a:lin ang="2700000" scaled="1"/>
              <a:tileRect/>
            </a:gradFill>
            <a:ln w="2540" cap="rnd" cmpd="sng" algn="ctr">
              <a:noFill/>
              <a:prstDash val="solid"/>
              <a:round/>
              <a:headEnd type="none" w="med" len="med"/>
              <a:tailEnd type="none" w="med" len="med"/>
            </a:ln>
            <a:effectLst/>
          </p:spPr>
        </p:sp>
        <p:sp>
          <p:nvSpPr>
            <p:cNvPr id="3185" name="ellipse_2264">
              <a:extLst>
                <a:ext uri="{FF2B5EF4-FFF2-40B4-BE49-F238E27FC236}">
                  <a16:creationId xmlns:a16="http://schemas.microsoft.com/office/drawing/2014/main" id="{476888BD-7B7C-AB45-90D7-B880863E542A}"/>
                </a:ext>
              </a:extLst>
            </p:cNvPr>
            <p:cNvSpPr/>
            <p:nvPr/>
          </p:nvSpPr>
          <p:spPr>
            <a:xfrm>
              <a:off x="4431400" y="1599480"/>
              <a:ext cx="21660" cy="21660"/>
            </a:xfrm>
            <a:prstGeom prst="ellipse">
              <a:avLst/>
            </a:prstGeom>
            <a:gradFill flip="none" rotWithShape="1">
              <a:gsLst>
                <a:gs pos="0">
                  <a:srgbClr val="E8F0F8"/>
                </a:gs>
                <a:gs pos="43000">
                  <a:srgbClr val="8FB7DC"/>
                </a:gs>
                <a:gs pos="100000">
                  <a:srgbClr val="5C8DBB"/>
                </a:gs>
              </a:gsLst>
              <a:lin ang="2700000" scaled="1"/>
              <a:tileRect/>
            </a:gradFill>
            <a:ln w="2540" cap="rnd" cmpd="sng" algn="ctr">
              <a:noFill/>
              <a:prstDash val="solid"/>
              <a:round/>
              <a:headEnd type="none" w="med" len="med"/>
              <a:tailEnd type="none" w="med" len="med"/>
            </a:ln>
            <a:effectLst/>
          </p:spPr>
        </p:sp>
        <p:sp>
          <p:nvSpPr>
            <p:cNvPr id="3186" name="ellipse_2265">
              <a:extLst>
                <a:ext uri="{FF2B5EF4-FFF2-40B4-BE49-F238E27FC236}">
                  <a16:creationId xmlns:a16="http://schemas.microsoft.com/office/drawing/2014/main" id="{26D69F41-A76F-9761-6341-FF8B6F59FCA0}"/>
                </a:ext>
              </a:extLst>
            </p:cNvPr>
            <p:cNvSpPr/>
            <p:nvPr/>
          </p:nvSpPr>
          <p:spPr>
            <a:xfrm>
              <a:off x="4137969" y="1490081"/>
              <a:ext cx="25196" cy="25196"/>
            </a:xfrm>
            <a:prstGeom prst="ellipse">
              <a:avLst/>
            </a:prstGeom>
            <a:gradFill flip="none" rotWithShape="1">
              <a:gsLst>
                <a:gs pos="0">
                  <a:srgbClr val="E4EDF7"/>
                </a:gs>
                <a:gs pos="43000">
                  <a:srgbClr val="7CABD7"/>
                </a:gs>
                <a:gs pos="100000">
                  <a:srgbClr val="467FB4"/>
                </a:gs>
              </a:gsLst>
              <a:lin ang="2700000" scaled="1"/>
              <a:tileRect/>
            </a:gradFill>
            <a:ln w="2540" cap="rnd" cmpd="sng" algn="ctr">
              <a:noFill/>
              <a:prstDash val="solid"/>
              <a:round/>
              <a:headEnd type="none" w="med" len="med"/>
              <a:tailEnd type="none" w="med" len="med"/>
            </a:ln>
            <a:effectLst/>
          </p:spPr>
        </p:sp>
        <p:sp>
          <p:nvSpPr>
            <p:cNvPr id="3187" name="ellipse_2266">
              <a:extLst>
                <a:ext uri="{FF2B5EF4-FFF2-40B4-BE49-F238E27FC236}">
                  <a16:creationId xmlns:a16="http://schemas.microsoft.com/office/drawing/2014/main" id="{18883DDC-5AA4-ADD6-DD98-B66289C09FE0}"/>
                </a:ext>
              </a:extLst>
            </p:cNvPr>
            <p:cNvSpPr/>
            <p:nvPr/>
          </p:nvSpPr>
          <p:spPr>
            <a:xfrm>
              <a:off x="4390923" y="1523400"/>
              <a:ext cx="28756" cy="28756"/>
            </a:xfrm>
            <a:prstGeom prst="ellipse">
              <a:avLst/>
            </a:prstGeom>
            <a:gradFill flip="none" rotWithShape="1">
              <a:gsLst>
                <a:gs pos="0">
                  <a:srgbClr val="FBF3F4"/>
                </a:gs>
                <a:gs pos="43000">
                  <a:srgbClr val="EDC6CA"/>
                </a:gs>
                <a:gs pos="100000">
                  <a:srgbClr val="C89FA5"/>
                </a:gs>
              </a:gsLst>
              <a:lin ang="2700000" scaled="1"/>
              <a:tileRect/>
            </a:gradFill>
            <a:ln w="2540" cap="rnd" cmpd="sng" algn="ctr">
              <a:noFill/>
              <a:prstDash val="solid"/>
              <a:round/>
              <a:headEnd type="none" w="med" len="med"/>
              <a:tailEnd type="none" w="med" len="med"/>
            </a:ln>
            <a:effectLst/>
          </p:spPr>
        </p:sp>
        <p:sp>
          <p:nvSpPr>
            <p:cNvPr id="3188" name="ellipse_2267">
              <a:extLst>
                <a:ext uri="{FF2B5EF4-FFF2-40B4-BE49-F238E27FC236}">
                  <a16:creationId xmlns:a16="http://schemas.microsoft.com/office/drawing/2014/main" id="{541E321B-9597-3911-C873-C4C7A6A7E25F}"/>
                </a:ext>
              </a:extLst>
            </p:cNvPr>
            <p:cNvSpPr/>
            <p:nvPr/>
          </p:nvSpPr>
          <p:spPr>
            <a:xfrm>
              <a:off x="4421907" y="1413437"/>
              <a:ext cx="21785" cy="21785"/>
            </a:xfrm>
            <a:prstGeom prst="ellipse">
              <a:avLst/>
            </a:prstGeom>
            <a:gradFill flip="none" rotWithShape="1">
              <a:gsLst>
                <a:gs pos="0">
                  <a:srgbClr val="FCF8F8"/>
                </a:gs>
                <a:gs pos="43000">
                  <a:srgbClr val="F1DCDF"/>
                </a:gs>
                <a:gs pos="100000">
                  <a:srgbClr val="CDB8BD"/>
                </a:gs>
              </a:gsLst>
              <a:lin ang="2700000" scaled="1"/>
              <a:tileRect/>
            </a:gradFill>
            <a:ln w="2540" cap="rnd" cmpd="sng" algn="ctr">
              <a:noFill/>
              <a:prstDash val="solid"/>
              <a:round/>
              <a:headEnd type="none" w="med" len="med"/>
              <a:tailEnd type="none" w="med" len="med"/>
            </a:ln>
            <a:effectLst/>
          </p:spPr>
        </p:sp>
        <p:sp>
          <p:nvSpPr>
            <p:cNvPr id="3189" name="ellipse_2268">
              <a:extLst>
                <a:ext uri="{FF2B5EF4-FFF2-40B4-BE49-F238E27FC236}">
                  <a16:creationId xmlns:a16="http://schemas.microsoft.com/office/drawing/2014/main" id="{D07C2A95-B96F-2042-DF9E-7A2D33A946EC}"/>
                </a:ext>
              </a:extLst>
            </p:cNvPr>
            <p:cNvSpPr/>
            <p:nvPr/>
          </p:nvSpPr>
          <p:spPr>
            <a:xfrm>
              <a:off x="4389016" y="1638974"/>
              <a:ext cx="32977" cy="32977"/>
            </a:xfrm>
            <a:prstGeom prst="ellipse">
              <a:avLst/>
            </a:prstGeom>
            <a:gradFill flip="none" rotWithShape="1">
              <a:gsLst>
                <a:gs pos="0">
                  <a:srgbClr val="E2ECF6"/>
                </a:gs>
                <a:gs pos="43000">
                  <a:srgbClr val="73A5D4"/>
                </a:gs>
                <a:gs pos="100000">
                  <a:srgbClr val="3C78B1"/>
                </a:gs>
              </a:gsLst>
              <a:lin ang="2700000" scaled="1"/>
              <a:tileRect/>
            </a:gradFill>
            <a:ln w="2540" cap="rnd" cmpd="sng" algn="ctr">
              <a:noFill/>
              <a:prstDash val="solid"/>
              <a:round/>
              <a:headEnd type="none" w="med" len="med"/>
              <a:tailEnd type="none" w="med" len="med"/>
            </a:ln>
            <a:effectLst/>
          </p:spPr>
        </p:sp>
        <p:sp>
          <p:nvSpPr>
            <p:cNvPr id="3190" name="ellipse_2269">
              <a:extLst>
                <a:ext uri="{FF2B5EF4-FFF2-40B4-BE49-F238E27FC236}">
                  <a16:creationId xmlns:a16="http://schemas.microsoft.com/office/drawing/2014/main" id="{17A5B345-8F00-6E30-12CA-7104C87A9E3A}"/>
                </a:ext>
              </a:extLst>
            </p:cNvPr>
            <p:cNvSpPr/>
            <p:nvPr/>
          </p:nvSpPr>
          <p:spPr>
            <a:xfrm>
              <a:off x="4134968" y="1559389"/>
              <a:ext cx="34498" cy="34498"/>
            </a:xfrm>
            <a:prstGeom prst="ellipse">
              <a:avLst/>
            </a:prstGeom>
            <a:gradFill flip="none" rotWithShape="1">
              <a:gsLst>
                <a:gs pos="0">
                  <a:srgbClr val="F6F9FC"/>
                </a:gs>
                <a:gs pos="43000">
                  <a:srgbClr val="D6E4F1"/>
                </a:gs>
                <a:gs pos="100000">
                  <a:srgbClr val="AEC1D3"/>
                </a:gs>
              </a:gsLst>
              <a:lin ang="2700000" scaled="1"/>
              <a:tileRect/>
            </a:gradFill>
            <a:ln w="2540" cap="rnd" cmpd="sng" algn="ctr">
              <a:noFill/>
              <a:prstDash val="solid"/>
              <a:round/>
              <a:headEnd type="none" w="med" len="med"/>
              <a:tailEnd type="none" w="med" len="med"/>
            </a:ln>
            <a:effectLst/>
          </p:spPr>
        </p:sp>
        <p:sp>
          <p:nvSpPr>
            <p:cNvPr id="3191" name="ellipse_2270">
              <a:extLst>
                <a:ext uri="{FF2B5EF4-FFF2-40B4-BE49-F238E27FC236}">
                  <a16:creationId xmlns:a16="http://schemas.microsoft.com/office/drawing/2014/main" id="{D342D89C-46BE-4827-7B1B-209F099D7FB9}"/>
                </a:ext>
              </a:extLst>
            </p:cNvPr>
            <p:cNvSpPr/>
            <p:nvPr/>
          </p:nvSpPr>
          <p:spPr>
            <a:xfrm>
              <a:off x="4362437" y="1655067"/>
              <a:ext cx="32745" cy="32745"/>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192" name="ellipse_2271">
              <a:extLst>
                <a:ext uri="{FF2B5EF4-FFF2-40B4-BE49-F238E27FC236}">
                  <a16:creationId xmlns:a16="http://schemas.microsoft.com/office/drawing/2014/main" id="{A9B77348-8DE9-2EFD-6241-ADAE87806010}"/>
                </a:ext>
              </a:extLst>
            </p:cNvPr>
            <p:cNvSpPr/>
            <p:nvPr/>
          </p:nvSpPr>
          <p:spPr>
            <a:xfrm>
              <a:off x="4190384" y="1452612"/>
              <a:ext cx="23442" cy="23442"/>
            </a:xfrm>
            <a:prstGeom prst="ellipse">
              <a:avLst/>
            </a:prstGeom>
            <a:gradFill flip="none" rotWithShape="1">
              <a:gsLst>
                <a:gs pos="0">
                  <a:srgbClr val="E2ECF6"/>
                </a:gs>
                <a:gs pos="43000">
                  <a:srgbClr val="73A5D4"/>
                </a:gs>
                <a:gs pos="100000">
                  <a:srgbClr val="3C78B1"/>
                </a:gs>
              </a:gsLst>
              <a:lin ang="2700000" scaled="1"/>
              <a:tileRect/>
            </a:gradFill>
            <a:ln w="2540" cap="rnd" cmpd="sng" algn="ctr">
              <a:noFill/>
              <a:prstDash val="solid"/>
              <a:round/>
              <a:headEnd type="none" w="med" len="med"/>
              <a:tailEnd type="none" w="med" len="med"/>
            </a:ln>
            <a:effectLst/>
          </p:spPr>
        </p:sp>
        <p:sp>
          <p:nvSpPr>
            <p:cNvPr id="3193" name="ellipse_2272">
              <a:extLst>
                <a:ext uri="{FF2B5EF4-FFF2-40B4-BE49-F238E27FC236}">
                  <a16:creationId xmlns:a16="http://schemas.microsoft.com/office/drawing/2014/main" id="{42535495-D750-B54D-347B-6503DD3FFAD1}"/>
                </a:ext>
              </a:extLst>
            </p:cNvPr>
            <p:cNvSpPr/>
            <p:nvPr/>
          </p:nvSpPr>
          <p:spPr>
            <a:xfrm>
              <a:off x="4191528" y="1431318"/>
              <a:ext cx="28918" cy="28918"/>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194" name="ellipse_2273">
              <a:extLst>
                <a:ext uri="{FF2B5EF4-FFF2-40B4-BE49-F238E27FC236}">
                  <a16:creationId xmlns:a16="http://schemas.microsoft.com/office/drawing/2014/main" id="{6D17809E-D522-7AC6-A420-50AFFC7D664B}"/>
                </a:ext>
              </a:extLst>
            </p:cNvPr>
            <p:cNvSpPr/>
            <p:nvPr/>
          </p:nvSpPr>
          <p:spPr>
            <a:xfrm>
              <a:off x="4069030" y="1464721"/>
              <a:ext cx="29833" cy="29833"/>
            </a:xfrm>
            <a:prstGeom prst="ellipse">
              <a:avLst/>
            </a:prstGeom>
            <a:gradFill flip="none" rotWithShape="1">
              <a:gsLst>
                <a:gs pos="0">
                  <a:srgbClr val="E1ECF6"/>
                </a:gs>
                <a:gs pos="43000">
                  <a:srgbClr val="71A4D3"/>
                </a:gs>
                <a:gs pos="100000">
                  <a:srgbClr val="3978B0"/>
                </a:gs>
              </a:gsLst>
              <a:lin ang="2700000" scaled="1"/>
              <a:tileRect/>
            </a:gradFill>
            <a:ln w="2540" cap="rnd" cmpd="sng" algn="ctr">
              <a:noFill/>
              <a:prstDash val="solid"/>
              <a:round/>
              <a:headEnd type="none" w="med" len="med"/>
              <a:tailEnd type="none" w="med" len="med"/>
            </a:ln>
            <a:effectLst/>
          </p:spPr>
        </p:sp>
        <p:sp>
          <p:nvSpPr>
            <p:cNvPr id="3195" name="ellipse_2274">
              <a:extLst>
                <a:ext uri="{FF2B5EF4-FFF2-40B4-BE49-F238E27FC236}">
                  <a16:creationId xmlns:a16="http://schemas.microsoft.com/office/drawing/2014/main" id="{5B8E3FF6-F4B8-6B90-317B-EBF5A2A33C79}"/>
                </a:ext>
              </a:extLst>
            </p:cNvPr>
            <p:cNvSpPr/>
            <p:nvPr/>
          </p:nvSpPr>
          <p:spPr>
            <a:xfrm>
              <a:off x="4366890" y="1406820"/>
              <a:ext cx="36480" cy="36480"/>
            </a:xfrm>
            <a:prstGeom prst="ellipse">
              <a:avLst/>
            </a:prstGeom>
            <a:gradFill flip="none" rotWithShape="1">
              <a:gsLst>
                <a:gs pos="0">
                  <a:srgbClr val="FAFCFD"/>
                </a:gs>
                <a:gs pos="43000">
                  <a:srgbClr val="E8EFF6"/>
                </a:gs>
                <a:gs pos="100000">
                  <a:srgbClr val="C2CED9"/>
                </a:gs>
              </a:gsLst>
              <a:lin ang="2700000" scaled="1"/>
              <a:tileRect/>
            </a:gradFill>
            <a:ln w="2540" cap="rnd" cmpd="sng" algn="ctr">
              <a:noFill/>
              <a:prstDash val="solid"/>
              <a:round/>
              <a:headEnd type="none" w="med" len="med"/>
              <a:tailEnd type="none" w="med" len="med"/>
            </a:ln>
            <a:effectLst/>
          </p:spPr>
        </p:sp>
        <p:sp>
          <p:nvSpPr>
            <p:cNvPr id="3196" name="ellipse_2275">
              <a:extLst>
                <a:ext uri="{FF2B5EF4-FFF2-40B4-BE49-F238E27FC236}">
                  <a16:creationId xmlns:a16="http://schemas.microsoft.com/office/drawing/2014/main" id="{38E541C5-30D2-645C-D9CE-6BD2176E7966}"/>
                </a:ext>
              </a:extLst>
            </p:cNvPr>
            <p:cNvSpPr/>
            <p:nvPr/>
          </p:nvSpPr>
          <p:spPr>
            <a:xfrm>
              <a:off x="4539539" y="1639101"/>
              <a:ext cx="31994" cy="31994"/>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197" name="ellipse_2276">
              <a:extLst>
                <a:ext uri="{FF2B5EF4-FFF2-40B4-BE49-F238E27FC236}">
                  <a16:creationId xmlns:a16="http://schemas.microsoft.com/office/drawing/2014/main" id="{B6E15EDB-3185-43EA-1B94-3AC9D71DBFA3}"/>
                </a:ext>
              </a:extLst>
            </p:cNvPr>
            <p:cNvSpPr/>
            <p:nvPr/>
          </p:nvSpPr>
          <p:spPr>
            <a:xfrm>
              <a:off x="4549589" y="1539226"/>
              <a:ext cx="29499" cy="29499"/>
            </a:xfrm>
            <a:prstGeom prst="ellipse">
              <a:avLst/>
            </a:prstGeom>
            <a:gradFill flip="none" rotWithShape="1">
              <a:gsLst>
                <a:gs pos="0">
                  <a:srgbClr val="EFF4FA"/>
                </a:gs>
                <a:gs pos="43000">
                  <a:srgbClr val="B2CDE7"/>
                </a:gs>
                <a:gs pos="100000">
                  <a:srgbClr val="84A6C7"/>
                </a:gs>
              </a:gsLst>
              <a:lin ang="2700000" scaled="1"/>
              <a:tileRect/>
            </a:gradFill>
            <a:ln w="2540" cap="rnd" cmpd="sng" algn="ctr">
              <a:noFill/>
              <a:prstDash val="solid"/>
              <a:round/>
              <a:headEnd type="none" w="med" len="med"/>
              <a:tailEnd type="none" w="med" len="med"/>
            </a:ln>
            <a:effectLst/>
          </p:spPr>
        </p:sp>
        <p:sp>
          <p:nvSpPr>
            <p:cNvPr id="3198" name="ellipse_2277">
              <a:extLst>
                <a:ext uri="{FF2B5EF4-FFF2-40B4-BE49-F238E27FC236}">
                  <a16:creationId xmlns:a16="http://schemas.microsoft.com/office/drawing/2014/main" id="{3F0B7621-1ABA-CB5B-F5A1-40512A0C63C8}"/>
                </a:ext>
              </a:extLst>
            </p:cNvPr>
            <p:cNvSpPr/>
            <p:nvPr/>
          </p:nvSpPr>
          <p:spPr>
            <a:xfrm>
              <a:off x="4446293" y="1479918"/>
              <a:ext cx="27511" cy="27511"/>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3199" name="ellipse_2278">
              <a:extLst>
                <a:ext uri="{FF2B5EF4-FFF2-40B4-BE49-F238E27FC236}">
                  <a16:creationId xmlns:a16="http://schemas.microsoft.com/office/drawing/2014/main" id="{008181A3-1BA1-5DA9-F0D8-53D3155A9454}"/>
                </a:ext>
              </a:extLst>
            </p:cNvPr>
            <p:cNvSpPr/>
            <p:nvPr/>
          </p:nvSpPr>
          <p:spPr>
            <a:xfrm>
              <a:off x="4355108" y="1592089"/>
              <a:ext cx="22851" cy="22851"/>
            </a:xfrm>
            <a:prstGeom prst="ellipse">
              <a:avLst/>
            </a:prstGeom>
            <a:gradFill flip="none" rotWithShape="1">
              <a:gsLst>
                <a:gs pos="0">
                  <a:srgbClr val="E7EFF7"/>
                </a:gs>
                <a:gs pos="43000">
                  <a:srgbClr val="8AB3DA"/>
                </a:gs>
                <a:gs pos="100000">
                  <a:srgbClr val="5689B8"/>
                </a:gs>
              </a:gsLst>
              <a:lin ang="2700000" scaled="1"/>
              <a:tileRect/>
            </a:gradFill>
            <a:ln w="2540" cap="rnd" cmpd="sng" algn="ctr">
              <a:noFill/>
              <a:prstDash val="solid"/>
              <a:round/>
              <a:headEnd type="none" w="med" len="med"/>
              <a:tailEnd type="none" w="med" len="med"/>
            </a:ln>
            <a:effectLst/>
          </p:spPr>
        </p:sp>
        <p:sp>
          <p:nvSpPr>
            <p:cNvPr id="512" name="ellipse_2279">
              <a:extLst>
                <a:ext uri="{FF2B5EF4-FFF2-40B4-BE49-F238E27FC236}">
                  <a16:creationId xmlns:a16="http://schemas.microsoft.com/office/drawing/2014/main" id="{933F7C42-E9AE-91A3-93B0-DC4F8802AF17}"/>
                </a:ext>
              </a:extLst>
            </p:cNvPr>
            <p:cNvSpPr/>
            <p:nvPr/>
          </p:nvSpPr>
          <p:spPr>
            <a:xfrm>
              <a:off x="4334201" y="1374235"/>
              <a:ext cx="33937" cy="33937"/>
            </a:xfrm>
            <a:prstGeom prst="ellipse">
              <a:avLst/>
            </a:prstGeom>
            <a:gradFill flip="none" rotWithShape="1">
              <a:gsLst>
                <a:gs pos="0">
                  <a:srgbClr val="E7F0F8"/>
                </a:gs>
                <a:gs pos="43000">
                  <a:srgbClr val="8EB6DC"/>
                </a:gs>
                <a:gs pos="100000">
                  <a:srgbClr val="5B8CBA"/>
                </a:gs>
              </a:gsLst>
              <a:lin ang="2700000" scaled="1"/>
              <a:tileRect/>
            </a:gradFill>
            <a:ln w="2540" cap="rnd" cmpd="sng" algn="ctr">
              <a:noFill/>
              <a:prstDash val="solid"/>
              <a:round/>
              <a:headEnd type="none" w="med" len="med"/>
              <a:tailEnd type="none" w="med" len="med"/>
            </a:ln>
            <a:effectLst/>
          </p:spPr>
        </p:sp>
        <p:sp>
          <p:nvSpPr>
            <p:cNvPr id="513" name="ellipse_2280">
              <a:extLst>
                <a:ext uri="{FF2B5EF4-FFF2-40B4-BE49-F238E27FC236}">
                  <a16:creationId xmlns:a16="http://schemas.microsoft.com/office/drawing/2014/main" id="{E85C918D-D672-F0CA-7FCF-B842BFBBCBA7}"/>
                </a:ext>
              </a:extLst>
            </p:cNvPr>
            <p:cNvSpPr/>
            <p:nvPr/>
          </p:nvSpPr>
          <p:spPr>
            <a:xfrm>
              <a:off x="4208173" y="1505071"/>
              <a:ext cx="28611" cy="28611"/>
            </a:xfrm>
            <a:prstGeom prst="ellipse">
              <a:avLst/>
            </a:prstGeom>
            <a:gradFill flip="none" rotWithShape="1">
              <a:gsLst>
                <a:gs pos="0">
                  <a:srgbClr val="E7EFF8"/>
                </a:gs>
                <a:gs pos="43000">
                  <a:srgbClr val="8BB4DB"/>
                </a:gs>
                <a:gs pos="100000">
                  <a:srgbClr val="578AB9"/>
                </a:gs>
              </a:gsLst>
              <a:lin ang="2700000" scaled="1"/>
              <a:tileRect/>
            </a:gradFill>
            <a:ln w="2540" cap="rnd" cmpd="sng" algn="ctr">
              <a:noFill/>
              <a:prstDash val="solid"/>
              <a:round/>
              <a:headEnd type="none" w="med" len="med"/>
              <a:tailEnd type="none" w="med" len="med"/>
            </a:ln>
            <a:effectLst/>
          </p:spPr>
        </p:sp>
        <p:sp>
          <p:nvSpPr>
            <p:cNvPr id="514" name="ellipse_2281">
              <a:extLst>
                <a:ext uri="{FF2B5EF4-FFF2-40B4-BE49-F238E27FC236}">
                  <a16:creationId xmlns:a16="http://schemas.microsoft.com/office/drawing/2014/main" id="{6285D40E-42B3-77AC-5BF3-8CA265AAFA5B}"/>
                </a:ext>
              </a:extLst>
            </p:cNvPr>
            <p:cNvSpPr/>
            <p:nvPr/>
          </p:nvSpPr>
          <p:spPr>
            <a:xfrm>
              <a:off x="4351038" y="1462430"/>
              <a:ext cx="22124" cy="22124"/>
            </a:xfrm>
            <a:prstGeom prst="ellipse">
              <a:avLst/>
            </a:prstGeom>
            <a:gradFill flip="none" rotWithShape="1">
              <a:gsLst>
                <a:gs pos="0">
                  <a:srgbClr val="FCF9F9"/>
                </a:gs>
                <a:gs pos="43000">
                  <a:srgbClr val="F2E0E2"/>
                </a:gs>
                <a:gs pos="100000">
                  <a:srgbClr val="CEBDC2"/>
                </a:gs>
              </a:gsLst>
              <a:lin ang="2700000" scaled="1"/>
              <a:tileRect/>
            </a:gradFill>
            <a:ln w="2540" cap="rnd" cmpd="sng" algn="ctr">
              <a:noFill/>
              <a:prstDash val="solid"/>
              <a:round/>
              <a:headEnd type="none" w="med" len="med"/>
              <a:tailEnd type="none" w="med" len="med"/>
            </a:ln>
            <a:effectLst/>
          </p:spPr>
        </p:sp>
        <p:sp>
          <p:nvSpPr>
            <p:cNvPr id="515" name="ellipse_2282">
              <a:extLst>
                <a:ext uri="{FF2B5EF4-FFF2-40B4-BE49-F238E27FC236}">
                  <a16:creationId xmlns:a16="http://schemas.microsoft.com/office/drawing/2014/main" id="{8C5ECF66-A67B-316A-22EF-34863AB7C33B}"/>
                </a:ext>
              </a:extLst>
            </p:cNvPr>
            <p:cNvSpPr/>
            <p:nvPr/>
          </p:nvSpPr>
          <p:spPr>
            <a:xfrm>
              <a:off x="4165466" y="1438010"/>
              <a:ext cx="20358" cy="20358"/>
            </a:xfrm>
            <a:prstGeom prst="ellipse">
              <a:avLst/>
            </a:prstGeom>
            <a:gradFill flip="none" rotWithShape="1">
              <a:gsLst>
                <a:gs pos="0">
                  <a:srgbClr val="E1ECF6"/>
                </a:gs>
                <a:gs pos="43000">
                  <a:srgbClr val="71A4D3"/>
                </a:gs>
                <a:gs pos="100000">
                  <a:srgbClr val="3977B0"/>
                </a:gs>
              </a:gsLst>
              <a:lin ang="2700000" scaled="1"/>
              <a:tileRect/>
            </a:gradFill>
            <a:ln w="2540" cap="rnd" cmpd="sng" algn="ctr">
              <a:noFill/>
              <a:prstDash val="solid"/>
              <a:round/>
              <a:headEnd type="none" w="med" len="med"/>
              <a:tailEnd type="none" w="med" len="med"/>
            </a:ln>
            <a:effectLst/>
          </p:spPr>
        </p:sp>
        <p:sp>
          <p:nvSpPr>
            <p:cNvPr id="516" name="ellipse_2283">
              <a:extLst>
                <a:ext uri="{FF2B5EF4-FFF2-40B4-BE49-F238E27FC236}">
                  <a16:creationId xmlns:a16="http://schemas.microsoft.com/office/drawing/2014/main" id="{B0B7ABF8-77D6-15C6-A13D-7DC24F3E5284}"/>
                </a:ext>
              </a:extLst>
            </p:cNvPr>
            <p:cNvSpPr/>
            <p:nvPr/>
          </p:nvSpPr>
          <p:spPr>
            <a:xfrm>
              <a:off x="4536548" y="1543850"/>
              <a:ext cx="20077" cy="20077"/>
            </a:xfrm>
            <a:prstGeom prst="ellipse">
              <a:avLst/>
            </a:prstGeom>
            <a:gradFill flip="none" rotWithShape="1">
              <a:gsLst>
                <a:gs pos="0">
                  <a:srgbClr val="F4F8FB"/>
                </a:gs>
                <a:gs pos="43000">
                  <a:srgbClr val="C8DBED"/>
                </a:gs>
                <a:gs pos="100000">
                  <a:srgbClr val="9EB7CE"/>
                </a:gs>
              </a:gsLst>
              <a:lin ang="2700000" scaled="1"/>
              <a:tileRect/>
            </a:gradFill>
            <a:ln w="2540" cap="rnd" cmpd="sng" algn="ctr">
              <a:noFill/>
              <a:prstDash val="solid"/>
              <a:round/>
              <a:headEnd type="none" w="med" len="med"/>
              <a:tailEnd type="none" w="med" len="med"/>
            </a:ln>
            <a:effectLst/>
          </p:spPr>
        </p:sp>
        <p:sp>
          <p:nvSpPr>
            <p:cNvPr id="517" name="ellipse_2284">
              <a:extLst>
                <a:ext uri="{FF2B5EF4-FFF2-40B4-BE49-F238E27FC236}">
                  <a16:creationId xmlns:a16="http://schemas.microsoft.com/office/drawing/2014/main" id="{54B11C44-D18A-0F74-993A-EAE84F6EB57A}"/>
                </a:ext>
              </a:extLst>
            </p:cNvPr>
            <p:cNvSpPr/>
            <p:nvPr/>
          </p:nvSpPr>
          <p:spPr>
            <a:xfrm>
              <a:off x="4385205" y="1582957"/>
              <a:ext cx="35418" cy="35418"/>
            </a:xfrm>
            <a:prstGeom prst="ellipse">
              <a:avLst/>
            </a:prstGeom>
            <a:gradFill flip="none" rotWithShape="1">
              <a:gsLst>
                <a:gs pos="0">
                  <a:srgbClr val="E9F1F8"/>
                </a:gs>
                <a:gs pos="43000">
                  <a:srgbClr val="95BBDE"/>
                </a:gs>
                <a:gs pos="100000">
                  <a:srgbClr val="6391BD"/>
                </a:gs>
              </a:gsLst>
              <a:lin ang="2700000" scaled="1"/>
              <a:tileRect/>
            </a:gradFill>
            <a:ln w="2540" cap="rnd" cmpd="sng" algn="ctr">
              <a:noFill/>
              <a:prstDash val="solid"/>
              <a:round/>
              <a:headEnd type="none" w="med" len="med"/>
              <a:tailEnd type="none" w="med" len="med"/>
            </a:ln>
            <a:effectLst/>
          </p:spPr>
        </p:sp>
        <p:sp>
          <p:nvSpPr>
            <p:cNvPr id="518" name="ellipse_2285">
              <a:extLst>
                <a:ext uri="{FF2B5EF4-FFF2-40B4-BE49-F238E27FC236}">
                  <a16:creationId xmlns:a16="http://schemas.microsoft.com/office/drawing/2014/main" id="{AD5D41C4-7F29-CC16-FEEE-C59A64E22614}"/>
                </a:ext>
              </a:extLst>
            </p:cNvPr>
            <p:cNvSpPr/>
            <p:nvPr/>
          </p:nvSpPr>
          <p:spPr>
            <a:xfrm>
              <a:off x="4454362" y="1598960"/>
              <a:ext cx="22052" cy="22052"/>
            </a:xfrm>
            <a:prstGeom prst="ellipse">
              <a:avLst/>
            </a:prstGeom>
            <a:gradFill flip="none" rotWithShape="1">
              <a:gsLst>
                <a:gs pos="0">
                  <a:srgbClr val="E8F0F8"/>
                </a:gs>
                <a:gs pos="43000">
                  <a:srgbClr val="90B7DC"/>
                </a:gs>
                <a:gs pos="100000">
                  <a:srgbClr val="5D8DBB"/>
                </a:gs>
              </a:gsLst>
              <a:lin ang="2700000" scaled="1"/>
              <a:tileRect/>
            </a:gradFill>
            <a:ln w="2540" cap="rnd" cmpd="sng" algn="ctr">
              <a:noFill/>
              <a:prstDash val="solid"/>
              <a:round/>
              <a:headEnd type="none" w="med" len="med"/>
              <a:tailEnd type="none" w="med" len="med"/>
            </a:ln>
            <a:effectLst/>
          </p:spPr>
        </p:sp>
        <p:sp>
          <p:nvSpPr>
            <p:cNvPr id="519" name="ellipse_2286">
              <a:extLst>
                <a:ext uri="{FF2B5EF4-FFF2-40B4-BE49-F238E27FC236}">
                  <a16:creationId xmlns:a16="http://schemas.microsoft.com/office/drawing/2014/main" id="{A5FF8DFF-B4F9-E054-BFC5-3280BBAABE2D}"/>
                </a:ext>
              </a:extLst>
            </p:cNvPr>
            <p:cNvSpPr/>
            <p:nvPr/>
          </p:nvSpPr>
          <p:spPr>
            <a:xfrm>
              <a:off x="4291069" y="1582444"/>
              <a:ext cx="24245" cy="24245"/>
            </a:xfrm>
            <a:prstGeom prst="ellipse">
              <a:avLst/>
            </a:prstGeom>
            <a:gradFill flip="none" rotWithShape="1">
              <a:gsLst>
                <a:gs pos="0">
                  <a:srgbClr val="E9F1F8"/>
                </a:gs>
                <a:gs pos="43000">
                  <a:srgbClr val="95BBDE"/>
                </a:gs>
                <a:gs pos="100000">
                  <a:srgbClr val="6391BD"/>
                </a:gs>
              </a:gsLst>
              <a:lin ang="2700000" scaled="1"/>
              <a:tileRect/>
            </a:gradFill>
            <a:ln w="2540" cap="rnd" cmpd="sng" algn="ctr">
              <a:noFill/>
              <a:prstDash val="solid"/>
              <a:round/>
              <a:headEnd type="none" w="med" len="med"/>
              <a:tailEnd type="none" w="med" len="med"/>
            </a:ln>
            <a:effectLst/>
          </p:spPr>
        </p:sp>
        <p:sp>
          <p:nvSpPr>
            <p:cNvPr id="520" name="ellipse_2287">
              <a:extLst>
                <a:ext uri="{FF2B5EF4-FFF2-40B4-BE49-F238E27FC236}">
                  <a16:creationId xmlns:a16="http://schemas.microsoft.com/office/drawing/2014/main" id="{C7AB4272-3ABB-A547-FE50-9853761E2B77}"/>
                </a:ext>
              </a:extLst>
            </p:cNvPr>
            <p:cNvSpPr/>
            <p:nvPr/>
          </p:nvSpPr>
          <p:spPr>
            <a:xfrm>
              <a:off x="4344184" y="1617285"/>
              <a:ext cx="22334" cy="22334"/>
            </a:xfrm>
            <a:prstGeom prst="ellipse">
              <a:avLst/>
            </a:prstGeom>
            <a:gradFill flip="none" rotWithShape="1">
              <a:gsLst>
                <a:gs pos="0">
                  <a:srgbClr val="E4EDF6"/>
                </a:gs>
                <a:gs pos="43000">
                  <a:srgbClr val="7BAAD6"/>
                </a:gs>
                <a:gs pos="100000">
                  <a:srgbClr val="457EB3"/>
                </a:gs>
              </a:gsLst>
              <a:lin ang="2700000" scaled="1"/>
              <a:tileRect/>
            </a:gradFill>
            <a:ln w="2540" cap="rnd" cmpd="sng" algn="ctr">
              <a:noFill/>
              <a:prstDash val="solid"/>
              <a:round/>
              <a:headEnd type="none" w="med" len="med"/>
              <a:tailEnd type="none" w="med" len="med"/>
            </a:ln>
            <a:effectLst/>
          </p:spPr>
        </p:sp>
        <p:sp>
          <p:nvSpPr>
            <p:cNvPr id="521" name="ellipse_2288">
              <a:extLst>
                <a:ext uri="{FF2B5EF4-FFF2-40B4-BE49-F238E27FC236}">
                  <a16:creationId xmlns:a16="http://schemas.microsoft.com/office/drawing/2014/main" id="{0425D4BB-E97A-50ED-6124-F2C13405C80D}"/>
                </a:ext>
              </a:extLst>
            </p:cNvPr>
            <p:cNvSpPr/>
            <p:nvPr/>
          </p:nvSpPr>
          <p:spPr>
            <a:xfrm>
              <a:off x="4426069" y="1482377"/>
              <a:ext cx="19818" cy="19818"/>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33" name="ellipse_2289">
              <a:extLst>
                <a:ext uri="{FF2B5EF4-FFF2-40B4-BE49-F238E27FC236}">
                  <a16:creationId xmlns:a16="http://schemas.microsoft.com/office/drawing/2014/main" id="{1B637EB9-9F66-7750-7892-96E6ADA76AD9}"/>
                </a:ext>
              </a:extLst>
            </p:cNvPr>
            <p:cNvSpPr/>
            <p:nvPr/>
          </p:nvSpPr>
          <p:spPr>
            <a:xfrm>
              <a:off x="4442307" y="1575762"/>
              <a:ext cx="27470" cy="27470"/>
            </a:xfrm>
            <a:prstGeom prst="ellipse">
              <a:avLst/>
            </a:prstGeom>
            <a:gradFill flip="none" rotWithShape="1">
              <a:gsLst>
                <a:gs pos="0">
                  <a:srgbClr val="EFF5FA"/>
                </a:gs>
                <a:gs pos="43000">
                  <a:srgbClr val="B3CEE7"/>
                </a:gs>
                <a:gs pos="100000">
                  <a:srgbClr val="86A8C7"/>
                </a:gs>
              </a:gsLst>
              <a:lin ang="2700000" scaled="1"/>
              <a:tileRect/>
            </a:gradFill>
            <a:ln w="2540" cap="rnd" cmpd="sng" algn="ctr">
              <a:noFill/>
              <a:prstDash val="solid"/>
              <a:round/>
              <a:headEnd type="none" w="med" len="med"/>
              <a:tailEnd type="none" w="med" len="med"/>
            </a:ln>
            <a:effectLst/>
          </p:spPr>
        </p:sp>
        <p:sp>
          <p:nvSpPr>
            <p:cNvPr id="534" name="ellipse_2290">
              <a:extLst>
                <a:ext uri="{FF2B5EF4-FFF2-40B4-BE49-F238E27FC236}">
                  <a16:creationId xmlns:a16="http://schemas.microsoft.com/office/drawing/2014/main" id="{26095460-9B76-5AB0-2067-8C2629F83B5B}"/>
                </a:ext>
              </a:extLst>
            </p:cNvPr>
            <p:cNvSpPr/>
            <p:nvPr/>
          </p:nvSpPr>
          <p:spPr>
            <a:xfrm>
              <a:off x="4523153" y="1390255"/>
              <a:ext cx="35635" cy="35635"/>
            </a:xfrm>
            <a:prstGeom prst="ellipse">
              <a:avLst/>
            </a:prstGeom>
            <a:gradFill flip="none" rotWithShape="1">
              <a:gsLst>
                <a:gs pos="0">
                  <a:srgbClr val="EFF4FA"/>
                </a:gs>
                <a:gs pos="43000">
                  <a:srgbClr val="B1CDE7"/>
                </a:gs>
                <a:gs pos="100000">
                  <a:srgbClr val="83A6C7"/>
                </a:gs>
              </a:gsLst>
              <a:lin ang="2700000" scaled="1"/>
              <a:tileRect/>
            </a:gradFill>
            <a:ln w="2540" cap="rnd" cmpd="sng" algn="ctr">
              <a:noFill/>
              <a:prstDash val="solid"/>
              <a:round/>
              <a:headEnd type="none" w="med" len="med"/>
              <a:tailEnd type="none" w="med" len="med"/>
            </a:ln>
            <a:effectLst/>
          </p:spPr>
        </p:sp>
        <p:sp>
          <p:nvSpPr>
            <p:cNvPr id="535" name="ellipse_2291">
              <a:extLst>
                <a:ext uri="{FF2B5EF4-FFF2-40B4-BE49-F238E27FC236}">
                  <a16:creationId xmlns:a16="http://schemas.microsoft.com/office/drawing/2014/main" id="{544E0ACB-72B3-7215-4920-F147ED8E91A9}"/>
                </a:ext>
              </a:extLst>
            </p:cNvPr>
            <p:cNvSpPr/>
            <p:nvPr/>
          </p:nvSpPr>
          <p:spPr>
            <a:xfrm>
              <a:off x="4236158" y="1526463"/>
              <a:ext cx="28446" cy="28446"/>
            </a:xfrm>
            <a:prstGeom prst="ellipse">
              <a:avLst/>
            </a:prstGeom>
            <a:gradFill flip="none" rotWithShape="1">
              <a:gsLst>
                <a:gs pos="0">
                  <a:srgbClr val="EAF2F9"/>
                </a:gs>
                <a:gs pos="43000">
                  <a:srgbClr val="9CBFE0"/>
                </a:gs>
                <a:gs pos="100000">
                  <a:srgbClr val="6A96BF"/>
                </a:gs>
              </a:gsLst>
              <a:lin ang="2700000" scaled="1"/>
              <a:tileRect/>
            </a:gradFill>
            <a:ln w="2540" cap="rnd" cmpd="sng" algn="ctr">
              <a:noFill/>
              <a:prstDash val="solid"/>
              <a:round/>
              <a:headEnd type="none" w="med" len="med"/>
              <a:tailEnd type="none" w="med" len="med"/>
            </a:ln>
            <a:effectLst/>
          </p:spPr>
        </p:sp>
        <p:sp>
          <p:nvSpPr>
            <p:cNvPr id="536" name="ellipse_2292">
              <a:extLst>
                <a:ext uri="{FF2B5EF4-FFF2-40B4-BE49-F238E27FC236}">
                  <a16:creationId xmlns:a16="http://schemas.microsoft.com/office/drawing/2014/main" id="{E8D25FC2-C50F-BA41-CD1A-8816C6BA805C}"/>
                </a:ext>
              </a:extLst>
            </p:cNvPr>
            <p:cNvSpPr/>
            <p:nvPr/>
          </p:nvSpPr>
          <p:spPr>
            <a:xfrm>
              <a:off x="4170501" y="1585016"/>
              <a:ext cx="25613" cy="25613"/>
            </a:xfrm>
            <a:prstGeom prst="ellipse">
              <a:avLst/>
            </a:prstGeom>
            <a:gradFill flip="none" rotWithShape="1">
              <a:gsLst>
                <a:gs pos="0">
                  <a:srgbClr val="FBFCFE"/>
                </a:gs>
                <a:gs pos="43000">
                  <a:srgbClr val="ECF2F8"/>
                </a:gs>
                <a:gs pos="100000">
                  <a:srgbClr val="C7D1DA"/>
                </a:gs>
              </a:gsLst>
              <a:lin ang="2700000" scaled="1"/>
              <a:tileRect/>
            </a:gradFill>
            <a:ln w="2540" cap="rnd" cmpd="sng" algn="ctr">
              <a:noFill/>
              <a:prstDash val="solid"/>
              <a:round/>
              <a:headEnd type="none" w="med" len="med"/>
              <a:tailEnd type="none" w="med" len="med"/>
            </a:ln>
            <a:effectLst/>
          </p:spPr>
        </p:sp>
        <p:sp>
          <p:nvSpPr>
            <p:cNvPr id="537" name="ellipse_2293">
              <a:extLst>
                <a:ext uri="{FF2B5EF4-FFF2-40B4-BE49-F238E27FC236}">
                  <a16:creationId xmlns:a16="http://schemas.microsoft.com/office/drawing/2014/main" id="{9EDF191A-D100-299A-AA4D-59DB04D40818}"/>
                </a:ext>
              </a:extLst>
            </p:cNvPr>
            <p:cNvSpPr/>
            <p:nvPr/>
          </p:nvSpPr>
          <p:spPr>
            <a:xfrm>
              <a:off x="4426597" y="1550333"/>
              <a:ext cx="33399" cy="33399"/>
            </a:xfrm>
            <a:prstGeom prst="ellipse">
              <a:avLst/>
            </a:prstGeom>
            <a:gradFill flip="none" rotWithShape="1">
              <a:gsLst>
                <a:gs pos="0">
                  <a:srgbClr val="FCFDFE"/>
                </a:gs>
                <a:gs pos="43000">
                  <a:srgbClr val="F0F4F9"/>
                </a:gs>
                <a:gs pos="100000">
                  <a:srgbClr val="CCD4DC"/>
                </a:gs>
              </a:gsLst>
              <a:lin ang="2700000" scaled="1"/>
              <a:tileRect/>
            </a:gradFill>
            <a:ln w="2540" cap="rnd" cmpd="sng" algn="ctr">
              <a:noFill/>
              <a:prstDash val="solid"/>
              <a:round/>
              <a:headEnd type="none" w="med" len="med"/>
              <a:tailEnd type="none" w="med" len="med"/>
            </a:ln>
            <a:effectLst/>
          </p:spPr>
        </p:sp>
        <p:sp>
          <p:nvSpPr>
            <p:cNvPr id="538" name="ellipse_2294">
              <a:extLst>
                <a:ext uri="{FF2B5EF4-FFF2-40B4-BE49-F238E27FC236}">
                  <a16:creationId xmlns:a16="http://schemas.microsoft.com/office/drawing/2014/main" id="{85D36DA9-AE88-8031-D450-9F1CD529D346}"/>
                </a:ext>
              </a:extLst>
            </p:cNvPr>
            <p:cNvSpPr/>
            <p:nvPr/>
          </p:nvSpPr>
          <p:spPr>
            <a:xfrm>
              <a:off x="4455596" y="1563737"/>
              <a:ext cx="21726" cy="21726"/>
            </a:xfrm>
            <a:prstGeom prst="ellipse">
              <a:avLst/>
            </a:prstGeom>
            <a:gradFill flip="none" rotWithShape="1">
              <a:gsLst>
                <a:gs pos="0">
                  <a:srgbClr val="F7FAFC"/>
                </a:gs>
                <a:gs pos="43000">
                  <a:srgbClr val="D8E5F2"/>
                </a:gs>
                <a:gs pos="100000">
                  <a:srgbClr val="B0C2D4"/>
                </a:gs>
              </a:gsLst>
              <a:lin ang="2700000" scaled="1"/>
              <a:tileRect/>
            </a:gradFill>
            <a:ln w="2540" cap="rnd" cmpd="sng" algn="ctr">
              <a:noFill/>
              <a:prstDash val="solid"/>
              <a:round/>
              <a:headEnd type="none" w="med" len="med"/>
              <a:tailEnd type="none" w="med" len="med"/>
            </a:ln>
            <a:effectLst/>
          </p:spPr>
        </p:sp>
        <p:sp>
          <p:nvSpPr>
            <p:cNvPr id="539" name="ellipse_2295">
              <a:extLst>
                <a:ext uri="{FF2B5EF4-FFF2-40B4-BE49-F238E27FC236}">
                  <a16:creationId xmlns:a16="http://schemas.microsoft.com/office/drawing/2014/main" id="{EF183792-87AE-ADBA-FDBB-C54FDF7DA1BF}"/>
                </a:ext>
              </a:extLst>
            </p:cNvPr>
            <p:cNvSpPr/>
            <p:nvPr/>
          </p:nvSpPr>
          <p:spPr>
            <a:xfrm>
              <a:off x="4206873" y="1503948"/>
              <a:ext cx="19608" cy="19608"/>
            </a:xfrm>
            <a:prstGeom prst="ellipse">
              <a:avLst/>
            </a:prstGeom>
            <a:gradFill flip="none" rotWithShape="1">
              <a:gsLst>
                <a:gs pos="0">
                  <a:srgbClr val="E6EFF7"/>
                </a:gs>
                <a:gs pos="43000">
                  <a:srgbClr val="87B1DA"/>
                </a:gs>
                <a:gs pos="100000">
                  <a:srgbClr val="5287B8"/>
                </a:gs>
              </a:gsLst>
              <a:lin ang="2700000" scaled="1"/>
              <a:tileRect/>
            </a:gradFill>
            <a:ln w="2540" cap="rnd" cmpd="sng" algn="ctr">
              <a:noFill/>
              <a:prstDash val="solid"/>
              <a:round/>
              <a:headEnd type="none" w="med" len="med"/>
              <a:tailEnd type="none" w="med" len="med"/>
            </a:ln>
            <a:effectLst/>
          </p:spPr>
        </p:sp>
        <p:sp>
          <p:nvSpPr>
            <p:cNvPr id="540" name="ellipse_2296">
              <a:extLst>
                <a:ext uri="{FF2B5EF4-FFF2-40B4-BE49-F238E27FC236}">
                  <a16:creationId xmlns:a16="http://schemas.microsoft.com/office/drawing/2014/main" id="{AEB6F469-5887-64DB-A1D0-922FF3EE31E4}"/>
                </a:ext>
              </a:extLst>
            </p:cNvPr>
            <p:cNvSpPr/>
            <p:nvPr/>
          </p:nvSpPr>
          <p:spPr>
            <a:xfrm>
              <a:off x="4164462" y="1485793"/>
              <a:ext cx="22000" cy="22000"/>
            </a:xfrm>
            <a:prstGeom prst="ellipse">
              <a:avLst/>
            </a:prstGeom>
            <a:gradFill flip="none" rotWithShape="1">
              <a:gsLst>
                <a:gs pos="0">
                  <a:srgbClr val="E3EDF6"/>
                </a:gs>
                <a:gs pos="43000">
                  <a:srgbClr val="7BAAD6"/>
                </a:gs>
                <a:gs pos="100000">
                  <a:srgbClr val="447EB3"/>
                </a:gs>
              </a:gsLst>
              <a:lin ang="2700000" scaled="1"/>
              <a:tileRect/>
            </a:gradFill>
            <a:ln w="2540" cap="rnd" cmpd="sng" algn="ctr">
              <a:noFill/>
              <a:prstDash val="solid"/>
              <a:round/>
              <a:headEnd type="none" w="med" len="med"/>
              <a:tailEnd type="none" w="med" len="med"/>
            </a:ln>
            <a:effectLst/>
          </p:spPr>
        </p:sp>
        <p:sp>
          <p:nvSpPr>
            <p:cNvPr id="541" name="ellipse_2297">
              <a:extLst>
                <a:ext uri="{FF2B5EF4-FFF2-40B4-BE49-F238E27FC236}">
                  <a16:creationId xmlns:a16="http://schemas.microsoft.com/office/drawing/2014/main" id="{8480A867-02DA-B86B-8A85-EEC9ABB677E8}"/>
                </a:ext>
              </a:extLst>
            </p:cNvPr>
            <p:cNvSpPr/>
            <p:nvPr/>
          </p:nvSpPr>
          <p:spPr>
            <a:xfrm>
              <a:off x="4121930" y="1427187"/>
              <a:ext cx="36580" cy="36580"/>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542" name="ellipse_2298">
              <a:extLst>
                <a:ext uri="{FF2B5EF4-FFF2-40B4-BE49-F238E27FC236}">
                  <a16:creationId xmlns:a16="http://schemas.microsoft.com/office/drawing/2014/main" id="{6DAA5832-C7B7-3078-F711-CDC4463EB55E}"/>
                </a:ext>
              </a:extLst>
            </p:cNvPr>
            <p:cNvSpPr/>
            <p:nvPr/>
          </p:nvSpPr>
          <p:spPr>
            <a:xfrm>
              <a:off x="4439517" y="1446263"/>
              <a:ext cx="30433" cy="30433"/>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43" name="ellipse_2299">
              <a:extLst>
                <a:ext uri="{FF2B5EF4-FFF2-40B4-BE49-F238E27FC236}">
                  <a16:creationId xmlns:a16="http://schemas.microsoft.com/office/drawing/2014/main" id="{070FC566-8471-B4AD-FF22-470590A965FC}"/>
                </a:ext>
              </a:extLst>
            </p:cNvPr>
            <p:cNvSpPr/>
            <p:nvPr/>
          </p:nvSpPr>
          <p:spPr>
            <a:xfrm>
              <a:off x="4187240" y="1542165"/>
              <a:ext cx="30589" cy="30589"/>
            </a:xfrm>
            <a:prstGeom prst="ellipse">
              <a:avLst/>
            </a:prstGeom>
            <a:gradFill flip="none" rotWithShape="1">
              <a:gsLst>
                <a:gs pos="0">
                  <a:srgbClr val="F3F7FB"/>
                </a:gs>
                <a:gs pos="43000">
                  <a:srgbClr val="C3D7EC"/>
                </a:gs>
                <a:gs pos="100000">
                  <a:srgbClr val="98B3CC"/>
                </a:gs>
              </a:gsLst>
              <a:lin ang="2700000" scaled="1"/>
              <a:tileRect/>
            </a:gradFill>
            <a:ln w="2540" cap="rnd" cmpd="sng" algn="ctr">
              <a:noFill/>
              <a:prstDash val="solid"/>
              <a:round/>
              <a:headEnd type="none" w="med" len="med"/>
              <a:tailEnd type="none" w="med" len="med"/>
            </a:ln>
            <a:effectLst/>
          </p:spPr>
        </p:sp>
        <p:sp>
          <p:nvSpPr>
            <p:cNvPr id="544" name="ellipse_2300">
              <a:extLst>
                <a:ext uri="{FF2B5EF4-FFF2-40B4-BE49-F238E27FC236}">
                  <a16:creationId xmlns:a16="http://schemas.microsoft.com/office/drawing/2014/main" id="{AF1BA656-B9AC-7483-E9F4-4E9DA8EA3864}"/>
                </a:ext>
              </a:extLst>
            </p:cNvPr>
            <p:cNvSpPr/>
            <p:nvPr/>
          </p:nvSpPr>
          <p:spPr>
            <a:xfrm>
              <a:off x="4382159" y="1608073"/>
              <a:ext cx="23377" cy="23377"/>
            </a:xfrm>
            <a:prstGeom prst="ellipse">
              <a:avLst/>
            </a:prstGeom>
            <a:gradFill flip="none" rotWithShape="1">
              <a:gsLst>
                <a:gs pos="0">
                  <a:srgbClr val="E5EEF7"/>
                </a:gs>
                <a:gs pos="43000">
                  <a:srgbClr val="81AED8"/>
                </a:gs>
                <a:gs pos="100000">
                  <a:srgbClr val="4C82B6"/>
                </a:gs>
              </a:gsLst>
              <a:lin ang="2700000" scaled="1"/>
              <a:tileRect/>
            </a:gradFill>
            <a:ln w="2540" cap="rnd" cmpd="sng" algn="ctr">
              <a:noFill/>
              <a:prstDash val="solid"/>
              <a:round/>
              <a:headEnd type="none" w="med" len="med"/>
              <a:tailEnd type="none" w="med" len="med"/>
            </a:ln>
            <a:effectLst/>
          </p:spPr>
        </p:sp>
        <p:sp>
          <p:nvSpPr>
            <p:cNvPr id="545" name="ellipse_2301">
              <a:extLst>
                <a:ext uri="{FF2B5EF4-FFF2-40B4-BE49-F238E27FC236}">
                  <a16:creationId xmlns:a16="http://schemas.microsoft.com/office/drawing/2014/main" id="{96D19D8F-4FC5-95EB-2EBF-D64607666188}"/>
                </a:ext>
              </a:extLst>
            </p:cNvPr>
            <p:cNvSpPr/>
            <p:nvPr/>
          </p:nvSpPr>
          <p:spPr>
            <a:xfrm>
              <a:off x="4245686" y="1551510"/>
              <a:ext cx="28620" cy="28620"/>
            </a:xfrm>
            <a:prstGeom prst="ellipse">
              <a:avLst/>
            </a:prstGeom>
            <a:gradFill flip="none" rotWithShape="1">
              <a:gsLst>
                <a:gs pos="0">
                  <a:srgbClr val="EEF4FA"/>
                </a:gs>
                <a:gs pos="43000">
                  <a:srgbClr val="ACC9E5"/>
                </a:gs>
                <a:gs pos="100000">
                  <a:srgbClr val="7EA2C5"/>
                </a:gs>
              </a:gsLst>
              <a:lin ang="2700000" scaled="1"/>
              <a:tileRect/>
            </a:gradFill>
            <a:ln w="2540" cap="rnd" cmpd="sng" algn="ctr">
              <a:noFill/>
              <a:prstDash val="solid"/>
              <a:round/>
              <a:headEnd type="none" w="med" len="med"/>
              <a:tailEnd type="none" w="med" len="med"/>
            </a:ln>
            <a:effectLst/>
          </p:spPr>
        </p:sp>
        <p:sp>
          <p:nvSpPr>
            <p:cNvPr id="546" name="ellipse_2302">
              <a:extLst>
                <a:ext uri="{FF2B5EF4-FFF2-40B4-BE49-F238E27FC236}">
                  <a16:creationId xmlns:a16="http://schemas.microsoft.com/office/drawing/2014/main" id="{1CF7F846-4E62-0D9F-A0D6-E337D7C7C990}"/>
                </a:ext>
              </a:extLst>
            </p:cNvPr>
            <p:cNvSpPr/>
            <p:nvPr/>
          </p:nvSpPr>
          <p:spPr>
            <a:xfrm>
              <a:off x="4125026" y="1435844"/>
              <a:ext cx="31657" cy="31657"/>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547" name="ellipse_2303">
              <a:extLst>
                <a:ext uri="{FF2B5EF4-FFF2-40B4-BE49-F238E27FC236}">
                  <a16:creationId xmlns:a16="http://schemas.microsoft.com/office/drawing/2014/main" id="{F1D159C7-8184-2038-4ACF-629BB1337934}"/>
                </a:ext>
              </a:extLst>
            </p:cNvPr>
            <p:cNvSpPr/>
            <p:nvPr/>
          </p:nvSpPr>
          <p:spPr>
            <a:xfrm>
              <a:off x="4319199" y="1400240"/>
              <a:ext cx="22469" cy="22469"/>
            </a:xfrm>
            <a:prstGeom prst="ellipse">
              <a:avLst/>
            </a:prstGeom>
            <a:gradFill flip="none" rotWithShape="1">
              <a:gsLst>
                <a:gs pos="0">
                  <a:srgbClr val="E9F1F8"/>
                </a:gs>
                <a:gs pos="43000">
                  <a:srgbClr val="94BBDE"/>
                </a:gs>
                <a:gs pos="100000">
                  <a:srgbClr val="6291BD"/>
                </a:gs>
              </a:gsLst>
              <a:lin ang="2700000" scaled="1"/>
              <a:tileRect/>
            </a:gradFill>
            <a:ln w="2540" cap="rnd" cmpd="sng" algn="ctr">
              <a:noFill/>
              <a:prstDash val="solid"/>
              <a:round/>
              <a:headEnd type="none" w="med" len="med"/>
              <a:tailEnd type="none" w="med" len="med"/>
            </a:ln>
            <a:effectLst/>
          </p:spPr>
        </p:sp>
        <p:sp>
          <p:nvSpPr>
            <p:cNvPr id="548" name="ellipse_2304">
              <a:extLst>
                <a:ext uri="{FF2B5EF4-FFF2-40B4-BE49-F238E27FC236}">
                  <a16:creationId xmlns:a16="http://schemas.microsoft.com/office/drawing/2014/main" id="{DE6FD875-6AE4-ABCB-9C7E-BBED9ED409BD}"/>
                </a:ext>
              </a:extLst>
            </p:cNvPr>
            <p:cNvSpPr/>
            <p:nvPr/>
          </p:nvSpPr>
          <p:spPr>
            <a:xfrm>
              <a:off x="4310408" y="1650641"/>
              <a:ext cx="33967" cy="33967"/>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549" name="ellipse_2305">
              <a:extLst>
                <a:ext uri="{FF2B5EF4-FFF2-40B4-BE49-F238E27FC236}">
                  <a16:creationId xmlns:a16="http://schemas.microsoft.com/office/drawing/2014/main" id="{D5B6FC5E-B24D-3FFD-7940-CAE950CE9743}"/>
                </a:ext>
              </a:extLst>
            </p:cNvPr>
            <p:cNvSpPr/>
            <p:nvPr/>
          </p:nvSpPr>
          <p:spPr>
            <a:xfrm>
              <a:off x="4296212" y="1597039"/>
              <a:ext cx="25772" cy="25772"/>
            </a:xfrm>
            <a:prstGeom prst="ellipse">
              <a:avLst/>
            </a:prstGeom>
            <a:gradFill flip="none" rotWithShape="1">
              <a:gsLst>
                <a:gs pos="0">
                  <a:srgbClr val="E7F0F8"/>
                </a:gs>
                <a:gs pos="43000">
                  <a:srgbClr val="8DB6DC"/>
                </a:gs>
                <a:gs pos="100000">
                  <a:srgbClr val="5A8CBA"/>
                </a:gs>
              </a:gsLst>
              <a:lin ang="2700000" scaled="1"/>
              <a:tileRect/>
            </a:gradFill>
            <a:ln w="2540" cap="rnd" cmpd="sng" algn="ctr">
              <a:noFill/>
              <a:prstDash val="solid"/>
              <a:round/>
              <a:headEnd type="none" w="med" len="med"/>
              <a:tailEnd type="none" w="med" len="med"/>
            </a:ln>
            <a:effectLst/>
          </p:spPr>
        </p:sp>
        <p:sp>
          <p:nvSpPr>
            <p:cNvPr id="550" name="ellipse_2306">
              <a:extLst>
                <a:ext uri="{FF2B5EF4-FFF2-40B4-BE49-F238E27FC236}">
                  <a16:creationId xmlns:a16="http://schemas.microsoft.com/office/drawing/2014/main" id="{A494B271-E1AE-D47A-49A4-CA7987BD842A}"/>
                </a:ext>
              </a:extLst>
            </p:cNvPr>
            <p:cNvSpPr/>
            <p:nvPr/>
          </p:nvSpPr>
          <p:spPr>
            <a:xfrm>
              <a:off x="4408152" y="1634290"/>
              <a:ext cx="19526" cy="19526"/>
            </a:xfrm>
            <a:prstGeom prst="ellipse">
              <a:avLst/>
            </a:prstGeom>
            <a:gradFill flip="none" rotWithShape="1">
              <a:gsLst>
                <a:gs pos="0">
                  <a:srgbClr val="E2EDF6"/>
                </a:gs>
                <a:gs pos="43000">
                  <a:srgbClr val="76A7D5"/>
                </a:gs>
                <a:gs pos="100000">
                  <a:srgbClr val="3F7BB3"/>
                </a:gs>
              </a:gsLst>
              <a:lin ang="2700000" scaled="1"/>
              <a:tileRect/>
            </a:gradFill>
            <a:ln w="2540" cap="rnd" cmpd="sng" algn="ctr">
              <a:noFill/>
              <a:prstDash val="solid"/>
              <a:round/>
              <a:headEnd type="none" w="med" len="med"/>
              <a:tailEnd type="none" w="med" len="med"/>
            </a:ln>
            <a:effectLst/>
          </p:spPr>
        </p:sp>
        <p:sp>
          <p:nvSpPr>
            <p:cNvPr id="551" name="ellipse_2307">
              <a:extLst>
                <a:ext uri="{FF2B5EF4-FFF2-40B4-BE49-F238E27FC236}">
                  <a16:creationId xmlns:a16="http://schemas.microsoft.com/office/drawing/2014/main" id="{EEEE54EA-6625-134A-28A0-44C5F59EB337}"/>
                </a:ext>
              </a:extLst>
            </p:cNvPr>
            <p:cNvSpPr/>
            <p:nvPr/>
          </p:nvSpPr>
          <p:spPr>
            <a:xfrm>
              <a:off x="4292052" y="1602925"/>
              <a:ext cx="27039" cy="27039"/>
            </a:xfrm>
            <a:prstGeom prst="ellipse">
              <a:avLst/>
            </a:prstGeom>
            <a:gradFill flip="none" rotWithShape="1">
              <a:gsLst>
                <a:gs pos="0">
                  <a:srgbClr val="E7F0F8"/>
                </a:gs>
                <a:gs pos="43000">
                  <a:srgbClr val="8DB5DC"/>
                </a:gs>
                <a:gs pos="100000">
                  <a:srgbClr val="598BBA"/>
                </a:gs>
              </a:gsLst>
              <a:lin ang="2700000" scaled="1"/>
              <a:tileRect/>
            </a:gradFill>
            <a:ln w="2540" cap="rnd" cmpd="sng" algn="ctr">
              <a:noFill/>
              <a:prstDash val="solid"/>
              <a:round/>
              <a:headEnd type="none" w="med" len="med"/>
              <a:tailEnd type="none" w="med" len="med"/>
            </a:ln>
            <a:effectLst/>
          </p:spPr>
        </p:sp>
        <p:sp>
          <p:nvSpPr>
            <p:cNvPr id="552" name="ellipse_2308">
              <a:extLst>
                <a:ext uri="{FF2B5EF4-FFF2-40B4-BE49-F238E27FC236}">
                  <a16:creationId xmlns:a16="http://schemas.microsoft.com/office/drawing/2014/main" id="{EF06952F-C2F6-361A-4363-B74CFF79477F}"/>
                </a:ext>
              </a:extLst>
            </p:cNvPr>
            <p:cNvSpPr/>
            <p:nvPr/>
          </p:nvSpPr>
          <p:spPr>
            <a:xfrm>
              <a:off x="4487851" y="1368093"/>
              <a:ext cx="29410" cy="29410"/>
            </a:xfrm>
            <a:prstGeom prst="ellipse">
              <a:avLst/>
            </a:prstGeom>
            <a:gradFill flip="none" rotWithShape="1">
              <a:gsLst>
                <a:gs pos="0">
                  <a:srgbClr val="EBF2F9"/>
                </a:gs>
                <a:gs pos="43000">
                  <a:srgbClr val="9FC0E1"/>
                </a:gs>
                <a:gs pos="100000">
                  <a:srgbClr val="6E98C0"/>
                </a:gs>
              </a:gsLst>
              <a:lin ang="2700000" scaled="1"/>
              <a:tileRect/>
            </a:gradFill>
            <a:ln w="2540" cap="rnd" cmpd="sng" algn="ctr">
              <a:noFill/>
              <a:prstDash val="solid"/>
              <a:round/>
              <a:headEnd type="none" w="med" len="med"/>
              <a:tailEnd type="none" w="med" len="med"/>
            </a:ln>
            <a:effectLst/>
          </p:spPr>
        </p:sp>
        <p:sp>
          <p:nvSpPr>
            <p:cNvPr id="553" name="ellipse_2309">
              <a:extLst>
                <a:ext uri="{FF2B5EF4-FFF2-40B4-BE49-F238E27FC236}">
                  <a16:creationId xmlns:a16="http://schemas.microsoft.com/office/drawing/2014/main" id="{664C8C22-E5A3-07AF-3D42-8E7D0C2BDBE3}"/>
                </a:ext>
              </a:extLst>
            </p:cNvPr>
            <p:cNvSpPr/>
            <p:nvPr/>
          </p:nvSpPr>
          <p:spPr>
            <a:xfrm>
              <a:off x="4373452" y="1624571"/>
              <a:ext cx="28823" cy="28823"/>
            </a:xfrm>
            <a:prstGeom prst="ellipse">
              <a:avLst/>
            </a:prstGeom>
            <a:gradFill flip="none" rotWithShape="1">
              <a:gsLst>
                <a:gs pos="0">
                  <a:srgbClr val="E3EDF6"/>
                </a:gs>
                <a:gs pos="43000">
                  <a:srgbClr val="77A8D5"/>
                </a:gs>
                <a:gs pos="100000">
                  <a:srgbClr val="407CB3"/>
                </a:gs>
              </a:gsLst>
              <a:lin ang="2700000" scaled="1"/>
              <a:tileRect/>
            </a:gradFill>
            <a:ln w="2540" cap="rnd" cmpd="sng" algn="ctr">
              <a:noFill/>
              <a:prstDash val="solid"/>
              <a:round/>
              <a:headEnd type="none" w="med" len="med"/>
              <a:tailEnd type="none" w="med" len="med"/>
            </a:ln>
            <a:effectLst/>
          </p:spPr>
        </p:sp>
        <p:sp>
          <p:nvSpPr>
            <p:cNvPr id="554" name="ellipse_2310">
              <a:extLst>
                <a:ext uri="{FF2B5EF4-FFF2-40B4-BE49-F238E27FC236}">
                  <a16:creationId xmlns:a16="http://schemas.microsoft.com/office/drawing/2014/main" id="{1183DCC9-3052-2BC4-A8F7-F5F33865290E}"/>
                </a:ext>
              </a:extLst>
            </p:cNvPr>
            <p:cNvSpPr/>
            <p:nvPr/>
          </p:nvSpPr>
          <p:spPr>
            <a:xfrm>
              <a:off x="4442845" y="1573986"/>
              <a:ext cx="33095" cy="33095"/>
            </a:xfrm>
            <a:prstGeom prst="ellipse">
              <a:avLst/>
            </a:prstGeom>
            <a:gradFill flip="none" rotWithShape="1">
              <a:gsLst>
                <a:gs pos="0">
                  <a:srgbClr val="EFF4FA"/>
                </a:gs>
                <a:gs pos="43000">
                  <a:srgbClr val="B1CDE7"/>
                </a:gs>
                <a:gs pos="100000">
                  <a:srgbClr val="83A6C7"/>
                </a:gs>
              </a:gsLst>
              <a:lin ang="2700000" scaled="1"/>
              <a:tileRect/>
            </a:gradFill>
            <a:ln w="2540" cap="rnd" cmpd="sng" algn="ctr">
              <a:noFill/>
              <a:prstDash val="solid"/>
              <a:round/>
              <a:headEnd type="none" w="med" len="med"/>
              <a:tailEnd type="none" w="med" len="med"/>
            </a:ln>
            <a:effectLst/>
          </p:spPr>
        </p:sp>
        <p:sp>
          <p:nvSpPr>
            <p:cNvPr id="555" name="ellipse_2311">
              <a:extLst>
                <a:ext uri="{FF2B5EF4-FFF2-40B4-BE49-F238E27FC236}">
                  <a16:creationId xmlns:a16="http://schemas.microsoft.com/office/drawing/2014/main" id="{B2E18BF4-DBB3-6784-52DF-64D14C7E0452}"/>
                </a:ext>
              </a:extLst>
            </p:cNvPr>
            <p:cNvSpPr/>
            <p:nvPr/>
          </p:nvSpPr>
          <p:spPr>
            <a:xfrm>
              <a:off x="4142514" y="1474122"/>
              <a:ext cx="33416" cy="33416"/>
            </a:xfrm>
            <a:prstGeom prst="ellipse">
              <a:avLst/>
            </a:prstGeom>
            <a:gradFill flip="none" rotWithShape="1">
              <a:gsLst>
                <a:gs pos="0">
                  <a:srgbClr val="E3EDF6"/>
                </a:gs>
                <a:gs pos="43000">
                  <a:srgbClr val="77A8D5"/>
                </a:gs>
                <a:gs pos="100000">
                  <a:srgbClr val="407CB3"/>
                </a:gs>
              </a:gsLst>
              <a:lin ang="2700000" scaled="1"/>
              <a:tileRect/>
            </a:gradFill>
            <a:ln w="2540" cap="rnd" cmpd="sng" algn="ctr">
              <a:noFill/>
              <a:prstDash val="solid"/>
              <a:round/>
              <a:headEnd type="none" w="med" len="med"/>
              <a:tailEnd type="none" w="med" len="med"/>
            </a:ln>
            <a:effectLst/>
          </p:spPr>
        </p:sp>
        <p:sp>
          <p:nvSpPr>
            <p:cNvPr id="556" name="ellipse_2312">
              <a:extLst>
                <a:ext uri="{FF2B5EF4-FFF2-40B4-BE49-F238E27FC236}">
                  <a16:creationId xmlns:a16="http://schemas.microsoft.com/office/drawing/2014/main" id="{4BB5F2F3-8DC5-3EFB-D7EA-07D3873E139E}"/>
                </a:ext>
              </a:extLst>
            </p:cNvPr>
            <p:cNvSpPr/>
            <p:nvPr/>
          </p:nvSpPr>
          <p:spPr>
            <a:xfrm>
              <a:off x="4441787" y="1628137"/>
              <a:ext cx="24264" cy="24264"/>
            </a:xfrm>
            <a:prstGeom prst="ellipse">
              <a:avLst/>
            </a:prstGeom>
            <a:gradFill flip="none" rotWithShape="1">
              <a:gsLst>
                <a:gs pos="0">
                  <a:srgbClr val="E3EDF6"/>
                </a:gs>
                <a:gs pos="43000">
                  <a:srgbClr val="78A9D5"/>
                </a:gs>
                <a:gs pos="100000">
                  <a:srgbClr val="427DB3"/>
                </a:gs>
              </a:gsLst>
              <a:lin ang="2700000" scaled="1"/>
              <a:tileRect/>
            </a:gradFill>
            <a:ln w="2540" cap="rnd" cmpd="sng" algn="ctr">
              <a:noFill/>
              <a:prstDash val="solid"/>
              <a:round/>
              <a:headEnd type="none" w="med" len="med"/>
              <a:tailEnd type="none" w="med" len="med"/>
            </a:ln>
            <a:effectLst/>
          </p:spPr>
        </p:sp>
        <p:sp>
          <p:nvSpPr>
            <p:cNvPr id="557" name="ellipse_2313">
              <a:extLst>
                <a:ext uri="{FF2B5EF4-FFF2-40B4-BE49-F238E27FC236}">
                  <a16:creationId xmlns:a16="http://schemas.microsoft.com/office/drawing/2014/main" id="{6F91D171-983E-C713-2431-AD5E3CAE904C}"/>
                </a:ext>
              </a:extLst>
            </p:cNvPr>
            <p:cNvSpPr/>
            <p:nvPr/>
          </p:nvSpPr>
          <p:spPr>
            <a:xfrm>
              <a:off x="4210200" y="1605956"/>
              <a:ext cx="25913" cy="25913"/>
            </a:xfrm>
            <a:prstGeom prst="ellipse">
              <a:avLst/>
            </a:prstGeom>
            <a:gradFill flip="none" rotWithShape="1">
              <a:gsLst>
                <a:gs pos="0">
                  <a:srgbClr val="F4F8FC"/>
                </a:gs>
                <a:gs pos="43000">
                  <a:srgbClr val="CDDEEE"/>
                </a:gs>
                <a:gs pos="100000">
                  <a:srgbClr val="A3BAD0"/>
                </a:gs>
              </a:gsLst>
              <a:lin ang="2700000" scaled="1"/>
              <a:tileRect/>
            </a:gradFill>
            <a:ln w="2540" cap="rnd" cmpd="sng" algn="ctr">
              <a:noFill/>
              <a:prstDash val="solid"/>
              <a:round/>
              <a:headEnd type="none" w="med" len="med"/>
              <a:tailEnd type="none" w="med" len="med"/>
            </a:ln>
            <a:effectLst/>
          </p:spPr>
        </p:sp>
        <p:sp>
          <p:nvSpPr>
            <p:cNvPr id="558" name="ellipse_2314">
              <a:extLst>
                <a:ext uri="{FF2B5EF4-FFF2-40B4-BE49-F238E27FC236}">
                  <a16:creationId xmlns:a16="http://schemas.microsoft.com/office/drawing/2014/main" id="{906630F3-52B0-6462-A917-C66530F836D5}"/>
                </a:ext>
              </a:extLst>
            </p:cNvPr>
            <p:cNvSpPr/>
            <p:nvPr/>
          </p:nvSpPr>
          <p:spPr>
            <a:xfrm>
              <a:off x="4389420" y="1621757"/>
              <a:ext cx="29758" cy="29758"/>
            </a:xfrm>
            <a:prstGeom prst="ellipse">
              <a:avLst/>
            </a:prstGeom>
            <a:gradFill flip="none" rotWithShape="1">
              <a:gsLst>
                <a:gs pos="0">
                  <a:srgbClr val="E3EDF6"/>
                </a:gs>
                <a:gs pos="43000">
                  <a:srgbClr val="78A9D5"/>
                </a:gs>
                <a:gs pos="100000">
                  <a:srgbClr val="427DB3"/>
                </a:gs>
              </a:gsLst>
              <a:lin ang="2700000" scaled="1"/>
              <a:tileRect/>
            </a:gradFill>
            <a:ln w="2540" cap="rnd" cmpd="sng" algn="ctr">
              <a:noFill/>
              <a:prstDash val="solid"/>
              <a:round/>
              <a:headEnd type="none" w="med" len="med"/>
              <a:tailEnd type="none" w="med" len="med"/>
            </a:ln>
            <a:effectLst/>
          </p:spPr>
        </p:sp>
        <p:sp>
          <p:nvSpPr>
            <p:cNvPr id="559" name="ellipse_2315">
              <a:extLst>
                <a:ext uri="{FF2B5EF4-FFF2-40B4-BE49-F238E27FC236}">
                  <a16:creationId xmlns:a16="http://schemas.microsoft.com/office/drawing/2014/main" id="{CAA19BB0-8A27-4EF7-1B36-609801357ED6}"/>
                </a:ext>
              </a:extLst>
            </p:cNvPr>
            <p:cNvSpPr/>
            <p:nvPr/>
          </p:nvSpPr>
          <p:spPr>
            <a:xfrm>
              <a:off x="4357703" y="1564816"/>
              <a:ext cx="31476" cy="31476"/>
            </a:xfrm>
            <a:prstGeom prst="ellipse">
              <a:avLst/>
            </a:prstGeom>
            <a:gradFill flip="none" rotWithShape="1">
              <a:gsLst>
                <a:gs pos="0">
                  <a:srgbClr val="EDF3F9"/>
                </a:gs>
                <a:gs pos="43000">
                  <a:srgbClr val="A6C5E3"/>
                </a:gs>
                <a:gs pos="100000">
                  <a:srgbClr val="779EC2"/>
                </a:gs>
              </a:gsLst>
              <a:lin ang="2700000" scaled="1"/>
              <a:tileRect/>
            </a:gradFill>
            <a:ln w="2540" cap="rnd" cmpd="sng" algn="ctr">
              <a:noFill/>
              <a:prstDash val="solid"/>
              <a:round/>
              <a:headEnd type="none" w="med" len="med"/>
              <a:tailEnd type="none" w="med" len="med"/>
            </a:ln>
            <a:effectLst/>
          </p:spPr>
        </p:sp>
        <p:sp>
          <p:nvSpPr>
            <p:cNvPr id="560" name="ellipse_2316">
              <a:extLst>
                <a:ext uri="{FF2B5EF4-FFF2-40B4-BE49-F238E27FC236}">
                  <a16:creationId xmlns:a16="http://schemas.microsoft.com/office/drawing/2014/main" id="{5620F9D8-582E-60AD-7960-D12E6167ECE1}"/>
                </a:ext>
              </a:extLst>
            </p:cNvPr>
            <p:cNvSpPr/>
            <p:nvPr/>
          </p:nvSpPr>
          <p:spPr>
            <a:xfrm>
              <a:off x="4551183" y="1555710"/>
              <a:ext cx="19732" cy="19732"/>
            </a:xfrm>
            <a:prstGeom prst="ellipse">
              <a:avLst/>
            </a:prstGeom>
            <a:gradFill flip="none" rotWithShape="1">
              <a:gsLst>
                <a:gs pos="0">
                  <a:srgbClr val="ECF3F9"/>
                </a:gs>
                <a:gs pos="43000">
                  <a:srgbClr val="A5C5E3"/>
                </a:gs>
                <a:gs pos="100000">
                  <a:srgbClr val="759DC2"/>
                </a:gs>
              </a:gsLst>
              <a:lin ang="2700000" scaled="1"/>
              <a:tileRect/>
            </a:gradFill>
            <a:ln w="2540" cap="rnd" cmpd="sng" algn="ctr">
              <a:noFill/>
              <a:prstDash val="solid"/>
              <a:round/>
              <a:headEnd type="none" w="med" len="med"/>
              <a:tailEnd type="none" w="med" len="med"/>
            </a:ln>
            <a:effectLst/>
          </p:spPr>
        </p:sp>
        <p:sp>
          <p:nvSpPr>
            <p:cNvPr id="561" name="ellipse_2317">
              <a:extLst>
                <a:ext uri="{FF2B5EF4-FFF2-40B4-BE49-F238E27FC236}">
                  <a16:creationId xmlns:a16="http://schemas.microsoft.com/office/drawing/2014/main" id="{6E958F1F-AA3F-1053-149F-D53E27DED4B7}"/>
                </a:ext>
              </a:extLst>
            </p:cNvPr>
            <p:cNvSpPr/>
            <p:nvPr/>
          </p:nvSpPr>
          <p:spPr>
            <a:xfrm>
              <a:off x="4268846" y="1396019"/>
              <a:ext cx="29486" cy="29486"/>
            </a:xfrm>
            <a:prstGeom prst="ellipse">
              <a:avLst/>
            </a:prstGeom>
            <a:gradFill flip="none" rotWithShape="1">
              <a:gsLst>
                <a:gs pos="0">
                  <a:srgbClr val="E4EDF7"/>
                </a:gs>
                <a:gs pos="43000">
                  <a:srgbClr val="7BAAD7"/>
                </a:gs>
                <a:gs pos="100000">
                  <a:srgbClr val="457EB4"/>
                </a:gs>
              </a:gsLst>
              <a:lin ang="2700000" scaled="1"/>
              <a:tileRect/>
            </a:gradFill>
            <a:ln w="2540" cap="rnd" cmpd="sng" algn="ctr">
              <a:noFill/>
              <a:prstDash val="solid"/>
              <a:round/>
              <a:headEnd type="none" w="med" len="med"/>
              <a:tailEnd type="none" w="med" len="med"/>
            </a:ln>
            <a:effectLst/>
          </p:spPr>
        </p:sp>
        <p:sp>
          <p:nvSpPr>
            <p:cNvPr id="562" name="ellipse_2318">
              <a:extLst>
                <a:ext uri="{FF2B5EF4-FFF2-40B4-BE49-F238E27FC236}">
                  <a16:creationId xmlns:a16="http://schemas.microsoft.com/office/drawing/2014/main" id="{0E8F3053-82D0-ED75-E849-A5FFF18C73B7}"/>
                </a:ext>
              </a:extLst>
            </p:cNvPr>
            <p:cNvSpPr/>
            <p:nvPr/>
          </p:nvSpPr>
          <p:spPr>
            <a:xfrm>
              <a:off x="4147675" y="1517892"/>
              <a:ext cx="26511" cy="26511"/>
            </a:xfrm>
            <a:prstGeom prst="ellipse">
              <a:avLst/>
            </a:prstGeom>
            <a:gradFill flip="none" rotWithShape="1">
              <a:gsLst>
                <a:gs pos="0">
                  <a:srgbClr val="EAF1F8"/>
                </a:gs>
                <a:gs pos="43000">
                  <a:srgbClr val="98BDDF"/>
                </a:gs>
                <a:gs pos="100000">
                  <a:srgbClr val="6694BE"/>
                </a:gs>
              </a:gsLst>
              <a:lin ang="2700000" scaled="1"/>
              <a:tileRect/>
            </a:gradFill>
            <a:ln w="2540" cap="rnd" cmpd="sng" algn="ctr">
              <a:noFill/>
              <a:prstDash val="solid"/>
              <a:round/>
              <a:headEnd type="none" w="med" len="med"/>
              <a:tailEnd type="none" w="med" len="med"/>
            </a:ln>
            <a:effectLst/>
          </p:spPr>
        </p:sp>
        <p:sp>
          <p:nvSpPr>
            <p:cNvPr id="563" name="ellipse_2319">
              <a:extLst>
                <a:ext uri="{FF2B5EF4-FFF2-40B4-BE49-F238E27FC236}">
                  <a16:creationId xmlns:a16="http://schemas.microsoft.com/office/drawing/2014/main" id="{7A8C78BA-932B-8610-471E-7FB0176F26E6}"/>
                </a:ext>
              </a:extLst>
            </p:cNvPr>
            <p:cNvSpPr/>
            <p:nvPr/>
          </p:nvSpPr>
          <p:spPr>
            <a:xfrm>
              <a:off x="4181039" y="1509495"/>
              <a:ext cx="31700" cy="31700"/>
            </a:xfrm>
            <a:prstGeom prst="ellipse">
              <a:avLst/>
            </a:prstGeom>
            <a:gradFill flip="none" rotWithShape="1">
              <a:gsLst>
                <a:gs pos="0">
                  <a:srgbClr val="E8F0F8"/>
                </a:gs>
                <a:gs pos="43000">
                  <a:srgbClr val="93B9DD"/>
                </a:gs>
                <a:gs pos="100000">
                  <a:srgbClr val="6090BC"/>
                </a:gs>
              </a:gsLst>
              <a:lin ang="2700000" scaled="1"/>
              <a:tileRect/>
            </a:gradFill>
            <a:ln w="2540" cap="rnd" cmpd="sng" algn="ctr">
              <a:noFill/>
              <a:prstDash val="solid"/>
              <a:round/>
              <a:headEnd type="none" w="med" len="med"/>
              <a:tailEnd type="none" w="med" len="med"/>
            </a:ln>
            <a:effectLst/>
          </p:spPr>
        </p:sp>
      </p:grpSp>
      <p:sp>
        <p:nvSpPr>
          <p:cNvPr id="564" name="Voxel-to-point fusion">
            <a:extLst>
              <a:ext uri="{FF2B5EF4-FFF2-40B4-BE49-F238E27FC236}">
                <a16:creationId xmlns:a16="http://schemas.microsoft.com/office/drawing/2014/main" id="{54AB7CDB-D013-52F1-D481-AD6CC67BE96D}"/>
              </a:ext>
            </a:extLst>
          </p:cNvPr>
          <p:cNvSpPr>
            <a:spLocks noGrp="1"/>
          </p:cNvSpPr>
          <p:nvPr/>
        </p:nvSpPr>
        <p:spPr>
          <a:xfrm>
            <a:off x="3012660" y="880241"/>
            <a:ext cx="92" cy="294465"/>
          </a:xfrm>
          <a:custGeom>
            <a:avLst/>
            <a:gdLst/>
            <a:ahLst/>
            <a:cxnLst/>
            <a:rect l="0" t="0" r="0" b="0"/>
            <a:pathLst>
              <a:path w="476" h="1514475">
                <a:moveTo>
                  <a:pt x="0" y="0"/>
                </a:moveTo>
                <a:lnTo>
                  <a:pt x="0" y="1514475"/>
                </a:lnTo>
              </a:path>
            </a:pathLst>
          </a:custGeom>
          <a:noFill/>
          <a:ln w="8537">
            <a:solidFill>
              <a:srgbClr val="388BBE"/>
            </a:solidFill>
            <a:prstDash val="solid"/>
          </a:ln>
        </p:spPr>
      </p:sp>
      <p:sp>
        <p:nvSpPr>
          <p:cNvPr id="565" name="Voxel-to-point fusion | arrowhead">
            <a:extLst>
              <a:ext uri="{FF2B5EF4-FFF2-40B4-BE49-F238E27FC236}">
                <a16:creationId xmlns:a16="http://schemas.microsoft.com/office/drawing/2014/main" id="{2035C270-25DD-0D51-C95D-2073522D5057}"/>
              </a:ext>
            </a:extLst>
          </p:cNvPr>
          <p:cNvSpPr>
            <a:spLocks noGrp="1"/>
          </p:cNvSpPr>
          <p:nvPr/>
        </p:nvSpPr>
        <p:spPr>
          <a:xfrm>
            <a:off x="3003616" y="1171609"/>
            <a:ext cx="17113" cy="19446"/>
          </a:xfrm>
          <a:custGeom>
            <a:avLst/>
            <a:gdLst/>
            <a:ahLst/>
            <a:cxnLst/>
            <a:rect l="0" t="0" r="0" b="0"/>
            <a:pathLst>
              <a:path w="88011" h="100013">
                <a:moveTo>
                  <a:pt x="44006" y="100013"/>
                </a:moveTo>
                <a:lnTo>
                  <a:pt x="88011" y="0"/>
                </a:lnTo>
                <a:lnTo>
                  <a:pt x="0" y="0"/>
                </a:lnTo>
                <a:close/>
              </a:path>
            </a:pathLst>
          </a:custGeom>
          <a:solidFill>
            <a:srgbClr val="388BBE"/>
          </a:solidFill>
          <a:ln w="0">
            <a:noFill/>
          </a:ln>
        </p:spPr>
      </p:sp>
      <p:sp>
        <p:nvSpPr>
          <p:cNvPr id="566" name="Voxel-to-point fusion">
            <a:extLst>
              <a:ext uri="{FF2B5EF4-FFF2-40B4-BE49-F238E27FC236}">
                <a16:creationId xmlns:a16="http://schemas.microsoft.com/office/drawing/2014/main" id="{5D8F7728-D73D-5747-8A2D-466AFC8C2973}"/>
              </a:ext>
            </a:extLst>
          </p:cNvPr>
          <p:cNvSpPr>
            <a:spLocks noGrp="1"/>
          </p:cNvSpPr>
          <p:nvPr/>
        </p:nvSpPr>
        <p:spPr>
          <a:xfrm>
            <a:off x="3922673" y="878388"/>
            <a:ext cx="92" cy="294465"/>
          </a:xfrm>
          <a:custGeom>
            <a:avLst/>
            <a:gdLst/>
            <a:ahLst/>
            <a:cxnLst/>
            <a:rect l="0" t="0" r="0" b="0"/>
            <a:pathLst>
              <a:path w="476" h="1514475">
                <a:moveTo>
                  <a:pt x="0" y="0"/>
                </a:moveTo>
                <a:lnTo>
                  <a:pt x="0" y="1514475"/>
                </a:lnTo>
              </a:path>
            </a:pathLst>
          </a:custGeom>
          <a:noFill/>
          <a:ln w="8537">
            <a:solidFill>
              <a:srgbClr val="388BBE"/>
            </a:solidFill>
            <a:prstDash val="solid"/>
          </a:ln>
        </p:spPr>
      </p:sp>
      <p:sp>
        <p:nvSpPr>
          <p:cNvPr id="567" name="Voxel-to-point fusion | arrowhead">
            <a:extLst>
              <a:ext uri="{FF2B5EF4-FFF2-40B4-BE49-F238E27FC236}">
                <a16:creationId xmlns:a16="http://schemas.microsoft.com/office/drawing/2014/main" id="{6013D68F-893C-E85C-116A-7158B24CC08E}"/>
              </a:ext>
            </a:extLst>
          </p:cNvPr>
          <p:cNvSpPr>
            <a:spLocks noGrp="1"/>
          </p:cNvSpPr>
          <p:nvPr/>
        </p:nvSpPr>
        <p:spPr>
          <a:xfrm>
            <a:off x="3913629" y="1169756"/>
            <a:ext cx="17113" cy="19446"/>
          </a:xfrm>
          <a:custGeom>
            <a:avLst/>
            <a:gdLst/>
            <a:ahLst/>
            <a:cxnLst/>
            <a:rect l="0" t="0" r="0" b="0"/>
            <a:pathLst>
              <a:path w="88011" h="100013">
                <a:moveTo>
                  <a:pt x="44006" y="100013"/>
                </a:moveTo>
                <a:lnTo>
                  <a:pt x="88011" y="0"/>
                </a:lnTo>
                <a:lnTo>
                  <a:pt x="0" y="0"/>
                </a:lnTo>
                <a:close/>
              </a:path>
            </a:pathLst>
          </a:custGeom>
          <a:solidFill>
            <a:srgbClr val="388BBE"/>
          </a:solidFill>
          <a:ln w="0">
            <a:noFill/>
          </a:ln>
        </p:spPr>
      </p:sp>
      <p:sp>
        <p:nvSpPr>
          <p:cNvPr id="568" name="Voxel-to-point fusion">
            <a:extLst>
              <a:ext uri="{FF2B5EF4-FFF2-40B4-BE49-F238E27FC236}">
                <a16:creationId xmlns:a16="http://schemas.microsoft.com/office/drawing/2014/main" id="{B41D2E3A-F26E-B9ED-3404-566AEF7EAB56}"/>
              </a:ext>
            </a:extLst>
          </p:cNvPr>
          <p:cNvSpPr>
            <a:spLocks noGrp="1"/>
          </p:cNvSpPr>
          <p:nvPr/>
        </p:nvSpPr>
        <p:spPr>
          <a:xfrm>
            <a:off x="4226018" y="875292"/>
            <a:ext cx="92" cy="294465"/>
          </a:xfrm>
          <a:custGeom>
            <a:avLst/>
            <a:gdLst/>
            <a:ahLst/>
            <a:cxnLst/>
            <a:rect l="0" t="0" r="0" b="0"/>
            <a:pathLst>
              <a:path w="476" h="1514475">
                <a:moveTo>
                  <a:pt x="0" y="0"/>
                </a:moveTo>
                <a:lnTo>
                  <a:pt x="0" y="1514475"/>
                </a:lnTo>
              </a:path>
            </a:pathLst>
          </a:custGeom>
          <a:noFill/>
          <a:ln w="8537">
            <a:solidFill>
              <a:srgbClr val="388BBE"/>
            </a:solidFill>
            <a:prstDash val="solid"/>
          </a:ln>
        </p:spPr>
      </p:sp>
      <p:sp>
        <p:nvSpPr>
          <p:cNvPr id="569" name="Voxel-to-point fusion | arrowhead">
            <a:extLst>
              <a:ext uri="{FF2B5EF4-FFF2-40B4-BE49-F238E27FC236}">
                <a16:creationId xmlns:a16="http://schemas.microsoft.com/office/drawing/2014/main" id="{5967F347-5440-EB99-9451-1EA9E766644E}"/>
              </a:ext>
            </a:extLst>
          </p:cNvPr>
          <p:cNvSpPr>
            <a:spLocks noGrp="1"/>
          </p:cNvSpPr>
          <p:nvPr/>
        </p:nvSpPr>
        <p:spPr>
          <a:xfrm>
            <a:off x="4216975" y="1166660"/>
            <a:ext cx="17113" cy="19446"/>
          </a:xfrm>
          <a:custGeom>
            <a:avLst/>
            <a:gdLst/>
            <a:ahLst/>
            <a:cxnLst/>
            <a:rect l="0" t="0" r="0" b="0"/>
            <a:pathLst>
              <a:path w="88011" h="100013">
                <a:moveTo>
                  <a:pt x="44006" y="100013"/>
                </a:moveTo>
                <a:lnTo>
                  <a:pt x="88011" y="0"/>
                </a:lnTo>
                <a:lnTo>
                  <a:pt x="0" y="0"/>
                </a:lnTo>
                <a:close/>
              </a:path>
            </a:pathLst>
          </a:custGeom>
          <a:solidFill>
            <a:srgbClr val="388BBE"/>
          </a:solidFill>
          <a:ln w="0">
            <a:noFill/>
          </a:ln>
        </p:spPr>
      </p:sp>
      <p:cxnSp>
        <p:nvCxnSpPr>
          <p:cNvPr id="570" name="连接符: 肘形 569">
            <a:extLst>
              <a:ext uri="{FF2B5EF4-FFF2-40B4-BE49-F238E27FC236}">
                <a16:creationId xmlns:a16="http://schemas.microsoft.com/office/drawing/2014/main" id="{F06FAC74-4203-4BB2-EFB1-D4E394359619}"/>
              </a:ext>
            </a:extLst>
          </p:cNvPr>
          <p:cNvCxnSpPr>
            <a:stCxn id="18" idx="3"/>
          </p:cNvCxnSpPr>
          <p:nvPr/>
        </p:nvCxnSpPr>
        <p:spPr>
          <a:xfrm flipV="1">
            <a:off x="2571950" y="1313993"/>
            <a:ext cx="319477" cy="126470"/>
          </a:xfrm>
          <a:prstGeom prst="bentConnector3">
            <a:avLst>
              <a:gd name="adj1" fmla="val 85575"/>
            </a:avLst>
          </a:prstGeom>
          <a:noFill/>
          <a:ln w="6467">
            <a:solidFill>
              <a:srgbClr val="C78A2B"/>
            </a:solidFill>
            <a:prstDash val="solid"/>
          </a:ln>
        </p:spPr>
      </p:cxnSp>
      <p:grpSp>
        <p:nvGrpSpPr>
          <p:cNvPr id="1708" name="Arrow | shared_input → find_density">
            <a:extLst>
              <a:ext uri="{FF2B5EF4-FFF2-40B4-BE49-F238E27FC236}">
                <a16:creationId xmlns:a16="http://schemas.microsoft.com/office/drawing/2014/main" id="{616686A3-51E3-3577-EC42-32197B262BB7}"/>
              </a:ext>
            </a:extLst>
          </p:cNvPr>
          <p:cNvGrpSpPr/>
          <p:nvPr/>
        </p:nvGrpSpPr>
        <p:grpSpPr>
          <a:xfrm>
            <a:off x="2045298" y="542254"/>
            <a:ext cx="124645" cy="20837"/>
            <a:chOff x="959220" y="757422"/>
            <a:chExt cx="174105" cy="29105"/>
          </a:xfrm>
        </p:grpSpPr>
        <p:cxnSp>
          <p:nvCxnSpPr>
            <p:cNvPr id="1709" name="Arrow | shared_input → find_density | path">
              <a:extLst>
                <a:ext uri="{FF2B5EF4-FFF2-40B4-BE49-F238E27FC236}">
                  <a16:creationId xmlns:a16="http://schemas.microsoft.com/office/drawing/2014/main" id="{DB1FD93C-D367-2779-5BF6-232F95F5507B}"/>
                </a:ext>
              </a:extLst>
            </p:cNvPr>
            <p:cNvCxnSpPr/>
            <p:nvPr/>
          </p:nvCxnSpPr>
          <p:spPr>
            <a:xfrm>
              <a:off x="959220" y="771975"/>
              <a:ext cx="174105" cy="0"/>
            </a:xfrm>
            <a:prstGeom prst="line">
              <a:avLst/>
            </a:prstGeom>
            <a:noFill/>
            <a:ln w="12700" cap="rnd" cmpd="sng" algn="ctr">
              <a:solidFill>
                <a:srgbClr val="367FB7"/>
              </a:solidFill>
              <a:prstDash val="solid"/>
              <a:round/>
              <a:headEnd type="none" w="med" len="med"/>
              <a:tailEnd type="none" w="med" len="med"/>
            </a:ln>
            <a:effectLst/>
          </p:spPr>
        </p:cxnSp>
        <p:sp>
          <p:nvSpPr>
            <p:cNvPr id="1710" name="Arrow | shared_input → find_density | editable arrowhead">
              <a:extLst>
                <a:ext uri="{FF2B5EF4-FFF2-40B4-BE49-F238E27FC236}">
                  <a16:creationId xmlns:a16="http://schemas.microsoft.com/office/drawing/2014/main" id="{89857060-07E5-EE06-4CB1-71CE8AB8064E}"/>
                </a:ext>
              </a:extLst>
            </p:cNvPr>
            <p:cNvSpPr/>
            <p:nvPr/>
          </p:nvSpPr>
          <p:spPr>
            <a:xfrm>
              <a:off x="1099490" y="757422"/>
              <a:ext cx="33836" cy="29105"/>
            </a:xfrm>
            <a:custGeom>
              <a:avLst/>
              <a:gdLst/>
              <a:ahLst/>
              <a:cxnLst/>
              <a:rect l="0" t="0" r="w" b="h"/>
              <a:pathLst>
                <a:path w="33836" h="29105" stroke="0" extrusionOk="0">
                  <a:moveTo>
                    <a:pt x="33836" y="14553"/>
                  </a:moveTo>
                  <a:lnTo>
                    <a:pt x="0" y="29105"/>
                  </a:lnTo>
                  <a:lnTo>
                    <a:pt x="0" y="0"/>
                  </a:lnTo>
                  <a:close/>
                </a:path>
              </a:pathLst>
            </a:custGeom>
            <a:solidFill>
              <a:srgbClr val="367FB7"/>
            </a:solidFill>
            <a:ln w="13970" cap="rnd" cmpd="sng" algn="ctr">
              <a:noFill/>
              <a:prstDash val="solid"/>
              <a:round/>
              <a:headEnd type="none" w="med" len="med"/>
              <a:tailEnd type="none" w="med" len="med"/>
            </a:ln>
            <a:effectLst/>
          </p:spPr>
        </p:sp>
      </p:grpSp>
    </p:spTree>
    <p:extLst>
      <p:ext uri="{BB962C8B-B14F-4D97-AF65-F5344CB8AC3E}">
        <p14:creationId xmlns:p14="http://schemas.microsoft.com/office/powerpoint/2010/main" val="214203305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TotalTime>
  <Words>685</Words>
  <Application>Microsoft Office PowerPoint</Application>
  <DocSecurity>0</DocSecurity>
  <PresentationFormat>自定义</PresentationFormat>
  <Paragraphs>190</Paragraphs>
  <Slides>2</Slides>
  <Notes>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vt:i4>
      </vt:variant>
    </vt:vector>
  </HeadingPairs>
  <TitlesOfParts>
    <vt:vector size="6" baseType="lpstr">
      <vt:lpstr>Arial</vt:lpstr>
      <vt:lpstr>Calibri</vt:lpstr>
      <vt:lpstr>Segoe UI</vt:lpstr>
      <vt:lpstr>ChatGPT</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Hongen Peng</cp:lastModifiedBy>
  <cp:revision>13</cp:revision>
  <dcterms:created xsi:type="dcterms:W3CDTF">2026-10-01T15:00:20Z</dcterms:created>
  <dcterms:modified xsi:type="dcterms:W3CDTF">2026-10-02T04:37:16Z</dcterms:modified>
</cp:coreProperties>
</file>